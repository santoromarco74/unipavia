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6.xml" ContentType="application/vnd.openxmlformats-officedocument.theme+xml"/>
  <Override PartName="/ppt/slideLayouts/slideLayout31.xml" ContentType="application/vnd.openxmlformats-officedocument.presentationml.slideLayout+xml"/>
  <Override PartName="/ppt/theme/theme7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  <p:sldMasterId id="2147483684" r:id="rId5"/>
    <p:sldMasterId id="2147483660" r:id="rId6"/>
    <p:sldMasterId id="2147483716" r:id="rId7"/>
    <p:sldMasterId id="2147483705" r:id="rId8"/>
    <p:sldMasterId id="2147483748" r:id="rId9"/>
    <p:sldMasterId id="2147483761" r:id="rId10"/>
    <p:sldMasterId id="2147483765" r:id="rId11"/>
  </p:sldMasterIdLst>
  <p:notesMasterIdLst>
    <p:notesMasterId r:id="rId13"/>
  </p:notesMasterIdLst>
  <p:handoutMasterIdLst>
    <p:handoutMasterId r:id="rId14"/>
  </p:handoutMasterIdLst>
  <p:sldIdLst>
    <p:sldId id="521" r:id="rId12"/>
  </p:sldIdLst>
  <p:sldSz cx="9144000" cy="5143500" type="screen16x9"/>
  <p:notesSz cx="6858000" cy="9144000"/>
  <p:custShowLst>
    <p:custShow name="Presentazione personalizzata 1" id="0">
      <p:sldLst/>
    </p:custShow>
  </p:custShowLst>
  <p:custDataLst>
    <p:tags r:id="rId15"/>
  </p:custDataLst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3">
          <p15:clr>
            <a:srgbClr val="A4A3A4"/>
          </p15:clr>
        </p15:guide>
        <p15:guide id="2" pos="28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D4C1"/>
    <a:srgbClr val="65B695"/>
    <a:srgbClr val="488ADD"/>
    <a:srgbClr val="133765"/>
    <a:srgbClr val="BFBFBF"/>
    <a:srgbClr val="17447B"/>
    <a:srgbClr val="A31F15"/>
    <a:srgbClr val="AF1F14"/>
    <a:srgbClr val="C12317"/>
    <a:srgbClr val="D227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ile chiaro 3 - Color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Stile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Stile chiaro 3 - Color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51" autoAdjust="0"/>
  </p:normalViewPr>
  <p:slideViewPr>
    <p:cSldViewPr snapToGrid="0">
      <p:cViewPr varScale="1">
        <p:scale>
          <a:sx n="61" d="100"/>
          <a:sy n="61" d="100"/>
        </p:scale>
        <p:origin x="1368" y="268"/>
      </p:cViewPr>
      <p:guideLst>
        <p:guide orient="horz" pos="1613"/>
        <p:guide pos="288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Master" Target="slideMasters/slideMaster7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>
              <a:latin typeface="Arial"/>
            </a:endParaRPr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777E4-9475-8446-9C92-3FD7FFADEFA1}" type="datetimeFigureOut">
              <a:rPr lang="it-IT" smtClean="0">
                <a:latin typeface="Arial"/>
              </a:rPr>
              <a:pPr/>
              <a:t>24/11/2025</a:t>
            </a:fld>
            <a:endParaRPr lang="it-IT">
              <a:latin typeface="Arial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>
              <a:latin typeface="Arial"/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04876-7C41-8541-8A87-AC5A2920BFC6}" type="slidenum">
              <a:rPr lang="it-IT" smtClean="0">
                <a:latin typeface="Arial"/>
              </a:rPr>
              <a:pPr/>
              <a:t>‹N›</a:t>
            </a:fld>
            <a:endParaRPr lang="it-IT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71371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11A086D9-B6C2-4543-93F1-7626B8D6DACC}" type="datetimeFigureOut">
              <a:rPr lang="it-IT" smtClean="0"/>
              <a:pPr/>
              <a:t>24/11/2025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Fare </a:t>
            </a:r>
            <a:r>
              <a:rPr lang="en-US" err="1"/>
              <a:t>clic</a:t>
            </a:r>
            <a:r>
              <a:rPr lang="en-US"/>
              <a:t> per </a:t>
            </a:r>
            <a:r>
              <a:rPr lang="en-US" err="1"/>
              <a:t>modificare</a:t>
            </a:r>
            <a:r>
              <a:rPr lang="en-US"/>
              <a:t> </a:t>
            </a:r>
            <a:r>
              <a:rPr lang="en-US" err="1"/>
              <a:t>gli</a:t>
            </a:r>
            <a:r>
              <a:rPr lang="en-US"/>
              <a:t> </a:t>
            </a:r>
            <a:r>
              <a:rPr lang="en-US" err="1"/>
              <a:t>stili</a:t>
            </a:r>
            <a:r>
              <a:rPr lang="en-US"/>
              <a:t> del </a:t>
            </a:r>
            <a:r>
              <a:rPr lang="en-US" err="1"/>
              <a:t>testo</a:t>
            </a:r>
            <a:r>
              <a:rPr lang="en-US"/>
              <a:t> </a:t>
            </a:r>
            <a:r>
              <a:rPr lang="en-US" err="1"/>
              <a:t>dello</a:t>
            </a:r>
            <a:r>
              <a:rPr lang="en-US"/>
              <a:t> schema</a:t>
            </a:r>
          </a:p>
          <a:p>
            <a:pPr lvl="1"/>
            <a:r>
              <a:rPr lang="en-US"/>
              <a:t>Secondo </a:t>
            </a:r>
            <a:r>
              <a:rPr lang="en-US" err="1"/>
              <a:t>livello</a:t>
            </a:r>
            <a:endParaRPr lang="en-US"/>
          </a:p>
          <a:p>
            <a:pPr lvl="2"/>
            <a:r>
              <a:rPr lang="en-US" err="1"/>
              <a:t>Terzo</a:t>
            </a:r>
            <a:r>
              <a:rPr lang="en-US"/>
              <a:t> </a:t>
            </a:r>
            <a:r>
              <a:rPr lang="en-US" err="1"/>
              <a:t>livello</a:t>
            </a:r>
            <a:endParaRPr lang="en-US"/>
          </a:p>
          <a:p>
            <a:pPr lvl="3"/>
            <a:r>
              <a:rPr lang="en-US"/>
              <a:t>Quarto </a:t>
            </a:r>
            <a:r>
              <a:rPr lang="en-US" err="1"/>
              <a:t>livello</a:t>
            </a:r>
            <a:endParaRPr lang="en-US"/>
          </a:p>
          <a:p>
            <a:pPr lvl="4"/>
            <a:r>
              <a:rPr lang="en-US" err="1"/>
              <a:t>Quinto</a:t>
            </a:r>
            <a:r>
              <a:rPr lang="en-US"/>
              <a:t> </a:t>
            </a:r>
            <a:r>
              <a:rPr lang="en-US" err="1"/>
              <a:t>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D56EDDCE-EE65-6D48-ACA2-30328AA8009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63369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EDDCE-EE65-6D48-ACA2-30328AA80092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5348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/>
          <p:cNvSpPr>
            <a:spLocks noGrp="1"/>
          </p:cNvSpPr>
          <p:nvPr>
            <p:ph type="body" sz="quarter" idx="10" hasCustomPrompt="1"/>
          </p:nvPr>
        </p:nvSpPr>
        <p:spPr>
          <a:xfrm>
            <a:off x="394645" y="2379880"/>
            <a:ext cx="3273425" cy="120871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2pPr>
            <a:lvl3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3pPr>
            <a:lvl4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4pPr>
            <a:lvl5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Milan, 24/2/2020</a:t>
            </a:r>
            <a:endParaRPr lang="en-GB"/>
          </a:p>
        </p:txBody>
      </p:sp>
      <p:sp>
        <p:nvSpPr>
          <p:cNvPr id="4" name="Segnaposto testo 4"/>
          <p:cNvSpPr>
            <a:spLocks noGrp="1"/>
          </p:cNvSpPr>
          <p:nvPr>
            <p:ph type="body" sz="quarter" idx="11" hasCustomPrompt="1"/>
          </p:nvPr>
        </p:nvSpPr>
        <p:spPr>
          <a:xfrm>
            <a:off x="410421" y="1756667"/>
            <a:ext cx="5150519" cy="223424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10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2pPr>
            <a:lvl3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3pPr>
            <a:lvl4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4pPr>
            <a:lvl5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Presentation title goes here</a:t>
            </a:r>
            <a:endParaRPr lang="en-GB"/>
          </a:p>
        </p:txBody>
      </p:sp>
      <p:sp>
        <p:nvSpPr>
          <p:cNvPr id="9" name="Segnaposto immagine 8"/>
          <p:cNvSpPr>
            <a:spLocks noGrp="1"/>
          </p:cNvSpPr>
          <p:nvPr>
            <p:ph type="pic" sz="quarter" idx="12" hasCustomPrompt="1"/>
          </p:nvPr>
        </p:nvSpPr>
        <p:spPr>
          <a:xfrm>
            <a:off x="385762" y="2871807"/>
            <a:ext cx="1057716" cy="512489"/>
          </a:xfrm>
          <a:prstGeom prst="rect">
            <a:avLst/>
          </a:prstGeom>
        </p:spPr>
        <p:txBody>
          <a:bodyPr vert="horz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7" name="Segnaposto testo 4"/>
          <p:cNvSpPr>
            <a:spLocks noGrp="1"/>
          </p:cNvSpPr>
          <p:nvPr>
            <p:ph type="body" sz="quarter" idx="13" hasCustomPrompt="1"/>
          </p:nvPr>
        </p:nvSpPr>
        <p:spPr>
          <a:xfrm>
            <a:off x="394645" y="2552662"/>
            <a:ext cx="3273425" cy="298239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900" b="1" i="0" baseline="0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2pPr>
            <a:lvl3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3pPr>
            <a:lvl4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4pPr>
            <a:lvl5pPr marL="0" indent="0">
              <a:lnSpc>
                <a:spcPts val="900"/>
              </a:lnSpc>
              <a:spcBef>
                <a:spcPts val="0"/>
              </a:spcBef>
              <a:buFontTx/>
              <a:buNone/>
              <a:defRPr sz="9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BIP CONSULTING</a:t>
            </a: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11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divider 16-16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164" y="0"/>
            <a:ext cx="3955836" cy="5143500"/>
          </a:xfrm>
          <a:prstGeom prst="rect">
            <a:avLst/>
          </a:prstGeom>
        </p:spPr>
      </p:pic>
      <p:sp>
        <p:nvSpPr>
          <p:cNvPr id="5" name="Segnaposto testo 4"/>
          <p:cNvSpPr>
            <a:spLocks noGrp="1"/>
          </p:cNvSpPr>
          <p:nvPr>
            <p:ph type="body" sz="quarter" idx="10" hasCustomPrompt="1"/>
          </p:nvPr>
        </p:nvSpPr>
        <p:spPr>
          <a:xfrm>
            <a:off x="418055" y="931198"/>
            <a:ext cx="1048496" cy="37834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2700" b="0" i="0" kern="1200" spc="-100" baseline="0">
                <a:solidFill>
                  <a:schemeClr val="accent2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/>
              <a:t>01.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Divider</a:t>
            </a:r>
            <a:br>
              <a:rPr lang="en-US"/>
            </a:br>
            <a:r>
              <a:rPr lang="en-US"/>
              <a:t>Title</a:t>
            </a:r>
            <a:endParaRPr lang="en-GB"/>
          </a:p>
        </p:txBody>
      </p:sp>
      <p:sp>
        <p:nvSpPr>
          <p:cNvPr id="6" name="Segnaposto testo 4"/>
          <p:cNvSpPr>
            <a:spLocks noGrp="1"/>
          </p:cNvSpPr>
          <p:nvPr>
            <p:ph type="body" sz="quarter" idx="11" hasCustomPrompt="1"/>
          </p:nvPr>
        </p:nvSpPr>
        <p:spPr>
          <a:xfrm>
            <a:off x="418054" y="2090853"/>
            <a:ext cx="4361987" cy="22845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kern="1200" spc="0" baseline="0">
                <a:solidFill>
                  <a:schemeClr val="accent2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/>
              <a:t>Subtitle if present goes here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2883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DID 02-3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509" y="0"/>
            <a:ext cx="4033491" cy="5143500"/>
          </a:xfrm>
          <a:prstGeom prst="rect">
            <a:avLst/>
          </a:prstGeom>
        </p:spPr>
      </p:pic>
      <p:sp>
        <p:nvSpPr>
          <p:cNvPr id="5" name="Segnaposto testo 4"/>
          <p:cNvSpPr>
            <a:spLocks noGrp="1"/>
          </p:cNvSpPr>
          <p:nvPr>
            <p:ph type="body" sz="quarter" idx="10" hasCustomPrompt="1"/>
          </p:nvPr>
        </p:nvSpPr>
        <p:spPr>
          <a:xfrm>
            <a:off x="418055" y="931198"/>
            <a:ext cx="1048496" cy="37834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2700" b="0" i="0" kern="1200" spc="-100" baseline="0">
                <a:solidFill>
                  <a:schemeClr val="accent2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/>
              <a:t>01.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Divider</a:t>
            </a:r>
            <a:br>
              <a:rPr lang="en-US"/>
            </a:br>
            <a:r>
              <a:rPr lang="en-US"/>
              <a:t>Title</a:t>
            </a:r>
            <a:endParaRPr lang="en-GB"/>
          </a:p>
        </p:txBody>
      </p:sp>
      <p:sp>
        <p:nvSpPr>
          <p:cNvPr id="6" name="Segnaposto testo 4"/>
          <p:cNvSpPr>
            <a:spLocks noGrp="1"/>
          </p:cNvSpPr>
          <p:nvPr>
            <p:ph type="body" sz="quarter" idx="11" hasCustomPrompt="1"/>
          </p:nvPr>
        </p:nvSpPr>
        <p:spPr>
          <a:xfrm>
            <a:off x="418054" y="2090853"/>
            <a:ext cx="4361987" cy="22845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kern="1200" spc="0" baseline="0">
                <a:solidFill>
                  <a:schemeClr val="accent2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/>
              <a:t>Subtitle if present goes here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8945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DIV 03-3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886" y="0"/>
            <a:ext cx="4673002" cy="5143500"/>
          </a:xfrm>
          <a:prstGeom prst="rect">
            <a:avLst/>
          </a:prstGeom>
        </p:spPr>
      </p:pic>
      <p:sp>
        <p:nvSpPr>
          <p:cNvPr id="5" name="Segnaposto testo 4"/>
          <p:cNvSpPr>
            <a:spLocks noGrp="1"/>
          </p:cNvSpPr>
          <p:nvPr>
            <p:ph type="body" sz="quarter" idx="10" hasCustomPrompt="1"/>
          </p:nvPr>
        </p:nvSpPr>
        <p:spPr>
          <a:xfrm>
            <a:off x="418055" y="931198"/>
            <a:ext cx="1048496" cy="37834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2700" b="0" i="0" kern="1200" spc="-100" baseline="0">
                <a:solidFill>
                  <a:schemeClr val="accent2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/>
              <a:t>01.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Divider</a:t>
            </a:r>
            <a:br>
              <a:rPr lang="en-US"/>
            </a:br>
            <a:r>
              <a:rPr lang="en-US"/>
              <a:t>Title</a:t>
            </a:r>
            <a:endParaRPr lang="en-GB"/>
          </a:p>
        </p:txBody>
      </p:sp>
      <p:sp>
        <p:nvSpPr>
          <p:cNvPr id="6" name="Segnaposto testo 4"/>
          <p:cNvSpPr>
            <a:spLocks noGrp="1"/>
          </p:cNvSpPr>
          <p:nvPr>
            <p:ph type="body" sz="quarter" idx="11" hasCustomPrompt="1"/>
          </p:nvPr>
        </p:nvSpPr>
        <p:spPr>
          <a:xfrm>
            <a:off x="418054" y="2090853"/>
            <a:ext cx="4361987" cy="22845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kern="1200" spc="0" baseline="0">
                <a:solidFill>
                  <a:schemeClr val="accent2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/>
              <a:t>Subtitle if present goes here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894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DIV 04-33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432" y="0"/>
            <a:ext cx="2996568" cy="5143500"/>
          </a:xfrm>
          <a:prstGeom prst="rect">
            <a:avLst/>
          </a:prstGeom>
        </p:spPr>
      </p:pic>
      <p:sp>
        <p:nvSpPr>
          <p:cNvPr id="5" name="Segnaposto testo 4"/>
          <p:cNvSpPr>
            <a:spLocks noGrp="1"/>
          </p:cNvSpPr>
          <p:nvPr>
            <p:ph type="body" sz="quarter" idx="10" hasCustomPrompt="1"/>
          </p:nvPr>
        </p:nvSpPr>
        <p:spPr>
          <a:xfrm>
            <a:off x="418055" y="931198"/>
            <a:ext cx="1048496" cy="37834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2700" b="0" i="0" kern="1200" spc="-100" baseline="0">
                <a:solidFill>
                  <a:schemeClr val="accent2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/>
              <a:t>01.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Divider</a:t>
            </a:r>
            <a:br>
              <a:rPr lang="en-US"/>
            </a:br>
            <a:r>
              <a:rPr lang="en-US"/>
              <a:t>Title</a:t>
            </a:r>
            <a:endParaRPr lang="en-GB"/>
          </a:p>
        </p:txBody>
      </p:sp>
      <p:sp>
        <p:nvSpPr>
          <p:cNvPr id="6" name="Segnaposto testo 4"/>
          <p:cNvSpPr>
            <a:spLocks noGrp="1"/>
          </p:cNvSpPr>
          <p:nvPr>
            <p:ph type="body" sz="quarter" idx="11" hasCustomPrompt="1"/>
          </p:nvPr>
        </p:nvSpPr>
        <p:spPr>
          <a:xfrm>
            <a:off x="418054" y="2090853"/>
            <a:ext cx="4361987" cy="22845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200" b="0" i="0" kern="1200" spc="0" baseline="0">
                <a:solidFill>
                  <a:schemeClr val="accent2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200" b="1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/>
              <a:t>Subtitle if present goes here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894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One column text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1" y="986108"/>
            <a:ext cx="8390143" cy="3549954"/>
          </a:xfrm>
        </p:spPr>
        <p:txBody>
          <a:bodyPr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213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13" name="Segnaposto immagine 2"/>
          <p:cNvSpPr>
            <a:spLocks noGrp="1"/>
          </p:cNvSpPr>
          <p:nvPr>
            <p:ph type="pic" sz="quarter" idx="38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9" name="Segnaposto testo 4"/>
          <p:cNvSpPr>
            <a:spLocks noGrp="1"/>
          </p:cNvSpPr>
          <p:nvPr>
            <p:ph type="body" sz="quarter" idx="39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953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Two columns text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1" y="986108"/>
            <a:ext cx="8360261" cy="3549954"/>
          </a:xfrm>
        </p:spPr>
        <p:txBody>
          <a:bodyPr numCol="2" spcCol="28800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7465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6" name="Segnaposto immagine 2"/>
          <p:cNvSpPr>
            <a:spLocks noGrp="1"/>
          </p:cNvSpPr>
          <p:nvPr>
            <p:ph type="pic" sz="quarter" idx="38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8" name="Segnaposto testo 4"/>
          <p:cNvSpPr>
            <a:spLocks noGrp="1"/>
          </p:cNvSpPr>
          <p:nvPr>
            <p:ph type="body" sz="quarter" idx="39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81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Text + photo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1" y="986108"/>
            <a:ext cx="4055153" cy="3549954"/>
          </a:xfrm>
        </p:spPr>
        <p:txBody>
          <a:bodyPr numCol="1" spcCol="0"/>
          <a:lstStyle>
            <a:lvl1pPr marL="288000" indent="-288000"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buSzPct val="130000"/>
              <a:buFont typeface="Arial"/>
              <a:buChar char="•"/>
              <a:defRPr baseline="0"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7465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9" name="Segnaposto immagine 8"/>
          <p:cNvSpPr>
            <a:spLocks noGrp="1"/>
          </p:cNvSpPr>
          <p:nvPr>
            <p:ph type="pic" sz="quarter" idx="39" hasCustomPrompt="1"/>
          </p:nvPr>
        </p:nvSpPr>
        <p:spPr>
          <a:xfrm>
            <a:off x="4653990" y="986583"/>
            <a:ext cx="4131422" cy="3548063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photo</a:t>
            </a:r>
          </a:p>
        </p:txBody>
      </p:sp>
      <p:sp>
        <p:nvSpPr>
          <p:cNvPr id="13" name="Segnaposto immagine 2"/>
          <p:cNvSpPr>
            <a:spLocks noGrp="1"/>
          </p:cNvSpPr>
          <p:nvPr>
            <p:ph type="pic" sz="quarter" idx="40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8" name="Segnaposto testo 4"/>
          <p:cNvSpPr>
            <a:spLocks noGrp="1"/>
          </p:cNvSpPr>
          <p:nvPr>
            <p:ph type="body" sz="quarter" idx="41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06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Text + large photo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2" y="986108"/>
            <a:ext cx="2659001" cy="3549954"/>
          </a:xfrm>
        </p:spPr>
        <p:txBody>
          <a:bodyPr numCol="1" spcCol="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97071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8" name="Segnaposto immagine 8"/>
          <p:cNvSpPr>
            <a:spLocks noGrp="1"/>
          </p:cNvSpPr>
          <p:nvPr>
            <p:ph type="pic" sz="quarter" idx="39" hasCustomPrompt="1"/>
          </p:nvPr>
        </p:nvSpPr>
        <p:spPr>
          <a:xfrm>
            <a:off x="3294529" y="986583"/>
            <a:ext cx="5490883" cy="3548063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photo</a:t>
            </a:r>
          </a:p>
        </p:txBody>
      </p:sp>
      <p:sp>
        <p:nvSpPr>
          <p:cNvPr id="9" name="Segnaposto immagine 2"/>
          <p:cNvSpPr>
            <a:spLocks noGrp="1"/>
          </p:cNvSpPr>
          <p:nvPr>
            <p:ph type="pic" sz="quarter" idx="40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1" name="Segnaposto testo 4"/>
          <p:cNvSpPr>
            <a:spLocks noGrp="1"/>
          </p:cNvSpPr>
          <p:nvPr>
            <p:ph type="body" sz="quarter" idx="41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196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One column photo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8" name="Segnaposto immagine 8"/>
          <p:cNvSpPr>
            <a:spLocks noGrp="1"/>
          </p:cNvSpPr>
          <p:nvPr>
            <p:ph type="pic" sz="quarter" idx="39" hasCustomPrompt="1"/>
          </p:nvPr>
        </p:nvSpPr>
        <p:spPr>
          <a:xfrm>
            <a:off x="425824" y="986583"/>
            <a:ext cx="8359588" cy="3548063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photo</a:t>
            </a:r>
          </a:p>
        </p:txBody>
      </p:sp>
      <p:sp>
        <p:nvSpPr>
          <p:cNvPr id="9" name="Segnaposto immagine 2"/>
          <p:cNvSpPr>
            <a:spLocks noGrp="1"/>
          </p:cNvSpPr>
          <p:nvPr>
            <p:ph type="pic" sz="quarter" idx="36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0" name="Segnaposto testo 4"/>
          <p:cNvSpPr>
            <a:spLocks noGrp="1"/>
          </p:cNvSpPr>
          <p:nvPr>
            <p:ph type="body" sz="quarter" idx="40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567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Text + chart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2" y="986108"/>
            <a:ext cx="3989966" cy="3549954"/>
          </a:xfrm>
        </p:spPr>
        <p:txBody>
          <a:bodyPr numCol="1" spcCol="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cxnSp>
        <p:nvCxnSpPr>
          <p:cNvPr id="8" name="Connettore 1 7"/>
          <p:cNvCxnSpPr/>
          <p:nvPr userDrawn="1"/>
        </p:nvCxnSpPr>
        <p:spPr>
          <a:xfrm>
            <a:off x="4736359" y="1001058"/>
            <a:ext cx="4041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gnaposto testo 10"/>
          <p:cNvSpPr>
            <a:spLocks noGrp="1"/>
          </p:cNvSpPr>
          <p:nvPr>
            <p:ph type="body" sz="quarter" idx="39" hasCustomPrompt="1"/>
          </p:nvPr>
        </p:nvSpPr>
        <p:spPr>
          <a:xfrm>
            <a:off x="4736360" y="1030380"/>
            <a:ext cx="4041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4" name="Segnaposto grafico 13"/>
          <p:cNvSpPr>
            <a:spLocks noGrp="1"/>
          </p:cNvSpPr>
          <p:nvPr>
            <p:ph type="chart" sz="quarter" idx="40" hasCustomPrompt="1"/>
          </p:nvPr>
        </p:nvSpPr>
        <p:spPr>
          <a:xfrm>
            <a:off x="4736074" y="1420065"/>
            <a:ext cx="4049338" cy="3114582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5" name="Segnaposto immagine 2"/>
          <p:cNvSpPr>
            <a:spLocks noGrp="1"/>
          </p:cNvSpPr>
          <p:nvPr>
            <p:ph type="pic" sz="quarter" idx="41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3" name="Segnaposto testo 4"/>
          <p:cNvSpPr>
            <a:spLocks noGrp="1"/>
          </p:cNvSpPr>
          <p:nvPr>
            <p:ph type="body" sz="quarter" idx="42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128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Two columns charts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cxnSp>
        <p:nvCxnSpPr>
          <p:cNvPr id="9" name="Connettore 1 8"/>
          <p:cNvCxnSpPr/>
          <p:nvPr userDrawn="1"/>
        </p:nvCxnSpPr>
        <p:spPr>
          <a:xfrm>
            <a:off x="4736359" y="1001058"/>
            <a:ext cx="4041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gnaposto testo 10"/>
          <p:cNvSpPr>
            <a:spLocks noGrp="1"/>
          </p:cNvSpPr>
          <p:nvPr>
            <p:ph type="body" sz="quarter" idx="40" hasCustomPrompt="1"/>
          </p:nvPr>
        </p:nvSpPr>
        <p:spPr>
          <a:xfrm>
            <a:off x="4736360" y="1030380"/>
            <a:ext cx="4041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cxnSp>
        <p:nvCxnSpPr>
          <p:cNvPr id="13" name="Connettore 1 12"/>
          <p:cNvCxnSpPr/>
          <p:nvPr userDrawn="1"/>
        </p:nvCxnSpPr>
        <p:spPr>
          <a:xfrm>
            <a:off x="425823" y="1001058"/>
            <a:ext cx="4041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egnaposto testo 10"/>
          <p:cNvSpPr>
            <a:spLocks noGrp="1"/>
          </p:cNvSpPr>
          <p:nvPr>
            <p:ph type="body" sz="quarter" idx="41" hasCustomPrompt="1"/>
          </p:nvPr>
        </p:nvSpPr>
        <p:spPr>
          <a:xfrm>
            <a:off x="425824" y="1030380"/>
            <a:ext cx="4041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5" name="Segnaposto grafico 13"/>
          <p:cNvSpPr>
            <a:spLocks noGrp="1"/>
          </p:cNvSpPr>
          <p:nvPr>
            <p:ph type="chart" sz="quarter" idx="42" hasCustomPrompt="1"/>
          </p:nvPr>
        </p:nvSpPr>
        <p:spPr>
          <a:xfrm>
            <a:off x="4736074" y="1420065"/>
            <a:ext cx="4049338" cy="3114582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6" name="Segnaposto grafico 13"/>
          <p:cNvSpPr>
            <a:spLocks noGrp="1"/>
          </p:cNvSpPr>
          <p:nvPr>
            <p:ph type="chart" sz="quarter" idx="43" hasCustomPrompt="1"/>
          </p:nvPr>
        </p:nvSpPr>
        <p:spPr>
          <a:xfrm>
            <a:off x="425545" y="1420065"/>
            <a:ext cx="4049338" cy="3114582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7" name="Segnaposto immagine 2"/>
          <p:cNvSpPr>
            <a:spLocks noGrp="1"/>
          </p:cNvSpPr>
          <p:nvPr>
            <p:ph type="pic" sz="quarter" idx="36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8" name="Segnaposto testo 4"/>
          <p:cNvSpPr>
            <a:spLocks noGrp="1"/>
          </p:cNvSpPr>
          <p:nvPr>
            <p:ph type="body" sz="quarter" idx="39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525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Two columns text + chart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2" y="986109"/>
            <a:ext cx="3989966" cy="1299892"/>
          </a:xfrm>
        </p:spPr>
        <p:txBody>
          <a:bodyPr numCol="1" spcCol="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1997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8" name="Segnaposto testo 9"/>
          <p:cNvSpPr>
            <a:spLocks noGrp="1"/>
          </p:cNvSpPr>
          <p:nvPr>
            <p:ph type="body" sz="quarter" idx="39" hasCustomPrompt="1"/>
          </p:nvPr>
        </p:nvSpPr>
        <p:spPr>
          <a:xfrm>
            <a:off x="4736352" y="986109"/>
            <a:ext cx="4049059" cy="1299892"/>
          </a:xfrm>
        </p:spPr>
        <p:txBody>
          <a:bodyPr numCol="1" spcCol="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cxnSp>
        <p:nvCxnSpPr>
          <p:cNvPr id="11" name="Connettore 1 10"/>
          <p:cNvCxnSpPr/>
          <p:nvPr userDrawn="1"/>
        </p:nvCxnSpPr>
        <p:spPr>
          <a:xfrm>
            <a:off x="4743830" y="2360705"/>
            <a:ext cx="4041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egnaposto testo 10"/>
          <p:cNvSpPr>
            <a:spLocks noGrp="1"/>
          </p:cNvSpPr>
          <p:nvPr>
            <p:ph type="body" sz="quarter" idx="41" hasCustomPrompt="1"/>
          </p:nvPr>
        </p:nvSpPr>
        <p:spPr>
          <a:xfrm>
            <a:off x="4743831" y="2390027"/>
            <a:ext cx="4041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cxnSp>
        <p:nvCxnSpPr>
          <p:cNvPr id="14" name="Connettore 1 13"/>
          <p:cNvCxnSpPr/>
          <p:nvPr userDrawn="1"/>
        </p:nvCxnSpPr>
        <p:spPr>
          <a:xfrm>
            <a:off x="425823" y="2360705"/>
            <a:ext cx="4041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egnaposto testo 10"/>
          <p:cNvSpPr>
            <a:spLocks noGrp="1"/>
          </p:cNvSpPr>
          <p:nvPr>
            <p:ph type="body" sz="quarter" idx="42" hasCustomPrompt="1"/>
          </p:nvPr>
        </p:nvSpPr>
        <p:spPr>
          <a:xfrm>
            <a:off x="425824" y="2390027"/>
            <a:ext cx="4041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6" name="Segnaposto grafico 13"/>
          <p:cNvSpPr>
            <a:spLocks noGrp="1"/>
          </p:cNvSpPr>
          <p:nvPr>
            <p:ph type="chart" sz="quarter" idx="43" hasCustomPrompt="1"/>
          </p:nvPr>
        </p:nvSpPr>
        <p:spPr>
          <a:xfrm>
            <a:off x="4736074" y="2793999"/>
            <a:ext cx="4049338" cy="1740647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7" name="Segnaposto grafico 13"/>
          <p:cNvSpPr>
            <a:spLocks noGrp="1"/>
          </p:cNvSpPr>
          <p:nvPr>
            <p:ph type="chart" sz="quarter" idx="44" hasCustomPrompt="1"/>
          </p:nvPr>
        </p:nvSpPr>
        <p:spPr>
          <a:xfrm>
            <a:off x="425545" y="2793999"/>
            <a:ext cx="4049338" cy="1740647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8" name="Segnaposto immagine 2"/>
          <p:cNvSpPr>
            <a:spLocks noGrp="1"/>
          </p:cNvSpPr>
          <p:nvPr>
            <p:ph type="pic" sz="quarter" idx="45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9" name="Segnaposto testo 4"/>
          <p:cNvSpPr>
            <a:spLocks noGrp="1"/>
          </p:cNvSpPr>
          <p:nvPr>
            <p:ph type="body" sz="quarter" idx="46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235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LAR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Text + large chart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2" y="986108"/>
            <a:ext cx="2675142" cy="3549954"/>
          </a:xfrm>
        </p:spPr>
        <p:txBody>
          <a:bodyPr numCol="1" spcCol="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66938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cxnSp>
        <p:nvCxnSpPr>
          <p:cNvPr id="8" name="Connettore 1 7"/>
          <p:cNvCxnSpPr/>
          <p:nvPr userDrawn="1"/>
        </p:nvCxnSpPr>
        <p:spPr>
          <a:xfrm>
            <a:off x="3339359" y="1001058"/>
            <a:ext cx="5438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egnaposto testo 10"/>
          <p:cNvSpPr>
            <a:spLocks noGrp="1"/>
          </p:cNvSpPr>
          <p:nvPr>
            <p:ph type="body" sz="quarter" idx="39" hasCustomPrompt="1"/>
          </p:nvPr>
        </p:nvSpPr>
        <p:spPr>
          <a:xfrm>
            <a:off x="3339360" y="1030380"/>
            <a:ext cx="5438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1" name="Segnaposto grafico 13"/>
          <p:cNvSpPr>
            <a:spLocks noGrp="1"/>
          </p:cNvSpPr>
          <p:nvPr>
            <p:ph type="chart" sz="quarter" idx="42" hasCustomPrompt="1"/>
          </p:nvPr>
        </p:nvSpPr>
        <p:spPr>
          <a:xfrm>
            <a:off x="3339353" y="1420065"/>
            <a:ext cx="5446059" cy="3114582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4" name="Segnaposto immagine 2"/>
          <p:cNvSpPr>
            <a:spLocks noGrp="1"/>
          </p:cNvSpPr>
          <p:nvPr>
            <p:ph type="pic" sz="quarter" idx="43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3" name="Segnaposto testo 4"/>
          <p:cNvSpPr>
            <a:spLocks noGrp="1"/>
          </p:cNvSpPr>
          <p:nvPr>
            <p:ph type="body" sz="quarter" idx="44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908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One column chart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cxnSp>
        <p:nvCxnSpPr>
          <p:cNvPr id="8" name="Connettore 1 7"/>
          <p:cNvCxnSpPr/>
          <p:nvPr userDrawn="1"/>
        </p:nvCxnSpPr>
        <p:spPr>
          <a:xfrm>
            <a:off x="425823" y="1001058"/>
            <a:ext cx="835211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egnaposto testo 10"/>
          <p:cNvSpPr>
            <a:spLocks noGrp="1"/>
          </p:cNvSpPr>
          <p:nvPr>
            <p:ph type="body" sz="quarter" idx="39" hasCustomPrompt="1"/>
          </p:nvPr>
        </p:nvSpPr>
        <p:spPr>
          <a:xfrm>
            <a:off x="425823" y="1030380"/>
            <a:ext cx="8352117" cy="32179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1" name="Segnaposto grafico 13"/>
          <p:cNvSpPr>
            <a:spLocks noGrp="1"/>
          </p:cNvSpPr>
          <p:nvPr>
            <p:ph type="chart" sz="quarter" idx="42" hasCustomPrompt="1"/>
          </p:nvPr>
        </p:nvSpPr>
        <p:spPr>
          <a:xfrm>
            <a:off x="425825" y="1420065"/>
            <a:ext cx="8359588" cy="3114582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3" name="Segnaposto immagine 2"/>
          <p:cNvSpPr>
            <a:spLocks noGrp="1"/>
          </p:cNvSpPr>
          <p:nvPr>
            <p:ph type="pic" sz="quarter" idx="36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0" name="Segnaposto testo 4"/>
          <p:cNvSpPr>
            <a:spLocks noGrp="1"/>
          </p:cNvSpPr>
          <p:nvPr>
            <p:ph type="body" sz="quarter" idx="43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761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One column table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212012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5" name="Segnaposto tabella 4"/>
          <p:cNvSpPr>
            <a:spLocks noGrp="1"/>
          </p:cNvSpPr>
          <p:nvPr>
            <p:ph type="tbl" sz="quarter" idx="39" hasCustomPrompt="1"/>
          </p:nvPr>
        </p:nvSpPr>
        <p:spPr>
          <a:xfrm>
            <a:off x="425824" y="978647"/>
            <a:ext cx="8359588" cy="3563471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table</a:t>
            </a:r>
          </a:p>
        </p:txBody>
      </p:sp>
      <p:sp>
        <p:nvSpPr>
          <p:cNvPr id="6" name="Segnaposto immagine 2"/>
          <p:cNvSpPr>
            <a:spLocks noGrp="1"/>
          </p:cNvSpPr>
          <p:nvPr>
            <p:ph type="pic" sz="quarter" idx="43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8" name="Segnaposto testo 4"/>
          <p:cNvSpPr>
            <a:spLocks noGrp="1"/>
          </p:cNvSpPr>
          <p:nvPr>
            <p:ph type="body" sz="quarter" idx="44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518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12987C-C249-8523-A9A0-C66000D2B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74246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>
          <a:xfrm>
            <a:off x="388471" y="984546"/>
            <a:ext cx="2577363" cy="733051"/>
          </a:xfrm>
        </p:spPr>
        <p:txBody>
          <a:bodyPr/>
          <a:lstStyle/>
          <a:p>
            <a:r>
              <a:rPr lang="en-US"/>
              <a:t>Thank you.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90" y="3084976"/>
            <a:ext cx="2614986" cy="64284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err="1"/>
              <a:t>nome.cognome@mail-bip.com</a:t>
            </a:r>
            <a:endParaRPr lang="en-GB"/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387817" y="3892176"/>
            <a:ext cx="2614612" cy="941295"/>
          </a:xfrm>
        </p:spPr>
        <p:txBody>
          <a:bodyPr/>
          <a:lstStyle/>
          <a:p>
            <a:pPr lvl="0"/>
            <a:r>
              <a:rPr lang="en-US"/>
              <a:t>Address here</a:t>
            </a:r>
            <a:endParaRPr lang="en-GB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387910" y="2799066"/>
            <a:ext cx="2615265" cy="119592"/>
          </a:xfrm>
        </p:spPr>
        <p:txBody>
          <a:bodyPr/>
          <a:lstStyle/>
          <a:p>
            <a:pPr lvl="0"/>
            <a:r>
              <a:rPr lang="en-US"/>
              <a:t>Job Description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13" hasCustomPrompt="1"/>
          </p:nvPr>
        </p:nvSpPr>
        <p:spPr>
          <a:xfrm>
            <a:off x="388471" y="2617645"/>
            <a:ext cx="2614705" cy="161414"/>
          </a:xfrm>
        </p:spPr>
        <p:txBody>
          <a:bodyPr/>
          <a:lstStyle>
            <a:lvl1pPr>
              <a:defRPr sz="1100" b="1" i="0">
                <a:solidFill>
                  <a:schemeClr val="accent2"/>
                </a:solidFill>
              </a:defRPr>
            </a:lvl1pPr>
            <a:lvl2pPr>
              <a:defRPr sz="1100" b="1" i="0">
                <a:solidFill>
                  <a:schemeClr val="accent2"/>
                </a:solidFill>
              </a:defRPr>
            </a:lvl2pPr>
            <a:lvl3pPr>
              <a:defRPr sz="1100" b="1" i="0">
                <a:solidFill>
                  <a:schemeClr val="accent2"/>
                </a:solidFill>
              </a:defRPr>
            </a:lvl3pPr>
            <a:lvl4pPr>
              <a:defRPr sz="1100" b="1" i="0">
                <a:solidFill>
                  <a:schemeClr val="accent2"/>
                </a:solidFill>
              </a:defRPr>
            </a:lvl4pPr>
            <a:lvl5pPr>
              <a:defRPr sz="1100" b="1" i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904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One column text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1" y="986108"/>
            <a:ext cx="8390143" cy="3549954"/>
          </a:xfrm>
        </p:spPr>
        <p:txBody>
          <a:bodyPr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213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13" name="Segnaposto immagine 2"/>
          <p:cNvSpPr>
            <a:spLocks noGrp="1"/>
          </p:cNvSpPr>
          <p:nvPr>
            <p:ph type="pic" sz="quarter" idx="38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9" name="Segnaposto testo 4"/>
          <p:cNvSpPr>
            <a:spLocks noGrp="1"/>
          </p:cNvSpPr>
          <p:nvPr>
            <p:ph type="body" sz="quarter" idx="39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9217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Two columns text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1" y="986108"/>
            <a:ext cx="8360261" cy="3549954"/>
          </a:xfrm>
        </p:spPr>
        <p:txBody>
          <a:bodyPr numCol="2" spcCol="28800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7465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6" name="Segnaposto immagine 2"/>
          <p:cNvSpPr>
            <a:spLocks noGrp="1"/>
          </p:cNvSpPr>
          <p:nvPr>
            <p:ph type="pic" sz="quarter" idx="38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8" name="Segnaposto testo 4"/>
          <p:cNvSpPr>
            <a:spLocks noGrp="1"/>
          </p:cNvSpPr>
          <p:nvPr>
            <p:ph type="body" sz="quarter" idx="39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602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Text + photo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1" y="986108"/>
            <a:ext cx="4055153" cy="3549954"/>
          </a:xfrm>
        </p:spPr>
        <p:txBody>
          <a:bodyPr numCol="1" spcCol="0"/>
          <a:lstStyle>
            <a:lvl1pPr marL="288000" indent="-288000"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buSzPct val="130000"/>
              <a:buFont typeface="Arial"/>
              <a:buChar char="•"/>
              <a:defRPr baseline="0"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7465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9" name="Segnaposto immagine 8"/>
          <p:cNvSpPr>
            <a:spLocks noGrp="1"/>
          </p:cNvSpPr>
          <p:nvPr>
            <p:ph type="pic" sz="quarter" idx="39" hasCustomPrompt="1"/>
          </p:nvPr>
        </p:nvSpPr>
        <p:spPr>
          <a:xfrm>
            <a:off x="4653990" y="986583"/>
            <a:ext cx="4131422" cy="3548063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photo</a:t>
            </a:r>
          </a:p>
        </p:txBody>
      </p:sp>
      <p:sp>
        <p:nvSpPr>
          <p:cNvPr id="13" name="Segnaposto immagine 2"/>
          <p:cNvSpPr>
            <a:spLocks noGrp="1"/>
          </p:cNvSpPr>
          <p:nvPr>
            <p:ph type="pic" sz="quarter" idx="40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8" name="Segnaposto testo 4"/>
          <p:cNvSpPr>
            <a:spLocks noGrp="1"/>
          </p:cNvSpPr>
          <p:nvPr>
            <p:ph type="body" sz="quarter" idx="41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107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Text + large photo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2" y="986108"/>
            <a:ext cx="2659001" cy="3549954"/>
          </a:xfrm>
        </p:spPr>
        <p:txBody>
          <a:bodyPr numCol="1" spcCol="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97071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8" name="Segnaposto immagine 8"/>
          <p:cNvSpPr>
            <a:spLocks noGrp="1"/>
          </p:cNvSpPr>
          <p:nvPr>
            <p:ph type="pic" sz="quarter" idx="39" hasCustomPrompt="1"/>
          </p:nvPr>
        </p:nvSpPr>
        <p:spPr>
          <a:xfrm>
            <a:off x="3294529" y="986583"/>
            <a:ext cx="5490883" cy="3548063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photo</a:t>
            </a:r>
          </a:p>
        </p:txBody>
      </p:sp>
      <p:sp>
        <p:nvSpPr>
          <p:cNvPr id="9" name="Segnaposto immagine 2"/>
          <p:cNvSpPr>
            <a:spLocks noGrp="1"/>
          </p:cNvSpPr>
          <p:nvPr>
            <p:ph type="pic" sz="quarter" idx="40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1" name="Segnaposto testo 4"/>
          <p:cNvSpPr>
            <a:spLocks noGrp="1"/>
          </p:cNvSpPr>
          <p:nvPr>
            <p:ph type="body" sz="quarter" idx="41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142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One column photo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8" name="Segnaposto immagine 8"/>
          <p:cNvSpPr>
            <a:spLocks noGrp="1"/>
          </p:cNvSpPr>
          <p:nvPr>
            <p:ph type="pic" sz="quarter" idx="39" hasCustomPrompt="1"/>
          </p:nvPr>
        </p:nvSpPr>
        <p:spPr>
          <a:xfrm>
            <a:off x="425824" y="986583"/>
            <a:ext cx="8359588" cy="3548063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photo</a:t>
            </a:r>
          </a:p>
        </p:txBody>
      </p:sp>
      <p:sp>
        <p:nvSpPr>
          <p:cNvPr id="9" name="Segnaposto immagine 2"/>
          <p:cNvSpPr>
            <a:spLocks noGrp="1"/>
          </p:cNvSpPr>
          <p:nvPr>
            <p:ph type="pic" sz="quarter" idx="36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0" name="Segnaposto testo 4"/>
          <p:cNvSpPr>
            <a:spLocks noGrp="1"/>
          </p:cNvSpPr>
          <p:nvPr>
            <p:ph type="body" sz="quarter" idx="40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631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Text + chart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2" y="986108"/>
            <a:ext cx="3989966" cy="3549954"/>
          </a:xfrm>
        </p:spPr>
        <p:txBody>
          <a:bodyPr numCol="1" spcCol="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cxnSp>
        <p:nvCxnSpPr>
          <p:cNvPr id="8" name="Connettore 1 7"/>
          <p:cNvCxnSpPr/>
          <p:nvPr userDrawn="1"/>
        </p:nvCxnSpPr>
        <p:spPr>
          <a:xfrm>
            <a:off x="4736359" y="1001058"/>
            <a:ext cx="4041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gnaposto testo 10"/>
          <p:cNvSpPr>
            <a:spLocks noGrp="1"/>
          </p:cNvSpPr>
          <p:nvPr>
            <p:ph type="body" sz="quarter" idx="39" hasCustomPrompt="1"/>
          </p:nvPr>
        </p:nvSpPr>
        <p:spPr>
          <a:xfrm>
            <a:off x="4736360" y="1030380"/>
            <a:ext cx="4041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4" name="Segnaposto grafico 13"/>
          <p:cNvSpPr>
            <a:spLocks noGrp="1"/>
          </p:cNvSpPr>
          <p:nvPr>
            <p:ph type="chart" sz="quarter" idx="40" hasCustomPrompt="1"/>
          </p:nvPr>
        </p:nvSpPr>
        <p:spPr>
          <a:xfrm>
            <a:off x="4736074" y="1420065"/>
            <a:ext cx="4049338" cy="3114582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5" name="Segnaposto immagine 2"/>
          <p:cNvSpPr>
            <a:spLocks noGrp="1"/>
          </p:cNvSpPr>
          <p:nvPr>
            <p:ph type="pic" sz="quarter" idx="41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3" name="Segnaposto testo 4"/>
          <p:cNvSpPr>
            <a:spLocks noGrp="1"/>
          </p:cNvSpPr>
          <p:nvPr>
            <p:ph type="body" sz="quarter" idx="42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0770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Two columns charts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cxnSp>
        <p:nvCxnSpPr>
          <p:cNvPr id="9" name="Connettore 1 8"/>
          <p:cNvCxnSpPr/>
          <p:nvPr userDrawn="1"/>
        </p:nvCxnSpPr>
        <p:spPr>
          <a:xfrm>
            <a:off x="4736359" y="1001058"/>
            <a:ext cx="4041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gnaposto testo 10"/>
          <p:cNvSpPr>
            <a:spLocks noGrp="1"/>
          </p:cNvSpPr>
          <p:nvPr>
            <p:ph type="body" sz="quarter" idx="40" hasCustomPrompt="1"/>
          </p:nvPr>
        </p:nvSpPr>
        <p:spPr>
          <a:xfrm>
            <a:off x="4736360" y="1030380"/>
            <a:ext cx="4041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cxnSp>
        <p:nvCxnSpPr>
          <p:cNvPr id="13" name="Connettore 1 12"/>
          <p:cNvCxnSpPr/>
          <p:nvPr userDrawn="1"/>
        </p:nvCxnSpPr>
        <p:spPr>
          <a:xfrm>
            <a:off x="425823" y="1001058"/>
            <a:ext cx="4041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egnaposto testo 10"/>
          <p:cNvSpPr>
            <a:spLocks noGrp="1"/>
          </p:cNvSpPr>
          <p:nvPr>
            <p:ph type="body" sz="quarter" idx="41" hasCustomPrompt="1"/>
          </p:nvPr>
        </p:nvSpPr>
        <p:spPr>
          <a:xfrm>
            <a:off x="425824" y="1030380"/>
            <a:ext cx="4041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5" name="Segnaposto grafico 13"/>
          <p:cNvSpPr>
            <a:spLocks noGrp="1"/>
          </p:cNvSpPr>
          <p:nvPr>
            <p:ph type="chart" sz="quarter" idx="42" hasCustomPrompt="1"/>
          </p:nvPr>
        </p:nvSpPr>
        <p:spPr>
          <a:xfrm>
            <a:off x="4736074" y="1420065"/>
            <a:ext cx="4049338" cy="3114582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6" name="Segnaposto grafico 13"/>
          <p:cNvSpPr>
            <a:spLocks noGrp="1"/>
          </p:cNvSpPr>
          <p:nvPr>
            <p:ph type="chart" sz="quarter" idx="43" hasCustomPrompt="1"/>
          </p:nvPr>
        </p:nvSpPr>
        <p:spPr>
          <a:xfrm>
            <a:off x="425545" y="1420065"/>
            <a:ext cx="4049338" cy="3114582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7" name="Segnaposto immagine 2"/>
          <p:cNvSpPr>
            <a:spLocks noGrp="1"/>
          </p:cNvSpPr>
          <p:nvPr>
            <p:ph type="pic" sz="quarter" idx="36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8" name="Segnaposto testo 4"/>
          <p:cNvSpPr>
            <a:spLocks noGrp="1"/>
          </p:cNvSpPr>
          <p:nvPr>
            <p:ph type="body" sz="quarter" idx="39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030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Two columns text + chart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2" y="986109"/>
            <a:ext cx="3989966" cy="1299892"/>
          </a:xfrm>
        </p:spPr>
        <p:txBody>
          <a:bodyPr numCol="1" spcCol="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1997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8" name="Segnaposto testo 9"/>
          <p:cNvSpPr>
            <a:spLocks noGrp="1"/>
          </p:cNvSpPr>
          <p:nvPr>
            <p:ph type="body" sz="quarter" idx="39" hasCustomPrompt="1"/>
          </p:nvPr>
        </p:nvSpPr>
        <p:spPr>
          <a:xfrm>
            <a:off x="4736352" y="986109"/>
            <a:ext cx="4049059" cy="1299892"/>
          </a:xfrm>
        </p:spPr>
        <p:txBody>
          <a:bodyPr numCol="1" spcCol="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cxnSp>
        <p:nvCxnSpPr>
          <p:cNvPr id="11" name="Connettore 1 10"/>
          <p:cNvCxnSpPr/>
          <p:nvPr userDrawn="1"/>
        </p:nvCxnSpPr>
        <p:spPr>
          <a:xfrm>
            <a:off x="4743830" y="2360705"/>
            <a:ext cx="4041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egnaposto testo 10"/>
          <p:cNvSpPr>
            <a:spLocks noGrp="1"/>
          </p:cNvSpPr>
          <p:nvPr>
            <p:ph type="body" sz="quarter" idx="41" hasCustomPrompt="1"/>
          </p:nvPr>
        </p:nvSpPr>
        <p:spPr>
          <a:xfrm>
            <a:off x="4743831" y="2390027"/>
            <a:ext cx="4041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cxnSp>
        <p:nvCxnSpPr>
          <p:cNvPr id="14" name="Connettore 1 13"/>
          <p:cNvCxnSpPr/>
          <p:nvPr userDrawn="1"/>
        </p:nvCxnSpPr>
        <p:spPr>
          <a:xfrm>
            <a:off x="425823" y="2360705"/>
            <a:ext cx="4041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egnaposto testo 10"/>
          <p:cNvSpPr>
            <a:spLocks noGrp="1"/>
          </p:cNvSpPr>
          <p:nvPr>
            <p:ph type="body" sz="quarter" idx="42" hasCustomPrompt="1"/>
          </p:nvPr>
        </p:nvSpPr>
        <p:spPr>
          <a:xfrm>
            <a:off x="425824" y="2390027"/>
            <a:ext cx="4041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6" name="Segnaposto grafico 13"/>
          <p:cNvSpPr>
            <a:spLocks noGrp="1"/>
          </p:cNvSpPr>
          <p:nvPr>
            <p:ph type="chart" sz="quarter" idx="43" hasCustomPrompt="1"/>
          </p:nvPr>
        </p:nvSpPr>
        <p:spPr>
          <a:xfrm>
            <a:off x="4736074" y="2793999"/>
            <a:ext cx="4049338" cy="1740647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7" name="Segnaposto grafico 13"/>
          <p:cNvSpPr>
            <a:spLocks noGrp="1"/>
          </p:cNvSpPr>
          <p:nvPr>
            <p:ph type="chart" sz="quarter" idx="44" hasCustomPrompt="1"/>
          </p:nvPr>
        </p:nvSpPr>
        <p:spPr>
          <a:xfrm>
            <a:off x="425545" y="2793999"/>
            <a:ext cx="4049338" cy="1740647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8" name="Segnaposto immagine 2"/>
          <p:cNvSpPr>
            <a:spLocks noGrp="1"/>
          </p:cNvSpPr>
          <p:nvPr>
            <p:ph type="pic" sz="quarter" idx="45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9" name="Segnaposto testo 4"/>
          <p:cNvSpPr>
            <a:spLocks noGrp="1"/>
          </p:cNvSpPr>
          <p:nvPr>
            <p:ph type="body" sz="quarter" idx="46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7387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LAR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Text + large chart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2" y="986108"/>
            <a:ext cx="2675142" cy="3549954"/>
          </a:xfrm>
        </p:spPr>
        <p:txBody>
          <a:bodyPr numCol="1" spcCol="0"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66938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cxnSp>
        <p:nvCxnSpPr>
          <p:cNvPr id="8" name="Connettore 1 7"/>
          <p:cNvCxnSpPr/>
          <p:nvPr userDrawn="1"/>
        </p:nvCxnSpPr>
        <p:spPr>
          <a:xfrm>
            <a:off x="3339359" y="1001058"/>
            <a:ext cx="543858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egnaposto testo 10"/>
          <p:cNvSpPr>
            <a:spLocks noGrp="1"/>
          </p:cNvSpPr>
          <p:nvPr>
            <p:ph type="body" sz="quarter" idx="39" hasCustomPrompt="1"/>
          </p:nvPr>
        </p:nvSpPr>
        <p:spPr>
          <a:xfrm>
            <a:off x="3339360" y="1030380"/>
            <a:ext cx="5438587" cy="31432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1" name="Segnaposto grafico 13"/>
          <p:cNvSpPr>
            <a:spLocks noGrp="1"/>
          </p:cNvSpPr>
          <p:nvPr>
            <p:ph type="chart" sz="quarter" idx="42" hasCustomPrompt="1"/>
          </p:nvPr>
        </p:nvSpPr>
        <p:spPr>
          <a:xfrm>
            <a:off x="3339353" y="1420065"/>
            <a:ext cx="5446059" cy="3114582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4" name="Segnaposto immagine 2"/>
          <p:cNvSpPr>
            <a:spLocks noGrp="1"/>
          </p:cNvSpPr>
          <p:nvPr>
            <p:ph type="pic" sz="quarter" idx="43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3" name="Segnaposto testo 4"/>
          <p:cNvSpPr>
            <a:spLocks noGrp="1"/>
          </p:cNvSpPr>
          <p:nvPr>
            <p:ph type="body" sz="quarter" idx="44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766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One column chart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cxnSp>
        <p:nvCxnSpPr>
          <p:cNvPr id="8" name="Connettore 1 7"/>
          <p:cNvCxnSpPr/>
          <p:nvPr userDrawn="1"/>
        </p:nvCxnSpPr>
        <p:spPr>
          <a:xfrm>
            <a:off x="425823" y="1001058"/>
            <a:ext cx="8352118" cy="0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egnaposto testo 10"/>
          <p:cNvSpPr>
            <a:spLocks noGrp="1"/>
          </p:cNvSpPr>
          <p:nvPr>
            <p:ph type="body" sz="quarter" idx="39" hasCustomPrompt="1"/>
          </p:nvPr>
        </p:nvSpPr>
        <p:spPr>
          <a:xfrm>
            <a:off x="425823" y="1030380"/>
            <a:ext cx="8352117" cy="321796"/>
          </a:xfrm>
        </p:spPr>
        <p:txBody>
          <a:bodyPr/>
          <a:lstStyle>
            <a:lvl1pPr>
              <a:lnSpc>
                <a:spcPts val="1000"/>
              </a:lnSpc>
              <a:defRPr sz="800" b="1" i="0" baseline="0"/>
            </a:lvl1pPr>
            <a:lvl2pPr>
              <a:lnSpc>
                <a:spcPts val="1180"/>
              </a:lnSpc>
              <a:defRPr sz="900" baseline="0"/>
            </a:lvl2pPr>
            <a:lvl3pPr>
              <a:lnSpc>
                <a:spcPts val="1180"/>
              </a:lnSpc>
              <a:defRPr sz="900" baseline="0"/>
            </a:lvl3pPr>
            <a:lvl4pPr>
              <a:lnSpc>
                <a:spcPts val="1180"/>
              </a:lnSpc>
              <a:defRPr sz="900" baseline="0"/>
            </a:lvl4pPr>
            <a:lvl5pPr>
              <a:lnSpc>
                <a:spcPts val="1180"/>
              </a:lnSpc>
              <a:defRPr sz="900" baseline="0"/>
            </a:lvl5pPr>
          </a:lstStyle>
          <a:p>
            <a:pPr lvl="0"/>
            <a:r>
              <a:rPr lang="en-US"/>
              <a:t>Chart title goes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1" name="Segnaposto grafico 13"/>
          <p:cNvSpPr>
            <a:spLocks noGrp="1"/>
          </p:cNvSpPr>
          <p:nvPr>
            <p:ph type="chart" sz="quarter" idx="42" hasCustomPrompt="1"/>
          </p:nvPr>
        </p:nvSpPr>
        <p:spPr>
          <a:xfrm>
            <a:off x="425825" y="1420065"/>
            <a:ext cx="8359588" cy="3114582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chart</a:t>
            </a:r>
          </a:p>
        </p:txBody>
      </p:sp>
      <p:sp>
        <p:nvSpPr>
          <p:cNvPr id="13" name="Segnaposto immagine 2"/>
          <p:cNvSpPr>
            <a:spLocks noGrp="1"/>
          </p:cNvSpPr>
          <p:nvPr>
            <p:ph type="pic" sz="quarter" idx="36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10" name="Segnaposto testo 4"/>
          <p:cNvSpPr>
            <a:spLocks noGrp="1"/>
          </p:cNvSpPr>
          <p:nvPr>
            <p:ph type="body" sz="quarter" idx="43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8835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One column table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212012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  <p:sp>
        <p:nvSpPr>
          <p:cNvPr id="5" name="Segnaposto tabella 4"/>
          <p:cNvSpPr>
            <a:spLocks noGrp="1"/>
          </p:cNvSpPr>
          <p:nvPr>
            <p:ph type="tbl" sz="quarter" idx="39" hasCustomPrompt="1"/>
          </p:nvPr>
        </p:nvSpPr>
        <p:spPr>
          <a:xfrm>
            <a:off x="425824" y="978647"/>
            <a:ext cx="8359588" cy="3563471"/>
          </a:xfrm>
        </p:spPr>
        <p:txBody>
          <a:bodyPr/>
          <a:lstStyle>
            <a:lvl1pPr>
              <a:defRPr sz="800" b="0" i="1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table</a:t>
            </a:r>
          </a:p>
        </p:txBody>
      </p:sp>
      <p:sp>
        <p:nvSpPr>
          <p:cNvPr id="6" name="Segnaposto immagine 2"/>
          <p:cNvSpPr>
            <a:spLocks noGrp="1"/>
          </p:cNvSpPr>
          <p:nvPr>
            <p:ph type="pic" sz="quarter" idx="43" hasCustomPrompt="1"/>
          </p:nvPr>
        </p:nvSpPr>
        <p:spPr>
          <a:xfrm>
            <a:off x="1041400" y="4646613"/>
            <a:ext cx="898525" cy="36353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spcBef>
                <a:spcPts val="0"/>
              </a:spcBef>
              <a:buFontTx/>
              <a:buNone/>
              <a:defRPr sz="700" b="0" i="1" baseline="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insert a logo</a:t>
            </a:r>
          </a:p>
        </p:txBody>
      </p:sp>
      <p:sp>
        <p:nvSpPr>
          <p:cNvPr id="8" name="Segnaposto testo 4"/>
          <p:cNvSpPr>
            <a:spLocks noGrp="1"/>
          </p:cNvSpPr>
          <p:nvPr>
            <p:ph type="body" sz="quarter" idx="44" hasCustomPrompt="1"/>
          </p:nvPr>
        </p:nvSpPr>
        <p:spPr>
          <a:xfrm>
            <a:off x="808041" y="4758052"/>
            <a:ext cx="190234" cy="214145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>
                    <a:lumMod val="6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9719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>
          <a:xfrm>
            <a:off x="388471" y="984546"/>
            <a:ext cx="2577363" cy="733051"/>
          </a:xfrm>
        </p:spPr>
        <p:txBody>
          <a:bodyPr/>
          <a:lstStyle/>
          <a:p>
            <a:r>
              <a:rPr lang="en-US"/>
              <a:t>Thank you.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90" y="3084976"/>
            <a:ext cx="2614986" cy="64284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err="1"/>
              <a:t>nome.cognome@mail-bip.com</a:t>
            </a:r>
            <a:endParaRPr lang="en-GB"/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387817" y="3892176"/>
            <a:ext cx="2614612" cy="941295"/>
          </a:xfrm>
        </p:spPr>
        <p:txBody>
          <a:bodyPr/>
          <a:lstStyle/>
          <a:p>
            <a:pPr lvl="0"/>
            <a:r>
              <a:rPr lang="en-US"/>
              <a:t>Address here</a:t>
            </a:r>
            <a:endParaRPr lang="en-GB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387910" y="2799066"/>
            <a:ext cx="2615265" cy="119592"/>
          </a:xfrm>
        </p:spPr>
        <p:txBody>
          <a:bodyPr/>
          <a:lstStyle/>
          <a:p>
            <a:pPr lvl="0"/>
            <a:r>
              <a:rPr lang="en-US"/>
              <a:t>Job Description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13" hasCustomPrompt="1"/>
          </p:nvPr>
        </p:nvSpPr>
        <p:spPr>
          <a:xfrm>
            <a:off x="388471" y="2617645"/>
            <a:ext cx="2614705" cy="161414"/>
          </a:xfrm>
        </p:spPr>
        <p:txBody>
          <a:bodyPr/>
          <a:lstStyle>
            <a:lvl1pPr>
              <a:defRPr sz="1100" b="1" i="0">
                <a:solidFill>
                  <a:schemeClr val="accent2"/>
                </a:solidFill>
              </a:defRPr>
            </a:lvl1pPr>
            <a:lvl2pPr>
              <a:defRPr sz="1100" b="1" i="0">
                <a:solidFill>
                  <a:schemeClr val="accent2"/>
                </a:solidFill>
              </a:defRPr>
            </a:lvl2pPr>
            <a:lvl3pPr>
              <a:defRPr sz="1100" b="1" i="0">
                <a:solidFill>
                  <a:schemeClr val="accent2"/>
                </a:solidFill>
              </a:defRPr>
            </a:lvl3pPr>
            <a:lvl4pPr>
              <a:defRPr sz="1100" b="1" i="0">
                <a:solidFill>
                  <a:schemeClr val="accent2"/>
                </a:solidFill>
              </a:defRPr>
            </a:lvl4pPr>
            <a:lvl5pPr>
              <a:defRPr sz="1100" b="1" i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6106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One column text</a:t>
            </a:r>
            <a:endParaRPr lang="en-GB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6" hasCustomPrompt="1"/>
          </p:nvPr>
        </p:nvSpPr>
        <p:spPr>
          <a:xfrm>
            <a:off x="425151" y="986108"/>
            <a:ext cx="8390143" cy="3549954"/>
          </a:xfrm>
        </p:spPr>
        <p:txBody>
          <a:bodyPr/>
          <a:lstStyle>
            <a:lvl1pPr>
              <a:lnSpc>
                <a:spcPts val="1640"/>
              </a:lnSpc>
              <a:spcBef>
                <a:spcPts val="0"/>
              </a:spcBef>
              <a:spcAft>
                <a:spcPts val="400"/>
              </a:spcAft>
              <a:defRPr/>
            </a:lvl1pPr>
          </a:lstStyle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5944" y="512635"/>
            <a:ext cx="8359468" cy="18213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Subtitle if present goes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3079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0AB24EC-8B09-4CC3-B7BF-998165B049FC}"/>
              </a:ext>
            </a:extLst>
          </p:cNvPr>
          <p:cNvSpPr/>
          <p:nvPr userDrawn="1"/>
        </p:nvSpPr>
        <p:spPr>
          <a:xfrm>
            <a:off x="0" y="0"/>
            <a:ext cx="714375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7289168-F7F0-459C-AF92-23580A8E7676}"/>
              </a:ext>
            </a:extLst>
          </p:cNvPr>
          <p:cNvCxnSpPr>
            <a:cxnSpLocks/>
          </p:cNvCxnSpPr>
          <p:nvPr userDrawn="1"/>
        </p:nvCxnSpPr>
        <p:spPr>
          <a:xfrm>
            <a:off x="714375" y="0"/>
            <a:ext cx="0" cy="514350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uppo 3">
            <a:extLst>
              <a:ext uri="{FF2B5EF4-FFF2-40B4-BE49-F238E27FC236}">
                <a16:creationId xmlns:a16="http://schemas.microsoft.com/office/drawing/2014/main" id="{547C8FCF-9604-4586-9CBD-3D99646910BE}"/>
              </a:ext>
            </a:extLst>
          </p:cNvPr>
          <p:cNvGrpSpPr/>
          <p:nvPr userDrawn="1"/>
        </p:nvGrpSpPr>
        <p:grpSpPr>
          <a:xfrm>
            <a:off x="7868637" y="65089"/>
            <a:ext cx="946657" cy="946657"/>
            <a:chOff x="248720" y="1049897"/>
            <a:chExt cx="946657" cy="94665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B36139C-FCE7-49AA-9C88-6592E63DCDDB}"/>
                </a:ext>
              </a:extLst>
            </p:cNvPr>
            <p:cNvGrpSpPr/>
            <p:nvPr/>
          </p:nvGrpSpPr>
          <p:grpSpPr>
            <a:xfrm>
              <a:off x="248720" y="1049897"/>
              <a:ext cx="946657" cy="946657"/>
              <a:chOff x="10130023" y="2277920"/>
              <a:chExt cx="1188000" cy="1188000"/>
            </a:xfrm>
            <a:solidFill>
              <a:schemeClr val="accent2">
                <a:lumMod val="20000"/>
                <a:lumOff val="80000"/>
              </a:schemeClr>
            </a:solidFill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B0E25B78-172C-4189-BE34-87B66BF03B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" contrast="-4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00023" y="2547920"/>
                <a:ext cx="648000" cy="648000"/>
              </a:xfrm>
              <a:prstGeom prst="rect">
                <a:avLst/>
              </a:prstGeom>
              <a:grpFill/>
            </p:spPr>
          </p:pic>
          <p:sp>
            <p:nvSpPr>
              <p:cNvPr id="25" name="Oval 17">
                <a:extLst>
                  <a:ext uri="{FF2B5EF4-FFF2-40B4-BE49-F238E27FC236}">
                    <a16:creationId xmlns:a16="http://schemas.microsoft.com/office/drawing/2014/main" id="{A72F7271-FAB0-4DDA-AAFD-79F955BA4F78}"/>
                  </a:ext>
                </a:extLst>
              </p:cNvPr>
              <p:cNvSpPr/>
              <p:nvPr/>
            </p:nvSpPr>
            <p:spPr>
              <a:xfrm rot="5400000">
                <a:off x="10148023" y="2295920"/>
                <a:ext cx="1152000" cy="115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Google Shape;21;p4">
                <a:extLst>
                  <a:ext uri="{FF2B5EF4-FFF2-40B4-BE49-F238E27FC236}">
                    <a16:creationId xmlns:a16="http://schemas.microsoft.com/office/drawing/2014/main" id="{AD442156-1EA8-48B1-ABFB-9585818C126E}"/>
                  </a:ext>
                </a:extLst>
              </p:cNvPr>
              <p:cNvSpPr/>
              <p:nvPr/>
            </p:nvSpPr>
            <p:spPr>
              <a:xfrm>
                <a:off x="10130023" y="2277920"/>
                <a:ext cx="1188000" cy="1188000"/>
              </a:xfrm>
              <a:custGeom>
                <a:avLst/>
                <a:gdLst/>
                <a:ahLst/>
                <a:cxnLst/>
                <a:rect l="l" t="t" r="r" b="b"/>
                <a:pathLst>
                  <a:path w="63157" h="58939" extrusionOk="0">
                    <a:moveTo>
                      <a:pt x="20826" y="0"/>
                    </a:moveTo>
                    <a:cubicBezTo>
                      <a:pt x="13566" y="0"/>
                      <a:pt x="6296" y="7516"/>
                      <a:pt x="4652" y="14588"/>
                    </a:cubicBezTo>
                    <a:cubicBezTo>
                      <a:pt x="2364" y="24428"/>
                      <a:pt x="5707" y="35897"/>
                      <a:pt x="11629" y="44082"/>
                    </a:cubicBezTo>
                    <a:cubicBezTo>
                      <a:pt x="17782" y="52587"/>
                      <a:pt x="29173" y="60332"/>
                      <a:pt x="39537" y="58670"/>
                    </a:cubicBezTo>
                    <a:cubicBezTo>
                      <a:pt x="49203" y="57120"/>
                      <a:pt x="49748" y="56659"/>
                      <a:pt x="57296" y="50424"/>
                    </a:cubicBezTo>
                    <a:cubicBezTo>
                      <a:pt x="62556" y="46079"/>
                      <a:pt x="64679" y="36600"/>
                      <a:pt x="61736" y="30445"/>
                    </a:cubicBezTo>
                    <a:cubicBezTo>
                      <a:pt x="58298" y="23257"/>
                      <a:pt x="56273" y="24644"/>
                      <a:pt x="50954" y="18711"/>
                    </a:cubicBezTo>
                    <a:cubicBezTo>
                      <a:pt x="47260" y="14591"/>
                      <a:pt x="44103" y="9185"/>
                      <a:pt x="38903" y="7294"/>
                    </a:cubicBezTo>
                    <a:cubicBezTo>
                      <a:pt x="33439" y="5307"/>
                      <a:pt x="26891" y="5218"/>
                      <a:pt x="21460" y="7294"/>
                    </a:cubicBezTo>
                    <a:cubicBezTo>
                      <a:pt x="9149" y="12001"/>
                      <a:pt x="-3826" y="29029"/>
                      <a:pt x="1164" y="41228"/>
                    </a:cubicBezTo>
                    <a:cubicBezTo>
                      <a:pt x="8128" y="58254"/>
                      <a:pt x="49341" y="57602"/>
                      <a:pt x="56345" y="40593"/>
                    </a:cubicBezTo>
                    <a:cubicBezTo>
                      <a:pt x="58882" y="34432"/>
                      <a:pt x="60567" y="26229"/>
                      <a:pt x="56979" y="20614"/>
                    </a:cubicBezTo>
                    <a:cubicBezTo>
                      <a:pt x="53070" y="14496"/>
                      <a:pt x="47109" y="9628"/>
                      <a:pt x="40806" y="6026"/>
                    </a:cubicBezTo>
                    <a:cubicBezTo>
                      <a:pt x="32309" y="1170"/>
                      <a:pt x="17818" y="3588"/>
                      <a:pt x="11946" y="11417"/>
                    </a:cubicBezTo>
                  </a:path>
                </a:pathLst>
              </a:custGeom>
              <a:grpFill/>
              <a:ln w="9525" cap="flat" cmpd="sng">
                <a:solidFill>
                  <a:srgbClr val="0C234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3" name="Rectangle 210">
              <a:extLst>
                <a:ext uri="{FF2B5EF4-FFF2-40B4-BE49-F238E27FC236}">
                  <a16:creationId xmlns:a16="http://schemas.microsoft.com/office/drawing/2014/main" id="{3EC700A5-93E3-4517-8E9F-AC23EC70568F}"/>
                </a:ext>
              </a:extLst>
            </p:cNvPr>
            <p:cNvSpPr/>
            <p:nvPr/>
          </p:nvSpPr>
          <p:spPr>
            <a:xfrm>
              <a:off x="291143" y="1353948"/>
              <a:ext cx="86181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A291C"/>
                </a:buClr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DA291C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!!!</a:t>
              </a:r>
              <a:endParaRPr kumimoji="0" lang="en-GB" sz="1600" b="0" i="0" u="none" strike="noStrike" kern="0" cap="none" spc="0" normalizeH="0" baseline="0" noProof="0">
                <a:ln>
                  <a:noFill/>
                </a:ln>
                <a:solidFill>
                  <a:srgbClr val="DA291C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27" name="Immagine 6" descr="BIP logo-01.png">
            <a:extLst>
              <a:ext uri="{FF2B5EF4-FFF2-40B4-BE49-F238E27FC236}">
                <a16:creationId xmlns:a16="http://schemas.microsoft.com/office/drawing/2014/main" id="{7460C654-7BE7-4267-BFCF-BBA274EB8E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25" y="4661573"/>
            <a:ext cx="554125" cy="361171"/>
          </a:xfrm>
          <a:prstGeom prst="rect">
            <a:avLst/>
          </a:prstGeom>
        </p:spPr>
      </p:pic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7C747401-068F-4446-AC09-8B2A79312057}"/>
              </a:ext>
            </a:extLst>
          </p:cNvPr>
          <p:cNvSpPr txBox="1">
            <a:spLocks/>
          </p:cNvSpPr>
          <p:nvPr userDrawn="1"/>
        </p:nvSpPr>
        <p:spPr>
          <a:xfrm>
            <a:off x="425945" y="512635"/>
            <a:ext cx="6870259" cy="2160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/>
          <a:lstStyle>
            <a:lvl1pPr marL="0" indent="0" algn="l" defTabSz="457200" rtl="0" eaLnBrk="1" latinLnBrk="0" hangingPunct="1">
              <a:lnSpc>
                <a:spcPts val="1380"/>
              </a:lnSpc>
              <a:spcBef>
                <a:spcPct val="20000"/>
              </a:spcBef>
              <a:buFontTx/>
              <a:buNone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ts val="1380"/>
              </a:lnSpc>
              <a:spcBef>
                <a:spcPct val="20000"/>
              </a:spcBef>
              <a:buFontTx/>
              <a:buNone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ts val="1380"/>
              </a:lnSpc>
              <a:spcBef>
                <a:spcPct val="20000"/>
              </a:spcBef>
              <a:buFontTx/>
              <a:buNone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ts val="1380"/>
              </a:lnSpc>
              <a:spcBef>
                <a:spcPct val="20000"/>
              </a:spcBef>
              <a:buFontTx/>
              <a:buNone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ts val="1380"/>
              </a:lnSpc>
              <a:spcBef>
                <a:spcPct val="20000"/>
              </a:spcBef>
              <a:buFontTx/>
              <a:buNone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+mj-lt"/>
              </a:rPr>
              <a:t>Recap pills for the exam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C55748-2101-487C-9A9A-31DD601D0071}"/>
              </a:ext>
            </a:extLst>
          </p:cNvPr>
          <p:cNvSpPr/>
          <p:nvPr userDrawn="1"/>
        </p:nvSpPr>
        <p:spPr>
          <a:xfrm>
            <a:off x="0" y="245819"/>
            <a:ext cx="894549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F55897-FB6C-44F4-8C1D-179104A5A3BC}"/>
              </a:ext>
            </a:extLst>
          </p:cNvPr>
          <p:cNvSpPr/>
          <p:nvPr userDrawn="1"/>
        </p:nvSpPr>
        <p:spPr>
          <a:xfrm>
            <a:off x="0" y="512635"/>
            <a:ext cx="425891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4990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8A821FA-AAAF-4A5C-8A18-383F3E51C2F0}"/>
              </a:ext>
            </a:extLst>
          </p:cNvPr>
          <p:cNvSpPr/>
          <p:nvPr userDrawn="1"/>
        </p:nvSpPr>
        <p:spPr>
          <a:xfrm>
            <a:off x="0" y="0"/>
            <a:ext cx="714375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91EAFD6-F10C-4D90-823E-0AFDEA864742}"/>
              </a:ext>
            </a:extLst>
          </p:cNvPr>
          <p:cNvCxnSpPr>
            <a:cxnSpLocks/>
          </p:cNvCxnSpPr>
          <p:nvPr userDrawn="1"/>
        </p:nvCxnSpPr>
        <p:spPr>
          <a:xfrm>
            <a:off x="714375" y="0"/>
            <a:ext cx="0" cy="514350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5ABB61-67EA-495D-9488-EFB9DCCC18DB}"/>
              </a:ext>
            </a:extLst>
          </p:cNvPr>
          <p:cNvGrpSpPr/>
          <p:nvPr/>
        </p:nvGrpSpPr>
        <p:grpSpPr>
          <a:xfrm>
            <a:off x="7868637" y="65089"/>
            <a:ext cx="946657" cy="946657"/>
            <a:chOff x="10130023" y="2277920"/>
            <a:chExt cx="1188000" cy="1188000"/>
          </a:xfrm>
          <a:solidFill>
            <a:schemeClr val="accent2">
              <a:lumMod val="20000"/>
              <a:lumOff val="80000"/>
            </a:schemeClr>
          </a:solidFill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D1FD8C1-855D-4906-9B2C-D54008BE0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" contrast="-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0023" y="2547920"/>
              <a:ext cx="648000" cy="648000"/>
            </a:xfrm>
            <a:prstGeom prst="rect">
              <a:avLst/>
            </a:prstGeom>
            <a:grpFill/>
          </p:spPr>
        </p:pic>
        <p:sp>
          <p:nvSpPr>
            <p:cNvPr id="19" name="Oval 17">
              <a:extLst>
                <a:ext uri="{FF2B5EF4-FFF2-40B4-BE49-F238E27FC236}">
                  <a16:creationId xmlns:a16="http://schemas.microsoft.com/office/drawing/2014/main" id="{1A7615B9-0FE8-4E31-88F4-6EA39D2C362B}"/>
                </a:ext>
              </a:extLst>
            </p:cNvPr>
            <p:cNvSpPr/>
            <p:nvPr/>
          </p:nvSpPr>
          <p:spPr>
            <a:xfrm rot="5400000">
              <a:off x="10148023" y="2295920"/>
              <a:ext cx="1152000" cy="115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endParaRPr>
            </a:p>
          </p:txBody>
        </p:sp>
        <p:sp>
          <p:nvSpPr>
            <p:cNvPr id="20" name="Google Shape;21;p4">
              <a:extLst>
                <a:ext uri="{FF2B5EF4-FFF2-40B4-BE49-F238E27FC236}">
                  <a16:creationId xmlns:a16="http://schemas.microsoft.com/office/drawing/2014/main" id="{C3DA819E-7C7A-4B02-A4C2-DD6AB20B67EA}"/>
                </a:ext>
              </a:extLst>
            </p:cNvPr>
            <p:cNvSpPr/>
            <p:nvPr/>
          </p:nvSpPr>
          <p:spPr>
            <a:xfrm>
              <a:off x="10130023" y="2277920"/>
              <a:ext cx="1188000" cy="1188000"/>
            </a:xfrm>
            <a:custGeom>
              <a:avLst/>
              <a:gdLst/>
              <a:ahLst/>
              <a:cxnLst/>
              <a:rect l="l" t="t" r="r" b="b"/>
              <a:pathLst>
                <a:path w="63157" h="58939" extrusionOk="0">
                  <a:moveTo>
                    <a:pt x="20826" y="0"/>
                  </a:moveTo>
                  <a:cubicBezTo>
                    <a:pt x="13566" y="0"/>
                    <a:pt x="6296" y="7516"/>
                    <a:pt x="4652" y="14588"/>
                  </a:cubicBezTo>
                  <a:cubicBezTo>
                    <a:pt x="2364" y="24428"/>
                    <a:pt x="5707" y="35897"/>
                    <a:pt x="11629" y="44082"/>
                  </a:cubicBezTo>
                  <a:cubicBezTo>
                    <a:pt x="17782" y="52587"/>
                    <a:pt x="29173" y="60332"/>
                    <a:pt x="39537" y="58670"/>
                  </a:cubicBezTo>
                  <a:cubicBezTo>
                    <a:pt x="49203" y="57120"/>
                    <a:pt x="49748" y="56659"/>
                    <a:pt x="57296" y="50424"/>
                  </a:cubicBezTo>
                  <a:cubicBezTo>
                    <a:pt x="62556" y="46079"/>
                    <a:pt x="64679" y="36600"/>
                    <a:pt x="61736" y="30445"/>
                  </a:cubicBezTo>
                  <a:cubicBezTo>
                    <a:pt x="58298" y="23257"/>
                    <a:pt x="56273" y="24644"/>
                    <a:pt x="50954" y="18711"/>
                  </a:cubicBezTo>
                  <a:cubicBezTo>
                    <a:pt x="47260" y="14591"/>
                    <a:pt x="44103" y="9185"/>
                    <a:pt x="38903" y="7294"/>
                  </a:cubicBezTo>
                  <a:cubicBezTo>
                    <a:pt x="33439" y="5307"/>
                    <a:pt x="26891" y="5218"/>
                    <a:pt x="21460" y="7294"/>
                  </a:cubicBezTo>
                  <a:cubicBezTo>
                    <a:pt x="9149" y="12001"/>
                    <a:pt x="-3826" y="29029"/>
                    <a:pt x="1164" y="41228"/>
                  </a:cubicBezTo>
                  <a:cubicBezTo>
                    <a:pt x="8128" y="58254"/>
                    <a:pt x="49341" y="57602"/>
                    <a:pt x="56345" y="40593"/>
                  </a:cubicBezTo>
                  <a:cubicBezTo>
                    <a:pt x="58882" y="34432"/>
                    <a:pt x="60567" y="26229"/>
                    <a:pt x="56979" y="20614"/>
                  </a:cubicBezTo>
                  <a:cubicBezTo>
                    <a:pt x="53070" y="14496"/>
                    <a:pt x="47109" y="9628"/>
                    <a:pt x="40806" y="6026"/>
                  </a:cubicBezTo>
                  <a:cubicBezTo>
                    <a:pt x="32309" y="1170"/>
                    <a:pt x="17818" y="3588"/>
                    <a:pt x="11946" y="11417"/>
                  </a:cubicBez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21" name="Immagine 6" descr="BIP logo-01.png">
            <a:extLst>
              <a:ext uri="{FF2B5EF4-FFF2-40B4-BE49-F238E27FC236}">
                <a16:creationId xmlns:a16="http://schemas.microsoft.com/office/drawing/2014/main" id="{1B03BB1D-7BD4-42BC-9873-59C488E125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25" y="4661573"/>
            <a:ext cx="554125" cy="361171"/>
          </a:xfrm>
          <a:prstGeom prst="rect">
            <a:avLst/>
          </a:prstGeom>
        </p:spPr>
      </p:pic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237AD8B-548B-4880-A084-9116FBAB9889}"/>
              </a:ext>
            </a:extLst>
          </p:cNvPr>
          <p:cNvSpPr txBox="1">
            <a:spLocks/>
          </p:cNvSpPr>
          <p:nvPr userDrawn="1"/>
        </p:nvSpPr>
        <p:spPr>
          <a:xfrm>
            <a:off x="425945" y="512635"/>
            <a:ext cx="6870259" cy="2160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/>
          <a:lstStyle>
            <a:lvl1pPr marL="0" indent="0" algn="l" defTabSz="457200" rtl="0" eaLnBrk="1" latinLnBrk="0" hangingPunct="1">
              <a:lnSpc>
                <a:spcPts val="1380"/>
              </a:lnSpc>
              <a:spcBef>
                <a:spcPct val="20000"/>
              </a:spcBef>
              <a:buFontTx/>
              <a:buNone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ts val="1380"/>
              </a:lnSpc>
              <a:spcBef>
                <a:spcPct val="20000"/>
              </a:spcBef>
              <a:buFontTx/>
              <a:buNone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ts val="1380"/>
              </a:lnSpc>
              <a:spcBef>
                <a:spcPct val="20000"/>
              </a:spcBef>
              <a:buFontTx/>
              <a:buNone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ts val="1380"/>
              </a:lnSpc>
              <a:spcBef>
                <a:spcPct val="20000"/>
              </a:spcBef>
              <a:buFontTx/>
              <a:buNone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ts val="1380"/>
              </a:lnSpc>
              <a:spcBef>
                <a:spcPct val="20000"/>
              </a:spcBef>
              <a:buFontTx/>
              <a:buNone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+mj-lt"/>
              </a:rPr>
              <a:t>Glossary of the module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AEF232-0EE7-43F4-ABD0-DB4B96E93B88}"/>
              </a:ext>
            </a:extLst>
          </p:cNvPr>
          <p:cNvSpPr/>
          <p:nvPr userDrawn="1"/>
        </p:nvSpPr>
        <p:spPr>
          <a:xfrm>
            <a:off x="0" y="245819"/>
            <a:ext cx="1455576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A1573C-A837-46F7-9330-B3775D810CBA}"/>
              </a:ext>
            </a:extLst>
          </p:cNvPr>
          <p:cNvSpPr/>
          <p:nvPr userDrawn="1"/>
        </p:nvSpPr>
        <p:spPr>
          <a:xfrm>
            <a:off x="0" y="512635"/>
            <a:ext cx="425891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 descr="Hamburger Menu Icon with solid fill">
            <a:extLst>
              <a:ext uri="{FF2B5EF4-FFF2-40B4-BE49-F238E27FC236}">
                <a16:creationId xmlns:a16="http://schemas.microsoft.com/office/drawing/2014/main" id="{398E62A9-4990-4BA5-8979-59B4113D47E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9965" y="350779"/>
            <a:ext cx="324000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897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B4AB31-C59B-6940-AA10-074CA251A7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7897" y="83344"/>
            <a:ext cx="2709863" cy="46077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it-IT" sz="1800" b="1" smtClean="0">
                <a:effectLst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sz="1800" b="1" err="1">
                <a:effectLst/>
                <a:latin typeface="Arial" panose="020B0604020202020204" pitchFamily="34" charset="0"/>
              </a:rPr>
              <a:t>One</a:t>
            </a:r>
            <a:r>
              <a:rPr lang="it-IT" sz="1800" b="1">
                <a:effectLst/>
                <a:latin typeface="Arial" panose="020B0604020202020204" pitchFamily="34" charset="0"/>
              </a:rPr>
              <a:t> </a:t>
            </a:r>
            <a:r>
              <a:rPr lang="it-IT" sz="1800" b="1" err="1">
                <a:effectLst/>
                <a:latin typeface="Arial" panose="020B0604020202020204" pitchFamily="34" charset="0"/>
              </a:rPr>
              <a:t>columns</a:t>
            </a:r>
            <a:r>
              <a:rPr lang="it-IT" sz="1800" b="1">
                <a:effectLst/>
                <a:latin typeface="Arial" panose="020B0604020202020204" pitchFamily="34" charset="0"/>
              </a:rPr>
              <a:t> text </a:t>
            </a:r>
            <a:endParaRPr lang="it-IT"/>
          </a:p>
          <a:p>
            <a:pPr lvl="0"/>
            <a:endParaRPr lang="it-IT"/>
          </a:p>
        </p:txBody>
      </p:sp>
      <p:sp>
        <p:nvSpPr>
          <p:cNvPr id="5" name="Segnaposto immagine 4">
            <a:extLst>
              <a:ext uri="{FF2B5EF4-FFF2-40B4-BE49-F238E27FC236}">
                <a16:creationId xmlns:a16="http://schemas.microsoft.com/office/drawing/2014/main" id="{8F71E6F3-65A0-8A49-B2E5-D43FBC43C5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47847" y="1265635"/>
            <a:ext cx="4299713" cy="2796778"/>
          </a:xfrm>
          <a:prstGeom prst="rect">
            <a:avLst/>
          </a:prstGeom>
        </p:spPr>
        <p:txBody>
          <a:bodyPr anchor="ctr" anchorCtr="0"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1E1FB-48BD-4541-9FFF-E2F45186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764" y="4760656"/>
            <a:ext cx="370724" cy="147908"/>
          </a:xfrm>
          <a:prstGeom prst="rect">
            <a:avLst/>
          </a:prstGeom>
        </p:spPr>
        <p:txBody>
          <a:bodyPr/>
          <a:lstStyle/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373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6.png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00510" y="1031884"/>
            <a:ext cx="5176206" cy="6799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Presentation title goes here</a:t>
            </a:r>
            <a:br>
              <a:rPr lang="en-GB"/>
            </a:br>
            <a:r>
              <a:rPr lang="en-GB" err="1"/>
              <a:t>lorem</a:t>
            </a:r>
            <a:r>
              <a:rPr lang="en-GB"/>
              <a:t> </a:t>
            </a:r>
            <a:r>
              <a:rPr lang="en-GB" err="1"/>
              <a:t>ipsum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71" r:id="rId2"/>
  </p:sldLayoutIdLst>
  <p:hf hdr="0" ftr="0" dt="0"/>
  <p:txStyles>
    <p:titleStyle>
      <a:lvl1pPr algn="l" defTabSz="457200" rtl="0" eaLnBrk="1" latinLnBrk="0" hangingPunct="1">
        <a:lnSpc>
          <a:spcPts val="2600"/>
        </a:lnSpc>
        <a:spcBef>
          <a:spcPct val="0"/>
        </a:spcBef>
        <a:buNone/>
        <a:defRPr sz="2400" b="0" i="0" kern="1200" spc="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19370" y="1327179"/>
            <a:ext cx="4360673" cy="7396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Divider title goes here</a:t>
            </a:r>
            <a:br>
              <a:rPr lang="en-GB" noProof="0"/>
            </a:br>
            <a:r>
              <a:rPr lang="en-GB" noProof="0" err="1"/>
              <a:t>lorem</a:t>
            </a:r>
            <a:r>
              <a:rPr lang="en-GB" noProof="0"/>
              <a:t> </a:t>
            </a:r>
            <a:r>
              <a:rPr lang="en-GB" noProof="0" err="1"/>
              <a:t>ipsum</a:t>
            </a:r>
            <a:r>
              <a:rPr lang="en-GB" noProof="0"/>
              <a:t> </a:t>
            </a:r>
            <a:r>
              <a:rPr lang="en-GB" noProof="0" err="1"/>
              <a:t>dolor</a:t>
            </a:r>
            <a:r>
              <a:rPr lang="en-GB" noProof="0"/>
              <a:t> sit </a:t>
            </a:r>
            <a:r>
              <a:rPr lang="en-GB" noProof="0" err="1"/>
              <a:t>amet</a:t>
            </a:r>
            <a:endParaRPr lang="en-GB" noProof="0"/>
          </a:p>
        </p:txBody>
      </p:sp>
      <p:sp>
        <p:nvSpPr>
          <p:cNvPr id="6" name="Segnaposto numero diapositiva 3"/>
          <p:cNvSpPr>
            <a:spLocks noGrp="1"/>
          </p:cNvSpPr>
          <p:nvPr>
            <p:ph type="sldNum" sz="quarter" idx="4"/>
          </p:nvPr>
        </p:nvSpPr>
        <p:spPr>
          <a:xfrm>
            <a:off x="8668764" y="4760656"/>
            <a:ext cx="370724" cy="14790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96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33" r:id="rId2"/>
    <p:sldLayoutId id="2147483734" r:id="rId3"/>
    <p:sldLayoutId id="2147483735" r:id="rId4"/>
  </p:sldLayoutIdLst>
  <p:hf hdr="0" ftr="0" dt="0"/>
  <p:txStyles>
    <p:titleStyle>
      <a:lvl1pPr algn="l" defTabSz="457200" rtl="0" eaLnBrk="1" latinLnBrk="0" hangingPunct="1">
        <a:lnSpc>
          <a:spcPts val="2800"/>
        </a:lnSpc>
        <a:spcBef>
          <a:spcPct val="0"/>
        </a:spcBef>
        <a:buNone/>
        <a:defRPr sz="2200" b="0" i="0" kern="1200" spc="80" baseline="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4"/>
          </p:nvPr>
        </p:nvSpPr>
        <p:spPr>
          <a:xfrm>
            <a:off x="8668764" y="4760656"/>
            <a:ext cx="370724" cy="14790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CasellaDiTesto 5"/>
          <p:cNvSpPr txBox="1"/>
          <p:nvPr userDrawn="1"/>
        </p:nvSpPr>
        <p:spPr>
          <a:xfrm>
            <a:off x="3762510" y="4819800"/>
            <a:ext cx="4653837" cy="1419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500" kern="0" spc="-30" baseline="0">
                <a:solidFill>
                  <a:schemeClr val="bg2"/>
                </a:solidFill>
                <a:latin typeface="+mn-lt"/>
              </a:rPr>
              <a:t>This document is private and confidential and cannot be distributed, reproduced or used for any other purpose without the prior written consent of BIP Group.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457200" rtl="0" eaLnBrk="1" latinLnBrk="0" hangingPunct="1">
        <a:lnSpc>
          <a:spcPts val="2100"/>
        </a:lnSpc>
        <a:spcBef>
          <a:spcPct val="0"/>
        </a:spcBef>
        <a:buNone/>
        <a:defRPr sz="1800" b="0" i="0" kern="0" spc="0" baseline="0">
          <a:solidFill>
            <a:schemeClr val="tx2"/>
          </a:solidFill>
          <a:latin typeface="Noto Sans SemiBold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4"/>
          </p:nvPr>
        </p:nvSpPr>
        <p:spPr>
          <a:xfrm>
            <a:off x="8668764" y="4760656"/>
            <a:ext cx="370724" cy="14790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425648" y="245820"/>
            <a:ext cx="8359764" cy="2353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Title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8" name="Segnaposto testo 7"/>
          <p:cNvSpPr>
            <a:spLocks noGrp="1"/>
          </p:cNvSpPr>
          <p:nvPr>
            <p:ph type="body" idx="1"/>
          </p:nvPr>
        </p:nvSpPr>
        <p:spPr>
          <a:xfrm>
            <a:off x="425648" y="978213"/>
            <a:ext cx="8359763" cy="3494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9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70" r:id="rId12"/>
  </p:sldLayoutIdLst>
  <p:hf hdr="0" ftr="0" dt="0"/>
  <p:txStyles>
    <p:titleStyle>
      <a:lvl1pPr algn="l" defTabSz="457200" rtl="0" eaLnBrk="1" latinLnBrk="0" hangingPunct="1">
        <a:lnSpc>
          <a:spcPts val="1800"/>
        </a:lnSpc>
        <a:spcBef>
          <a:spcPct val="0"/>
        </a:spcBef>
        <a:buNone/>
        <a:defRPr sz="1600" b="1" i="0" kern="0" spc="0" baseline="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03130" y="984546"/>
            <a:ext cx="2562704" cy="7330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Thank you.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01986" y="3084524"/>
            <a:ext cx="3123887" cy="6705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Text here</a:t>
            </a:r>
            <a:endParaRPr lang="en-GB"/>
          </a:p>
        </p:txBody>
      </p:sp>
      <p:pic>
        <p:nvPicPr>
          <p:cNvPr id="5" name="Immagine 4" descr="BIP 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34" y="206822"/>
            <a:ext cx="554125" cy="36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29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 ftr="0" dt="0"/>
  <p:txStyles>
    <p:titleStyle>
      <a:lvl1pPr algn="l" defTabSz="457200" rtl="0" eaLnBrk="1" latinLnBrk="0" hangingPunct="1">
        <a:lnSpc>
          <a:spcPts val="2200"/>
        </a:lnSpc>
        <a:spcBef>
          <a:spcPct val="0"/>
        </a:spcBef>
        <a:buNone/>
        <a:defRPr sz="2200" b="0" i="0" kern="1200" spc="50" baseline="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300"/>
        </a:lnSpc>
        <a:spcBef>
          <a:spcPts val="0"/>
        </a:spcBef>
        <a:buFontTx/>
        <a:buNone/>
        <a:defRPr sz="900" kern="1200" baseline="0">
          <a:solidFill>
            <a:schemeClr val="bg2"/>
          </a:solidFill>
          <a:latin typeface="+mn-lt"/>
          <a:ea typeface="+mn-ea"/>
          <a:cs typeface="+mn-cs"/>
        </a:defRPr>
      </a:lvl1pPr>
      <a:lvl2pPr marL="0" indent="0" algn="l" defTabSz="457200" rtl="0" eaLnBrk="1" latinLnBrk="0" hangingPunct="1">
        <a:lnSpc>
          <a:spcPts val="1340"/>
        </a:lnSpc>
        <a:spcBef>
          <a:spcPts val="0"/>
        </a:spcBef>
        <a:buFontTx/>
        <a:buNone/>
        <a:defRPr sz="9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457200" rtl="0" eaLnBrk="1" latinLnBrk="0" hangingPunct="1">
        <a:lnSpc>
          <a:spcPts val="1340"/>
        </a:lnSpc>
        <a:spcBef>
          <a:spcPts val="0"/>
        </a:spcBef>
        <a:buFontTx/>
        <a:buNone/>
        <a:defRPr sz="9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0" indent="0" algn="l" defTabSz="457200" rtl="0" eaLnBrk="1" latinLnBrk="0" hangingPunct="1">
        <a:lnSpc>
          <a:spcPts val="1340"/>
        </a:lnSpc>
        <a:spcBef>
          <a:spcPts val="0"/>
        </a:spcBef>
        <a:buFontTx/>
        <a:buNone/>
        <a:defRPr sz="9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457200" rtl="0" eaLnBrk="1" latinLnBrk="0" hangingPunct="1">
        <a:lnSpc>
          <a:spcPts val="1340"/>
        </a:lnSpc>
        <a:spcBef>
          <a:spcPts val="0"/>
        </a:spcBef>
        <a:buFontTx/>
        <a:buNone/>
        <a:defRPr sz="9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4"/>
          </p:nvPr>
        </p:nvSpPr>
        <p:spPr>
          <a:xfrm>
            <a:off x="8668764" y="4760656"/>
            <a:ext cx="370724" cy="14790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fld id="{9C18EA95-C3D3-214C-9452-EF8527DBCD8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CasellaDiTesto 5"/>
          <p:cNvSpPr txBox="1"/>
          <p:nvPr userDrawn="1"/>
        </p:nvSpPr>
        <p:spPr>
          <a:xfrm>
            <a:off x="3762510" y="4819800"/>
            <a:ext cx="4653837" cy="1419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500" kern="0" spc="-30" baseline="0">
                <a:solidFill>
                  <a:schemeClr val="accent1"/>
                </a:solidFill>
                <a:latin typeface="+mn-lt"/>
              </a:rPr>
              <a:t>This document is private and confidential and cannot be distributed, reproduced or used for any other purpose without the prior written consent of BIP Group.</a:t>
            </a:r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425648" y="245820"/>
            <a:ext cx="8359764" cy="2353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Title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8" name="Segnaposto testo 7"/>
          <p:cNvSpPr>
            <a:spLocks noGrp="1"/>
          </p:cNvSpPr>
          <p:nvPr>
            <p:ph type="body" idx="1"/>
          </p:nvPr>
        </p:nvSpPr>
        <p:spPr>
          <a:xfrm>
            <a:off x="425648" y="978213"/>
            <a:ext cx="8359763" cy="3494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7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hdr="0" ftr="0" dt="0"/>
  <p:txStyles>
    <p:titleStyle>
      <a:lvl1pPr algn="l" defTabSz="457200" rtl="0" eaLnBrk="1" latinLnBrk="0" hangingPunct="1">
        <a:lnSpc>
          <a:spcPts val="1800"/>
        </a:lnSpc>
        <a:spcBef>
          <a:spcPct val="0"/>
        </a:spcBef>
        <a:buNone/>
        <a:defRPr sz="1600" b="1" i="0" kern="0" spc="0" baseline="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03130" y="984546"/>
            <a:ext cx="2562704" cy="7330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Thank you.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01986" y="3084524"/>
            <a:ext cx="3123887" cy="6705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Text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4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hf hdr="0" ftr="0" dt="0"/>
  <p:txStyles>
    <p:titleStyle>
      <a:lvl1pPr algn="l" defTabSz="457200" rtl="0" eaLnBrk="1" latinLnBrk="0" hangingPunct="1">
        <a:lnSpc>
          <a:spcPts val="2200"/>
        </a:lnSpc>
        <a:spcBef>
          <a:spcPct val="0"/>
        </a:spcBef>
        <a:buNone/>
        <a:defRPr sz="2200" b="0" i="0" kern="1200" spc="50" baseline="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300"/>
        </a:lnSpc>
        <a:spcBef>
          <a:spcPts val="0"/>
        </a:spcBef>
        <a:buFontTx/>
        <a:buNone/>
        <a:defRPr sz="900" kern="1200" baseline="0">
          <a:solidFill>
            <a:schemeClr val="bg2"/>
          </a:solidFill>
          <a:latin typeface="+mn-lt"/>
          <a:ea typeface="+mn-ea"/>
          <a:cs typeface="+mn-cs"/>
        </a:defRPr>
      </a:lvl1pPr>
      <a:lvl2pPr marL="0" indent="0" algn="l" defTabSz="457200" rtl="0" eaLnBrk="1" latinLnBrk="0" hangingPunct="1">
        <a:lnSpc>
          <a:spcPts val="1340"/>
        </a:lnSpc>
        <a:spcBef>
          <a:spcPts val="0"/>
        </a:spcBef>
        <a:buFontTx/>
        <a:buNone/>
        <a:defRPr sz="9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457200" rtl="0" eaLnBrk="1" latinLnBrk="0" hangingPunct="1">
        <a:lnSpc>
          <a:spcPts val="1340"/>
        </a:lnSpc>
        <a:spcBef>
          <a:spcPts val="0"/>
        </a:spcBef>
        <a:buFontTx/>
        <a:buNone/>
        <a:defRPr sz="9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0" indent="0" algn="l" defTabSz="457200" rtl="0" eaLnBrk="1" latinLnBrk="0" hangingPunct="1">
        <a:lnSpc>
          <a:spcPts val="1340"/>
        </a:lnSpc>
        <a:spcBef>
          <a:spcPts val="0"/>
        </a:spcBef>
        <a:buFontTx/>
        <a:buNone/>
        <a:defRPr sz="9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457200" rtl="0" eaLnBrk="1" latinLnBrk="0" hangingPunct="1">
        <a:lnSpc>
          <a:spcPts val="1340"/>
        </a:lnSpc>
        <a:spcBef>
          <a:spcPts val="0"/>
        </a:spcBef>
        <a:buFontTx/>
        <a:buNone/>
        <a:defRPr sz="9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 userDrawn="1"/>
        </p:nvSpPr>
        <p:spPr>
          <a:xfrm>
            <a:off x="4302260" y="4819800"/>
            <a:ext cx="4653837" cy="1419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500" kern="0" spc="-30" baseline="0">
                <a:solidFill>
                  <a:schemeClr val="accent1"/>
                </a:solidFill>
                <a:latin typeface="+mn-lt"/>
              </a:rPr>
              <a:t>This document is private and confidential and cannot be distributed, reproduced or used for any other purpose without the prior written consent of BIP Group.</a:t>
            </a:r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425648" y="245820"/>
            <a:ext cx="8359764" cy="2353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Title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endParaRPr lang="en-GB"/>
          </a:p>
        </p:txBody>
      </p:sp>
      <p:sp>
        <p:nvSpPr>
          <p:cNvPr id="8" name="Segnaposto testo 7"/>
          <p:cNvSpPr>
            <a:spLocks noGrp="1"/>
          </p:cNvSpPr>
          <p:nvPr>
            <p:ph type="body" idx="1"/>
          </p:nvPr>
        </p:nvSpPr>
        <p:spPr>
          <a:xfrm>
            <a:off x="425648" y="978213"/>
            <a:ext cx="8359763" cy="3494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Text here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amet</a:t>
            </a:r>
            <a:endParaRPr lang="en-US"/>
          </a:p>
        </p:txBody>
      </p:sp>
      <p:pic>
        <p:nvPicPr>
          <p:cNvPr id="7" name="Immagine 6" descr="BIP logo-01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25" y="4661573"/>
            <a:ext cx="554125" cy="36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0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</p:sldLayoutIdLst>
  <p:hf hdr="0" ftr="0" dt="0"/>
  <p:txStyles>
    <p:titleStyle>
      <a:lvl1pPr algn="l" defTabSz="457200" rtl="0" eaLnBrk="1" latinLnBrk="0" hangingPunct="1">
        <a:lnSpc>
          <a:spcPts val="2400"/>
        </a:lnSpc>
        <a:spcBef>
          <a:spcPct val="0"/>
        </a:spcBef>
        <a:buNone/>
        <a:defRPr sz="1600" b="1" i="0" kern="0" spc="0" baseline="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1380"/>
        </a:lnSpc>
        <a:spcBef>
          <a:spcPct val="20000"/>
        </a:spcBef>
        <a:buFontTx/>
        <a:buNone/>
        <a:defRPr sz="12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 Same Side Corner Rectangle 47">
            <a:extLst>
              <a:ext uri="{FF2B5EF4-FFF2-40B4-BE49-F238E27FC236}">
                <a16:creationId xmlns:a16="http://schemas.microsoft.com/office/drawing/2014/main" id="{2E464490-46E1-47F9-9CAD-3C4B8C7BFFCC}"/>
              </a:ext>
            </a:extLst>
          </p:cNvPr>
          <p:cNvSpPr/>
          <p:nvPr/>
        </p:nvSpPr>
        <p:spPr>
          <a:xfrm rot="16200000">
            <a:off x="2553596" y="-1479291"/>
            <a:ext cx="4036811" cy="84351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it-IT"/>
            </a:defPPr>
            <a:lvl1pPr marL="0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9690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79379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69069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58759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948448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338138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727828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117517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7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CA6E19-F1B2-4533-A71B-44879B061776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9C18EA95-C3D3-214C-9452-EF8527DBCD86}" type="slidenum">
              <a:rPr lang="it-IT" smtClean="0"/>
              <a:pPr/>
              <a:t>1</a:t>
            </a:fld>
            <a:endParaRPr lang="it-IT"/>
          </a:p>
        </p:txBody>
      </p:sp>
      <p:sp>
        <p:nvSpPr>
          <p:cNvPr id="41" name="Round Same Side Corner Rectangle 48">
            <a:extLst>
              <a:ext uri="{FF2B5EF4-FFF2-40B4-BE49-F238E27FC236}">
                <a16:creationId xmlns:a16="http://schemas.microsoft.com/office/drawing/2014/main" id="{E0F68AC6-5A46-4BCD-9168-F8108415E074}"/>
              </a:ext>
            </a:extLst>
          </p:cNvPr>
          <p:cNvSpPr/>
          <p:nvPr/>
        </p:nvSpPr>
        <p:spPr>
          <a:xfrm rot="16200000">
            <a:off x="4070352" y="-3396312"/>
            <a:ext cx="1003298" cy="8435157"/>
          </a:xfrm>
          <a:prstGeom prst="rect">
            <a:avLst/>
          </a:prstGeom>
          <a:solidFill>
            <a:srgbClr val="0C234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it-IT"/>
            </a:defPPr>
            <a:lvl1pPr marL="0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9690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79379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69069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58759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948448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338138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727828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117517" algn="l" defTabSz="779379" rtl="0" eaLnBrk="1" latinLnBrk="0" hangingPunct="1"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7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2" name="TextBox 58">
            <a:extLst>
              <a:ext uri="{FF2B5EF4-FFF2-40B4-BE49-F238E27FC236}">
                <a16:creationId xmlns:a16="http://schemas.microsoft.com/office/drawing/2014/main" id="{97940299-6665-41A4-B329-DA55F04A7A58}"/>
              </a:ext>
            </a:extLst>
          </p:cNvPr>
          <p:cNvSpPr txBox="1"/>
          <p:nvPr/>
        </p:nvSpPr>
        <p:spPr>
          <a:xfrm>
            <a:off x="3687144" y="386807"/>
            <a:ext cx="1769715" cy="276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it-IT"/>
            </a:defPPr>
            <a:lvl1pPr marL="0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9690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9379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9069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8759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8448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8138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7828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7517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7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Nicola Sfondrini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7362E7-6EAC-41E2-A97A-6BA235BFD34B}"/>
              </a:ext>
            </a:extLst>
          </p:cNvPr>
          <p:cNvGrpSpPr>
            <a:grpSpLocks/>
          </p:cNvGrpSpPr>
          <p:nvPr/>
        </p:nvGrpSpPr>
        <p:grpSpPr>
          <a:xfrm>
            <a:off x="4104001" y="856423"/>
            <a:ext cx="936000" cy="936000"/>
            <a:chOff x="1397426" y="1762357"/>
            <a:chExt cx="1484831" cy="1484830"/>
          </a:xfrm>
        </p:grpSpPr>
        <p:sp>
          <p:nvSpPr>
            <p:cNvPr id="55" name="Sev01">
              <a:extLst>
                <a:ext uri="{FF2B5EF4-FFF2-40B4-BE49-F238E27FC236}">
                  <a16:creationId xmlns:a16="http://schemas.microsoft.com/office/drawing/2014/main" id="{0029BB35-ADCA-473D-AF4A-D66D0A6BD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7426" y="1762357"/>
              <a:ext cx="1484831" cy="1484830"/>
            </a:xfrm>
            <a:prstGeom prst="ellipse">
              <a:avLst/>
            </a:prstGeom>
            <a:solidFill>
              <a:schemeClr val="bg1"/>
            </a:solidFill>
            <a:ln w="12065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it-IT"/>
              </a:defPPr>
              <a:lvl1pPr marL="0" algn="l" defTabSz="779379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690" algn="l" defTabSz="779379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379" algn="l" defTabSz="779379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9069" algn="l" defTabSz="779379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759" algn="l" defTabSz="779379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8448" algn="l" defTabSz="779379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8138" algn="l" defTabSz="779379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828" algn="l" defTabSz="779379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7517" algn="l" defTabSz="779379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7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pic>
          <p:nvPicPr>
            <p:cNvPr id="56" name="Picture 55" descr="A person in a suit and tie&#10;&#10;Description automatically generated">
              <a:extLst>
                <a:ext uri="{FF2B5EF4-FFF2-40B4-BE49-F238E27FC236}">
                  <a16:creationId xmlns:a16="http://schemas.microsoft.com/office/drawing/2014/main" id="{D41EB26C-78E5-43C7-8656-DEB9A0263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9841" y="1784772"/>
              <a:ext cx="1440000" cy="1440000"/>
            </a:xfrm>
            <a:prstGeom prst="flowChartConnector">
              <a:avLst/>
            </a:prstGeom>
          </p:spPr>
        </p:pic>
      </p:grpSp>
      <p:cxnSp>
        <p:nvCxnSpPr>
          <p:cNvPr id="48" name="Straight Connector 81">
            <a:extLst>
              <a:ext uri="{FF2B5EF4-FFF2-40B4-BE49-F238E27FC236}">
                <a16:creationId xmlns:a16="http://schemas.microsoft.com/office/drawing/2014/main" id="{FD880CDD-9C5A-478F-BF0F-44F143183574}"/>
              </a:ext>
            </a:extLst>
          </p:cNvPr>
          <p:cNvCxnSpPr>
            <a:cxnSpLocks/>
          </p:cNvCxnSpPr>
          <p:nvPr/>
        </p:nvCxnSpPr>
        <p:spPr>
          <a:xfrm>
            <a:off x="612000" y="2883989"/>
            <a:ext cx="7920000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</a:ln>
          <a:effectLst/>
        </p:spPr>
      </p:cxnSp>
      <p:cxnSp>
        <p:nvCxnSpPr>
          <p:cNvPr id="75" name="Straight Connector 81">
            <a:extLst>
              <a:ext uri="{FF2B5EF4-FFF2-40B4-BE49-F238E27FC236}">
                <a16:creationId xmlns:a16="http://schemas.microsoft.com/office/drawing/2014/main" id="{6A05A9FD-D63E-45F6-8EC0-31A04A4B44AA}"/>
              </a:ext>
            </a:extLst>
          </p:cNvPr>
          <p:cNvCxnSpPr>
            <a:cxnSpLocks/>
          </p:cNvCxnSpPr>
          <p:nvPr/>
        </p:nvCxnSpPr>
        <p:spPr>
          <a:xfrm>
            <a:off x="612000" y="4451153"/>
            <a:ext cx="7920000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</a:ln>
          <a:effectLst/>
        </p:spPr>
      </p:cxnSp>
      <p:grpSp>
        <p:nvGrpSpPr>
          <p:cNvPr id="9" name="Gruppo 8">
            <a:extLst>
              <a:ext uri="{FF2B5EF4-FFF2-40B4-BE49-F238E27FC236}">
                <a16:creationId xmlns:a16="http://schemas.microsoft.com/office/drawing/2014/main" id="{FAD6684F-8720-3B70-49A1-9AD17FBED6B5}"/>
              </a:ext>
            </a:extLst>
          </p:cNvPr>
          <p:cNvGrpSpPr/>
          <p:nvPr/>
        </p:nvGrpSpPr>
        <p:grpSpPr>
          <a:xfrm>
            <a:off x="561747" y="3264710"/>
            <a:ext cx="2081526" cy="1117136"/>
            <a:chOff x="561747" y="3264710"/>
            <a:chExt cx="2081526" cy="1117136"/>
          </a:xfrm>
        </p:grpSpPr>
        <p:sp>
          <p:nvSpPr>
            <p:cNvPr id="74" name="TextBox 77">
              <a:extLst>
                <a:ext uri="{FF2B5EF4-FFF2-40B4-BE49-F238E27FC236}">
                  <a16:creationId xmlns:a16="http://schemas.microsoft.com/office/drawing/2014/main" id="{DBA79EC7-1A05-455C-989D-22497D1F5A5B}"/>
                </a:ext>
              </a:extLst>
            </p:cNvPr>
            <p:cNvSpPr txBox="1"/>
            <p:nvPr/>
          </p:nvSpPr>
          <p:spPr>
            <a:xfrm>
              <a:off x="561747" y="3858626"/>
              <a:ext cx="2081526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it-IT"/>
              </a:defPPr>
              <a:lvl1pPr marL="0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690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37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6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75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44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13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82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517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 b="1" dirty="0">
                  <a:solidFill>
                    <a:srgbClr val="0C2340"/>
                  </a:solidFill>
                </a:rPr>
                <a:t>M.S and Ph.D. </a:t>
              </a:r>
            </a:p>
            <a:p>
              <a:pPr algn="ctr">
                <a:defRPr/>
              </a:pPr>
              <a:r>
                <a:rPr lang="en-GB" sz="1400" b="1" dirty="0">
                  <a:solidFill>
                    <a:srgbClr val="0C2340"/>
                  </a:solidFill>
                </a:rPr>
                <a:t>Computer science</a:t>
              </a:r>
              <a:endParaRPr lang="en-GB" sz="1400" dirty="0">
                <a:solidFill>
                  <a:srgbClr val="0C2340"/>
                </a:solidFill>
              </a:endParaRPr>
            </a:p>
          </p:txBody>
        </p:sp>
        <p:pic>
          <p:nvPicPr>
            <p:cNvPr id="2052" name="Picture 4" descr="Student Conference 2021 - studentconference.unipv.it">
              <a:extLst>
                <a:ext uri="{FF2B5EF4-FFF2-40B4-BE49-F238E27FC236}">
                  <a16:creationId xmlns:a16="http://schemas.microsoft.com/office/drawing/2014/main" id="{7EAEEB69-DDD9-441D-BAA5-F3D29F9E84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3399" y="3264710"/>
              <a:ext cx="558223" cy="57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82AEBA7A-7CE0-197F-E87E-346029B64196}"/>
              </a:ext>
            </a:extLst>
          </p:cNvPr>
          <p:cNvGrpSpPr/>
          <p:nvPr/>
        </p:nvGrpSpPr>
        <p:grpSpPr>
          <a:xfrm>
            <a:off x="2491126" y="3264710"/>
            <a:ext cx="1548000" cy="1117136"/>
            <a:chOff x="2571321" y="3264710"/>
            <a:chExt cx="1548000" cy="1117136"/>
          </a:xfrm>
        </p:grpSpPr>
        <p:sp>
          <p:nvSpPr>
            <p:cNvPr id="83" name="TextBox 77">
              <a:extLst>
                <a:ext uri="{FF2B5EF4-FFF2-40B4-BE49-F238E27FC236}">
                  <a16:creationId xmlns:a16="http://schemas.microsoft.com/office/drawing/2014/main" id="{DD3A5A39-BE69-4697-AF03-F86626E3FEA9}"/>
                </a:ext>
              </a:extLst>
            </p:cNvPr>
            <p:cNvSpPr txBox="1"/>
            <p:nvPr/>
          </p:nvSpPr>
          <p:spPr>
            <a:xfrm>
              <a:off x="2571321" y="3858626"/>
              <a:ext cx="1548000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it-IT"/>
              </a:defPPr>
              <a:lvl1pPr marL="0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690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37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6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75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44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13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82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517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 b="1" dirty="0">
                  <a:solidFill>
                    <a:srgbClr val="0C2340"/>
                  </a:solidFill>
                </a:rPr>
                <a:t>Executive</a:t>
              </a:r>
            </a:p>
            <a:p>
              <a:pPr algn="ctr">
                <a:defRPr/>
              </a:pPr>
              <a:r>
                <a:rPr lang="en-GB" sz="1400" b="1" dirty="0">
                  <a:solidFill>
                    <a:srgbClr val="0C2340"/>
                  </a:solidFill>
                </a:rPr>
                <a:t>MBA</a:t>
              </a:r>
              <a:endParaRPr lang="en-GB" sz="1400" dirty="0">
                <a:solidFill>
                  <a:srgbClr val="0C2340"/>
                </a:solidFill>
              </a:endParaRPr>
            </a:p>
          </p:txBody>
        </p:sp>
        <p:pic>
          <p:nvPicPr>
            <p:cNvPr id="100" name="Picture 6" descr="EMBA Ticinensis - Lead the change">
              <a:extLst>
                <a:ext uri="{FF2B5EF4-FFF2-40B4-BE49-F238E27FC236}">
                  <a16:creationId xmlns:a16="http://schemas.microsoft.com/office/drawing/2014/main" id="{598BAA65-ED58-43DA-8815-CC2185FB75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92" t="11896" r="24612" b="21614"/>
            <a:stretch/>
          </p:blipFill>
          <p:spPr bwMode="auto">
            <a:xfrm>
              <a:off x="2861666" y="3264710"/>
              <a:ext cx="967310" cy="57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E1ECF1D5-6E0B-069D-4877-61B8366A4F97}"/>
              </a:ext>
            </a:extLst>
          </p:cNvPr>
          <p:cNvGrpSpPr/>
          <p:nvPr/>
        </p:nvGrpSpPr>
        <p:grpSpPr>
          <a:xfrm>
            <a:off x="5282832" y="3264710"/>
            <a:ext cx="1548000" cy="1117136"/>
            <a:chOff x="4958972" y="3264710"/>
            <a:chExt cx="1548000" cy="1117136"/>
          </a:xfrm>
        </p:grpSpPr>
        <p:pic>
          <p:nvPicPr>
            <p:cNvPr id="10" name="Immagine 9" descr="Immagine che contiene testo, schermata, Carattere, Blu elettrico&#10;&#10;Descrizione generata automaticamente">
              <a:extLst>
                <a:ext uri="{FF2B5EF4-FFF2-40B4-BE49-F238E27FC236}">
                  <a16:creationId xmlns:a16="http://schemas.microsoft.com/office/drawing/2014/main" id="{CB5D1362-A961-90AF-2A46-517C9D1C09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8711" t="8614" r="19448" b="17964"/>
            <a:stretch/>
          </p:blipFill>
          <p:spPr>
            <a:xfrm>
              <a:off x="5441888" y="3264710"/>
              <a:ext cx="582169" cy="576000"/>
            </a:xfrm>
            <a:prstGeom prst="rect">
              <a:avLst/>
            </a:prstGeom>
          </p:spPr>
        </p:pic>
        <p:sp>
          <p:nvSpPr>
            <p:cNvPr id="11" name="TextBox 77">
              <a:extLst>
                <a:ext uri="{FF2B5EF4-FFF2-40B4-BE49-F238E27FC236}">
                  <a16:creationId xmlns:a16="http://schemas.microsoft.com/office/drawing/2014/main" id="{9846A197-EC6F-D0FA-C23D-E4FFAFA757EE}"/>
                </a:ext>
              </a:extLst>
            </p:cNvPr>
            <p:cNvSpPr txBox="1"/>
            <p:nvPr/>
          </p:nvSpPr>
          <p:spPr>
            <a:xfrm>
              <a:off x="4958972" y="3858626"/>
              <a:ext cx="1548000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it-IT"/>
              </a:defPPr>
              <a:lvl1pPr marL="0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690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37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6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75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44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13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82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517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 b="1" dirty="0">
                  <a:solidFill>
                    <a:srgbClr val="0C2340"/>
                  </a:solidFill>
                </a:rPr>
                <a:t>Tech Council</a:t>
              </a:r>
            </a:p>
            <a:p>
              <a:pPr algn="ctr">
                <a:defRPr/>
              </a:pPr>
              <a:r>
                <a:rPr lang="en-GB" sz="1400" b="1" dirty="0">
                  <a:solidFill>
                    <a:srgbClr val="0C2340"/>
                  </a:solidFill>
                </a:rPr>
                <a:t>Cloud Leader</a:t>
              </a:r>
              <a:endParaRPr lang="en-GB" sz="1400" dirty="0">
                <a:solidFill>
                  <a:srgbClr val="0C2340"/>
                </a:solidFill>
              </a:endParaRPr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20CFA003-DE2B-71BA-42DB-5BC289F74594}"/>
              </a:ext>
            </a:extLst>
          </p:cNvPr>
          <p:cNvGrpSpPr/>
          <p:nvPr/>
        </p:nvGrpSpPr>
        <p:grpSpPr>
          <a:xfrm>
            <a:off x="6678686" y="3337054"/>
            <a:ext cx="1764000" cy="1044792"/>
            <a:chOff x="6563074" y="3337054"/>
            <a:chExt cx="1764000" cy="1044792"/>
          </a:xfrm>
        </p:grpSpPr>
        <p:sp>
          <p:nvSpPr>
            <p:cNvPr id="14" name="TextBox 77">
              <a:extLst>
                <a:ext uri="{FF2B5EF4-FFF2-40B4-BE49-F238E27FC236}">
                  <a16:creationId xmlns:a16="http://schemas.microsoft.com/office/drawing/2014/main" id="{75B64439-B7A6-9328-C9B0-594A8CC395DE}"/>
                </a:ext>
              </a:extLst>
            </p:cNvPr>
            <p:cNvSpPr txBox="1"/>
            <p:nvPr/>
          </p:nvSpPr>
          <p:spPr>
            <a:xfrm>
              <a:off x="6563074" y="3858626"/>
              <a:ext cx="1764000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it-IT"/>
              </a:defPPr>
              <a:lvl1pPr marL="0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690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37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6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75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44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13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82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517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 b="1" dirty="0">
                  <a:solidFill>
                    <a:srgbClr val="0C2340"/>
                  </a:solidFill>
                </a:rPr>
                <a:t>Founder and</a:t>
              </a:r>
              <a:br>
                <a:rPr lang="en-GB" sz="1400" b="1" dirty="0">
                  <a:solidFill>
                    <a:srgbClr val="0C2340"/>
                  </a:solidFill>
                </a:rPr>
              </a:br>
              <a:r>
                <a:rPr lang="en-GB" sz="1400" b="1" dirty="0">
                  <a:solidFill>
                    <a:srgbClr val="0C2340"/>
                  </a:solidFill>
                </a:rPr>
                <a:t>VP</a:t>
              </a:r>
            </a:p>
          </p:txBody>
        </p:sp>
        <p:pic>
          <p:nvPicPr>
            <p:cNvPr id="1026" name="Picture 2" descr="Associazione Alumni della Università di Pavia - Home">
              <a:extLst>
                <a:ext uri="{FF2B5EF4-FFF2-40B4-BE49-F238E27FC236}">
                  <a16:creationId xmlns:a16="http://schemas.microsoft.com/office/drawing/2014/main" id="{C0C7924B-6BE2-177B-7CD3-8B04CB3794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1701" y="3337054"/>
              <a:ext cx="1726746" cy="5176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77">
            <a:extLst>
              <a:ext uri="{FF2B5EF4-FFF2-40B4-BE49-F238E27FC236}">
                <a16:creationId xmlns:a16="http://schemas.microsoft.com/office/drawing/2014/main" id="{2F876988-DBEC-4648-BBD9-DC575B274E9C}"/>
              </a:ext>
            </a:extLst>
          </p:cNvPr>
          <p:cNvSpPr txBox="1"/>
          <p:nvPr/>
        </p:nvSpPr>
        <p:spPr>
          <a:xfrm>
            <a:off x="1820991" y="2494766"/>
            <a:ext cx="54972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it-IT"/>
            </a:defPPr>
            <a:lvl1pPr marL="0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9690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9379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9069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8759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8448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8138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7828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7517" algn="l" defTabSz="779379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sz="1400" b="1" dirty="0">
                <a:solidFill>
                  <a:srgbClr val="0C2340"/>
                </a:solidFill>
              </a:rPr>
              <a:t>Partner – Cloud Infrastructure and Architecture</a:t>
            </a:r>
            <a:endParaRPr lang="en-GB" sz="1400" dirty="0">
              <a:solidFill>
                <a:srgbClr val="0C2340"/>
              </a:solidFill>
            </a:endParaRPr>
          </a:p>
        </p:txBody>
      </p:sp>
      <p:pic>
        <p:nvPicPr>
          <p:cNvPr id="4" name="Picture 2" descr="PricewaterhouseCoopers - Wikipedia">
            <a:extLst>
              <a:ext uri="{FF2B5EF4-FFF2-40B4-BE49-F238E27FC236}">
                <a16:creationId xmlns:a16="http://schemas.microsoft.com/office/drawing/2014/main" id="{C7F4B408-FE4E-306B-EC09-F9FB279D02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26" b="27365"/>
          <a:stretch>
            <a:fillRect/>
          </a:stretch>
        </p:blipFill>
        <p:spPr bwMode="auto">
          <a:xfrm>
            <a:off x="3852090" y="1873869"/>
            <a:ext cx="1435065" cy="67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CD87D603-C488-949F-3541-876988790C03}"/>
              </a:ext>
            </a:extLst>
          </p:cNvPr>
          <p:cNvGrpSpPr/>
          <p:nvPr/>
        </p:nvGrpSpPr>
        <p:grpSpPr>
          <a:xfrm>
            <a:off x="3886979" y="3134828"/>
            <a:ext cx="1548000" cy="1247018"/>
            <a:chOff x="3737709" y="3134828"/>
            <a:chExt cx="1548000" cy="1247018"/>
          </a:xfrm>
        </p:grpSpPr>
        <p:pic>
          <p:nvPicPr>
            <p:cNvPr id="1030" name="Picture 6" descr="MBA at INSEAD Business School | YMGrad">
              <a:extLst>
                <a:ext uri="{FF2B5EF4-FFF2-40B4-BE49-F238E27FC236}">
                  <a16:creationId xmlns:a16="http://schemas.microsoft.com/office/drawing/2014/main" id="{9C609ABC-2FB1-69BD-BAE0-C776A39DFE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58" t="11645" r="11449" b="13519"/>
            <a:stretch>
              <a:fillRect/>
            </a:stretch>
          </p:blipFill>
          <p:spPr bwMode="auto">
            <a:xfrm>
              <a:off x="4135174" y="3134828"/>
              <a:ext cx="753070" cy="75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77">
              <a:extLst>
                <a:ext uri="{FF2B5EF4-FFF2-40B4-BE49-F238E27FC236}">
                  <a16:creationId xmlns:a16="http://schemas.microsoft.com/office/drawing/2014/main" id="{CE09AE4F-4B4A-BCC8-B119-50F7CD8BFFD9}"/>
                </a:ext>
              </a:extLst>
            </p:cNvPr>
            <p:cNvSpPr txBox="1"/>
            <p:nvPr/>
          </p:nvSpPr>
          <p:spPr>
            <a:xfrm>
              <a:off x="3737709" y="3858626"/>
              <a:ext cx="1548000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it-IT"/>
              </a:defPPr>
              <a:lvl1pPr marL="0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690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37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6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759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44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13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828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517" algn="l" defTabSz="779379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GB" sz="1400" b="1" dirty="0">
                  <a:solidFill>
                    <a:srgbClr val="0C2340"/>
                  </a:solidFill>
                </a:rPr>
                <a:t>Global</a:t>
              </a:r>
            </a:p>
            <a:p>
              <a:pPr algn="ctr">
                <a:defRPr/>
              </a:pPr>
              <a:r>
                <a:rPr lang="en-GB" sz="1400" b="1" dirty="0">
                  <a:solidFill>
                    <a:srgbClr val="0C2340"/>
                  </a:solidFill>
                </a:rPr>
                <a:t>Management</a:t>
              </a:r>
              <a:endParaRPr lang="en-GB" sz="1400" dirty="0">
                <a:solidFill>
                  <a:srgbClr val="0C234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27626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6.1.4122"/>
  <p:tag name="SLIDO_PRESENTATION_ID" val="00000000-0000-0000-0000-000000000000"/>
  <p:tag name="SLIDO_EVENT_UUID" val="027d0981-5631-475f-bbd5-629756a09672"/>
  <p:tag name="SLIDO_EVENT_SECTION_UUID" val="ab5163ad-e3f5-4a6b-8b12-a1036cdc1084"/>
</p:tagLst>
</file>

<file path=ppt/theme/theme1.xml><?xml version="1.0" encoding="utf-8"?>
<a:theme xmlns:a="http://schemas.openxmlformats.org/drawingml/2006/main" name="COVER">
  <a:themeElements>
    <a:clrScheme name="BIP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C2340"/>
      </a:accent1>
      <a:accent2>
        <a:srgbClr val="DA291C"/>
      </a:accent2>
      <a:accent3>
        <a:srgbClr val="6A97BE"/>
      </a:accent3>
      <a:accent4>
        <a:srgbClr val="B1D2E4"/>
      </a:accent4>
      <a:accent5>
        <a:srgbClr val="AEA5D1"/>
      </a:accent5>
      <a:accent6>
        <a:srgbClr val="A5D4C1"/>
      </a:accent6>
      <a:hlink>
        <a:srgbClr val="0C2340"/>
      </a:hlink>
      <a:folHlink>
        <a:srgbClr val="DA291C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VIDERS">
  <a:themeElements>
    <a:clrScheme name="BIP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C2340"/>
      </a:accent1>
      <a:accent2>
        <a:srgbClr val="DA291C"/>
      </a:accent2>
      <a:accent3>
        <a:srgbClr val="6A97BE"/>
      </a:accent3>
      <a:accent4>
        <a:srgbClr val="B1D2E4"/>
      </a:accent4>
      <a:accent5>
        <a:srgbClr val="AEA5D1"/>
      </a:accent5>
      <a:accent6>
        <a:srgbClr val="A5D4C1"/>
      </a:accent6>
      <a:hlink>
        <a:srgbClr val="DA291C"/>
      </a:hlink>
      <a:folHlink>
        <a:srgbClr val="DA291C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FIXED SLIDES">
  <a:themeElements>
    <a:clrScheme name="BIP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C2340"/>
      </a:accent1>
      <a:accent2>
        <a:srgbClr val="DA291C"/>
      </a:accent2>
      <a:accent3>
        <a:srgbClr val="6A97BE"/>
      </a:accent3>
      <a:accent4>
        <a:srgbClr val="B1D2E4"/>
      </a:accent4>
      <a:accent5>
        <a:srgbClr val="AEA5D1"/>
      </a:accent5>
      <a:accent6>
        <a:srgbClr val="A5D4C1"/>
      </a:accent6>
      <a:hlink>
        <a:srgbClr val="DA291C"/>
      </a:hlink>
      <a:folHlink>
        <a:srgbClr val="DA291C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PAGES">
  <a:themeElements>
    <a:clrScheme name="BIP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C2340"/>
      </a:accent1>
      <a:accent2>
        <a:srgbClr val="DA291C"/>
      </a:accent2>
      <a:accent3>
        <a:srgbClr val="6A97BE"/>
      </a:accent3>
      <a:accent4>
        <a:srgbClr val="B1D2E4"/>
      </a:accent4>
      <a:accent5>
        <a:srgbClr val="AEA5D1"/>
      </a:accent5>
      <a:accent6>
        <a:srgbClr val="A5D4C1"/>
      </a:accent6>
      <a:hlink>
        <a:srgbClr val="DA291C"/>
      </a:hlink>
      <a:folHlink>
        <a:srgbClr val="DA291C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tailEnd type="non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BACK COVER">
  <a:themeElements>
    <a:clrScheme name="BIP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C2340"/>
      </a:accent1>
      <a:accent2>
        <a:srgbClr val="DA291C"/>
      </a:accent2>
      <a:accent3>
        <a:srgbClr val="6A97BE"/>
      </a:accent3>
      <a:accent4>
        <a:srgbClr val="B1D2E4"/>
      </a:accent4>
      <a:accent5>
        <a:srgbClr val="AEA5D1"/>
      </a:accent5>
      <a:accent6>
        <a:srgbClr val="A5D4C1"/>
      </a:accent6>
      <a:hlink>
        <a:srgbClr val="DA291C"/>
      </a:hlink>
      <a:folHlink>
        <a:srgbClr val="DA291C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_PAGES">
  <a:themeElements>
    <a:clrScheme name="BIP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C2340"/>
      </a:accent1>
      <a:accent2>
        <a:srgbClr val="DA291C"/>
      </a:accent2>
      <a:accent3>
        <a:srgbClr val="6A97BE"/>
      </a:accent3>
      <a:accent4>
        <a:srgbClr val="B1D2E4"/>
      </a:accent4>
      <a:accent5>
        <a:srgbClr val="AEA5D1"/>
      </a:accent5>
      <a:accent6>
        <a:srgbClr val="A5D4C1"/>
      </a:accent6>
      <a:hlink>
        <a:srgbClr val="DA291C"/>
      </a:hlink>
      <a:folHlink>
        <a:srgbClr val="DA291C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1_BACK COVER">
  <a:themeElements>
    <a:clrScheme name="BIP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C2340"/>
      </a:accent1>
      <a:accent2>
        <a:srgbClr val="DA291C"/>
      </a:accent2>
      <a:accent3>
        <a:srgbClr val="6A97BE"/>
      </a:accent3>
      <a:accent4>
        <a:srgbClr val="B1D2E4"/>
      </a:accent4>
      <a:accent5>
        <a:srgbClr val="AEA5D1"/>
      </a:accent5>
      <a:accent6>
        <a:srgbClr val="A5D4C1"/>
      </a:accent6>
      <a:hlink>
        <a:srgbClr val="DA291C"/>
      </a:hlink>
      <a:folHlink>
        <a:srgbClr val="DA291C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2_PAGES">
  <a:themeElements>
    <a:clrScheme name="BIP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C2340"/>
      </a:accent1>
      <a:accent2>
        <a:srgbClr val="DA291C"/>
      </a:accent2>
      <a:accent3>
        <a:srgbClr val="6A97BE"/>
      </a:accent3>
      <a:accent4>
        <a:srgbClr val="B1D2E4"/>
      </a:accent4>
      <a:accent5>
        <a:srgbClr val="AEA5D1"/>
      </a:accent5>
      <a:accent6>
        <a:srgbClr val="A5D4C1"/>
      </a:accent6>
      <a:hlink>
        <a:srgbClr val="DA291C"/>
      </a:hlink>
      <a:folHlink>
        <a:srgbClr val="DA291C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AF161EF78589242B3F202F53A7D40CF" ma:contentTypeVersion="3" ma:contentTypeDescription="Creare un nuovo documento." ma:contentTypeScope="" ma:versionID="dc4ad34ce0819fac5e21c965d0d26882">
  <xsd:schema xmlns:xsd="http://www.w3.org/2001/XMLSchema" xmlns:xs="http://www.w3.org/2001/XMLSchema" xmlns:p="http://schemas.microsoft.com/office/2006/metadata/properties" xmlns:ns2="133e17d1-be70-461a-a87f-ab3f8ad04322" targetNamespace="http://schemas.microsoft.com/office/2006/metadata/properties" ma:root="true" ma:fieldsID="2cb69ee926717c0affa5cf4557a209bb" ns2:_="">
    <xsd:import namespace="133e17d1-be70-461a-a87f-ab3f8ad043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3e17d1-be70-461a-a87f-ab3f8ad043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D202D8-76D0-4D83-9727-C78ABAEB863C}">
  <ds:schemaRefs>
    <ds:schemaRef ds:uri="133e17d1-be70-461a-a87f-ab3f8ad043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BD38D26-A2EC-4044-9837-138A25E41F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2202FC-F83A-49A5-8FD3-F5796F478A9B}">
  <ds:schemaRefs>
    <ds:schemaRef ds:uri="http://purl.org/dc/dcmitype/"/>
    <ds:schemaRef ds:uri="http://schemas.microsoft.com/office/2006/metadata/properties"/>
    <ds:schemaRef ds:uri="133e17d1-be70-461a-a87f-ab3f8ad04322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32</Words>
  <Application>Microsoft Office PowerPoint</Application>
  <PresentationFormat>Presentazione su schermo (16:9)</PresentationFormat>
  <Paragraphs>13</Paragraphs>
  <Slides>1</Slides>
  <Notes>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8</vt:i4>
      </vt:variant>
      <vt:variant>
        <vt:lpstr>Titoli diapositive</vt:lpstr>
      </vt:variant>
      <vt:variant>
        <vt:i4>1</vt:i4>
      </vt:variant>
      <vt:variant>
        <vt:lpstr>Presentazioni personalizzate</vt:lpstr>
      </vt:variant>
      <vt:variant>
        <vt:i4>1</vt:i4>
      </vt:variant>
    </vt:vector>
  </HeadingPairs>
  <TitlesOfParts>
    <vt:vector size="12" baseType="lpstr">
      <vt:lpstr>Noto Sans SemiBold</vt:lpstr>
      <vt:lpstr>Arial</vt:lpstr>
      <vt:lpstr>COVER</vt:lpstr>
      <vt:lpstr>DIVIDERS</vt:lpstr>
      <vt:lpstr>FIXED SLIDES</vt:lpstr>
      <vt:lpstr>PAGES</vt:lpstr>
      <vt:lpstr>BACK COVER</vt:lpstr>
      <vt:lpstr>1_PAGES</vt:lpstr>
      <vt:lpstr>1_BACK COVER</vt:lpstr>
      <vt:lpstr>2_PAGES</vt:lpstr>
      <vt:lpstr>Presentazione standard di PowerPoint</vt:lpstr>
      <vt:lpstr>Presentazione personalizzata 1</vt:lpstr>
    </vt:vector>
  </TitlesOfParts>
  <Manager/>
  <Company>FUTUREBRAND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BIP</dc:title>
  <dc:subject/>
  <dc:creator>Nicola.Sfondrini@mail-bip.com</dc:creator>
  <cp:keywords/>
  <dc:description/>
  <cp:lastModifiedBy>Nicola Sfondrini</cp:lastModifiedBy>
  <cp:revision>7</cp:revision>
  <dcterms:created xsi:type="dcterms:W3CDTF">2015-09-16T21:20:32Z</dcterms:created>
  <dcterms:modified xsi:type="dcterms:W3CDTF">2025-11-24T07:58:05Z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0x0101004AF161EF78589242B3F202F53A7D40CF</vt:lpwstr>
  </property>
  <property fmtid="{D5CDD505-2E9C-101B-9397-08002B2CF9AE}" pid="3" name="Order">
    <vt:r8>14800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SlidoAppVersion">
    <vt:lpwstr>1.6.1.4122</vt:lpwstr>
  </property>
</Properties>
</file>