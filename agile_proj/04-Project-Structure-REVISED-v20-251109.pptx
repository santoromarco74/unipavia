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7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34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35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36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notesSlides/notesSlide37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721" r:id="rId2"/>
  </p:sldMasterIdLst>
  <p:notesMasterIdLst>
    <p:notesMasterId r:id="rId107"/>
  </p:notesMasterIdLst>
  <p:handoutMasterIdLst>
    <p:handoutMasterId r:id="rId108"/>
  </p:handoutMasterIdLst>
  <p:sldIdLst>
    <p:sldId id="1209" r:id="rId3"/>
    <p:sldId id="1206" r:id="rId4"/>
    <p:sldId id="846" r:id="rId5"/>
    <p:sldId id="1197" r:id="rId6"/>
    <p:sldId id="1183" r:id="rId7"/>
    <p:sldId id="1177" r:id="rId8"/>
    <p:sldId id="433" r:id="rId9"/>
    <p:sldId id="1207" r:id="rId10"/>
    <p:sldId id="1180" r:id="rId11"/>
    <p:sldId id="1182" r:id="rId12"/>
    <p:sldId id="1178" r:id="rId13"/>
    <p:sldId id="1129" r:id="rId14"/>
    <p:sldId id="1198" r:id="rId15"/>
    <p:sldId id="1184" r:id="rId16"/>
    <p:sldId id="1185" r:id="rId17"/>
    <p:sldId id="1186" r:id="rId18"/>
    <p:sldId id="422" r:id="rId19"/>
    <p:sldId id="1187" r:id="rId20"/>
    <p:sldId id="511" r:id="rId21"/>
    <p:sldId id="1130" r:id="rId22"/>
    <p:sldId id="1199" r:id="rId23"/>
    <p:sldId id="1189" r:id="rId24"/>
    <p:sldId id="1135" r:id="rId25"/>
    <p:sldId id="1134" r:id="rId26"/>
    <p:sldId id="1136" r:id="rId27"/>
    <p:sldId id="1137" r:id="rId28"/>
    <p:sldId id="1139" r:id="rId29"/>
    <p:sldId id="1138" r:id="rId30"/>
    <p:sldId id="1140" r:id="rId31"/>
    <p:sldId id="1141" r:id="rId32"/>
    <p:sldId id="1142" r:id="rId33"/>
    <p:sldId id="1143" r:id="rId34"/>
    <p:sldId id="1144" r:id="rId35"/>
    <p:sldId id="428" r:id="rId36"/>
    <p:sldId id="430" r:id="rId37"/>
    <p:sldId id="500" r:id="rId38"/>
    <p:sldId id="501" r:id="rId39"/>
    <p:sldId id="1131" r:id="rId40"/>
    <p:sldId id="1200" r:id="rId41"/>
    <p:sldId id="564" r:id="rId42"/>
    <p:sldId id="519" r:id="rId43"/>
    <p:sldId id="1208" r:id="rId44"/>
    <p:sldId id="1149" r:id="rId45"/>
    <p:sldId id="1150" r:id="rId46"/>
    <p:sldId id="1151" r:id="rId47"/>
    <p:sldId id="1152" r:id="rId48"/>
    <p:sldId id="1153" r:id="rId49"/>
    <p:sldId id="1154" r:id="rId50"/>
    <p:sldId id="1155" r:id="rId51"/>
    <p:sldId id="1156" r:id="rId52"/>
    <p:sldId id="1132" r:id="rId53"/>
    <p:sldId id="1201" r:id="rId54"/>
    <p:sldId id="578" r:id="rId55"/>
    <p:sldId id="516" r:id="rId56"/>
    <p:sldId id="515" r:id="rId57"/>
    <p:sldId id="1202" r:id="rId58"/>
    <p:sldId id="576" r:id="rId59"/>
    <p:sldId id="455" r:id="rId60"/>
    <p:sldId id="570" r:id="rId61"/>
    <p:sldId id="385" r:id="rId62"/>
    <p:sldId id="386" r:id="rId63"/>
    <p:sldId id="387" r:id="rId64"/>
    <p:sldId id="388" r:id="rId65"/>
    <p:sldId id="389" r:id="rId66"/>
    <p:sldId id="390" r:id="rId67"/>
    <p:sldId id="1133" r:id="rId68"/>
    <p:sldId id="1203" r:id="rId69"/>
    <p:sldId id="563" r:id="rId70"/>
    <p:sldId id="562" r:id="rId71"/>
    <p:sldId id="488" r:id="rId72"/>
    <p:sldId id="1204" r:id="rId73"/>
    <p:sldId id="1170" r:id="rId74"/>
    <p:sldId id="394" r:id="rId75"/>
    <p:sldId id="1210" r:id="rId76"/>
    <p:sldId id="496" r:id="rId77"/>
    <p:sldId id="497" r:id="rId78"/>
    <p:sldId id="494" r:id="rId79"/>
    <p:sldId id="1145" r:id="rId80"/>
    <p:sldId id="1146" r:id="rId81"/>
    <p:sldId id="406" r:id="rId82"/>
    <p:sldId id="1205" r:id="rId83"/>
    <p:sldId id="518" r:id="rId84"/>
    <p:sldId id="574" r:id="rId85"/>
    <p:sldId id="536" r:id="rId86"/>
    <p:sldId id="537" r:id="rId87"/>
    <p:sldId id="546" r:id="rId88"/>
    <p:sldId id="538" r:id="rId89"/>
    <p:sldId id="539" r:id="rId90"/>
    <p:sldId id="540" r:id="rId91"/>
    <p:sldId id="541" r:id="rId92"/>
    <p:sldId id="542" r:id="rId93"/>
    <p:sldId id="573" r:id="rId94"/>
    <p:sldId id="572" r:id="rId95"/>
    <p:sldId id="1158" r:id="rId96"/>
    <p:sldId id="827" r:id="rId97"/>
    <p:sldId id="829" r:id="rId98"/>
    <p:sldId id="831" r:id="rId99"/>
    <p:sldId id="832" r:id="rId100"/>
    <p:sldId id="834" r:id="rId101"/>
    <p:sldId id="836" r:id="rId102"/>
    <p:sldId id="838" r:id="rId103"/>
    <p:sldId id="839" r:id="rId104"/>
    <p:sldId id="840" r:id="rId105"/>
    <p:sldId id="842" r:id="rId106"/>
  </p:sldIdLst>
  <p:sldSz cx="9906000" cy="6858000" type="A4"/>
  <p:notesSz cx="6858000" cy="9945688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00"/>
    <a:srgbClr val="FF9900"/>
    <a:srgbClr val="FF0000"/>
    <a:srgbClr val="FF6600"/>
    <a:srgbClr val="000066"/>
    <a:srgbClr val="003366"/>
    <a:srgbClr val="7030A0"/>
    <a:srgbClr val="000000"/>
    <a:srgbClr val="CC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90" autoAdjust="0"/>
    <p:restoredTop sz="93844" autoAdjust="0"/>
  </p:normalViewPr>
  <p:slideViewPr>
    <p:cSldViewPr>
      <p:cViewPr varScale="1">
        <p:scale>
          <a:sx n="99" d="100"/>
          <a:sy n="99" d="100"/>
        </p:scale>
        <p:origin x="1338" y="30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5713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02" y="90"/>
      </p:cViewPr>
      <p:guideLst>
        <p:guide orient="horz" pos="313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ableStyles" Target="tableStyles.xml"/><Relationship Id="rId16" Type="http://schemas.openxmlformats.org/officeDocument/2006/relationships/slide" Target="slides/slide14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presProps" Target="pres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38C3F6-2858-4F46-B8A3-6212508E892F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</dgm:pt>
    <dgm:pt modelId="{0B7ADFA9-0ABD-459E-9C92-1A3B75D7BAB5}">
      <dgm:prSet phldrT="[Testo]"/>
      <dgm:spPr/>
      <dgm:t>
        <a:bodyPr/>
        <a:lstStyle/>
        <a:p>
          <a:r>
            <a:rPr lang="en-US" noProof="0" dirty="0">
              <a:solidFill>
                <a:schemeClr val="accent6">
                  <a:lumMod val="75000"/>
                </a:schemeClr>
              </a:solidFill>
            </a:rPr>
            <a:t>Step 1.1 List of candidate deliverables </a:t>
          </a:r>
        </a:p>
      </dgm:t>
    </dgm:pt>
    <dgm:pt modelId="{990C1A59-4273-4A61-9DF7-CEFE63AE9996}" type="parTrans" cxnId="{67F55607-D1C0-44B7-A7F0-5C02F3A2CAD2}">
      <dgm:prSet/>
      <dgm:spPr/>
      <dgm:t>
        <a:bodyPr/>
        <a:lstStyle/>
        <a:p>
          <a:endParaRPr lang="en-US" noProof="0" dirty="0"/>
        </a:p>
      </dgm:t>
    </dgm:pt>
    <dgm:pt modelId="{28FA98A0-90FD-45EA-9C08-8B5AD8B5A4FE}" type="sibTrans" cxnId="{67F55607-D1C0-44B7-A7F0-5C02F3A2CAD2}">
      <dgm:prSet/>
      <dgm:spPr/>
      <dgm:t>
        <a:bodyPr/>
        <a:lstStyle/>
        <a:p>
          <a:endParaRPr lang="en-US" noProof="0" dirty="0"/>
        </a:p>
      </dgm:t>
    </dgm:pt>
    <dgm:pt modelId="{ECC569FB-5DC4-4338-9ED1-B9D3289A8654}">
      <dgm:prSet phldrT="[Testo]"/>
      <dgm:spPr/>
      <dgm:t>
        <a:bodyPr/>
        <a:lstStyle/>
        <a:p>
          <a:r>
            <a:rPr lang="en-US" noProof="0" dirty="0">
              <a:solidFill>
                <a:schemeClr val="accent6">
                  <a:lumMod val="75000"/>
                </a:schemeClr>
              </a:solidFill>
            </a:rPr>
            <a:t>Step 1.2 Aggregation /  Division</a:t>
          </a:r>
        </a:p>
      </dgm:t>
    </dgm:pt>
    <dgm:pt modelId="{44832A67-EAC3-4DEC-B4E2-244BEB2D5A2F}" type="parTrans" cxnId="{399923F6-A57A-49FF-A61E-E34069F6B31B}">
      <dgm:prSet/>
      <dgm:spPr/>
      <dgm:t>
        <a:bodyPr/>
        <a:lstStyle/>
        <a:p>
          <a:endParaRPr lang="en-US" noProof="0" dirty="0"/>
        </a:p>
      </dgm:t>
    </dgm:pt>
    <dgm:pt modelId="{988B0020-B0C3-4DE3-99D2-F48B52D87A3A}" type="sibTrans" cxnId="{399923F6-A57A-49FF-A61E-E34069F6B31B}">
      <dgm:prSet/>
      <dgm:spPr/>
      <dgm:t>
        <a:bodyPr/>
        <a:lstStyle/>
        <a:p>
          <a:endParaRPr lang="en-US" noProof="0" dirty="0"/>
        </a:p>
      </dgm:t>
    </dgm:pt>
    <dgm:pt modelId="{4C8B1F9B-C61C-4211-A553-7F396B602DE1}">
      <dgm:prSet phldrT="[Testo]"/>
      <dgm:spPr/>
      <dgm:t>
        <a:bodyPr/>
        <a:lstStyle/>
        <a:p>
          <a:r>
            <a:rPr lang="en-US" noProof="0" dirty="0">
              <a:solidFill>
                <a:schemeClr val="accent6">
                  <a:lumMod val="75000"/>
                </a:schemeClr>
              </a:solidFill>
            </a:rPr>
            <a:t>Step 1.3 Product Breakdown Structure</a:t>
          </a:r>
        </a:p>
      </dgm:t>
    </dgm:pt>
    <dgm:pt modelId="{A1279F74-ECF6-466C-BB47-34DAE585E974}" type="parTrans" cxnId="{6344B3F3-9586-4A3E-8916-24587B084DEC}">
      <dgm:prSet/>
      <dgm:spPr/>
      <dgm:t>
        <a:bodyPr/>
        <a:lstStyle/>
        <a:p>
          <a:endParaRPr lang="en-US" noProof="0" dirty="0"/>
        </a:p>
      </dgm:t>
    </dgm:pt>
    <dgm:pt modelId="{D3452CD4-ED8E-4B90-85B4-323D7B0E7E85}" type="sibTrans" cxnId="{6344B3F3-9586-4A3E-8916-24587B084DEC}">
      <dgm:prSet/>
      <dgm:spPr/>
      <dgm:t>
        <a:bodyPr/>
        <a:lstStyle/>
        <a:p>
          <a:endParaRPr lang="en-US" noProof="0" dirty="0"/>
        </a:p>
      </dgm:t>
    </dgm:pt>
    <dgm:pt modelId="{91DADA8E-17F5-4B75-883D-DB2B75A55357}" type="pres">
      <dgm:prSet presAssocID="{7F38C3F6-2858-4F46-B8A3-6212508E892F}" presName="CompostProcess" presStyleCnt="0">
        <dgm:presLayoutVars>
          <dgm:dir/>
          <dgm:resizeHandles val="exact"/>
        </dgm:presLayoutVars>
      </dgm:prSet>
      <dgm:spPr/>
    </dgm:pt>
    <dgm:pt modelId="{29BDA9C5-C64D-4E83-9F86-069CD6627E30}" type="pres">
      <dgm:prSet presAssocID="{7F38C3F6-2858-4F46-B8A3-6212508E892F}" presName="arrow" presStyleLbl="bgShp" presStyleIdx="0" presStyleCnt="1"/>
      <dgm:spPr/>
    </dgm:pt>
    <dgm:pt modelId="{46DAE233-BB9B-4784-BC92-D1A2C2F2AA4A}" type="pres">
      <dgm:prSet presAssocID="{7F38C3F6-2858-4F46-B8A3-6212508E892F}" presName="linearProcess" presStyleCnt="0"/>
      <dgm:spPr/>
    </dgm:pt>
    <dgm:pt modelId="{9DE5DB92-F291-40F8-819D-694C160CF23C}" type="pres">
      <dgm:prSet presAssocID="{0B7ADFA9-0ABD-459E-9C92-1A3B75D7BAB5}" presName="textNode" presStyleLbl="node1" presStyleIdx="0" presStyleCnt="3" custLinFactNeighborY="2028">
        <dgm:presLayoutVars>
          <dgm:bulletEnabled val="1"/>
        </dgm:presLayoutVars>
      </dgm:prSet>
      <dgm:spPr/>
    </dgm:pt>
    <dgm:pt modelId="{032FC9D1-EF26-482B-BE98-B70F8D0A1325}" type="pres">
      <dgm:prSet presAssocID="{28FA98A0-90FD-45EA-9C08-8B5AD8B5A4FE}" presName="sibTrans" presStyleCnt="0"/>
      <dgm:spPr/>
    </dgm:pt>
    <dgm:pt modelId="{82A6F40B-670E-4B78-8F2C-A5E398364F1C}" type="pres">
      <dgm:prSet presAssocID="{ECC569FB-5DC4-4338-9ED1-B9D3289A8654}" presName="textNode" presStyleLbl="node1" presStyleIdx="1" presStyleCnt="3" custLinFactNeighborY="2028">
        <dgm:presLayoutVars>
          <dgm:bulletEnabled val="1"/>
        </dgm:presLayoutVars>
      </dgm:prSet>
      <dgm:spPr/>
    </dgm:pt>
    <dgm:pt modelId="{379D32D7-31AD-4686-8D44-657D2B528A7B}" type="pres">
      <dgm:prSet presAssocID="{988B0020-B0C3-4DE3-99D2-F48B52D87A3A}" presName="sibTrans" presStyleCnt="0"/>
      <dgm:spPr/>
    </dgm:pt>
    <dgm:pt modelId="{AF68E86F-7DA4-48D2-83C4-42FDB1F8B8B1}" type="pres">
      <dgm:prSet presAssocID="{4C8B1F9B-C61C-4211-A553-7F396B602DE1}" presName="textNode" presStyleLbl="node1" presStyleIdx="2" presStyleCnt="3" custLinFactNeighborY="2028">
        <dgm:presLayoutVars>
          <dgm:bulletEnabled val="1"/>
        </dgm:presLayoutVars>
      </dgm:prSet>
      <dgm:spPr/>
    </dgm:pt>
  </dgm:ptLst>
  <dgm:cxnLst>
    <dgm:cxn modelId="{67F55607-D1C0-44B7-A7F0-5C02F3A2CAD2}" srcId="{7F38C3F6-2858-4F46-B8A3-6212508E892F}" destId="{0B7ADFA9-0ABD-459E-9C92-1A3B75D7BAB5}" srcOrd="0" destOrd="0" parTransId="{990C1A59-4273-4A61-9DF7-CEFE63AE9996}" sibTransId="{28FA98A0-90FD-45EA-9C08-8B5AD8B5A4FE}"/>
    <dgm:cxn modelId="{6ACF6F19-C41C-4534-B0A1-69C63BABD87A}" type="presOf" srcId="{0B7ADFA9-0ABD-459E-9C92-1A3B75D7BAB5}" destId="{9DE5DB92-F291-40F8-819D-694C160CF23C}" srcOrd="0" destOrd="0" presId="urn:microsoft.com/office/officeart/2005/8/layout/hProcess9"/>
    <dgm:cxn modelId="{EF27A12C-8561-4C40-BED3-7C4A09D718A2}" type="presOf" srcId="{4C8B1F9B-C61C-4211-A553-7F396B602DE1}" destId="{AF68E86F-7DA4-48D2-83C4-42FDB1F8B8B1}" srcOrd="0" destOrd="0" presId="urn:microsoft.com/office/officeart/2005/8/layout/hProcess9"/>
    <dgm:cxn modelId="{DDB24C3A-2F83-4172-B605-A5CC2B5BE391}" type="presOf" srcId="{ECC569FB-5DC4-4338-9ED1-B9D3289A8654}" destId="{82A6F40B-670E-4B78-8F2C-A5E398364F1C}" srcOrd="0" destOrd="0" presId="urn:microsoft.com/office/officeart/2005/8/layout/hProcess9"/>
    <dgm:cxn modelId="{C18593DC-9E46-4649-B003-B7005AA94563}" type="presOf" srcId="{7F38C3F6-2858-4F46-B8A3-6212508E892F}" destId="{91DADA8E-17F5-4B75-883D-DB2B75A55357}" srcOrd="0" destOrd="0" presId="urn:microsoft.com/office/officeart/2005/8/layout/hProcess9"/>
    <dgm:cxn modelId="{6344B3F3-9586-4A3E-8916-24587B084DEC}" srcId="{7F38C3F6-2858-4F46-B8A3-6212508E892F}" destId="{4C8B1F9B-C61C-4211-A553-7F396B602DE1}" srcOrd="2" destOrd="0" parTransId="{A1279F74-ECF6-466C-BB47-34DAE585E974}" sibTransId="{D3452CD4-ED8E-4B90-85B4-323D7B0E7E85}"/>
    <dgm:cxn modelId="{399923F6-A57A-49FF-A61E-E34069F6B31B}" srcId="{7F38C3F6-2858-4F46-B8A3-6212508E892F}" destId="{ECC569FB-5DC4-4338-9ED1-B9D3289A8654}" srcOrd="1" destOrd="0" parTransId="{44832A67-EAC3-4DEC-B4E2-244BEB2D5A2F}" sibTransId="{988B0020-B0C3-4DE3-99D2-F48B52D87A3A}"/>
    <dgm:cxn modelId="{0CE0CDDF-E8C0-4926-BEC9-8544569EC9F1}" type="presParOf" srcId="{91DADA8E-17F5-4B75-883D-DB2B75A55357}" destId="{29BDA9C5-C64D-4E83-9F86-069CD6627E30}" srcOrd="0" destOrd="0" presId="urn:microsoft.com/office/officeart/2005/8/layout/hProcess9"/>
    <dgm:cxn modelId="{5CE62019-CD30-44F0-A55C-E62E7A2952EA}" type="presParOf" srcId="{91DADA8E-17F5-4B75-883D-DB2B75A55357}" destId="{46DAE233-BB9B-4784-BC92-D1A2C2F2AA4A}" srcOrd="1" destOrd="0" presId="urn:microsoft.com/office/officeart/2005/8/layout/hProcess9"/>
    <dgm:cxn modelId="{3109859D-96B2-48AF-823F-0FFC2CADDC96}" type="presParOf" srcId="{46DAE233-BB9B-4784-BC92-D1A2C2F2AA4A}" destId="{9DE5DB92-F291-40F8-819D-694C160CF23C}" srcOrd="0" destOrd="0" presId="urn:microsoft.com/office/officeart/2005/8/layout/hProcess9"/>
    <dgm:cxn modelId="{3B1F20AD-FF15-4E00-8E26-B9FF2F6A6279}" type="presParOf" srcId="{46DAE233-BB9B-4784-BC92-D1A2C2F2AA4A}" destId="{032FC9D1-EF26-482B-BE98-B70F8D0A1325}" srcOrd="1" destOrd="0" presId="urn:microsoft.com/office/officeart/2005/8/layout/hProcess9"/>
    <dgm:cxn modelId="{3D895156-917A-428A-9F5C-F6FDCA0D496E}" type="presParOf" srcId="{46DAE233-BB9B-4784-BC92-D1A2C2F2AA4A}" destId="{82A6F40B-670E-4B78-8F2C-A5E398364F1C}" srcOrd="2" destOrd="0" presId="urn:microsoft.com/office/officeart/2005/8/layout/hProcess9"/>
    <dgm:cxn modelId="{A256BA60-48F0-4B13-9553-20F34DD1DB2F}" type="presParOf" srcId="{46DAE233-BB9B-4784-BC92-D1A2C2F2AA4A}" destId="{379D32D7-31AD-4686-8D44-657D2B528A7B}" srcOrd="3" destOrd="0" presId="urn:microsoft.com/office/officeart/2005/8/layout/hProcess9"/>
    <dgm:cxn modelId="{B9B98F93-1815-4820-B501-2EEBF736E05C}" type="presParOf" srcId="{46DAE233-BB9B-4784-BC92-D1A2C2F2AA4A}" destId="{AF68E86F-7DA4-48D2-83C4-42FDB1F8B8B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38C3F6-2858-4F46-B8A3-6212508E892F}" type="doc">
      <dgm:prSet loTypeId="urn:microsoft.com/office/officeart/2005/8/layout/hProcess9" loCatId="process" qsTypeId="urn:microsoft.com/office/officeart/2005/8/quickstyle/simple1" qsCatId="simple" csTypeId="urn:microsoft.com/office/officeart/2005/8/colors/accent1_1" csCatId="accent1" phldr="1"/>
      <dgm:spPr/>
    </dgm:pt>
    <dgm:pt modelId="{0B7ADFA9-0ABD-459E-9C92-1A3B75D7BAB5}">
      <dgm:prSet phldrT="[Testo]"/>
      <dgm:spPr/>
      <dgm:t>
        <a:bodyPr/>
        <a:lstStyle/>
        <a:p>
          <a:r>
            <a:rPr lang="en-US" noProof="0" dirty="0">
              <a:solidFill>
                <a:schemeClr val="accent6">
                  <a:lumMod val="75000"/>
                </a:schemeClr>
              </a:solidFill>
            </a:rPr>
            <a:t>Step 2.1 Define lifecycle models</a:t>
          </a:r>
        </a:p>
      </dgm:t>
    </dgm:pt>
    <dgm:pt modelId="{990C1A59-4273-4A61-9DF7-CEFE63AE9996}" type="parTrans" cxnId="{67F55607-D1C0-44B7-A7F0-5C02F3A2CAD2}">
      <dgm:prSet/>
      <dgm:spPr/>
      <dgm:t>
        <a:bodyPr/>
        <a:lstStyle/>
        <a:p>
          <a:endParaRPr lang="en-US" noProof="0" dirty="0"/>
        </a:p>
      </dgm:t>
    </dgm:pt>
    <dgm:pt modelId="{28FA98A0-90FD-45EA-9C08-8B5AD8B5A4FE}" type="sibTrans" cxnId="{67F55607-D1C0-44B7-A7F0-5C02F3A2CAD2}">
      <dgm:prSet/>
      <dgm:spPr/>
      <dgm:t>
        <a:bodyPr/>
        <a:lstStyle/>
        <a:p>
          <a:endParaRPr lang="en-US" noProof="0" dirty="0"/>
        </a:p>
      </dgm:t>
    </dgm:pt>
    <dgm:pt modelId="{ECC569FB-5DC4-4338-9ED1-B9D3289A8654}">
      <dgm:prSet phldrT="[Testo]"/>
      <dgm:spPr/>
      <dgm:t>
        <a:bodyPr/>
        <a:lstStyle/>
        <a:p>
          <a:r>
            <a:rPr lang="en-US" noProof="0" dirty="0">
              <a:solidFill>
                <a:schemeClr val="accent6">
                  <a:lumMod val="75000"/>
                </a:schemeClr>
              </a:solidFill>
            </a:rPr>
            <a:t>Step 2.2 Customize / detail  the lifecycle models</a:t>
          </a:r>
        </a:p>
      </dgm:t>
    </dgm:pt>
    <dgm:pt modelId="{44832A67-EAC3-4DEC-B4E2-244BEB2D5A2F}" type="parTrans" cxnId="{399923F6-A57A-49FF-A61E-E34069F6B31B}">
      <dgm:prSet/>
      <dgm:spPr/>
      <dgm:t>
        <a:bodyPr/>
        <a:lstStyle/>
        <a:p>
          <a:endParaRPr lang="en-US" noProof="0" dirty="0"/>
        </a:p>
      </dgm:t>
    </dgm:pt>
    <dgm:pt modelId="{988B0020-B0C3-4DE3-99D2-F48B52D87A3A}" type="sibTrans" cxnId="{399923F6-A57A-49FF-A61E-E34069F6B31B}">
      <dgm:prSet/>
      <dgm:spPr/>
      <dgm:t>
        <a:bodyPr/>
        <a:lstStyle/>
        <a:p>
          <a:endParaRPr lang="en-US" noProof="0" dirty="0"/>
        </a:p>
      </dgm:t>
    </dgm:pt>
    <dgm:pt modelId="{91DADA8E-17F5-4B75-883D-DB2B75A55357}" type="pres">
      <dgm:prSet presAssocID="{7F38C3F6-2858-4F46-B8A3-6212508E892F}" presName="CompostProcess" presStyleCnt="0">
        <dgm:presLayoutVars>
          <dgm:dir/>
          <dgm:resizeHandles val="exact"/>
        </dgm:presLayoutVars>
      </dgm:prSet>
      <dgm:spPr/>
    </dgm:pt>
    <dgm:pt modelId="{29BDA9C5-C64D-4E83-9F86-069CD6627E30}" type="pres">
      <dgm:prSet presAssocID="{7F38C3F6-2858-4F46-B8A3-6212508E892F}" presName="arrow" presStyleLbl="bgShp" presStyleIdx="0" presStyleCnt="1"/>
      <dgm:spPr/>
    </dgm:pt>
    <dgm:pt modelId="{46DAE233-BB9B-4784-BC92-D1A2C2F2AA4A}" type="pres">
      <dgm:prSet presAssocID="{7F38C3F6-2858-4F46-B8A3-6212508E892F}" presName="linearProcess" presStyleCnt="0"/>
      <dgm:spPr/>
    </dgm:pt>
    <dgm:pt modelId="{9DE5DB92-F291-40F8-819D-694C160CF23C}" type="pres">
      <dgm:prSet presAssocID="{0B7ADFA9-0ABD-459E-9C92-1A3B75D7BAB5}" presName="textNode" presStyleLbl="node1" presStyleIdx="0" presStyleCnt="2" custLinFactNeighborY="2028">
        <dgm:presLayoutVars>
          <dgm:bulletEnabled val="1"/>
        </dgm:presLayoutVars>
      </dgm:prSet>
      <dgm:spPr/>
    </dgm:pt>
    <dgm:pt modelId="{032FC9D1-EF26-482B-BE98-B70F8D0A1325}" type="pres">
      <dgm:prSet presAssocID="{28FA98A0-90FD-45EA-9C08-8B5AD8B5A4FE}" presName="sibTrans" presStyleCnt="0"/>
      <dgm:spPr/>
    </dgm:pt>
    <dgm:pt modelId="{82A6F40B-670E-4B78-8F2C-A5E398364F1C}" type="pres">
      <dgm:prSet presAssocID="{ECC569FB-5DC4-4338-9ED1-B9D3289A8654}" presName="textNode" presStyleLbl="node1" presStyleIdx="1" presStyleCnt="2" custLinFactNeighborY="2028">
        <dgm:presLayoutVars>
          <dgm:bulletEnabled val="1"/>
        </dgm:presLayoutVars>
      </dgm:prSet>
      <dgm:spPr/>
    </dgm:pt>
  </dgm:ptLst>
  <dgm:cxnLst>
    <dgm:cxn modelId="{67F55607-D1C0-44B7-A7F0-5C02F3A2CAD2}" srcId="{7F38C3F6-2858-4F46-B8A3-6212508E892F}" destId="{0B7ADFA9-0ABD-459E-9C92-1A3B75D7BAB5}" srcOrd="0" destOrd="0" parTransId="{990C1A59-4273-4A61-9DF7-CEFE63AE9996}" sibTransId="{28FA98A0-90FD-45EA-9C08-8B5AD8B5A4FE}"/>
    <dgm:cxn modelId="{6ACF6F19-C41C-4534-B0A1-69C63BABD87A}" type="presOf" srcId="{0B7ADFA9-0ABD-459E-9C92-1A3B75D7BAB5}" destId="{9DE5DB92-F291-40F8-819D-694C160CF23C}" srcOrd="0" destOrd="0" presId="urn:microsoft.com/office/officeart/2005/8/layout/hProcess9"/>
    <dgm:cxn modelId="{DDB24C3A-2F83-4172-B605-A5CC2B5BE391}" type="presOf" srcId="{ECC569FB-5DC4-4338-9ED1-B9D3289A8654}" destId="{82A6F40B-670E-4B78-8F2C-A5E398364F1C}" srcOrd="0" destOrd="0" presId="urn:microsoft.com/office/officeart/2005/8/layout/hProcess9"/>
    <dgm:cxn modelId="{C18593DC-9E46-4649-B003-B7005AA94563}" type="presOf" srcId="{7F38C3F6-2858-4F46-B8A3-6212508E892F}" destId="{91DADA8E-17F5-4B75-883D-DB2B75A55357}" srcOrd="0" destOrd="0" presId="urn:microsoft.com/office/officeart/2005/8/layout/hProcess9"/>
    <dgm:cxn modelId="{399923F6-A57A-49FF-A61E-E34069F6B31B}" srcId="{7F38C3F6-2858-4F46-B8A3-6212508E892F}" destId="{ECC569FB-5DC4-4338-9ED1-B9D3289A8654}" srcOrd="1" destOrd="0" parTransId="{44832A67-EAC3-4DEC-B4E2-244BEB2D5A2F}" sibTransId="{988B0020-B0C3-4DE3-99D2-F48B52D87A3A}"/>
    <dgm:cxn modelId="{0CE0CDDF-E8C0-4926-BEC9-8544569EC9F1}" type="presParOf" srcId="{91DADA8E-17F5-4B75-883D-DB2B75A55357}" destId="{29BDA9C5-C64D-4E83-9F86-069CD6627E30}" srcOrd="0" destOrd="0" presId="urn:microsoft.com/office/officeart/2005/8/layout/hProcess9"/>
    <dgm:cxn modelId="{5CE62019-CD30-44F0-A55C-E62E7A2952EA}" type="presParOf" srcId="{91DADA8E-17F5-4B75-883D-DB2B75A55357}" destId="{46DAE233-BB9B-4784-BC92-D1A2C2F2AA4A}" srcOrd="1" destOrd="0" presId="urn:microsoft.com/office/officeart/2005/8/layout/hProcess9"/>
    <dgm:cxn modelId="{3109859D-96B2-48AF-823F-0FFC2CADDC96}" type="presParOf" srcId="{46DAE233-BB9B-4784-BC92-D1A2C2F2AA4A}" destId="{9DE5DB92-F291-40F8-819D-694C160CF23C}" srcOrd="0" destOrd="0" presId="urn:microsoft.com/office/officeart/2005/8/layout/hProcess9"/>
    <dgm:cxn modelId="{3B1F20AD-FF15-4E00-8E26-B9FF2F6A6279}" type="presParOf" srcId="{46DAE233-BB9B-4784-BC92-D1A2C2F2AA4A}" destId="{032FC9D1-EF26-482B-BE98-B70F8D0A1325}" srcOrd="1" destOrd="0" presId="urn:microsoft.com/office/officeart/2005/8/layout/hProcess9"/>
    <dgm:cxn modelId="{3D895156-917A-428A-9F5C-F6FDCA0D496E}" type="presParOf" srcId="{46DAE233-BB9B-4784-BC92-D1A2C2F2AA4A}" destId="{82A6F40B-670E-4B78-8F2C-A5E398364F1C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5481C3-B5FF-4597-A283-4AF4364B7560}" type="doc">
      <dgm:prSet loTypeId="urn:microsoft.com/office/officeart/2005/8/layout/bProcess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DABD897-0007-40E3-8371-1D9F869F114B}">
      <dgm:prSet phldrT="[Testo]"/>
      <dgm:spPr/>
      <dgm:t>
        <a:bodyPr/>
        <a:lstStyle/>
        <a:p>
          <a:r>
            <a:rPr lang="en-US" noProof="0" dirty="0"/>
            <a:t>As-is Business  Analysis</a:t>
          </a:r>
        </a:p>
      </dgm:t>
    </dgm:pt>
    <dgm:pt modelId="{70103F51-2830-445C-B207-3257E856B1EE}" type="parTrans" cxnId="{AC05BAFE-B4C4-4601-A45F-C759ECE3AEC1}">
      <dgm:prSet/>
      <dgm:spPr/>
      <dgm:t>
        <a:bodyPr/>
        <a:lstStyle/>
        <a:p>
          <a:endParaRPr lang="en-US" noProof="0" dirty="0"/>
        </a:p>
      </dgm:t>
    </dgm:pt>
    <dgm:pt modelId="{D28333AA-B0B8-40F8-8BF4-4E6A162239B5}" type="sibTrans" cxnId="{AC05BAFE-B4C4-4601-A45F-C759ECE3AEC1}">
      <dgm:prSet/>
      <dgm:spPr/>
      <dgm:t>
        <a:bodyPr/>
        <a:lstStyle/>
        <a:p>
          <a:endParaRPr lang="en-US" noProof="0" dirty="0"/>
        </a:p>
      </dgm:t>
    </dgm:pt>
    <dgm:pt modelId="{7974A174-1F5C-44E9-83C3-2188F5C77170}">
      <dgm:prSet/>
      <dgm:spPr/>
      <dgm:t>
        <a:bodyPr/>
        <a:lstStyle/>
        <a:p>
          <a:r>
            <a:rPr lang="en-US" noProof="0" dirty="0"/>
            <a:t>Interviews </a:t>
          </a:r>
        </a:p>
      </dgm:t>
    </dgm:pt>
    <dgm:pt modelId="{DAEA965D-5203-40EE-B5F8-BDD9EC8A075A}" type="parTrans" cxnId="{93708D1E-C633-4156-961D-96F561D080E3}">
      <dgm:prSet/>
      <dgm:spPr/>
      <dgm:t>
        <a:bodyPr/>
        <a:lstStyle/>
        <a:p>
          <a:endParaRPr lang="en-US" noProof="0" dirty="0"/>
        </a:p>
      </dgm:t>
    </dgm:pt>
    <dgm:pt modelId="{6F1CCA55-85CF-4E3C-8307-4C198E588FAF}" type="sibTrans" cxnId="{93708D1E-C633-4156-961D-96F561D080E3}">
      <dgm:prSet/>
      <dgm:spPr/>
      <dgm:t>
        <a:bodyPr/>
        <a:lstStyle/>
        <a:p>
          <a:endParaRPr lang="en-US" noProof="0" dirty="0"/>
        </a:p>
      </dgm:t>
    </dgm:pt>
    <dgm:pt modelId="{C91C9DA1-19D8-4062-A9FD-5B8A044BCA7B}">
      <dgm:prSet/>
      <dgm:spPr/>
      <dgm:t>
        <a:bodyPr/>
        <a:lstStyle/>
        <a:p>
          <a:r>
            <a:rPr lang="en-US" noProof="0" dirty="0"/>
            <a:t>To-be Business Organization Design</a:t>
          </a:r>
        </a:p>
      </dgm:t>
    </dgm:pt>
    <dgm:pt modelId="{B872F2E9-8BEE-4FF6-8987-536D7EB56B65}" type="parTrans" cxnId="{3D2B1BF5-2CC4-413F-917C-87002728B7A6}">
      <dgm:prSet/>
      <dgm:spPr/>
      <dgm:t>
        <a:bodyPr/>
        <a:lstStyle/>
        <a:p>
          <a:endParaRPr lang="en-US" noProof="0" dirty="0"/>
        </a:p>
      </dgm:t>
    </dgm:pt>
    <dgm:pt modelId="{38E3084D-8C8C-4333-988A-99EF61891151}" type="sibTrans" cxnId="{3D2B1BF5-2CC4-413F-917C-87002728B7A6}">
      <dgm:prSet/>
      <dgm:spPr/>
      <dgm:t>
        <a:bodyPr/>
        <a:lstStyle/>
        <a:p>
          <a:endParaRPr lang="en-US" noProof="0" dirty="0"/>
        </a:p>
      </dgm:t>
    </dgm:pt>
    <dgm:pt modelId="{D23A1C63-4C7E-4F8E-AD3A-313EED27CFCB}">
      <dgm:prSet/>
      <dgm:spPr/>
      <dgm:t>
        <a:bodyPr/>
        <a:lstStyle/>
        <a:p>
          <a:r>
            <a:rPr lang="en-US" noProof="0" dirty="0"/>
            <a:t> Change </a:t>
          </a:r>
        </a:p>
      </dgm:t>
    </dgm:pt>
    <dgm:pt modelId="{3A6888A7-2C3A-4AE7-9F3F-A2F66D14EFC9}" type="parTrans" cxnId="{CC795CB5-B066-4003-9B2C-693C8588216E}">
      <dgm:prSet/>
      <dgm:spPr/>
      <dgm:t>
        <a:bodyPr/>
        <a:lstStyle/>
        <a:p>
          <a:endParaRPr lang="en-US" noProof="0" dirty="0"/>
        </a:p>
      </dgm:t>
    </dgm:pt>
    <dgm:pt modelId="{90CEA1A2-8D05-49B9-9402-ED9B9C92C58F}" type="sibTrans" cxnId="{CC795CB5-B066-4003-9B2C-693C8588216E}">
      <dgm:prSet/>
      <dgm:spPr/>
      <dgm:t>
        <a:bodyPr/>
        <a:lstStyle/>
        <a:p>
          <a:endParaRPr lang="en-US" noProof="0" dirty="0"/>
        </a:p>
      </dgm:t>
    </dgm:pt>
    <dgm:pt modelId="{07B3F6B7-3469-4B5A-B595-BCBD5D0B7A13}">
      <dgm:prSet/>
      <dgm:spPr/>
      <dgm:t>
        <a:bodyPr/>
        <a:lstStyle/>
        <a:p>
          <a:r>
            <a:rPr lang="en-US" noProof="0" dirty="0"/>
            <a:t>Document Analysis </a:t>
          </a:r>
        </a:p>
      </dgm:t>
    </dgm:pt>
    <dgm:pt modelId="{2BBB5860-A70D-4B02-AB0A-03AC592156B7}" type="parTrans" cxnId="{A9104274-3326-4713-A522-D4982396C83B}">
      <dgm:prSet/>
      <dgm:spPr/>
      <dgm:t>
        <a:bodyPr/>
        <a:lstStyle/>
        <a:p>
          <a:endParaRPr lang="en-US" noProof="0" dirty="0"/>
        </a:p>
      </dgm:t>
    </dgm:pt>
    <dgm:pt modelId="{3811A4D8-2B75-48E0-984F-38DF8A87484D}" type="sibTrans" cxnId="{A9104274-3326-4713-A522-D4982396C83B}">
      <dgm:prSet/>
      <dgm:spPr/>
      <dgm:t>
        <a:bodyPr/>
        <a:lstStyle/>
        <a:p>
          <a:endParaRPr lang="en-US" noProof="0" dirty="0"/>
        </a:p>
      </dgm:t>
    </dgm:pt>
    <dgm:pt modelId="{7B5E6AC1-0627-4AAA-8BC9-736F77039D90}">
      <dgm:prSet/>
      <dgm:spPr>
        <a:ln>
          <a:prstDash val="lgDash"/>
        </a:ln>
      </dgm:spPr>
      <dgm:t>
        <a:bodyPr/>
        <a:lstStyle/>
        <a:p>
          <a:r>
            <a:rPr lang="en-US" noProof="0" dirty="0"/>
            <a:t>Maintenance</a:t>
          </a:r>
        </a:p>
      </dgm:t>
    </dgm:pt>
    <dgm:pt modelId="{914888E2-EE7C-431E-A276-3E88D9B2660F}" type="parTrans" cxnId="{F64486E9-AD53-4F2B-995A-C00265677F31}">
      <dgm:prSet/>
      <dgm:spPr/>
      <dgm:t>
        <a:bodyPr/>
        <a:lstStyle/>
        <a:p>
          <a:endParaRPr lang="en-US" noProof="0" dirty="0"/>
        </a:p>
      </dgm:t>
    </dgm:pt>
    <dgm:pt modelId="{185E2BA5-F701-43E3-B93F-2CC37407856A}" type="sibTrans" cxnId="{F64486E9-AD53-4F2B-995A-C00265677F31}">
      <dgm:prSet/>
      <dgm:spPr/>
      <dgm:t>
        <a:bodyPr/>
        <a:lstStyle/>
        <a:p>
          <a:endParaRPr lang="en-US" noProof="0" dirty="0"/>
        </a:p>
      </dgm:t>
    </dgm:pt>
    <dgm:pt modelId="{BA0A7CA6-54C4-4F30-9C33-4B18E7220B7A}">
      <dgm:prSet/>
      <dgm:spPr/>
      <dgm:t>
        <a:bodyPr/>
        <a:lstStyle/>
        <a:p>
          <a:r>
            <a:rPr lang="en-US" noProof="0" dirty="0"/>
            <a:t>Structure Change</a:t>
          </a:r>
        </a:p>
      </dgm:t>
    </dgm:pt>
    <dgm:pt modelId="{6793F523-2BD1-4F03-81F8-3634AA020710}" type="parTrans" cxnId="{8984F944-8D09-47E3-99DB-9C2CB279C910}">
      <dgm:prSet/>
      <dgm:spPr/>
      <dgm:t>
        <a:bodyPr/>
        <a:lstStyle/>
        <a:p>
          <a:endParaRPr lang="en-US" noProof="0" dirty="0"/>
        </a:p>
      </dgm:t>
    </dgm:pt>
    <dgm:pt modelId="{8F2AD707-B825-4B0C-8BF4-69DFEBDA29B8}" type="sibTrans" cxnId="{8984F944-8D09-47E3-99DB-9C2CB279C910}">
      <dgm:prSet/>
      <dgm:spPr/>
      <dgm:t>
        <a:bodyPr/>
        <a:lstStyle/>
        <a:p>
          <a:endParaRPr lang="en-US" noProof="0" dirty="0"/>
        </a:p>
      </dgm:t>
    </dgm:pt>
    <dgm:pt modelId="{C000BF5F-682A-43D3-9F01-C3494E31F5A2}">
      <dgm:prSet/>
      <dgm:spPr/>
      <dgm:t>
        <a:bodyPr/>
        <a:lstStyle/>
        <a:p>
          <a:r>
            <a:rPr lang="en-US" noProof="0" dirty="0"/>
            <a:t>Staff Training</a:t>
          </a:r>
        </a:p>
      </dgm:t>
    </dgm:pt>
    <dgm:pt modelId="{5D53EA66-D5C2-4D1C-B222-6E8B599B9E9E}" type="parTrans" cxnId="{A89F1CDE-C99A-49D9-BEFC-95483DE20A99}">
      <dgm:prSet/>
      <dgm:spPr/>
      <dgm:t>
        <a:bodyPr/>
        <a:lstStyle/>
        <a:p>
          <a:endParaRPr lang="en-US" noProof="0" dirty="0"/>
        </a:p>
      </dgm:t>
    </dgm:pt>
    <dgm:pt modelId="{9CE1EA97-C019-421C-AA27-5275AEE7A57F}" type="sibTrans" cxnId="{A89F1CDE-C99A-49D9-BEFC-95483DE20A99}">
      <dgm:prSet/>
      <dgm:spPr/>
      <dgm:t>
        <a:bodyPr/>
        <a:lstStyle/>
        <a:p>
          <a:endParaRPr lang="en-US" noProof="0" dirty="0"/>
        </a:p>
      </dgm:t>
    </dgm:pt>
    <dgm:pt modelId="{33EBBE3D-F51C-4AA2-B7B2-FFB1CD6BEDC1}">
      <dgm:prSet/>
      <dgm:spPr/>
      <dgm:t>
        <a:bodyPr/>
        <a:lstStyle/>
        <a:p>
          <a:r>
            <a:rPr lang="en-US" noProof="0" dirty="0"/>
            <a:t>HR Project </a:t>
          </a:r>
        </a:p>
      </dgm:t>
    </dgm:pt>
    <dgm:pt modelId="{99AC5E2D-5038-45E6-9C9B-B19EB193C8FF}" type="parTrans" cxnId="{2DCC41F6-DD98-4D37-8237-1C7F9A055F19}">
      <dgm:prSet/>
      <dgm:spPr/>
      <dgm:t>
        <a:bodyPr/>
        <a:lstStyle/>
        <a:p>
          <a:endParaRPr lang="en-US" noProof="0" dirty="0"/>
        </a:p>
      </dgm:t>
    </dgm:pt>
    <dgm:pt modelId="{16EF965D-A560-47BB-A5CA-355AA8762256}" type="sibTrans" cxnId="{2DCC41F6-DD98-4D37-8237-1C7F9A055F19}">
      <dgm:prSet/>
      <dgm:spPr/>
      <dgm:t>
        <a:bodyPr/>
        <a:lstStyle/>
        <a:p>
          <a:endParaRPr lang="en-US" noProof="0" dirty="0"/>
        </a:p>
      </dgm:t>
    </dgm:pt>
    <dgm:pt modelId="{6C1B104F-7C24-4B4C-8941-0FE421468CED}" type="pres">
      <dgm:prSet presAssocID="{C95481C3-B5FF-4597-A283-4AF4364B7560}" presName="Name0" presStyleCnt="0">
        <dgm:presLayoutVars>
          <dgm:dir/>
          <dgm:resizeHandles val="exact"/>
        </dgm:presLayoutVars>
      </dgm:prSet>
      <dgm:spPr/>
    </dgm:pt>
    <dgm:pt modelId="{70C07F78-584D-40BE-9C80-147734B9CB93}" type="pres">
      <dgm:prSet presAssocID="{5DABD897-0007-40E3-8371-1D9F869F114B}" presName="node" presStyleLbl="node1" presStyleIdx="0" presStyleCnt="6">
        <dgm:presLayoutVars>
          <dgm:bulletEnabled val="1"/>
        </dgm:presLayoutVars>
      </dgm:prSet>
      <dgm:spPr/>
    </dgm:pt>
    <dgm:pt modelId="{A50A63EF-6C40-4D19-AF23-58BD5091CD45}" type="pres">
      <dgm:prSet presAssocID="{D28333AA-B0B8-40F8-8BF4-4E6A162239B5}" presName="sibTrans" presStyleLbl="sibTrans1D1" presStyleIdx="0" presStyleCnt="5"/>
      <dgm:spPr/>
    </dgm:pt>
    <dgm:pt modelId="{559F4909-4359-48F6-9EE4-662A61BDC3B1}" type="pres">
      <dgm:prSet presAssocID="{D28333AA-B0B8-40F8-8BF4-4E6A162239B5}" presName="connectorText" presStyleLbl="sibTrans1D1" presStyleIdx="0" presStyleCnt="5"/>
      <dgm:spPr/>
    </dgm:pt>
    <dgm:pt modelId="{D77E6CA4-9F56-4472-86D3-A59AEC83CE96}" type="pres">
      <dgm:prSet presAssocID="{07B3F6B7-3469-4B5A-B595-BCBD5D0B7A13}" presName="node" presStyleLbl="node1" presStyleIdx="1" presStyleCnt="6">
        <dgm:presLayoutVars>
          <dgm:bulletEnabled val="1"/>
        </dgm:presLayoutVars>
      </dgm:prSet>
      <dgm:spPr/>
    </dgm:pt>
    <dgm:pt modelId="{C2381FBF-EF8F-4339-B8D3-F6EB52A389AB}" type="pres">
      <dgm:prSet presAssocID="{3811A4D8-2B75-48E0-984F-38DF8A87484D}" presName="sibTrans" presStyleLbl="sibTrans1D1" presStyleIdx="1" presStyleCnt="5"/>
      <dgm:spPr/>
    </dgm:pt>
    <dgm:pt modelId="{171648B3-A5D5-4E7E-AF27-9B1BA31AA4D4}" type="pres">
      <dgm:prSet presAssocID="{3811A4D8-2B75-48E0-984F-38DF8A87484D}" presName="connectorText" presStyleLbl="sibTrans1D1" presStyleIdx="1" presStyleCnt="5"/>
      <dgm:spPr/>
    </dgm:pt>
    <dgm:pt modelId="{D26AB189-F1FE-431E-BC2B-DB60F798BA80}" type="pres">
      <dgm:prSet presAssocID="{7974A174-1F5C-44E9-83C3-2188F5C77170}" presName="node" presStyleLbl="node1" presStyleIdx="2" presStyleCnt="6">
        <dgm:presLayoutVars>
          <dgm:bulletEnabled val="1"/>
        </dgm:presLayoutVars>
      </dgm:prSet>
      <dgm:spPr/>
    </dgm:pt>
    <dgm:pt modelId="{2F56A332-1509-4A24-ACA8-EF224F28B40F}" type="pres">
      <dgm:prSet presAssocID="{6F1CCA55-85CF-4E3C-8307-4C198E588FAF}" presName="sibTrans" presStyleLbl="sibTrans1D1" presStyleIdx="2" presStyleCnt="5"/>
      <dgm:spPr/>
    </dgm:pt>
    <dgm:pt modelId="{A60C2126-461B-4834-BF77-352C769E4A72}" type="pres">
      <dgm:prSet presAssocID="{6F1CCA55-85CF-4E3C-8307-4C198E588FAF}" presName="connectorText" presStyleLbl="sibTrans1D1" presStyleIdx="2" presStyleCnt="5"/>
      <dgm:spPr/>
    </dgm:pt>
    <dgm:pt modelId="{5F27D0A0-008E-4329-9DF8-99DC2A5D9723}" type="pres">
      <dgm:prSet presAssocID="{C91C9DA1-19D8-4062-A9FD-5B8A044BCA7B}" presName="node" presStyleLbl="node1" presStyleIdx="3" presStyleCnt="6">
        <dgm:presLayoutVars>
          <dgm:bulletEnabled val="1"/>
        </dgm:presLayoutVars>
      </dgm:prSet>
      <dgm:spPr/>
    </dgm:pt>
    <dgm:pt modelId="{3882CD48-80C2-4E4F-82B6-8AF5482148A2}" type="pres">
      <dgm:prSet presAssocID="{38E3084D-8C8C-4333-988A-99EF61891151}" presName="sibTrans" presStyleLbl="sibTrans1D1" presStyleIdx="3" presStyleCnt="5"/>
      <dgm:spPr/>
    </dgm:pt>
    <dgm:pt modelId="{45D88FCB-EC7F-48F5-A9BF-EADAC622329F}" type="pres">
      <dgm:prSet presAssocID="{38E3084D-8C8C-4333-988A-99EF61891151}" presName="connectorText" presStyleLbl="sibTrans1D1" presStyleIdx="3" presStyleCnt="5"/>
      <dgm:spPr/>
    </dgm:pt>
    <dgm:pt modelId="{FBFA0049-6D29-4761-9943-D7F272287400}" type="pres">
      <dgm:prSet presAssocID="{D23A1C63-4C7E-4F8E-AD3A-313EED27CFCB}" presName="node" presStyleLbl="node1" presStyleIdx="4" presStyleCnt="6">
        <dgm:presLayoutVars>
          <dgm:bulletEnabled val="1"/>
        </dgm:presLayoutVars>
      </dgm:prSet>
      <dgm:spPr/>
    </dgm:pt>
    <dgm:pt modelId="{34976B9D-C453-48BD-9655-D96E35233923}" type="pres">
      <dgm:prSet presAssocID="{90CEA1A2-8D05-49B9-9402-ED9B9C92C58F}" presName="sibTrans" presStyleLbl="sibTrans1D1" presStyleIdx="4" presStyleCnt="5"/>
      <dgm:spPr/>
    </dgm:pt>
    <dgm:pt modelId="{9CE2ECA7-45FA-417B-8E7C-4D0C02E3F8D8}" type="pres">
      <dgm:prSet presAssocID="{90CEA1A2-8D05-49B9-9402-ED9B9C92C58F}" presName="connectorText" presStyleLbl="sibTrans1D1" presStyleIdx="4" presStyleCnt="5"/>
      <dgm:spPr/>
    </dgm:pt>
    <dgm:pt modelId="{BA148083-343E-4C42-8446-AD7C558C67C0}" type="pres">
      <dgm:prSet presAssocID="{7B5E6AC1-0627-4AAA-8BC9-736F77039D90}" presName="node" presStyleLbl="node1" presStyleIdx="5" presStyleCnt="6">
        <dgm:presLayoutVars>
          <dgm:bulletEnabled val="1"/>
        </dgm:presLayoutVars>
      </dgm:prSet>
      <dgm:spPr/>
    </dgm:pt>
  </dgm:ptLst>
  <dgm:cxnLst>
    <dgm:cxn modelId="{3E24C50F-51F5-47F3-BA98-1596802D21B9}" type="presOf" srcId="{6F1CCA55-85CF-4E3C-8307-4C198E588FAF}" destId="{2F56A332-1509-4A24-ACA8-EF224F28B40F}" srcOrd="0" destOrd="0" presId="urn:microsoft.com/office/officeart/2005/8/layout/bProcess3"/>
    <dgm:cxn modelId="{CD48151E-20E8-4CA0-93C5-366B52A7E3CB}" type="presOf" srcId="{C000BF5F-682A-43D3-9F01-C3494E31F5A2}" destId="{FBFA0049-6D29-4761-9943-D7F272287400}" srcOrd="0" destOrd="2" presId="urn:microsoft.com/office/officeart/2005/8/layout/bProcess3"/>
    <dgm:cxn modelId="{93708D1E-C633-4156-961D-96F561D080E3}" srcId="{C95481C3-B5FF-4597-A283-4AF4364B7560}" destId="{7974A174-1F5C-44E9-83C3-2188F5C77170}" srcOrd="2" destOrd="0" parTransId="{DAEA965D-5203-40EE-B5F8-BDD9EC8A075A}" sibTransId="{6F1CCA55-85CF-4E3C-8307-4C198E588FAF}"/>
    <dgm:cxn modelId="{1EADBA28-BDA0-4375-A8E2-31B10B3BA413}" type="presOf" srcId="{90CEA1A2-8D05-49B9-9402-ED9B9C92C58F}" destId="{9CE2ECA7-45FA-417B-8E7C-4D0C02E3F8D8}" srcOrd="1" destOrd="0" presId="urn:microsoft.com/office/officeart/2005/8/layout/bProcess3"/>
    <dgm:cxn modelId="{14550F60-ABA4-4D81-983E-10CCCDF7653D}" type="presOf" srcId="{5DABD897-0007-40E3-8371-1D9F869F114B}" destId="{70C07F78-584D-40BE-9C80-147734B9CB93}" srcOrd="0" destOrd="0" presId="urn:microsoft.com/office/officeart/2005/8/layout/bProcess3"/>
    <dgm:cxn modelId="{62C76E43-3813-42A0-8D28-CD2196236981}" type="presOf" srcId="{C91C9DA1-19D8-4062-A9FD-5B8A044BCA7B}" destId="{5F27D0A0-008E-4329-9DF8-99DC2A5D9723}" srcOrd="0" destOrd="0" presId="urn:microsoft.com/office/officeart/2005/8/layout/bProcess3"/>
    <dgm:cxn modelId="{2BF9C163-3AD6-4E59-910B-42F6092A90B5}" type="presOf" srcId="{BA0A7CA6-54C4-4F30-9C33-4B18E7220B7A}" destId="{FBFA0049-6D29-4761-9943-D7F272287400}" srcOrd="0" destOrd="1" presId="urn:microsoft.com/office/officeart/2005/8/layout/bProcess3"/>
    <dgm:cxn modelId="{8984F944-8D09-47E3-99DB-9C2CB279C910}" srcId="{D23A1C63-4C7E-4F8E-AD3A-313EED27CFCB}" destId="{BA0A7CA6-54C4-4F30-9C33-4B18E7220B7A}" srcOrd="0" destOrd="0" parTransId="{6793F523-2BD1-4F03-81F8-3634AA020710}" sibTransId="{8F2AD707-B825-4B0C-8BF4-69DFEBDA29B8}"/>
    <dgm:cxn modelId="{AF11696B-0731-4AB6-8BF9-C291DDBD7C94}" type="presOf" srcId="{07B3F6B7-3469-4B5A-B595-BCBD5D0B7A13}" destId="{D77E6CA4-9F56-4472-86D3-A59AEC83CE96}" srcOrd="0" destOrd="0" presId="urn:microsoft.com/office/officeart/2005/8/layout/bProcess3"/>
    <dgm:cxn modelId="{5510A16B-730A-4EE6-8A42-FC2C47D92CDC}" type="presOf" srcId="{C95481C3-B5FF-4597-A283-4AF4364B7560}" destId="{6C1B104F-7C24-4B4C-8941-0FE421468CED}" srcOrd="0" destOrd="0" presId="urn:microsoft.com/office/officeart/2005/8/layout/bProcess3"/>
    <dgm:cxn modelId="{70B48370-E0D1-4C1B-B35A-66696B920B97}" type="presOf" srcId="{3811A4D8-2B75-48E0-984F-38DF8A87484D}" destId="{171648B3-A5D5-4E7E-AF27-9B1BA31AA4D4}" srcOrd="1" destOrd="0" presId="urn:microsoft.com/office/officeart/2005/8/layout/bProcess3"/>
    <dgm:cxn modelId="{A9104274-3326-4713-A522-D4982396C83B}" srcId="{C95481C3-B5FF-4597-A283-4AF4364B7560}" destId="{07B3F6B7-3469-4B5A-B595-BCBD5D0B7A13}" srcOrd="1" destOrd="0" parTransId="{2BBB5860-A70D-4B02-AB0A-03AC592156B7}" sibTransId="{3811A4D8-2B75-48E0-984F-38DF8A87484D}"/>
    <dgm:cxn modelId="{FEECDA7A-0637-47E6-A100-98DDB8852D7D}" type="presOf" srcId="{D28333AA-B0B8-40F8-8BF4-4E6A162239B5}" destId="{A50A63EF-6C40-4D19-AF23-58BD5091CD45}" srcOrd="0" destOrd="0" presId="urn:microsoft.com/office/officeart/2005/8/layout/bProcess3"/>
    <dgm:cxn modelId="{8878BB81-EAAB-48CA-BA7A-8E108053D687}" type="presOf" srcId="{7974A174-1F5C-44E9-83C3-2188F5C77170}" destId="{D26AB189-F1FE-431E-BC2B-DB60F798BA80}" srcOrd="0" destOrd="0" presId="urn:microsoft.com/office/officeart/2005/8/layout/bProcess3"/>
    <dgm:cxn modelId="{FDD5A28A-4DB0-45E6-AA35-DD6BAAD4BFB2}" type="presOf" srcId="{90CEA1A2-8D05-49B9-9402-ED9B9C92C58F}" destId="{34976B9D-C453-48BD-9655-D96E35233923}" srcOrd="0" destOrd="0" presId="urn:microsoft.com/office/officeart/2005/8/layout/bProcess3"/>
    <dgm:cxn modelId="{97149495-9849-4778-9960-5F80F82CF982}" type="presOf" srcId="{3811A4D8-2B75-48E0-984F-38DF8A87484D}" destId="{C2381FBF-EF8F-4339-B8D3-F6EB52A389AB}" srcOrd="0" destOrd="0" presId="urn:microsoft.com/office/officeart/2005/8/layout/bProcess3"/>
    <dgm:cxn modelId="{14DDCEA7-949B-4E60-B878-D573F0DA87D0}" type="presOf" srcId="{D23A1C63-4C7E-4F8E-AD3A-313EED27CFCB}" destId="{FBFA0049-6D29-4761-9943-D7F272287400}" srcOrd="0" destOrd="0" presId="urn:microsoft.com/office/officeart/2005/8/layout/bProcess3"/>
    <dgm:cxn modelId="{8D7F69B3-8F0B-4943-ADA8-0BE0382BB2FF}" type="presOf" srcId="{33EBBE3D-F51C-4AA2-B7B2-FFB1CD6BEDC1}" destId="{FBFA0049-6D29-4761-9943-D7F272287400}" srcOrd="0" destOrd="3" presId="urn:microsoft.com/office/officeart/2005/8/layout/bProcess3"/>
    <dgm:cxn modelId="{CC795CB5-B066-4003-9B2C-693C8588216E}" srcId="{C95481C3-B5FF-4597-A283-4AF4364B7560}" destId="{D23A1C63-4C7E-4F8E-AD3A-313EED27CFCB}" srcOrd="4" destOrd="0" parTransId="{3A6888A7-2C3A-4AE7-9F3F-A2F66D14EFC9}" sibTransId="{90CEA1A2-8D05-49B9-9402-ED9B9C92C58F}"/>
    <dgm:cxn modelId="{10EF58B8-1A7D-45B7-B629-3528D15CB0F0}" type="presOf" srcId="{38E3084D-8C8C-4333-988A-99EF61891151}" destId="{3882CD48-80C2-4E4F-82B6-8AF5482148A2}" srcOrd="0" destOrd="0" presId="urn:microsoft.com/office/officeart/2005/8/layout/bProcess3"/>
    <dgm:cxn modelId="{AA10DFB8-F119-46AE-AD04-B4EB5C51B0CE}" type="presOf" srcId="{38E3084D-8C8C-4333-988A-99EF61891151}" destId="{45D88FCB-EC7F-48F5-A9BF-EADAC622329F}" srcOrd="1" destOrd="0" presId="urn:microsoft.com/office/officeart/2005/8/layout/bProcess3"/>
    <dgm:cxn modelId="{C11A83C0-E29B-4E93-9DBB-A4EB26545E5B}" type="presOf" srcId="{D28333AA-B0B8-40F8-8BF4-4E6A162239B5}" destId="{559F4909-4359-48F6-9EE4-662A61BDC3B1}" srcOrd="1" destOrd="0" presId="urn:microsoft.com/office/officeart/2005/8/layout/bProcess3"/>
    <dgm:cxn modelId="{A89F1CDE-C99A-49D9-BEFC-95483DE20A99}" srcId="{D23A1C63-4C7E-4F8E-AD3A-313EED27CFCB}" destId="{C000BF5F-682A-43D3-9F01-C3494E31F5A2}" srcOrd="1" destOrd="0" parTransId="{5D53EA66-D5C2-4D1C-B222-6E8B599B9E9E}" sibTransId="{9CE1EA97-C019-421C-AA27-5275AEE7A57F}"/>
    <dgm:cxn modelId="{F64486E9-AD53-4F2B-995A-C00265677F31}" srcId="{C95481C3-B5FF-4597-A283-4AF4364B7560}" destId="{7B5E6AC1-0627-4AAA-8BC9-736F77039D90}" srcOrd="5" destOrd="0" parTransId="{914888E2-EE7C-431E-A276-3E88D9B2660F}" sibTransId="{185E2BA5-F701-43E3-B93F-2CC37407856A}"/>
    <dgm:cxn modelId="{66F30AF0-89B3-46F0-944B-63EA5FE81D03}" type="presOf" srcId="{6F1CCA55-85CF-4E3C-8307-4C198E588FAF}" destId="{A60C2126-461B-4834-BF77-352C769E4A72}" srcOrd="1" destOrd="0" presId="urn:microsoft.com/office/officeart/2005/8/layout/bProcess3"/>
    <dgm:cxn modelId="{3245BDF0-327E-4209-A16A-76B8B5EFC1E5}" type="presOf" srcId="{7B5E6AC1-0627-4AAA-8BC9-736F77039D90}" destId="{BA148083-343E-4C42-8446-AD7C558C67C0}" srcOrd="0" destOrd="0" presId="urn:microsoft.com/office/officeart/2005/8/layout/bProcess3"/>
    <dgm:cxn modelId="{3D2B1BF5-2CC4-413F-917C-87002728B7A6}" srcId="{C95481C3-B5FF-4597-A283-4AF4364B7560}" destId="{C91C9DA1-19D8-4062-A9FD-5B8A044BCA7B}" srcOrd="3" destOrd="0" parTransId="{B872F2E9-8BEE-4FF6-8987-536D7EB56B65}" sibTransId="{38E3084D-8C8C-4333-988A-99EF61891151}"/>
    <dgm:cxn modelId="{2DCC41F6-DD98-4D37-8237-1C7F9A055F19}" srcId="{D23A1C63-4C7E-4F8E-AD3A-313EED27CFCB}" destId="{33EBBE3D-F51C-4AA2-B7B2-FFB1CD6BEDC1}" srcOrd="2" destOrd="0" parTransId="{99AC5E2D-5038-45E6-9C9B-B19EB193C8FF}" sibTransId="{16EF965D-A560-47BB-A5CA-355AA8762256}"/>
    <dgm:cxn modelId="{AC05BAFE-B4C4-4601-A45F-C759ECE3AEC1}" srcId="{C95481C3-B5FF-4597-A283-4AF4364B7560}" destId="{5DABD897-0007-40E3-8371-1D9F869F114B}" srcOrd="0" destOrd="0" parTransId="{70103F51-2830-445C-B207-3257E856B1EE}" sibTransId="{D28333AA-B0B8-40F8-8BF4-4E6A162239B5}"/>
    <dgm:cxn modelId="{9D82FA8B-6D72-48EB-AAAF-6C9117A2250F}" type="presParOf" srcId="{6C1B104F-7C24-4B4C-8941-0FE421468CED}" destId="{70C07F78-584D-40BE-9C80-147734B9CB93}" srcOrd="0" destOrd="0" presId="urn:microsoft.com/office/officeart/2005/8/layout/bProcess3"/>
    <dgm:cxn modelId="{D2563DB6-428E-4B80-823C-EC38D63D735D}" type="presParOf" srcId="{6C1B104F-7C24-4B4C-8941-0FE421468CED}" destId="{A50A63EF-6C40-4D19-AF23-58BD5091CD45}" srcOrd="1" destOrd="0" presId="urn:microsoft.com/office/officeart/2005/8/layout/bProcess3"/>
    <dgm:cxn modelId="{F2E50A3B-DE8E-4E73-9AA4-6F5CF5644EEF}" type="presParOf" srcId="{A50A63EF-6C40-4D19-AF23-58BD5091CD45}" destId="{559F4909-4359-48F6-9EE4-662A61BDC3B1}" srcOrd="0" destOrd="0" presId="urn:microsoft.com/office/officeart/2005/8/layout/bProcess3"/>
    <dgm:cxn modelId="{3822FA7D-2D8E-49B0-9436-0EFC4176922D}" type="presParOf" srcId="{6C1B104F-7C24-4B4C-8941-0FE421468CED}" destId="{D77E6CA4-9F56-4472-86D3-A59AEC83CE96}" srcOrd="2" destOrd="0" presId="urn:microsoft.com/office/officeart/2005/8/layout/bProcess3"/>
    <dgm:cxn modelId="{1A6DF8EF-F874-423A-96AF-1EB724B98834}" type="presParOf" srcId="{6C1B104F-7C24-4B4C-8941-0FE421468CED}" destId="{C2381FBF-EF8F-4339-B8D3-F6EB52A389AB}" srcOrd="3" destOrd="0" presId="urn:microsoft.com/office/officeart/2005/8/layout/bProcess3"/>
    <dgm:cxn modelId="{CDB3772C-8A6C-45E8-B94F-2FC4D328A9FE}" type="presParOf" srcId="{C2381FBF-EF8F-4339-B8D3-F6EB52A389AB}" destId="{171648B3-A5D5-4E7E-AF27-9B1BA31AA4D4}" srcOrd="0" destOrd="0" presId="urn:microsoft.com/office/officeart/2005/8/layout/bProcess3"/>
    <dgm:cxn modelId="{E1959985-F2F5-41A1-A7B4-BC9A4CFD8E84}" type="presParOf" srcId="{6C1B104F-7C24-4B4C-8941-0FE421468CED}" destId="{D26AB189-F1FE-431E-BC2B-DB60F798BA80}" srcOrd="4" destOrd="0" presId="urn:microsoft.com/office/officeart/2005/8/layout/bProcess3"/>
    <dgm:cxn modelId="{55A75A68-91E1-465B-A419-793CCE137FCA}" type="presParOf" srcId="{6C1B104F-7C24-4B4C-8941-0FE421468CED}" destId="{2F56A332-1509-4A24-ACA8-EF224F28B40F}" srcOrd="5" destOrd="0" presId="urn:microsoft.com/office/officeart/2005/8/layout/bProcess3"/>
    <dgm:cxn modelId="{FD0020F1-F7D7-4AD1-8449-5E137BC18459}" type="presParOf" srcId="{2F56A332-1509-4A24-ACA8-EF224F28B40F}" destId="{A60C2126-461B-4834-BF77-352C769E4A72}" srcOrd="0" destOrd="0" presId="urn:microsoft.com/office/officeart/2005/8/layout/bProcess3"/>
    <dgm:cxn modelId="{77EBD2AC-7263-4935-841B-C8BB5DD244D5}" type="presParOf" srcId="{6C1B104F-7C24-4B4C-8941-0FE421468CED}" destId="{5F27D0A0-008E-4329-9DF8-99DC2A5D9723}" srcOrd="6" destOrd="0" presId="urn:microsoft.com/office/officeart/2005/8/layout/bProcess3"/>
    <dgm:cxn modelId="{A75261B7-775B-4EAA-B49D-E75911B417E5}" type="presParOf" srcId="{6C1B104F-7C24-4B4C-8941-0FE421468CED}" destId="{3882CD48-80C2-4E4F-82B6-8AF5482148A2}" srcOrd="7" destOrd="0" presId="urn:microsoft.com/office/officeart/2005/8/layout/bProcess3"/>
    <dgm:cxn modelId="{01817EC0-0441-4C6A-9245-D369B7070ED3}" type="presParOf" srcId="{3882CD48-80C2-4E4F-82B6-8AF5482148A2}" destId="{45D88FCB-EC7F-48F5-A9BF-EADAC622329F}" srcOrd="0" destOrd="0" presId="urn:microsoft.com/office/officeart/2005/8/layout/bProcess3"/>
    <dgm:cxn modelId="{D8F7F121-C65C-4D11-B0A2-606799CB16F3}" type="presParOf" srcId="{6C1B104F-7C24-4B4C-8941-0FE421468CED}" destId="{FBFA0049-6D29-4761-9943-D7F272287400}" srcOrd="8" destOrd="0" presId="urn:microsoft.com/office/officeart/2005/8/layout/bProcess3"/>
    <dgm:cxn modelId="{C0FC0686-DC64-4DD4-A530-7E645BD1E283}" type="presParOf" srcId="{6C1B104F-7C24-4B4C-8941-0FE421468CED}" destId="{34976B9D-C453-48BD-9655-D96E35233923}" srcOrd="9" destOrd="0" presId="urn:microsoft.com/office/officeart/2005/8/layout/bProcess3"/>
    <dgm:cxn modelId="{4D140FF0-85D2-4B2B-87A4-2F966FB70FC1}" type="presParOf" srcId="{34976B9D-C453-48BD-9655-D96E35233923}" destId="{9CE2ECA7-45FA-417B-8E7C-4D0C02E3F8D8}" srcOrd="0" destOrd="0" presId="urn:microsoft.com/office/officeart/2005/8/layout/bProcess3"/>
    <dgm:cxn modelId="{930B83F3-C723-473D-80B6-3CCC768DEB13}" type="presParOf" srcId="{6C1B104F-7C24-4B4C-8941-0FE421468CED}" destId="{BA148083-343E-4C42-8446-AD7C558C67C0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5481C3-B5FF-4597-A283-4AF4364B7560}" type="doc">
      <dgm:prSet loTypeId="urn:microsoft.com/office/officeart/2005/8/layout/bProcess4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A8ADFA21-80F1-4A15-94FC-716E9B9A7E14}">
      <dgm:prSet/>
      <dgm:spPr>
        <a:ln>
          <a:prstDash val="lgDash"/>
        </a:ln>
      </dgm:spPr>
      <dgm:t>
        <a:bodyPr/>
        <a:lstStyle/>
        <a:p>
          <a:r>
            <a:rPr lang="en-US" b="0" noProof="0" dirty="0"/>
            <a:t>Updating  </a:t>
          </a:r>
        </a:p>
      </dgm:t>
    </dgm:pt>
    <dgm:pt modelId="{D4FE13EF-4CC0-422D-841D-F686EF471768}" type="parTrans" cxnId="{FFDC3D99-D093-4CB0-9F14-09B53B95C77A}">
      <dgm:prSet/>
      <dgm:spPr/>
      <dgm:t>
        <a:bodyPr/>
        <a:lstStyle/>
        <a:p>
          <a:endParaRPr lang="en-US" noProof="0" dirty="0"/>
        </a:p>
      </dgm:t>
    </dgm:pt>
    <dgm:pt modelId="{7E35B68C-BD1B-43FF-A057-AC5C644F8DDF}" type="sibTrans" cxnId="{FFDC3D99-D093-4CB0-9F14-09B53B95C77A}">
      <dgm:prSet/>
      <dgm:spPr/>
      <dgm:t>
        <a:bodyPr/>
        <a:lstStyle/>
        <a:p>
          <a:endParaRPr lang="en-US" noProof="0" dirty="0"/>
        </a:p>
      </dgm:t>
    </dgm:pt>
    <dgm:pt modelId="{0BF79EEF-469B-46D9-9DC3-511C0D9D2B0F}">
      <dgm:prSet/>
      <dgm:spPr/>
      <dgm:t>
        <a:bodyPr/>
        <a:lstStyle/>
        <a:p>
          <a:r>
            <a:rPr lang="en-US" noProof="0" dirty="0">
              <a:solidFill>
                <a:schemeClr val="tx1"/>
              </a:solidFill>
            </a:rPr>
            <a:t>Requirements Analysis </a:t>
          </a:r>
          <a:endParaRPr lang="en-US" b="0" i="1" noProof="0" dirty="0">
            <a:solidFill>
              <a:schemeClr val="tx1"/>
            </a:solidFill>
          </a:endParaRPr>
        </a:p>
      </dgm:t>
    </dgm:pt>
    <dgm:pt modelId="{8F917D8B-8207-4B4F-9B55-1F063EE3617D}" type="sibTrans" cxnId="{C0D29665-BCD9-4605-9F41-9BA779CB1860}">
      <dgm:prSet/>
      <dgm:spPr/>
      <dgm:t>
        <a:bodyPr/>
        <a:lstStyle/>
        <a:p>
          <a:endParaRPr lang="en-US" noProof="0" dirty="0"/>
        </a:p>
      </dgm:t>
    </dgm:pt>
    <dgm:pt modelId="{E9E4226F-A52B-41D6-BE34-107E6B5F93DB}" type="parTrans" cxnId="{C0D29665-BCD9-4605-9F41-9BA779CB1860}">
      <dgm:prSet/>
      <dgm:spPr/>
      <dgm:t>
        <a:bodyPr/>
        <a:lstStyle/>
        <a:p>
          <a:endParaRPr lang="en-US" noProof="0" dirty="0"/>
        </a:p>
      </dgm:t>
    </dgm:pt>
    <dgm:pt modelId="{44E87097-C4D8-4AB4-B0B0-E258700F39BA}">
      <dgm:prSet/>
      <dgm:spPr/>
      <dgm:t>
        <a:bodyPr/>
        <a:lstStyle/>
        <a:p>
          <a:r>
            <a:rPr lang="en-US" b="0" noProof="0" dirty="0"/>
            <a:t>Design of the execution architecture</a:t>
          </a:r>
          <a:endParaRPr lang="en-US" b="0" i="1" noProof="0" dirty="0">
            <a:solidFill>
              <a:schemeClr val="tx1"/>
            </a:solidFill>
          </a:endParaRPr>
        </a:p>
      </dgm:t>
    </dgm:pt>
    <dgm:pt modelId="{E928F27E-A447-459A-9B72-42F44E674E50}" type="sibTrans" cxnId="{F93111C1-F278-474B-AB4B-9B6055BBE13A}">
      <dgm:prSet/>
      <dgm:spPr/>
      <dgm:t>
        <a:bodyPr/>
        <a:lstStyle/>
        <a:p>
          <a:endParaRPr lang="en-US" noProof="0" dirty="0"/>
        </a:p>
      </dgm:t>
    </dgm:pt>
    <dgm:pt modelId="{845DE392-6F14-4B3B-8DBB-FF6E03E717B1}" type="parTrans" cxnId="{F93111C1-F278-474B-AB4B-9B6055BBE13A}">
      <dgm:prSet/>
      <dgm:spPr/>
      <dgm:t>
        <a:bodyPr/>
        <a:lstStyle/>
        <a:p>
          <a:endParaRPr lang="en-US" noProof="0" dirty="0"/>
        </a:p>
      </dgm:t>
    </dgm:pt>
    <dgm:pt modelId="{C9F16D7F-9FFF-4670-AC05-1096BE8AB580}">
      <dgm:prSet/>
      <dgm:spPr/>
      <dgm:t>
        <a:bodyPr/>
        <a:lstStyle/>
        <a:p>
          <a:r>
            <a:rPr lang="en-US" b="0" noProof="0" dirty="0"/>
            <a:t>Deployment</a:t>
          </a:r>
        </a:p>
      </dgm:t>
    </dgm:pt>
    <dgm:pt modelId="{4A0CF489-D044-4D1E-84AE-4019F09E4D7B}" type="sibTrans" cxnId="{FC341DA5-4D00-4009-AC0E-134ECE8AC547}">
      <dgm:prSet/>
      <dgm:spPr/>
      <dgm:t>
        <a:bodyPr/>
        <a:lstStyle/>
        <a:p>
          <a:endParaRPr lang="en-US" noProof="0" dirty="0"/>
        </a:p>
      </dgm:t>
    </dgm:pt>
    <dgm:pt modelId="{E97A5314-2A73-471A-A9DD-D7F8C939F9DB}" type="parTrans" cxnId="{FC341DA5-4D00-4009-AC0E-134ECE8AC547}">
      <dgm:prSet/>
      <dgm:spPr/>
      <dgm:t>
        <a:bodyPr/>
        <a:lstStyle/>
        <a:p>
          <a:endParaRPr lang="en-US" noProof="0" dirty="0"/>
        </a:p>
      </dgm:t>
    </dgm:pt>
    <dgm:pt modelId="{047EECAB-28D4-4F28-86C5-1DD435312623}">
      <dgm:prSet/>
      <dgm:spPr/>
      <dgm:t>
        <a:bodyPr/>
        <a:lstStyle/>
        <a:p>
          <a:r>
            <a:rPr lang="en-US" b="0" noProof="0" dirty="0"/>
            <a:t>Site preparation </a:t>
          </a:r>
        </a:p>
      </dgm:t>
    </dgm:pt>
    <dgm:pt modelId="{04D9D1CA-8A0D-4771-B34B-AB783E5983FA}" type="sibTrans" cxnId="{3C451A29-A752-4303-A82D-EE0CE6E8FEA8}">
      <dgm:prSet/>
      <dgm:spPr/>
      <dgm:t>
        <a:bodyPr/>
        <a:lstStyle/>
        <a:p>
          <a:endParaRPr lang="en-US" noProof="0" dirty="0"/>
        </a:p>
      </dgm:t>
    </dgm:pt>
    <dgm:pt modelId="{9896EF76-28B2-44BC-8705-C625D68358DD}" type="parTrans" cxnId="{3C451A29-A752-4303-A82D-EE0CE6E8FEA8}">
      <dgm:prSet/>
      <dgm:spPr/>
      <dgm:t>
        <a:bodyPr/>
        <a:lstStyle/>
        <a:p>
          <a:endParaRPr lang="en-US" noProof="0" dirty="0"/>
        </a:p>
      </dgm:t>
    </dgm:pt>
    <dgm:pt modelId="{5AC7107A-DB78-4544-97EA-A3DDBE804144}">
      <dgm:prSet/>
      <dgm:spPr/>
      <dgm:t>
        <a:bodyPr/>
        <a:lstStyle/>
        <a:p>
          <a:r>
            <a:rPr lang="en-US" b="0" noProof="0" dirty="0"/>
            <a:t>Test &amp; install</a:t>
          </a:r>
        </a:p>
      </dgm:t>
    </dgm:pt>
    <dgm:pt modelId="{F50D1FBC-1F2E-4920-995F-D2AE624B406E}" type="sibTrans" cxnId="{8CF55B0F-30B0-40FD-A86A-0168BF99C9A1}">
      <dgm:prSet/>
      <dgm:spPr/>
      <dgm:t>
        <a:bodyPr/>
        <a:lstStyle/>
        <a:p>
          <a:endParaRPr lang="en-US" noProof="0" dirty="0"/>
        </a:p>
      </dgm:t>
    </dgm:pt>
    <dgm:pt modelId="{35595EA2-BB84-443A-BF1C-7DBD9AC289B0}" type="parTrans" cxnId="{8CF55B0F-30B0-40FD-A86A-0168BF99C9A1}">
      <dgm:prSet/>
      <dgm:spPr/>
      <dgm:t>
        <a:bodyPr/>
        <a:lstStyle/>
        <a:p>
          <a:endParaRPr lang="en-US" noProof="0" dirty="0"/>
        </a:p>
      </dgm:t>
    </dgm:pt>
    <dgm:pt modelId="{FF005084-A358-4E63-91F7-0BE371B9C579}">
      <dgm:prSet/>
      <dgm:spPr/>
      <dgm:t>
        <a:bodyPr/>
        <a:lstStyle/>
        <a:p>
          <a:r>
            <a:rPr lang="en-US" b="0" noProof="0" dirty="0"/>
            <a:t>Transition </a:t>
          </a:r>
        </a:p>
      </dgm:t>
    </dgm:pt>
    <dgm:pt modelId="{6436A113-535A-4DBA-BA00-1B58D43FABB6}" type="sibTrans" cxnId="{61435292-6A9F-4902-8C7F-B579151BD8E9}">
      <dgm:prSet/>
      <dgm:spPr/>
      <dgm:t>
        <a:bodyPr/>
        <a:lstStyle/>
        <a:p>
          <a:endParaRPr lang="en-US" noProof="0" dirty="0"/>
        </a:p>
      </dgm:t>
    </dgm:pt>
    <dgm:pt modelId="{8230686F-DEE9-4857-A839-EFEF193EDA52}" type="parTrans" cxnId="{61435292-6A9F-4902-8C7F-B579151BD8E9}">
      <dgm:prSet/>
      <dgm:spPr/>
      <dgm:t>
        <a:bodyPr/>
        <a:lstStyle/>
        <a:p>
          <a:endParaRPr lang="en-US" noProof="0" dirty="0"/>
        </a:p>
      </dgm:t>
    </dgm:pt>
    <dgm:pt modelId="{C69CE4C5-49F2-4766-A000-BFE53F1044A2}">
      <dgm:prSet/>
      <dgm:spPr/>
      <dgm:t>
        <a:bodyPr/>
        <a:lstStyle/>
        <a:p>
          <a:r>
            <a:rPr lang="en-US" b="0" noProof="0" dirty="0"/>
            <a:t>Release</a:t>
          </a:r>
        </a:p>
      </dgm:t>
    </dgm:pt>
    <dgm:pt modelId="{2DE90E92-87A0-47AC-BBD7-3D8176AFE035}" type="sibTrans" cxnId="{F2D3262A-7AF5-4BAD-AC98-C3779F8A7318}">
      <dgm:prSet/>
      <dgm:spPr/>
      <dgm:t>
        <a:bodyPr/>
        <a:lstStyle/>
        <a:p>
          <a:endParaRPr lang="en-US" noProof="0" dirty="0"/>
        </a:p>
      </dgm:t>
    </dgm:pt>
    <dgm:pt modelId="{B478F318-3B9D-4874-B355-05EB63352CE0}" type="parTrans" cxnId="{F2D3262A-7AF5-4BAD-AC98-C3779F8A7318}">
      <dgm:prSet/>
      <dgm:spPr/>
      <dgm:t>
        <a:bodyPr/>
        <a:lstStyle/>
        <a:p>
          <a:endParaRPr lang="en-US" noProof="0" dirty="0"/>
        </a:p>
      </dgm:t>
    </dgm:pt>
    <dgm:pt modelId="{4EFD491E-9B21-4F8B-AB6C-D3E53099BCB9}">
      <dgm:prSet/>
      <dgm:spPr>
        <a:ln>
          <a:prstDash val="lgDash"/>
        </a:ln>
      </dgm:spPr>
      <dgm:t>
        <a:bodyPr/>
        <a:lstStyle/>
        <a:p>
          <a:r>
            <a:rPr lang="en-US" b="0" noProof="0" dirty="0"/>
            <a:t>Maintenance</a:t>
          </a:r>
        </a:p>
      </dgm:t>
    </dgm:pt>
    <dgm:pt modelId="{834D6905-3AF8-41B9-831A-C6538ADC8098}" type="sibTrans" cxnId="{6EEDDFFB-AB3D-4950-A0C0-A781BAF1458A}">
      <dgm:prSet/>
      <dgm:spPr/>
      <dgm:t>
        <a:bodyPr/>
        <a:lstStyle/>
        <a:p>
          <a:endParaRPr lang="en-US" noProof="0" dirty="0"/>
        </a:p>
      </dgm:t>
    </dgm:pt>
    <dgm:pt modelId="{DEEBC058-D81C-4764-998A-7C7372C74052}" type="parTrans" cxnId="{6EEDDFFB-AB3D-4950-A0C0-A781BAF1458A}">
      <dgm:prSet/>
      <dgm:spPr/>
      <dgm:t>
        <a:bodyPr/>
        <a:lstStyle/>
        <a:p>
          <a:endParaRPr lang="en-US" noProof="0" dirty="0"/>
        </a:p>
      </dgm:t>
    </dgm:pt>
    <dgm:pt modelId="{F5F37DAF-9F09-4865-9B05-544E2542D704}">
      <dgm:prSet/>
      <dgm:spPr>
        <a:ln>
          <a:prstDash val="lgDash"/>
        </a:ln>
      </dgm:spPr>
      <dgm:t>
        <a:bodyPr/>
        <a:lstStyle/>
        <a:p>
          <a:r>
            <a:rPr lang="en-US" b="0" noProof="0" dirty="0"/>
            <a:t>Tuning</a:t>
          </a:r>
        </a:p>
      </dgm:t>
    </dgm:pt>
    <dgm:pt modelId="{2B7AB03E-DDFA-4ADE-9DB6-96E7F4C48598}" type="sibTrans" cxnId="{DBDF489E-5D27-42CD-9A2C-73BFFA632B09}">
      <dgm:prSet/>
      <dgm:spPr/>
      <dgm:t>
        <a:bodyPr/>
        <a:lstStyle/>
        <a:p>
          <a:endParaRPr lang="en-US" noProof="0" dirty="0"/>
        </a:p>
      </dgm:t>
    </dgm:pt>
    <dgm:pt modelId="{04F61C20-7407-4399-9D40-B61387C1AB5A}" type="parTrans" cxnId="{DBDF489E-5D27-42CD-9A2C-73BFFA632B09}">
      <dgm:prSet/>
      <dgm:spPr/>
      <dgm:t>
        <a:bodyPr/>
        <a:lstStyle/>
        <a:p>
          <a:endParaRPr lang="en-US" noProof="0" dirty="0"/>
        </a:p>
      </dgm:t>
    </dgm:pt>
    <dgm:pt modelId="{87C72FCC-2821-4FAB-818E-C1E2196D7B80}" type="pres">
      <dgm:prSet presAssocID="{C95481C3-B5FF-4597-A283-4AF4364B7560}" presName="Name0" presStyleCnt="0">
        <dgm:presLayoutVars>
          <dgm:dir/>
          <dgm:resizeHandles/>
        </dgm:presLayoutVars>
      </dgm:prSet>
      <dgm:spPr/>
    </dgm:pt>
    <dgm:pt modelId="{B998D704-BE04-4381-85AB-B61891F82D3A}" type="pres">
      <dgm:prSet presAssocID="{0BF79EEF-469B-46D9-9DC3-511C0D9D2B0F}" presName="compNode" presStyleCnt="0"/>
      <dgm:spPr/>
    </dgm:pt>
    <dgm:pt modelId="{F1C1277A-D43F-44FC-A7C6-46676BF46D8C}" type="pres">
      <dgm:prSet presAssocID="{0BF79EEF-469B-46D9-9DC3-511C0D9D2B0F}" presName="dummyConnPt" presStyleCnt="0"/>
      <dgm:spPr/>
    </dgm:pt>
    <dgm:pt modelId="{F70E5AE6-EDE1-4C92-923A-94933BFB1562}" type="pres">
      <dgm:prSet presAssocID="{0BF79EEF-469B-46D9-9DC3-511C0D9D2B0F}" presName="node" presStyleLbl="node1" presStyleIdx="0" presStyleCnt="4">
        <dgm:presLayoutVars>
          <dgm:bulletEnabled val="1"/>
        </dgm:presLayoutVars>
      </dgm:prSet>
      <dgm:spPr/>
    </dgm:pt>
    <dgm:pt modelId="{84ACD5E2-B9F2-420E-8C4D-9DEC8D83CE00}" type="pres">
      <dgm:prSet presAssocID="{8F917D8B-8207-4B4F-9B55-1F063EE3617D}" presName="sibTrans" presStyleLbl="bgSibTrans2D1" presStyleIdx="0" presStyleCnt="3"/>
      <dgm:spPr/>
    </dgm:pt>
    <dgm:pt modelId="{4324997F-21D4-4476-831D-30899A1757E0}" type="pres">
      <dgm:prSet presAssocID="{44E87097-C4D8-4AB4-B0B0-E258700F39BA}" presName="compNode" presStyleCnt="0"/>
      <dgm:spPr/>
    </dgm:pt>
    <dgm:pt modelId="{0D8D4B43-3EBF-411B-A9C9-FC9C08DBE0A8}" type="pres">
      <dgm:prSet presAssocID="{44E87097-C4D8-4AB4-B0B0-E258700F39BA}" presName="dummyConnPt" presStyleCnt="0"/>
      <dgm:spPr/>
    </dgm:pt>
    <dgm:pt modelId="{F45C907F-5D27-4E0B-BDB7-45B6394E6B03}" type="pres">
      <dgm:prSet presAssocID="{44E87097-C4D8-4AB4-B0B0-E258700F39BA}" presName="node" presStyleLbl="node1" presStyleIdx="1" presStyleCnt="4">
        <dgm:presLayoutVars>
          <dgm:bulletEnabled val="1"/>
        </dgm:presLayoutVars>
      </dgm:prSet>
      <dgm:spPr/>
    </dgm:pt>
    <dgm:pt modelId="{4DB590B4-1A82-43A9-9E2E-C7C92C38EF10}" type="pres">
      <dgm:prSet presAssocID="{E928F27E-A447-459A-9B72-42F44E674E50}" presName="sibTrans" presStyleLbl="bgSibTrans2D1" presStyleIdx="1" presStyleCnt="3"/>
      <dgm:spPr/>
    </dgm:pt>
    <dgm:pt modelId="{1E62D1E3-3919-4722-8347-20F7DBE13F44}" type="pres">
      <dgm:prSet presAssocID="{C9F16D7F-9FFF-4670-AC05-1096BE8AB580}" presName="compNode" presStyleCnt="0"/>
      <dgm:spPr/>
    </dgm:pt>
    <dgm:pt modelId="{9234000D-ADC6-4C8B-BF3F-A144F6D9B537}" type="pres">
      <dgm:prSet presAssocID="{C9F16D7F-9FFF-4670-AC05-1096BE8AB580}" presName="dummyConnPt" presStyleCnt="0"/>
      <dgm:spPr/>
    </dgm:pt>
    <dgm:pt modelId="{233749C8-822E-4CE1-85A3-6EA7DB1CACDC}" type="pres">
      <dgm:prSet presAssocID="{C9F16D7F-9FFF-4670-AC05-1096BE8AB580}" presName="node" presStyleLbl="node1" presStyleIdx="2" presStyleCnt="4">
        <dgm:presLayoutVars>
          <dgm:bulletEnabled val="1"/>
        </dgm:presLayoutVars>
      </dgm:prSet>
      <dgm:spPr/>
    </dgm:pt>
    <dgm:pt modelId="{81381275-FFE0-4C0D-84FE-ABCE70C49AD6}" type="pres">
      <dgm:prSet presAssocID="{4A0CF489-D044-4D1E-84AE-4019F09E4D7B}" presName="sibTrans" presStyleLbl="bgSibTrans2D1" presStyleIdx="2" presStyleCnt="3"/>
      <dgm:spPr/>
    </dgm:pt>
    <dgm:pt modelId="{D52AF49A-82BF-4713-9AAF-77F6A7999901}" type="pres">
      <dgm:prSet presAssocID="{4EFD491E-9B21-4F8B-AB6C-D3E53099BCB9}" presName="compNode" presStyleCnt="0"/>
      <dgm:spPr/>
    </dgm:pt>
    <dgm:pt modelId="{072E3146-F572-448B-A57A-9E80B63637E9}" type="pres">
      <dgm:prSet presAssocID="{4EFD491E-9B21-4F8B-AB6C-D3E53099BCB9}" presName="dummyConnPt" presStyleCnt="0"/>
      <dgm:spPr/>
    </dgm:pt>
    <dgm:pt modelId="{21ED2D20-FD8D-4698-8049-E1904FDB28E1}" type="pres">
      <dgm:prSet presAssocID="{4EFD491E-9B21-4F8B-AB6C-D3E53099BCB9}" presName="node" presStyleLbl="node1" presStyleIdx="3" presStyleCnt="4">
        <dgm:presLayoutVars>
          <dgm:bulletEnabled val="1"/>
        </dgm:presLayoutVars>
      </dgm:prSet>
      <dgm:spPr/>
    </dgm:pt>
  </dgm:ptLst>
  <dgm:cxnLst>
    <dgm:cxn modelId="{8CF55B0F-30B0-40FD-A86A-0168BF99C9A1}" srcId="{C9F16D7F-9FFF-4670-AC05-1096BE8AB580}" destId="{5AC7107A-DB78-4544-97EA-A3DDBE804144}" srcOrd="1" destOrd="0" parTransId="{35595EA2-BB84-443A-BF1C-7DBD9AC289B0}" sibTransId="{F50D1FBC-1F2E-4920-995F-D2AE624B406E}"/>
    <dgm:cxn modelId="{17321121-9EF8-455E-966E-CADD0D3DC64E}" type="presOf" srcId="{44E87097-C4D8-4AB4-B0B0-E258700F39BA}" destId="{F45C907F-5D27-4E0B-BDB7-45B6394E6B03}" srcOrd="0" destOrd="0" presId="urn:microsoft.com/office/officeart/2005/8/layout/bProcess4"/>
    <dgm:cxn modelId="{3C451A29-A752-4303-A82D-EE0CE6E8FEA8}" srcId="{C9F16D7F-9FFF-4670-AC05-1096BE8AB580}" destId="{047EECAB-28D4-4F28-86C5-1DD435312623}" srcOrd="0" destOrd="0" parTransId="{9896EF76-28B2-44BC-8705-C625D68358DD}" sibTransId="{04D9D1CA-8A0D-4771-B34B-AB783E5983FA}"/>
    <dgm:cxn modelId="{F2D3262A-7AF5-4BAD-AC98-C3779F8A7318}" srcId="{C9F16D7F-9FFF-4670-AC05-1096BE8AB580}" destId="{C69CE4C5-49F2-4766-A000-BFE53F1044A2}" srcOrd="3" destOrd="0" parTransId="{B478F318-3B9D-4874-B355-05EB63352CE0}" sibTransId="{2DE90E92-87A0-47AC-BBD7-3D8176AFE035}"/>
    <dgm:cxn modelId="{1D8EE638-B8DB-4D24-9771-624626F0A441}" type="presOf" srcId="{5AC7107A-DB78-4544-97EA-A3DDBE804144}" destId="{233749C8-822E-4CE1-85A3-6EA7DB1CACDC}" srcOrd="0" destOrd="2" presId="urn:microsoft.com/office/officeart/2005/8/layout/bProcess4"/>
    <dgm:cxn modelId="{C0D29665-BCD9-4605-9F41-9BA779CB1860}" srcId="{C95481C3-B5FF-4597-A283-4AF4364B7560}" destId="{0BF79EEF-469B-46D9-9DC3-511C0D9D2B0F}" srcOrd="0" destOrd="0" parTransId="{E9E4226F-A52B-41D6-BE34-107E6B5F93DB}" sibTransId="{8F917D8B-8207-4B4F-9B55-1F063EE3617D}"/>
    <dgm:cxn modelId="{AE6F4C4C-D442-4218-AF58-87DA7F70C148}" type="presOf" srcId="{E928F27E-A447-459A-9B72-42F44E674E50}" destId="{4DB590B4-1A82-43A9-9E2E-C7C92C38EF10}" srcOrd="0" destOrd="0" presId="urn:microsoft.com/office/officeart/2005/8/layout/bProcess4"/>
    <dgm:cxn modelId="{6CC6444F-FDB9-4101-AC7E-62C17F7C2DAD}" type="presOf" srcId="{C9F16D7F-9FFF-4670-AC05-1096BE8AB580}" destId="{233749C8-822E-4CE1-85A3-6EA7DB1CACDC}" srcOrd="0" destOrd="0" presId="urn:microsoft.com/office/officeart/2005/8/layout/bProcess4"/>
    <dgm:cxn modelId="{7AC59680-6CDD-4426-A608-3F4D538EA8B6}" type="presOf" srcId="{A8ADFA21-80F1-4A15-94FC-716E9B9A7E14}" destId="{21ED2D20-FD8D-4698-8049-E1904FDB28E1}" srcOrd="0" destOrd="2" presId="urn:microsoft.com/office/officeart/2005/8/layout/bProcess4"/>
    <dgm:cxn modelId="{E6FBB682-C4FC-4321-8C8D-8B2472FFBAA1}" type="presOf" srcId="{F5F37DAF-9F09-4865-9B05-544E2542D704}" destId="{21ED2D20-FD8D-4698-8049-E1904FDB28E1}" srcOrd="0" destOrd="1" presId="urn:microsoft.com/office/officeart/2005/8/layout/bProcess4"/>
    <dgm:cxn modelId="{8AB9EC84-FA84-412A-AC96-2125F9C1D1F0}" type="presOf" srcId="{8F917D8B-8207-4B4F-9B55-1F063EE3617D}" destId="{84ACD5E2-B9F2-420E-8C4D-9DEC8D83CE00}" srcOrd="0" destOrd="0" presId="urn:microsoft.com/office/officeart/2005/8/layout/bProcess4"/>
    <dgm:cxn modelId="{DCFE5A90-2217-46B5-8C11-5CDBF5A48631}" type="presOf" srcId="{C69CE4C5-49F2-4766-A000-BFE53F1044A2}" destId="{233749C8-822E-4CE1-85A3-6EA7DB1CACDC}" srcOrd="0" destOrd="4" presId="urn:microsoft.com/office/officeart/2005/8/layout/bProcess4"/>
    <dgm:cxn modelId="{61435292-6A9F-4902-8C7F-B579151BD8E9}" srcId="{C9F16D7F-9FFF-4670-AC05-1096BE8AB580}" destId="{FF005084-A358-4E63-91F7-0BE371B9C579}" srcOrd="2" destOrd="0" parTransId="{8230686F-DEE9-4857-A839-EFEF193EDA52}" sibTransId="{6436A113-535A-4DBA-BA00-1B58D43FABB6}"/>
    <dgm:cxn modelId="{454C2A95-9620-4537-8264-1340A707B90F}" type="presOf" srcId="{4A0CF489-D044-4D1E-84AE-4019F09E4D7B}" destId="{81381275-FFE0-4C0D-84FE-ABCE70C49AD6}" srcOrd="0" destOrd="0" presId="urn:microsoft.com/office/officeart/2005/8/layout/bProcess4"/>
    <dgm:cxn modelId="{FFDC3D99-D093-4CB0-9F14-09B53B95C77A}" srcId="{4EFD491E-9B21-4F8B-AB6C-D3E53099BCB9}" destId="{A8ADFA21-80F1-4A15-94FC-716E9B9A7E14}" srcOrd="1" destOrd="0" parTransId="{D4FE13EF-4CC0-422D-841D-F686EF471768}" sibTransId="{7E35B68C-BD1B-43FF-A057-AC5C644F8DDF}"/>
    <dgm:cxn modelId="{DBDF489E-5D27-42CD-9A2C-73BFFA632B09}" srcId="{4EFD491E-9B21-4F8B-AB6C-D3E53099BCB9}" destId="{F5F37DAF-9F09-4865-9B05-544E2542D704}" srcOrd="0" destOrd="0" parTransId="{04F61C20-7407-4399-9D40-B61387C1AB5A}" sibTransId="{2B7AB03E-DDFA-4ADE-9DB6-96E7F4C48598}"/>
    <dgm:cxn modelId="{FC341DA5-4D00-4009-AC0E-134ECE8AC547}" srcId="{C95481C3-B5FF-4597-A283-4AF4364B7560}" destId="{C9F16D7F-9FFF-4670-AC05-1096BE8AB580}" srcOrd="2" destOrd="0" parTransId="{E97A5314-2A73-471A-A9DD-D7F8C939F9DB}" sibTransId="{4A0CF489-D044-4D1E-84AE-4019F09E4D7B}"/>
    <dgm:cxn modelId="{F93111C1-F278-474B-AB4B-9B6055BBE13A}" srcId="{C95481C3-B5FF-4597-A283-4AF4364B7560}" destId="{44E87097-C4D8-4AB4-B0B0-E258700F39BA}" srcOrd="1" destOrd="0" parTransId="{845DE392-6F14-4B3B-8DBB-FF6E03E717B1}" sibTransId="{E928F27E-A447-459A-9B72-42F44E674E50}"/>
    <dgm:cxn modelId="{B98252C3-F9F1-4B7B-B820-23C9BF2AF69F}" type="presOf" srcId="{FF005084-A358-4E63-91F7-0BE371B9C579}" destId="{233749C8-822E-4CE1-85A3-6EA7DB1CACDC}" srcOrd="0" destOrd="3" presId="urn:microsoft.com/office/officeart/2005/8/layout/bProcess4"/>
    <dgm:cxn modelId="{C1781BCF-7AF9-44FB-A65C-11156D97E990}" type="presOf" srcId="{047EECAB-28D4-4F28-86C5-1DD435312623}" destId="{233749C8-822E-4CE1-85A3-6EA7DB1CACDC}" srcOrd="0" destOrd="1" presId="urn:microsoft.com/office/officeart/2005/8/layout/bProcess4"/>
    <dgm:cxn modelId="{D8840FDB-BA88-49DC-9AF8-3503DA072EF9}" type="presOf" srcId="{C95481C3-B5FF-4597-A283-4AF4364B7560}" destId="{87C72FCC-2821-4FAB-818E-C1E2196D7B80}" srcOrd="0" destOrd="0" presId="urn:microsoft.com/office/officeart/2005/8/layout/bProcess4"/>
    <dgm:cxn modelId="{13D688F4-DA7C-4B11-843F-92EB94EADB6E}" type="presOf" srcId="{4EFD491E-9B21-4F8B-AB6C-D3E53099BCB9}" destId="{21ED2D20-FD8D-4698-8049-E1904FDB28E1}" srcOrd="0" destOrd="0" presId="urn:microsoft.com/office/officeart/2005/8/layout/bProcess4"/>
    <dgm:cxn modelId="{6EEDDFFB-AB3D-4950-A0C0-A781BAF1458A}" srcId="{C95481C3-B5FF-4597-A283-4AF4364B7560}" destId="{4EFD491E-9B21-4F8B-AB6C-D3E53099BCB9}" srcOrd="3" destOrd="0" parTransId="{DEEBC058-D81C-4764-998A-7C7372C74052}" sibTransId="{834D6905-3AF8-41B9-831A-C6538ADC8098}"/>
    <dgm:cxn modelId="{92492BFD-6E39-47B7-8598-1E3BD31BCB70}" type="presOf" srcId="{0BF79EEF-469B-46D9-9DC3-511C0D9D2B0F}" destId="{F70E5AE6-EDE1-4C92-923A-94933BFB1562}" srcOrd="0" destOrd="0" presId="urn:microsoft.com/office/officeart/2005/8/layout/bProcess4"/>
    <dgm:cxn modelId="{44AC8766-BF1E-40C9-B401-2B84355CAC2C}" type="presParOf" srcId="{87C72FCC-2821-4FAB-818E-C1E2196D7B80}" destId="{B998D704-BE04-4381-85AB-B61891F82D3A}" srcOrd="0" destOrd="0" presId="urn:microsoft.com/office/officeart/2005/8/layout/bProcess4"/>
    <dgm:cxn modelId="{74DF0A44-A74D-417D-ABE2-D976449E2813}" type="presParOf" srcId="{B998D704-BE04-4381-85AB-B61891F82D3A}" destId="{F1C1277A-D43F-44FC-A7C6-46676BF46D8C}" srcOrd="0" destOrd="0" presId="urn:microsoft.com/office/officeart/2005/8/layout/bProcess4"/>
    <dgm:cxn modelId="{FA1C13A7-F223-49CD-BF66-D089876303A0}" type="presParOf" srcId="{B998D704-BE04-4381-85AB-B61891F82D3A}" destId="{F70E5AE6-EDE1-4C92-923A-94933BFB1562}" srcOrd="1" destOrd="0" presId="urn:microsoft.com/office/officeart/2005/8/layout/bProcess4"/>
    <dgm:cxn modelId="{A65D4EEC-CC79-472C-963C-E94596805535}" type="presParOf" srcId="{87C72FCC-2821-4FAB-818E-C1E2196D7B80}" destId="{84ACD5E2-B9F2-420E-8C4D-9DEC8D83CE00}" srcOrd="1" destOrd="0" presId="urn:microsoft.com/office/officeart/2005/8/layout/bProcess4"/>
    <dgm:cxn modelId="{0C95D6A7-C801-4017-BB4F-F14831F343D7}" type="presParOf" srcId="{87C72FCC-2821-4FAB-818E-C1E2196D7B80}" destId="{4324997F-21D4-4476-831D-30899A1757E0}" srcOrd="2" destOrd="0" presId="urn:microsoft.com/office/officeart/2005/8/layout/bProcess4"/>
    <dgm:cxn modelId="{87B139C6-E274-4380-941D-50EACC11BD5F}" type="presParOf" srcId="{4324997F-21D4-4476-831D-30899A1757E0}" destId="{0D8D4B43-3EBF-411B-A9C9-FC9C08DBE0A8}" srcOrd="0" destOrd="0" presId="urn:microsoft.com/office/officeart/2005/8/layout/bProcess4"/>
    <dgm:cxn modelId="{1DBD2562-78C6-49E8-88BC-26B6DD109791}" type="presParOf" srcId="{4324997F-21D4-4476-831D-30899A1757E0}" destId="{F45C907F-5D27-4E0B-BDB7-45B6394E6B03}" srcOrd="1" destOrd="0" presId="urn:microsoft.com/office/officeart/2005/8/layout/bProcess4"/>
    <dgm:cxn modelId="{AA2A2100-2C9E-4776-8552-C8613E725B7D}" type="presParOf" srcId="{87C72FCC-2821-4FAB-818E-C1E2196D7B80}" destId="{4DB590B4-1A82-43A9-9E2E-C7C92C38EF10}" srcOrd="3" destOrd="0" presId="urn:microsoft.com/office/officeart/2005/8/layout/bProcess4"/>
    <dgm:cxn modelId="{CA3684B8-533E-4D39-8E0D-247B51B0F234}" type="presParOf" srcId="{87C72FCC-2821-4FAB-818E-C1E2196D7B80}" destId="{1E62D1E3-3919-4722-8347-20F7DBE13F44}" srcOrd="4" destOrd="0" presId="urn:microsoft.com/office/officeart/2005/8/layout/bProcess4"/>
    <dgm:cxn modelId="{829C46DD-33AB-4964-899A-88511017C5DF}" type="presParOf" srcId="{1E62D1E3-3919-4722-8347-20F7DBE13F44}" destId="{9234000D-ADC6-4C8B-BF3F-A144F6D9B537}" srcOrd="0" destOrd="0" presId="urn:microsoft.com/office/officeart/2005/8/layout/bProcess4"/>
    <dgm:cxn modelId="{DC2CE9BB-E61E-4E35-BAB3-CE07A5234B59}" type="presParOf" srcId="{1E62D1E3-3919-4722-8347-20F7DBE13F44}" destId="{233749C8-822E-4CE1-85A3-6EA7DB1CACDC}" srcOrd="1" destOrd="0" presId="urn:microsoft.com/office/officeart/2005/8/layout/bProcess4"/>
    <dgm:cxn modelId="{D0CA7D24-87EF-4BFA-A99C-C19CC367AAB9}" type="presParOf" srcId="{87C72FCC-2821-4FAB-818E-C1E2196D7B80}" destId="{81381275-FFE0-4C0D-84FE-ABCE70C49AD6}" srcOrd="5" destOrd="0" presId="urn:microsoft.com/office/officeart/2005/8/layout/bProcess4"/>
    <dgm:cxn modelId="{AF84EF24-E6AC-489D-854C-63FB925F717E}" type="presParOf" srcId="{87C72FCC-2821-4FAB-818E-C1E2196D7B80}" destId="{D52AF49A-82BF-4713-9AAF-77F6A7999901}" srcOrd="6" destOrd="0" presId="urn:microsoft.com/office/officeart/2005/8/layout/bProcess4"/>
    <dgm:cxn modelId="{495D9199-5513-4D5D-BBE5-111D48941728}" type="presParOf" srcId="{D52AF49A-82BF-4713-9AAF-77F6A7999901}" destId="{072E3146-F572-448B-A57A-9E80B63637E9}" srcOrd="0" destOrd="0" presId="urn:microsoft.com/office/officeart/2005/8/layout/bProcess4"/>
    <dgm:cxn modelId="{DCD92861-8E24-4291-BA87-0B29AEBCB4BF}" type="presParOf" srcId="{D52AF49A-82BF-4713-9AAF-77F6A7999901}" destId="{21ED2D20-FD8D-4698-8049-E1904FDB28E1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76902D-5903-44BB-98C5-A0F74943E75D}" type="doc">
      <dgm:prSet loTypeId="urn:microsoft.com/office/officeart/2005/8/layout/orgChart1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6F79CBF7-7C8F-4066-8961-731A2E8BA0CF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 Software </a:t>
          </a:r>
        </a:p>
      </dgm:t>
    </dgm:pt>
    <dgm:pt modelId="{6F0DBD8C-EF4E-43DC-9BDD-22638E89211A}" type="parTrans" cxnId="{D5D3A3B8-7CA7-4EA2-8E86-41C3C17842BB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1477CAB1-7F21-4D41-873E-21CD4A23090A}" type="sibTrans" cxnId="{D5D3A3B8-7CA7-4EA2-8E86-41C3C17842BB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3C361EC9-925A-461C-9172-C0D72DBC983D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 </a:t>
          </a:r>
          <a:r>
            <a:rPr lang="en-US" noProof="0" dirty="0">
              <a:solidFill>
                <a:schemeClr val="tx1"/>
              </a:solidFill>
            </a:rPr>
            <a:t>Requirements collection &amp; analysis   </a:t>
          </a:r>
          <a:r>
            <a:rPr lang="en-US" noProof="0" dirty="0"/>
            <a:t> </a:t>
          </a:r>
        </a:p>
      </dgm:t>
    </dgm:pt>
    <dgm:pt modelId="{C7464BE0-84E2-45E6-AFFF-ABFC22EB974D}" type="parTrans" cxnId="{A43C3A61-08AA-4B7F-8E7F-5C6DE0FA294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ACEA2B6B-D323-4593-8822-D0FD53F0809D}" type="sibTrans" cxnId="{A43C3A61-08AA-4B7F-8E7F-5C6DE0FA294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3BAED075-6E16-4AA1-A83C-E372E5676D03}">
      <dgm:prSet phldrT="[Testo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1.2  Implementation &amp; test  </a:t>
          </a:r>
        </a:p>
      </dgm:t>
    </dgm:pt>
    <dgm:pt modelId="{E3DC4173-DDA0-4C73-8C51-1A9BD139206A}" type="parTrans" cxnId="{E7FD48B9-BDA1-4C67-856A-749596B4EB0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E0E53D70-934F-4ED9-B741-3A8A791E4BF3}" type="sibTrans" cxnId="{E7FD48B9-BDA1-4C67-856A-749596B4EB0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11572BD3-2195-4083-BAD0-782B5AAA1228}">
      <dgm:prSet phldrT="[Testo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1.3  Test &amp; release </a:t>
          </a:r>
        </a:p>
      </dgm:t>
    </dgm:pt>
    <dgm:pt modelId="{137D1C7A-1014-4532-9986-5D33CFB5EA04}" type="parTrans" cxnId="{AD552F22-B923-4413-A3CE-88C3F72D3718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3042AEE0-BEB0-472F-A17C-877F68326685}" type="sibTrans" cxnId="{AD552F22-B923-4413-A3CE-88C3F72D3718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FB584F16-9E67-461A-8C5F-10E27B4526FD}">
      <dgm:prSet phldrT="[Testo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1.4  Maintenance </a:t>
          </a:r>
        </a:p>
      </dgm:t>
    </dgm:pt>
    <dgm:pt modelId="{3423B0F7-EFEA-4A77-9617-966D1C9BC803}" type="parTrans" cxnId="{106D5C23-5C2A-4EDE-8D8C-4527C37E765A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0BD2FA92-CA27-4137-AD0C-D6210555D680}" type="sibTrans" cxnId="{106D5C23-5C2A-4EDE-8D8C-4527C37E765A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6E37DA8E-511F-4BD7-BEBD-2E46F8FE5C5E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1.1.1 Functional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Requirements </a:t>
          </a:r>
        </a:p>
      </dgm:t>
    </dgm:pt>
    <dgm:pt modelId="{21F1DC61-7EA6-44EE-9B8D-938211AD3F93}" type="parTrans" cxnId="{8652E111-D395-4EB8-AC17-021867B8C72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9884664E-0700-44EB-9F93-2777FE42B92C}" type="sibTrans" cxnId="{8652E111-D395-4EB8-AC17-021867B8C724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497920B1-85E6-439D-AA98-B6DCAEF68D1D}">
      <dgm:prSet phldrT="[Testo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1.1.2 Non-Functional Requirements </a:t>
          </a:r>
        </a:p>
      </dgm:t>
    </dgm:pt>
    <dgm:pt modelId="{7E690CC2-CEEC-4027-A663-511D101BA50E}" type="parTrans" cxnId="{62ED8C5D-A783-4827-B11C-DA9332A1FBF3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B8029CF6-CFAC-4449-93F4-F870534A80D6}" type="sibTrans" cxnId="{62ED8C5D-A783-4827-B11C-DA9332A1FBF3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1B6FFE04-2391-4F33-8F74-674D0539802F}">
      <dgm:prSet phldrT="[Testo]"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1.1.3 Security</a:t>
          </a:r>
        </a:p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Requirements </a:t>
          </a:r>
        </a:p>
      </dgm:t>
    </dgm:pt>
    <dgm:pt modelId="{9AACCC4B-B473-49D9-805D-BD465889492D}" type="parTrans" cxnId="{B131C84C-9D88-4134-9F7A-6A6BF4A1718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98641D02-32CF-4009-BB7A-6A179F742D6A}" type="sibTrans" cxnId="{B131C84C-9D88-4134-9F7A-6A6BF4A1718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8CB061A4-A65F-4033-A9CB-EC54C74D4CA9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1.1.1.1 Identify users </a:t>
          </a:r>
        </a:p>
      </dgm:t>
    </dgm:pt>
    <dgm:pt modelId="{A6AD4358-D546-40E2-8AF3-93B64B772EBB}" type="parTrans" cxnId="{7DF71066-5FFF-4EE2-8708-D775160F98E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4CAF8266-DC66-4C47-BA29-77525E0FD225}" type="sibTrans" cxnId="{7DF71066-5FFF-4EE2-8708-D775160F98E1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708D2A63-B3EB-4A17-9956-447E3748D9BB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1.1.1.2  Prepare interviews</a:t>
          </a:r>
        </a:p>
      </dgm:t>
    </dgm:pt>
    <dgm:pt modelId="{907AFD1C-95B0-4E8D-AA71-F9BC5479098C}" type="parTrans" cxnId="{0652212A-E66E-4A75-A452-39CE839D064A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30346397-9E9B-448B-93E1-E6A3220038B8}" type="sibTrans" cxnId="{0652212A-E66E-4A75-A452-39CE839D064A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315B0B70-5757-46C2-88AE-1220E80067A1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1.1.1.3 Execute  interviews  </a:t>
          </a:r>
        </a:p>
      </dgm:t>
    </dgm:pt>
    <dgm:pt modelId="{F6B35B79-781F-4A3B-8353-BE015BDD32DE}" type="parTrans" cxnId="{6DE6226F-2914-49C2-9BC7-E09901ED59D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1F6A9035-A335-4A7A-90E5-E9E84C862528}" type="sibTrans" cxnId="{6DE6226F-2914-49C2-9BC7-E09901ED59D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0A974F3E-7CA8-4AB1-922A-472204067031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1.1.4 Model requirements </a:t>
          </a:r>
        </a:p>
      </dgm:t>
    </dgm:pt>
    <dgm:pt modelId="{17CFD7A2-8A00-4B0A-BD42-A7453863BFF2}" type="parTrans" cxnId="{09731169-9D88-4F94-84F1-E8899E96DE0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4A7646F9-4AFE-4CC1-AFFE-0201817D36A9}" type="sibTrans" cxnId="{09731169-9D88-4F94-84F1-E8899E96DE06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0FD4DBFF-1C64-4D68-B545-E77C67AD4E16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1.1.1.5 Fit gap analysis </a:t>
          </a:r>
        </a:p>
      </dgm:t>
    </dgm:pt>
    <dgm:pt modelId="{8EC6098D-11DE-4AFC-A2E7-83D5D2C6DF3C}" type="parTrans" cxnId="{26BE58C8-B230-488C-8879-F49D6C6025D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16CCBBD9-D390-4296-8EF9-C93C9DD4DA4B}" type="sibTrans" cxnId="{26BE58C8-B230-488C-8879-F49D6C6025D0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2E6C3A7F-1EA4-4E27-8BD2-A2E96CBAE267}">
      <dgm:prSet phldrT="[Testo]"/>
      <dgm:spPr>
        <a:solidFill>
          <a:srgbClr val="FFC000"/>
        </a:solidFill>
      </dgm:spPr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noProof="0" dirty="0"/>
            <a:t>1.1.6 Document requirements </a:t>
          </a:r>
        </a:p>
      </dgm:t>
    </dgm:pt>
    <dgm:pt modelId="{6F6032E7-79AD-49DE-AC79-40BADE942288}" type="parTrans" cxnId="{678643BC-1F8A-45B3-942B-B6DC0FDBA7F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0CAC4FCB-D06F-4389-A6CC-0AA723922DFE}" type="sibTrans" cxnId="{678643BC-1F8A-45B3-942B-B6DC0FDBA7FC}">
      <dgm:prSet/>
      <dgm:spPr/>
      <dgm:t>
        <a:bodyPr/>
        <a:lstStyle/>
        <a:p>
          <a:pPr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endParaRPr lang="en-US" noProof="0" dirty="0"/>
        </a:p>
      </dgm:t>
    </dgm:pt>
    <dgm:pt modelId="{74331DD3-FFC7-4879-B7EF-A5D7656F5A88}" type="pres">
      <dgm:prSet presAssocID="{A376902D-5903-44BB-98C5-A0F74943E75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8A9BCC-D412-4B2E-99C9-C2CB6765A5AC}" type="pres">
      <dgm:prSet presAssocID="{6F79CBF7-7C8F-4066-8961-731A2E8BA0CF}" presName="hierRoot1" presStyleCnt="0">
        <dgm:presLayoutVars>
          <dgm:hierBranch val="init"/>
        </dgm:presLayoutVars>
      </dgm:prSet>
      <dgm:spPr/>
    </dgm:pt>
    <dgm:pt modelId="{798E2816-B3C1-43C8-86F6-1EB9608DB3DF}" type="pres">
      <dgm:prSet presAssocID="{6F79CBF7-7C8F-4066-8961-731A2E8BA0CF}" presName="rootComposite1" presStyleCnt="0"/>
      <dgm:spPr/>
    </dgm:pt>
    <dgm:pt modelId="{4579D91B-5175-4F1B-B356-D4BC5688A846}" type="pres">
      <dgm:prSet presAssocID="{6F79CBF7-7C8F-4066-8961-731A2E8BA0CF}" presName="rootText1" presStyleLbl="node0" presStyleIdx="0" presStyleCnt="1">
        <dgm:presLayoutVars>
          <dgm:chPref val="3"/>
        </dgm:presLayoutVars>
      </dgm:prSet>
      <dgm:spPr/>
    </dgm:pt>
    <dgm:pt modelId="{02B1A3FC-C1ED-4E4F-BE6B-CD451380765A}" type="pres">
      <dgm:prSet presAssocID="{6F79CBF7-7C8F-4066-8961-731A2E8BA0CF}" presName="rootConnector1" presStyleLbl="node1" presStyleIdx="0" presStyleCnt="0"/>
      <dgm:spPr/>
    </dgm:pt>
    <dgm:pt modelId="{416CDE8F-63B1-400C-A1A1-4EA97E868370}" type="pres">
      <dgm:prSet presAssocID="{6F79CBF7-7C8F-4066-8961-731A2E8BA0CF}" presName="hierChild2" presStyleCnt="0"/>
      <dgm:spPr/>
    </dgm:pt>
    <dgm:pt modelId="{B376160D-6DE6-44B2-B07D-2D778C407901}" type="pres">
      <dgm:prSet presAssocID="{C7464BE0-84E2-45E6-AFFF-ABFC22EB974D}" presName="Name37" presStyleLbl="parChTrans1D2" presStyleIdx="0" presStyleCnt="4"/>
      <dgm:spPr/>
    </dgm:pt>
    <dgm:pt modelId="{9225E6F3-A232-48DC-BAE4-94D29B25D3C1}" type="pres">
      <dgm:prSet presAssocID="{3C361EC9-925A-461C-9172-C0D72DBC983D}" presName="hierRoot2" presStyleCnt="0">
        <dgm:presLayoutVars>
          <dgm:hierBranch val="init"/>
        </dgm:presLayoutVars>
      </dgm:prSet>
      <dgm:spPr/>
    </dgm:pt>
    <dgm:pt modelId="{C18D84FF-5885-4B7F-AECB-E015B8A44363}" type="pres">
      <dgm:prSet presAssocID="{3C361EC9-925A-461C-9172-C0D72DBC983D}" presName="rootComposite" presStyleCnt="0"/>
      <dgm:spPr/>
    </dgm:pt>
    <dgm:pt modelId="{FF1C3BDF-EF5C-492E-91DD-5333F7BC6157}" type="pres">
      <dgm:prSet presAssocID="{3C361EC9-925A-461C-9172-C0D72DBC983D}" presName="rootText" presStyleLbl="node2" presStyleIdx="0" presStyleCnt="4" custLinFactNeighborX="1341" custLinFactNeighborY="-5152">
        <dgm:presLayoutVars>
          <dgm:chPref val="3"/>
        </dgm:presLayoutVars>
      </dgm:prSet>
      <dgm:spPr/>
    </dgm:pt>
    <dgm:pt modelId="{E401B4D5-28A5-4F77-8F56-8C9EC0A247DF}" type="pres">
      <dgm:prSet presAssocID="{3C361EC9-925A-461C-9172-C0D72DBC983D}" presName="rootConnector" presStyleLbl="node2" presStyleIdx="0" presStyleCnt="4"/>
      <dgm:spPr/>
    </dgm:pt>
    <dgm:pt modelId="{DF660E9F-DF10-4114-A5E9-89F04A374BB9}" type="pres">
      <dgm:prSet presAssocID="{3C361EC9-925A-461C-9172-C0D72DBC983D}" presName="hierChild4" presStyleCnt="0"/>
      <dgm:spPr/>
    </dgm:pt>
    <dgm:pt modelId="{8A06C5DF-8E0A-4867-A9AD-B88E2AC962AB}" type="pres">
      <dgm:prSet presAssocID="{21F1DC61-7EA6-44EE-9B8D-938211AD3F93}" presName="Name37" presStyleLbl="parChTrans1D3" presStyleIdx="0" presStyleCnt="3"/>
      <dgm:spPr/>
    </dgm:pt>
    <dgm:pt modelId="{F7B82016-CFD1-4EE1-8CDD-BD2D20A4AD72}" type="pres">
      <dgm:prSet presAssocID="{6E37DA8E-511F-4BD7-BEBD-2E46F8FE5C5E}" presName="hierRoot2" presStyleCnt="0">
        <dgm:presLayoutVars>
          <dgm:hierBranch val="hang"/>
        </dgm:presLayoutVars>
      </dgm:prSet>
      <dgm:spPr/>
    </dgm:pt>
    <dgm:pt modelId="{7B1131E9-1E83-4E96-8E98-4D96013A8CE2}" type="pres">
      <dgm:prSet presAssocID="{6E37DA8E-511F-4BD7-BEBD-2E46F8FE5C5E}" presName="rootComposite" presStyleCnt="0"/>
      <dgm:spPr/>
    </dgm:pt>
    <dgm:pt modelId="{DC1D6F07-D24A-4B8A-8CF1-9A0D82A9CDFF}" type="pres">
      <dgm:prSet presAssocID="{6E37DA8E-511F-4BD7-BEBD-2E46F8FE5C5E}" presName="rootText" presStyleLbl="node3" presStyleIdx="0" presStyleCnt="3">
        <dgm:presLayoutVars>
          <dgm:chPref val="3"/>
        </dgm:presLayoutVars>
      </dgm:prSet>
      <dgm:spPr/>
    </dgm:pt>
    <dgm:pt modelId="{8DE576CF-0B78-415F-BAF1-CC33AD791DA9}" type="pres">
      <dgm:prSet presAssocID="{6E37DA8E-511F-4BD7-BEBD-2E46F8FE5C5E}" presName="rootConnector" presStyleLbl="node3" presStyleIdx="0" presStyleCnt="3"/>
      <dgm:spPr/>
    </dgm:pt>
    <dgm:pt modelId="{B024EB11-5B00-4585-BA2C-A510C911695B}" type="pres">
      <dgm:prSet presAssocID="{6E37DA8E-511F-4BD7-BEBD-2E46F8FE5C5E}" presName="hierChild4" presStyleCnt="0"/>
      <dgm:spPr/>
    </dgm:pt>
    <dgm:pt modelId="{A2032DFC-D40A-4DFA-AB35-8101DDFB1F1B}" type="pres">
      <dgm:prSet presAssocID="{A6AD4358-D546-40E2-8AF3-93B64B772EBB}" presName="Name48" presStyleLbl="parChTrans1D4" presStyleIdx="0" presStyleCnt="6"/>
      <dgm:spPr/>
    </dgm:pt>
    <dgm:pt modelId="{AEF14A5E-867C-4275-83FF-84BF9DF9A192}" type="pres">
      <dgm:prSet presAssocID="{8CB061A4-A65F-4033-A9CB-EC54C74D4CA9}" presName="hierRoot2" presStyleCnt="0">
        <dgm:presLayoutVars>
          <dgm:hierBranch val="init"/>
        </dgm:presLayoutVars>
      </dgm:prSet>
      <dgm:spPr/>
    </dgm:pt>
    <dgm:pt modelId="{893D82EA-D181-48E2-9AAE-1B1CDBDE48C7}" type="pres">
      <dgm:prSet presAssocID="{8CB061A4-A65F-4033-A9CB-EC54C74D4CA9}" presName="rootComposite" presStyleCnt="0"/>
      <dgm:spPr/>
    </dgm:pt>
    <dgm:pt modelId="{0131BF26-6846-45C2-A1DC-4F3DD67A7936}" type="pres">
      <dgm:prSet presAssocID="{8CB061A4-A65F-4033-A9CB-EC54C74D4CA9}" presName="rootText" presStyleLbl="node4" presStyleIdx="0" presStyleCnt="6">
        <dgm:presLayoutVars>
          <dgm:chPref val="3"/>
        </dgm:presLayoutVars>
      </dgm:prSet>
      <dgm:spPr/>
    </dgm:pt>
    <dgm:pt modelId="{85728EB2-2E47-40AD-A647-7FFF5005170D}" type="pres">
      <dgm:prSet presAssocID="{8CB061A4-A65F-4033-A9CB-EC54C74D4CA9}" presName="rootConnector" presStyleLbl="node4" presStyleIdx="0" presStyleCnt="6"/>
      <dgm:spPr/>
    </dgm:pt>
    <dgm:pt modelId="{3B2D9E99-AC05-46A0-AA51-526C73DB3548}" type="pres">
      <dgm:prSet presAssocID="{8CB061A4-A65F-4033-A9CB-EC54C74D4CA9}" presName="hierChild4" presStyleCnt="0"/>
      <dgm:spPr/>
    </dgm:pt>
    <dgm:pt modelId="{78F24716-68E6-469E-8852-AB4149A2DA13}" type="pres">
      <dgm:prSet presAssocID="{8CB061A4-A65F-4033-A9CB-EC54C74D4CA9}" presName="hierChild5" presStyleCnt="0"/>
      <dgm:spPr/>
    </dgm:pt>
    <dgm:pt modelId="{4CF461E0-12A4-457C-BF37-DA06D4233D9D}" type="pres">
      <dgm:prSet presAssocID="{907AFD1C-95B0-4E8D-AA71-F9BC5479098C}" presName="Name48" presStyleLbl="parChTrans1D4" presStyleIdx="1" presStyleCnt="6"/>
      <dgm:spPr/>
    </dgm:pt>
    <dgm:pt modelId="{7E6B5C71-43F0-4384-8D31-031049F70735}" type="pres">
      <dgm:prSet presAssocID="{708D2A63-B3EB-4A17-9956-447E3748D9BB}" presName="hierRoot2" presStyleCnt="0">
        <dgm:presLayoutVars>
          <dgm:hierBranch val="init"/>
        </dgm:presLayoutVars>
      </dgm:prSet>
      <dgm:spPr/>
    </dgm:pt>
    <dgm:pt modelId="{5B8ABD2D-7677-4E7F-87ED-D84751320FE3}" type="pres">
      <dgm:prSet presAssocID="{708D2A63-B3EB-4A17-9956-447E3748D9BB}" presName="rootComposite" presStyleCnt="0"/>
      <dgm:spPr/>
    </dgm:pt>
    <dgm:pt modelId="{5C5FB943-EAFF-433C-923B-57986D63D424}" type="pres">
      <dgm:prSet presAssocID="{708D2A63-B3EB-4A17-9956-447E3748D9BB}" presName="rootText" presStyleLbl="node4" presStyleIdx="1" presStyleCnt="6">
        <dgm:presLayoutVars>
          <dgm:chPref val="3"/>
        </dgm:presLayoutVars>
      </dgm:prSet>
      <dgm:spPr/>
    </dgm:pt>
    <dgm:pt modelId="{2862EF1E-8213-499F-950E-766735CA6D32}" type="pres">
      <dgm:prSet presAssocID="{708D2A63-B3EB-4A17-9956-447E3748D9BB}" presName="rootConnector" presStyleLbl="node4" presStyleIdx="1" presStyleCnt="6"/>
      <dgm:spPr/>
    </dgm:pt>
    <dgm:pt modelId="{F3CBA91B-FC8F-4955-BFBC-BECD06107FA6}" type="pres">
      <dgm:prSet presAssocID="{708D2A63-B3EB-4A17-9956-447E3748D9BB}" presName="hierChild4" presStyleCnt="0"/>
      <dgm:spPr/>
    </dgm:pt>
    <dgm:pt modelId="{2236E0D0-6DE7-4F46-9CBA-C74AD882027C}" type="pres">
      <dgm:prSet presAssocID="{708D2A63-B3EB-4A17-9956-447E3748D9BB}" presName="hierChild5" presStyleCnt="0"/>
      <dgm:spPr/>
    </dgm:pt>
    <dgm:pt modelId="{78302A0D-E725-4192-9929-8738DEFA6F3E}" type="pres">
      <dgm:prSet presAssocID="{F6B35B79-781F-4A3B-8353-BE015BDD32DE}" presName="Name48" presStyleLbl="parChTrans1D4" presStyleIdx="2" presStyleCnt="6"/>
      <dgm:spPr/>
    </dgm:pt>
    <dgm:pt modelId="{8D121D75-1B3A-4B66-85B2-4F0CA197B052}" type="pres">
      <dgm:prSet presAssocID="{315B0B70-5757-46C2-88AE-1220E80067A1}" presName="hierRoot2" presStyleCnt="0">
        <dgm:presLayoutVars>
          <dgm:hierBranch val="init"/>
        </dgm:presLayoutVars>
      </dgm:prSet>
      <dgm:spPr/>
    </dgm:pt>
    <dgm:pt modelId="{325905CF-0BEC-4451-B7E6-62230AA29690}" type="pres">
      <dgm:prSet presAssocID="{315B0B70-5757-46C2-88AE-1220E80067A1}" presName="rootComposite" presStyleCnt="0"/>
      <dgm:spPr/>
    </dgm:pt>
    <dgm:pt modelId="{39C99659-38BD-4677-9249-92FCD98E8491}" type="pres">
      <dgm:prSet presAssocID="{315B0B70-5757-46C2-88AE-1220E80067A1}" presName="rootText" presStyleLbl="node4" presStyleIdx="2" presStyleCnt="6">
        <dgm:presLayoutVars>
          <dgm:chPref val="3"/>
        </dgm:presLayoutVars>
      </dgm:prSet>
      <dgm:spPr/>
    </dgm:pt>
    <dgm:pt modelId="{40F91DE9-EC7E-44C3-81D5-E8AEA44F4401}" type="pres">
      <dgm:prSet presAssocID="{315B0B70-5757-46C2-88AE-1220E80067A1}" presName="rootConnector" presStyleLbl="node4" presStyleIdx="2" presStyleCnt="6"/>
      <dgm:spPr/>
    </dgm:pt>
    <dgm:pt modelId="{522D0BE4-931B-44C0-9C3D-7C7587D061A6}" type="pres">
      <dgm:prSet presAssocID="{315B0B70-5757-46C2-88AE-1220E80067A1}" presName="hierChild4" presStyleCnt="0"/>
      <dgm:spPr/>
    </dgm:pt>
    <dgm:pt modelId="{9D175EC9-C7D4-42D8-B45F-B269C47CD69F}" type="pres">
      <dgm:prSet presAssocID="{315B0B70-5757-46C2-88AE-1220E80067A1}" presName="hierChild5" presStyleCnt="0"/>
      <dgm:spPr/>
    </dgm:pt>
    <dgm:pt modelId="{3CBD5CA5-A1A9-48BA-8D0C-1D400FBD6287}" type="pres">
      <dgm:prSet presAssocID="{17CFD7A2-8A00-4B0A-BD42-A7453863BFF2}" presName="Name48" presStyleLbl="parChTrans1D4" presStyleIdx="3" presStyleCnt="6"/>
      <dgm:spPr/>
    </dgm:pt>
    <dgm:pt modelId="{D598B49E-67B6-415A-8609-F2309C78CFB6}" type="pres">
      <dgm:prSet presAssocID="{0A974F3E-7CA8-4AB1-922A-472204067031}" presName="hierRoot2" presStyleCnt="0">
        <dgm:presLayoutVars>
          <dgm:hierBranch val="init"/>
        </dgm:presLayoutVars>
      </dgm:prSet>
      <dgm:spPr/>
    </dgm:pt>
    <dgm:pt modelId="{F0ADE20C-DBBB-4981-AEFC-26BC4E14A145}" type="pres">
      <dgm:prSet presAssocID="{0A974F3E-7CA8-4AB1-922A-472204067031}" presName="rootComposite" presStyleCnt="0"/>
      <dgm:spPr/>
    </dgm:pt>
    <dgm:pt modelId="{AA202635-7C52-4FAC-9199-095150130618}" type="pres">
      <dgm:prSet presAssocID="{0A974F3E-7CA8-4AB1-922A-472204067031}" presName="rootText" presStyleLbl="node4" presStyleIdx="3" presStyleCnt="6">
        <dgm:presLayoutVars>
          <dgm:chPref val="3"/>
        </dgm:presLayoutVars>
      </dgm:prSet>
      <dgm:spPr/>
    </dgm:pt>
    <dgm:pt modelId="{EB70EC8C-056D-43F8-9E6A-235CD239F2C7}" type="pres">
      <dgm:prSet presAssocID="{0A974F3E-7CA8-4AB1-922A-472204067031}" presName="rootConnector" presStyleLbl="node4" presStyleIdx="3" presStyleCnt="6"/>
      <dgm:spPr/>
    </dgm:pt>
    <dgm:pt modelId="{B0155A96-61FD-4C60-A9C5-F82A0756D679}" type="pres">
      <dgm:prSet presAssocID="{0A974F3E-7CA8-4AB1-922A-472204067031}" presName="hierChild4" presStyleCnt="0"/>
      <dgm:spPr/>
    </dgm:pt>
    <dgm:pt modelId="{79B79889-3A9D-4073-9876-D55804FA8579}" type="pres">
      <dgm:prSet presAssocID="{0A974F3E-7CA8-4AB1-922A-472204067031}" presName="hierChild5" presStyleCnt="0"/>
      <dgm:spPr/>
    </dgm:pt>
    <dgm:pt modelId="{C24C61F5-FB4E-424D-9711-F7CCFD9DC668}" type="pres">
      <dgm:prSet presAssocID="{8EC6098D-11DE-4AFC-A2E7-83D5D2C6DF3C}" presName="Name48" presStyleLbl="parChTrans1D4" presStyleIdx="4" presStyleCnt="6"/>
      <dgm:spPr/>
    </dgm:pt>
    <dgm:pt modelId="{0CDC11D2-35C1-4EB4-8351-99A2577D397C}" type="pres">
      <dgm:prSet presAssocID="{0FD4DBFF-1C64-4D68-B545-E77C67AD4E16}" presName="hierRoot2" presStyleCnt="0">
        <dgm:presLayoutVars>
          <dgm:hierBranch val="init"/>
        </dgm:presLayoutVars>
      </dgm:prSet>
      <dgm:spPr/>
    </dgm:pt>
    <dgm:pt modelId="{9EB2A15F-FB42-4130-B935-F9D6FCD0E996}" type="pres">
      <dgm:prSet presAssocID="{0FD4DBFF-1C64-4D68-B545-E77C67AD4E16}" presName="rootComposite" presStyleCnt="0"/>
      <dgm:spPr/>
    </dgm:pt>
    <dgm:pt modelId="{99B468E3-ECF0-4950-8EA8-DE63526A9A3B}" type="pres">
      <dgm:prSet presAssocID="{0FD4DBFF-1C64-4D68-B545-E77C67AD4E16}" presName="rootText" presStyleLbl="node4" presStyleIdx="4" presStyleCnt="6">
        <dgm:presLayoutVars>
          <dgm:chPref val="3"/>
        </dgm:presLayoutVars>
      </dgm:prSet>
      <dgm:spPr/>
    </dgm:pt>
    <dgm:pt modelId="{A03F4CAE-3BB9-4DD1-B6D4-10317AA064F1}" type="pres">
      <dgm:prSet presAssocID="{0FD4DBFF-1C64-4D68-B545-E77C67AD4E16}" presName="rootConnector" presStyleLbl="node4" presStyleIdx="4" presStyleCnt="6"/>
      <dgm:spPr/>
    </dgm:pt>
    <dgm:pt modelId="{8DBDD928-381D-4F36-9BFF-EE828E715690}" type="pres">
      <dgm:prSet presAssocID="{0FD4DBFF-1C64-4D68-B545-E77C67AD4E16}" presName="hierChild4" presStyleCnt="0"/>
      <dgm:spPr/>
    </dgm:pt>
    <dgm:pt modelId="{9880B0B5-68D9-4D2B-A44F-6893B7BD08E6}" type="pres">
      <dgm:prSet presAssocID="{0FD4DBFF-1C64-4D68-B545-E77C67AD4E16}" presName="hierChild5" presStyleCnt="0"/>
      <dgm:spPr/>
    </dgm:pt>
    <dgm:pt modelId="{F56E5D9D-F5F3-491E-BE16-E3F66CCC74D6}" type="pres">
      <dgm:prSet presAssocID="{6F6032E7-79AD-49DE-AC79-40BADE942288}" presName="Name48" presStyleLbl="parChTrans1D4" presStyleIdx="5" presStyleCnt="6"/>
      <dgm:spPr/>
    </dgm:pt>
    <dgm:pt modelId="{2998F2F0-9225-4CD3-ABA4-5A079A9B21A9}" type="pres">
      <dgm:prSet presAssocID="{2E6C3A7F-1EA4-4E27-8BD2-A2E96CBAE267}" presName="hierRoot2" presStyleCnt="0">
        <dgm:presLayoutVars>
          <dgm:hierBranch val="init"/>
        </dgm:presLayoutVars>
      </dgm:prSet>
      <dgm:spPr/>
    </dgm:pt>
    <dgm:pt modelId="{418CC1A7-EB0B-472A-AA1F-3832238A3B9A}" type="pres">
      <dgm:prSet presAssocID="{2E6C3A7F-1EA4-4E27-8BD2-A2E96CBAE267}" presName="rootComposite" presStyleCnt="0"/>
      <dgm:spPr/>
    </dgm:pt>
    <dgm:pt modelId="{5632FC1D-0923-4F57-97C8-38DF4122DD3E}" type="pres">
      <dgm:prSet presAssocID="{2E6C3A7F-1EA4-4E27-8BD2-A2E96CBAE267}" presName="rootText" presStyleLbl="node4" presStyleIdx="5" presStyleCnt="6">
        <dgm:presLayoutVars>
          <dgm:chPref val="3"/>
        </dgm:presLayoutVars>
      </dgm:prSet>
      <dgm:spPr/>
    </dgm:pt>
    <dgm:pt modelId="{3B11B181-10AF-445A-8C6D-24AE0D083AC2}" type="pres">
      <dgm:prSet presAssocID="{2E6C3A7F-1EA4-4E27-8BD2-A2E96CBAE267}" presName="rootConnector" presStyleLbl="node4" presStyleIdx="5" presStyleCnt="6"/>
      <dgm:spPr/>
    </dgm:pt>
    <dgm:pt modelId="{F0403DCF-CB81-4E52-960A-B1EFF31B69CE}" type="pres">
      <dgm:prSet presAssocID="{2E6C3A7F-1EA4-4E27-8BD2-A2E96CBAE267}" presName="hierChild4" presStyleCnt="0"/>
      <dgm:spPr/>
    </dgm:pt>
    <dgm:pt modelId="{C4009530-D8AE-46DA-975E-F0D2113E0EFD}" type="pres">
      <dgm:prSet presAssocID="{2E6C3A7F-1EA4-4E27-8BD2-A2E96CBAE267}" presName="hierChild5" presStyleCnt="0"/>
      <dgm:spPr/>
    </dgm:pt>
    <dgm:pt modelId="{0BCFA946-C16B-4279-9281-A9C5ED7486E7}" type="pres">
      <dgm:prSet presAssocID="{6E37DA8E-511F-4BD7-BEBD-2E46F8FE5C5E}" presName="hierChild5" presStyleCnt="0"/>
      <dgm:spPr/>
    </dgm:pt>
    <dgm:pt modelId="{89295575-F08D-43B7-9FA2-993B08E8E8FB}" type="pres">
      <dgm:prSet presAssocID="{7E690CC2-CEEC-4027-A663-511D101BA50E}" presName="Name37" presStyleLbl="parChTrans1D3" presStyleIdx="1" presStyleCnt="3"/>
      <dgm:spPr/>
    </dgm:pt>
    <dgm:pt modelId="{C39C8F36-73A6-48E2-8E1C-C503753ED49B}" type="pres">
      <dgm:prSet presAssocID="{497920B1-85E6-439D-AA98-B6DCAEF68D1D}" presName="hierRoot2" presStyleCnt="0">
        <dgm:presLayoutVars>
          <dgm:hierBranch val="init"/>
        </dgm:presLayoutVars>
      </dgm:prSet>
      <dgm:spPr/>
    </dgm:pt>
    <dgm:pt modelId="{808C5FD7-1D5F-4D1B-A3AD-F2D323E73DD3}" type="pres">
      <dgm:prSet presAssocID="{497920B1-85E6-439D-AA98-B6DCAEF68D1D}" presName="rootComposite" presStyleCnt="0"/>
      <dgm:spPr/>
    </dgm:pt>
    <dgm:pt modelId="{5DCEF176-BDCB-48A1-897E-F958CE829213}" type="pres">
      <dgm:prSet presAssocID="{497920B1-85E6-439D-AA98-B6DCAEF68D1D}" presName="rootText" presStyleLbl="node3" presStyleIdx="1" presStyleCnt="3">
        <dgm:presLayoutVars>
          <dgm:chPref val="3"/>
        </dgm:presLayoutVars>
      </dgm:prSet>
      <dgm:spPr/>
    </dgm:pt>
    <dgm:pt modelId="{A4CD2F19-403C-4507-A2CF-664FB9C15DD5}" type="pres">
      <dgm:prSet presAssocID="{497920B1-85E6-439D-AA98-B6DCAEF68D1D}" presName="rootConnector" presStyleLbl="node3" presStyleIdx="1" presStyleCnt="3"/>
      <dgm:spPr/>
    </dgm:pt>
    <dgm:pt modelId="{FD02B445-AA6B-4A40-AB84-3839D6670A71}" type="pres">
      <dgm:prSet presAssocID="{497920B1-85E6-439D-AA98-B6DCAEF68D1D}" presName="hierChild4" presStyleCnt="0"/>
      <dgm:spPr/>
    </dgm:pt>
    <dgm:pt modelId="{1814A554-4DC0-43ED-9A1C-EC58C48D0278}" type="pres">
      <dgm:prSet presAssocID="{497920B1-85E6-439D-AA98-B6DCAEF68D1D}" presName="hierChild5" presStyleCnt="0"/>
      <dgm:spPr/>
    </dgm:pt>
    <dgm:pt modelId="{7D0866C8-8B3C-4D58-998F-5D2CCA1747EC}" type="pres">
      <dgm:prSet presAssocID="{9AACCC4B-B473-49D9-805D-BD465889492D}" presName="Name37" presStyleLbl="parChTrans1D3" presStyleIdx="2" presStyleCnt="3"/>
      <dgm:spPr/>
    </dgm:pt>
    <dgm:pt modelId="{DF28A3DB-701A-439F-A304-3E8568FAB8A4}" type="pres">
      <dgm:prSet presAssocID="{1B6FFE04-2391-4F33-8F74-674D0539802F}" presName="hierRoot2" presStyleCnt="0">
        <dgm:presLayoutVars>
          <dgm:hierBranch val="init"/>
        </dgm:presLayoutVars>
      </dgm:prSet>
      <dgm:spPr/>
    </dgm:pt>
    <dgm:pt modelId="{36902E7C-32BE-4BA3-8A82-A5A0B4992485}" type="pres">
      <dgm:prSet presAssocID="{1B6FFE04-2391-4F33-8F74-674D0539802F}" presName="rootComposite" presStyleCnt="0"/>
      <dgm:spPr/>
    </dgm:pt>
    <dgm:pt modelId="{FC1D4CCF-207A-45D9-BCE9-8D070E5E30CD}" type="pres">
      <dgm:prSet presAssocID="{1B6FFE04-2391-4F33-8F74-674D0539802F}" presName="rootText" presStyleLbl="node3" presStyleIdx="2" presStyleCnt="3">
        <dgm:presLayoutVars>
          <dgm:chPref val="3"/>
        </dgm:presLayoutVars>
      </dgm:prSet>
      <dgm:spPr/>
    </dgm:pt>
    <dgm:pt modelId="{2672A42C-C365-473D-85AA-EB7939DA89FA}" type="pres">
      <dgm:prSet presAssocID="{1B6FFE04-2391-4F33-8F74-674D0539802F}" presName="rootConnector" presStyleLbl="node3" presStyleIdx="2" presStyleCnt="3"/>
      <dgm:spPr/>
    </dgm:pt>
    <dgm:pt modelId="{BF691B25-3732-41E3-ACF1-A6A8FDF356C0}" type="pres">
      <dgm:prSet presAssocID="{1B6FFE04-2391-4F33-8F74-674D0539802F}" presName="hierChild4" presStyleCnt="0"/>
      <dgm:spPr/>
    </dgm:pt>
    <dgm:pt modelId="{76BD4AA9-D896-46B7-B805-9C7669B63D54}" type="pres">
      <dgm:prSet presAssocID="{1B6FFE04-2391-4F33-8F74-674D0539802F}" presName="hierChild5" presStyleCnt="0"/>
      <dgm:spPr/>
    </dgm:pt>
    <dgm:pt modelId="{77A2CEFC-984F-4A78-9CCF-711900213C09}" type="pres">
      <dgm:prSet presAssocID="{3C361EC9-925A-461C-9172-C0D72DBC983D}" presName="hierChild5" presStyleCnt="0"/>
      <dgm:spPr/>
    </dgm:pt>
    <dgm:pt modelId="{3E054CB3-5607-4894-801C-9E5D35496F02}" type="pres">
      <dgm:prSet presAssocID="{E3DC4173-DDA0-4C73-8C51-1A9BD139206A}" presName="Name37" presStyleLbl="parChTrans1D2" presStyleIdx="1" presStyleCnt="4"/>
      <dgm:spPr/>
    </dgm:pt>
    <dgm:pt modelId="{B31797DF-E12D-4200-92C1-3827213A9B0B}" type="pres">
      <dgm:prSet presAssocID="{3BAED075-6E16-4AA1-A83C-E372E5676D03}" presName="hierRoot2" presStyleCnt="0">
        <dgm:presLayoutVars>
          <dgm:hierBranch val="init"/>
        </dgm:presLayoutVars>
      </dgm:prSet>
      <dgm:spPr/>
    </dgm:pt>
    <dgm:pt modelId="{AFEAFF18-EB3C-42F8-885F-240D930BC0FF}" type="pres">
      <dgm:prSet presAssocID="{3BAED075-6E16-4AA1-A83C-E372E5676D03}" presName="rootComposite" presStyleCnt="0"/>
      <dgm:spPr/>
    </dgm:pt>
    <dgm:pt modelId="{E4D50605-B8E3-4AEF-8638-EFEED3135F22}" type="pres">
      <dgm:prSet presAssocID="{3BAED075-6E16-4AA1-A83C-E372E5676D03}" presName="rootText" presStyleLbl="node2" presStyleIdx="1" presStyleCnt="4">
        <dgm:presLayoutVars>
          <dgm:chPref val="3"/>
        </dgm:presLayoutVars>
      </dgm:prSet>
      <dgm:spPr/>
    </dgm:pt>
    <dgm:pt modelId="{12938335-295F-48E5-BA25-AEE43877A497}" type="pres">
      <dgm:prSet presAssocID="{3BAED075-6E16-4AA1-A83C-E372E5676D03}" presName="rootConnector" presStyleLbl="node2" presStyleIdx="1" presStyleCnt="4"/>
      <dgm:spPr/>
    </dgm:pt>
    <dgm:pt modelId="{A079E359-5ABF-4673-854C-70BB19411F9E}" type="pres">
      <dgm:prSet presAssocID="{3BAED075-6E16-4AA1-A83C-E372E5676D03}" presName="hierChild4" presStyleCnt="0"/>
      <dgm:spPr/>
    </dgm:pt>
    <dgm:pt modelId="{A2E5EBAF-7CF6-4285-8961-29DA0012D0B8}" type="pres">
      <dgm:prSet presAssocID="{3BAED075-6E16-4AA1-A83C-E372E5676D03}" presName="hierChild5" presStyleCnt="0"/>
      <dgm:spPr/>
    </dgm:pt>
    <dgm:pt modelId="{DE7341E7-EF75-4A90-89D9-C5A93DABC7D0}" type="pres">
      <dgm:prSet presAssocID="{137D1C7A-1014-4532-9986-5D33CFB5EA04}" presName="Name37" presStyleLbl="parChTrans1D2" presStyleIdx="2" presStyleCnt="4"/>
      <dgm:spPr/>
    </dgm:pt>
    <dgm:pt modelId="{16075F8F-670C-4120-B7C4-8DA2AC335A42}" type="pres">
      <dgm:prSet presAssocID="{11572BD3-2195-4083-BAD0-782B5AAA1228}" presName="hierRoot2" presStyleCnt="0">
        <dgm:presLayoutVars>
          <dgm:hierBranch val="init"/>
        </dgm:presLayoutVars>
      </dgm:prSet>
      <dgm:spPr/>
    </dgm:pt>
    <dgm:pt modelId="{77E3DA15-9FCD-4AD7-A3CD-90A64967AC7F}" type="pres">
      <dgm:prSet presAssocID="{11572BD3-2195-4083-BAD0-782B5AAA1228}" presName="rootComposite" presStyleCnt="0"/>
      <dgm:spPr/>
    </dgm:pt>
    <dgm:pt modelId="{5ADF56C2-B6A7-4266-8772-122E29AF8693}" type="pres">
      <dgm:prSet presAssocID="{11572BD3-2195-4083-BAD0-782B5AAA1228}" presName="rootText" presStyleLbl="node2" presStyleIdx="2" presStyleCnt="4" custLinFactNeighborX="-796" custLinFactNeighborY="698">
        <dgm:presLayoutVars>
          <dgm:chPref val="3"/>
        </dgm:presLayoutVars>
      </dgm:prSet>
      <dgm:spPr/>
    </dgm:pt>
    <dgm:pt modelId="{B801FA3B-CBCD-4B73-A14C-238F05296C86}" type="pres">
      <dgm:prSet presAssocID="{11572BD3-2195-4083-BAD0-782B5AAA1228}" presName="rootConnector" presStyleLbl="node2" presStyleIdx="2" presStyleCnt="4"/>
      <dgm:spPr/>
    </dgm:pt>
    <dgm:pt modelId="{5CACB19E-BF94-43E4-8CB4-370E1445A7D5}" type="pres">
      <dgm:prSet presAssocID="{11572BD3-2195-4083-BAD0-782B5AAA1228}" presName="hierChild4" presStyleCnt="0"/>
      <dgm:spPr/>
    </dgm:pt>
    <dgm:pt modelId="{7BB488BA-D198-4C60-8995-50E247357D46}" type="pres">
      <dgm:prSet presAssocID="{11572BD3-2195-4083-BAD0-782B5AAA1228}" presName="hierChild5" presStyleCnt="0"/>
      <dgm:spPr/>
    </dgm:pt>
    <dgm:pt modelId="{C37698BE-0294-4B84-9152-3D587C46D3A5}" type="pres">
      <dgm:prSet presAssocID="{3423B0F7-EFEA-4A77-9617-966D1C9BC803}" presName="Name37" presStyleLbl="parChTrans1D2" presStyleIdx="3" presStyleCnt="4"/>
      <dgm:spPr/>
    </dgm:pt>
    <dgm:pt modelId="{78324B9C-2C7A-4244-A94E-BE9EE0B5BCB4}" type="pres">
      <dgm:prSet presAssocID="{FB584F16-9E67-461A-8C5F-10E27B4526FD}" presName="hierRoot2" presStyleCnt="0">
        <dgm:presLayoutVars>
          <dgm:hierBranch val="init"/>
        </dgm:presLayoutVars>
      </dgm:prSet>
      <dgm:spPr/>
    </dgm:pt>
    <dgm:pt modelId="{9DFFD8D9-9F26-4348-AC92-F5985D7D2BD4}" type="pres">
      <dgm:prSet presAssocID="{FB584F16-9E67-461A-8C5F-10E27B4526FD}" presName="rootComposite" presStyleCnt="0"/>
      <dgm:spPr/>
    </dgm:pt>
    <dgm:pt modelId="{1E31DD13-38CF-4368-8728-58133DEBE6F3}" type="pres">
      <dgm:prSet presAssocID="{FB584F16-9E67-461A-8C5F-10E27B4526FD}" presName="rootText" presStyleLbl="node2" presStyleIdx="3" presStyleCnt="4">
        <dgm:presLayoutVars>
          <dgm:chPref val="3"/>
        </dgm:presLayoutVars>
      </dgm:prSet>
      <dgm:spPr/>
    </dgm:pt>
    <dgm:pt modelId="{556B0077-212A-4460-BAE3-4418F93553D7}" type="pres">
      <dgm:prSet presAssocID="{FB584F16-9E67-461A-8C5F-10E27B4526FD}" presName="rootConnector" presStyleLbl="node2" presStyleIdx="3" presStyleCnt="4"/>
      <dgm:spPr/>
    </dgm:pt>
    <dgm:pt modelId="{C8FF9DDF-5F1C-4E78-A223-28256CF576A2}" type="pres">
      <dgm:prSet presAssocID="{FB584F16-9E67-461A-8C5F-10E27B4526FD}" presName="hierChild4" presStyleCnt="0"/>
      <dgm:spPr/>
    </dgm:pt>
    <dgm:pt modelId="{E51ADEB1-4D9C-479D-B8F6-DB7116C85406}" type="pres">
      <dgm:prSet presAssocID="{FB584F16-9E67-461A-8C5F-10E27B4526FD}" presName="hierChild5" presStyleCnt="0"/>
      <dgm:spPr/>
    </dgm:pt>
    <dgm:pt modelId="{EA129E5C-F057-42B4-8E7D-CAF0F365D4D4}" type="pres">
      <dgm:prSet presAssocID="{6F79CBF7-7C8F-4066-8961-731A2E8BA0CF}" presName="hierChild3" presStyleCnt="0"/>
      <dgm:spPr/>
    </dgm:pt>
  </dgm:ptLst>
  <dgm:cxnLst>
    <dgm:cxn modelId="{E5DED205-FAF8-4CAE-8BC4-F08464563CE8}" type="presOf" srcId="{9AACCC4B-B473-49D9-805D-BD465889492D}" destId="{7D0866C8-8B3C-4D58-998F-5D2CCA1747EC}" srcOrd="0" destOrd="0" presId="urn:microsoft.com/office/officeart/2005/8/layout/orgChart1"/>
    <dgm:cxn modelId="{A3D11611-711A-44ED-B89F-8705FB078B6C}" type="presOf" srcId="{2E6C3A7F-1EA4-4E27-8BD2-A2E96CBAE267}" destId="{3B11B181-10AF-445A-8C6D-24AE0D083AC2}" srcOrd="1" destOrd="0" presId="urn:microsoft.com/office/officeart/2005/8/layout/orgChart1"/>
    <dgm:cxn modelId="{8652E111-D395-4EB8-AC17-021867B8C724}" srcId="{3C361EC9-925A-461C-9172-C0D72DBC983D}" destId="{6E37DA8E-511F-4BD7-BEBD-2E46F8FE5C5E}" srcOrd="0" destOrd="0" parTransId="{21F1DC61-7EA6-44EE-9B8D-938211AD3F93}" sibTransId="{9884664E-0700-44EB-9F93-2777FE42B92C}"/>
    <dgm:cxn modelId="{0253B013-6C82-4E1C-817C-D61F31ECDE66}" type="presOf" srcId="{2E6C3A7F-1EA4-4E27-8BD2-A2E96CBAE267}" destId="{5632FC1D-0923-4F57-97C8-38DF4122DD3E}" srcOrd="0" destOrd="0" presId="urn:microsoft.com/office/officeart/2005/8/layout/orgChart1"/>
    <dgm:cxn modelId="{1B945E16-AE06-4A79-B939-25B77F886877}" type="presOf" srcId="{708D2A63-B3EB-4A17-9956-447E3748D9BB}" destId="{2862EF1E-8213-499F-950E-766735CA6D32}" srcOrd="1" destOrd="0" presId="urn:microsoft.com/office/officeart/2005/8/layout/orgChart1"/>
    <dgm:cxn modelId="{8AF8721B-E8BC-4F2E-B8AF-69856FF34EC6}" type="presOf" srcId="{1B6FFE04-2391-4F33-8F74-674D0539802F}" destId="{2672A42C-C365-473D-85AA-EB7939DA89FA}" srcOrd="1" destOrd="0" presId="urn:microsoft.com/office/officeart/2005/8/layout/orgChart1"/>
    <dgm:cxn modelId="{3E7A0B21-73EE-4916-9189-F5A99E7AEBF2}" type="presOf" srcId="{0FD4DBFF-1C64-4D68-B545-E77C67AD4E16}" destId="{99B468E3-ECF0-4950-8EA8-DE63526A9A3B}" srcOrd="0" destOrd="0" presId="urn:microsoft.com/office/officeart/2005/8/layout/orgChart1"/>
    <dgm:cxn modelId="{AD552F22-B923-4413-A3CE-88C3F72D3718}" srcId="{6F79CBF7-7C8F-4066-8961-731A2E8BA0CF}" destId="{11572BD3-2195-4083-BAD0-782B5AAA1228}" srcOrd="2" destOrd="0" parTransId="{137D1C7A-1014-4532-9986-5D33CFB5EA04}" sibTransId="{3042AEE0-BEB0-472F-A17C-877F68326685}"/>
    <dgm:cxn modelId="{106D5C23-5C2A-4EDE-8D8C-4527C37E765A}" srcId="{6F79CBF7-7C8F-4066-8961-731A2E8BA0CF}" destId="{FB584F16-9E67-461A-8C5F-10E27B4526FD}" srcOrd="3" destOrd="0" parTransId="{3423B0F7-EFEA-4A77-9617-966D1C9BC803}" sibTransId="{0BD2FA92-CA27-4137-AD0C-D6210555D680}"/>
    <dgm:cxn modelId="{86E60625-97BB-48E0-9F38-7A2742E29C10}" type="presOf" srcId="{8CB061A4-A65F-4033-A9CB-EC54C74D4CA9}" destId="{85728EB2-2E47-40AD-A647-7FFF5005170D}" srcOrd="1" destOrd="0" presId="urn:microsoft.com/office/officeart/2005/8/layout/orgChart1"/>
    <dgm:cxn modelId="{0652212A-E66E-4A75-A452-39CE839D064A}" srcId="{6E37DA8E-511F-4BD7-BEBD-2E46F8FE5C5E}" destId="{708D2A63-B3EB-4A17-9956-447E3748D9BB}" srcOrd="1" destOrd="0" parTransId="{907AFD1C-95B0-4E8D-AA71-F9BC5479098C}" sibTransId="{30346397-9E9B-448B-93E1-E6A3220038B8}"/>
    <dgm:cxn modelId="{FD9E1F3B-7AFA-4A0B-9773-773BC8596989}" type="presOf" srcId="{3BAED075-6E16-4AA1-A83C-E372E5676D03}" destId="{12938335-295F-48E5-BA25-AEE43877A497}" srcOrd="1" destOrd="0" presId="urn:microsoft.com/office/officeart/2005/8/layout/orgChart1"/>
    <dgm:cxn modelId="{06B0AF3E-A462-4E80-9F6C-B119C146D7C5}" type="presOf" srcId="{3BAED075-6E16-4AA1-A83C-E372E5676D03}" destId="{E4D50605-B8E3-4AEF-8638-EFEED3135F22}" srcOrd="0" destOrd="0" presId="urn:microsoft.com/office/officeart/2005/8/layout/orgChart1"/>
    <dgm:cxn modelId="{B275EA3E-5C80-4E01-B9BD-9D782500B595}" type="presOf" srcId="{3423B0F7-EFEA-4A77-9617-966D1C9BC803}" destId="{C37698BE-0294-4B84-9152-3D587C46D3A5}" srcOrd="0" destOrd="0" presId="urn:microsoft.com/office/officeart/2005/8/layout/orgChart1"/>
    <dgm:cxn modelId="{62ED8C5D-A783-4827-B11C-DA9332A1FBF3}" srcId="{3C361EC9-925A-461C-9172-C0D72DBC983D}" destId="{497920B1-85E6-439D-AA98-B6DCAEF68D1D}" srcOrd="1" destOrd="0" parTransId="{7E690CC2-CEEC-4027-A663-511D101BA50E}" sibTransId="{B8029CF6-CFAC-4449-93F4-F870534A80D6}"/>
    <dgm:cxn modelId="{6DF9245E-332D-4E1E-9708-0DB935DBDE98}" type="presOf" srcId="{8CB061A4-A65F-4033-A9CB-EC54C74D4CA9}" destId="{0131BF26-6846-45C2-A1DC-4F3DD67A7936}" srcOrd="0" destOrd="0" presId="urn:microsoft.com/office/officeart/2005/8/layout/orgChart1"/>
    <dgm:cxn modelId="{B0C3BF5F-D465-4723-9E16-FB7CECE5544A}" type="presOf" srcId="{708D2A63-B3EB-4A17-9956-447E3748D9BB}" destId="{5C5FB943-EAFF-433C-923B-57986D63D424}" srcOrd="0" destOrd="0" presId="urn:microsoft.com/office/officeart/2005/8/layout/orgChart1"/>
    <dgm:cxn modelId="{A43C3A61-08AA-4B7F-8E7F-5C6DE0FA294C}" srcId="{6F79CBF7-7C8F-4066-8961-731A2E8BA0CF}" destId="{3C361EC9-925A-461C-9172-C0D72DBC983D}" srcOrd="0" destOrd="0" parTransId="{C7464BE0-84E2-45E6-AFFF-ABFC22EB974D}" sibTransId="{ACEA2B6B-D323-4593-8822-D0FD53F0809D}"/>
    <dgm:cxn modelId="{3D4D9C43-9319-4D9E-AC03-2101833E52BB}" type="presOf" srcId="{A6AD4358-D546-40E2-8AF3-93B64B772EBB}" destId="{A2032DFC-D40A-4DFA-AB35-8101DDFB1F1B}" srcOrd="0" destOrd="0" presId="urn:microsoft.com/office/officeart/2005/8/layout/orgChart1"/>
    <dgm:cxn modelId="{ED490844-9744-4D77-BF8C-5916B20343E5}" type="presOf" srcId="{FB584F16-9E67-461A-8C5F-10E27B4526FD}" destId="{556B0077-212A-4460-BAE3-4418F93553D7}" srcOrd="1" destOrd="0" presId="urn:microsoft.com/office/officeart/2005/8/layout/orgChart1"/>
    <dgm:cxn modelId="{7DF71066-5FFF-4EE2-8708-D775160F98E1}" srcId="{6E37DA8E-511F-4BD7-BEBD-2E46F8FE5C5E}" destId="{8CB061A4-A65F-4033-A9CB-EC54C74D4CA9}" srcOrd="0" destOrd="0" parTransId="{A6AD4358-D546-40E2-8AF3-93B64B772EBB}" sibTransId="{4CAF8266-DC66-4C47-BA29-77525E0FD225}"/>
    <dgm:cxn modelId="{B0F62346-46BD-4737-948E-CCB38E7EC78D}" type="presOf" srcId="{11572BD3-2195-4083-BAD0-782B5AAA1228}" destId="{5ADF56C2-B6A7-4266-8772-122E29AF8693}" srcOrd="0" destOrd="0" presId="urn:microsoft.com/office/officeart/2005/8/layout/orgChart1"/>
    <dgm:cxn modelId="{09731169-9D88-4F94-84F1-E8899E96DE06}" srcId="{6E37DA8E-511F-4BD7-BEBD-2E46F8FE5C5E}" destId="{0A974F3E-7CA8-4AB1-922A-472204067031}" srcOrd="3" destOrd="0" parTransId="{17CFD7A2-8A00-4B0A-BD42-A7453863BFF2}" sibTransId="{4A7646F9-4AFE-4CC1-AFFE-0201817D36A9}"/>
    <dgm:cxn modelId="{B131C84C-9D88-4134-9F7A-6A6BF4A17181}" srcId="{3C361EC9-925A-461C-9172-C0D72DBC983D}" destId="{1B6FFE04-2391-4F33-8F74-674D0539802F}" srcOrd="2" destOrd="0" parTransId="{9AACCC4B-B473-49D9-805D-BD465889492D}" sibTransId="{98641D02-32CF-4009-BB7A-6A179F742D6A}"/>
    <dgm:cxn modelId="{B203D64C-3775-48FE-8666-B572EAFABDF4}" type="presOf" srcId="{315B0B70-5757-46C2-88AE-1220E80067A1}" destId="{39C99659-38BD-4677-9249-92FCD98E8491}" srcOrd="0" destOrd="0" presId="urn:microsoft.com/office/officeart/2005/8/layout/orgChart1"/>
    <dgm:cxn modelId="{6DE6226F-2914-49C2-9BC7-E09901ED59D0}" srcId="{6E37DA8E-511F-4BD7-BEBD-2E46F8FE5C5E}" destId="{315B0B70-5757-46C2-88AE-1220E80067A1}" srcOrd="2" destOrd="0" parTransId="{F6B35B79-781F-4A3B-8353-BE015BDD32DE}" sibTransId="{1F6A9035-A335-4A7A-90E5-E9E84C862528}"/>
    <dgm:cxn modelId="{C81EA956-9A06-4B97-8D76-CEECA9AB28AE}" type="presOf" srcId="{3C361EC9-925A-461C-9172-C0D72DBC983D}" destId="{E401B4D5-28A5-4F77-8F56-8C9EC0A247DF}" srcOrd="1" destOrd="0" presId="urn:microsoft.com/office/officeart/2005/8/layout/orgChart1"/>
    <dgm:cxn modelId="{B9328593-2B7E-4500-8BCD-478C194A8FF2}" type="presOf" srcId="{7E690CC2-CEEC-4027-A663-511D101BA50E}" destId="{89295575-F08D-43B7-9FA2-993B08E8E8FB}" srcOrd="0" destOrd="0" presId="urn:microsoft.com/office/officeart/2005/8/layout/orgChart1"/>
    <dgm:cxn modelId="{7DEBE593-20D1-410C-A13A-69D8314222D0}" type="presOf" srcId="{497920B1-85E6-439D-AA98-B6DCAEF68D1D}" destId="{A4CD2F19-403C-4507-A2CF-664FB9C15DD5}" srcOrd="1" destOrd="0" presId="urn:microsoft.com/office/officeart/2005/8/layout/orgChart1"/>
    <dgm:cxn modelId="{6ED2B098-BD26-43AB-96FC-BABD7FCF3BE4}" type="presOf" srcId="{6E37DA8E-511F-4BD7-BEBD-2E46F8FE5C5E}" destId="{8DE576CF-0B78-415F-BAF1-CC33AD791DA9}" srcOrd="1" destOrd="0" presId="urn:microsoft.com/office/officeart/2005/8/layout/orgChart1"/>
    <dgm:cxn modelId="{4BEB2C9A-55BC-41EB-AD68-0C0CCC2EF7BE}" type="presOf" srcId="{21F1DC61-7EA6-44EE-9B8D-938211AD3F93}" destId="{8A06C5DF-8E0A-4867-A9AD-B88E2AC962AB}" srcOrd="0" destOrd="0" presId="urn:microsoft.com/office/officeart/2005/8/layout/orgChart1"/>
    <dgm:cxn modelId="{4E43DC9C-8B14-4E5D-87E5-A5E347E0E19C}" type="presOf" srcId="{C7464BE0-84E2-45E6-AFFF-ABFC22EB974D}" destId="{B376160D-6DE6-44B2-B07D-2D778C407901}" srcOrd="0" destOrd="0" presId="urn:microsoft.com/office/officeart/2005/8/layout/orgChart1"/>
    <dgm:cxn modelId="{F8F69B9E-C31F-4A7B-B7B5-4B3A9791F339}" type="presOf" srcId="{6E37DA8E-511F-4BD7-BEBD-2E46F8FE5C5E}" destId="{DC1D6F07-D24A-4B8A-8CF1-9A0D82A9CDFF}" srcOrd="0" destOrd="0" presId="urn:microsoft.com/office/officeart/2005/8/layout/orgChart1"/>
    <dgm:cxn modelId="{E28051A8-BD28-4C33-80BF-72F26D78A7B6}" type="presOf" srcId="{6F79CBF7-7C8F-4066-8961-731A2E8BA0CF}" destId="{02B1A3FC-C1ED-4E4F-BE6B-CD451380765A}" srcOrd="1" destOrd="0" presId="urn:microsoft.com/office/officeart/2005/8/layout/orgChart1"/>
    <dgm:cxn modelId="{D5D3A3B8-7CA7-4EA2-8E86-41C3C17842BB}" srcId="{A376902D-5903-44BB-98C5-A0F74943E75D}" destId="{6F79CBF7-7C8F-4066-8961-731A2E8BA0CF}" srcOrd="0" destOrd="0" parTransId="{6F0DBD8C-EF4E-43DC-9BDD-22638E89211A}" sibTransId="{1477CAB1-7F21-4D41-873E-21CD4A23090A}"/>
    <dgm:cxn modelId="{E7FD48B9-BDA1-4C67-856A-749596B4EB01}" srcId="{6F79CBF7-7C8F-4066-8961-731A2E8BA0CF}" destId="{3BAED075-6E16-4AA1-A83C-E372E5676D03}" srcOrd="1" destOrd="0" parTransId="{E3DC4173-DDA0-4C73-8C51-1A9BD139206A}" sibTransId="{E0E53D70-934F-4ED9-B741-3A8A791E4BF3}"/>
    <dgm:cxn modelId="{678643BC-1F8A-45B3-942B-B6DC0FDBA7FC}" srcId="{6E37DA8E-511F-4BD7-BEBD-2E46F8FE5C5E}" destId="{2E6C3A7F-1EA4-4E27-8BD2-A2E96CBAE267}" srcOrd="5" destOrd="0" parTransId="{6F6032E7-79AD-49DE-AC79-40BADE942288}" sibTransId="{0CAC4FCB-D06F-4389-A6CC-0AA723922DFE}"/>
    <dgm:cxn modelId="{E86BE3BC-E86B-45DA-AFCB-CC60E018E853}" type="presOf" srcId="{3C361EC9-925A-461C-9172-C0D72DBC983D}" destId="{FF1C3BDF-EF5C-492E-91DD-5333F7BC6157}" srcOrd="0" destOrd="0" presId="urn:microsoft.com/office/officeart/2005/8/layout/orgChart1"/>
    <dgm:cxn modelId="{5C9FE4BD-933E-4873-A7BF-413E3CF053F7}" type="presOf" srcId="{11572BD3-2195-4083-BAD0-782B5AAA1228}" destId="{B801FA3B-CBCD-4B73-A14C-238F05296C86}" srcOrd="1" destOrd="0" presId="urn:microsoft.com/office/officeart/2005/8/layout/orgChart1"/>
    <dgm:cxn modelId="{C4BA6BBF-934C-4F39-B289-C1C59636EDBD}" type="presOf" srcId="{F6B35B79-781F-4A3B-8353-BE015BDD32DE}" destId="{78302A0D-E725-4192-9929-8738DEFA6F3E}" srcOrd="0" destOrd="0" presId="urn:microsoft.com/office/officeart/2005/8/layout/orgChart1"/>
    <dgm:cxn modelId="{56A4CBC1-3324-4F54-B01F-2F6F34EE70FC}" type="presOf" srcId="{6F79CBF7-7C8F-4066-8961-731A2E8BA0CF}" destId="{4579D91B-5175-4F1B-B356-D4BC5688A846}" srcOrd="0" destOrd="0" presId="urn:microsoft.com/office/officeart/2005/8/layout/orgChart1"/>
    <dgm:cxn modelId="{44EA75C8-DBD6-4957-A3C8-25D4127FB005}" type="presOf" srcId="{1B6FFE04-2391-4F33-8F74-674D0539802F}" destId="{FC1D4CCF-207A-45D9-BCE9-8D070E5E30CD}" srcOrd="0" destOrd="0" presId="urn:microsoft.com/office/officeart/2005/8/layout/orgChart1"/>
    <dgm:cxn modelId="{26BE58C8-B230-488C-8879-F49D6C6025D0}" srcId="{6E37DA8E-511F-4BD7-BEBD-2E46F8FE5C5E}" destId="{0FD4DBFF-1C64-4D68-B545-E77C67AD4E16}" srcOrd="4" destOrd="0" parTransId="{8EC6098D-11DE-4AFC-A2E7-83D5D2C6DF3C}" sibTransId="{16CCBBD9-D390-4296-8EF9-C93C9DD4DA4B}"/>
    <dgm:cxn modelId="{D9FA50D7-4C7D-4A74-801B-C01289C5F0A8}" type="presOf" srcId="{907AFD1C-95B0-4E8D-AA71-F9BC5479098C}" destId="{4CF461E0-12A4-457C-BF37-DA06D4233D9D}" srcOrd="0" destOrd="0" presId="urn:microsoft.com/office/officeart/2005/8/layout/orgChart1"/>
    <dgm:cxn modelId="{E07A1CD9-8E97-48F8-889B-B28260A8D78C}" type="presOf" srcId="{0A974F3E-7CA8-4AB1-922A-472204067031}" destId="{AA202635-7C52-4FAC-9199-095150130618}" srcOrd="0" destOrd="0" presId="urn:microsoft.com/office/officeart/2005/8/layout/orgChart1"/>
    <dgm:cxn modelId="{DE845AE0-1600-43FD-8093-5E241E1AEF9D}" type="presOf" srcId="{6F6032E7-79AD-49DE-AC79-40BADE942288}" destId="{F56E5D9D-F5F3-491E-BE16-E3F66CCC74D6}" srcOrd="0" destOrd="0" presId="urn:microsoft.com/office/officeart/2005/8/layout/orgChart1"/>
    <dgm:cxn modelId="{7D2938E2-D6B5-4296-873A-BB45344A6D46}" type="presOf" srcId="{137D1C7A-1014-4532-9986-5D33CFB5EA04}" destId="{DE7341E7-EF75-4A90-89D9-C5A93DABC7D0}" srcOrd="0" destOrd="0" presId="urn:microsoft.com/office/officeart/2005/8/layout/orgChart1"/>
    <dgm:cxn modelId="{D1FDC9E4-574E-47DD-BB38-E298AE94EB20}" type="presOf" srcId="{8EC6098D-11DE-4AFC-A2E7-83D5D2C6DF3C}" destId="{C24C61F5-FB4E-424D-9711-F7CCFD9DC668}" srcOrd="0" destOrd="0" presId="urn:microsoft.com/office/officeart/2005/8/layout/orgChart1"/>
    <dgm:cxn modelId="{9914E1E5-0C91-4EFF-8AD2-A2EA74580837}" type="presOf" srcId="{A376902D-5903-44BB-98C5-A0F74943E75D}" destId="{74331DD3-FFC7-4879-B7EF-A5D7656F5A88}" srcOrd="0" destOrd="0" presId="urn:microsoft.com/office/officeart/2005/8/layout/orgChart1"/>
    <dgm:cxn modelId="{B5E89AE6-76CE-4A33-93F7-766E11260A36}" type="presOf" srcId="{FB584F16-9E67-461A-8C5F-10E27B4526FD}" destId="{1E31DD13-38CF-4368-8728-58133DEBE6F3}" srcOrd="0" destOrd="0" presId="urn:microsoft.com/office/officeart/2005/8/layout/orgChart1"/>
    <dgm:cxn modelId="{893BC7F1-6ACD-4B5E-921D-7EB92F384314}" type="presOf" srcId="{0A974F3E-7CA8-4AB1-922A-472204067031}" destId="{EB70EC8C-056D-43F8-9E6A-235CD239F2C7}" srcOrd="1" destOrd="0" presId="urn:microsoft.com/office/officeart/2005/8/layout/orgChart1"/>
    <dgm:cxn modelId="{3F8CCBF2-07D4-44AA-B43F-0A75B068F27E}" type="presOf" srcId="{315B0B70-5757-46C2-88AE-1220E80067A1}" destId="{40F91DE9-EC7E-44C3-81D5-E8AEA44F4401}" srcOrd="1" destOrd="0" presId="urn:microsoft.com/office/officeart/2005/8/layout/orgChart1"/>
    <dgm:cxn modelId="{DF69DFF8-573F-4854-833F-2D5008A2EF49}" type="presOf" srcId="{17CFD7A2-8A00-4B0A-BD42-A7453863BFF2}" destId="{3CBD5CA5-A1A9-48BA-8D0C-1D400FBD6287}" srcOrd="0" destOrd="0" presId="urn:microsoft.com/office/officeart/2005/8/layout/orgChart1"/>
    <dgm:cxn modelId="{699624FB-74BF-4897-A50E-88C94C239D40}" type="presOf" srcId="{497920B1-85E6-439D-AA98-B6DCAEF68D1D}" destId="{5DCEF176-BDCB-48A1-897E-F958CE829213}" srcOrd="0" destOrd="0" presId="urn:microsoft.com/office/officeart/2005/8/layout/orgChart1"/>
    <dgm:cxn modelId="{E85F5DFF-0100-4D54-9010-8A1752798AF9}" type="presOf" srcId="{0FD4DBFF-1C64-4D68-B545-E77C67AD4E16}" destId="{A03F4CAE-3BB9-4DD1-B6D4-10317AA064F1}" srcOrd="1" destOrd="0" presId="urn:microsoft.com/office/officeart/2005/8/layout/orgChart1"/>
    <dgm:cxn modelId="{2CE19EFF-425D-44E2-9F8A-2C7F29611F75}" type="presOf" srcId="{E3DC4173-DDA0-4C73-8C51-1A9BD139206A}" destId="{3E054CB3-5607-4894-801C-9E5D35496F02}" srcOrd="0" destOrd="0" presId="urn:microsoft.com/office/officeart/2005/8/layout/orgChart1"/>
    <dgm:cxn modelId="{465E69AC-EA06-4951-B855-90F698C98D56}" type="presParOf" srcId="{74331DD3-FFC7-4879-B7EF-A5D7656F5A88}" destId="{578A9BCC-D412-4B2E-99C9-C2CB6765A5AC}" srcOrd="0" destOrd="0" presId="urn:microsoft.com/office/officeart/2005/8/layout/orgChart1"/>
    <dgm:cxn modelId="{77CED457-B903-4A97-8629-45E23979A558}" type="presParOf" srcId="{578A9BCC-D412-4B2E-99C9-C2CB6765A5AC}" destId="{798E2816-B3C1-43C8-86F6-1EB9608DB3DF}" srcOrd="0" destOrd="0" presId="urn:microsoft.com/office/officeart/2005/8/layout/orgChart1"/>
    <dgm:cxn modelId="{09403BB1-7012-4552-9076-61701DC00825}" type="presParOf" srcId="{798E2816-B3C1-43C8-86F6-1EB9608DB3DF}" destId="{4579D91B-5175-4F1B-B356-D4BC5688A846}" srcOrd="0" destOrd="0" presId="urn:microsoft.com/office/officeart/2005/8/layout/orgChart1"/>
    <dgm:cxn modelId="{5F656B87-AAF2-4660-95CB-6044F7152346}" type="presParOf" srcId="{798E2816-B3C1-43C8-86F6-1EB9608DB3DF}" destId="{02B1A3FC-C1ED-4E4F-BE6B-CD451380765A}" srcOrd="1" destOrd="0" presId="urn:microsoft.com/office/officeart/2005/8/layout/orgChart1"/>
    <dgm:cxn modelId="{04C0AB40-B016-4E44-BA65-21687DFC4326}" type="presParOf" srcId="{578A9BCC-D412-4B2E-99C9-C2CB6765A5AC}" destId="{416CDE8F-63B1-400C-A1A1-4EA97E868370}" srcOrd="1" destOrd="0" presId="urn:microsoft.com/office/officeart/2005/8/layout/orgChart1"/>
    <dgm:cxn modelId="{905B55E2-5C4C-4F2F-804A-F1FC829BAECC}" type="presParOf" srcId="{416CDE8F-63B1-400C-A1A1-4EA97E868370}" destId="{B376160D-6DE6-44B2-B07D-2D778C407901}" srcOrd="0" destOrd="0" presId="urn:microsoft.com/office/officeart/2005/8/layout/orgChart1"/>
    <dgm:cxn modelId="{C86A151A-3BB3-4008-8802-2E9443DB3C59}" type="presParOf" srcId="{416CDE8F-63B1-400C-A1A1-4EA97E868370}" destId="{9225E6F3-A232-48DC-BAE4-94D29B25D3C1}" srcOrd="1" destOrd="0" presId="urn:microsoft.com/office/officeart/2005/8/layout/orgChart1"/>
    <dgm:cxn modelId="{5FB800CD-779C-4C23-ADD3-8EAE3B5D8E5B}" type="presParOf" srcId="{9225E6F3-A232-48DC-BAE4-94D29B25D3C1}" destId="{C18D84FF-5885-4B7F-AECB-E015B8A44363}" srcOrd="0" destOrd="0" presId="urn:microsoft.com/office/officeart/2005/8/layout/orgChart1"/>
    <dgm:cxn modelId="{F198636B-F5DC-4D7E-BC1A-C545B1251099}" type="presParOf" srcId="{C18D84FF-5885-4B7F-AECB-E015B8A44363}" destId="{FF1C3BDF-EF5C-492E-91DD-5333F7BC6157}" srcOrd="0" destOrd="0" presId="urn:microsoft.com/office/officeart/2005/8/layout/orgChart1"/>
    <dgm:cxn modelId="{5A2EE135-72B9-43B5-8F32-CD4ABFE3EDA7}" type="presParOf" srcId="{C18D84FF-5885-4B7F-AECB-E015B8A44363}" destId="{E401B4D5-28A5-4F77-8F56-8C9EC0A247DF}" srcOrd="1" destOrd="0" presId="urn:microsoft.com/office/officeart/2005/8/layout/orgChart1"/>
    <dgm:cxn modelId="{097CA4A7-7752-4CDB-8DD9-ACB18520DA20}" type="presParOf" srcId="{9225E6F3-A232-48DC-BAE4-94D29B25D3C1}" destId="{DF660E9F-DF10-4114-A5E9-89F04A374BB9}" srcOrd="1" destOrd="0" presId="urn:microsoft.com/office/officeart/2005/8/layout/orgChart1"/>
    <dgm:cxn modelId="{F50FC09F-BEA3-4B7B-9E59-FB7E4425465E}" type="presParOf" srcId="{DF660E9F-DF10-4114-A5E9-89F04A374BB9}" destId="{8A06C5DF-8E0A-4867-A9AD-B88E2AC962AB}" srcOrd="0" destOrd="0" presId="urn:microsoft.com/office/officeart/2005/8/layout/orgChart1"/>
    <dgm:cxn modelId="{B7652F96-AE85-4F15-8B31-215E27DEDB2E}" type="presParOf" srcId="{DF660E9F-DF10-4114-A5E9-89F04A374BB9}" destId="{F7B82016-CFD1-4EE1-8CDD-BD2D20A4AD72}" srcOrd="1" destOrd="0" presId="urn:microsoft.com/office/officeart/2005/8/layout/orgChart1"/>
    <dgm:cxn modelId="{4C64364E-31E5-496D-88F6-6A5EA2FEB6F0}" type="presParOf" srcId="{F7B82016-CFD1-4EE1-8CDD-BD2D20A4AD72}" destId="{7B1131E9-1E83-4E96-8E98-4D96013A8CE2}" srcOrd="0" destOrd="0" presId="urn:microsoft.com/office/officeart/2005/8/layout/orgChart1"/>
    <dgm:cxn modelId="{7F035636-A576-4FEA-A5BB-48F0BF77A8D9}" type="presParOf" srcId="{7B1131E9-1E83-4E96-8E98-4D96013A8CE2}" destId="{DC1D6F07-D24A-4B8A-8CF1-9A0D82A9CDFF}" srcOrd="0" destOrd="0" presId="urn:microsoft.com/office/officeart/2005/8/layout/orgChart1"/>
    <dgm:cxn modelId="{BA840AD6-B00C-4F64-B6E8-39D60AFC1995}" type="presParOf" srcId="{7B1131E9-1E83-4E96-8E98-4D96013A8CE2}" destId="{8DE576CF-0B78-415F-BAF1-CC33AD791DA9}" srcOrd="1" destOrd="0" presId="urn:microsoft.com/office/officeart/2005/8/layout/orgChart1"/>
    <dgm:cxn modelId="{387244BD-D32A-4A90-8ACC-F6FF3E4A7D3D}" type="presParOf" srcId="{F7B82016-CFD1-4EE1-8CDD-BD2D20A4AD72}" destId="{B024EB11-5B00-4585-BA2C-A510C911695B}" srcOrd="1" destOrd="0" presId="urn:microsoft.com/office/officeart/2005/8/layout/orgChart1"/>
    <dgm:cxn modelId="{357CDA54-00D3-4B1B-91EE-6BFB28895964}" type="presParOf" srcId="{B024EB11-5B00-4585-BA2C-A510C911695B}" destId="{A2032DFC-D40A-4DFA-AB35-8101DDFB1F1B}" srcOrd="0" destOrd="0" presId="urn:microsoft.com/office/officeart/2005/8/layout/orgChart1"/>
    <dgm:cxn modelId="{82A7656C-824C-4A2E-8BD1-B31B53F8791D}" type="presParOf" srcId="{B024EB11-5B00-4585-BA2C-A510C911695B}" destId="{AEF14A5E-867C-4275-83FF-84BF9DF9A192}" srcOrd="1" destOrd="0" presId="urn:microsoft.com/office/officeart/2005/8/layout/orgChart1"/>
    <dgm:cxn modelId="{135FD807-E13E-4445-AC2D-A9CF2CF3D98A}" type="presParOf" srcId="{AEF14A5E-867C-4275-83FF-84BF9DF9A192}" destId="{893D82EA-D181-48E2-9AAE-1B1CDBDE48C7}" srcOrd="0" destOrd="0" presId="urn:microsoft.com/office/officeart/2005/8/layout/orgChart1"/>
    <dgm:cxn modelId="{9BC632CF-0311-4610-892E-C4B0C0FF0511}" type="presParOf" srcId="{893D82EA-D181-48E2-9AAE-1B1CDBDE48C7}" destId="{0131BF26-6846-45C2-A1DC-4F3DD67A7936}" srcOrd="0" destOrd="0" presId="urn:microsoft.com/office/officeart/2005/8/layout/orgChart1"/>
    <dgm:cxn modelId="{629918CF-0A01-480B-9D6E-D2F86EC9A84D}" type="presParOf" srcId="{893D82EA-D181-48E2-9AAE-1B1CDBDE48C7}" destId="{85728EB2-2E47-40AD-A647-7FFF5005170D}" srcOrd="1" destOrd="0" presId="urn:microsoft.com/office/officeart/2005/8/layout/orgChart1"/>
    <dgm:cxn modelId="{CED4B9EB-D720-4B10-BEF4-4543222B8065}" type="presParOf" srcId="{AEF14A5E-867C-4275-83FF-84BF9DF9A192}" destId="{3B2D9E99-AC05-46A0-AA51-526C73DB3548}" srcOrd="1" destOrd="0" presId="urn:microsoft.com/office/officeart/2005/8/layout/orgChart1"/>
    <dgm:cxn modelId="{5FED3B27-CCBB-4DD0-9039-F071B136407E}" type="presParOf" srcId="{AEF14A5E-867C-4275-83FF-84BF9DF9A192}" destId="{78F24716-68E6-469E-8852-AB4149A2DA13}" srcOrd="2" destOrd="0" presId="urn:microsoft.com/office/officeart/2005/8/layout/orgChart1"/>
    <dgm:cxn modelId="{20A95D36-8E4B-487C-8EA6-C4E211C525E7}" type="presParOf" srcId="{B024EB11-5B00-4585-BA2C-A510C911695B}" destId="{4CF461E0-12A4-457C-BF37-DA06D4233D9D}" srcOrd="2" destOrd="0" presId="urn:microsoft.com/office/officeart/2005/8/layout/orgChart1"/>
    <dgm:cxn modelId="{22D89460-F9FB-4D64-A3E3-A033645B7D0C}" type="presParOf" srcId="{B024EB11-5B00-4585-BA2C-A510C911695B}" destId="{7E6B5C71-43F0-4384-8D31-031049F70735}" srcOrd="3" destOrd="0" presId="urn:microsoft.com/office/officeart/2005/8/layout/orgChart1"/>
    <dgm:cxn modelId="{38AA8C96-FA94-405B-9182-DB1452ADD86E}" type="presParOf" srcId="{7E6B5C71-43F0-4384-8D31-031049F70735}" destId="{5B8ABD2D-7677-4E7F-87ED-D84751320FE3}" srcOrd="0" destOrd="0" presId="urn:microsoft.com/office/officeart/2005/8/layout/orgChart1"/>
    <dgm:cxn modelId="{101F0851-CC8A-49F7-9B10-B6298D983877}" type="presParOf" srcId="{5B8ABD2D-7677-4E7F-87ED-D84751320FE3}" destId="{5C5FB943-EAFF-433C-923B-57986D63D424}" srcOrd="0" destOrd="0" presId="urn:microsoft.com/office/officeart/2005/8/layout/orgChart1"/>
    <dgm:cxn modelId="{E11C6DA4-E922-4DB4-AE9F-57496A2921FE}" type="presParOf" srcId="{5B8ABD2D-7677-4E7F-87ED-D84751320FE3}" destId="{2862EF1E-8213-499F-950E-766735CA6D32}" srcOrd="1" destOrd="0" presId="urn:microsoft.com/office/officeart/2005/8/layout/orgChart1"/>
    <dgm:cxn modelId="{82374FC2-02A2-460D-9A8D-3AB416229E25}" type="presParOf" srcId="{7E6B5C71-43F0-4384-8D31-031049F70735}" destId="{F3CBA91B-FC8F-4955-BFBC-BECD06107FA6}" srcOrd="1" destOrd="0" presId="urn:microsoft.com/office/officeart/2005/8/layout/orgChart1"/>
    <dgm:cxn modelId="{8933F427-D8CB-448A-89C1-341BA02CB646}" type="presParOf" srcId="{7E6B5C71-43F0-4384-8D31-031049F70735}" destId="{2236E0D0-6DE7-4F46-9CBA-C74AD882027C}" srcOrd="2" destOrd="0" presId="urn:microsoft.com/office/officeart/2005/8/layout/orgChart1"/>
    <dgm:cxn modelId="{07616301-AC23-4DC2-9C83-C4FB870FA2A5}" type="presParOf" srcId="{B024EB11-5B00-4585-BA2C-A510C911695B}" destId="{78302A0D-E725-4192-9929-8738DEFA6F3E}" srcOrd="4" destOrd="0" presId="urn:microsoft.com/office/officeart/2005/8/layout/orgChart1"/>
    <dgm:cxn modelId="{9A35BA02-B51E-47D0-8899-5EAF20059F1F}" type="presParOf" srcId="{B024EB11-5B00-4585-BA2C-A510C911695B}" destId="{8D121D75-1B3A-4B66-85B2-4F0CA197B052}" srcOrd="5" destOrd="0" presId="urn:microsoft.com/office/officeart/2005/8/layout/orgChart1"/>
    <dgm:cxn modelId="{D4A45AF4-5728-4F17-A42E-344C20FC7CA5}" type="presParOf" srcId="{8D121D75-1B3A-4B66-85B2-4F0CA197B052}" destId="{325905CF-0BEC-4451-B7E6-62230AA29690}" srcOrd="0" destOrd="0" presId="urn:microsoft.com/office/officeart/2005/8/layout/orgChart1"/>
    <dgm:cxn modelId="{4C8FF4A7-5DF8-4E39-A12D-1F1939E2F0AE}" type="presParOf" srcId="{325905CF-0BEC-4451-B7E6-62230AA29690}" destId="{39C99659-38BD-4677-9249-92FCD98E8491}" srcOrd="0" destOrd="0" presId="urn:microsoft.com/office/officeart/2005/8/layout/orgChart1"/>
    <dgm:cxn modelId="{68075E5E-ACA7-4E8F-AADE-E5B417ADE3DA}" type="presParOf" srcId="{325905CF-0BEC-4451-B7E6-62230AA29690}" destId="{40F91DE9-EC7E-44C3-81D5-E8AEA44F4401}" srcOrd="1" destOrd="0" presId="urn:microsoft.com/office/officeart/2005/8/layout/orgChart1"/>
    <dgm:cxn modelId="{FA245BB0-61AD-4445-B829-2EB232B87096}" type="presParOf" srcId="{8D121D75-1B3A-4B66-85B2-4F0CA197B052}" destId="{522D0BE4-931B-44C0-9C3D-7C7587D061A6}" srcOrd="1" destOrd="0" presId="urn:microsoft.com/office/officeart/2005/8/layout/orgChart1"/>
    <dgm:cxn modelId="{74C44D19-C283-4C6A-8ECE-CF2CED1F3ED9}" type="presParOf" srcId="{8D121D75-1B3A-4B66-85B2-4F0CA197B052}" destId="{9D175EC9-C7D4-42D8-B45F-B269C47CD69F}" srcOrd="2" destOrd="0" presId="urn:microsoft.com/office/officeart/2005/8/layout/orgChart1"/>
    <dgm:cxn modelId="{79053C0C-1E37-478A-A346-39C88F27FCDA}" type="presParOf" srcId="{B024EB11-5B00-4585-BA2C-A510C911695B}" destId="{3CBD5CA5-A1A9-48BA-8D0C-1D400FBD6287}" srcOrd="6" destOrd="0" presId="urn:microsoft.com/office/officeart/2005/8/layout/orgChart1"/>
    <dgm:cxn modelId="{D70F0A80-9957-47B7-BAD7-F90562F27B22}" type="presParOf" srcId="{B024EB11-5B00-4585-BA2C-A510C911695B}" destId="{D598B49E-67B6-415A-8609-F2309C78CFB6}" srcOrd="7" destOrd="0" presId="urn:microsoft.com/office/officeart/2005/8/layout/orgChart1"/>
    <dgm:cxn modelId="{9A476210-AC8D-4994-A90E-1FBE51C21F06}" type="presParOf" srcId="{D598B49E-67B6-415A-8609-F2309C78CFB6}" destId="{F0ADE20C-DBBB-4981-AEFC-26BC4E14A145}" srcOrd="0" destOrd="0" presId="urn:microsoft.com/office/officeart/2005/8/layout/orgChart1"/>
    <dgm:cxn modelId="{06605322-64FF-4F3A-9459-F0B80C769DAA}" type="presParOf" srcId="{F0ADE20C-DBBB-4981-AEFC-26BC4E14A145}" destId="{AA202635-7C52-4FAC-9199-095150130618}" srcOrd="0" destOrd="0" presId="urn:microsoft.com/office/officeart/2005/8/layout/orgChart1"/>
    <dgm:cxn modelId="{11DBB695-B2B4-4D25-9988-A8AB63F1147D}" type="presParOf" srcId="{F0ADE20C-DBBB-4981-AEFC-26BC4E14A145}" destId="{EB70EC8C-056D-43F8-9E6A-235CD239F2C7}" srcOrd="1" destOrd="0" presId="urn:microsoft.com/office/officeart/2005/8/layout/orgChart1"/>
    <dgm:cxn modelId="{824183A0-D15D-47D9-B843-81A6F1C81847}" type="presParOf" srcId="{D598B49E-67B6-415A-8609-F2309C78CFB6}" destId="{B0155A96-61FD-4C60-A9C5-F82A0756D679}" srcOrd="1" destOrd="0" presId="urn:microsoft.com/office/officeart/2005/8/layout/orgChart1"/>
    <dgm:cxn modelId="{145D5CA5-0C06-4FD1-AB6A-FFBC85E5CAAF}" type="presParOf" srcId="{D598B49E-67B6-415A-8609-F2309C78CFB6}" destId="{79B79889-3A9D-4073-9876-D55804FA8579}" srcOrd="2" destOrd="0" presId="urn:microsoft.com/office/officeart/2005/8/layout/orgChart1"/>
    <dgm:cxn modelId="{7A5E77E3-92D2-4EEF-84F5-92A247065AA1}" type="presParOf" srcId="{B024EB11-5B00-4585-BA2C-A510C911695B}" destId="{C24C61F5-FB4E-424D-9711-F7CCFD9DC668}" srcOrd="8" destOrd="0" presId="urn:microsoft.com/office/officeart/2005/8/layout/orgChart1"/>
    <dgm:cxn modelId="{E0DBBA98-E482-445C-907A-B75A7E99162E}" type="presParOf" srcId="{B024EB11-5B00-4585-BA2C-A510C911695B}" destId="{0CDC11D2-35C1-4EB4-8351-99A2577D397C}" srcOrd="9" destOrd="0" presId="urn:microsoft.com/office/officeart/2005/8/layout/orgChart1"/>
    <dgm:cxn modelId="{B54E0868-8979-44AD-8474-B8FA4A8C2789}" type="presParOf" srcId="{0CDC11D2-35C1-4EB4-8351-99A2577D397C}" destId="{9EB2A15F-FB42-4130-B935-F9D6FCD0E996}" srcOrd="0" destOrd="0" presId="urn:microsoft.com/office/officeart/2005/8/layout/orgChart1"/>
    <dgm:cxn modelId="{BEC375F1-4AFB-4ECB-A37A-168AC3A0B606}" type="presParOf" srcId="{9EB2A15F-FB42-4130-B935-F9D6FCD0E996}" destId="{99B468E3-ECF0-4950-8EA8-DE63526A9A3B}" srcOrd="0" destOrd="0" presId="urn:microsoft.com/office/officeart/2005/8/layout/orgChart1"/>
    <dgm:cxn modelId="{041ED450-4357-40A2-8B5B-4479DCD886B6}" type="presParOf" srcId="{9EB2A15F-FB42-4130-B935-F9D6FCD0E996}" destId="{A03F4CAE-3BB9-4DD1-B6D4-10317AA064F1}" srcOrd="1" destOrd="0" presId="urn:microsoft.com/office/officeart/2005/8/layout/orgChart1"/>
    <dgm:cxn modelId="{9A6633E6-1DF5-4E4D-8FF0-90497B4E2D36}" type="presParOf" srcId="{0CDC11D2-35C1-4EB4-8351-99A2577D397C}" destId="{8DBDD928-381D-4F36-9BFF-EE828E715690}" srcOrd="1" destOrd="0" presId="urn:microsoft.com/office/officeart/2005/8/layout/orgChart1"/>
    <dgm:cxn modelId="{3A791113-69D5-48BC-A14F-F4BAE525BDF1}" type="presParOf" srcId="{0CDC11D2-35C1-4EB4-8351-99A2577D397C}" destId="{9880B0B5-68D9-4D2B-A44F-6893B7BD08E6}" srcOrd="2" destOrd="0" presId="urn:microsoft.com/office/officeart/2005/8/layout/orgChart1"/>
    <dgm:cxn modelId="{B666EDED-0C0A-4531-9C9B-374B977752E4}" type="presParOf" srcId="{B024EB11-5B00-4585-BA2C-A510C911695B}" destId="{F56E5D9D-F5F3-491E-BE16-E3F66CCC74D6}" srcOrd="10" destOrd="0" presId="urn:microsoft.com/office/officeart/2005/8/layout/orgChart1"/>
    <dgm:cxn modelId="{0E89BB35-C4BC-4B49-8B2D-ED2457A5F1C4}" type="presParOf" srcId="{B024EB11-5B00-4585-BA2C-A510C911695B}" destId="{2998F2F0-9225-4CD3-ABA4-5A079A9B21A9}" srcOrd="11" destOrd="0" presId="urn:microsoft.com/office/officeart/2005/8/layout/orgChart1"/>
    <dgm:cxn modelId="{F25A2B92-6955-41AE-A22D-C3AC782A1C69}" type="presParOf" srcId="{2998F2F0-9225-4CD3-ABA4-5A079A9B21A9}" destId="{418CC1A7-EB0B-472A-AA1F-3832238A3B9A}" srcOrd="0" destOrd="0" presId="urn:microsoft.com/office/officeart/2005/8/layout/orgChart1"/>
    <dgm:cxn modelId="{3DBDA33A-1603-48F4-A0F6-83A3B4890F5F}" type="presParOf" srcId="{418CC1A7-EB0B-472A-AA1F-3832238A3B9A}" destId="{5632FC1D-0923-4F57-97C8-38DF4122DD3E}" srcOrd="0" destOrd="0" presId="urn:microsoft.com/office/officeart/2005/8/layout/orgChart1"/>
    <dgm:cxn modelId="{82E660D6-F375-4E61-853C-727D34C1C97C}" type="presParOf" srcId="{418CC1A7-EB0B-472A-AA1F-3832238A3B9A}" destId="{3B11B181-10AF-445A-8C6D-24AE0D083AC2}" srcOrd="1" destOrd="0" presId="urn:microsoft.com/office/officeart/2005/8/layout/orgChart1"/>
    <dgm:cxn modelId="{936015F8-BE06-498C-8605-F806AFAC62CA}" type="presParOf" srcId="{2998F2F0-9225-4CD3-ABA4-5A079A9B21A9}" destId="{F0403DCF-CB81-4E52-960A-B1EFF31B69CE}" srcOrd="1" destOrd="0" presId="urn:microsoft.com/office/officeart/2005/8/layout/orgChart1"/>
    <dgm:cxn modelId="{70414BB2-FBE1-4508-98CC-DC9FFB85EC4B}" type="presParOf" srcId="{2998F2F0-9225-4CD3-ABA4-5A079A9B21A9}" destId="{C4009530-D8AE-46DA-975E-F0D2113E0EFD}" srcOrd="2" destOrd="0" presId="urn:microsoft.com/office/officeart/2005/8/layout/orgChart1"/>
    <dgm:cxn modelId="{7B8B6C7B-D2A7-4B32-97CD-DCFDF5473245}" type="presParOf" srcId="{F7B82016-CFD1-4EE1-8CDD-BD2D20A4AD72}" destId="{0BCFA946-C16B-4279-9281-A9C5ED7486E7}" srcOrd="2" destOrd="0" presId="urn:microsoft.com/office/officeart/2005/8/layout/orgChart1"/>
    <dgm:cxn modelId="{2FF135BF-EFF7-4615-A483-718113565AC9}" type="presParOf" srcId="{DF660E9F-DF10-4114-A5E9-89F04A374BB9}" destId="{89295575-F08D-43B7-9FA2-993B08E8E8FB}" srcOrd="2" destOrd="0" presId="urn:microsoft.com/office/officeart/2005/8/layout/orgChart1"/>
    <dgm:cxn modelId="{308C08BB-E14A-4E9B-90AA-8CEF02C66A88}" type="presParOf" srcId="{DF660E9F-DF10-4114-A5E9-89F04A374BB9}" destId="{C39C8F36-73A6-48E2-8E1C-C503753ED49B}" srcOrd="3" destOrd="0" presId="urn:microsoft.com/office/officeart/2005/8/layout/orgChart1"/>
    <dgm:cxn modelId="{FB7B3E08-BC77-4F2B-B421-3D2FD5503517}" type="presParOf" srcId="{C39C8F36-73A6-48E2-8E1C-C503753ED49B}" destId="{808C5FD7-1D5F-4D1B-A3AD-F2D323E73DD3}" srcOrd="0" destOrd="0" presId="urn:microsoft.com/office/officeart/2005/8/layout/orgChart1"/>
    <dgm:cxn modelId="{07908625-A1D8-4077-A845-26F02133C82C}" type="presParOf" srcId="{808C5FD7-1D5F-4D1B-A3AD-F2D323E73DD3}" destId="{5DCEF176-BDCB-48A1-897E-F958CE829213}" srcOrd="0" destOrd="0" presId="urn:microsoft.com/office/officeart/2005/8/layout/orgChart1"/>
    <dgm:cxn modelId="{617E8389-EDC6-4639-A3E3-E284FFB2C78E}" type="presParOf" srcId="{808C5FD7-1D5F-4D1B-A3AD-F2D323E73DD3}" destId="{A4CD2F19-403C-4507-A2CF-664FB9C15DD5}" srcOrd="1" destOrd="0" presId="urn:microsoft.com/office/officeart/2005/8/layout/orgChart1"/>
    <dgm:cxn modelId="{0F4FA106-B48D-4952-89D5-A49B820A884E}" type="presParOf" srcId="{C39C8F36-73A6-48E2-8E1C-C503753ED49B}" destId="{FD02B445-AA6B-4A40-AB84-3839D6670A71}" srcOrd="1" destOrd="0" presId="urn:microsoft.com/office/officeart/2005/8/layout/orgChart1"/>
    <dgm:cxn modelId="{64D04C7E-407F-4E96-A4C5-74AD025F68DB}" type="presParOf" srcId="{C39C8F36-73A6-48E2-8E1C-C503753ED49B}" destId="{1814A554-4DC0-43ED-9A1C-EC58C48D0278}" srcOrd="2" destOrd="0" presId="urn:microsoft.com/office/officeart/2005/8/layout/orgChart1"/>
    <dgm:cxn modelId="{E9B31920-FB27-4E5A-91A3-2741E9F8FC87}" type="presParOf" srcId="{DF660E9F-DF10-4114-A5E9-89F04A374BB9}" destId="{7D0866C8-8B3C-4D58-998F-5D2CCA1747EC}" srcOrd="4" destOrd="0" presId="urn:microsoft.com/office/officeart/2005/8/layout/orgChart1"/>
    <dgm:cxn modelId="{475F5E3D-C80B-4D0A-9CFB-18EB64996662}" type="presParOf" srcId="{DF660E9F-DF10-4114-A5E9-89F04A374BB9}" destId="{DF28A3DB-701A-439F-A304-3E8568FAB8A4}" srcOrd="5" destOrd="0" presId="urn:microsoft.com/office/officeart/2005/8/layout/orgChart1"/>
    <dgm:cxn modelId="{495F5C6D-A81A-4CBF-BB53-81D0913D9010}" type="presParOf" srcId="{DF28A3DB-701A-439F-A304-3E8568FAB8A4}" destId="{36902E7C-32BE-4BA3-8A82-A5A0B4992485}" srcOrd="0" destOrd="0" presId="urn:microsoft.com/office/officeart/2005/8/layout/orgChart1"/>
    <dgm:cxn modelId="{A937BDD8-0E9C-4AF8-B4DE-C09DD6204670}" type="presParOf" srcId="{36902E7C-32BE-4BA3-8A82-A5A0B4992485}" destId="{FC1D4CCF-207A-45D9-BCE9-8D070E5E30CD}" srcOrd="0" destOrd="0" presId="urn:microsoft.com/office/officeart/2005/8/layout/orgChart1"/>
    <dgm:cxn modelId="{88F365C1-6E2E-4427-8367-7BBE1613E36B}" type="presParOf" srcId="{36902E7C-32BE-4BA3-8A82-A5A0B4992485}" destId="{2672A42C-C365-473D-85AA-EB7939DA89FA}" srcOrd="1" destOrd="0" presId="urn:microsoft.com/office/officeart/2005/8/layout/orgChart1"/>
    <dgm:cxn modelId="{BFCC87BC-FC68-49D4-8218-31B85976E003}" type="presParOf" srcId="{DF28A3DB-701A-439F-A304-3E8568FAB8A4}" destId="{BF691B25-3732-41E3-ACF1-A6A8FDF356C0}" srcOrd="1" destOrd="0" presId="urn:microsoft.com/office/officeart/2005/8/layout/orgChart1"/>
    <dgm:cxn modelId="{BFE69C77-4D69-4117-9E4C-E9F291235824}" type="presParOf" srcId="{DF28A3DB-701A-439F-A304-3E8568FAB8A4}" destId="{76BD4AA9-D896-46B7-B805-9C7669B63D54}" srcOrd="2" destOrd="0" presId="urn:microsoft.com/office/officeart/2005/8/layout/orgChart1"/>
    <dgm:cxn modelId="{A2120EB3-DB4C-4053-9A0F-5520C9929237}" type="presParOf" srcId="{9225E6F3-A232-48DC-BAE4-94D29B25D3C1}" destId="{77A2CEFC-984F-4A78-9CCF-711900213C09}" srcOrd="2" destOrd="0" presId="urn:microsoft.com/office/officeart/2005/8/layout/orgChart1"/>
    <dgm:cxn modelId="{40B01469-5CD9-450A-817A-8CF32EFC33D3}" type="presParOf" srcId="{416CDE8F-63B1-400C-A1A1-4EA97E868370}" destId="{3E054CB3-5607-4894-801C-9E5D35496F02}" srcOrd="2" destOrd="0" presId="urn:microsoft.com/office/officeart/2005/8/layout/orgChart1"/>
    <dgm:cxn modelId="{C03C8609-BD47-4ECC-913F-AC356B0A6EC9}" type="presParOf" srcId="{416CDE8F-63B1-400C-A1A1-4EA97E868370}" destId="{B31797DF-E12D-4200-92C1-3827213A9B0B}" srcOrd="3" destOrd="0" presId="urn:microsoft.com/office/officeart/2005/8/layout/orgChart1"/>
    <dgm:cxn modelId="{41A8A0D1-7C23-49BB-B9DA-B3B07D1B5992}" type="presParOf" srcId="{B31797DF-E12D-4200-92C1-3827213A9B0B}" destId="{AFEAFF18-EB3C-42F8-885F-240D930BC0FF}" srcOrd="0" destOrd="0" presId="urn:microsoft.com/office/officeart/2005/8/layout/orgChart1"/>
    <dgm:cxn modelId="{CB0727B8-BD75-4680-95A7-AFC0865A6971}" type="presParOf" srcId="{AFEAFF18-EB3C-42F8-885F-240D930BC0FF}" destId="{E4D50605-B8E3-4AEF-8638-EFEED3135F22}" srcOrd="0" destOrd="0" presId="urn:microsoft.com/office/officeart/2005/8/layout/orgChart1"/>
    <dgm:cxn modelId="{645AE0EC-ED08-4C0B-A30C-BAF8B384E013}" type="presParOf" srcId="{AFEAFF18-EB3C-42F8-885F-240D930BC0FF}" destId="{12938335-295F-48E5-BA25-AEE43877A497}" srcOrd="1" destOrd="0" presId="urn:microsoft.com/office/officeart/2005/8/layout/orgChart1"/>
    <dgm:cxn modelId="{0578C630-82E9-4F37-B4B4-B06153AA555B}" type="presParOf" srcId="{B31797DF-E12D-4200-92C1-3827213A9B0B}" destId="{A079E359-5ABF-4673-854C-70BB19411F9E}" srcOrd="1" destOrd="0" presId="urn:microsoft.com/office/officeart/2005/8/layout/orgChart1"/>
    <dgm:cxn modelId="{611222AE-E0CE-4878-AD81-0A326EA94D1C}" type="presParOf" srcId="{B31797DF-E12D-4200-92C1-3827213A9B0B}" destId="{A2E5EBAF-7CF6-4285-8961-29DA0012D0B8}" srcOrd="2" destOrd="0" presId="urn:microsoft.com/office/officeart/2005/8/layout/orgChart1"/>
    <dgm:cxn modelId="{E04D2DC9-40BF-4303-A996-908D9674E952}" type="presParOf" srcId="{416CDE8F-63B1-400C-A1A1-4EA97E868370}" destId="{DE7341E7-EF75-4A90-89D9-C5A93DABC7D0}" srcOrd="4" destOrd="0" presId="urn:microsoft.com/office/officeart/2005/8/layout/orgChart1"/>
    <dgm:cxn modelId="{C566F2A6-2478-4428-9F1C-CE00E2011321}" type="presParOf" srcId="{416CDE8F-63B1-400C-A1A1-4EA97E868370}" destId="{16075F8F-670C-4120-B7C4-8DA2AC335A42}" srcOrd="5" destOrd="0" presId="urn:microsoft.com/office/officeart/2005/8/layout/orgChart1"/>
    <dgm:cxn modelId="{E96B7106-CA5D-45F2-9EA6-A3CFD7F6E1E9}" type="presParOf" srcId="{16075F8F-670C-4120-B7C4-8DA2AC335A42}" destId="{77E3DA15-9FCD-4AD7-A3CD-90A64967AC7F}" srcOrd="0" destOrd="0" presId="urn:microsoft.com/office/officeart/2005/8/layout/orgChart1"/>
    <dgm:cxn modelId="{CE7639F2-A1DF-45EA-9EE6-ED8030168124}" type="presParOf" srcId="{77E3DA15-9FCD-4AD7-A3CD-90A64967AC7F}" destId="{5ADF56C2-B6A7-4266-8772-122E29AF8693}" srcOrd="0" destOrd="0" presId="urn:microsoft.com/office/officeart/2005/8/layout/orgChart1"/>
    <dgm:cxn modelId="{9CE9FEA3-5465-4BE2-A97B-72F09D1AF6EE}" type="presParOf" srcId="{77E3DA15-9FCD-4AD7-A3CD-90A64967AC7F}" destId="{B801FA3B-CBCD-4B73-A14C-238F05296C86}" srcOrd="1" destOrd="0" presId="urn:microsoft.com/office/officeart/2005/8/layout/orgChart1"/>
    <dgm:cxn modelId="{E9BBDF4B-8272-4334-9B5D-B2B151E2450D}" type="presParOf" srcId="{16075F8F-670C-4120-B7C4-8DA2AC335A42}" destId="{5CACB19E-BF94-43E4-8CB4-370E1445A7D5}" srcOrd="1" destOrd="0" presId="urn:microsoft.com/office/officeart/2005/8/layout/orgChart1"/>
    <dgm:cxn modelId="{34C656F4-F7B8-4DA8-BA17-E0FB8D6F31EC}" type="presParOf" srcId="{16075F8F-670C-4120-B7C4-8DA2AC335A42}" destId="{7BB488BA-D198-4C60-8995-50E247357D46}" srcOrd="2" destOrd="0" presId="urn:microsoft.com/office/officeart/2005/8/layout/orgChart1"/>
    <dgm:cxn modelId="{2DAF53FF-D4AC-467C-B416-41A4816F00BA}" type="presParOf" srcId="{416CDE8F-63B1-400C-A1A1-4EA97E868370}" destId="{C37698BE-0294-4B84-9152-3D587C46D3A5}" srcOrd="6" destOrd="0" presId="urn:microsoft.com/office/officeart/2005/8/layout/orgChart1"/>
    <dgm:cxn modelId="{C5D5B33D-4ABD-459F-BD2F-4EF1302DBA0A}" type="presParOf" srcId="{416CDE8F-63B1-400C-A1A1-4EA97E868370}" destId="{78324B9C-2C7A-4244-A94E-BE9EE0B5BCB4}" srcOrd="7" destOrd="0" presId="urn:microsoft.com/office/officeart/2005/8/layout/orgChart1"/>
    <dgm:cxn modelId="{C132E1C4-B011-4B7A-9348-3E71AA0F6DDB}" type="presParOf" srcId="{78324B9C-2C7A-4244-A94E-BE9EE0B5BCB4}" destId="{9DFFD8D9-9F26-4348-AC92-F5985D7D2BD4}" srcOrd="0" destOrd="0" presId="urn:microsoft.com/office/officeart/2005/8/layout/orgChart1"/>
    <dgm:cxn modelId="{5E476754-ED88-41FC-BAEB-918844FA071B}" type="presParOf" srcId="{9DFFD8D9-9F26-4348-AC92-F5985D7D2BD4}" destId="{1E31DD13-38CF-4368-8728-58133DEBE6F3}" srcOrd="0" destOrd="0" presId="urn:microsoft.com/office/officeart/2005/8/layout/orgChart1"/>
    <dgm:cxn modelId="{B200AFE9-3026-4A60-8517-024873E7C573}" type="presParOf" srcId="{9DFFD8D9-9F26-4348-AC92-F5985D7D2BD4}" destId="{556B0077-212A-4460-BAE3-4418F93553D7}" srcOrd="1" destOrd="0" presId="urn:microsoft.com/office/officeart/2005/8/layout/orgChart1"/>
    <dgm:cxn modelId="{1CDD609B-1246-48D7-9695-28AD4D4496A6}" type="presParOf" srcId="{78324B9C-2C7A-4244-A94E-BE9EE0B5BCB4}" destId="{C8FF9DDF-5F1C-4E78-A223-28256CF576A2}" srcOrd="1" destOrd="0" presId="urn:microsoft.com/office/officeart/2005/8/layout/orgChart1"/>
    <dgm:cxn modelId="{710D6419-8D2C-43B3-A952-CA817D789CE8}" type="presParOf" srcId="{78324B9C-2C7A-4244-A94E-BE9EE0B5BCB4}" destId="{E51ADEB1-4D9C-479D-B8F6-DB7116C85406}" srcOrd="2" destOrd="0" presId="urn:microsoft.com/office/officeart/2005/8/layout/orgChart1"/>
    <dgm:cxn modelId="{B70923C9-AF05-4E79-B725-BB37772ABD15}" type="presParOf" srcId="{578A9BCC-D412-4B2E-99C9-C2CB6765A5AC}" destId="{EA129E5C-F057-42B4-8E7D-CAF0F365D4D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F8F03DE6-65BD-43D6-9CDF-FFED10A0E8F1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Governance</a:t>
          </a:r>
        </a:p>
      </dgm:t>
    </dgm:pt>
    <dgm:pt modelId="{5EF818A4-3D92-4861-A892-E40B0802E4D6}" type="parTrans" cxnId="{1923D629-CE4D-44E7-AF23-12FF0926A0B5}">
      <dgm:prSet/>
      <dgm:spPr/>
      <dgm:t>
        <a:bodyPr/>
        <a:lstStyle/>
        <a:p>
          <a:endParaRPr lang="en-US" noProof="0" dirty="0"/>
        </a:p>
      </dgm:t>
    </dgm:pt>
    <dgm:pt modelId="{D4FD7767-8FBB-43C6-8D37-AC86273D1270}" type="sibTrans" cxnId="{1923D629-CE4D-44E7-AF23-12FF0926A0B5}">
      <dgm:prSet/>
      <dgm:spPr/>
      <dgm:t>
        <a:bodyPr/>
        <a:lstStyle/>
        <a:p>
          <a:endParaRPr lang="en-US" noProof="0" dirty="0"/>
        </a:p>
      </dgm:t>
    </dgm:pt>
    <dgm:pt modelId="{3ABA6B19-5811-4C1C-A6DF-F088EF101B24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Administration </a:t>
          </a:r>
        </a:p>
      </dgm:t>
    </dgm:pt>
    <dgm:pt modelId="{A438CF38-4187-45C5-AB3E-65115E692219}" type="parTrans" cxnId="{09E06C56-385C-4D8C-99F4-FB8EFE403656}">
      <dgm:prSet/>
      <dgm:spPr/>
      <dgm:t>
        <a:bodyPr/>
        <a:lstStyle/>
        <a:p>
          <a:endParaRPr lang="en-US" noProof="0" dirty="0"/>
        </a:p>
      </dgm:t>
    </dgm:pt>
    <dgm:pt modelId="{46E87CE8-FEF7-49A2-92A7-AF6436BAD101}" type="sibTrans" cxnId="{09E06C56-385C-4D8C-99F4-FB8EFE403656}">
      <dgm:prSet/>
      <dgm:spPr/>
      <dgm:t>
        <a:bodyPr/>
        <a:lstStyle/>
        <a:p>
          <a:endParaRPr lang="en-US" noProof="0" dirty="0"/>
        </a:p>
      </dgm:t>
    </dgm:pt>
    <dgm:pt modelId="{72FD27FD-9E39-4159-AC09-9E0197E96DC2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Plan/Control </a:t>
          </a:r>
        </a:p>
      </dgm:t>
    </dgm:pt>
    <dgm:pt modelId="{C5259C40-5F42-462B-B5B1-CBC7175F96F8}" type="parTrans" cxnId="{5CD2C6D8-92A5-4BAC-A1D0-67DDE4B2E8A1}">
      <dgm:prSet/>
      <dgm:spPr/>
      <dgm:t>
        <a:bodyPr/>
        <a:lstStyle/>
        <a:p>
          <a:endParaRPr lang="en-US" noProof="0" dirty="0"/>
        </a:p>
      </dgm:t>
    </dgm:pt>
    <dgm:pt modelId="{EE6EDC21-4335-4715-93A5-1C9507D59160}" type="sibTrans" cxnId="{5CD2C6D8-92A5-4BAC-A1D0-67DDE4B2E8A1}">
      <dgm:prSet/>
      <dgm:spPr/>
      <dgm:t>
        <a:bodyPr/>
        <a:lstStyle/>
        <a:p>
          <a:endParaRPr lang="en-US" noProof="0" dirty="0"/>
        </a:p>
      </dgm:t>
    </dgm:pt>
    <dgm:pt modelId="{A97D99AC-97D9-475F-A74F-B387E8187F2A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Execution</a:t>
          </a:r>
        </a:p>
      </dgm:t>
    </dgm:pt>
    <dgm:pt modelId="{71CFD689-FF66-4B92-B2F0-B38C2E5DE93C}" type="parTrans" cxnId="{ADC94CDD-5833-4332-B8BF-8A5368DCF9C1}">
      <dgm:prSet/>
      <dgm:spPr/>
      <dgm:t>
        <a:bodyPr/>
        <a:lstStyle/>
        <a:p>
          <a:endParaRPr lang="en-US" noProof="0" dirty="0"/>
        </a:p>
      </dgm:t>
    </dgm:pt>
    <dgm:pt modelId="{FC5EAC7C-2BDA-4595-9CF9-D7E8A193D4AA}" type="sibTrans" cxnId="{ADC94CDD-5833-4332-B8BF-8A5368DCF9C1}">
      <dgm:prSet/>
      <dgm:spPr/>
      <dgm:t>
        <a:bodyPr/>
        <a:lstStyle/>
        <a:p>
          <a:endParaRPr lang="en-US" noProof="0" dirty="0"/>
        </a:p>
      </dgm:t>
    </dgm:pt>
    <dgm:pt modelId="{814C87DC-D4E0-41A6-A65A-C7233F8E6407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Political </a:t>
          </a:r>
        </a:p>
      </dgm:t>
    </dgm:pt>
    <dgm:pt modelId="{F089CE5D-BD17-4E0F-B56B-1630CDB1DA2A}" type="parTrans" cxnId="{D52C0C48-1733-47FD-BE73-7F8BCEA40CE4}">
      <dgm:prSet/>
      <dgm:spPr/>
      <dgm:t>
        <a:bodyPr/>
        <a:lstStyle/>
        <a:p>
          <a:endParaRPr lang="en-US" noProof="0" dirty="0"/>
        </a:p>
      </dgm:t>
    </dgm:pt>
    <dgm:pt modelId="{070BBFF9-32FC-47C9-BD21-5B84464029EE}" type="sibTrans" cxnId="{D52C0C48-1733-47FD-BE73-7F8BCEA40CE4}">
      <dgm:prSet/>
      <dgm:spPr/>
      <dgm:t>
        <a:bodyPr/>
        <a:lstStyle/>
        <a:p>
          <a:endParaRPr lang="en-US" noProof="0" dirty="0"/>
        </a:p>
      </dgm:t>
    </dgm:pt>
    <dgm:pt modelId="{AD6CA1B1-B33A-420C-9AEB-892E5C660872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Technical</a:t>
          </a:r>
        </a:p>
      </dgm:t>
    </dgm:pt>
    <dgm:pt modelId="{E2D5B889-9523-43C2-A50A-B924781D014D}" type="parTrans" cxnId="{050A6EC0-5265-4BDE-B357-F4B723DCF4DC}">
      <dgm:prSet/>
      <dgm:spPr/>
      <dgm:t>
        <a:bodyPr/>
        <a:lstStyle/>
        <a:p>
          <a:endParaRPr lang="en-US" noProof="0" dirty="0"/>
        </a:p>
      </dgm:t>
    </dgm:pt>
    <dgm:pt modelId="{274C84BE-170F-4196-9356-7B358B85403B}" type="sibTrans" cxnId="{050A6EC0-5265-4BDE-B357-F4B723DCF4DC}">
      <dgm:prSet/>
      <dgm:spPr/>
      <dgm:t>
        <a:bodyPr/>
        <a:lstStyle/>
        <a:p>
          <a:endParaRPr lang="en-US" noProof="0" dirty="0"/>
        </a:p>
      </dgm:t>
    </dgm:pt>
    <dgm:pt modelId="{7A149803-0DE8-480B-9717-4D86A22E1416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Legal</a:t>
          </a:r>
        </a:p>
      </dgm:t>
    </dgm:pt>
    <dgm:pt modelId="{26AE5A80-8716-45D5-9F41-A6DEA91A509D}" type="parTrans" cxnId="{9425C8C3-AAF0-43F8-8DC6-BFC5764A51CC}">
      <dgm:prSet/>
      <dgm:spPr/>
      <dgm:t>
        <a:bodyPr/>
        <a:lstStyle/>
        <a:p>
          <a:endParaRPr lang="en-US" noProof="0" dirty="0"/>
        </a:p>
      </dgm:t>
    </dgm:pt>
    <dgm:pt modelId="{CF9886C9-D1EF-4579-A6A6-C192D0DF5B02}" type="sibTrans" cxnId="{9425C8C3-AAF0-43F8-8DC6-BFC5764A51CC}">
      <dgm:prSet/>
      <dgm:spPr/>
      <dgm:t>
        <a:bodyPr/>
        <a:lstStyle/>
        <a:p>
          <a:endParaRPr lang="en-US" noProof="0" dirty="0"/>
        </a:p>
      </dgm:t>
    </dgm:pt>
    <dgm:pt modelId="{78226B58-4CC0-40CC-A9D0-9828338AE691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Accounting </a:t>
          </a:r>
        </a:p>
      </dgm:t>
    </dgm:pt>
    <dgm:pt modelId="{5F613AEE-5F80-4967-B322-2A8D894E202C}" type="parTrans" cxnId="{22533AB1-6F0E-421C-AB22-51093D07FC39}">
      <dgm:prSet/>
      <dgm:spPr/>
      <dgm:t>
        <a:bodyPr/>
        <a:lstStyle/>
        <a:p>
          <a:endParaRPr lang="en-US" noProof="0" dirty="0"/>
        </a:p>
      </dgm:t>
    </dgm:pt>
    <dgm:pt modelId="{E444C458-CE6F-4604-8698-329277ABA182}" type="sibTrans" cxnId="{22533AB1-6F0E-421C-AB22-51093D07FC39}">
      <dgm:prSet/>
      <dgm:spPr/>
      <dgm:t>
        <a:bodyPr/>
        <a:lstStyle/>
        <a:p>
          <a:endParaRPr lang="en-US" noProof="0" dirty="0"/>
        </a:p>
      </dgm:t>
    </dgm:pt>
    <dgm:pt modelId="{4EE5C1FE-86F1-430F-886F-749334B5AFCF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Quality </a:t>
          </a:r>
        </a:p>
      </dgm:t>
    </dgm:pt>
    <dgm:pt modelId="{FEAB1976-248F-4F11-852D-BD9A38003D6D}" type="parTrans" cxnId="{5BB363E0-A099-45EA-8644-06B1E4261969}">
      <dgm:prSet/>
      <dgm:spPr/>
      <dgm:t>
        <a:bodyPr/>
        <a:lstStyle/>
        <a:p>
          <a:endParaRPr lang="en-US" noProof="0" dirty="0"/>
        </a:p>
      </dgm:t>
    </dgm:pt>
    <dgm:pt modelId="{B4C3151A-6870-435B-AD41-EC248F53614D}" type="sibTrans" cxnId="{5BB363E0-A099-45EA-8644-06B1E4261969}">
      <dgm:prSet/>
      <dgm:spPr/>
      <dgm:t>
        <a:bodyPr/>
        <a:lstStyle/>
        <a:p>
          <a:endParaRPr lang="en-US" noProof="0" dirty="0"/>
        </a:p>
      </dgm:t>
    </dgm:pt>
    <dgm:pt modelId="{DCEC0535-0F42-44F7-BAB4-F8C3437247D6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Software</a:t>
          </a:r>
        </a:p>
      </dgm:t>
    </dgm:pt>
    <dgm:pt modelId="{04D1F231-CC7F-46CF-8442-29C60DDF0EF0}" type="parTrans" cxnId="{1C873D6F-FEA0-434C-9330-78F5D9231741}">
      <dgm:prSet/>
      <dgm:spPr/>
      <dgm:t>
        <a:bodyPr/>
        <a:lstStyle/>
        <a:p>
          <a:endParaRPr lang="en-US" noProof="0" dirty="0"/>
        </a:p>
      </dgm:t>
    </dgm:pt>
    <dgm:pt modelId="{ED2A04CF-0AAE-4E0E-8124-3EABAE45E8E1}" type="sibTrans" cxnId="{1C873D6F-FEA0-434C-9330-78F5D9231741}">
      <dgm:prSet/>
      <dgm:spPr/>
      <dgm:t>
        <a:bodyPr/>
        <a:lstStyle/>
        <a:p>
          <a:endParaRPr lang="en-US" noProof="0" dirty="0"/>
        </a:p>
      </dgm:t>
    </dgm:pt>
    <dgm:pt modelId="{5ACEA6CD-E3B5-4A2A-A8DD-53B06A679458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 Technology</a:t>
          </a:r>
        </a:p>
      </dgm:t>
    </dgm:pt>
    <dgm:pt modelId="{C55DC010-F334-487A-9CA8-C41D9F5C943E}" type="parTrans" cxnId="{D5DE467E-FE6C-4B17-820F-E5A1380C6FC3}">
      <dgm:prSet/>
      <dgm:spPr/>
      <dgm:t>
        <a:bodyPr/>
        <a:lstStyle/>
        <a:p>
          <a:endParaRPr lang="en-US" noProof="0" dirty="0"/>
        </a:p>
      </dgm:t>
    </dgm:pt>
    <dgm:pt modelId="{810DBE61-6313-46BE-8E5C-5A8C3A004330}" type="sibTrans" cxnId="{D5DE467E-FE6C-4B17-820F-E5A1380C6FC3}">
      <dgm:prSet/>
      <dgm:spPr/>
      <dgm:t>
        <a:bodyPr/>
        <a:lstStyle/>
        <a:p>
          <a:endParaRPr lang="en-US" noProof="0" dirty="0"/>
        </a:p>
      </dgm:t>
    </dgm:pt>
    <dgm:pt modelId="{6B6F81B7-DC5C-4C67-BA01-AA79D883867D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Business</a:t>
          </a:r>
        </a:p>
      </dgm:t>
    </dgm:pt>
    <dgm:pt modelId="{E2FCACE8-C41B-41C0-81D5-A9AEF97B5DBE}" type="parTrans" cxnId="{D2842F4C-8C70-478B-8B5A-0CB405EDAB82}">
      <dgm:prSet/>
      <dgm:spPr/>
      <dgm:t>
        <a:bodyPr/>
        <a:lstStyle/>
        <a:p>
          <a:endParaRPr lang="en-US" noProof="0" dirty="0"/>
        </a:p>
      </dgm:t>
    </dgm:pt>
    <dgm:pt modelId="{BBD792F3-0D76-44CF-93A4-702FB7C5220B}" type="sibTrans" cxnId="{D2842F4C-8C70-478B-8B5A-0CB405EDAB82}">
      <dgm:prSet/>
      <dgm:spPr/>
      <dgm:t>
        <a:bodyPr/>
        <a:lstStyle/>
        <a:p>
          <a:endParaRPr lang="en-US" noProof="0" dirty="0"/>
        </a:p>
      </dgm:t>
    </dgm:pt>
    <dgm:pt modelId="{FF06F225-8653-432C-92F9-483961ACB5C8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Organization change </a:t>
          </a:r>
        </a:p>
      </dgm:t>
    </dgm:pt>
    <dgm:pt modelId="{A38CE949-A04F-4636-B641-774B9B929BC2}" type="parTrans" cxnId="{C8B2C872-BA89-4896-8A8F-8E85067C658B}">
      <dgm:prSet/>
      <dgm:spPr/>
      <dgm:t>
        <a:bodyPr/>
        <a:lstStyle/>
        <a:p>
          <a:endParaRPr lang="en-US" noProof="0" dirty="0"/>
        </a:p>
      </dgm:t>
    </dgm:pt>
    <dgm:pt modelId="{6E4E243D-7400-41CD-BDB2-55F6DAC63B5F}" type="sibTrans" cxnId="{C8B2C872-BA89-4896-8A8F-8E85067C658B}">
      <dgm:prSet/>
      <dgm:spPr/>
      <dgm:t>
        <a:bodyPr/>
        <a:lstStyle/>
        <a:p>
          <a:endParaRPr lang="en-US" noProof="0" dirty="0"/>
        </a:p>
      </dgm:t>
    </dgm:pt>
    <dgm:pt modelId="{A8569CF0-219C-4BA6-BFB4-875661F332C3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Miscellaneous  </a:t>
          </a:r>
        </a:p>
      </dgm:t>
    </dgm:pt>
    <dgm:pt modelId="{02D03EFE-2CFA-4751-A2E5-DE1F1A13A3E9}" type="parTrans" cxnId="{A55B0CCE-23E4-41F7-A1DA-613AA5A15322}">
      <dgm:prSet/>
      <dgm:spPr/>
      <dgm:t>
        <a:bodyPr/>
        <a:lstStyle/>
        <a:p>
          <a:endParaRPr lang="en-US"/>
        </a:p>
      </dgm:t>
    </dgm:pt>
    <dgm:pt modelId="{997C9CBC-F897-42CB-BBB9-77572D5C9F57}" type="sibTrans" cxnId="{A55B0CCE-23E4-41F7-A1DA-613AA5A15322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EC4A978B-EA38-424C-9FAD-5BBFE614C065}" type="pres">
      <dgm:prSet presAssocID="{5EF818A4-3D92-4861-A892-E40B0802E4D6}" presName="Name37" presStyleLbl="parChTrans1D2" presStyleIdx="0" presStyleCnt="3"/>
      <dgm:spPr/>
    </dgm:pt>
    <dgm:pt modelId="{937301A6-9017-4F46-861C-397C7CACE64F}" type="pres">
      <dgm:prSet presAssocID="{F8F03DE6-65BD-43D6-9CDF-FFED10A0E8F1}" presName="hierRoot2" presStyleCnt="0">
        <dgm:presLayoutVars>
          <dgm:hierBranch val="init"/>
        </dgm:presLayoutVars>
      </dgm:prSet>
      <dgm:spPr/>
    </dgm:pt>
    <dgm:pt modelId="{E601579C-DC5F-42A8-80F7-7DB2BE08E63C}" type="pres">
      <dgm:prSet presAssocID="{F8F03DE6-65BD-43D6-9CDF-FFED10A0E8F1}" presName="rootComposite" presStyleCnt="0"/>
      <dgm:spPr/>
    </dgm:pt>
    <dgm:pt modelId="{6624D424-0A00-47D8-A131-552C60CD00B5}" type="pres">
      <dgm:prSet presAssocID="{F8F03DE6-65BD-43D6-9CDF-FFED10A0E8F1}" presName="rootText" presStyleLbl="node2" presStyleIdx="0" presStyleCnt="3">
        <dgm:presLayoutVars>
          <dgm:chPref val="3"/>
        </dgm:presLayoutVars>
      </dgm:prSet>
      <dgm:spPr/>
    </dgm:pt>
    <dgm:pt modelId="{AF4A1D6D-9755-40B6-8DB1-65548F36A673}" type="pres">
      <dgm:prSet presAssocID="{F8F03DE6-65BD-43D6-9CDF-FFED10A0E8F1}" presName="rootConnector" presStyleLbl="node2" presStyleIdx="0" presStyleCnt="3"/>
      <dgm:spPr/>
    </dgm:pt>
    <dgm:pt modelId="{75E9980E-A938-4EAE-94A2-68F04905FAB2}" type="pres">
      <dgm:prSet presAssocID="{F8F03DE6-65BD-43D6-9CDF-FFED10A0E8F1}" presName="hierChild4" presStyleCnt="0"/>
      <dgm:spPr/>
    </dgm:pt>
    <dgm:pt modelId="{AC629D86-6E95-42EC-A472-60FAE5F2EF28}" type="pres">
      <dgm:prSet presAssocID="{F089CE5D-BD17-4E0F-B56B-1630CDB1DA2A}" presName="Name37" presStyleLbl="parChTrans1D3" presStyleIdx="0" presStyleCnt="11"/>
      <dgm:spPr/>
    </dgm:pt>
    <dgm:pt modelId="{6C614E64-1B6C-42CF-961D-79F529BD1271}" type="pres">
      <dgm:prSet presAssocID="{814C87DC-D4E0-41A6-A65A-C7233F8E6407}" presName="hierRoot2" presStyleCnt="0">
        <dgm:presLayoutVars>
          <dgm:hierBranch val="init"/>
        </dgm:presLayoutVars>
      </dgm:prSet>
      <dgm:spPr/>
    </dgm:pt>
    <dgm:pt modelId="{B85D824B-8733-47C2-98C9-901A39DBDAC3}" type="pres">
      <dgm:prSet presAssocID="{814C87DC-D4E0-41A6-A65A-C7233F8E6407}" presName="rootComposite" presStyleCnt="0"/>
      <dgm:spPr/>
    </dgm:pt>
    <dgm:pt modelId="{43E106AA-6BA4-41A7-8761-9271D1DB19B5}" type="pres">
      <dgm:prSet presAssocID="{814C87DC-D4E0-41A6-A65A-C7233F8E6407}" presName="rootText" presStyleLbl="node3" presStyleIdx="0" presStyleCnt="11">
        <dgm:presLayoutVars>
          <dgm:chPref val="3"/>
        </dgm:presLayoutVars>
      </dgm:prSet>
      <dgm:spPr/>
    </dgm:pt>
    <dgm:pt modelId="{27E5D780-D756-47AE-B59A-583EFAE01FF3}" type="pres">
      <dgm:prSet presAssocID="{814C87DC-D4E0-41A6-A65A-C7233F8E6407}" presName="rootConnector" presStyleLbl="node3" presStyleIdx="0" presStyleCnt="11"/>
      <dgm:spPr/>
    </dgm:pt>
    <dgm:pt modelId="{ECCB2AB5-64C3-4D4F-9357-1C53BD2C125F}" type="pres">
      <dgm:prSet presAssocID="{814C87DC-D4E0-41A6-A65A-C7233F8E6407}" presName="hierChild4" presStyleCnt="0"/>
      <dgm:spPr/>
    </dgm:pt>
    <dgm:pt modelId="{F7E3B877-46B8-49C9-AD9A-6DB1F6336613}" type="pres">
      <dgm:prSet presAssocID="{814C87DC-D4E0-41A6-A65A-C7233F8E6407}" presName="hierChild5" presStyleCnt="0"/>
      <dgm:spPr/>
    </dgm:pt>
    <dgm:pt modelId="{E55F0511-8C54-4094-B27C-D9BB576AB7C0}" type="pres">
      <dgm:prSet presAssocID="{E2D5B889-9523-43C2-A50A-B924781D014D}" presName="Name37" presStyleLbl="parChTrans1D3" presStyleIdx="1" presStyleCnt="11"/>
      <dgm:spPr/>
    </dgm:pt>
    <dgm:pt modelId="{2BD3D807-145E-4D12-927D-D143CE68C8D3}" type="pres">
      <dgm:prSet presAssocID="{AD6CA1B1-B33A-420C-9AEB-892E5C660872}" presName="hierRoot2" presStyleCnt="0">
        <dgm:presLayoutVars>
          <dgm:hierBranch val="init"/>
        </dgm:presLayoutVars>
      </dgm:prSet>
      <dgm:spPr/>
    </dgm:pt>
    <dgm:pt modelId="{EBACAAA4-5229-47B1-97F6-501FE46B7042}" type="pres">
      <dgm:prSet presAssocID="{AD6CA1B1-B33A-420C-9AEB-892E5C660872}" presName="rootComposite" presStyleCnt="0"/>
      <dgm:spPr/>
    </dgm:pt>
    <dgm:pt modelId="{560A0CF7-1B89-45AA-9FC1-1235CFC62155}" type="pres">
      <dgm:prSet presAssocID="{AD6CA1B1-B33A-420C-9AEB-892E5C660872}" presName="rootText" presStyleLbl="node3" presStyleIdx="1" presStyleCnt="11">
        <dgm:presLayoutVars>
          <dgm:chPref val="3"/>
        </dgm:presLayoutVars>
      </dgm:prSet>
      <dgm:spPr/>
    </dgm:pt>
    <dgm:pt modelId="{79657C63-BDBE-4615-B2BE-5D3172A553D9}" type="pres">
      <dgm:prSet presAssocID="{AD6CA1B1-B33A-420C-9AEB-892E5C660872}" presName="rootConnector" presStyleLbl="node3" presStyleIdx="1" presStyleCnt="11"/>
      <dgm:spPr/>
    </dgm:pt>
    <dgm:pt modelId="{406B6C83-4408-454D-9D05-B09EC822DCB3}" type="pres">
      <dgm:prSet presAssocID="{AD6CA1B1-B33A-420C-9AEB-892E5C660872}" presName="hierChild4" presStyleCnt="0"/>
      <dgm:spPr/>
    </dgm:pt>
    <dgm:pt modelId="{E3565B01-03F9-44DB-B5E9-F96E0D4713C9}" type="pres">
      <dgm:prSet presAssocID="{AD6CA1B1-B33A-420C-9AEB-892E5C660872}" presName="hierChild5" presStyleCnt="0"/>
      <dgm:spPr/>
    </dgm:pt>
    <dgm:pt modelId="{01EB7BF7-3685-490B-A3A1-BE6139203DDA}" type="pres">
      <dgm:prSet presAssocID="{26AE5A80-8716-45D5-9F41-A6DEA91A509D}" presName="Name37" presStyleLbl="parChTrans1D3" presStyleIdx="2" presStyleCnt="11"/>
      <dgm:spPr/>
    </dgm:pt>
    <dgm:pt modelId="{E5EBA6CC-0A5E-44EE-BB2A-9AF656D1E883}" type="pres">
      <dgm:prSet presAssocID="{7A149803-0DE8-480B-9717-4D86A22E1416}" presName="hierRoot2" presStyleCnt="0">
        <dgm:presLayoutVars>
          <dgm:hierBranch val="init"/>
        </dgm:presLayoutVars>
      </dgm:prSet>
      <dgm:spPr/>
    </dgm:pt>
    <dgm:pt modelId="{DC24E0C8-7A66-46F4-87EE-2F4F42817452}" type="pres">
      <dgm:prSet presAssocID="{7A149803-0DE8-480B-9717-4D86A22E1416}" presName="rootComposite" presStyleCnt="0"/>
      <dgm:spPr/>
    </dgm:pt>
    <dgm:pt modelId="{3FDB7009-F643-43B3-AFE4-BA448864D56B}" type="pres">
      <dgm:prSet presAssocID="{7A149803-0DE8-480B-9717-4D86A22E1416}" presName="rootText" presStyleLbl="node3" presStyleIdx="2" presStyleCnt="11">
        <dgm:presLayoutVars>
          <dgm:chPref val="3"/>
        </dgm:presLayoutVars>
      </dgm:prSet>
      <dgm:spPr/>
    </dgm:pt>
    <dgm:pt modelId="{F909B3EF-73EA-4DE6-8B6E-F7A6CE1AF378}" type="pres">
      <dgm:prSet presAssocID="{7A149803-0DE8-480B-9717-4D86A22E1416}" presName="rootConnector" presStyleLbl="node3" presStyleIdx="2" presStyleCnt="11"/>
      <dgm:spPr/>
    </dgm:pt>
    <dgm:pt modelId="{5C11A4A1-90C9-4660-9E31-97AD5D3C1629}" type="pres">
      <dgm:prSet presAssocID="{7A149803-0DE8-480B-9717-4D86A22E1416}" presName="hierChild4" presStyleCnt="0"/>
      <dgm:spPr/>
    </dgm:pt>
    <dgm:pt modelId="{E0BB1184-628B-4532-A43D-451B6041DB8A}" type="pres">
      <dgm:prSet presAssocID="{7A149803-0DE8-480B-9717-4D86A22E1416}" presName="hierChild5" presStyleCnt="0"/>
      <dgm:spPr/>
    </dgm:pt>
    <dgm:pt modelId="{725A8FBD-43AD-4108-B4F7-6769CDA6EA06}" type="pres">
      <dgm:prSet presAssocID="{F8F03DE6-65BD-43D6-9CDF-FFED10A0E8F1}" presName="hierChild5" presStyleCnt="0"/>
      <dgm:spPr/>
    </dgm:pt>
    <dgm:pt modelId="{6EE61128-249A-4A05-83D0-C23DF5C63654}" type="pres">
      <dgm:prSet presAssocID="{A438CF38-4187-45C5-AB3E-65115E692219}" presName="Name37" presStyleLbl="parChTrans1D2" presStyleIdx="1" presStyleCnt="3"/>
      <dgm:spPr/>
    </dgm:pt>
    <dgm:pt modelId="{6FBB3464-D166-491A-B4D7-C863E3ED1344}" type="pres">
      <dgm:prSet presAssocID="{3ABA6B19-5811-4C1C-A6DF-F088EF101B24}" presName="hierRoot2" presStyleCnt="0">
        <dgm:presLayoutVars>
          <dgm:hierBranch val="init"/>
        </dgm:presLayoutVars>
      </dgm:prSet>
      <dgm:spPr/>
    </dgm:pt>
    <dgm:pt modelId="{EBF963D7-4C20-4322-AA45-92D6FB05C947}" type="pres">
      <dgm:prSet presAssocID="{3ABA6B19-5811-4C1C-A6DF-F088EF101B24}" presName="rootComposite" presStyleCnt="0"/>
      <dgm:spPr/>
    </dgm:pt>
    <dgm:pt modelId="{E811BB3E-270F-4242-B57B-F40CB543E6A9}" type="pres">
      <dgm:prSet presAssocID="{3ABA6B19-5811-4C1C-A6DF-F088EF101B24}" presName="rootText" presStyleLbl="node2" presStyleIdx="1" presStyleCnt="3">
        <dgm:presLayoutVars>
          <dgm:chPref val="3"/>
        </dgm:presLayoutVars>
      </dgm:prSet>
      <dgm:spPr/>
    </dgm:pt>
    <dgm:pt modelId="{42506D11-233E-4D97-A5B1-1F62E82A1B74}" type="pres">
      <dgm:prSet presAssocID="{3ABA6B19-5811-4C1C-A6DF-F088EF101B24}" presName="rootConnector" presStyleLbl="node2" presStyleIdx="1" presStyleCnt="3"/>
      <dgm:spPr/>
    </dgm:pt>
    <dgm:pt modelId="{134C751B-4A37-45B0-AB30-402500BDF2FA}" type="pres">
      <dgm:prSet presAssocID="{3ABA6B19-5811-4C1C-A6DF-F088EF101B24}" presName="hierChild4" presStyleCnt="0"/>
      <dgm:spPr/>
    </dgm:pt>
    <dgm:pt modelId="{78DEE2A6-747D-4A8B-9FF1-73B8092D6AB1}" type="pres">
      <dgm:prSet presAssocID="{C5259C40-5F42-462B-B5B1-CBC7175F96F8}" presName="Name37" presStyleLbl="parChTrans1D3" presStyleIdx="3" presStyleCnt="11"/>
      <dgm:spPr/>
    </dgm:pt>
    <dgm:pt modelId="{920635F0-74BE-4C8D-B46A-C47E883CEEF7}" type="pres">
      <dgm:prSet presAssocID="{72FD27FD-9E39-4159-AC09-9E0197E96DC2}" presName="hierRoot2" presStyleCnt="0">
        <dgm:presLayoutVars>
          <dgm:hierBranch val="init"/>
        </dgm:presLayoutVars>
      </dgm:prSet>
      <dgm:spPr/>
    </dgm:pt>
    <dgm:pt modelId="{FFF89417-4BE1-43D3-B44D-C51BD483CEA0}" type="pres">
      <dgm:prSet presAssocID="{72FD27FD-9E39-4159-AC09-9E0197E96DC2}" presName="rootComposite" presStyleCnt="0"/>
      <dgm:spPr/>
    </dgm:pt>
    <dgm:pt modelId="{E583BCB6-38BB-466A-862C-4AD3FAF6D6A4}" type="pres">
      <dgm:prSet presAssocID="{72FD27FD-9E39-4159-AC09-9E0197E96DC2}" presName="rootText" presStyleLbl="node3" presStyleIdx="3" presStyleCnt="11">
        <dgm:presLayoutVars>
          <dgm:chPref val="3"/>
        </dgm:presLayoutVars>
      </dgm:prSet>
      <dgm:spPr/>
    </dgm:pt>
    <dgm:pt modelId="{F9FD1252-EEC5-4992-994B-254D077A3D26}" type="pres">
      <dgm:prSet presAssocID="{72FD27FD-9E39-4159-AC09-9E0197E96DC2}" presName="rootConnector" presStyleLbl="node3" presStyleIdx="3" presStyleCnt="11"/>
      <dgm:spPr/>
    </dgm:pt>
    <dgm:pt modelId="{A49856D5-359E-4D4D-B7F6-11EBAFA64F66}" type="pres">
      <dgm:prSet presAssocID="{72FD27FD-9E39-4159-AC09-9E0197E96DC2}" presName="hierChild4" presStyleCnt="0"/>
      <dgm:spPr/>
    </dgm:pt>
    <dgm:pt modelId="{1155E14C-D40F-4C44-9B99-11A2878D1AB0}" type="pres">
      <dgm:prSet presAssocID="{72FD27FD-9E39-4159-AC09-9E0197E96DC2}" presName="hierChild5" presStyleCnt="0"/>
      <dgm:spPr/>
    </dgm:pt>
    <dgm:pt modelId="{B792C0B8-0AAF-4527-B2DE-AC1F4C4EF4D8}" type="pres">
      <dgm:prSet presAssocID="{5F613AEE-5F80-4967-B322-2A8D894E202C}" presName="Name37" presStyleLbl="parChTrans1D3" presStyleIdx="4" presStyleCnt="11"/>
      <dgm:spPr/>
    </dgm:pt>
    <dgm:pt modelId="{67C74846-C8D3-4B11-BB5C-8B9B9A427E48}" type="pres">
      <dgm:prSet presAssocID="{78226B58-4CC0-40CC-A9D0-9828338AE691}" presName="hierRoot2" presStyleCnt="0">
        <dgm:presLayoutVars>
          <dgm:hierBranch val="init"/>
        </dgm:presLayoutVars>
      </dgm:prSet>
      <dgm:spPr/>
    </dgm:pt>
    <dgm:pt modelId="{A64E6DBB-9E5F-45C9-8B54-25C795848728}" type="pres">
      <dgm:prSet presAssocID="{78226B58-4CC0-40CC-A9D0-9828338AE691}" presName="rootComposite" presStyleCnt="0"/>
      <dgm:spPr/>
    </dgm:pt>
    <dgm:pt modelId="{0ABCA1AF-6933-4039-A550-83F4B2E9BA6E}" type="pres">
      <dgm:prSet presAssocID="{78226B58-4CC0-40CC-A9D0-9828338AE691}" presName="rootText" presStyleLbl="node3" presStyleIdx="4" presStyleCnt="11">
        <dgm:presLayoutVars>
          <dgm:chPref val="3"/>
        </dgm:presLayoutVars>
      </dgm:prSet>
      <dgm:spPr/>
    </dgm:pt>
    <dgm:pt modelId="{14E39AEB-CCC9-40A4-BB8E-C8049E28561A}" type="pres">
      <dgm:prSet presAssocID="{78226B58-4CC0-40CC-A9D0-9828338AE691}" presName="rootConnector" presStyleLbl="node3" presStyleIdx="4" presStyleCnt="11"/>
      <dgm:spPr/>
    </dgm:pt>
    <dgm:pt modelId="{C5A3FDBB-1942-46A8-AC1C-C7103CE1DAE9}" type="pres">
      <dgm:prSet presAssocID="{78226B58-4CC0-40CC-A9D0-9828338AE691}" presName="hierChild4" presStyleCnt="0"/>
      <dgm:spPr/>
    </dgm:pt>
    <dgm:pt modelId="{80D93774-D8AA-4F6E-B33A-C6DDAD59A17B}" type="pres">
      <dgm:prSet presAssocID="{78226B58-4CC0-40CC-A9D0-9828338AE691}" presName="hierChild5" presStyleCnt="0"/>
      <dgm:spPr/>
    </dgm:pt>
    <dgm:pt modelId="{15FF2B26-CF0B-4D96-A2F8-9CDCE925BA2D}" type="pres">
      <dgm:prSet presAssocID="{FEAB1976-248F-4F11-852D-BD9A38003D6D}" presName="Name37" presStyleLbl="parChTrans1D3" presStyleIdx="5" presStyleCnt="11"/>
      <dgm:spPr/>
    </dgm:pt>
    <dgm:pt modelId="{CC6B1BED-7ED2-4768-B23E-0BBBA3A450A3}" type="pres">
      <dgm:prSet presAssocID="{4EE5C1FE-86F1-430F-886F-749334B5AFCF}" presName="hierRoot2" presStyleCnt="0">
        <dgm:presLayoutVars>
          <dgm:hierBranch val="init"/>
        </dgm:presLayoutVars>
      </dgm:prSet>
      <dgm:spPr/>
    </dgm:pt>
    <dgm:pt modelId="{E5E87F8C-230A-4853-A53C-4C3973294D4A}" type="pres">
      <dgm:prSet presAssocID="{4EE5C1FE-86F1-430F-886F-749334B5AFCF}" presName="rootComposite" presStyleCnt="0"/>
      <dgm:spPr/>
    </dgm:pt>
    <dgm:pt modelId="{E226081D-3EE6-4BF0-8692-F92060811823}" type="pres">
      <dgm:prSet presAssocID="{4EE5C1FE-86F1-430F-886F-749334B5AFCF}" presName="rootText" presStyleLbl="node3" presStyleIdx="5" presStyleCnt="11">
        <dgm:presLayoutVars>
          <dgm:chPref val="3"/>
        </dgm:presLayoutVars>
      </dgm:prSet>
      <dgm:spPr/>
    </dgm:pt>
    <dgm:pt modelId="{A6B5D3F1-D773-4F1C-9DD8-CDD2EE363C8E}" type="pres">
      <dgm:prSet presAssocID="{4EE5C1FE-86F1-430F-886F-749334B5AFCF}" presName="rootConnector" presStyleLbl="node3" presStyleIdx="5" presStyleCnt="11"/>
      <dgm:spPr/>
    </dgm:pt>
    <dgm:pt modelId="{82BDF847-3509-4BE6-8025-18F8098CFD95}" type="pres">
      <dgm:prSet presAssocID="{4EE5C1FE-86F1-430F-886F-749334B5AFCF}" presName="hierChild4" presStyleCnt="0"/>
      <dgm:spPr/>
    </dgm:pt>
    <dgm:pt modelId="{E754366B-25D1-4C8F-93C2-2948E4F42C1D}" type="pres">
      <dgm:prSet presAssocID="{4EE5C1FE-86F1-430F-886F-749334B5AFCF}" presName="hierChild5" presStyleCnt="0"/>
      <dgm:spPr/>
    </dgm:pt>
    <dgm:pt modelId="{05B55831-D9EE-4C66-BE70-D77DBDED5C0C}" type="pres">
      <dgm:prSet presAssocID="{02D03EFE-2CFA-4751-A2E5-DE1F1A13A3E9}" presName="Name37" presStyleLbl="parChTrans1D3" presStyleIdx="6" presStyleCnt="11"/>
      <dgm:spPr/>
    </dgm:pt>
    <dgm:pt modelId="{0427A014-D685-4A4A-BD7B-46A115AD7C17}" type="pres">
      <dgm:prSet presAssocID="{A8569CF0-219C-4BA6-BFB4-875661F332C3}" presName="hierRoot2" presStyleCnt="0">
        <dgm:presLayoutVars>
          <dgm:hierBranch val="init"/>
        </dgm:presLayoutVars>
      </dgm:prSet>
      <dgm:spPr/>
    </dgm:pt>
    <dgm:pt modelId="{06C6F230-448D-470E-851E-8A9F7C4F0E0F}" type="pres">
      <dgm:prSet presAssocID="{A8569CF0-219C-4BA6-BFB4-875661F332C3}" presName="rootComposite" presStyleCnt="0"/>
      <dgm:spPr/>
    </dgm:pt>
    <dgm:pt modelId="{9E1495B4-4856-400C-9699-1299EACE8E24}" type="pres">
      <dgm:prSet presAssocID="{A8569CF0-219C-4BA6-BFB4-875661F332C3}" presName="rootText" presStyleLbl="node3" presStyleIdx="6" presStyleCnt="11">
        <dgm:presLayoutVars>
          <dgm:chPref val="3"/>
        </dgm:presLayoutVars>
      </dgm:prSet>
      <dgm:spPr/>
    </dgm:pt>
    <dgm:pt modelId="{C9791101-B9F8-44F6-BF3D-2CE04F6840A9}" type="pres">
      <dgm:prSet presAssocID="{A8569CF0-219C-4BA6-BFB4-875661F332C3}" presName="rootConnector" presStyleLbl="node3" presStyleIdx="6" presStyleCnt="11"/>
      <dgm:spPr/>
    </dgm:pt>
    <dgm:pt modelId="{4651DAA3-49AD-434B-9D2C-76F39E8FE47F}" type="pres">
      <dgm:prSet presAssocID="{A8569CF0-219C-4BA6-BFB4-875661F332C3}" presName="hierChild4" presStyleCnt="0"/>
      <dgm:spPr/>
    </dgm:pt>
    <dgm:pt modelId="{D28572E3-0485-4E0A-B5FF-8BF20B8B7493}" type="pres">
      <dgm:prSet presAssocID="{A8569CF0-219C-4BA6-BFB4-875661F332C3}" presName="hierChild5" presStyleCnt="0"/>
      <dgm:spPr/>
    </dgm:pt>
    <dgm:pt modelId="{71204D04-67CF-4B94-8FA0-13DC550C4211}" type="pres">
      <dgm:prSet presAssocID="{3ABA6B19-5811-4C1C-A6DF-F088EF101B24}" presName="hierChild5" presStyleCnt="0"/>
      <dgm:spPr/>
    </dgm:pt>
    <dgm:pt modelId="{856D287D-179A-4C5C-B46E-F69BB78AE162}" type="pres">
      <dgm:prSet presAssocID="{71CFD689-FF66-4B92-B2F0-B38C2E5DE93C}" presName="Name37" presStyleLbl="parChTrans1D2" presStyleIdx="2" presStyleCnt="3"/>
      <dgm:spPr/>
    </dgm:pt>
    <dgm:pt modelId="{DE28D5CA-A5D4-4B10-9C03-5CE03BAF0273}" type="pres">
      <dgm:prSet presAssocID="{A97D99AC-97D9-475F-A74F-B387E8187F2A}" presName="hierRoot2" presStyleCnt="0">
        <dgm:presLayoutVars>
          <dgm:hierBranch val="init"/>
        </dgm:presLayoutVars>
      </dgm:prSet>
      <dgm:spPr/>
    </dgm:pt>
    <dgm:pt modelId="{2F55AE16-F6EB-41DD-809B-778D3E4E65F7}" type="pres">
      <dgm:prSet presAssocID="{A97D99AC-97D9-475F-A74F-B387E8187F2A}" presName="rootComposite" presStyleCnt="0"/>
      <dgm:spPr/>
    </dgm:pt>
    <dgm:pt modelId="{7256E06B-F489-4413-9331-A9B5667EF73E}" type="pres">
      <dgm:prSet presAssocID="{A97D99AC-97D9-475F-A74F-B387E8187F2A}" presName="rootText" presStyleLbl="node2" presStyleIdx="2" presStyleCnt="3">
        <dgm:presLayoutVars>
          <dgm:chPref val="3"/>
        </dgm:presLayoutVars>
      </dgm:prSet>
      <dgm:spPr/>
    </dgm:pt>
    <dgm:pt modelId="{53B73E0D-1519-4BAB-9E60-C0A17D2A38F9}" type="pres">
      <dgm:prSet presAssocID="{A97D99AC-97D9-475F-A74F-B387E8187F2A}" presName="rootConnector" presStyleLbl="node2" presStyleIdx="2" presStyleCnt="3"/>
      <dgm:spPr/>
    </dgm:pt>
    <dgm:pt modelId="{70EB6FF5-6DAA-43B3-A97D-77D6EA66E3F4}" type="pres">
      <dgm:prSet presAssocID="{A97D99AC-97D9-475F-A74F-B387E8187F2A}" presName="hierChild4" presStyleCnt="0"/>
      <dgm:spPr/>
    </dgm:pt>
    <dgm:pt modelId="{83209F9F-5A25-4EFB-A3DC-AF52A87FFC1A}" type="pres">
      <dgm:prSet presAssocID="{04D1F231-CC7F-46CF-8442-29C60DDF0EF0}" presName="Name37" presStyleLbl="parChTrans1D3" presStyleIdx="7" presStyleCnt="11"/>
      <dgm:spPr/>
    </dgm:pt>
    <dgm:pt modelId="{B3E9675E-3138-4114-8CDA-05D55D0AF7AC}" type="pres">
      <dgm:prSet presAssocID="{DCEC0535-0F42-44F7-BAB4-F8C3437247D6}" presName="hierRoot2" presStyleCnt="0">
        <dgm:presLayoutVars>
          <dgm:hierBranch val="init"/>
        </dgm:presLayoutVars>
      </dgm:prSet>
      <dgm:spPr/>
    </dgm:pt>
    <dgm:pt modelId="{1F706FC7-D1B6-4A4E-B660-6663AA47C14A}" type="pres">
      <dgm:prSet presAssocID="{DCEC0535-0F42-44F7-BAB4-F8C3437247D6}" presName="rootComposite" presStyleCnt="0"/>
      <dgm:spPr/>
    </dgm:pt>
    <dgm:pt modelId="{F6C15453-834E-4641-BDB5-FBBDB01546ED}" type="pres">
      <dgm:prSet presAssocID="{DCEC0535-0F42-44F7-BAB4-F8C3437247D6}" presName="rootText" presStyleLbl="node3" presStyleIdx="7" presStyleCnt="11">
        <dgm:presLayoutVars>
          <dgm:chPref val="3"/>
        </dgm:presLayoutVars>
      </dgm:prSet>
      <dgm:spPr/>
    </dgm:pt>
    <dgm:pt modelId="{B91A4B37-173D-446F-B96B-A7253EC1FFD9}" type="pres">
      <dgm:prSet presAssocID="{DCEC0535-0F42-44F7-BAB4-F8C3437247D6}" presName="rootConnector" presStyleLbl="node3" presStyleIdx="7" presStyleCnt="11"/>
      <dgm:spPr/>
    </dgm:pt>
    <dgm:pt modelId="{2539011E-6F40-428F-A841-7600B695339C}" type="pres">
      <dgm:prSet presAssocID="{DCEC0535-0F42-44F7-BAB4-F8C3437247D6}" presName="hierChild4" presStyleCnt="0"/>
      <dgm:spPr/>
    </dgm:pt>
    <dgm:pt modelId="{ABE7BBFC-3DFB-41A5-8F3E-A3FB68967CBC}" type="pres">
      <dgm:prSet presAssocID="{DCEC0535-0F42-44F7-BAB4-F8C3437247D6}" presName="hierChild5" presStyleCnt="0"/>
      <dgm:spPr/>
    </dgm:pt>
    <dgm:pt modelId="{CE4B0C1D-9B42-4435-8A74-E1A415155EFC}" type="pres">
      <dgm:prSet presAssocID="{C55DC010-F334-487A-9CA8-C41D9F5C943E}" presName="Name37" presStyleLbl="parChTrans1D3" presStyleIdx="8" presStyleCnt="11"/>
      <dgm:spPr/>
    </dgm:pt>
    <dgm:pt modelId="{4651F33D-A7E0-4D46-B0F9-8A57EF344F4E}" type="pres">
      <dgm:prSet presAssocID="{5ACEA6CD-E3B5-4A2A-A8DD-53B06A679458}" presName="hierRoot2" presStyleCnt="0">
        <dgm:presLayoutVars>
          <dgm:hierBranch val="init"/>
        </dgm:presLayoutVars>
      </dgm:prSet>
      <dgm:spPr/>
    </dgm:pt>
    <dgm:pt modelId="{A815C493-39DF-42B8-8145-3CB058EB0C4C}" type="pres">
      <dgm:prSet presAssocID="{5ACEA6CD-E3B5-4A2A-A8DD-53B06A679458}" presName="rootComposite" presStyleCnt="0"/>
      <dgm:spPr/>
    </dgm:pt>
    <dgm:pt modelId="{C44DFB5E-74F7-4470-8C8C-8113D654FBC6}" type="pres">
      <dgm:prSet presAssocID="{5ACEA6CD-E3B5-4A2A-A8DD-53B06A679458}" presName="rootText" presStyleLbl="node3" presStyleIdx="8" presStyleCnt="11">
        <dgm:presLayoutVars>
          <dgm:chPref val="3"/>
        </dgm:presLayoutVars>
      </dgm:prSet>
      <dgm:spPr/>
    </dgm:pt>
    <dgm:pt modelId="{2A9213ED-CEDA-431E-8887-5AD37F9E37A0}" type="pres">
      <dgm:prSet presAssocID="{5ACEA6CD-E3B5-4A2A-A8DD-53B06A679458}" presName="rootConnector" presStyleLbl="node3" presStyleIdx="8" presStyleCnt="11"/>
      <dgm:spPr/>
    </dgm:pt>
    <dgm:pt modelId="{F7033CB2-A606-4E1A-9098-BEA4202A5D83}" type="pres">
      <dgm:prSet presAssocID="{5ACEA6CD-E3B5-4A2A-A8DD-53B06A679458}" presName="hierChild4" presStyleCnt="0"/>
      <dgm:spPr/>
    </dgm:pt>
    <dgm:pt modelId="{6D7DA087-5988-483E-A48C-4BAFC3A463C1}" type="pres">
      <dgm:prSet presAssocID="{5ACEA6CD-E3B5-4A2A-A8DD-53B06A679458}" presName="hierChild5" presStyleCnt="0"/>
      <dgm:spPr/>
    </dgm:pt>
    <dgm:pt modelId="{BF308269-7017-40B5-AD3C-B290142DD8EE}" type="pres">
      <dgm:prSet presAssocID="{E2FCACE8-C41B-41C0-81D5-A9AEF97B5DBE}" presName="Name37" presStyleLbl="parChTrans1D3" presStyleIdx="9" presStyleCnt="11"/>
      <dgm:spPr/>
    </dgm:pt>
    <dgm:pt modelId="{3336AB2F-16C9-4058-A7A5-2547F0A657FE}" type="pres">
      <dgm:prSet presAssocID="{6B6F81B7-DC5C-4C67-BA01-AA79D883867D}" presName="hierRoot2" presStyleCnt="0">
        <dgm:presLayoutVars>
          <dgm:hierBranch val="init"/>
        </dgm:presLayoutVars>
      </dgm:prSet>
      <dgm:spPr/>
    </dgm:pt>
    <dgm:pt modelId="{6BA69A6B-0473-4F30-A69E-A13CB20FAF6A}" type="pres">
      <dgm:prSet presAssocID="{6B6F81B7-DC5C-4C67-BA01-AA79D883867D}" presName="rootComposite" presStyleCnt="0"/>
      <dgm:spPr/>
    </dgm:pt>
    <dgm:pt modelId="{D0CEE2E4-53BB-4FE2-9560-E02CFF9F042F}" type="pres">
      <dgm:prSet presAssocID="{6B6F81B7-DC5C-4C67-BA01-AA79D883867D}" presName="rootText" presStyleLbl="node3" presStyleIdx="9" presStyleCnt="11">
        <dgm:presLayoutVars>
          <dgm:chPref val="3"/>
        </dgm:presLayoutVars>
      </dgm:prSet>
      <dgm:spPr/>
    </dgm:pt>
    <dgm:pt modelId="{DE85D7AB-3378-4F54-9E6D-9CF42080B35B}" type="pres">
      <dgm:prSet presAssocID="{6B6F81B7-DC5C-4C67-BA01-AA79D883867D}" presName="rootConnector" presStyleLbl="node3" presStyleIdx="9" presStyleCnt="11"/>
      <dgm:spPr/>
    </dgm:pt>
    <dgm:pt modelId="{49F5CB12-7B6C-43BB-BE1D-F6C315EE8471}" type="pres">
      <dgm:prSet presAssocID="{6B6F81B7-DC5C-4C67-BA01-AA79D883867D}" presName="hierChild4" presStyleCnt="0"/>
      <dgm:spPr/>
    </dgm:pt>
    <dgm:pt modelId="{2DE5AF35-6BCD-4356-9035-410287E30763}" type="pres">
      <dgm:prSet presAssocID="{6B6F81B7-DC5C-4C67-BA01-AA79D883867D}" presName="hierChild5" presStyleCnt="0"/>
      <dgm:spPr/>
    </dgm:pt>
    <dgm:pt modelId="{47A5C0F3-9A82-4EAD-A85C-67E8D6A2B8DD}" type="pres">
      <dgm:prSet presAssocID="{A38CE949-A04F-4636-B641-774B9B929BC2}" presName="Name37" presStyleLbl="parChTrans1D3" presStyleIdx="10" presStyleCnt="11"/>
      <dgm:spPr/>
    </dgm:pt>
    <dgm:pt modelId="{5356464F-70F4-4C4D-93AF-73EED19EB727}" type="pres">
      <dgm:prSet presAssocID="{FF06F225-8653-432C-92F9-483961ACB5C8}" presName="hierRoot2" presStyleCnt="0">
        <dgm:presLayoutVars>
          <dgm:hierBranch val="init"/>
        </dgm:presLayoutVars>
      </dgm:prSet>
      <dgm:spPr/>
    </dgm:pt>
    <dgm:pt modelId="{5D64C2A9-3729-43D3-B013-6A92585E0863}" type="pres">
      <dgm:prSet presAssocID="{FF06F225-8653-432C-92F9-483961ACB5C8}" presName="rootComposite" presStyleCnt="0"/>
      <dgm:spPr/>
    </dgm:pt>
    <dgm:pt modelId="{66444572-2732-4985-BDAD-692267C7DC9F}" type="pres">
      <dgm:prSet presAssocID="{FF06F225-8653-432C-92F9-483961ACB5C8}" presName="rootText" presStyleLbl="node3" presStyleIdx="10" presStyleCnt="11">
        <dgm:presLayoutVars>
          <dgm:chPref val="3"/>
        </dgm:presLayoutVars>
      </dgm:prSet>
      <dgm:spPr/>
    </dgm:pt>
    <dgm:pt modelId="{B4649797-AF48-4B12-8A4C-7DA60AC65D99}" type="pres">
      <dgm:prSet presAssocID="{FF06F225-8653-432C-92F9-483961ACB5C8}" presName="rootConnector" presStyleLbl="node3" presStyleIdx="10" presStyleCnt="11"/>
      <dgm:spPr/>
    </dgm:pt>
    <dgm:pt modelId="{B39094A6-7ECF-4AD9-907E-0F1F7E15B8EA}" type="pres">
      <dgm:prSet presAssocID="{FF06F225-8653-432C-92F9-483961ACB5C8}" presName="hierChild4" presStyleCnt="0"/>
      <dgm:spPr/>
    </dgm:pt>
    <dgm:pt modelId="{64567110-3AE6-40C3-9476-CB915CEF60EF}" type="pres">
      <dgm:prSet presAssocID="{FF06F225-8653-432C-92F9-483961ACB5C8}" presName="hierChild5" presStyleCnt="0"/>
      <dgm:spPr/>
    </dgm:pt>
    <dgm:pt modelId="{4BFE0EA9-54C8-42A9-A894-CA5726BF612F}" type="pres">
      <dgm:prSet presAssocID="{A97D99AC-97D9-475F-A74F-B387E8187F2A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25C06608-6CEC-4381-B17A-E173555E47CE}" type="presOf" srcId="{F089CE5D-BD17-4E0F-B56B-1630CDB1DA2A}" destId="{AC629D86-6E95-42EC-A472-60FAE5F2EF28}" srcOrd="0" destOrd="0" presId="urn:microsoft.com/office/officeart/2005/8/layout/orgChart1"/>
    <dgm:cxn modelId="{811C8A15-1638-474F-B96F-576470749097}" type="presOf" srcId="{4EE5C1FE-86F1-430F-886F-749334B5AFCF}" destId="{A6B5D3F1-D773-4F1C-9DD8-CDD2EE363C8E}" srcOrd="1" destOrd="0" presId="urn:microsoft.com/office/officeart/2005/8/layout/orgChart1"/>
    <dgm:cxn modelId="{A501FB1F-30B9-4CB7-A29C-5FFBC925862F}" type="presOf" srcId="{E2FCACE8-C41B-41C0-81D5-A9AEF97B5DBE}" destId="{BF308269-7017-40B5-AD3C-B290142DD8EE}" srcOrd="0" destOrd="0" presId="urn:microsoft.com/office/officeart/2005/8/layout/orgChart1"/>
    <dgm:cxn modelId="{884C2920-121F-4477-A330-121E6E201BD3}" type="presOf" srcId="{72FD27FD-9E39-4159-AC09-9E0197E96DC2}" destId="{F9FD1252-EEC5-4992-994B-254D077A3D26}" srcOrd="1" destOrd="0" presId="urn:microsoft.com/office/officeart/2005/8/layout/orgChart1"/>
    <dgm:cxn modelId="{9CD6BB24-31DB-4424-829C-D7CAE6BB6602}" type="presOf" srcId="{C5259C40-5F42-462B-B5B1-CBC7175F96F8}" destId="{78DEE2A6-747D-4A8B-9FF1-73B8092D6AB1}" srcOrd="0" destOrd="0" presId="urn:microsoft.com/office/officeart/2005/8/layout/orgChart1"/>
    <dgm:cxn modelId="{33BDAE26-FE3B-48A7-8646-D4EEEEC8F241}" type="presOf" srcId="{A8569CF0-219C-4BA6-BFB4-875661F332C3}" destId="{9E1495B4-4856-400C-9699-1299EACE8E24}" srcOrd="0" destOrd="0" presId="urn:microsoft.com/office/officeart/2005/8/layout/orgChart1"/>
    <dgm:cxn modelId="{D64A3028-025F-4612-8D8D-A13E11BBDF9D}" type="presOf" srcId="{AD6CA1B1-B33A-420C-9AEB-892E5C660872}" destId="{79657C63-BDBE-4615-B2BE-5D3172A553D9}" srcOrd="1" destOrd="0" presId="urn:microsoft.com/office/officeart/2005/8/layout/orgChart1"/>
    <dgm:cxn modelId="{1923D629-CE4D-44E7-AF23-12FF0926A0B5}" srcId="{51019B81-EE5F-417F-A885-F26C2F796447}" destId="{F8F03DE6-65BD-43D6-9CDF-FFED10A0E8F1}" srcOrd="0" destOrd="0" parTransId="{5EF818A4-3D92-4861-A892-E40B0802E4D6}" sibTransId="{D4FD7767-8FBB-43C6-8D37-AC86273D1270}"/>
    <dgm:cxn modelId="{7B1D5A2A-169A-4F70-876D-0841DFB73D96}" type="presOf" srcId="{A8569CF0-219C-4BA6-BFB4-875661F332C3}" destId="{C9791101-B9F8-44F6-BF3D-2CE04F6840A9}" srcOrd="1" destOrd="0" presId="urn:microsoft.com/office/officeart/2005/8/layout/orgChart1"/>
    <dgm:cxn modelId="{F10EE32D-2F8B-4789-8574-78AF6BACD1DA}" type="presOf" srcId="{C55DC010-F334-487A-9CA8-C41D9F5C943E}" destId="{CE4B0C1D-9B42-4435-8A74-E1A415155EFC}" srcOrd="0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3C8E1939-3277-4C89-8896-FB90C7FCD02C}" type="presOf" srcId="{6B6F81B7-DC5C-4C67-BA01-AA79D883867D}" destId="{DE85D7AB-3378-4F54-9E6D-9CF42080B35B}" srcOrd="1" destOrd="0" presId="urn:microsoft.com/office/officeart/2005/8/layout/orgChart1"/>
    <dgm:cxn modelId="{07B8555C-D826-4F42-A74B-6982307C6946}" type="presOf" srcId="{5EF818A4-3D92-4861-A892-E40B0802E4D6}" destId="{EC4A978B-EA38-424C-9FAD-5BBFE614C065}" srcOrd="0" destOrd="0" presId="urn:microsoft.com/office/officeart/2005/8/layout/orgChart1"/>
    <dgm:cxn modelId="{D314FB5C-115B-4112-AF61-B4026D5F9F2F}" type="presOf" srcId="{FEAB1976-248F-4F11-852D-BD9A38003D6D}" destId="{15FF2B26-CF0B-4D96-A2F8-9CDCE925BA2D}" srcOrd="0" destOrd="0" presId="urn:microsoft.com/office/officeart/2005/8/layout/orgChart1"/>
    <dgm:cxn modelId="{0E28F25F-8503-422C-AB34-9C3B424580AE}" type="presOf" srcId="{814C87DC-D4E0-41A6-A65A-C7233F8E6407}" destId="{27E5D780-D756-47AE-B59A-583EFAE01FF3}" srcOrd="1" destOrd="0" presId="urn:microsoft.com/office/officeart/2005/8/layout/orgChart1"/>
    <dgm:cxn modelId="{04BDA165-6156-4750-8E0F-FAD858E3CFBE}" type="presOf" srcId="{FF06F225-8653-432C-92F9-483961ACB5C8}" destId="{B4649797-AF48-4B12-8A4C-7DA60AC65D99}" srcOrd="1" destOrd="0" presId="urn:microsoft.com/office/officeart/2005/8/layout/orgChart1"/>
    <dgm:cxn modelId="{5B603466-3B2C-47AD-BD75-898BAC45A3D0}" type="presOf" srcId="{3ABA6B19-5811-4C1C-A6DF-F088EF101B24}" destId="{42506D11-233E-4D97-A5B1-1F62E82A1B74}" srcOrd="1" destOrd="0" presId="urn:microsoft.com/office/officeart/2005/8/layout/orgChart1"/>
    <dgm:cxn modelId="{D52C0C48-1733-47FD-BE73-7F8BCEA40CE4}" srcId="{F8F03DE6-65BD-43D6-9CDF-FFED10A0E8F1}" destId="{814C87DC-D4E0-41A6-A65A-C7233F8E6407}" srcOrd="0" destOrd="0" parTransId="{F089CE5D-BD17-4E0F-B56B-1630CDB1DA2A}" sibTransId="{070BBFF9-32FC-47C9-BD21-5B84464029EE}"/>
    <dgm:cxn modelId="{771B096A-A3A3-4D52-9E59-A161AF6F0528}" type="presOf" srcId="{5F613AEE-5F80-4967-B322-2A8D894E202C}" destId="{B792C0B8-0AAF-4527-B2DE-AC1F4C4EF4D8}" srcOrd="0" destOrd="0" presId="urn:microsoft.com/office/officeart/2005/8/layout/orgChart1"/>
    <dgm:cxn modelId="{D2842F4C-8C70-478B-8B5A-0CB405EDAB82}" srcId="{A97D99AC-97D9-475F-A74F-B387E8187F2A}" destId="{6B6F81B7-DC5C-4C67-BA01-AA79D883867D}" srcOrd="2" destOrd="0" parTransId="{E2FCACE8-C41B-41C0-81D5-A9AEF97B5DBE}" sibTransId="{BBD792F3-0D76-44CF-93A4-702FB7C5220B}"/>
    <dgm:cxn modelId="{1C873D6F-FEA0-434C-9330-78F5D9231741}" srcId="{A97D99AC-97D9-475F-A74F-B387E8187F2A}" destId="{DCEC0535-0F42-44F7-BAB4-F8C3437247D6}" srcOrd="0" destOrd="0" parTransId="{04D1F231-CC7F-46CF-8442-29C60DDF0EF0}" sibTransId="{ED2A04CF-0AAE-4E0E-8124-3EABAE45E8E1}"/>
    <dgm:cxn modelId="{3F8F5251-32E2-4D13-AD5A-ED7A4CF29D84}" type="presOf" srcId="{A97D99AC-97D9-475F-A74F-B387E8187F2A}" destId="{7256E06B-F489-4413-9331-A9B5667EF73E}" srcOrd="0" destOrd="0" presId="urn:microsoft.com/office/officeart/2005/8/layout/orgChart1"/>
    <dgm:cxn modelId="{C8B2C872-BA89-4896-8A8F-8E85067C658B}" srcId="{A97D99AC-97D9-475F-A74F-B387E8187F2A}" destId="{FF06F225-8653-432C-92F9-483961ACB5C8}" srcOrd="3" destOrd="0" parTransId="{A38CE949-A04F-4636-B641-774B9B929BC2}" sibTransId="{6E4E243D-7400-41CD-BDB2-55F6DAC63B5F}"/>
    <dgm:cxn modelId="{09E06C56-385C-4D8C-99F4-FB8EFE403656}" srcId="{51019B81-EE5F-417F-A885-F26C2F796447}" destId="{3ABA6B19-5811-4C1C-A6DF-F088EF101B24}" srcOrd="1" destOrd="0" parTransId="{A438CF38-4187-45C5-AB3E-65115E692219}" sibTransId="{46E87CE8-FEF7-49A2-92A7-AF6436BAD101}"/>
    <dgm:cxn modelId="{8075F356-B42B-4C03-9115-F2F0A6F5E519}" type="presOf" srcId="{814C87DC-D4E0-41A6-A65A-C7233F8E6407}" destId="{43E106AA-6BA4-41A7-8761-9271D1DB19B5}" srcOrd="0" destOrd="0" presId="urn:microsoft.com/office/officeart/2005/8/layout/orgChart1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0B7DA579-38D0-426E-AFE3-9BD433F79C48}" type="presOf" srcId="{A438CF38-4187-45C5-AB3E-65115E692219}" destId="{6EE61128-249A-4A05-83D0-C23DF5C63654}" srcOrd="0" destOrd="0" presId="urn:microsoft.com/office/officeart/2005/8/layout/orgChart1"/>
    <dgm:cxn modelId="{FBC7135A-F1BA-4827-AF16-4995468F7291}" type="presOf" srcId="{04D1F231-CC7F-46CF-8442-29C60DDF0EF0}" destId="{83209F9F-5A25-4EFB-A3DC-AF52A87FFC1A}" srcOrd="0" destOrd="0" presId="urn:microsoft.com/office/officeart/2005/8/layout/orgChart1"/>
    <dgm:cxn modelId="{D5DE467E-FE6C-4B17-820F-E5A1380C6FC3}" srcId="{A97D99AC-97D9-475F-A74F-B387E8187F2A}" destId="{5ACEA6CD-E3B5-4A2A-A8DD-53B06A679458}" srcOrd="1" destOrd="0" parTransId="{C55DC010-F334-487A-9CA8-C41D9F5C943E}" sibTransId="{810DBE61-6313-46BE-8E5C-5A8C3A004330}"/>
    <dgm:cxn modelId="{EDA5727E-3D3F-4296-9558-2F94A96F9E4D}" type="presOf" srcId="{02D03EFE-2CFA-4751-A2E5-DE1F1A13A3E9}" destId="{05B55831-D9EE-4C66-BE70-D77DBDED5C0C}" srcOrd="0" destOrd="0" presId="urn:microsoft.com/office/officeart/2005/8/layout/orgChart1"/>
    <dgm:cxn modelId="{1906CC85-8B31-4FB2-8777-7333BB16B3C9}" type="presOf" srcId="{78226B58-4CC0-40CC-A9D0-9828338AE691}" destId="{0ABCA1AF-6933-4039-A550-83F4B2E9BA6E}" srcOrd="0" destOrd="0" presId="urn:microsoft.com/office/officeart/2005/8/layout/orgChart1"/>
    <dgm:cxn modelId="{6E67BB8F-A5FE-45F9-ABD7-5478ED15F315}" type="presOf" srcId="{6B6F81B7-DC5C-4C67-BA01-AA79D883867D}" destId="{D0CEE2E4-53BB-4FE2-9560-E02CFF9F042F}" srcOrd="0" destOrd="0" presId="urn:microsoft.com/office/officeart/2005/8/layout/orgChart1"/>
    <dgm:cxn modelId="{848DFB9B-4918-4FC9-93D9-CF0794B5CDA9}" type="presOf" srcId="{FF06F225-8653-432C-92F9-483961ACB5C8}" destId="{66444572-2732-4985-BDAD-692267C7DC9F}" srcOrd="0" destOrd="0" presId="urn:microsoft.com/office/officeart/2005/8/layout/orgChart1"/>
    <dgm:cxn modelId="{170B35A8-A982-416A-971C-F0187D4E0D66}" type="presOf" srcId="{AD6CA1B1-B33A-420C-9AEB-892E5C660872}" destId="{560A0CF7-1B89-45AA-9FC1-1235CFC62155}" srcOrd="0" destOrd="0" presId="urn:microsoft.com/office/officeart/2005/8/layout/orgChart1"/>
    <dgm:cxn modelId="{22533AB1-6F0E-421C-AB22-51093D07FC39}" srcId="{3ABA6B19-5811-4C1C-A6DF-F088EF101B24}" destId="{78226B58-4CC0-40CC-A9D0-9828338AE691}" srcOrd="1" destOrd="0" parTransId="{5F613AEE-5F80-4967-B322-2A8D894E202C}" sibTransId="{E444C458-CE6F-4604-8698-329277ABA182}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3AA6B0B4-143E-45B0-B7BA-C573889502C1}" type="presOf" srcId="{78226B58-4CC0-40CC-A9D0-9828338AE691}" destId="{14E39AEB-CCC9-40A4-BB8E-C8049E28561A}" srcOrd="1" destOrd="0" presId="urn:microsoft.com/office/officeart/2005/8/layout/orgChart1"/>
    <dgm:cxn modelId="{90F227B7-05D0-4DAA-9E11-F35E3E0751D6}" type="presOf" srcId="{F8F03DE6-65BD-43D6-9CDF-FFED10A0E8F1}" destId="{6624D424-0A00-47D8-A131-552C60CD00B5}" srcOrd="0" destOrd="0" presId="urn:microsoft.com/office/officeart/2005/8/layout/orgChart1"/>
    <dgm:cxn modelId="{582748BC-D0C2-4BCC-BA26-DF67138E6EFE}" type="presOf" srcId="{A38CE949-A04F-4636-B641-774B9B929BC2}" destId="{47A5C0F3-9A82-4EAD-A85C-67E8D6A2B8DD}" srcOrd="0" destOrd="0" presId="urn:microsoft.com/office/officeart/2005/8/layout/orgChart1"/>
    <dgm:cxn modelId="{76FEC6BD-C287-4960-BFEC-D4113E7B306E}" type="presOf" srcId="{F8F03DE6-65BD-43D6-9CDF-FFED10A0E8F1}" destId="{AF4A1D6D-9755-40B6-8DB1-65548F36A673}" srcOrd="1" destOrd="0" presId="urn:microsoft.com/office/officeart/2005/8/layout/orgChart1"/>
    <dgm:cxn modelId="{050A6EC0-5265-4BDE-B357-F4B723DCF4DC}" srcId="{F8F03DE6-65BD-43D6-9CDF-FFED10A0E8F1}" destId="{AD6CA1B1-B33A-420C-9AEB-892E5C660872}" srcOrd="1" destOrd="0" parTransId="{E2D5B889-9523-43C2-A50A-B924781D014D}" sibTransId="{274C84BE-170F-4196-9356-7B358B85403B}"/>
    <dgm:cxn modelId="{9425C8C3-AAF0-43F8-8DC6-BFC5764A51CC}" srcId="{F8F03DE6-65BD-43D6-9CDF-FFED10A0E8F1}" destId="{7A149803-0DE8-480B-9717-4D86A22E1416}" srcOrd="2" destOrd="0" parTransId="{26AE5A80-8716-45D5-9F41-A6DEA91A509D}" sibTransId="{CF9886C9-D1EF-4579-A6A6-C192D0DF5B02}"/>
    <dgm:cxn modelId="{A55B0CCE-23E4-41F7-A1DA-613AA5A15322}" srcId="{3ABA6B19-5811-4C1C-A6DF-F088EF101B24}" destId="{A8569CF0-219C-4BA6-BFB4-875661F332C3}" srcOrd="3" destOrd="0" parTransId="{02D03EFE-2CFA-4751-A2E5-DE1F1A13A3E9}" sibTransId="{997C9CBC-F897-42CB-BBB9-77572D5C9F57}"/>
    <dgm:cxn modelId="{55C65AD1-D0FE-4019-974C-5C2F9BE21C0C}" type="presOf" srcId="{7A149803-0DE8-480B-9717-4D86A22E1416}" destId="{3FDB7009-F643-43B3-AFE4-BA448864D56B}" srcOrd="0" destOrd="0" presId="urn:microsoft.com/office/officeart/2005/8/layout/orgChart1"/>
    <dgm:cxn modelId="{E79234D2-A445-4310-98A7-B073C776D177}" type="presOf" srcId="{71CFD689-FF66-4B92-B2F0-B38C2E5DE93C}" destId="{856D287D-179A-4C5C-B46E-F69BB78AE162}" srcOrd="0" destOrd="0" presId="urn:microsoft.com/office/officeart/2005/8/layout/orgChart1"/>
    <dgm:cxn modelId="{5CD2C6D8-92A5-4BAC-A1D0-67DDE4B2E8A1}" srcId="{3ABA6B19-5811-4C1C-A6DF-F088EF101B24}" destId="{72FD27FD-9E39-4159-AC09-9E0197E96DC2}" srcOrd="0" destOrd="0" parTransId="{C5259C40-5F42-462B-B5B1-CBC7175F96F8}" sibTransId="{EE6EDC21-4335-4715-93A5-1C9507D59160}"/>
    <dgm:cxn modelId="{ADC94CDD-5833-4332-B8BF-8A5368DCF9C1}" srcId="{51019B81-EE5F-417F-A885-F26C2F796447}" destId="{A97D99AC-97D9-475F-A74F-B387E8187F2A}" srcOrd="2" destOrd="0" parTransId="{71CFD689-FF66-4B92-B2F0-B38C2E5DE93C}" sibTransId="{FC5EAC7C-2BDA-4595-9CF9-D7E8A193D4AA}"/>
    <dgm:cxn modelId="{D8E7E0DD-717A-4225-9359-90F87D98FAEB}" type="presOf" srcId="{DCEC0535-0F42-44F7-BAB4-F8C3437247D6}" destId="{B91A4B37-173D-446F-B96B-A7253EC1FFD9}" srcOrd="1" destOrd="0" presId="urn:microsoft.com/office/officeart/2005/8/layout/orgChart1"/>
    <dgm:cxn modelId="{5BB363E0-A099-45EA-8644-06B1E4261969}" srcId="{3ABA6B19-5811-4C1C-A6DF-F088EF101B24}" destId="{4EE5C1FE-86F1-430F-886F-749334B5AFCF}" srcOrd="2" destOrd="0" parTransId="{FEAB1976-248F-4F11-852D-BD9A38003D6D}" sibTransId="{B4C3151A-6870-435B-AD41-EC248F53614D}"/>
    <dgm:cxn modelId="{0AA4CAE1-AB62-47DF-8A87-4ECB4367813E}" type="presOf" srcId="{26AE5A80-8716-45D5-9F41-A6DEA91A509D}" destId="{01EB7BF7-3685-490B-A3A1-BE6139203DDA}" srcOrd="0" destOrd="0" presId="urn:microsoft.com/office/officeart/2005/8/layout/orgChart1"/>
    <dgm:cxn modelId="{E0EAFEE2-B0A1-4DB4-8666-4302C0DC2487}" type="presOf" srcId="{7A149803-0DE8-480B-9717-4D86A22E1416}" destId="{F909B3EF-73EA-4DE6-8B6E-F7A6CE1AF378}" srcOrd="1" destOrd="0" presId="urn:microsoft.com/office/officeart/2005/8/layout/orgChart1"/>
    <dgm:cxn modelId="{1ED606E7-B1FC-406F-A422-3409E11FCBEC}" type="presOf" srcId="{E2D5B889-9523-43C2-A50A-B924781D014D}" destId="{E55F0511-8C54-4094-B27C-D9BB576AB7C0}" srcOrd="0" destOrd="0" presId="urn:microsoft.com/office/officeart/2005/8/layout/orgChart1"/>
    <dgm:cxn modelId="{8189EBF2-9ADC-45FF-AE1A-090D173A15AC}" type="presOf" srcId="{4EE5C1FE-86F1-430F-886F-749334B5AFCF}" destId="{E226081D-3EE6-4BF0-8692-F92060811823}" srcOrd="0" destOrd="0" presId="urn:microsoft.com/office/officeart/2005/8/layout/orgChart1"/>
    <dgm:cxn modelId="{BF0C24F4-06F8-4487-8888-D6ECC22F94DA}" type="presOf" srcId="{5ACEA6CD-E3B5-4A2A-A8DD-53B06A679458}" destId="{2A9213ED-CEDA-431E-8887-5AD37F9E37A0}" srcOrd="1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1C53FAF6-897C-436A-94D9-FF18A5FDE40C}" type="presOf" srcId="{3ABA6B19-5811-4C1C-A6DF-F088EF101B24}" destId="{E811BB3E-270F-4242-B57B-F40CB543E6A9}" srcOrd="0" destOrd="0" presId="urn:microsoft.com/office/officeart/2005/8/layout/orgChart1"/>
    <dgm:cxn modelId="{A0B1C0F7-6046-4D11-A6BF-2C97844574F5}" type="presOf" srcId="{5ACEA6CD-E3B5-4A2A-A8DD-53B06A679458}" destId="{C44DFB5E-74F7-4470-8C8C-8113D654FBC6}" srcOrd="0" destOrd="0" presId="urn:microsoft.com/office/officeart/2005/8/layout/orgChart1"/>
    <dgm:cxn modelId="{FFB33AF8-EC32-4FFF-8803-8E19EFA23C78}" type="presOf" srcId="{DCEC0535-0F42-44F7-BAB4-F8C3437247D6}" destId="{F6C15453-834E-4641-BDB5-FBBDB01546ED}" srcOrd="0" destOrd="0" presId="urn:microsoft.com/office/officeart/2005/8/layout/orgChart1"/>
    <dgm:cxn modelId="{E36A2FFB-4DA3-471E-908E-EB0A96A714B3}" type="presOf" srcId="{72FD27FD-9E39-4159-AC09-9E0197E96DC2}" destId="{E583BCB6-38BB-466A-862C-4AD3FAF6D6A4}" srcOrd="0" destOrd="0" presId="urn:microsoft.com/office/officeart/2005/8/layout/orgChart1"/>
    <dgm:cxn modelId="{C82A28FD-A6A2-4807-AD3E-D94BC8EB4410}" type="presOf" srcId="{A97D99AC-97D9-475F-A74F-B387E8187F2A}" destId="{53B73E0D-1519-4BAB-9E60-C0A17D2A38F9}" srcOrd="1" destOrd="0" presId="urn:microsoft.com/office/officeart/2005/8/layout/orgChart1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21C1A4E2-0125-4816-AF6B-BCF92C93038F}" type="presParOf" srcId="{9711FE6A-1F6F-48D2-B028-F2B77EDDEE4C}" destId="{EC4A978B-EA38-424C-9FAD-5BBFE614C065}" srcOrd="0" destOrd="0" presId="urn:microsoft.com/office/officeart/2005/8/layout/orgChart1"/>
    <dgm:cxn modelId="{2EAC837D-4ED1-40E6-819C-10ADB21F36F1}" type="presParOf" srcId="{9711FE6A-1F6F-48D2-B028-F2B77EDDEE4C}" destId="{937301A6-9017-4F46-861C-397C7CACE64F}" srcOrd="1" destOrd="0" presId="urn:microsoft.com/office/officeart/2005/8/layout/orgChart1"/>
    <dgm:cxn modelId="{B0DB8F38-C4E4-49F0-ADD3-E5AA92E06FB0}" type="presParOf" srcId="{937301A6-9017-4F46-861C-397C7CACE64F}" destId="{E601579C-DC5F-42A8-80F7-7DB2BE08E63C}" srcOrd="0" destOrd="0" presId="urn:microsoft.com/office/officeart/2005/8/layout/orgChart1"/>
    <dgm:cxn modelId="{D62998C4-B3F5-492F-9A22-48302477003F}" type="presParOf" srcId="{E601579C-DC5F-42A8-80F7-7DB2BE08E63C}" destId="{6624D424-0A00-47D8-A131-552C60CD00B5}" srcOrd="0" destOrd="0" presId="urn:microsoft.com/office/officeart/2005/8/layout/orgChart1"/>
    <dgm:cxn modelId="{50E40AD6-7240-4509-9D4D-A03B88D0EED0}" type="presParOf" srcId="{E601579C-DC5F-42A8-80F7-7DB2BE08E63C}" destId="{AF4A1D6D-9755-40B6-8DB1-65548F36A673}" srcOrd="1" destOrd="0" presId="urn:microsoft.com/office/officeart/2005/8/layout/orgChart1"/>
    <dgm:cxn modelId="{63C6DB11-3DFC-46E0-B5EE-53894770F3EB}" type="presParOf" srcId="{937301A6-9017-4F46-861C-397C7CACE64F}" destId="{75E9980E-A938-4EAE-94A2-68F04905FAB2}" srcOrd="1" destOrd="0" presId="urn:microsoft.com/office/officeart/2005/8/layout/orgChart1"/>
    <dgm:cxn modelId="{F222B24F-5125-47DD-9BB1-2E3D2DAA44A4}" type="presParOf" srcId="{75E9980E-A938-4EAE-94A2-68F04905FAB2}" destId="{AC629D86-6E95-42EC-A472-60FAE5F2EF28}" srcOrd="0" destOrd="0" presId="urn:microsoft.com/office/officeart/2005/8/layout/orgChart1"/>
    <dgm:cxn modelId="{9E5B4173-C3A5-4F00-BE5F-6823A71C593A}" type="presParOf" srcId="{75E9980E-A938-4EAE-94A2-68F04905FAB2}" destId="{6C614E64-1B6C-42CF-961D-79F529BD1271}" srcOrd="1" destOrd="0" presId="urn:microsoft.com/office/officeart/2005/8/layout/orgChart1"/>
    <dgm:cxn modelId="{93ADCCA9-105E-4A07-B30D-94570CBDE804}" type="presParOf" srcId="{6C614E64-1B6C-42CF-961D-79F529BD1271}" destId="{B85D824B-8733-47C2-98C9-901A39DBDAC3}" srcOrd="0" destOrd="0" presId="urn:microsoft.com/office/officeart/2005/8/layout/orgChart1"/>
    <dgm:cxn modelId="{28CF92F8-270F-4A2B-ABA4-8D1A25CEFBF1}" type="presParOf" srcId="{B85D824B-8733-47C2-98C9-901A39DBDAC3}" destId="{43E106AA-6BA4-41A7-8761-9271D1DB19B5}" srcOrd="0" destOrd="0" presId="urn:microsoft.com/office/officeart/2005/8/layout/orgChart1"/>
    <dgm:cxn modelId="{C3EE9F37-C543-4025-BA81-C9B4A92F4E12}" type="presParOf" srcId="{B85D824B-8733-47C2-98C9-901A39DBDAC3}" destId="{27E5D780-D756-47AE-B59A-583EFAE01FF3}" srcOrd="1" destOrd="0" presId="urn:microsoft.com/office/officeart/2005/8/layout/orgChart1"/>
    <dgm:cxn modelId="{23C64DCB-238A-4DBB-BC46-5166AC9E6B30}" type="presParOf" srcId="{6C614E64-1B6C-42CF-961D-79F529BD1271}" destId="{ECCB2AB5-64C3-4D4F-9357-1C53BD2C125F}" srcOrd="1" destOrd="0" presId="urn:microsoft.com/office/officeart/2005/8/layout/orgChart1"/>
    <dgm:cxn modelId="{3A605FEE-3443-4F30-AAD5-63315E3E8AB1}" type="presParOf" srcId="{6C614E64-1B6C-42CF-961D-79F529BD1271}" destId="{F7E3B877-46B8-49C9-AD9A-6DB1F6336613}" srcOrd="2" destOrd="0" presId="urn:microsoft.com/office/officeart/2005/8/layout/orgChart1"/>
    <dgm:cxn modelId="{0DFB7FCC-7D37-49DF-A72E-8F573435EB4F}" type="presParOf" srcId="{75E9980E-A938-4EAE-94A2-68F04905FAB2}" destId="{E55F0511-8C54-4094-B27C-D9BB576AB7C0}" srcOrd="2" destOrd="0" presId="urn:microsoft.com/office/officeart/2005/8/layout/orgChart1"/>
    <dgm:cxn modelId="{C8ABEA7D-9EEF-4373-8E82-6044E67FB4A1}" type="presParOf" srcId="{75E9980E-A938-4EAE-94A2-68F04905FAB2}" destId="{2BD3D807-145E-4D12-927D-D143CE68C8D3}" srcOrd="3" destOrd="0" presId="urn:microsoft.com/office/officeart/2005/8/layout/orgChart1"/>
    <dgm:cxn modelId="{7D01051F-FB11-4840-AB03-74B7B6AA26AE}" type="presParOf" srcId="{2BD3D807-145E-4D12-927D-D143CE68C8D3}" destId="{EBACAAA4-5229-47B1-97F6-501FE46B7042}" srcOrd="0" destOrd="0" presId="urn:microsoft.com/office/officeart/2005/8/layout/orgChart1"/>
    <dgm:cxn modelId="{2BCBEA12-BF57-4F45-96E3-926EA8624AEC}" type="presParOf" srcId="{EBACAAA4-5229-47B1-97F6-501FE46B7042}" destId="{560A0CF7-1B89-45AA-9FC1-1235CFC62155}" srcOrd="0" destOrd="0" presId="urn:microsoft.com/office/officeart/2005/8/layout/orgChart1"/>
    <dgm:cxn modelId="{E801F545-67DE-4B1A-834B-5801901CA357}" type="presParOf" srcId="{EBACAAA4-5229-47B1-97F6-501FE46B7042}" destId="{79657C63-BDBE-4615-B2BE-5D3172A553D9}" srcOrd="1" destOrd="0" presId="urn:microsoft.com/office/officeart/2005/8/layout/orgChart1"/>
    <dgm:cxn modelId="{6F90AA85-638E-47FF-B00D-95DB84F9BE6F}" type="presParOf" srcId="{2BD3D807-145E-4D12-927D-D143CE68C8D3}" destId="{406B6C83-4408-454D-9D05-B09EC822DCB3}" srcOrd="1" destOrd="0" presId="urn:microsoft.com/office/officeart/2005/8/layout/orgChart1"/>
    <dgm:cxn modelId="{AA9B72F2-0F06-4FC8-8B51-05DE789D3342}" type="presParOf" srcId="{2BD3D807-145E-4D12-927D-D143CE68C8D3}" destId="{E3565B01-03F9-44DB-B5E9-F96E0D4713C9}" srcOrd="2" destOrd="0" presId="urn:microsoft.com/office/officeart/2005/8/layout/orgChart1"/>
    <dgm:cxn modelId="{E7BEDAC8-9482-4B95-BE65-B072E7C20FBC}" type="presParOf" srcId="{75E9980E-A938-4EAE-94A2-68F04905FAB2}" destId="{01EB7BF7-3685-490B-A3A1-BE6139203DDA}" srcOrd="4" destOrd="0" presId="urn:microsoft.com/office/officeart/2005/8/layout/orgChart1"/>
    <dgm:cxn modelId="{9108F531-D309-4856-A5C9-AE3FE86EB61B}" type="presParOf" srcId="{75E9980E-A938-4EAE-94A2-68F04905FAB2}" destId="{E5EBA6CC-0A5E-44EE-BB2A-9AF656D1E883}" srcOrd="5" destOrd="0" presId="urn:microsoft.com/office/officeart/2005/8/layout/orgChart1"/>
    <dgm:cxn modelId="{31FD61E3-8758-4A5D-8BE3-2748EBB19241}" type="presParOf" srcId="{E5EBA6CC-0A5E-44EE-BB2A-9AF656D1E883}" destId="{DC24E0C8-7A66-46F4-87EE-2F4F42817452}" srcOrd="0" destOrd="0" presId="urn:microsoft.com/office/officeart/2005/8/layout/orgChart1"/>
    <dgm:cxn modelId="{8F53B550-A59B-4A9B-8B1E-1149722D796F}" type="presParOf" srcId="{DC24E0C8-7A66-46F4-87EE-2F4F42817452}" destId="{3FDB7009-F643-43B3-AFE4-BA448864D56B}" srcOrd="0" destOrd="0" presId="urn:microsoft.com/office/officeart/2005/8/layout/orgChart1"/>
    <dgm:cxn modelId="{72B01434-E6B7-4313-A6B4-FFDF439699D3}" type="presParOf" srcId="{DC24E0C8-7A66-46F4-87EE-2F4F42817452}" destId="{F909B3EF-73EA-4DE6-8B6E-F7A6CE1AF378}" srcOrd="1" destOrd="0" presId="urn:microsoft.com/office/officeart/2005/8/layout/orgChart1"/>
    <dgm:cxn modelId="{A58B3001-57F9-4D0D-9AFE-1574DE566492}" type="presParOf" srcId="{E5EBA6CC-0A5E-44EE-BB2A-9AF656D1E883}" destId="{5C11A4A1-90C9-4660-9E31-97AD5D3C1629}" srcOrd="1" destOrd="0" presId="urn:microsoft.com/office/officeart/2005/8/layout/orgChart1"/>
    <dgm:cxn modelId="{5C07B3A1-A16C-4320-8507-5B7BB6ABC7CC}" type="presParOf" srcId="{E5EBA6CC-0A5E-44EE-BB2A-9AF656D1E883}" destId="{E0BB1184-628B-4532-A43D-451B6041DB8A}" srcOrd="2" destOrd="0" presId="urn:microsoft.com/office/officeart/2005/8/layout/orgChart1"/>
    <dgm:cxn modelId="{08D517EA-E16B-4F9F-80E0-4A6DEAFB2E1C}" type="presParOf" srcId="{937301A6-9017-4F46-861C-397C7CACE64F}" destId="{725A8FBD-43AD-4108-B4F7-6769CDA6EA06}" srcOrd="2" destOrd="0" presId="urn:microsoft.com/office/officeart/2005/8/layout/orgChart1"/>
    <dgm:cxn modelId="{AB6D458C-2605-4C2E-B6DB-97035283D78E}" type="presParOf" srcId="{9711FE6A-1F6F-48D2-B028-F2B77EDDEE4C}" destId="{6EE61128-249A-4A05-83D0-C23DF5C63654}" srcOrd="2" destOrd="0" presId="urn:microsoft.com/office/officeart/2005/8/layout/orgChart1"/>
    <dgm:cxn modelId="{565080AF-4D9E-4642-ACAA-C40E9B909212}" type="presParOf" srcId="{9711FE6A-1F6F-48D2-B028-F2B77EDDEE4C}" destId="{6FBB3464-D166-491A-B4D7-C863E3ED1344}" srcOrd="3" destOrd="0" presId="urn:microsoft.com/office/officeart/2005/8/layout/orgChart1"/>
    <dgm:cxn modelId="{6C464836-48E4-4CB9-A02A-5F9B03F7AC5D}" type="presParOf" srcId="{6FBB3464-D166-491A-B4D7-C863E3ED1344}" destId="{EBF963D7-4C20-4322-AA45-92D6FB05C947}" srcOrd="0" destOrd="0" presId="urn:microsoft.com/office/officeart/2005/8/layout/orgChart1"/>
    <dgm:cxn modelId="{586933FD-A16B-4FCA-A545-ECD99574FE4F}" type="presParOf" srcId="{EBF963D7-4C20-4322-AA45-92D6FB05C947}" destId="{E811BB3E-270F-4242-B57B-F40CB543E6A9}" srcOrd="0" destOrd="0" presId="urn:microsoft.com/office/officeart/2005/8/layout/orgChart1"/>
    <dgm:cxn modelId="{3FD108EE-DBA4-4D43-9A35-626DFCB8CD36}" type="presParOf" srcId="{EBF963D7-4C20-4322-AA45-92D6FB05C947}" destId="{42506D11-233E-4D97-A5B1-1F62E82A1B74}" srcOrd="1" destOrd="0" presId="urn:microsoft.com/office/officeart/2005/8/layout/orgChart1"/>
    <dgm:cxn modelId="{94FE5BB1-5362-4A42-B85F-23C36852397A}" type="presParOf" srcId="{6FBB3464-D166-491A-B4D7-C863E3ED1344}" destId="{134C751B-4A37-45B0-AB30-402500BDF2FA}" srcOrd="1" destOrd="0" presId="urn:microsoft.com/office/officeart/2005/8/layout/orgChart1"/>
    <dgm:cxn modelId="{4B6A4543-D679-4D22-84A7-B4B757EF9139}" type="presParOf" srcId="{134C751B-4A37-45B0-AB30-402500BDF2FA}" destId="{78DEE2A6-747D-4A8B-9FF1-73B8092D6AB1}" srcOrd="0" destOrd="0" presId="urn:microsoft.com/office/officeart/2005/8/layout/orgChart1"/>
    <dgm:cxn modelId="{61D61CD6-9BAF-4903-80C4-DDDC435AC0DC}" type="presParOf" srcId="{134C751B-4A37-45B0-AB30-402500BDF2FA}" destId="{920635F0-74BE-4C8D-B46A-C47E883CEEF7}" srcOrd="1" destOrd="0" presId="urn:microsoft.com/office/officeart/2005/8/layout/orgChart1"/>
    <dgm:cxn modelId="{B98968A7-C201-4390-A6ED-769C20D37892}" type="presParOf" srcId="{920635F0-74BE-4C8D-B46A-C47E883CEEF7}" destId="{FFF89417-4BE1-43D3-B44D-C51BD483CEA0}" srcOrd="0" destOrd="0" presId="urn:microsoft.com/office/officeart/2005/8/layout/orgChart1"/>
    <dgm:cxn modelId="{0E541237-6CCB-4895-8612-EF0872424424}" type="presParOf" srcId="{FFF89417-4BE1-43D3-B44D-C51BD483CEA0}" destId="{E583BCB6-38BB-466A-862C-4AD3FAF6D6A4}" srcOrd="0" destOrd="0" presId="urn:microsoft.com/office/officeart/2005/8/layout/orgChart1"/>
    <dgm:cxn modelId="{98A16DFE-9B3E-4A1D-9F94-8193AE30C21A}" type="presParOf" srcId="{FFF89417-4BE1-43D3-B44D-C51BD483CEA0}" destId="{F9FD1252-EEC5-4992-994B-254D077A3D26}" srcOrd="1" destOrd="0" presId="urn:microsoft.com/office/officeart/2005/8/layout/orgChart1"/>
    <dgm:cxn modelId="{9D760F9C-65EF-47EA-ABFB-DB66EA757133}" type="presParOf" srcId="{920635F0-74BE-4C8D-B46A-C47E883CEEF7}" destId="{A49856D5-359E-4D4D-B7F6-11EBAFA64F66}" srcOrd="1" destOrd="0" presId="urn:microsoft.com/office/officeart/2005/8/layout/orgChart1"/>
    <dgm:cxn modelId="{0120BD63-F853-4951-9A2C-F50EE1607551}" type="presParOf" srcId="{920635F0-74BE-4C8D-B46A-C47E883CEEF7}" destId="{1155E14C-D40F-4C44-9B99-11A2878D1AB0}" srcOrd="2" destOrd="0" presId="urn:microsoft.com/office/officeart/2005/8/layout/orgChart1"/>
    <dgm:cxn modelId="{839BBA49-58B7-4158-BC65-7A6418FCC4FF}" type="presParOf" srcId="{134C751B-4A37-45B0-AB30-402500BDF2FA}" destId="{B792C0B8-0AAF-4527-B2DE-AC1F4C4EF4D8}" srcOrd="2" destOrd="0" presId="urn:microsoft.com/office/officeart/2005/8/layout/orgChart1"/>
    <dgm:cxn modelId="{A839A46C-02F0-4A0F-AD59-4DFE6028C1DE}" type="presParOf" srcId="{134C751B-4A37-45B0-AB30-402500BDF2FA}" destId="{67C74846-C8D3-4B11-BB5C-8B9B9A427E48}" srcOrd="3" destOrd="0" presId="urn:microsoft.com/office/officeart/2005/8/layout/orgChart1"/>
    <dgm:cxn modelId="{3DE314BA-4115-4339-AEA1-88502D372BE0}" type="presParOf" srcId="{67C74846-C8D3-4B11-BB5C-8B9B9A427E48}" destId="{A64E6DBB-9E5F-45C9-8B54-25C795848728}" srcOrd="0" destOrd="0" presId="urn:microsoft.com/office/officeart/2005/8/layout/orgChart1"/>
    <dgm:cxn modelId="{3645E072-60DE-4233-8BB5-C228A51AA411}" type="presParOf" srcId="{A64E6DBB-9E5F-45C9-8B54-25C795848728}" destId="{0ABCA1AF-6933-4039-A550-83F4B2E9BA6E}" srcOrd="0" destOrd="0" presId="urn:microsoft.com/office/officeart/2005/8/layout/orgChart1"/>
    <dgm:cxn modelId="{522AE75B-36A2-482D-9B5C-707408949038}" type="presParOf" srcId="{A64E6DBB-9E5F-45C9-8B54-25C795848728}" destId="{14E39AEB-CCC9-40A4-BB8E-C8049E28561A}" srcOrd="1" destOrd="0" presId="urn:microsoft.com/office/officeart/2005/8/layout/orgChart1"/>
    <dgm:cxn modelId="{B5A5BCBD-607B-4855-A8AC-B5D501499C7E}" type="presParOf" srcId="{67C74846-C8D3-4B11-BB5C-8B9B9A427E48}" destId="{C5A3FDBB-1942-46A8-AC1C-C7103CE1DAE9}" srcOrd="1" destOrd="0" presId="urn:microsoft.com/office/officeart/2005/8/layout/orgChart1"/>
    <dgm:cxn modelId="{A17B44EC-A15A-4113-BAB3-05CB58B8BB6D}" type="presParOf" srcId="{67C74846-C8D3-4B11-BB5C-8B9B9A427E48}" destId="{80D93774-D8AA-4F6E-B33A-C6DDAD59A17B}" srcOrd="2" destOrd="0" presId="urn:microsoft.com/office/officeart/2005/8/layout/orgChart1"/>
    <dgm:cxn modelId="{B072D56A-5EEF-4320-BDA9-E4B34AD3338E}" type="presParOf" srcId="{134C751B-4A37-45B0-AB30-402500BDF2FA}" destId="{15FF2B26-CF0B-4D96-A2F8-9CDCE925BA2D}" srcOrd="4" destOrd="0" presId="urn:microsoft.com/office/officeart/2005/8/layout/orgChart1"/>
    <dgm:cxn modelId="{5346233C-3BF8-469B-9E5E-87F2C9D5111A}" type="presParOf" srcId="{134C751B-4A37-45B0-AB30-402500BDF2FA}" destId="{CC6B1BED-7ED2-4768-B23E-0BBBA3A450A3}" srcOrd="5" destOrd="0" presId="urn:microsoft.com/office/officeart/2005/8/layout/orgChart1"/>
    <dgm:cxn modelId="{0354C3D8-1C35-46A5-9A15-D3B1131DD888}" type="presParOf" srcId="{CC6B1BED-7ED2-4768-B23E-0BBBA3A450A3}" destId="{E5E87F8C-230A-4853-A53C-4C3973294D4A}" srcOrd="0" destOrd="0" presId="urn:microsoft.com/office/officeart/2005/8/layout/orgChart1"/>
    <dgm:cxn modelId="{15E7A267-8DB5-42C2-9DC5-4915C0CE852A}" type="presParOf" srcId="{E5E87F8C-230A-4853-A53C-4C3973294D4A}" destId="{E226081D-3EE6-4BF0-8692-F92060811823}" srcOrd="0" destOrd="0" presId="urn:microsoft.com/office/officeart/2005/8/layout/orgChart1"/>
    <dgm:cxn modelId="{6DBFA7E0-53B7-4D03-A3C3-F8E4886E465E}" type="presParOf" srcId="{E5E87F8C-230A-4853-A53C-4C3973294D4A}" destId="{A6B5D3F1-D773-4F1C-9DD8-CDD2EE363C8E}" srcOrd="1" destOrd="0" presId="urn:microsoft.com/office/officeart/2005/8/layout/orgChart1"/>
    <dgm:cxn modelId="{631EBA46-056B-4898-B83E-5FBA6E9F4801}" type="presParOf" srcId="{CC6B1BED-7ED2-4768-B23E-0BBBA3A450A3}" destId="{82BDF847-3509-4BE6-8025-18F8098CFD95}" srcOrd="1" destOrd="0" presId="urn:microsoft.com/office/officeart/2005/8/layout/orgChart1"/>
    <dgm:cxn modelId="{AD9E1AD7-987D-44B3-9B02-903953590D01}" type="presParOf" srcId="{CC6B1BED-7ED2-4768-B23E-0BBBA3A450A3}" destId="{E754366B-25D1-4C8F-93C2-2948E4F42C1D}" srcOrd="2" destOrd="0" presId="urn:microsoft.com/office/officeart/2005/8/layout/orgChart1"/>
    <dgm:cxn modelId="{861A38D6-FC7E-42C5-8B06-0D99FA17A30C}" type="presParOf" srcId="{134C751B-4A37-45B0-AB30-402500BDF2FA}" destId="{05B55831-D9EE-4C66-BE70-D77DBDED5C0C}" srcOrd="6" destOrd="0" presId="urn:microsoft.com/office/officeart/2005/8/layout/orgChart1"/>
    <dgm:cxn modelId="{EBF834D2-0245-469A-886A-5445C3D09668}" type="presParOf" srcId="{134C751B-4A37-45B0-AB30-402500BDF2FA}" destId="{0427A014-D685-4A4A-BD7B-46A115AD7C17}" srcOrd="7" destOrd="0" presId="urn:microsoft.com/office/officeart/2005/8/layout/orgChart1"/>
    <dgm:cxn modelId="{8B70C17D-CAB2-4C44-A5DC-B05DBE3C4177}" type="presParOf" srcId="{0427A014-D685-4A4A-BD7B-46A115AD7C17}" destId="{06C6F230-448D-470E-851E-8A9F7C4F0E0F}" srcOrd="0" destOrd="0" presId="urn:microsoft.com/office/officeart/2005/8/layout/orgChart1"/>
    <dgm:cxn modelId="{8A5A5A18-3949-4736-BF4D-8C8D9AFA26C6}" type="presParOf" srcId="{06C6F230-448D-470E-851E-8A9F7C4F0E0F}" destId="{9E1495B4-4856-400C-9699-1299EACE8E24}" srcOrd="0" destOrd="0" presId="urn:microsoft.com/office/officeart/2005/8/layout/orgChart1"/>
    <dgm:cxn modelId="{1E13A2F6-6F61-44FC-AACD-766283B3E1B7}" type="presParOf" srcId="{06C6F230-448D-470E-851E-8A9F7C4F0E0F}" destId="{C9791101-B9F8-44F6-BF3D-2CE04F6840A9}" srcOrd="1" destOrd="0" presId="urn:microsoft.com/office/officeart/2005/8/layout/orgChart1"/>
    <dgm:cxn modelId="{E73AAC4B-07C0-4C16-BD36-131AD23B7A24}" type="presParOf" srcId="{0427A014-D685-4A4A-BD7B-46A115AD7C17}" destId="{4651DAA3-49AD-434B-9D2C-76F39E8FE47F}" srcOrd="1" destOrd="0" presId="urn:microsoft.com/office/officeart/2005/8/layout/orgChart1"/>
    <dgm:cxn modelId="{5F16F223-F810-4AA4-AE98-A532BA46D5B6}" type="presParOf" srcId="{0427A014-D685-4A4A-BD7B-46A115AD7C17}" destId="{D28572E3-0485-4E0A-B5FF-8BF20B8B7493}" srcOrd="2" destOrd="0" presId="urn:microsoft.com/office/officeart/2005/8/layout/orgChart1"/>
    <dgm:cxn modelId="{9319543F-125B-43E5-8AA6-FCE883FD3F29}" type="presParOf" srcId="{6FBB3464-D166-491A-B4D7-C863E3ED1344}" destId="{71204D04-67CF-4B94-8FA0-13DC550C4211}" srcOrd="2" destOrd="0" presId="urn:microsoft.com/office/officeart/2005/8/layout/orgChart1"/>
    <dgm:cxn modelId="{9A2EEB1E-3C7E-4DA5-963B-AB4C84E5A6F4}" type="presParOf" srcId="{9711FE6A-1F6F-48D2-B028-F2B77EDDEE4C}" destId="{856D287D-179A-4C5C-B46E-F69BB78AE162}" srcOrd="4" destOrd="0" presId="urn:microsoft.com/office/officeart/2005/8/layout/orgChart1"/>
    <dgm:cxn modelId="{6B530324-5B74-4EED-9E22-143712313D3A}" type="presParOf" srcId="{9711FE6A-1F6F-48D2-B028-F2B77EDDEE4C}" destId="{DE28D5CA-A5D4-4B10-9C03-5CE03BAF0273}" srcOrd="5" destOrd="0" presId="urn:microsoft.com/office/officeart/2005/8/layout/orgChart1"/>
    <dgm:cxn modelId="{3863A7DA-CC0E-4189-9E95-9DE8D5318786}" type="presParOf" srcId="{DE28D5CA-A5D4-4B10-9C03-5CE03BAF0273}" destId="{2F55AE16-F6EB-41DD-809B-778D3E4E65F7}" srcOrd="0" destOrd="0" presId="urn:microsoft.com/office/officeart/2005/8/layout/orgChart1"/>
    <dgm:cxn modelId="{C7DA7CE2-D9B0-46FA-AD36-D5D4394FF760}" type="presParOf" srcId="{2F55AE16-F6EB-41DD-809B-778D3E4E65F7}" destId="{7256E06B-F489-4413-9331-A9B5667EF73E}" srcOrd="0" destOrd="0" presId="urn:microsoft.com/office/officeart/2005/8/layout/orgChart1"/>
    <dgm:cxn modelId="{1D56B07D-25B9-4D98-9B4E-F3667E6B3113}" type="presParOf" srcId="{2F55AE16-F6EB-41DD-809B-778D3E4E65F7}" destId="{53B73E0D-1519-4BAB-9E60-C0A17D2A38F9}" srcOrd="1" destOrd="0" presId="urn:microsoft.com/office/officeart/2005/8/layout/orgChart1"/>
    <dgm:cxn modelId="{48DEBFBB-26A8-4B4D-836C-EF5831A5E72C}" type="presParOf" srcId="{DE28D5CA-A5D4-4B10-9C03-5CE03BAF0273}" destId="{70EB6FF5-6DAA-43B3-A97D-77D6EA66E3F4}" srcOrd="1" destOrd="0" presId="urn:microsoft.com/office/officeart/2005/8/layout/orgChart1"/>
    <dgm:cxn modelId="{5E6732C4-F4DE-4A2E-BFA0-33A11F6C0111}" type="presParOf" srcId="{70EB6FF5-6DAA-43B3-A97D-77D6EA66E3F4}" destId="{83209F9F-5A25-4EFB-A3DC-AF52A87FFC1A}" srcOrd="0" destOrd="0" presId="urn:microsoft.com/office/officeart/2005/8/layout/orgChart1"/>
    <dgm:cxn modelId="{1C430354-A958-4ABD-9229-FC47960DF1EF}" type="presParOf" srcId="{70EB6FF5-6DAA-43B3-A97D-77D6EA66E3F4}" destId="{B3E9675E-3138-4114-8CDA-05D55D0AF7AC}" srcOrd="1" destOrd="0" presId="urn:microsoft.com/office/officeart/2005/8/layout/orgChart1"/>
    <dgm:cxn modelId="{5612F81A-C86C-474A-B15F-56C0797DAB80}" type="presParOf" srcId="{B3E9675E-3138-4114-8CDA-05D55D0AF7AC}" destId="{1F706FC7-D1B6-4A4E-B660-6663AA47C14A}" srcOrd="0" destOrd="0" presId="urn:microsoft.com/office/officeart/2005/8/layout/orgChart1"/>
    <dgm:cxn modelId="{916E25C8-1ACC-49C0-9824-B240A18265B4}" type="presParOf" srcId="{1F706FC7-D1B6-4A4E-B660-6663AA47C14A}" destId="{F6C15453-834E-4641-BDB5-FBBDB01546ED}" srcOrd="0" destOrd="0" presId="urn:microsoft.com/office/officeart/2005/8/layout/orgChart1"/>
    <dgm:cxn modelId="{0FD24C11-7066-4C05-AD7C-96884F607C0C}" type="presParOf" srcId="{1F706FC7-D1B6-4A4E-B660-6663AA47C14A}" destId="{B91A4B37-173D-446F-B96B-A7253EC1FFD9}" srcOrd="1" destOrd="0" presId="urn:microsoft.com/office/officeart/2005/8/layout/orgChart1"/>
    <dgm:cxn modelId="{72B3C6CB-72CE-41A4-8431-E8EE979A90F7}" type="presParOf" srcId="{B3E9675E-3138-4114-8CDA-05D55D0AF7AC}" destId="{2539011E-6F40-428F-A841-7600B695339C}" srcOrd="1" destOrd="0" presId="urn:microsoft.com/office/officeart/2005/8/layout/orgChart1"/>
    <dgm:cxn modelId="{4ECE2266-DDBC-4D83-B9F7-0C346202B6CA}" type="presParOf" srcId="{B3E9675E-3138-4114-8CDA-05D55D0AF7AC}" destId="{ABE7BBFC-3DFB-41A5-8F3E-A3FB68967CBC}" srcOrd="2" destOrd="0" presId="urn:microsoft.com/office/officeart/2005/8/layout/orgChart1"/>
    <dgm:cxn modelId="{481BC0B5-49E4-4426-9F82-51A354785FAB}" type="presParOf" srcId="{70EB6FF5-6DAA-43B3-A97D-77D6EA66E3F4}" destId="{CE4B0C1D-9B42-4435-8A74-E1A415155EFC}" srcOrd="2" destOrd="0" presId="urn:microsoft.com/office/officeart/2005/8/layout/orgChart1"/>
    <dgm:cxn modelId="{05F22446-942B-4037-8CA9-3BACACB57956}" type="presParOf" srcId="{70EB6FF5-6DAA-43B3-A97D-77D6EA66E3F4}" destId="{4651F33D-A7E0-4D46-B0F9-8A57EF344F4E}" srcOrd="3" destOrd="0" presId="urn:microsoft.com/office/officeart/2005/8/layout/orgChart1"/>
    <dgm:cxn modelId="{15680C60-9132-4565-8ED0-8B858C56A1E2}" type="presParOf" srcId="{4651F33D-A7E0-4D46-B0F9-8A57EF344F4E}" destId="{A815C493-39DF-42B8-8145-3CB058EB0C4C}" srcOrd="0" destOrd="0" presId="urn:microsoft.com/office/officeart/2005/8/layout/orgChart1"/>
    <dgm:cxn modelId="{7B8B337D-4BB9-48C0-BD90-30228D8368C6}" type="presParOf" srcId="{A815C493-39DF-42B8-8145-3CB058EB0C4C}" destId="{C44DFB5E-74F7-4470-8C8C-8113D654FBC6}" srcOrd="0" destOrd="0" presId="urn:microsoft.com/office/officeart/2005/8/layout/orgChart1"/>
    <dgm:cxn modelId="{95B01183-C428-4A8F-95A0-CC3D9A0CC199}" type="presParOf" srcId="{A815C493-39DF-42B8-8145-3CB058EB0C4C}" destId="{2A9213ED-CEDA-431E-8887-5AD37F9E37A0}" srcOrd="1" destOrd="0" presId="urn:microsoft.com/office/officeart/2005/8/layout/orgChart1"/>
    <dgm:cxn modelId="{3F9F38EA-D4E9-4FCB-BC7D-B9DD19516F6F}" type="presParOf" srcId="{4651F33D-A7E0-4D46-B0F9-8A57EF344F4E}" destId="{F7033CB2-A606-4E1A-9098-BEA4202A5D83}" srcOrd="1" destOrd="0" presId="urn:microsoft.com/office/officeart/2005/8/layout/orgChart1"/>
    <dgm:cxn modelId="{614062AE-5FA9-4EB6-9546-45356E2CF368}" type="presParOf" srcId="{4651F33D-A7E0-4D46-B0F9-8A57EF344F4E}" destId="{6D7DA087-5988-483E-A48C-4BAFC3A463C1}" srcOrd="2" destOrd="0" presId="urn:microsoft.com/office/officeart/2005/8/layout/orgChart1"/>
    <dgm:cxn modelId="{3AED630F-05E1-4C0F-91BC-4A7CBE0CD72B}" type="presParOf" srcId="{70EB6FF5-6DAA-43B3-A97D-77D6EA66E3F4}" destId="{BF308269-7017-40B5-AD3C-B290142DD8EE}" srcOrd="4" destOrd="0" presId="urn:microsoft.com/office/officeart/2005/8/layout/orgChart1"/>
    <dgm:cxn modelId="{B29D6DC4-5A4F-4B53-B1F6-2B6449AEA65A}" type="presParOf" srcId="{70EB6FF5-6DAA-43B3-A97D-77D6EA66E3F4}" destId="{3336AB2F-16C9-4058-A7A5-2547F0A657FE}" srcOrd="5" destOrd="0" presId="urn:microsoft.com/office/officeart/2005/8/layout/orgChart1"/>
    <dgm:cxn modelId="{EF3C0BD3-52F4-4EB1-B3FC-3DB76045E2E5}" type="presParOf" srcId="{3336AB2F-16C9-4058-A7A5-2547F0A657FE}" destId="{6BA69A6B-0473-4F30-A69E-A13CB20FAF6A}" srcOrd="0" destOrd="0" presId="urn:microsoft.com/office/officeart/2005/8/layout/orgChart1"/>
    <dgm:cxn modelId="{AB35E7EF-DB3A-4FD3-A45E-A69EC9063625}" type="presParOf" srcId="{6BA69A6B-0473-4F30-A69E-A13CB20FAF6A}" destId="{D0CEE2E4-53BB-4FE2-9560-E02CFF9F042F}" srcOrd="0" destOrd="0" presId="urn:microsoft.com/office/officeart/2005/8/layout/orgChart1"/>
    <dgm:cxn modelId="{802D27FF-62D9-40B0-AB24-6B8DDEB4D889}" type="presParOf" srcId="{6BA69A6B-0473-4F30-A69E-A13CB20FAF6A}" destId="{DE85D7AB-3378-4F54-9E6D-9CF42080B35B}" srcOrd="1" destOrd="0" presId="urn:microsoft.com/office/officeart/2005/8/layout/orgChart1"/>
    <dgm:cxn modelId="{842EADD2-8E93-456F-8DA6-C5D6349AFC37}" type="presParOf" srcId="{3336AB2F-16C9-4058-A7A5-2547F0A657FE}" destId="{49F5CB12-7B6C-43BB-BE1D-F6C315EE8471}" srcOrd="1" destOrd="0" presId="urn:microsoft.com/office/officeart/2005/8/layout/orgChart1"/>
    <dgm:cxn modelId="{E4AB7800-DDC2-4550-8242-9FAF834B55E0}" type="presParOf" srcId="{3336AB2F-16C9-4058-A7A5-2547F0A657FE}" destId="{2DE5AF35-6BCD-4356-9035-410287E30763}" srcOrd="2" destOrd="0" presId="urn:microsoft.com/office/officeart/2005/8/layout/orgChart1"/>
    <dgm:cxn modelId="{F65D014C-762F-430E-91C5-A05E75541303}" type="presParOf" srcId="{70EB6FF5-6DAA-43B3-A97D-77D6EA66E3F4}" destId="{47A5C0F3-9A82-4EAD-A85C-67E8D6A2B8DD}" srcOrd="6" destOrd="0" presId="urn:microsoft.com/office/officeart/2005/8/layout/orgChart1"/>
    <dgm:cxn modelId="{65F16492-3027-4C2D-A0D6-56011181B758}" type="presParOf" srcId="{70EB6FF5-6DAA-43B3-A97D-77D6EA66E3F4}" destId="{5356464F-70F4-4C4D-93AF-73EED19EB727}" srcOrd="7" destOrd="0" presId="urn:microsoft.com/office/officeart/2005/8/layout/orgChart1"/>
    <dgm:cxn modelId="{EFA01637-5FA0-4165-AA2D-C5D706F939C3}" type="presParOf" srcId="{5356464F-70F4-4C4D-93AF-73EED19EB727}" destId="{5D64C2A9-3729-43D3-B013-6A92585E0863}" srcOrd="0" destOrd="0" presId="urn:microsoft.com/office/officeart/2005/8/layout/orgChart1"/>
    <dgm:cxn modelId="{AE9810A1-734E-450D-988E-C7AFC2C87CC0}" type="presParOf" srcId="{5D64C2A9-3729-43D3-B013-6A92585E0863}" destId="{66444572-2732-4985-BDAD-692267C7DC9F}" srcOrd="0" destOrd="0" presId="urn:microsoft.com/office/officeart/2005/8/layout/orgChart1"/>
    <dgm:cxn modelId="{6C727F5B-B165-4A0B-AA88-D8C11AD46EB0}" type="presParOf" srcId="{5D64C2A9-3729-43D3-B013-6A92585E0863}" destId="{B4649797-AF48-4B12-8A4C-7DA60AC65D99}" srcOrd="1" destOrd="0" presId="urn:microsoft.com/office/officeart/2005/8/layout/orgChart1"/>
    <dgm:cxn modelId="{99201A9B-A5CE-40C2-A6F4-60254A7749F3}" type="presParOf" srcId="{5356464F-70F4-4C4D-93AF-73EED19EB727}" destId="{B39094A6-7ECF-4AD9-907E-0F1F7E15B8EA}" srcOrd="1" destOrd="0" presId="urn:microsoft.com/office/officeart/2005/8/layout/orgChart1"/>
    <dgm:cxn modelId="{5917E534-C5A0-4B25-BAC1-5DEC6F3B9968}" type="presParOf" srcId="{5356464F-70F4-4C4D-93AF-73EED19EB727}" destId="{64567110-3AE6-40C3-9476-CB915CEF60EF}" srcOrd="2" destOrd="0" presId="urn:microsoft.com/office/officeart/2005/8/layout/orgChart1"/>
    <dgm:cxn modelId="{0582146D-4F88-4E27-9737-450310903C8D}" type="presParOf" srcId="{DE28D5CA-A5D4-4B10-9C03-5CE03BAF0273}" destId="{4BFE0EA9-54C8-42A9-A894-CA5726BF612F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F8F03DE6-65BD-43D6-9CDF-FFED10A0E8F1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Governance</a:t>
          </a:r>
        </a:p>
      </dgm:t>
    </dgm:pt>
    <dgm:pt modelId="{5EF818A4-3D92-4861-A892-E40B0802E4D6}" type="parTrans" cxnId="{1923D629-CE4D-44E7-AF23-12FF0926A0B5}">
      <dgm:prSet/>
      <dgm:spPr/>
      <dgm:t>
        <a:bodyPr/>
        <a:lstStyle/>
        <a:p>
          <a:endParaRPr lang="en-US" noProof="0" dirty="0"/>
        </a:p>
      </dgm:t>
    </dgm:pt>
    <dgm:pt modelId="{D4FD7767-8FBB-43C6-8D37-AC86273D1270}" type="sibTrans" cxnId="{1923D629-CE4D-44E7-AF23-12FF0926A0B5}">
      <dgm:prSet/>
      <dgm:spPr/>
      <dgm:t>
        <a:bodyPr/>
        <a:lstStyle/>
        <a:p>
          <a:endParaRPr lang="en-US" noProof="0" dirty="0"/>
        </a:p>
      </dgm:t>
    </dgm:pt>
    <dgm:pt modelId="{814C87DC-D4E0-41A6-A65A-C7233F8E6407}">
      <dgm:prSet phldrT="[Testo]"/>
      <dgm:spPr>
        <a:solidFill>
          <a:srgbClr val="FFC00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noProof="0" dirty="0"/>
            <a:t>Political</a:t>
          </a:r>
          <a:r>
            <a:rPr lang="en-US" noProof="0" dirty="0"/>
            <a:t> </a:t>
          </a:r>
        </a:p>
      </dgm:t>
    </dgm:pt>
    <dgm:pt modelId="{F089CE5D-BD17-4E0F-B56B-1630CDB1DA2A}" type="parTrans" cxnId="{D52C0C48-1733-47FD-BE73-7F8BCEA40CE4}">
      <dgm:prSet/>
      <dgm:spPr/>
      <dgm:t>
        <a:bodyPr/>
        <a:lstStyle/>
        <a:p>
          <a:endParaRPr lang="en-US" noProof="0" dirty="0"/>
        </a:p>
      </dgm:t>
    </dgm:pt>
    <dgm:pt modelId="{070BBFF9-32FC-47C9-BD21-5B84464029EE}" type="sibTrans" cxnId="{D52C0C48-1733-47FD-BE73-7F8BCEA40CE4}">
      <dgm:prSet/>
      <dgm:spPr/>
      <dgm:t>
        <a:bodyPr/>
        <a:lstStyle/>
        <a:p>
          <a:endParaRPr lang="en-US" noProof="0" dirty="0"/>
        </a:p>
      </dgm:t>
    </dgm:pt>
    <dgm:pt modelId="{AD6CA1B1-B33A-420C-9AEB-892E5C660872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Technical</a:t>
          </a:r>
        </a:p>
      </dgm:t>
    </dgm:pt>
    <dgm:pt modelId="{E2D5B889-9523-43C2-A50A-B924781D014D}" type="parTrans" cxnId="{050A6EC0-5265-4BDE-B357-F4B723DCF4DC}">
      <dgm:prSet/>
      <dgm:spPr/>
      <dgm:t>
        <a:bodyPr/>
        <a:lstStyle/>
        <a:p>
          <a:endParaRPr lang="en-US" noProof="0" dirty="0"/>
        </a:p>
      </dgm:t>
    </dgm:pt>
    <dgm:pt modelId="{274C84BE-170F-4196-9356-7B358B85403B}" type="sibTrans" cxnId="{050A6EC0-5265-4BDE-B357-F4B723DCF4DC}">
      <dgm:prSet/>
      <dgm:spPr/>
      <dgm:t>
        <a:bodyPr/>
        <a:lstStyle/>
        <a:p>
          <a:endParaRPr lang="en-US" noProof="0" dirty="0"/>
        </a:p>
      </dgm:t>
    </dgm:pt>
    <dgm:pt modelId="{7A149803-0DE8-480B-9717-4D86A22E1416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Legal</a:t>
          </a:r>
        </a:p>
      </dgm:t>
    </dgm:pt>
    <dgm:pt modelId="{26AE5A80-8716-45D5-9F41-A6DEA91A509D}" type="parTrans" cxnId="{9425C8C3-AAF0-43F8-8DC6-BFC5764A51CC}">
      <dgm:prSet/>
      <dgm:spPr/>
      <dgm:t>
        <a:bodyPr/>
        <a:lstStyle/>
        <a:p>
          <a:endParaRPr lang="en-US" noProof="0" dirty="0"/>
        </a:p>
      </dgm:t>
    </dgm:pt>
    <dgm:pt modelId="{CF9886C9-D1EF-4579-A6A6-C192D0DF5B02}" type="sibTrans" cxnId="{9425C8C3-AAF0-43F8-8DC6-BFC5764A51CC}">
      <dgm:prSet/>
      <dgm:spPr/>
      <dgm:t>
        <a:bodyPr/>
        <a:lstStyle/>
        <a:p>
          <a:endParaRPr lang="en-US" noProof="0" dirty="0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EC4A978B-EA38-424C-9FAD-5BBFE614C065}" type="pres">
      <dgm:prSet presAssocID="{5EF818A4-3D92-4861-A892-E40B0802E4D6}" presName="Name37" presStyleLbl="parChTrans1D2" presStyleIdx="0" presStyleCnt="1"/>
      <dgm:spPr/>
    </dgm:pt>
    <dgm:pt modelId="{937301A6-9017-4F46-861C-397C7CACE64F}" type="pres">
      <dgm:prSet presAssocID="{F8F03DE6-65BD-43D6-9CDF-FFED10A0E8F1}" presName="hierRoot2" presStyleCnt="0">
        <dgm:presLayoutVars>
          <dgm:hierBranch val="init"/>
        </dgm:presLayoutVars>
      </dgm:prSet>
      <dgm:spPr/>
    </dgm:pt>
    <dgm:pt modelId="{E601579C-DC5F-42A8-80F7-7DB2BE08E63C}" type="pres">
      <dgm:prSet presAssocID="{F8F03DE6-65BD-43D6-9CDF-FFED10A0E8F1}" presName="rootComposite" presStyleCnt="0"/>
      <dgm:spPr/>
    </dgm:pt>
    <dgm:pt modelId="{6624D424-0A00-47D8-A131-552C60CD00B5}" type="pres">
      <dgm:prSet presAssocID="{F8F03DE6-65BD-43D6-9CDF-FFED10A0E8F1}" presName="rootText" presStyleLbl="node2" presStyleIdx="0" presStyleCnt="1">
        <dgm:presLayoutVars>
          <dgm:chPref val="3"/>
        </dgm:presLayoutVars>
      </dgm:prSet>
      <dgm:spPr/>
    </dgm:pt>
    <dgm:pt modelId="{AF4A1D6D-9755-40B6-8DB1-65548F36A673}" type="pres">
      <dgm:prSet presAssocID="{F8F03DE6-65BD-43D6-9CDF-FFED10A0E8F1}" presName="rootConnector" presStyleLbl="node2" presStyleIdx="0" presStyleCnt="1"/>
      <dgm:spPr/>
    </dgm:pt>
    <dgm:pt modelId="{75E9980E-A938-4EAE-94A2-68F04905FAB2}" type="pres">
      <dgm:prSet presAssocID="{F8F03DE6-65BD-43D6-9CDF-FFED10A0E8F1}" presName="hierChild4" presStyleCnt="0"/>
      <dgm:spPr/>
    </dgm:pt>
    <dgm:pt modelId="{AC629D86-6E95-42EC-A472-60FAE5F2EF28}" type="pres">
      <dgm:prSet presAssocID="{F089CE5D-BD17-4E0F-B56B-1630CDB1DA2A}" presName="Name37" presStyleLbl="parChTrans1D3" presStyleIdx="0" presStyleCnt="3"/>
      <dgm:spPr/>
    </dgm:pt>
    <dgm:pt modelId="{6C614E64-1B6C-42CF-961D-79F529BD1271}" type="pres">
      <dgm:prSet presAssocID="{814C87DC-D4E0-41A6-A65A-C7233F8E6407}" presName="hierRoot2" presStyleCnt="0">
        <dgm:presLayoutVars>
          <dgm:hierBranch val="init"/>
        </dgm:presLayoutVars>
      </dgm:prSet>
      <dgm:spPr/>
    </dgm:pt>
    <dgm:pt modelId="{B85D824B-8733-47C2-98C9-901A39DBDAC3}" type="pres">
      <dgm:prSet presAssocID="{814C87DC-D4E0-41A6-A65A-C7233F8E6407}" presName="rootComposite" presStyleCnt="0"/>
      <dgm:spPr/>
    </dgm:pt>
    <dgm:pt modelId="{43E106AA-6BA4-41A7-8761-9271D1DB19B5}" type="pres">
      <dgm:prSet presAssocID="{814C87DC-D4E0-41A6-A65A-C7233F8E6407}" presName="rootText" presStyleLbl="node3" presStyleIdx="0" presStyleCnt="3">
        <dgm:presLayoutVars>
          <dgm:chPref val="3"/>
        </dgm:presLayoutVars>
      </dgm:prSet>
      <dgm:spPr/>
    </dgm:pt>
    <dgm:pt modelId="{27E5D780-D756-47AE-B59A-583EFAE01FF3}" type="pres">
      <dgm:prSet presAssocID="{814C87DC-D4E0-41A6-A65A-C7233F8E6407}" presName="rootConnector" presStyleLbl="node3" presStyleIdx="0" presStyleCnt="3"/>
      <dgm:spPr/>
    </dgm:pt>
    <dgm:pt modelId="{ECCB2AB5-64C3-4D4F-9357-1C53BD2C125F}" type="pres">
      <dgm:prSet presAssocID="{814C87DC-D4E0-41A6-A65A-C7233F8E6407}" presName="hierChild4" presStyleCnt="0"/>
      <dgm:spPr/>
    </dgm:pt>
    <dgm:pt modelId="{F7E3B877-46B8-49C9-AD9A-6DB1F6336613}" type="pres">
      <dgm:prSet presAssocID="{814C87DC-D4E0-41A6-A65A-C7233F8E6407}" presName="hierChild5" presStyleCnt="0"/>
      <dgm:spPr/>
    </dgm:pt>
    <dgm:pt modelId="{E55F0511-8C54-4094-B27C-D9BB576AB7C0}" type="pres">
      <dgm:prSet presAssocID="{E2D5B889-9523-43C2-A50A-B924781D014D}" presName="Name37" presStyleLbl="parChTrans1D3" presStyleIdx="1" presStyleCnt="3"/>
      <dgm:spPr/>
    </dgm:pt>
    <dgm:pt modelId="{2BD3D807-145E-4D12-927D-D143CE68C8D3}" type="pres">
      <dgm:prSet presAssocID="{AD6CA1B1-B33A-420C-9AEB-892E5C660872}" presName="hierRoot2" presStyleCnt="0">
        <dgm:presLayoutVars>
          <dgm:hierBranch val="init"/>
        </dgm:presLayoutVars>
      </dgm:prSet>
      <dgm:spPr/>
    </dgm:pt>
    <dgm:pt modelId="{EBACAAA4-5229-47B1-97F6-501FE46B7042}" type="pres">
      <dgm:prSet presAssocID="{AD6CA1B1-B33A-420C-9AEB-892E5C660872}" presName="rootComposite" presStyleCnt="0"/>
      <dgm:spPr/>
    </dgm:pt>
    <dgm:pt modelId="{560A0CF7-1B89-45AA-9FC1-1235CFC62155}" type="pres">
      <dgm:prSet presAssocID="{AD6CA1B1-B33A-420C-9AEB-892E5C660872}" presName="rootText" presStyleLbl="node3" presStyleIdx="1" presStyleCnt="3">
        <dgm:presLayoutVars>
          <dgm:chPref val="3"/>
        </dgm:presLayoutVars>
      </dgm:prSet>
      <dgm:spPr/>
    </dgm:pt>
    <dgm:pt modelId="{79657C63-BDBE-4615-B2BE-5D3172A553D9}" type="pres">
      <dgm:prSet presAssocID="{AD6CA1B1-B33A-420C-9AEB-892E5C660872}" presName="rootConnector" presStyleLbl="node3" presStyleIdx="1" presStyleCnt="3"/>
      <dgm:spPr/>
    </dgm:pt>
    <dgm:pt modelId="{406B6C83-4408-454D-9D05-B09EC822DCB3}" type="pres">
      <dgm:prSet presAssocID="{AD6CA1B1-B33A-420C-9AEB-892E5C660872}" presName="hierChild4" presStyleCnt="0"/>
      <dgm:spPr/>
    </dgm:pt>
    <dgm:pt modelId="{E3565B01-03F9-44DB-B5E9-F96E0D4713C9}" type="pres">
      <dgm:prSet presAssocID="{AD6CA1B1-B33A-420C-9AEB-892E5C660872}" presName="hierChild5" presStyleCnt="0"/>
      <dgm:spPr/>
    </dgm:pt>
    <dgm:pt modelId="{01EB7BF7-3685-490B-A3A1-BE6139203DDA}" type="pres">
      <dgm:prSet presAssocID="{26AE5A80-8716-45D5-9F41-A6DEA91A509D}" presName="Name37" presStyleLbl="parChTrans1D3" presStyleIdx="2" presStyleCnt="3"/>
      <dgm:spPr/>
    </dgm:pt>
    <dgm:pt modelId="{E5EBA6CC-0A5E-44EE-BB2A-9AF656D1E883}" type="pres">
      <dgm:prSet presAssocID="{7A149803-0DE8-480B-9717-4D86A22E1416}" presName="hierRoot2" presStyleCnt="0">
        <dgm:presLayoutVars>
          <dgm:hierBranch val="init"/>
        </dgm:presLayoutVars>
      </dgm:prSet>
      <dgm:spPr/>
    </dgm:pt>
    <dgm:pt modelId="{DC24E0C8-7A66-46F4-87EE-2F4F42817452}" type="pres">
      <dgm:prSet presAssocID="{7A149803-0DE8-480B-9717-4D86A22E1416}" presName="rootComposite" presStyleCnt="0"/>
      <dgm:spPr/>
    </dgm:pt>
    <dgm:pt modelId="{3FDB7009-F643-43B3-AFE4-BA448864D56B}" type="pres">
      <dgm:prSet presAssocID="{7A149803-0DE8-480B-9717-4D86A22E1416}" presName="rootText" presStyleLbl="node3" presStyleIdx="2" presStyleCnt="3">
        <dgm:presLayoutVars>
          <dgm:chPref val="3"/>
        </dgm:presLayoutVars>
      </dgm:prSet>
      <dgm:spPr/>
    </dgm:pt>
    <dgm:pt modelId="{F909B3EF-73EA-4DE6-8B6E-F7A6CE1AF378}" type="pres">
      <dgm:prSet presAssocID="{7A149803-0DE8-480B-9717-4D86A22E1416}" presName="rootConnector" presStyleLbl="node3" presStyleIdx="2" presStyleCnt="3"/>
      <dgm:spPr/>
    </dgm:pt>
    <dgm:pt modelId="{5C11A4A1-90C9-4660-9E31-97AD5D3C1629}" type="pres">
      <dgm:prSet presAssocID="{7A149803-0DE8-480B-9717-4D86A22E1416}" presName="hierChild4" presStyleCnt="0"/>
      <dgm:spPr/>
    </dgm:pt>
    <dgm:pt modelId="{E0BB1184-628B-4532-A43D-451B6041DB8A}" type="pres">
      <dgm:prSet presAssocID="{7A149803-0DE8-480B-9717-4D86A22E1416}" presName="hierChild5" presStyleCnt="0"/>
      <dgm:spPr/>
    </dgm:pt>
    <dgm:pt modelId="{725A8FBD-43AD-4108-B4F7-6769CDA6EA06}" type="pres">
      <dgm:prSet presAssocID="{F8F03DE6-65BD-43D6-9CDF-FFED10A0E8F1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25C06608-6CEC-4381-B17A-E173555E47CE}" type="presOf" srcId="{F089CE5D-BD17-4E0F-B56B-1630CDB1DA2A}" destId="{AC629D86-6E95-42EC-A472-60FAE5F2EF28}" srcOrd="0" destOrd="0" presId="urn:microsoft.com/office/officeart/2005/8/layout/orgChart1"/>
    <dgm:cxn modelId="{D64A3028-025F-4612-8D8D-A13E11BBDF9D}" type="presOf" srcId="{AD6CA1B1-B33A-420C-9AEB-892E5C660872}" destId="{79657C63-BDBE-4615-B2BE-5D3172A553D9}" srcOrd="1" destOrd="0" presId="urn:microsoft.com/office/officeart/2005/8/layout/orgChart1"/>
    <dgm:cxn modelId="{1923D629-CE4D-44E7-AF23-12FF0926A0B5}" srcId="{51019B81-EE5F-417F-A885-F26C2F796447}" destId="{F8F03DE6-65BD-43D6-9CDF-FFED10A0E8F1}" srcOrd="0" destOrd="0" parTransId="{5EF818A4-3D92-4861-A892-E40B0802E4D6}" sibTransId="{D4FD7767-8FBB-43C6-8D37-AC86273D1270}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07B8555C-D826-4F42-A74B-6982307C6946}" type="presOf" srcId="{5EF818A4-3D92-4861-A892-E40B0802E4D6}" destId="{EC4A978B-EA38-424C-9FAD-5BBFE614C065}" srcOrd="0" destOrd="0" presId="urn:microsoft.com/office/officeart/2005/8/layout/orgChart1"/>
    <dgm:cxn modelId="{0E28F25F-8503-422C-AB34-9C3B424580AE}" type="presOf" srcId="{814C87DC-D4E0-41A6-A65A-C7233F8E6407}" destId="{27E5D780-D756-47AE-B59A-583EFAE01FF3}" srcOrd="1" destOrd="0" presId="urn:microsoft.com/office/officeart/2005/8/layout/orgChart1"/>
    <dgm:cxn modelId="{D52C0C48-1733-47FD-BE73-7F8BCEA40CE4}" srcId="{F8F03DE6-65BD-43D6-9CDF-FFED10A0E8F1}" destId="{814C87DC-D4E0-41A6-A65A-C7233F8E6407}" srcOrd="0" destOrd="0" parTransId="{F089CE5D-BD17-4E0F-B56B-1630CDB1DA2A}" sibTransId="{070BBFF9-32FC-47C9-BD21-5B84464029EE}"/>
    <dgm:cxn modelId="{8075F356-B42B-4C03-9115-F2F0A6F5E519}" type="presOf" srcId="{814C87DC-D4E0-41A6-A65A-C7233F8E6407}" destId="{43E106AA-6BA4-41A7-8761-9271D1DB19B5}" srcOrd="0" destOrd="0" presId="urn:microsoft.com/office/officeart/2005/8/layout/orgChart1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170B35A8-A982-416A-971C-F0187D4E0D66}" type="presOf" srcId="{AD6CA1B1-B33A-420C-9AEB-892E5C660872}" destId="{560A0CF7-1B89-45AA-9FC1-1235CFC62155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90F227B7-05D0-4DAA-9E11-F35E3E0751D6}" type="presOf" srcId="{F8F03DE6-65BD-43D6-9CDF-FFED10A0E8F1}" destId="{6624D424-0A00-47D8-A131-552C60CD00B5}" srcOrd="0" destOrd="0" presId="urn:microsoft.com/office/officeart/2005/8/layout/orgChart1"/>
    <dgm:cxn modelId="{76FEC6BD-C287-4960-BFEC-D4113E7B306E}" type="presOf" srcId="{F8F03DE6-65BD-43D6-9CDF-FFED10A0E8F1}" destId="{AF4A1D6D-9755-40B6-8DB1-65548F36A673}" srcOrd="1" destOrd="0" presId="urn:microsoft.com/office/officeart/2005/8/layout/orgChart1"/>
    <dgm:cxn modelId="{050A6EC0-5265-4BDE-B357-F4B723DCF4DC}" srcId="{F8F03DE6-65BD-43D6-9CDF-FFED10A0E8F1}" destId="{AD6CA1B1-B33A-420C-9AEB-892E5C660872}" srcOrd="1" destOrd="0" parTransId="{E2D5B889-9523-43C2-A50A-B924781D014D}" sibTransId="{274C84BE-170F-4196-9356-7B358B85403B}"/>
    <dgm:cxn modelId="{9425C8C3-AAF0-43F8-8DC6-BFC5764A51CC}" srcId="{F8F03DE6-65BD-43D6-9CDF-FFED10A0E8F1}" destId="{7A149803-0DE8-480B-9717-4D86A22E1416}" srcOrd="2" destOrd="0" parTransId="{26AE5A80-8716-45D5-9F41-A6DEA91A509D}" sibTransId="{CF9886C9-D1EF-4579-A6A6-C192D0DF5B02}"/>
    <dgm:cxn modelId="{55C65AD1-D0FE-4019-974C-5C2F9BE21C0C}" type="presOf" srcId="{7A149803-0DE8-480B-9717-4D86A22E1416}" destId="{3FDB7009-F643-43B3-AFE4-BA448864D56B}" srcOrd="0" destOrd="0" presId="urn:microsoft.com/office/officeart/2005/8/layout/orgChart1"/>
    <dgm:cxn modelId="{0AA4CAE1-AB62-47DF-8A87-4ECB4367813E}" type="presOf" srcId="{26AE5A80-8716-45D5-9F41-A6DEA91A509D}" destId="{01EB7BF7-3685-490B-A3A1-BE6139203DDA}" srcOrd="0" destOrd="0" presId="urn:microsoft.com/office/officeart/2005/8/layout/orgChart1"/>
    <dgm:cxn modelId="{E0EAFEE2-B0A1-4DB4-8666-4302C0DC2487}" type="presOf" srcId="{7A149803-0DE8-480B-9717-4D86A22E1416}" destId="{F909B3EF-73EA-4DE6-8B6E-F7A6CE1AF378}" srcOrd="1" destOrd="0" presId="urn:microsoft.com/office/officeart/2005/8/layout/orgChart1"/>
    <dgm:cxn modelId="{1ED606E7-B1FC-406F-A422-3409E11FCBEC}" type="presOf" srcId="{E2D5B889-9523-43C2-A50A-B924781D014D}" destId="{E55F0511-8C54-4094-B27C-D9BB576AB7C0}" srcOrd="0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21C1A4E2-0125-4816-AF6B-BCF92C93038F}" type="presParOf" srcId="{9711FE6A-1F6F-48D2-B028-F2B77EDDEE4C}" destId="{EC4A978B-EA38-424C-9FAD-5BBFE614C065}" srcOrd="0" destOrd="0" presId="urn:microsoft.com/office/officeart/2005/8/layout/orgChart1"/>
    <dgm:cxn modelId="{2EAC837D-4ED1-40E6-819C-10ADB21F36F1}" type="presParOf" srcId="{9711FE6A-1F6F-48D2-B028-F2B77EDDEE4C}" destId="{937301A6-9017-4F46-861C-397C7CACE64F}" srcOrd="1" destOrd="0" presId="urn:microsoft.com/office/officeart/2005/8/layout/orgChart1"/>
    <dgm:cxn modelId="{B0DB8F38-C4E4-49F0-ADD3-E5AA92E06FB0}" type="presParOf" srcId="{937301A6-9017-4F46-861C-397C7CACE64F}" destId="{E601579C-DC5F-42A8-80F7-7DB2BE08E63C}" srcOrd="0" destOrd="0" presId="urn:microsoft.com/office/officeart/2005/8/layout/orgChart1"/>
    <dgm:cxn modelId="{D62998C4-B3F5-492F-9A22-48302477003F}" type="presParOf" srcId="{E601579C-DC5F-42A8-80F7-7DB2BE08E63C}" destId="{6624D424-0A00-47D8-A131-552C60CD00B5}" srcOrd="0" destOrd="0" presId="urn:microsoft.com/office/officeart/2005/8/layout/orgChart1"/>
    <dgm:cxn modelId="{50E40AD6-7240-4509-9D4D-A03B88D0EED0}" type="presParOf" srcId="{E601579C-DC5F-42A8-80F7-7DB2BE08E63C}" destId="{AF4A1D6D-9755-40B6-8DB1-65548F36A673}" srcOrd="1" destOrd="0" presId="urn:microsoft.com/office/officeart/2005/8/layout/orgChart1"/>
    <dgm:cxn modelId="{63C6DB11-3DFC-46E0-B5EE-53894770F3EB}" type="presParOf" srcId="{937301A6-9017-4F46-861C-397C7CACE64F}" destId="{75E9980E-A938-4EAE-94A2-68F04905FAB2}" srcOrd="1" destOrd="0" presId="urn:microsoft.com/office/officeart/2005/8/layout/orgChart1"/>
    <dgm:cxn modelId="{F222B24F-5125-47DD-9BB1-2E3D2DAA44A4}" type="presParOf" srcId="{75E9980E-A938-4EAE-94A2-68F04905FAB2}" destId="{AC629D86-6E95-42EC-A472-60FAE5F2EF28}" srcOrd="0" destOrd="0" presId="urn:microsoft.com/office/officeart/2005/8/layout/orgChart1"/>
    <dgm:cxn modelId="{9E5B4173-C3A5-4F00-BE5F-6823A71C593A}" type="presParOf" srcId="{75E9980E-A938-4EAE-94A2-68F04905FAB2}" destId="{6C614E64-1B6C-42CF-961D-79F529BD1271}" srcOrd="1" destOrd="0" presId="urn:microsoft.com/office/officeart/2005/8/layout/orgChart1"/>
    <dgm:cxn modelId="{93ADCCA9-105E-4A07-B30D-94570CBDE804}" type="presParOf" srcId="{6C614E64-1B6C-42CF-961D-79F529BD1271}" destId="{B85D824B-8733-47C2-98C9-901A39DBDAC3}" srcOrd="0" destOrd="0" presId="urn:microsoft.com/office/officeart/2005/8/layout/orgChart1"/>
    <dgm:cxn modelId="{28CF92F8-270F-4A2B-ABA4-8D1A25CEFBF1}" type="presParOf" srcId="{B85D824B-8733-47C2-98C9-901A39DBDAC3}" destId="{43E106AA-6BA4-41A7-8761-9271D1DB19B5}" srcOrd="0" destOrd="0" presId="urn:microsoft.com/office/officeart/2005/8/layout/orgChart1"/>
    <dgm:cxn modelId="{C3EE9F37-C543-4025-BA81-C9B4A92F4E12}" type="presParOf" srcId="{B85D824B-8733-47C2-98C9-901A39DBDAC3}" destId="{27E5D780-D756-47AE-B59A-583EFAE01FF3}" srcOrd="1" destOrd="0" presId="urn:microsoft.com/office/officeart/2005/8/layout/orgChart1"/>
    <dgm:cxn modelId="{23C64DCB-238A-4DBB-BC46-5166AC9E6B30}" type="presParOf" srcId="{6C614E64-1B6C-42CF-961D-79F529BD1271}" destId="{ECCB2AB5-64C3-4D4F-9357-1C53BD2C125F}" srcOrd="1" destOrd="0" presId="urn:microsoft.com/office/officeart/2005/8/layout/orgChart1"/>
    <dgm:cxn modelId="{3A605FEE-3443-4F30-AAD5-63315E3E8AB1}" type="presParOf" srcId="{6C614E64-1B6C-42CF-961D-79F529BD1271}" destId="{F7E3B877-46B8-49C9-AD9A-6DB1F6336613}" srcOrd="2" destOrd="0" presId="urn:microsoft.com/office/officeart/2005/8/layout/orgChart1"/>
    <dgm:cxn modelId="{0DFB7FCC-7D37-49DF-A72E-8F573435EB4F}" type="presParOf" srcId="{75E9980E-A938-4EAE-94A2-68F04905FAB2}" destId="{E55F0511-8C54-4094-B27C-D9BB576AB7C0}" srcOrd="2" destOrd="0" presId="urn:microsoft.com/office/officeart/2005/8/layout/orgChart1"/>
    <dgm:cxn modelId="{C8ABEA7D-9EEF-4373-8E82-6044E67FB4A1}" type="presParOf" srcId="{75E9980E-A938-4EAE-94A2-68F04905FAB2}" destId="{2BD3D807-145E-4D12-927D-D143CE68C8D3}" srcOrd="3" destOrd="0" presId="urn:microsoft.com/office/officeart/2005/8/layout/orgChart1"/>
    <dgm:cxn modelId="{7D01051F-FB11-4840-AB03-74B7B6AA26AE}" type="presParOf" srcId="{2BD3D807-145E-4D12-927D-D143CE68C8D3}" destId="{EBACAAA4-5229-47B1-97F6-501FE46B7042}" srcOrd="0" destOrd="0" presId="urn:microsoft.com/office/officeart/2005/8/layout/orgChart1"/>
    <dgm:cxn modelId="{2BCBEA12-BF57-4F45-96E3-926EA8624AEC}" type="presParOf" srcId="{EBACAAA4-5229-47B1-97F6-501FE46B7042}" destId="{560A0CF7-1B89-45AA-9FC1-1235CFC62155}" srcOrd="0" destOrd="0" presId="urn:microsoft.com/office/officeart/2005/8/layout/orgChart1"/>
    <dgm:cxn modelId="{E801F545-67DE-4B1A-834B-5801901CA357}" type="presParOf" srcId="{EBACAAA4-5229-47B1-97F6-501FE46B7042}" destId="{79657C63-BDBE-4615-B2BE-5D3172A553D9}" srcOrd="1" destOrd="0" presId="urn:microsoft.com/office/officeart/2005/8/layout/orgChart1"/>
    <dgm:cxn modelId="{6F90AA85-638E-47FF-B00D-95DB84F9BE6F}" type="presParOf" srcId="{2BD3D807-145E-4D12-927D-D143CE68C8D3}" destId="{406B6C83-4408-454D-9D05-B09EC822DCB3}" srcOrd="1" destOrd="0" presId="urn:microsoft.com/office/officeart/2005/8/layout/orgChart1"/>
    <dgm:cxn modelId="{AA9B72F2-0F06-4FC8-8B51-05DE789D3342}" type="presParOf" srcId="{2BD3D807-145E-4D12-927D-D143CE68C8D3}" destId="{E3565B01-03F9-44DB-B5E9-F96E0D4713C9}" srcOrd="2" destOrd="0" presId="urn:microsoft.com/office/officeart/2005/8/layout/orgChart1"/>
    <dgm:cxn modelId="{E7BEDAC8-9482-4B95-BE65-B072E7C20FBC}" type="presParOf" srcId="{75E9980E-A938-4EAE-94A2-68F04905FAB2}" destId="{01EB7BF7-3685-490B-A3A1-BE6139203DDA}" srcOrd="4" destOrd="0" presId="urn:microsoft.com/office/officeart/2005/8/layout/orgChart1"/>
    <dgm:cxn modelId="{9108F531-D309-4856-A5C9-AE3FE86EB61B}" type="presParOf" srcId="{75E9980E-A938-4EAE-94A2-68F04905FAB2}" destId="{E5EBA6CC-0A5E-44EE-BB2A-9AF656D1E883}" srcOrd="5" destOrd="0" presId="urn:microsoft.com/office/officeart/2005/8/layout/orgChart1"/>
    <dgm:cxn modelId="{31FD61E3-8758-4A5D-8BE3-2748EBB19241}" type="presParOf" srcId="{E5EBA6CC-0A5E-44EE-BB2A-9AF656D1E883}" destId="{DC24E0C8-7A66-46F4-87EE-2F4F42817452}" srcOrd="0" destOrd="0" presId="urn:microsoft.com/office/officeart/2005/8/layout/orgChart1"/>
    <dgm:cxn modelId="{8F53B550-A59B-4A9B-8B1E-1149722D796F}" type="presParOf" srcId="{DC24E0C8-7A66-46F4-87EE-2F4F42817452}" destId="{3FDB7009-F643-43B3-AFE4-BA448864D56B}" srcOrd="0" destOrd="0" presId="urn:microsoft.com/office/officeart/2005/8/layout/orgChart1"/>
    <dgm:cxn modelId="{72B01434-E6B7-4313-A6B4-FFDF439699D3}" type="presParOf" srcId="{DC24E0C8-7A66-46F4-87EE-2F4F42817452}" destId="{F909B3EF-73EA-4DE6-8B6E-F7A6CE1AF378}" srcOrd="1" destOrd="0" presId="urn:microsoft.com/office/officeart/2005/8/layout/orgChart1"/>
    <dgm:cxn modelId="{A58B3001-57F9-4D0D-9AFE-1574DE566492}" type="presParOf" srcId="{E5EBA6CC-0A5E-44EE-BB2A-9AF656D1E883}" destId="{5C11A4A1-90C9-4660-9E31-97AD5D3C1629}" srcOrd="1" destOrd="0" presId="urn:microsoft.com/office/officeart/2005/8/layout/orgChart1"/>
    <dgm:cxn modelId="{5C07B3A1-A16C-4320-8507-5B7BB6ABC7CC}" type="presParOf" srcId="{E5EBA6CC-0A5E-44EE-BB2A-9AF656D1E883}" destId="{E0BB1184-628B-4532-A43D-451B6041DB8A}" srcOrd="2" destOrd="0" presId="urn:microsoft.com/office/officeart/2005/8/layout/orgChart1"/>
    <dgm:cxn modelId="{08D517EA-E16B-4F9F-80E0-4A6DEAFB2E1C}" type="presParOf" srcId="{937301A6-9017-4F46-861C-397C7CACE64F}" destId="{725A8FBD-43AD-4108-B4F7-6769CDA6EA06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F8F03DE6-65BD-43D6-9CDF-FFED10A0E8F1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Governance</a:t>
          </a:r>
        </a:p>
      </dgm:t>
    </dgm:pt>
    <dgm:pt modelId="{5EF818A4-3D92-4861-A892-E40B0802E4D6}" type="parTrans" cxnId="{1923D629-CE4D-44E7-AF23-12FF0926A0B5}">
      <dgm:prSet/>
      <dgm:spPr/>
      <dgm:t>
        <a:bodyPr/>
        <a:lstStyle/>
        <a:p>
          <a:endParaRPr lang="en-US" noProof="0" dirty="0"/>
        </a:p>
      </dgm:t>
    </dgm:pt>
    <dgm:pt modelId="{D4FD7767-8FBB-43C6-8D37-AC86273D1270}" type="sibTrans" cxnId="{1923D629-CE4D-44E7-AF23-12FF0926A0B5}">
      <dgm:prSet/>
      <dgm:spPr/>
      <dgm:t>
        <a:bodyPr/>
        <a:lstStyle/>
        <a:p>
          <a:endParaRPr lang="en-US" noProof="0" dirty="0"/>
        </a:p>
      </dgm:t>
    </dgm:pt>
    <dgm:pt modelId="{814C87DC-D4E0-41A6-A65A-C7233F8E6407}">
      <dgm:prSet phldrT="[Testo]"/>
      <dgm:spPr>
        <a:solidFill>
          <a:srgbClr val="FFC000"/>
        </a:solidFill>
      </dgm:spPr>
      <dgm:t>
        <a:bodyPr/>
        <a:lstStyle/>
        <a:p>
          <a:r>
            <a:rPr lang="en-US" b="0" noProof="0" dirty="0"/>
            <a:t>Political </a:t>
          </a:r>
        </a:p>
      </dgm:t>
    </dgm:pt>
    <dgm:pt modelId="{F089CE5D-BD17-4E0F-B56B-1630CDB1DA2A}" type="parTrans" cxnId="{D52C0C48-1733-47FD-BE73-7F8BCEA40CE4}">
      <dgm:prSet/>
      <dgm:spPr/>
      <dgm:t>
        <a:bodyPr/>
        <a:lstStyle/>
        <a:p>
          <a:endParaRPr lang="en-US" noProof="0" dirty="0"/>
        </a:p>
      </dgm:t>
    </dgm:pt>
    <dgm:pt modelId="{070BBFF9-32FC-47C9-BD21-5B84464029EE}" type="sibTrans" cxnId="{D52C0C48-1733-47FD-BE73-7F8BCEA40CE4}">
      <dgm:prSet/>
      <dgm:spPr/>
      <dgm:t>
        <a:bodyPr/>
        <a:lstStyle/>
        <a:p>
          <a:endParaRPr lang="en-US" noProof="0" dirty="0"/>
        </a:p>
      </dgm:t>
    </dgm:pt>
    <dgm:pt modelId="{AD6CA1B1-B33A-420C-9AEB-892E5C660872}">
      <dgm:prSet phldrT="[Testo]"/>
      <dgm:spPr>
        <a:solidFill>
          <a:srgbClr val="FFC00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noProof="0" dirty="0"/>
            <a:t>Technical</a:t>
          </a:r>
        </a:p>
      </dgm:t>
    </dgm:pt>
    <dgm:pt modelId="{E2D5B889-9523-43C2-A50A-B924781D014D}" type="parTrans" cxnId="{050A6EC0-5265-4BDE-B357-F4B723DCF4DC}">
      <dgm:prSet/>
      <dgm:spPr/>
      <dgm:t>
        <a:bodyPr/>
        <a:lstStyle/>
        <a:p>
          <a:endParaRPr lang="en-US" noProof="0" dirty="0"/>
        </a:p>
      </dgm:t>
    </dgm:pt>
    <dgm:pt modelId="{274C84BE-170F-4196-9356-7B358B85403B}" type="sibTrans" cxnId="{050A6EC0-5265-4BDE-B357-F4B723DCF4DC}">
      <dgm:prSet/>
      <dgm:spPr/>
      <dgm:t>
        <a:bodyPr/>
        <a:lstStyle/>
        <a:p>
          <a:endParaRPr lang="en-US" noProof="0" dirty="0"/>
        </a:p>
      </dgm:t>
    </dgm:pt>
    <dgm:pt modelId="{7A149803-0DE8-480B-9717-4D86A22E1416}">
      <dgm:prSet phldrT="[Testo]"/>
      <dgm:spPr>
        <a:solidFill>
          <a:srgbClr val="FFC00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noProof="0" dirty="0"/>
            <a:t>Legal</a:t>
          </a:r>
        </a:p>
      </dgm:t>
    </dgm:pt>
    <dgm:pt modelId="{26AE5A80-8716-45D5-9F41-A6DEA91A509D}" type="parTrans" cxnId="{9425C8C3-AAF0-43F8-8DC6-BFC5764A51CC}">
      <dgm:prSet/>
      <dgm:spPr/>
      <dgm:t>
        <a:bodyPr/>
        <a:lstStyle/>
        <a:p>
          <a:endParaRPr lang="en-US" noProof="0" dirty="0"/>
        </a:p>
      </dgm:t>
    </dgm:pt>
    <dgm:pt modelId="{CF9886C9-D1EF-4579-A6A6-C192D0DF5B02}" type="sibTrans" cxnId="{9425C8C3-AAF0-43F8-8DC6-BFC5764A51CC}">
      <dgm:prSet/>
      <dgm:spPr/>
      <dgm:t>
        <a:bodyPr/>
        <a:lstStyle/>
        <a:p>
          <a:endParaRPr lang="en-US" noProof="0" dirty="0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EC4A978B-EA38-424C-9FAD-5BBFE614C065}" type="pres">
      <dgm:prSet presAssocID="{5EF818A4-3D92-4861-A892-E40B0802E4D6}" presName="Name37" presStyleLbl="parChTrans1D2" presStyleIdx="0" presStyleCnt="1"/>
      <dgm:spPr/>
    </dgm:pt>
    <dgm:pt modelId="{937301A6-9017-4F46-861C-397C7CACE64F}" type="pres">
      <dgm:prSet presAssocID="{F8F03DE6-65BD-43D6-9CDF-FFED10A0E8F1}" presName="hierRoot2" presStyleCnt="0">
        <dgm:presLayoutVars>
          <dgm:hierBranch val="init"/>
        </dgm:presLayoutVars>
      </dgm:prSet>
      <dgm:spPr/>
    </dgm:pt>
    <dgm:pt modelId="{E601579C-DC5F-42A8-80F7-7DB2BE08E63C}" type="pres">
      <dgm:prSet presAssocID="{F8F03DE6-65BD-43D6-9CDF-FFED10A0E8F1}" presName="rootComposite" presStyleCnt="0"/>
      <dgm:spPr/>
    </dgm:pt>
    <dgm:pt modelId="{6624D424-0A00-47D8-A131-552C60CD00B5}" type="pres">
      <dgm:prSet presAssocID="{F8F03DE6-65BD-43D6-9CDF-FFED10A0E8F1}" presName="rootText" presStyleLbl="node2" presStyleIdx="0" presStyleCnt="1">
        <dgm:presLayoutVars>
          <dgm:chPref val="3"/>
        </dgm:presLayoutVars>
      </dgm:prSet>
      <dgm:spPr/>
    </dgm:pt>
    <dgm:pt modelId="{AF4A1D6D-9755-40B6-8DB1-65548F36A673}" type="pres">
      <dgm:prSet presAssocID="{F8F03DE6-65BD-43D6-9CDF-FFED10A0E8F1}" presName="rootConnector" presStyleLbl="node2" presStyleIdx="0" presStyleCnt="1"/>
      <dgm:spPr/>
    </dgm:pt>
    <dgm:pt modelId="{75E9980E-A938-4EAE-94A2-68F04905FAB2}" type="pres">
      <dgm:prSet presAssocID="{F8F03DE6-65BD-43D6-9CDF-FFED10A0E8F1}" presName="hierChild4" presStyleCnt="0"/>
      <dgm:spPr/>
    </dgm:pt>
    <dgm:pt modelId="{AC629D86-6E95-42EC-A472-60FAE5F2EF28}" type="pres">
      <dgm:prSet presAssocID="{F089CE5D-BD17-4E0F-B56B-1630CDB1DA2A}" presName="Name37" presStyleLbl="parChTrans1D3" presStyleIdx="0" presStyleCnt="3"/>
      <dgm:spPr/>
    </dgm:pt>
    <dgm:pt modelId="{6C614E64-1B6C-42CF-961D-79F529BD1271}" type="pres">
      <dgm:prSet presAssocID="{814C87DC-D4E0-41A6-A65A-C7233F8E6407}" presName="hierRoot2" presStyleCnt="0">
        <dgm:presLayoutVars>
          <dgm:hierBranch val="init"/>
        </dgm:presLayoutVars>
      </dgm:prSet>
      <dgm:spPr/>
    </dgm:pt>
    <dgm:pt modelId="{B85D824B-8733-47C2-98C9-901A39DBDAC3}" type="pres">
      <dgm:prSet presAssocID="{814C87DC-D4E0-41A6-A65A-C7233F8E6407}" presName="rootComposite" presStyleCnt="0"/>
      <dgm:spPr/>
    </dgm:pt>
    <dgm:pt modelId="{43E106AA-6BA4-41A7-8761-9271D1DB19B5}" type="pres">
      <dgm:prSet presAssocID="{814C87DC-D4E0-41A6-A65A-C7233F8E6407}" presName="rootText" presStyleLbl="node3" presStyleIdx="0" presStyleCnt="3">
        <dgm:presLayoutVars>
          <dgm:chPref val="3"/>
        </dgm:presLayoutVars>
      </dgm:prSet>
      <dgm:spPr/>
    </dgm:pt>
    <dgm:pt modelId="{27E5D780-D756-47AE-B59A-583EFAE01FF3}" type="pres">
      <dgm:prSet presAssocID="{814C87DC-D4E0-41A6-A65A-C7233F8E6407}" presName="rootConnector" presStyleLbl="node3" presStyleIdx="0" presStyleCnt="3"/>
      <dgm:spPr/>
    </dgm:pt>
    <dgm:pt modelId="{ECCB2AB5-64C3-4D4F-9357-1C53BD2C125F}" type="pres">
      <dgm:prSet presAssocID="{814C87DC-D4E0-41A6-A65A-C7233F8E6407}" presName="hierChild4" presStyleCnt="0"/>
      <dgm:spPr/>
    </dgm:pt>
    <dgm:pt modelId="{F7E3B877-46B8-49C9-AD9A-6DB1F6336613}" type="pres">
      <dgm:prSet presAssocID="{814C87DC-D4E0-41A6-A65A-C7233F8E6407}" presName="hierChild5" presStyleCnt="0"/>
      <dgm:spPr/>
    </dgm:pt>
    <dgm:pt modelId="{E55F0511-8C54-4094-B27C-D9BB576AB7C0}" type="pres">
      <dgm:prSet presAssocID="{E2D5B889-9523-43C2-A50A-B924781D014D}" presName="Name37" presStyleLbl="parChTrans1D3" presStyleIdx="1" presStyleCnt="3"/>
      <dgm:spPr/>
    </dgm:pt>
    <dgm:pt modelId="{2BD3D807-145E-4D12-927D-D143CE68C8D3}" type="pres">
      <dgm:prSet presAssocID="{AD6CA1B1-B33A-420C-9AEB-892E5C660872}" presName="hierRoot2" presStyleCnt="0">
        <dgm:presLayoutVars>
          <dgm:hierBranch val="init"/>
        </dgm:presLayoutVars>
      </dgm:prSet>
      <dgm:spPr/>
    </dgm:pt>
    <dgm:pt modelId="{EBACAAA4-5229-47B1-97F6-501FE46B7042}" type="pres">
      <dgm:prSet presAssocID="{AD6CA1B1-B33A-420C-9AEB-892E5C660872}" presName="rootComposite" presStyleCnt="0"/>
      <dgm:spPr/>
    </dgm:pt>
    <dgm:pt modelId="{560A0CF7-1B89-45AA-9FC1-1235CFC62155}" type="pres">
      <dgm:prSet presAssocID="{AD6CA1B1-B33A-420C-9AEB-892E5C660872}" presName="rootText" presStyleLbl="node3" presStyleIdx="1" presStyleCnt="3">
        <dgm:presLayoutVars>
          <dgm:chPref val="3"/>
        </dgm:presLayoutVars>
      </dgm:prSet>
      <dgm:spPr/>
    </dgm:pt>
    <dgm:pt modelId="{79657C63-BDBE-4615-B2BE-5D3172A553D9}" type="pres">
      <dgm:prSet presAssocID="{AD6CA1B1-B33A-420C-9AEB-892E5C660872}" presName="rootConnector" presStyleLbl="node3" presStyleIdx="1" presStyleCnt="3"/>
      <dgm:spPr/>
    </dgm:pt>
    <dgm:pt modelId="{406B6C83-4408-454D-9D05-B09EC822DCB3}" type="pres">
      <dgm:prSet presAssocID="{AD6CA1B1-B33A-420C-9AEB-892E5C660872}" presName="hierChild4" presStyleCnt="0"/>
      <dgm:spPr/>
    </dgm:pt>
    <dgm:pt modelId="{E3565B01-03F9-44DB-B5E9-F96E0D4713C9}" type="pres">
      <dgm:prSet presAssocID="{AD6CA1B1-B33A-420C-9AEB-892E5C660872}" presName="hierChild5" presStyleCnt="0"/>
      <dgm:spPr/>
    </dgm:pt>
    <dgm:pt modelId="{01EB7BF7-3685-490B-A3A1-BE6139203DDA}" type="pres">
      <dgm:prSet presAssocID="{26AE5A80-8716-45D5-9F41-A6DEA91A509D}" presName="Name37" presStyleLbl="parChTrans1D3" presStyleIdx="2" presStyleCnt="3"/>
      <dgm:spPr/>
    </dgm:pt>
    <dgm:pt modelId="{E5EBA6CC-0A5E-44EE-BB2A-9AF656D1E883}" type="pres">
      <dgm:prSet presAssocID="{7A149803-0DE8-480B-9717-4D86A22E1416}" presName="hierRoot2" presStyleCnt="0">
        <dgm:presLayoutVars>
          <dgm:hierBranch val="init"/>
        </dgm:presLayoutVars>
      </dgm:prSet>
      <dgm:spPr/>
    </dgm:pt>
    <dgm:pt modelId="{DC24E0C8-7A66-46F4-87EE-2F4F42817452}" type="pres">
      <dgm:prSet presAssocID="{7A149803-0DE8-480B-9717-4D86A22E1416}" presName="rootComposite" presStyleCnt="0"/>
      <dgm:spPr/>
    </dgm:pt>
    <dgm:pt modelId="{3FDB7009-F643-43B3-AFE4-BA448864D56B}" type="pres">
      <dgm:prSet presAssocID="{7A149803-0DE8-480B-9717-4D86A22E1416}" presName="rootText" presStyleLbl="node3" presStyleIdx="2" presStyleCnt="3">
        <dgm:presLayoutVars>
          <dgm:chPref val="3"/>
        </dgm:presLayoutVars>
      </dgm:prSet>
      <dgm:spPr/>
    </dgm:pt>
    <dgm:pt modelId="{F909B3EF-73EA-4DE6-8B6E-F7A6CE1AF378}" type="pres">
      <dgm:prSet presAssocID="{7A149803-0DE8-480B-9717-4D86A22E1416}" presName="rootConnector" presStyleLbl="node3" presStyleIdx="2" presStyleCnt="3"/>
      <dgm:spPr/>
    </dgm:pt>
    <dgm:pt modelId="{5C11A4A1-90C9-4660-9E31-97AD5D3C1629}" type="pres">
      <dgm:prSet presAssocID="{7A149803-0DE8-480B-9717-4D86A22E1416}" presName="hierChild4" presStyleCnt="0"/>
      <dgm:spPr/>
    </dgm:pt>
    <dgm:pt modelId="{E0BB1184-628B-4532-A43D-451B6041DB8A}" type="pres">
      <dgm:prSet presAssocID="{7A149803-0DE8-480B-9717-4D86A22E1416}" presName="hierChild5" presStyleCnt="0"/>
      <dgm:spPr/>
    </dgm:pt>
    <dgm:pt modelId="{725A8FBD-43AD-4108-B4F7-6769CDA6EA06}" type="pres">
      <dgm:prSet presAssocID="{F8F03DE6-65BD-43D6-9CDF-FFED10A0E8F1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25C06608-6CEC-4381-B17A-E173555E47CE}" type="presOf" srcId="{F089CE5D-BD17-4E0F-B56B-1630CDB1DA2A}" destId="{AC629D86-6E95-42EC-A472-60FAE5F2EF28}" srcOrd="0" destOrd="0" presId="urn:microsoft.com/office/officeart/2005/8/layout/orgChart1"/>
    <dgm:cxn modelId="{D64A3028-025F-4612-8D8D-A13E11BBDF9D}" type="presOf" srcId="{AD6CA1B1-B33A-420C-9AEB-892E5C660872}" destId="{79657C63-BDBE-4615-B2BE-5D3172A553D9}" srcOrd="1" destOrd="0" presId="urn:microsoft.com/office/officeart/2005/8/layout/orgChart1"/>
    <dgm:cxn modelId="{1923D629-CE4D-44E7-AF23-12FF0926A0B5}" srcId="{51019B81-EE5F-417F-A885-F26C2F796447}" destId="{F8F03DE6-65BD-43D6-9CDF-FFED10A0E8F1}" srcOrd="0" destOrd="0" parTransId="{5EF818A4-3D92-4861-A892-E40B0802E4D6}" sibTransId="{D4FD7767-8FBB-43C6-8D37-AC86273D1270}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07B8555C-D826-4F42-A74B-6982307C6946}" type="presOf" srcId="{5EF818A4-3D92-4861-A892-E40B0802E4D6}" destId="{EC4A978B-EA38-424C-9FAD-5BBFE614C065}" srcOrd="0" destOrd="0" presId="urn:microsoft.com/office/officeart/2005/8/layout/orgChart1"/>
    <dgm:cxn modelId="{0E28F25F-8503-422C-AB34-9C3B424580AE}" type="presOf" srcId="{814C87DC-D4E0-41A6-A65A-C7233F8E6407}" destId="{27E5D780-D756-47AE-B59A-583EFAE01FF3}" srcOrd="1" destOrd="0" presId="urn:microsoft.com/office/officeart/2005/8/layout/orgChart1"/>
    <dgm:cxn modelId="{D52C0C48-1733-47FD-BE73-7F8BCEA40CE4}" srcId="{F8F03DE6-65BD-43D6-9CDF-FFED10A0E8F1}" destId="{814C87DC-D4E0-41A6-A65A-C7233F8E6407}" srcOrd="0" destOrd="0" parTransId="{F089CE5D-BD17-4E0F-B56B-1630CDB1DA2A}" sibTransId="{070BBFF9-32FC-47C9-BD21-5B84464029EE}"/>
    <dgm:cxn modelId="{8075F356-B42B-4C03-9115-F2F0A6F5E519}" type="presOf" srcId="{814C87DC-D4E0-41A6-A65A-C7233F8E6407}" destId="{43E106AA-6BA4-41A7-8761-9271D1DB19B5}" srcOrd="0" destOrd="0" presId="urn:microsoft.com/office/officeart/2005/8/layout/orgChart1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170B35A8-A982-416A-971C-F0187D4E0D66}" type="presOf" srcId="{AD6CA1B1-B33A-420C-9AEB-892E5C660872}" destId="{560A0CF7-1B89-45AA-9FC1-1235CFC62155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90F227B7-05D0-4DAA-9E11-F35E3E0751D6}" type="presOf" srcId="{F8F03DE6-65BD-43D6-9CDF-FFED10A0E8F1}" destId="{6624D424-0A00-47D8-A131-552C60CD00B5}" srcOrd="0" destOrd="0" presId="urn:microsoft.com/office/officeart/2005/8/layout/orgChart1"/>
    <dgm:cxn modelId="{76FEC6BD-C287-4960-BFEC-D4113E7B306E}" type="presOf" srcId="{F8F03DE6-65BD-43D6-9CDF-FFED10A0E8F1}" destId="{AF4A1D6D-9755-40B6-8DB1-65548F36A673}" srcOrd="1" destOrd="0" presId="urn:microsoft.com/office/officeart/2005/8/layout/orgChart1"/>
    <dgm:cxn modelId="{050A6EC0-5265-4BDE-B357-F4B723DCF4DC}" srcId="{F8F03DE6-65BD-43D6-9CDF-FFED10A0E8F1}" destId="{AD6CA1B1-B33A-420C-9AEB-892E5C660872}" srcOrd="1" destOrd="0" parTransId="{E2D5B889-9523-43C2-A50A-B924781D014D}" sibTransId="{274C84BE-170F-4196-9356-7B358B85403B}"/>
    <dgm:cxn modelId="{9425C8C3-AAF0-43F8-8DC6-BFC5764A51CC}" srcId="{F8F03DE6-65BD-43D6-9CDF-FFED10A0E8F1}" destId="{7A149803-0DE8-480B-9717-4D86A22E1416}" srcOrd="2" destOrd="0" parTransId="{26AE5A80-8716-45D5-9F41-A6DEA91A509D}" sibTransId="{CF9886C9-D1EF-4579-A6A6-C192D0DF5B02}"/>
    <dgm:cxn modelId="{55C65AD1-D0FE-4019-974C-5C2F9BE21C0C}" type="presOf" srcId="{7A149803-0DE8-480B-9717-4D86A22E1416}" destId="{3FDB7009-F643-43B3-AFE4-BA448864D56B}" srcOrd="0" destOrd="0" presId="urn:microsoft.com/office/officeart/2005/8/layout/orgChart1"/>
    <dgm:cxn modelId="{0AA4CAE1-AB62-47DF-8A87-4ECB4367813E}" type="presOf" srcId="{26AE5A80-8716-45D5-9F41-A6DEA91A509D}" destId="{01EB7BF7-3685-490B-A3A1-BE6139203DDA}" srcOrd="0" destOrd="0" presId="urn:microsoft.com/office/officeart/2005/8/layout/orgChart1"/>
    <dgm:cxn modelId="{E0EAFEE2-B0A1-4DB4-8666-4302C0DC2487}" type="presOf" srcId="{7A149803-0DE8-480B-9717-4D86A22E1416}" destId="{F909B3EF-73EA-4DE6-8B6E-F7A6CE1AF378}" srcOrd="1" destOrd="0" presId="urn:microsoft.com/office/officeart/2005/8/layout/orgChart1"/>
    <dgm:cxn modelId="{1ED606E7-B1FC-406F-A422-3409E11FCBEC}" type="presOf" srcId="{E2D5B889-9523-43C2-A50A-B924781D014D}" destId="{E55F0511-8C54-4094-B27C-D9BB576AB7C0}" srcOrd="0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21C1A4E2-0125-4816-AF6B-BCF92C93038F}" type="presParOf" srcId="{9711FE6A-1F6F-48D2-B028-F2B77EDDEE4C}" destId="{EC4A978B-EA38-424C-9FAD-5BBFE614C065}" srcOrd="0" destOrd="0" presId="urn:microsoft.com/office/officeart/2005/8/layout/orgChart1"/>
    <dgm:cxn modelId="{2EAC837D-4ED1-40E6-819C-10ADB21F36F1}" type="presParOf" srcId="{9711FE6A-1F6F-48D2-B028-F2B77EDDEE4C}" destId="{937301A6-9017-4F46-861C-397C7CACE64F}" srcOrd="1" destOrd="0" presId="urn:microsoft.com/office/officeart/2005/8/layout/orgChart1"/>
    <dgm:cxn modelId="{B0DB8F38-C4E4-49F0-ADD3-E5AA92E06FB0}" type="presParOf" srcId="{937301A6-9017-4F46-861C-397C7CACE64F}" destId="{E601579C-DC5F-42A8-80F7-7DB2BE08E63C}" srcOrd="0" destOrd="0" presId="urn:microsoft.com/office/officeart/2005/8/layout/orgChart1"/>
    <dgm:cxn modelId="{D62998C4-B3F5-492F-9A22-48302477003F}" type="presParOf" srcId="{E601579C-DC5F-42A8-80F7-7DB2BE08E63C}" destId="{6624D424-0A00-47D8-A131-552C60CD00B5}" srcOrd="0" destOrd="0" presId="urn:microsoft.com/office/officeart/2005/8/layout/orgChart1"/>
    <dgm:cxn modelId="{50E40AD6-7240-4509-9D4D-A03B88D0EED0}" type="presParOf" srcId="{E601579C-DC5F-42A8-80F7-7DB2BE08E63C}" destId="{AF4A1D6D-9755-40B6-8DB1-65548F36A673}" srcOrd="1" destOrd="0" presId="urn:microsoft.com/office/officeart/2005/8/layout/orgChart1"/>
    <dgm:cxn modelId="{63C6DB11-3DFC-46E0-B5EE-53894770F3EB}" type="presParOf" srcId="{937301A6-9017-4F46-861C-397C7CACE64F}" destId="{75E9980E-A938-4EAE-94A2-68F04905FAB2}" srcOrd="1" destOrd="0" presId="urn:microsoft.com/office/officeart/2005/8/layout/orgChart1"/>
    <dgm:cxn modelId="{F222B24F-5125-47DD-9BB1-2E3D2DAA44A4}" type="presParOf" srcId="{75E9980E-A938-4EAE-94A2-68F04905FAB2}" destId="{AC629D86-6E95-42EC-A472-60FAE5F2EF28}" srcOrd="0" destOrd="0" presId="urn:microsoft.com/office/officeart/2005/8/layout/orgChart1"/>
    <dgm:cxn modelId="{9E5B4173-C3A5-4F00-BE5F-6823A71C593A}" type="presParOf" srcId="{75E9980E-A938-4EAE-94A2-68F04905FAB2}" destId="{6C614E64-1B6C-42CF-961D-79F529BD1271}" srcOrd="1" destOrd="0" presId="urn:microsoft.com/office/officeart/2005/8/layout/orgChart1"/>
    <dgm:cxn modelId="{93ADCCA9-105E-4A07-B30D-94570CBDE804}" type="presParOf" srcId="{6C614E64-1B6C-42CF-961D-79F529BD1271}" destId="{B85D824B-8733-47C2-98C9-901A39DBDAC3}" srcOrd="0" destOrd="0" presId="urn:microsoft.com/office/officeart/2005/8/layout/orgChart1"/>
    <dgm:cxn modelId="{28CF92F8-270F-4A2B-ABA4-8D1A25CEFBF1}" type="presParOf" srcId="{B85D824B-8733-47C2-98C9-901A39DBDAC3}" destId="{43E106AA-6BA4-41A7-8761-9271D1DB19B5}" srcOrd="0" destOrd="0" presId="urn:microsoft.com/office/officeart/2005/8/layout/orgChart1"/>
    <dgm:cxn modelId="{C3EE9F37-C543-4025-BA81-C9B4A92F4E12}" type="presParOf" srcId="{B85D824B-8733-47C2-98C9-901A39DBDAC3}" destId="{27E5D780-D756-47AE-B59A-583EFAE01FF3}" srcOrd="1" destOrd="0" presId="urn:microsoft.com/office/officeart/2005/8/layout/orgChart1"/>
    <dgm:cxn modelId="{23C64DCB-238A-4DBB-BC46-5166AC9E6B30}" type="presParOf" srcId="{6C614E64-1B6C-42CF-961D-79F529BD1271}" destId="{ECCB2AB5-64C3-4D4F-9357-1C53BD2C125F}" srcOrd="1" destOrd="0" presId="urn:microsoft.com/office/officeart/2005/8/layout/orgChart1"/>
    <dgm:cxn modelId="{3A605FEE-3443-4F30-AAD5-63315E3E8AB1}" type="presParOf" srcId="{6C614E64-1B6C-42CF-961D-79F529BD1271}" destId="{F7E3B877-46B8-49C9-AD9A-6DB1F6336613}" srcOrd="2" destOrd="0" presId="urn:microsoft.com/office/officeart/2005/8/layout/orgChart1"/>
    <dgm:cxn modelId="{0DFB7FCC-7D37-49DF-A72E-8F573435EB4F}" type="presParOf" srcId="{75E9980E-A938-4EAE-94A2-68F04905FAB2}" destId="{E55F0511-8C54-4094-B27C-D9BB576AB7C0}" srcOrd="2" destOrd="0" presId="urn:microsoft.com/office/officeart/2005/8/layout/orgChart1"/>
    <dgm:cxn modelId="{C8ABEA7D-9EEF-4373-8E82-6044E67FB4A1}" type="presParOf" srcId="{75E9980E-A938-4EAE-94A2-68F04905FAB2}" destId="{2BD3D807-145E-4D12-927D-D143CE68C8D3}" srcOrd="3" destOrd="0" presId="urn:microsoft.com/office/officeart/2005/8/layout/orgChart1"/>
    <dgm:cxn modelId="{7D01051F-FB11-4840-AB03-74B7B6AA26AE}" type="presParOf" srcId="{2BD3D807-145E-4D12-927D-D143CE68C8D3}" destId="{EBACAAA4-5229-47B1-97F6-501FE46B7042}" srcOrd="0" destOrd="0" presId="urn:microsoft.com/office/officeart/2005/8/layout/orgChart1"/>
    <dgm:cxn modelId="{2BCBEA12-BF57-4F45-96E3-926EA8624AEC}" type="presParOf" srcId="{EBACAAA4-5229-47B1-97F6-501FE46B7042}" destId="{560A0CF7-1B89-45AA-9FC1-1235CFC62155}" srcOrd="0" destOrd="0" presId="urn:microsoft.com/office/officeart/2005/8/layout/orgChart1"/>
    <dgm:cxn modelId="{E801F545-67DE-4B1A-834B-5801901CA357}" type="presParOf" srcId="{EBACAAA4-5229-47B1-97F6-501FE46B7042}" destId="{79657C63-BDBE-4615-B2BE-5D3172A553D9}" srcOrd="1" destOrd="0" presId="urn:microsoft.com/office/officeart/2005/8/layout/orgChart1"/>
    <dgm:cxn modelId="{6F90AA85-638E-47FF-B00D-95DB84F9BE6F}" type="presParOf" srcId="{2BD3D807-145E-4D12-927D-D143CE68C8D3}" destId="{406B6C83-4408-454D-9D05-B09EC822DCB3}" srcOrd="1" destOrd="0" presId="urn:microsoft.com/office/officeart/2005/8/layout/orgChart1"/>
    <dgm:cxn modelId="{AA9B72F2-0F06-4FC8-8B51-05DE789D3342}" type="presParOf" srcId="{2BD3D807-145E-4D12-927D-D143CE68C8D3}" destId="{E3565B01-03F9-44DB-B5E9-F96E0D4713C9}" srcOrd="2" destOrd="0" presId="urn:microsoft.com/office/officeart/2005/8/layout/orgChart1"/>
    <dgm:cxn modelId="{E7BEDAC8-9482-4B95-BE65-B072E7C20FBC}" type="presParOf" srcId="{75E9980E-A938-4EAE-94A2-68F04905FAB2}" destId="{01EB7BF7-3685-490B-A3A1-BE6139203DDA}" srcOrd="4" destOrd="0" presId="urn:microsoft.com/office/officeart/2005/8/layout/orgChart1"/>
    <dgm:cxn modelId="{9108F531-D309-4856-A5C9-AE3FE86EB61B}" type="presParOf" srcId="{75E9980E-A938-4EAE-94A2-68F04905FAB2}" destId="{E5EBA6CC-0A5E-44EE-BB2A-9AF656D1E883}" srcOrd="5" destOrd="0" presId="urn:microsoft.com/office/officeart/2005/8/layout/orgChart1"/>
    <dgm:cxn modelId="{31FD61E3-8758-4A5D-8BE3-2748EBB19241}" type="presParOf" srcId="{E5EBA6CC-0A5E-44EE-BB2A-9AF656D1E883}" destId="{DC24E0C8-7A66-46F4-87EE-2F4F42817452}" srcOrd="0" destOrd="0" presId="urn:microsoft.com/office/officeart/2005/8/layout/orgChart1"/>
    <dgm:cxn modelId="{8F53B550-A59B-4A9B-8B1E-1149722D796F}" type="presParOf" srcId="{DC24E0C8-7A66-46F4-87EE-2F4F42817452}" destId="{3FDB7009-F643-43B3-AFE4-BA448864D56B}" srcOrd="0" destOrd="0" presId="urn:microsoft.com/office/officeart/2005/8/layout/orgChart1"/>
    <dgm:cxn modelId="{72B01434-E6B7-4313-A6B4-FFDF439699D3}" type="presParOf" srcId="{DC24E0C8-7A66-46F4-87EE-2F4F42817452}" destId="{F909B3EF-73EA-4DE6-8B6E-F7A6CE1AF378}" srcOrd="1" destOrd="0" presId="urn:microsoft.com/office/officeart/2005/8/layout/orgChart1"/>
    <dgm:cxn modelId="{A58B3001-57F9-4D0D-9AFE-1574DE566492}" type="presParOf" srcId="{E5EBA6CC-0A5E-44EE-BB2A-9AF656D1E883}" destId="{5C11A4A1-90C9-4660-9E31-97AD5D3C1629}" srcOrd="1" destOrd="0" presId="urn:microsoft.com/office/officeart/2005/8/layout/orgChart1"/>
    <dgm:cxn modelId="{5C07B3A1-A16C-4320-8507-5B7BB6ABC7CC}" type="presParOf" srcId="{E5EBA6CC-0A5E-44EE-BB2A-9AF656D1E883}" destId="{E0BB1184-628B-4532-A43D-451B6041DB8A}" srcOrd="2" destOrd="0" presId="urn:microsoft.com/office/officeart/2005/8/layout/orgChart1"/>
    <dgm:cxn modelId="{08D517EA-E16B-4F9F-80E0-4A6DEAFB2E1C}" type="presParOf" srcId="{937301A6-9017-4F46-861C-397C7CACE64F}" destId="{725A8FBD-43AD-4108-B4F7-6769CDA6EA06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0D10C65A-CFFA-495C-B82A-30B37FA10E4A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Administration </a:t>
          </a:r>
        </a:p>
      </dgm:t>
    </dgm:pt>
    <dgm:pt modelId="{0B5150F9-84AF-4246-BBAA-0E73ADFB43C8}" type="parTrans" cxnId="{FF18DE1C-9F90-463B-8194-4044FC2181EE}">
      <dgm:prSet/>
      <dgm:spPr/>
      <dgm:t>
        <a:bodyPr/>
        <a:lstStyle/>
        <a:p>
          <a:endParaRPr lang="en-US"/>
        </a:p>
      </dgm:t>
    </dgm:pt>
    <dgm:pt modelId="{0D1E5C2E-C519-40B9-B8FD-3F6289BF3FBA}" type="sibTrans" cxnId="{FF18DE1C-9F90-463B-8194-4044FC2181EE}">
      <dgm:prSet/>
      <dgm:spPr/>
      <dgm:t>
        <a:bodyPr/>
        <a:lstStyle/>
        <a:p>
          <a:endParaRPr lang="en-US"/>
        </a:p>
      </dgm:t>
    </dgm:pt>
    <dgm:pt modelId="{F1C6D26E-293A-4F2C-AB25-3802E90A65DC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Plan/control </a:t>
          </a:r>
        </a:p>
      </dgm:t>
    </dgm:pt>
    <dgm:pt modelId="{CDA6EBE0-C9EB-41BA-A389-68C960781B30}" type="parTrans" cxnId="{83C3EF91-0984-4C57-81BB-5B5C09911501}">
      <dgm:prSet/>
      <dgm:spPr/>
      <dgm:t>
        <a:bodyPr/>
        <a:lstStyle/>
        <a:p>
          <a:endParaRPr lang="en-US"/>
        </a:p>
      </dgm:t>
    </dgm:pt>
    <dgm:pt modelId="{37B8D9D3-11A1-406E-B056-4C3342E915F7}" type="sibTrans" cxnId="{83C3EF91-0984-4C57-81BB-5B5C09911501}">
      <dgm:prSet/>
      <dgm:spPr/>
      <dgm:t>
        <a:bodyPr/>
        <a:lstStyle/>
        <a:p>
          <a:endParaRPr lang="en-US"/>
        </a:p>
      </dgm:t>
    </dgm:pt>
    <dgm:pt modelId="{338E51D1-B7F9-488F-8788-EC8FC9866565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Accounting </a:t>
          </a:r>
        </a:p>
      </dgm:t>
    </dgm:pt>
    <dgm:pt modelId="{5B6C9BC0-6786-4568-9E31-BDBB215D8ED0}" type="sibTrans" cxnId="{F9ABDBEF-61C5-439D-86B7-64ABC44ABA4A}">
      <dgm:prSet/>
      <dgm:spPr/>
      <dgm:t>
        <a:bodyPr/>
        <a:lstStyle/>
        <a:p>
          <a:endParaRPr lang="en-US"/>
        </a:p>
      </dgm:t>
    </dgm:pt>
    <dgm:pt modelId="{017B8096-AE7C-4C64-9ECF-38DBA9EFA2A8}" type="parTrans" cxnId="{F9ABDBEF-61C5-439D-86B7-64ABC44ABA4A}">
      <dgm:prSet/>
      <dgm:spPr/>
      <dgm:t>
        <a:bodyPr/>
        <a:lstStyle/>
        <a:p>
          <a:endParaRPr lang="en-US"/>
        </a:p>
      </dgm:t>
    </dgm:pt>
    <dgm:pt modelId="{9955014C-4218-4FAB-B884-1A3C899893FE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Quality </a:t>
          </a:r>
        </a:p>
      </dgm:t>
    </dgm:pt>
    <dgm:pt modelId="{9E974F49-FA0E-48EA-B1E5-F6B1C9A0C789}" type="sibTrans" cxnId="{9019E776-A6CC-49BE-AEBE-3EA50EFF3001}">
      <dgm:prSet/>
      <dgm:spPr/>
      <dgm:t>
        <a:bodyPr/>
        <a:lstStyle/>
        <a:p>
          <a:endParaRPr lang="en-US"/>
        </a:p>
      </dgm:t>
    </dgm:pt>
    <dgm:pt modelId="{FCAD285B-2D85-4EFC-B90D-6ADA7F467CE2}" type="parTrans" cxnId="{9019E776-A6CC-49BE-AEBE-3EA50EFF3001}">
      <dgm:prSet/>
      <dgm:spPr/>
      <dgm:t>
        <a:bodyPr/>
        <a:lstStyle/>
        <a:p>
          <a:endParaRPr lang="en-US"/>
        </a:p>
      </dgm:t>
    </dgm:pt>
    <dgm:pt modelId="{99FD6E82-E3FB-4460-9253-BB8DA1CBA968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Miscellaneous </a:t>
          </a:r>
        </a:p>
      </dgm:t>
    </dgm:pt>
    <dgm:pt modelId="{384426DF-F9E2-4022-81BD-4921C430DFA0}" type="parTrans" cxnId="{43CABEE8-1035-427C-95AD-770B850F8D68}">
      <dgm:prSet/>
      <dgm:spPr/>
      <dgm:t>
        <a:bodyPr/>
        <a:lstStyle/>
        <a:p>
          <a:endParaRPr lang="en-US"/>
        </a:p>
      </dgm:t>
    </dgm:pt>
    <dgm:pt modelId="{F198FFDD-16E4-45CB-B5A8-ED8887D7D412}" type="sibTrans" cxnId="{43CABEE8-1035-427C-95AD-770B850F8D68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9573033B-DFEF-4E25-A458-8CFF03E0420D}" type="pres">
      <dgm:prSet presAssocID="{0B5150F9-84AF-4246-BBAA-0E73ADFB43C8}" presName="Name37" presStyleLbl="parChTrans1D2" presStyleIdx="0" presStyleCnt="1"/>
      <dgm:spPr/>
    </dgm:pt>
    <dgm:pt modelId="{40A728EE-7045-4EDC-99D9-FD3A5599CB2B}" type="pres">
      <dgm:prSet presAssocID="{0D10C65A-CFFA-495C-B82A-30B37FA10E4A}" presName="hierRoot2" presStyleCnt="0">
        <dgm:presLayoutVars>
          <dgm:hierBranch val="init"/>
        </dgm:presLayoutVars>
      </dgm:prSet>
      <dgm:spPr/>
    </dgm:pt>
    <dgm:pt modelId="{323C2530-7461-4AA4-A0D9-C9DAB0E6436A}" type="pres">
      <dgm:prSet presAssocID="{0D10C65A-CFFA-495C-B82A-30B37FA10E4A}" presName="rootComposite" presStyleCnt="0"/>
      <dgm:spPr/>
    </dgm:pt>
    <dgm:pt modelId="{A0D99E10-3061-42BF-849A-91DF5D0007F3}" type="pres">
      <dgm:prSet presAssocID="{0D10C65A-CFFA-495C-B82A-30B37FA10E4A}" presName="rootText" presStyleLbl="node2" presStyleIdx="0" presStyleCnt="1" custScaleX="120740">
        <dgm:presLayoutVars>
          <dgm:chPref val="3"/>
        </dgm:presLayoutVars>
      </dgm:prSet>
      <dgm:spPr>
        <a:xfrm>
          <a:off x="915526" y="803695"/>
          <a:ext cx="1127227" cy="563613"/>
        </a:xfrm>
        <a:prstGeom prst="rect">
          <a:avLst/>
        </a:prstGeom>
      </dgm:spPr>
    </dgm:pt>
    <dgm:pt modelId="{3860A776-9C46-487F-AAF0-8C09DD984E8D}" type="pres">
      <dgm:prSet presAssocID="{0D10C65A-CFFA-495C-B82A-30B37FA10E4A}" presName="rootConnector" presStyleLbl="node2" presStyleIdx="0" presStyleCnt="1"/>
      <dgm:spPr/>
    </dgm:pt>
    <dgm:pt modelId="{A8ADA6BB-606E-4594-957A-908E4707A997}" type="pres">
      <dgm:prSet presAssocID="{0D10C65A-CFFA-495C-B82A-30B37FA10E4A}" presName="hierChild4" presStyleCnt="0"/>
      <dgm:spPr/>
    </dgm:pt>
    <dgm:pt modelId="{091CE065-E3D0-4E7D-80FD-3B3CD7BDB9E2}" type="pres">
      <dgm:prSet presAssocID="{CDA6EBE0-C9EB-41BA-A389-68C960781B30}" presName="Name37" presStyleLbl="parChTrans1D3" presStyleIdx="0" presStyleCnt="4"/>
      <dgm:spPr/>
    </dgm:pt>
    <dgm:pt modelId="{5CA83094-1A5C-493A-BE90-2D3F0E0B9578}" type="pres">
      <dgm:prSet presAssocID="{F1C6D26E-293A-4F2C-AB25-3802E90A65DC}" presName="hierRoot2" presStyleCnt="0">
        <dgm:presLayoutVars>
          <dgm:hierBranch val="init"/>
        </dgm:presLayoutVars>
      </dgm:prSet>
      <dgm:spPr/>
    </dgm:pt>
    <dgm:pt modelId="{76355CE7-3404-467F-9850-A4A530A2247F}" type="pres">
      <dgm:prSet presAssocID="{F1C6D26E-293A-4F2C-AB25-3802E90A65DC}" presName="rootComposite" presStyleCnt="0"/>
      <dgm:spPr/>
    </dgm:pt>
    <dgm:pt modelId="{39AD5F87-0AF0-45CF-8A86-0E5155A1EDD8}" type="pres">
      <dgm:prSet presAssocID="{F1C6D26E-293A-4F2C-AB25-3802E90A65DC}" presName="rootText" presStyleLbl="node3" presStyleIdx="0" presStyleCnt="4">
        <dgm:presLayoutVars>
          <dgm:chPref val="3"/>
        </dgm:presLayoutVars>
      </dgm:prSet>
      <dgm:spPr>
        <a:xfrm>
          <a:off x="1197333" y="1604027"/>
          <a:ext cx="1127227" cy="563613"/>
        </a:xfrm>
        <a:prstGeom prst="rect">
          <a:avLst/>
        </a:prstGeom>
      </dgm:spPr>
    </dgm:pt>
    <dgm:pt modelId="{7AECF96C-406B-43D6-BB7D-F339EF134AD1}" type="pres">
      <dgm:prSet presAssocID="{F1C6D26E-293A-4F2C-AB25-3802E90A65DC}" presName="rootConnector" presStyleLbl="node3" presStyleIdx="0" presStyleCnt="4"/>
      <dgm:spPr/>
    </dgm:pt>
    <dgm:pt modelId="{88A8DFCD-6C85-4F16-97F1-643C1F404C7B}" type="pres">
      <dgm:prSet presAssocID="{F1C6D26E-293A-4F2C-AB25-3802E90A65DC}" presName="hierChild4" presStyleCnt="0"/>
      <dgm:spPr/>
    </dgm:pt>
    <dgm:pt modelId="{9EF0E44C-6AD0-4486-BDDA-68A90563D221}" type="pres">
      <dgm:prSet presAssocID="{F1C6D26E-293A-4F2C-AB25-3802E90A65DC}" presName="hierChild5" presStyleCnt="0"/>
      <dgm:spPr/>
    </dgm:pt>
    <dgm:pt modelId="{4438DFBF-6DE5-48AD-9067-3B84981281F7}" type="pres">
      <dgm:prSet presAssocID="{017B8096-AE7C-4C64-9ECF-38DBA9EFA2A8}" presName="Name37" presStyleLbl="parChTrans1D3" presStyleIdx="1" presStyleCnt="4"/>
      <dgm:spPr/>
    </dgm:pt>
    <dgm:pt modelId="{0E90E6AA-0AD5-420C-90D5-C425022761B4}" type="pres">
      <dgm:prSet presAssocID="{338E51D1-B7F9-488F-8788-EC8FC9866565}" presName="hierRoot2" presStyleCnt="0">
        <dgm:presLayoutVars>
          <dgm:hierBranch val="init"/>
        </dgm:presLayoutVars>
      </dgm:prSet>
      <dgm:spPr/>
    </dgm:pt>
    <dgm:pt modelId="{18B65E5A-8551-4A5B-B4AD-7BE57D27E9C0}" type="pres">
      <dgm:prSet presAssocID="{338E51D1-B7F9-488F-8788-EC8FC9866565}" presName="rootComposite" presStyleCnt="0"/>
      <dgm:spPr/>
    </dgm:pt>
    <dgm:pt modelId="{1F755DE5-7FE0-46B0-AB3E-7F3832390A87}" type="pres">
      <dgm:prSet presAssocID="{338E51D1-B7F9-488F-8788-EC8FC9866565}" presName="rootText" presStyleLbl="node3" presStyleIdx="1" presStyleCnt="4">
        <dgm:presLayoutVars>
          <dgm:chPref val="3"/>
        </dgm:presLayoutVars>
      </dgm:prSet>
      <dgm:spPr>
        <a:xfrm>
          <a:off x="1197333" y="2404358"/>
          <a:ext cx="1127227" cy="563613"/>
        </a:xfrm>
        <a:prstGeom prst="rect">
          <a:avLst/>
        </a:prstGeom>
      </dgm:spPr>
    </dgm:pt>
    <dgm:pt modelId="{BAECB5F1-C541-48BE-8CCC-3CCEC8E7D802}" type="pres">
      <dgm:prSet presAssocID="{338E51D1-B7F9-488F-8788-EC8FC9866565}" presName="rootConnector" presStyleLbl="node3" presStyleIdx="1" presStyleCnt="4"/>
      <dgm:spPr/>
    </dgm:pt>
    <dgm:pt modelId="{F856EC0F-662F-48F1-8FE8-068FBFC226B0}" type="pres">
      <dgm:prSet presAssocID="{338E51D1-B7F9-488F-8788-EC8FC9866565}" presName="hierChild4" presStyleCnt="0"/>
      <dgm:spPr/>
    </dgm:pt>
    <dgm:pt modelId="{2A2CF284-7458-439B-BA29-9E18C94F77D5}" type="pres">
      <dgm:prSet presAssocID="{338E51D1-B7F9-488F-8788-EC8FC9866565}" presName="hierChild5" presStyleCnt="0"/>
      <dgm:spPr/>
    </dgm:pt>
    <dgm:pt modelId="{41CAB05E-D9EC-4A33-B530-2CBDF2BE7990}" type="pres">
      <dgm:prSet presAssocID="{FCAD285B-2D85-4EFC-B90D-6ADA7F467CE2}" presName="Name37" presStyleLbl="parChTrans1D3" presStyleIdx="2" presStyleCnt="4"/>
      <dgm:spPr/>
    </dgm:pt>
    <dgm:pt modelId="{F3E82770-8E84-4DAD-B40A-53B6CEA57FDD}" type="pres">
      <dgm:prSet presAssocID="{9955014C-4218-4FAB-B884-1A3C899893FE}" presName="hierRoot2" presStyleCnt="0">
        <dgm:presLayoutVars>
          <dgm:hierBranch val="init"/>
        </dgm:presLayoutVars>
      </dgm:prSet>
      <dgm:spPr/>
    </dgm:pt>
    <dgm:pt modelId="{6AA73A68-B791-4226-9E84-707A8E6313FD}" type="pres">
      <dgm:prSet presAssocID="{9955014C-4218-4FAB-B884-1A3C899893FE}" presName="rootComposite" presStyleCnt="0"/>
      <dgm:spPr/>
    </dgm:pt>
    <dgm:pt modelId="{31312840-482D-46EF-877F-F7EF8DB29315}" type="pres">
      <dgm:prSet presAssocID="{9955014C-4218-4FAB-B884-1A3C899893FE}" presName="rootText" presStyleLbl="node3" presStyleIdx="2" presStyleCnt="4">
        <dgm:presLayoutVars>
          <dgm:chPref val="3"/>
        </dgm:presLayoutVars>
      </dgm:prSet>
      <dgm:spPr/>
    </dgm:pt>
    <dgm:pt modelId="{9E3241CE-0630-46F5-952C-8700FEC92E68}" type="pres">
      <dgm:prSet presAssocID="{9955014C-4218-4FAB-B884-1A3C899893FE}" presName="rootConnector" presStyleLbl="node3" presStyleIdx="2" presStyleCnt="4"/>
      <dgm:spPr/>
    </dgm:pt>
    <dgm:pt modelId="{AF75DBAC-B364-402B-A211-18EB0280E7C8}" type="pres">
      <dgm:prSet presAssocID="{9955014C-4218-4FAB-B884-1A3C899893FE}" presName="hierChild4" presStyleCnt="0"/>
      <dgm:spPr/>
    </dgm:pt>
    <dgm:pt modelId="{1F01B8DE-2222-4236-98A3-961FB5071468}" type="pres">
      <dgm:prSet presAssocID="{9955014C-4218-4FAB-B884-1A3C899893FE}" presName="hierChild5" presStyleCnt="0"/>
      <dgm:spPr/>
    </dgm:pt>
    <dgm:pt modelId="{311009BF-96E3-4431-A270-6BFB0578241C}" type="pres">
      <dgm:prSet presAssocID="{384426DF-F9E2-4022-81BD-4921C430DFA0}" presName="Name37" presStyleLbl="parChTrans1D3" presStyleIdx="3" presStyleCnt="4"/>
      <dgm:spPr/>
    </dgm:pt>
    <dgm:pt modelId="{BA484448-369A-4B46-91B6-0916399F8662}" type="pres">
      <dgm:prSet presAssocID="{99FD6E82-E3FB-4460-9253-BB8DA1CBA968}" presName="hierRoot2" presStyleCnt="0">
        <dgm:presLayoutVars>
          <dgm:hierBranch val="init"/>
        </dgm:presLayoutVars>
      </dgm:prSet>
      <dgm:spPr/>
    </dgm:pt>
    <dgm:pt modelId="{B1A9F8F0-AD59-4B42-A623-A46CF1180D2D}" type="pres">
      <dgm:prSet presAssocID="{99FD6E82-E3FB-4460-9253-BB8DA1CBA968}" presName="rootComposite" presStyleCnt="0"/>
      <dgm:spPr/>
    </dgm:pt>
    <dgm:pt modelId="{0EE8B840-C9A4-435F-A67C-924D2C392564}" type="pres">
      <dgm:prSet presAssocID="{99FD6E82-E3FB-4460-9253-BB8DA1CBA968}" presName="rootText" presStyleLbl="node3" presStyleIdx="3" presStyleCnt="4">
        <dgm:presLayoutVars>
          <dgm:chPref val="3"/>
        </dgm:presLayoutVars>
      </dgm:prSet>
      <dgm:spPr/>
    </dgm:pt>
    <dgm:pt modelId="{2AD79695-F979-4651-960C-009D8B100726}" type="pres">
      <dgm:prSet presAssocID="{99FD6E82-E3FB-4460-9253-BB8DA1CBA968}" presName="rootConnector" presStyleLbl="node3" presStyleIdx="3" presStyleCnt="4"/>
      <dgm:spPr/>
    </dgm:pt>
    <dgm:pt modelId="{8B2CD412-CF31-43EF-BC38-B80A8E021770}" type="pres">
      <dgm:prSet presAssocID="{99FD6E82-E3FB-4460-9253-BB8DA1CBA968}" presName="hierChild4" presStyleCnt="0"/>
      <dgm:spPr/>
    </dgm:pt>
    <dgm:pt modelId="{B12DCCA8-5DCF-43B5-AF46-17AF6572C017}" type="pres">
      <dgm:prSet presAssocID="{99FD6E82-E3FB-4460-9253-BB8DA1CBA968}" presName="hierChild5" presStyleCnt="0"/>
      <dgm:spPr/>
    </dgm:pt>
    <dgm:pt modelId="{81C0960D-0A4D-48D0-8ECB-5ED9B062CCD5}" type="pres">
      <dgm:prSet presAssocID="{0D10C65A-CFFA-495C-B82A-30B37FA10E4A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D1030512-678B-4FBF-AB7A-D4C3A54D923F}" type="presOf" srcId="{338E51D1-B7F9-488F-8788-EC8FC9866565}" destId="{1F755DE5-7FE0-46B0-AB3E-7F3832390A87}" srcOrd="0" destOrd="0" presId="urn:microsoft.com/office/officeart/2005/8/layout/orgChart1"/>
    <dgm:cxn modelId="{FF18DE1C-9F90-463B-8194-4044FC2181EE}" srcId="{51019B81-EE5F-417F-A885-F26C2F796447}" destId="{0D10C65A-CFFA-495C-B82A-30B37FA10E4A}" srcOrd="0" destOrd="0" parTransId="{0B5150F9-84AF-4246-BBAA-0E73ADFB43C8}" sibTransId="{0D1E5C2E-C519-40B9-B8FD-3F6289BF3FBA}"/>
    <dgm:cxn modelId="{2F064F2F-5392-43EC-8C16-22E44950240A}" type="presOf" srcId="{0D10C65A-CFFA-495C-B82A-30B37FA10E4A}" destId="{3860A776-9C46-487F-AAF0-8C09DD984E8D}" srcOrd="1" destOrd="0" presId="urn:microsoft.com/office/officeart/2005/8/layout/orgChart1"/>
    <dgm:cxn modelId="{38273131-9B8C-4BD3-8880-F1E17BD4E427}" type="presOf" srcId="{F1C6D26E-293A-4F2C-AB25-3802E90A65DC}" destId="{7AECF96C-406B-43D6-BB7D-F339EF134AD1}" srcOrd="1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A625483F-793D-438C-A3CF-B23826C00461}" type="presOf" srcId="{017B8096-AE7C-4C64-9ECF-38DBA9EFA2A8}" destId="{4438DFBF-6DE5-48AD-9067-3B84981281F7}" srcOrd="0" destOrd="0" presId="urn:microsoft.com/office/officeart/2005/8/layout/orgChart1"/>
    <dgm:cxn modelId="{07CEDE5D-CAC1-483C-A768-F13C12C50A65}" type="presOf" srcId="{9955014C-4218-4FAB-B884-1A3C899893FE}" destId="{31312840-482D-46EF-877F-F7EF8DB29315}" srcOrd="0" destOrd="0" presId="urn:microsoft.com/office/officeart/2005/8/layout/orgChart1"/>
    <dgm:cxn modelId="{C1617C75-A137-4C84-A8B7-FCE6DF45388A}" type="presOf" srcId="{0D10C65A-CFFA-495C-B82A-30B37FA10E4A}" destId="{A0D99E10-3061-42BF-849A-91DF5D0007F3}" srcOrd="0" destOrd="0" presId="urn:microsoft.com/office/officeart/2005/8/layout/orgChart1"/>
    <dgm:cxn modelId="{9019E776-A6CC-49BE-AEBE-3EA50EFF3001}" srcId="{0D10C65A-CFFA-495C-B82A-30B37FA10E4A}" destId="{9955014C-4218-4FAB-B884-1A3C899893FE}" srcOrd="2" destOrd="0" parTransId="{FCAD285B-2D85-4EFC-B90D-6ADA7F467CE2}" sibTransId="{9E974F49-FA0E-48EA-B1E5-F6B1C9A0C789}"/>
    <dgm:cxn modelId="{EB795657-D90B-4D29-98CB-C4DA97A181D5}" type="presOf" srcId="{99FD6E82-E3FB-4460-9253-BB8DA1CBA968}" destId="{0EE8B840-C9A4-435F-A67C-924D2C392564}" srcOrd="0" destOrd="0" presId="urn:microsoft.com/office/officeart/2005/8/layout/orgChart1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83C3EF91-0984-4C57-81BB-5B5C09911501}" srcId="{0D10C65A-CFFA-495C-B82A-30B37FA10E4A}" destId="{F1C6D26E-293A-4F2C-AB25-3802E90A65DC}" srcOrd="0" destOrd="0" parTransId="{CDA6EBE0-C9EB-41BA-A389-68C960781B30}" sibTransId="{37B8D9D3-11A1-406E-B056-4C3342E915F7}"/>
    <dgm:cxn modelId="{58B52A93-40D7-49D7-B48B-B73C84882961}" type="presOf" srcId="{338E51D1-B7F9-488F-8788-EC8FC9866565}" destId="{BAECB5F1-C541-48BE-8CCC-3CCEC8E7D802}" srcOrd="1" destOrd="0" presId="urn:microsoft.com/office/officeart/2005/8/layout/orgChart1"/>
    <dgm:cxn modelId="{0A6402AD-0752-4117-9C15-40F1F5BF1F10}" type="presOf" srcId="{CDA6EBE0-C9EB-41BA-A389-68C960781B30}" destId="{091CE065-E3D0-4E7D-80FD-3B3CD7BDB9E2}" srcOrd="0" destOrd="0" presId="urn:microsoft.com/office/officeart/2005/8/layout/orgChart1"/>
    <dgm:cxn modelId="{835C32AD-F6CC-4F63-9779-9460886E4412}" type="presOf" srcId="{384426DF-F9E2-4022-81BD-4921C430DFA0}" destId="{311009BF-96E3-4431-A270-6BFB0578241C}" srcOrd="0" destOrd="0" presId="urn:microsoft.com/office/officeart/2005/8/layout/orgChart1"/>
    <dgm:cxn modelId="{1F2E31AE-AF8D-407E-8E2F-A25B36F70361}" type="presOf" srcId="{99FD6E82-E3FB-4460-9253-BB8DA1CBA968}" destId="{2AD79695-F979-4651-960C-009D8B100726}" srcOrd="1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CDAA75C8-A149-4A2E-8BBD-ACC1A8B9442C}" type="presOf" srcId="{F1C6D26E-293A-4F2C-AB25-3802E90A65DC}" destId="{39AD5F87-0AF0-45CF-8A86-0E5155A1EDD8}" srcOrd="0" destOrd="0" presId="urn:microsoft.com/office/officeart/2005/8/layout/orgChart1"/>
    <dgm:cxn modelId="{AFEACDCF-7730-4BE3-B74F-34A19B487F29}" type="presOf" srcId="{0B5150F9-84AF-4246-BBAA-0E73ADFB43C8}" destId="{9573033B-DFEF-4E25-A458-8CFF03E0420D}" srcOrd="0" destOrd="0" presId="urn:microsoft.com/office/officeart/2005/8/layout/orgChart1"/>
    <dgm:cxn modelId="{2DC9FCDC-F4B1-4060-9BB0-99A48AF3E0E7}" type="presOf" srcId="{FCAD285B-2D85-4EFC-B90D-6ADA7F467CE2}" destId="{41CAB05E-D9EC-4A33-B530-2CBDF2BE7990}" srcOrd="0" destOrd="0" presId="urn:microsoft.com/office/officeart/2005/8/layout/orgChart1"/>
    <dgm:cxn modelId="{7DF4F3E4-FBAF-4997-9807-6029F8E30202}" type="presOf" srcId="{9955014C-4218-4FAB-B884-1A3C899893FE}" destId="{9E3241CE-0630-46F5-952C-8700FEC92E68}" srcOrd="1" destOrd="0" presId="urn:microsoft.com/office/officeart/2005/8/layout/orgChart1"/>
    <dgm:cxn modelId="{43CABEE8-1035-427C-95AD-770B850F8D68}" srcId="{0D10C65A-CFFA-495C-B82A-30B37FA10E4A}" destId="{99FD6E82-E3FB-4460-9253-BB8DA1CBA968}" srcOrd="3" destOrd="0" parTransId="{384426DF-F9E2-4022-81BD-4921C430DFA0}" sibTransId="{F198FFDD-16E4-45CB-B5A8-ED8887D7D412}"/>
    <dgm:cxn modelId="{F9ABDBEF-61C5-439D-86B7-64ABC44ABA4A}" srcId="{0D10C65A-CFFA-495C-B82A-30B37FA10E4A}" destId="{338E51D1-B7F9-488F-8788-EC8FC9866565}" srcOrd="1" destOrd="0" parTransId="{017B8096-AE7C-4C64-9ECF-38DBA9EFA2A8}" sibTransId="{5B6C9BC0-6786-4568-9E31-BDBB215D8ED0}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7B46FC23-9C02-4723-9C5B-0209AF9A72A8}" type="presParOf" srcId="{9711FE6A-1F6F-48D2-B028-F2B77EDDEE4C}" destId="{9573033B-DFEF-4E25-A458-8CFF03E0420D}" srcOrd="0" destOrd="0" presId="urn:microsoft.com/office/officeart/2005/8/layout/orgChart1"/>
    <dgm:cxn modelId="{FA7A2FFC-5D54-444E-8555-DFA8D2C115E0}" type="presParOf" srcId="{9711FE6A-1F6F-48D2-B028-F2B77EDDEE4C}" destId="{40A728EE-7045-4EDC-99D9-FD3A5599CB2B}" srcOrd="1" destOrd="0" presId="urn:microsoft.com/office/officeart/2005/8/layout/orgChart1"/>
    <dgm:cxn modelId="{7147E880-59DB-49B2-8CD5-3CD80C59688B}" type="presParOf" srcId="{40A728EE-7045-4EDC-99D9-FD3A5599CB2B}" destId="{323C2530-7461-4AA4-A0D9-C9DAB0E6436A}" srcOrd="0" destOrd="0" presId="urn:microsoft.com/office/officeart/2005/8/layout/orgChart1"/>
    <dgm:cxn modelId="{2CF22E4E-EE84-4A99-986F-32AF0CC6EE5B}" type="presParOf" srcId="{323C2530-7461-4AA4-A0D9-C9DAB0E6436A}" destId="{A0D99E10-3061-42BF-849A-91DF5D0007F3}" srcOrd="0" destOrd="0" presId="urn:microsoft.com/office/officeart/2005/8/layout/orgChart1"/>
    <dgm:cxn modelId="{37CE1C76-0D17-46AD-8AEF-0938DBEFBA78}" type="presParOf" srcId="{323C2530-7461-4AA4-A0D9-C9DAB0E6436A}" destId="{3860A776-9C46-487F-AAF0-8C09DD984E8D}" srcOrd="1" destOrd="0" presId="urn:microsoft.com/office/officeart/2005/8/layout/orgChart1"/>
    <dgm:cxn modelId="{B6D59E98-FA3A-4781-8DF3-F18DDB850044}" type="presParOf" srcId="{40A728EE-7045-4EDC-99D9-FD3A5599CB2B}" destId="{A8ADA6BB-606E-4594-957A-908E4707A997}" srcOrd="1" destOrd="0" presId="urn:microsoft.com/office/officeart/2005/8/layout/orgChart1"/>
    <dgm:cxn modelId="{60E29A06-9D86-474B-B92E-6108AAB4611C}" type="presParOf" srcId="{A8ADA6BB-606E-4594-957A-908E4707A997}" destId="{091CE065-E3D0-4E7D-80FD-3B3CD7BDB9E2}" srcOrd="0" destOrd="0" presId="urn:microsoft.com/office/officeart/2005/8/layout/orgChart1"/>
    <dgm:cxn modelId="{C0AA1A97-1F71-4842-B511-7DEB8A84835C}" type="presParOf" srcId="{A8ADA6BB-606E-4594-957A-908E4707A997}" destId="{5CA83094-1A5C-493A-BE90-2D3F0E0B9578}" srcOrd="1" destOrd="0" presId="urn:microsoft.com/office/officeart/2005/8/layout/orgChart1"/>
    <dgm:cxn modelId="{C4FCD926-7A05-4F80-80FA-3D3F684FCC3E}" type="presParOf" srcId="{5CA83094-1A5C-493A-BE90-2D3F0E0B9578}" destId="{76355CE7-3404-467F-9850-A4A530A2247F}" srcOrd="0" destOrd="0" presId="urn:microsoft.com/office/officeart/2005/8/layout/orgChart1"/>
    <dgm:cxn modelId="{2069E254-3BE7-4C1D-8F95-792769747DE0}" type="presParOf" srcId="{76355CE7-3404-467F-9850-A4A530A2247F}" destId="{39AD5F87-0AF0-45CF-8A86-0E5155A1EDD8}" srcOrd="0" destOrd="0" presId="urn:microsoft.com/office/officeart/2005/8/layout/orgChart1"/>
    <dgm:cxn modelId="{95CDC027-FE71-4E64-B8C3-02F2866912E5}" type="presParOf" srcId="{76355CE7-3404-467F-9850-A4A530A2247F}" destId="{7AECF96C-406B-43D6-BB7D-F339EF134AD1}" srcOrd="1" destOrd="0" presId="urn:microsoft.com/office/officeart/2005/8/layout/orgChart1"/>
    <dgm:cxn modelId="{C02CA62F-6E89-489F-A770-2DD549B6EFAA}" type="presParOf" srcId="{5CA83094-1A5C-493A-BE90-2D3F0E0B9578}" destId="{88A8DFCD-6C85-4F16-97F1-643C1F404C7B}" srcOrd="1" destOrd="0" presId="urn:microsoft.com/office/officeart/2005/8/layout/orgChart1"/>
    <dgm:cxn modelId="{F36B172C-C2D9-4666-B689-2B83FFB174AC}" type="presParOf" srcId="{5CA83094-1A5C-493A-BE90-2D3F0E0B9578}" destId="{9EF0E44C-6AD0-4486-BDDA-68A90563D221}" srcOrd="2" destOrd="0" presId="urn:microsoft.com/office/officeart/2005/8/layout/orgChart1"/>
    <dgm:cxn modelId="{FB7DBCCC-3DA6-492F-8FFD-962CA23D554F}" type="presParOf" srcId="{A8ADA6BB-606E-4594-957A-908E4707A997}" destId="{4438DFBF-6DE5-48AD-9067-3B84981281F7}" srcOrd="2" destOrd="0" presId="urn:microsoft.com/office/officeart/2005/8/layout/orgChart1"/>
    <dgm:cxn modelId="{3DC487AA-58D2-4573-A8BA-F86CC6FDCB9F}" type="presParOf" srcId="{A8ADA6BB-606E-4594-957A-908E4707A997}" destId="{0E90E6AA-0AD5-420C-90D5-C425022761B4}" srcOrd="3" destOrd="0" presId="urn:microsoft.com/office/officeart/2005/8/layout/orgChart1"/>
    <dgm:cxn modelId="{F7F12058-D804-4C6A-8E49-028E028A7432}" type="presParOf" srcId="{0E90E6AA-0AD5-420C-90D5-C425022761B4}" destId="{18B65E5A-8551-4A5B-B4AD-7BE57D27E9C0}" srcOrd="0" destOrd="0" presId="urn:microsoft.com/office/officeart/2005/8/layout/orgChart1"/>
    <dgm:cxn modelId="{B2532F6D-7531-4038-B386-A7ABD965E76B}" type="presParOf" srcId="{18B65E5A-8551-4A5B-B4AD-7BE57D27E9C0}" destId="{1F755DE5-7FE0-46B0-AB3E-7F3832390A87}" srcOrd="0" destOrd="0" presId="urn:microsoft.com/office/officeart/2005/8/layout/orgChart1"/>
    <dgm:cxn modelId="{831B12F5-0EFA-4FA2-9810-C54AB8D1FB4C}" type="presParOf" srcId="{18B65E5A-8551-4A5B-B4AD-7BE57D27E9C0}" destId="{BAECB5F1-C541-48BE-8CCC-3CCEC8E7D802}" srcOrd="1" destOrd="0" presId="urn:microsoft.com/office/officeart/2005/8/layout/orgChart1"/>
    <dgm:cxn modelId="{C485D96F-A9E7-4CB2-952E-914F0A7C25C2}" type="presParOf" srcId="{0E90E6AA-0AD5-420C-90D5-C425022761B4}" destId="{F856EC0F-662F-48F1-8FE8-068FBFC226B0}" srcOrd="1" destOrd="0" presId="urn:microsoft.com/office/officeart/2005/8/layout/orgChart1"/>
    <dgm:cxn modelId="{9B063EE1-6E39-4F0E-AAED-8B97AA75E77A}" type="presParOf" srcId="{0E90E6AA-0AD5-420C-90D5-C425022761B4}" destId="{2A2CF284-7458-439B-BA29-9E18C94F77D5}" srcOrd="2" destOrd="0" presId="urn:microsoft.com/office/officeart/2005/8/layout/orgChart1"/>
    <dgm:cxn modelId="{45F2BCEC-77A2-45B9-B202-1BD5841BCF5F}" type="presParOf" srcId="{A8ADA6BB-606E-4594-957A-908E4707A997}" destId="{41CAB05E-D9EC-4A33-B530-2CBDF2BE7990}" srcOrd="4" destOrd="0" presId="urn:microsoft.com/office/officeart/2005/8/layout/orgChart1"/>
    <dgm:cxn modelId="{E6264141-3E9F-4943-8670-6A0781627BD4}" type="presParOf" srcId="{A8ADA6BB-606E-4594-957A-908E4707A997}" destId="{F3E82770-8E84-4DAD-B40A-53B6CEA57FDD}" srcOrd="5" destOrd="0" presId="urn:microsoft.com/office/officeart/2005/8/layout/orgChart1"/>
    <dgm:cxn modelId="{D9C23EE7-150A-464C-9783-E3534F003491}" type="presParOf" srcId="{F3E82770-8E84-4DAD-B40A-53B6CEA57FDD}" destId="{6AA73A68-B791-4226-9E84-707A8E6313FD}" srcOrd="0" destOrd="0" presId="urn:microsoft.com/office/officeart/2005/8/layout/orgChart1"/>
    <dgm:cxn modelId="{8C936CAB-C441-44F7-AA56-DA7A3A103B8E}" type="presParOf" srcId="{6AA73A68-B791-4226-9E84-707A8E6313FD}" destId="{31312840-482D-46EF-877F-F7EF8DB29315}" srcOrd="0" destOrd="0" presId="urn:microsoft.com/office/officeart/2005/8/layout/orgChart1"/>
    <dgm:cxn modelId="{9DEB1B5C-7BFB-4387-9020-6BFAAD99524C}" type="presParOf" srcId="{6AA73A68-B791-4226-9E84-707A8E6313FD}" destId="{9E3241CE-0630-46F5-952C-8700FEC92E68}" srcOrd="1" destOrd="0" presId="urn:microsoft.com/office/officeart/2005/8/layout/orgChart1"/>
    <dgm:cxn modelId="{492E9A8C-4E4F-4EBD-BEFB-A25AF90C25AC}" type="presParOf" srcId="{F3E82770-8E84-4DAD-B40A-53B6CEA57FDD}" destId="{AF75DBAC-B364-402B-A211-18EB0280E7C8}" srcOrd="1" destOrd="0" presId="urn:microsoft.com/office/officeart/2005/8/layout/orgChart1"/>
    <dgm:cxn modelId="{6EF9785D-D392-469A-B1F8-FE6EF0B9DD9A}" type="presParOf" srcId="{F3E82770-8E84-4DAD-B40A-53B6CEA57FDD}" destId="{1F01B8DE-2222-4236-98A3-961FB5071468}" srcOrd="2" destOrd="0" presId="urn:microsoft.com/office/officeart/2005/8/layout/orgChart1"/>
    <dgm:cxn modelId="{2C817051-2A29-41DC-BA41-75A516938D83}" type="presParOf" srcId="{A8ADA6BB-606E-4594-957A-908E4707A997}" destId="{311009BF-96E3-4431-A270-6BFB0578241C}" srcOrd="6" destOrd="0" presId="urn:microsoft.com/office/officeart/2005/8/layout/orgChart1"/>
    <dgm:cxn modelId="{5E3F6B58-64AF-4170-8AF8-A43AE0FEE162}" type="presParOf" srcId="{A8ADA6BB-606E-4594-957A-908E4707A997}" destId="{BA484448-369A-4B46-91B6-0916399F8662}" srcOrd="7" destOrd="0" presId="urn:microsoft.com/office/officeart/2005/8/layout/orgChart1"/>
    <dgm:cxn modelId="{7CB0A143-FCDA-48EF-93A0-99E080302C06}" type="presParOf" srcId="{BA484448-369A-4B46-91B6-0916399F8662}" destId="{B1A9F8F0-AD59-4B42-A623-A46CF1180D2D}" srcOrd="0" destOrd="0" presId="urn:microsoft.com/office/officeart/2005/8/layout/orgChart1"/>
    <dgm:cxn modelId="{1E67D0CE-1AA9-4B4C-915F-D00479326435}" type="presParOf" srcId="{B1A9F8F0-AD59-4B42-A623-A46CF1180D2D}" destId="{0EE8B840-C9A4-435F-A67C-924D2C392564}" srcOrd="0" destOrd="0" presId="urn:microsoft.com/office/officeart/2005/8/layout/orgChart1"/>
    <dgm:cxn modelId="{813B319D-9D08-4CEC-A1DA-F36FA1B93DFD}" type="presParOf" srcId="{B1A9F8F0-AD59-4B42-A623-A46CF1180D2D}" destId="{2AD79695-F979-4651-960C-009D8B100726}" srcOrd="1" destOrd="0" presId="urn:microsoft.com/office/officeart/2005/8/layout/orgChart1"/>
    <dgm:cxn modelId="{5353558F-3AE6-40D5-B61C-8DA60C54519E}" type="presParOf" srcId="{BA484448-369A-4B46-91B6-0916399F8662}" destId="{8B2CD412-CF31-43EF-BC38-B80A8E021770}" srcOrd="1" destOrd="0" presId="urn:microsoft.com/office/officeart/2005/8/layout/orgChart1"/>
    <dgm:cxn modelId="{8E4E5DF5-E389-4A75-AB42-E0302B69AB0E}" type="presParOf" srcId="{BA484448-369A-4B46-91B6-0916399F8662}" destId="{B12DCCA8-5DCF-43B5-AF46-17AF6572C017}" srcOrd="2" destOrd="0" presId="urn:microsoft.com/office/officeart/2005/8/layout/orgChart1"/>
    <dgm:cxn modelId="{EC4D7456-22C3-4EC4-8E26-BBB73A378A09}" type="presParOf" srcId="{40A728EE-7045-4EDC-99D9-FD3A5599CB2B}" destId="{81C0960D-0A4D-48D0-8ECB-5ED9B062CCD5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0D10C65A-CFFA-495C-B82A-30B37FA10E4A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Administration </a:t>
          </a:r>
        </a:p>
      </dgm:t>
    </dgm:pt>
    <dgm:pt modelId="{0B5150F9-84AF-4246-BBAA-0E73ADFB43C8}" type="parTrans" cxnId="{FF18DE1C-9F90-463B-8194-4044FC2181EE}">
      <dgm:prSet/>
      <dgm:spPr/>
      <dgm:t>
        <a:bodyPr/>
        <a:lstStyle/>
        <a:p>
          <a:endParaRPr lang="en-US"/>
        </a:p>
      </dgm:t>
    </dgm:pt>
    <dgm:pt modelId="{0D1E5C2E-C519-40B9-B8FD-3F6289BF3FBA}" type="sibTrans" cxnId="{FF18DE1C-9F90-463B-8194-4044FC2181EE}">
      <dgm:prSet/>
      <dgm:spPr/>
      <dgm:t>
        <a:bodyPr/>
        <a:lstStyle/>
        <a:p>
          <a:endParaRPr lang="en-US"/>
        </a:p>
      </dgm:t>
    </dgm:pt>
    <dgm:pt modelId="{F1C6D26E-293A-4F2C-AB25-3802E90A65DC}">
      <dgm:prSet phldrT="[Testo]"/>
      <dgm:spPr>
        <a:solidFill>
          <a:schemeClr val="bg1">
            <a:lumMod val="85000"/>
          </a:schemeClr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noProof="0" dirty="0"/>
            <a:t>Plan/control </a:t>
          </a:r>
        </a:p>
      </dgm:t>
    </dgm:pt>
    <dgm:pt modelId="{CDA6EBE0-C9EB-41BA-A389-68C960781B30}" type="parTrans" cxnId="{83C3EF91-0984-4C57-81BB-5B5C09911501}">
      <dgm:prSet/>
      <dgm:spPr/>
      <dgm:t>
        <a:bodyPr/>
        <a:lstStyle/>
        <a:p>
          <a:endParaRPr lang="en-US"/>
        </a:p>
      </dgm:t>
    </dgm:pt>
    <dgm:pt modelId="{37B8D9D3-11A1-406E-B056-4C3342E915F7}" type="sibTrans" cxnId="{83C3EF91-0984-4C57-81BB-5B5C09911501}">
      <dgm:prSet/>
      <dgm:spPr/>
      <dgm:t>
        <a:bodyPr/>
        <a:lstStyle/>
        <a:p>
          <a:endParaRPr lang="en-US"/>
        </a:p>
      </dgm:t>
    </dgm:pt>
    <dgm:pt modelId="{338E51D1-B7F9-488F-8788-EC8FC9866565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Accounting </a:t>
          </a:r>
        </a:p>
      </dgm:t>
    </dgm:pt>
    <dgm:pt modelId="{5B6C9BC0-6786-4568-9E31-BDBB215D8ED0}" type="sibTrans" cxnId="{F9ABDBEF-61C5-439D-86B7-64ABC44ABA4A}">
      <dgm:prSet/>
      <dgm:spPr/>
      <dgm:t>
        <a:bodyPr/>
        <a:lstStyle/>
        <a:p>
          <a:endParaRPr lang="en-US"/>
        </a:p>
      </dgm:t>
    </dgm:pt>
    <dgm:pt modelId="{017B8096-AE7C-4C64-9ECF-38DBA9EFA2A8}" type="parTrans" cxnId="{F9ABDBEF-61C5-439D-86B7-64ABC44ABA4A}">
      <dgm:prSet/>
      <dgm:spPr/>
      <dgm:t>
        <a:bodyPr/>
        <a:lstStyle/>
        <a:p>
          <a:endParaRPr lang="en-US"/>
        </a:p>
      </dgm:t>
    </dgm:pt>
    <dgm:pt modelId="{9955014C-4218-4FAB-B884-1A3C899893FE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Quality </a:t>
          </a:r>
        </a:p>
      </dgm:t>
    </dgm:pt>
    <dgm:pt modelId="{9E974F49-FA0E-48EA-B1E5-F6B1C9A0C789}" type="sibTrans" cxnId="{9019E776-A6CC-49BE-AEBE-3EA50EFF3001}">
      <dgm:prSet/>
      <dgm:spPr/>
      <dgm:t>
        <a:bodyPr/>
        <a:lstStyle/>
        <a:p>
          <a:endParaRPr lang="en-US"/>
        </a:p>
      </dgm:t>
    </dgm:pt>
    <dgm:pt modelId="{FCAD285B-2D85-4EFC-B90D-6ADA7F467CE2}" type="parTrans" cxnId="{9019E776-A6CC-49BE-AEBE-3EA50EFF3001}">
      <dgm:prSet/>
      <dgm:spPr/>
      <dgm:t>
        <a:bodyPr/>
        <a:lstStyle/>
        <a:p>
          <a:endParaRPr lang="en-US"/>
        </a:p>
      </dgm:t>
    </dgm:pt>
    <dgm:pt modelId="{99FD6E82-E3FB-4460-9253-BB8DA1CBA968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Miscellaneous </a:t>
          </a:r>
        </a:p>
      </dgm:t>
    </dgm:pt>
    <dgm:pt modelId="{384426DF-F9E2-4022-81BD-4921C430DFA0}" type="parTrans" cxnId="{43CABEE8-1035-427C-95AD-770B850F8D68}">
      <dgm:prSet/>
      <dgm:spPr/>
      <dgm:t>
        <a:bodyPr/>
        <a:lstStyle/>
        <a:p>
          <a:endParaRPr lang="en-US"/>
        </a:p>
      </dgm:t>
    </dgm:pt>
    <dgm:pt modelId="{F198FFDD-16E4-45CB-B5A8-ED8887D7D412}" type="sibTrans" cxnId="{43CABEE8-1035-427C-95AD-770B850F8D68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9573033B-DFEF-4E25-A458-8CFF03E0420D}" type="pres">
      <dgm:prSet presAssocID="{0B5150F9-84AF-4246-BBAA-0E73ADFB43C8}" presName="Name37" presStyleLbl="parChTrans1D2" presStyleIdx="0" presStyleCnt="1"/>
      <dgm:spPr/>
    </dgm:pt>
    <dgm:pt modelId="{40A728EE-7045-4EDC-99D9-FD3A5599CB2B}" type="pres">
      <dgm:prSet presAssocID="{0D10C65A-CFFA-495C-B82A-30B37FA10E4A}" presName="hierRoot2" presStyleCnt="0">
        <dgm:presLayoutVars>
          <dgm:hierBranch val="init"/>
        </dgm:presLayoutVars>
      </dgm:prSet>
      <dgm:spPr/>
    </dgm:pt>
    <dgm:pt modelId="{323C2530-7461-4AA4-A0D9-C9DAB0E6436A}" type="pres">
      <dgm:prSet presAssocID="{0D10C65A-CFFA-495C-B82A-30B37FA10E4A}" presName="rootComposite" presStyleCnt="0"/>
      <dgm:spPr/>
    </dgm:pt>
    <dgm:pt modelId="{A0D99E10-3061-42BF-849A-91DF5D0007F3}" type="pres">
      <dgm:prSet presAssocID="{0D10C65A-CFFA-495C-B82A-30B37FA10E4A}" presName="rootText" presStyleLbl="node2" presStyleIdx="0" presStyleCnt="1">
        <dgm:presLayoutVars>
          <dgm:chPref val="3"/>
        </dgm:presLayoutVars>
      </dgm:prSet>
      <dgm:spPr/>
    </dgm:pt>
    <dgm:pt modelId="{3860A776-9C46-487F-AAF0-8C09DD984E8D}" type="pres">
      <dgm:prSet presAssocID="{0D10C65A-CFFA-495C-B82A-30B37FA10E4A}" presName="rootConnector" presStyleLbl="node2" presStyleIdx="0" presStyleCnt="1"/>
      <dgm:spPr/>
    </dgm:pt>
    <dgm:pt modelId="{A8ADA6BB-606E-4594-957A-908E4707A997}" type="pres">
      <dgm:prSet presAssocID="{0D10C65A-CFFA-495C-B82A-30B37FA10E4A}" presName="hierChild4" presStyleCnt="0"/>
      <dgm:spPr/>
    </dgm:pt>
    <dgm:pt modelId="{091CE065-E3D0-4E7D-80FD-3B3CD7BDB9E2}" type="pres">
      <dgm:prSet presAssocID="{CDA6EBE0-C9EB-41BA-A389-68C960781B30}" presName="Name37" presStyleLbl="parChTrans1D3" presStyleIdx="0" presStyleCnt="4"/>
      <dgm:spPr/>
    </dgm:pt>
    <dgm:pt modelId="{5CA83094-1A5C-493A-BE90-2D3F0E0B9578}" type="pres">
      <dgm:prSet presAssocID="{F1C6D26E-293A-4F2C-AB25-3802E90A65DC}" presName="hierRoot2" presStyleCnt="0">
        <dgm:presLayoutVars>
          <dgm:hierBranch val="init"/>
        </dgm:presLayoutVars>
      </dgm:prSet>
      <dgm:spPr/>
    </dgm:pt>
    <dgm:pt modelId="{76355CE7-3404-467F-9850-A4A530A2247F}" type="pres">
      <dgm:prSet presAssocID="{F1C6D26E-293A-4F2C-AB25-3802E90A65DC}" presName="rootComposite" presStyleCnt="0"/>
      <dgm:spPr/>
    </dgm:pt>
    <dgm:pt modelId="{39AD5F87-0AF0-45CF-8A86-0E5155A1EDD8}" type="pres">
      <dgm:prSet presAssocID="{F1C6D26E-293A-4F2C-AB25-3802E90A65DC}" presName="rootText" presStyleLbl="node3" presStyleIdx="0" presStyleCnt="4">
        <dgm:presLayoutVars>
          <dgm:chPref val="3"/>
        </dgm:presLayoutVars>
      </dgm:prSet>
      <dgm:spPr/>
    </dgm:pt>
    <dgm:pt modelId="{7AECF96C-406B-43D6-BB7D-F339EF134AD1}" type="pres">
      <dgm:prSet presAssocID="{F1C6D26E-293A-4F2C-AB25-3802E90A65DC}" presName="rootConnector" presStyleLbl="node3" presStyleIdx="0" presStyleCnt="4"/>
      <dgm:spPr/>
    </dgm:pt>
    <dgm:pt modelId="{88A8DFCD-6C85-4F16-97F1-643C1F404C7B}" type="pres">
      <dgm:prSet presAssocID="{F1C6D26E-293A-4F2C-AB25-3802E90A65DC}" presName="hierChild4" presStyleCnt="0"/>
      <dgm:spPr/>
    </dgm:pt>
    <dgm:pt modelId="{9EF0E44C-6AD0-4486-BDDA-68A90563D221}" type="pres">
      <dgm:prSet presAssocID="{F1C6D26E-293A-4F2C-AB25-3802E90A65DC}" presName="hierChild5" presStyleCnt="0"/>
      <dgm:spPr/>
    </dgm:pt>
    <dgm:pt modelId="{4438DFBF-6DE5-48AD-9067-3B84981281F7}" type="pres">
      <dgm:prSet presAssocID="{017B8096-AE7C-4C64-9ECF-38DBA9EFA2A8}" presName="Name37" presStyleLbl="parChTrans1D3" presStyleIdx="1" presStyleCnt="4"/>
      <dgm:spPr/>
    </dgm:pt>
    <dgm:pt modelId="{0E90E6AA-0AD5-420C-90D5-C425022761B4}" type="pres">
      <dgm:prSet presAssocID="{338E51D1-B7F9-488F-8788-EC8FC9866565}" presName="hierRoot2" presStyleCnt="0">
        <dgm:presLayoutVars>
          <dgm:hierBranch val="init"/>
        </dgm:presLayoutVars>
      </dgm:prSet>
      <dgm:spPr/>
    </dgm:pt>
    <dgm:pt modelId="{18B65E5A-8551-4A5B-B4AD-7BE57D27E9C0}" type="pres">
      <dgm:prSet presAssocID="{338E51D1-B7F9-488F-8788-EC8FC9866565}" presName="rootComposite" presStyleCnt="0"/>
      <dgm:spPr/>
    </dgm:pt>
    <dgm:pt modelId="{1F755DE5-7FE0-46B0-AB3E-7F3832390A87}" type="pres">
      <dgm:prSet presAssocID="{338E51D1-B7F9-488F-8788-EC8FC9866565}" presName="rootText" presStyleLbl="node3" presStyleIdx="1" presStyleCnt="4">
        <dgm:presLayoutVars>
          <dgm:chPref val="3"/>
        </dgm:presLayoutVars>
      </dgm:prSet>
      <dgm:spPr>
        <a:xfrm>
          <a:off x="1197333" y="2404358"/>
          <a:ext cx="1127227" cy="563613"/>
        </a:xfrm>
        <a:prstGeom prst="rect">
          <a:avLst/>
        </a:prstGeom>
      </dgm:spPr>
    </dgm:pt>
    <dgm:pt modelId="{BAECB5F1-C541-48BE-8CCC-3CCEC8E7D802}" type="pres">
      <dgm:prSet presAssocID="{338E51D1-B7F9-488F-8788-EC8FC9866565}" presName="rootConnector" presStyleLbl="node3" presStyleIdx="1" presStyleCnt="4"/>
      <dgm:spPr/>
    </dgm:pt>
    <dgm:pt modelId="{F856EC0F-662F-48F1-8FE8-068FBFC226B0}" type="pres">
      <dgm:prSet presAssocID="{338E51D1-B7F9-488F-8788-EC8FC9866565}" presName="hierChild4" presStyleCnt="0"/>
      <dgm:spPr/>
    </dgm:pt>
    <dgm:pt modelId="{2A2CF284-7458-439B-BA29-9E18C94F77D5}" type="pres">
      <dgm:prSet presAssocID="{338E51D1-B7F9-488F-8788-EC8FC9866565}" presName="hierChild5" presStyleCnt="0"/>
      <dgm:spPr/>
    </dgm:pt>
    <dgm:pt modelId="{41CAB05E-D9EC-4A33-B530-2CBDF2BE7990}" type="pres">
      <dgm:prSet presAssocID="{FCAD285B-2D85-4EFC-B90D-6ADA7F467CE2}" presName="Name37" presStyleLbl="parChTrans1D3" presStyleIdx="2" presStyleCnt="4"/>
      <dgm:spPr/>
    </dgm:pt>
    <dgm:pt modelId="{F3E82770-8E84-4DAD-B40A-53B6CEA57FDD}" type="pres">
      <dgm:prSet presAssocID="{9955014C-4218-4FAB-B884-1A3C899893FE}" presName="hierRoot2" presStyleCnt="0">
        <dgm:presLayoutVars>
          <dgm:hierBranch val="init"/>
        </dgm:presLayoutVars>
      </dgm:prSet>
      <dgm:spPr/>
    </dgm:pt>
    <dgm:pt modelId="{6AA73A68-B791-4226-9E84-707A8E6313FD}" type="pres">
      <dgm:prSet presAssocID="{9955014C-4218-4FAB-B884-1A3C899893FE}" presName="rootComposite" presStyleCnt="0"/>
      <dgm:spPr/>
    </dgm:pt>
    <dgm:pt modelId="{31312840-482D-46EF-877F-F7EF8DB29315}" type="pres">
      <dgm:prSet presAssocID="{9955014C-4218-4FAB-B884-1A3C899893FE}" presName="rootText" presStyleLbl="node3" presStyleIdx="2" presStyleCnt="4">
        <dgm:presLayoutVars>
          <dgm:chPref val="3"/>
        </dgm:presLayoutVars>
      </dgm:prSet>
      <dgm:spPr/>
    </dgm:pt>
    <dgm:pt modelId="{9E3241CE-0630-46F5-952C-8700FEC92E68}" type="pres">
      <dgm:prSet presAssocID="{9955014C-4218-4FAB-B884-1A3C899893FE}" presName="rootConnector" presStyleLbl="node3" presStyleIdx="2" presStyleCnt="4"/>
      <dgm:spPr/>
    </dgm:pt>
    <dgm:pt modelId="{AF75DBAC-B364-402B-A211-18EB0280E7C8}" type="pres">
      <dgm:prSet presAssocID="{9955014C-4218-4FAB-B884-1A3C899893FE}" presName="hierChild4" presStyleCnt="0"/>
      <dgm:spPr/>
    </dgm:pt>
    <dgm:pt modelId="{1F01B8DE-2222-4236-98A3-961FB5071468}" type="pres">
      <dgm:prSet presAssocID="{9955014C-4218-4FAB-B884-1A3C899893FE}" presName="hierChild5" presStyleCnt="0"/>
      <dgm:spPr/>
    </dgm:pt>
    <dgm:pt modelId="{311009BF-96E3-4431-A270-6BFB0578241C}" type="pres">
      <dgm:prSet presAssocID="{384426DF-F9E2-4022-81BD-4921C430DFA0}" presName="Name37" presStyleLbl="parChTrans1D3" presStyleIdx="3" presStyleCnt="4"/>
      <dgm:spPr/>
    </dgm:pt>
    <dgm:pt modelId="{BA484448-369A-4B46-91B6-0916399F8662}" type="pres">
      <dgm:prSet presAssocID="{99FD6E82-E3FB-4460-9253-BB8DA1CBA968}" presName="hierRoot2" presStyleCnt="0">
        <dgm:presLayoutVars>
          <dgm:hierBranch val="init"/>
        </dgm:presLayoutVars>
      </dgm:prSet>
      <dgm:spPr/>
    </dgm:pt>
    <dgm:pt modelId="{B1A9F8F0-AD59-4B42-A623-A46CF1180D2D}" type="pres">
      <dgm:prSet presAssocID="{99FD6E82-E3FB-4460-9253-BB8DA1CBA968}" presName="rootComposite" presStyleCnt="0"/>
      <dgm:spPr/>
    </dgm:pt>
    <dgm:pt modelId="{0EE8B840-C9A4-435F-A67C-924D2C392564}" type="pres">
      <dgm:prSet presAssocID="{99FD6E82-E3FB-4460-9253-BB8DA1CBA968}" presName="rootText" presStyleLbl="node3" presStyleIdx="3" presStyleCnt="4">
        <dgm:presLayoutVars>
          <dgm:chPref val="3"/>
        </dgm:presLayoutVars>
      </dgm:prSet>
      <dgm:spPr/>
    </dgm:pt>
    <dgm:pt modelId="{2AD79695-F979-4651-960C-009D8B100726}" type="pres">
      <dgm:prSet presAssocID="{99FD6E82-E3FB-4460-9253-BB8DA1CBA968}" presName="rootConnector" presStyleLbl="node3" presStyleIdx="3" presStyleCnt="4"/>
      <dgm:spPr/>
    </dgm:pt>
    <dgm:pt modelId="{8B2CD412-CF31-43EF-BC38-B80A8E021770}" type="pres">
      <dgm:prSet presAssocID="{99FD6E82-E3FB-4460-9253-BB8DA1CBA968}" presName="hierChild4" presStyleCnt="0"/>
      <dgm:spPr/>
    </dgm:pt>
    <dgm:pt modelId="{B12DCCA8-5DCF-43B5-AF46-17AF6572C017}" type="pres">
      <dgm:prSet presAssocID="{99FD6E82-E3FB-4460-9253-BB8DA1CBA968}" presName="hierChild5" presStyleCnt="0"/>
      <dgm:spPr/>
    </dgm:pt>
    <dgm:pt modelId="{81C0960D-0A4D-48D0-8ECB-5ED9B062CCD5}" type="pres">
      <dgm:prSet presAssocID="{0D10C65A-CFFA-495C-B82A-30B37FA10E4A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D1030512-678B-4FBF-AB7A-D4C3A54D923F}" type="presOf" srcId="{338E51D1-B7F9-488F-8788-EC8FC9866565}" destId="{1F755DE5-7FE0-46B0-AB3E-7F3832390A87}" srcOrd="0" destOrd="0" presId="urn:microsoft.com/office/officeart/2005/8/layout/orgChart1"/>
    <dgm:cxn modelId="{FF18DE1C-9F90-463B-8194-4044FC2181EE}" srcId="{51019B81-EE5F-417F-A885-F26C2F796447}" destId="{0D10C65A-CFFA-495C-B82A-30B37FA10E4A}" srcOrd="0" destOrd="0" parTransId="{0B5150F9-84AF-4246-BBAA-0E73ADFB43C8}" sibTransId="{0D1E5C2E-C519-40B9-B8FD-3F6289BF3FBA}"/>
    <dgm:cxn modelId="{2F064F2F-5392-43EC-8C16-22E44950240A}" type="presOf" srcId="{0D10C65A-CFFA-495C-B82A-30B37FA10E4A}" destId="{3860A776-9C46-487F-AAF0-8C09DD984E8D}" srcOrd="1" destOrd="0" presId="urn:microsoft.com/office/officeart/2005/8/layout/orgChart1"/>
    <dgm:cxn modelId="{38273131-9B8C-4BD3-8880-F1E17BD4E427}" type="presOf" srcId="{F1C6D26E-293A-4F2C-AB25-3802E90A65DC}" destId="{7AECF96C-406B-43D6-BB7D-F339EF134AD1}" srcOrd="1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A625483F-793D-438C-A3CF-B23826C00461}" type="presOf" srcId="{017B8096-AE7C-4C64-9ECF-38DBA9EFA2A8}" destId="{4438DFBF-6DE5-48AD-9067-3B84981281F7}" srcOrd="0" destOrd="0" presId="urn:microsoft.com/office/officeart/2005/8/layout/orgChart1"/>
    <dgm:cxn modelId="{07CEDE5D-CAC1-483C-A768-F13C12C50A65}" type="presOf" srcId="{9955014C-4218-4FAB-B884-1A3C899893FE}" destId="{31312840-482D-46EF-877F-F7EF8DB29315}" srcOrd="0" destOrd="0" presId="urn:microsoft.com/office/officeart/2005/8/layout/orgChart1"/>
    <dgm:cxn modelId="{C1617C75-A137-4C84-A8B7-FCE6DF45388A}" type="presOf" srcId="{0D10C65A-CFFA-495C-B82A-30B37FA10E4A}" destId="{A0D99E10-3061-42BF-849A-91DF5D0007F3}" srcOrd="0" destOrd="0" presId="urn:microsoft.com/office/officeart/2005/8/layout/orgChart1"/>
    <dgm:cxn modelId="{9019E776-A6CC-49BE-AEBE-3EA50EFF3001}" srcId="{0D10C65A-CFFA-495C-B82A-30B37FA10E4A}" destId="{9955014C-4218-4FAB-B884-1A3C899893FE}" srcOrd="2" destOrd="0" parTransId="{FCAD285B-2D85-4EFC-B90D-6ADA7F467CE2}" sibTransId="{9E974F49-FA0E-48EA-B1E5-F6B1C9A0C789}"/>
    <dgm:cxn modelId="{EB795657-D90B-4D29-98CB-C4DA97A181D5}" type="presOf" srcId="{99FD6E82-E3FB-4460-9253-BB8DA1CBA968}" destId="{0EE8B840-C9A4-435F-A67C-924D2C392564}" srcOrd="0" destOrd="0" presId="urn:microsoft.com/office/officeart/2005/8/layout/orgChart1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83C3EF91-0984-4C57-81BB-5B5C09911501}" srcId="{0D10C65A-CFFA-495C-B82A-30B37FA10E4A}" destId="{F1C6D26E-293A-4F2C-AB25-3802E90A65DC}" srcOrd="0" destOrd="0" parTransId="{CDA6EBE0-C9EB-41BA-A389-68C960781B30}" sibTransId="{37B8D9D3-11A1-406E-B056-4C3342E915F7}"/>
    <dgm:cxn modelId="{58B52A93-40D7-49D7-B48B-B73C84882961}" type="presOf" srcId="{338E51D1-B7F9-488F-8788-EC8FC9866565}" destId="{BAECB5F1-C541-48BE-8CCC-3CCEC8E7D802}" srcOrd="1" destOrd="0" presId="urn:microsoft.com/office/officeart/2005/8/layout/orgChart1"/>
    <dgm:cxn modelId="{0A6402AD-0752-4117-9C15-40F1F5BF1F10}" type="presOf" srcId="{CDA6EBE0-C9EB-41BA-A389-68C960781B30}" destId="{091CE065-E3D0-4E7D-80FD-3B3CD7BDB9E2}" srcOrd="0" destOrd="0" presId="urn:microsoft.com/office/officeart/2005/8/layout/orgChart1"/>
    <dgm:cxn modelId="{835C32AD-F6CC-4F63-9779-9460886E4412}" type="presOf" srcId="{384426DF-F9E2-4022-81BD-4921C430DFA0}" destId="{311009BF-96E3-4431-A270-6BFB0578241C}" srcOrd="0" destOrd="0" presId="urn:microsoft.com/office/officeart/2005/8/layout/orgChart1"/>
    <dgm:cxn modelId="{1F2E31AE-AF8D-407E-8E2F-A25B36F70361}" type="presOf" srcId="{99FD6E82-E3FB-4460-9253-BB8DA1CBA968}" destId="{2AD79695-F979-4651-960C-009D8B100726}" srcOrd="1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CDAA75C8-A149-4A2E-8BBD-ACC1A8B9442C}" type="presOf" srcId="{F1C6D26E-293A-4F2C-AB25-3802E90A65DC}" destId="{39AD5F87-0AF0-45CF-8A86-0E5155A1EDD8}" srcOrd="0" destOrd="0" presId="urn:microsoft.com/office/officeart/2005/8/layout/orgChart1"/>
    <dgm:cxn modelId="{AFEACDCF-7730-4BE3-B74F-34A19B487F29}" type="presOf" srcId="{0B5150F9-84AF-4246-BBAA-0E73ADFB43C8}" destId="{9573033B-DFEF-4E25-A458-8CFF03E0420D}" srcOrd="0" destOrd="0" presId="urn:microsoft.com/office/officeart/2005/8/layout/orgChart1"/>
    <dgm:cxn modelId="{2DC9FCDC-F4B1-4060-9BB0-99A48AF3E0E7}" type="presOf" srcId="{FCAD285B-2D85-4EFC-B90D-6ADA7F467CE2}" destId="{41CAB05E-D9EC-4A33-B530-2CBDF2BE7990}" srcOrd="0" destOrd="0" presId="urn:microsoft.com/office/officeart/2005/8/layout/orgChart1"/>
    <dgm:cxn modelId="{7DF4F3E4-FBAF-4997-9807-6029F8E30202}" type="presOf" srcId="{9955014C-4218-4FAB-B884-1A3C899893FE}" destId="{9E3241CE-0630-46F5-952C-8700FEC92E68}" srcOrd="1" destOrd="0" presId="urn:microsoft.com/office/officeart/2005/8/layout/orgChart1"/>
    <dgm:cxn modelId="{43CABEE8-1035-427C-95AD-770B850F8D68}" srcId="{0D10C65A-CFFA-495C-B82A-30B37FA10E4A}" destId="{99FD6E82-E3FB-4460-9253-BB8DA1CBA968}" srcOrd="3" destOrd="0" parTransId="{384426DF-F9E2-4022-81BD-4921C430DFA0}" sibTransId="{F198FFDD-16E4-45CB-B5A8-ED8887D7D412}"/>
    <dgm:cxn modelId="{F9ABDBEF-61C5-439D-86B7-64ABC44ABA4A}" srcId="{0D10C65A-CFFA-495C-B82A-30B37FA10E4A}" destId="{338E51D1-B7F9-488F-8788-EC8FC9866565}" srcOrd="1" destOrd="0" parTransId="{017B8096-AE7C-4C64-9ECF-38DBA9EFA2A8}" sibTransId="{5B6C9BC0-6786-4568-9E31-BDBB215D8ED0}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7B46FC23-9C02-4723-9C5B-0209AF9A72A8}" type="presParOf" srcId="{9711FE6A-1F6F-48D2-B028-F2B77EDDEE4C}" destId="{9573033B-DFEF-4E25-A458-8CFF03E0420D}" srcOrd="0" destOrd="0" presId="urn:microsoft.com/office/officeart/2005/8/layout/orgChart1"/>
    <dgm:cxn modelId="{FA7A2FFC-5D54-444E-8555-DFA8D2C115E0}" type="presParOf" srcId="{9711FE6A-1F6F-48D2-B028-F2B77EDDEE4C}" destId="{40A728EE-7045-4EDC-99D9-FD3A5599CB2B}" srcOrd="1" destOrd="0" presId="urn:microsoft.com/office/officeart/2005/8/layout/orgChart1"/>
    <dgm:cxn modelId="{7147E880-59DB-49B2-8CD5-3CD80C59688B}" type="presParOf" srcId="{40A728EE-7045-4EDC-99D9-FD3A5599CB2B}" destId="{323C2530-7461-4AA4-A0D9-C9DAB0E6436A}" srcOrd="0" destOrd="0" presId="urn:microsoft.com/office/officeart/2005/8/layout/orgChart1"/>
    <dgm:cxn modelId="{2CF22E4E-EE84-4A99-986F-32AF0CC6EE5B}" type="presParOf" srcId="{323C2530-7461-4AA4-A0D9-C9DAB0E6436A}" destId="{A0D99E10-3061-42BF-849A-91DF5D0007F3}" srcOrd="0" destOrd="0" presId="urn:microsoft.com/office/officeart/2005/8/layout/orgChart1"/>
    <dgm:cxn modelId="{37CE1C76-0D17-46AD-8AEF-0938DBEFBA78}" type="presParOf" srcId="{323C2530-7461-4AA4-A0D9-C9DAB0E6436A}" destId="{3860A776-9C46-487F-AAF0-8C09DD984E8D}" srcOrd="1" destOrd="0" presId="urn:microsoft.com/office/officeart/2005/8/layout/orgChart1"/>
    <dgm:cxn modelId="{B6D59E98-FA3A-4781-8DF3-F18DDB850044}" type="presParOf" srcId="{40A728EE-7045-4EDC-99D9-FD3A5599CB2B}" destId="{A8ADA6BB-606E-4594-957A-908E4707A997}" srcOrd="1" destOrd="0" presId="urn:microsoft.com/office/officeart/2005/8/layout/orgChart1"/>
    <dgm:cxn modelId="{60E29A06-9D86-474B-B92E-6108AAB4611C}" type="presParOf" srcId="{A8ADA6BB-606E-4594-957A-908E4707A997}" destId="{091CE065-E3D0-4E7D-80FD-3B3CD7BDB9E2}" srcOrd="0" destOrd="0" presId="urn:microsoft.com/office/officeart/2005/8/layout/orgChart1"/>
    <dgm:cxn modelId="{C0AA1A97-1F71-4842-B511-7DEB8A84835C}" type="presParOf" srcId="{A8ADA6BB-606E-4594-957A-908E4707A997}" destId="{5CA83094-1A5C-493A-BE90-2D3F0E0B9578}" srcOrd="1" destOrd="0" presId="urn:microsoft.com/office/officeart/2005/8/layout/orgChart1"/>
    <dgm:cxn modelId="{C4FCD926-7A05-4F80-80FA-3D3F684FCC3E}" type="presParOf" srcId="{5CA83094-1A5C-493A-BE90-2D3F0E0B9578}" destId="{76355CE7-3404-467F-9850-A4A530A2247F}" srcOrd="0" destOrd="0" presId="urn:microsoft.com/office/officeart/2005/8/layout/orgChart1"/>
    <dgm:cxn modelId="{2069E254-3BE7-4C1D-8F95-792769747DE0}" type="presParOf" srcId="{76355CE7-3404-467F-9850-A4A530A2247F}" destId="{39AD5F87-0AF0-45CF-8A86-0E5155A1EDD8}" srcOrd="0" destOrd="0" presId="urn:microsoft.com/office/officeart/2005/8/layout/orgChart1"/>
    <dgm:cxn modelId="{95CDC027-FE71-4E64-B8C3-02F2866912E5}" type="presParOf" srcId="{76355CE7-3404-467F-9850-A4A530A2247F}" destId="{7AECF96C-406B-43D6-BB7D-F339EF134AD1}" srcOrd="1" destOrd="0" presId="urn:microsoft.com/office/officeart/2005/8/layout/orgChart1"/>
    <dgm:cxn modelId="{C02CA62F-6E89-489F-A770-2DD549B6EFAA}" type="presParOf" srcId="{5CA83094-1A5C-493A-BE90-2D3F0E0B9578}" destId="{88A8DFCD-6C85-4F16-97F1-643C1F404C7B}" srcOrd="1" destOrd="0" presId="urn:microsoft.com/office/officeart/2005/8/layout/orgChart1"/>
    <dgm:cxn modelId="{F36B172C-C2D9-4666-B689-2B83FFB174AC}" type="presParOf" srcId="{5CA83094-1A5C-493A-BE90-2D3F0E0B9578}" destId="{9EF0E44C-6AD0-4486-BDDA-68A90563D221}" srcOrd="2" destOrd="0" presId="urn:microsoft.com/office/officeart/2005/8/layout/orgChart1"/>
    <dgm:cxn modelId="{FB7DBCCC-3DA6-492F-8FFD-962CA23D554F}" type="presParOf" srcId="{A8ADA6BB-606E-4594-957A-908E4707A997}" destId="{4438DFBF-6DE5-48AD-9067-3B84981281F7}" srcOrd="2" destOrd="0" presId="urn:microsoft.com/office/officeart/2005/8/layout/orgChart1"/>
    <dgm:cxn modelId="{3DC487AA-58D2-4573-A8BA-F86CC6FDCB9F}" type="presParOf" srcId="{A8ADA6BB-606E-4594-957A-908E4707A997}" destId="{0E90E6AA-0AD5-420C-90D5-C425022761B4}" srcOrd="3" destOrd="0" presId="urn:microsoft.com/office/officeart/2005/8/layout/orgChart1"/>
    <dgm:cxn modelId="{F7F12058-D804-4C6A-8E49-028E028A7432}" type="presParOf" srcId="{0E90E6AA-0AD5-420C-90D5-C425022761B4}" destId="{18B65E5A-8551-4A5B-B4AD-7BE57D27E9C0}" srcOrd="0" destOrd="0" presId="urn:microsoft.com/office/officeart/2005/8/layout/orgChart1"/>
    <dgm:cxn modelId="{B2532F6D-7531-4038-B386-A7ABD965E76B}" type="presParOf" srcId="{18B65E5A-8551-4A5B-B4AD-7BE57D27E9C0}" destId="{1F755DE5-7FE0-46B0-AB3E-7F3832390A87}" srcOrd="0" destOrd="0" presId="urn:microsoft.com/office/officeart/2005/8/layout/orgChart1"/>
    <dgm:cxn modelId="{831B12F5-0EFA-4FA2-9810-C54AB8D1FB4C}" type="presParOf" srcId="{18B65E5A-8551-4A5B-B4AD-7BE57D27E9C0}" destId="{BAECB5F1-C541-48BE-8CCC-3CCEC8E7D802}" srcOrd="1" destOrd="0" presId="urn:microsoft.com/office/officeart/2005/8/layout/orgChart1"/>
    <dgm:cxn modelId="{C485D96F-A9E7-4CB2-952E-914F0A7C25C2}" type="presParOf" srcId="{0E90E6AA-0AD5-420C-90D5-C425022761B4}" destId="{F856EC0F-662F-48F1-8FE8-068FBFC226B0}" srcOrd="1" destOrd="0" presId="urn:microsoft.com/office/officeart/2005/8/layout/orgChart1"/>
    <dgm:cxn modelId="{9B063EE1-6E39-4F0E-AAED-8B97AA75E77A}" type="presParOf" srcId="{0E90E6AA-0AD5-420C-90D5-C425022761B4}" destId="{2A2CF284-7458-439B-BA29-9E18C94F77D5}" srcOrd="2" destOrd="0" presId="urn:microsoft.com/office/officeart/2005/8/layout/orgChart1"/>
    <dgm:cxn modelId="{45F2BCEC-77A2-45B9-B202-1BD5841BCF5F}" type="presParOf" srcId="{A8ADA6BB-606E-4594-957A-908E4707A997}" destId="{41CAB05E-D9EC-4A33-B530-2CBDF2BE7990}" srcOrd="4" destOrd="0" presId="urn:microsoft.com/office/officeart/2005/8/layout/orgChart1"/>
    <dgm:cxn modelId="{E6264141-3E9F-4943-8670-6A0781627BD4}" type="presParOf" srcId="{A8ADA6BB-606E-4594-957A-908E4707A997}" destId="{F3E82770-8E84-4DAD-B40A-53B6CEA57FDD}" srcOrd="5" destOrd="0" presId="urn:microsoft.com/office/officeart/2005/8/layout/orgChart1"/>
    <dgm:cxn modelId="{D9C23EE7-150A-464C-9783-E3534F003491}" type="presParOf" srcId="{F3E82770-8E84-4DAD-B40A-53B6CEA57FDD}" destId="{6AA73A68-B791-4226-9E84-707A8E6313FD}" srcOrd="0" destOrd="0" presId="urn:microsoft.com/office/officeart/2005/8/layout/orgChart1"/>
    <dgm:cxn modelId="{8C936CAB-C441-44F7-AA56-DA7A3A103B8E}" type="presParOf" srcId="{6AA73A68-B791-4226-9E84-707A8E6313FD}" destId="{31312840-482D-46EF-877F-F7EF8DB29315}" srcOrd="0" destOrd="0" presId="urn:microsoft.com/office/officeart/2005/8/layout/orgChart1"/>
    <dgm:cxn modelId="{9DEB1B5C-7BFB-4387-9020-6BFAAD99524C}" type="presParOf" srcId="{6AA73A68-B791-4226-9E84-707A8E6313FD}" destId="{9E3241CE-0630-46F5-952C-8700FEC92E68}" srcOrd="1" destOrd="0" presId="urn:microsoft.com/office/officeart/2005/8/layout/orgChart1"/>
    <dgm:cxn modelId="{492E9A8C-4E4F-4EBD-BEFB-A25AF90C25AC}" type="presParOf" srcId="{F3E82770-8E84-4DAD-B40A-53B6CEA57FDD}" destId="{AF75DBAC-B364-402B-A211-18EB0280E7C8}" srcOrd="1" destOrd="0" presId="urn:microsoft.com/office/officeart/2005/8/layout/orgChart1"/>
    <dgm:cxn modelId="{6EF9785D-D392-469A-B1F8-FE6EF0B9DD9A}" type="presParOf" srcId="{F3E82770-8E84-4DAD-B40A-53B6CEA57FDD}" destId="{1F01B8DE-2222-4236-98A3-961FB5071468}" srcOrd="2" destOrd="0" presId="urn:microsoft.com/office/officeart/2005/8/layout/orgChart1"/>
    <dgm:cxn modelId="{2C817051-2A29-41DC-BA41-75A516938D83}" type="presParOf" srcId="{A8ADA6BB-606E-4594-957A-908E4707A997}" destId="{311009BF-96E3-4431-A270-6BFB0578241C}" srcOrd="6" destOrd="0" presId="urn:microsoft.com/office/officeart/2005/8/layout/orgChart1"/>
    <dgm:cxn modelId="{5E3F6B58-64AF-4170-8AF8-A43AE0FEE162}" type="presParOf" srcId="{A8ADA6BB-606E-4594-957A-908E4707A997}" destId="{BA484448-369A-4B46-91B6-0916399F8662}" srcOrd="7" destOrd="0" presId="urn:microsoft.com/office/officeart/2005/8/layout/orgChart1"/>
    <dgm:cxn modelId="{7CB0A143-FCDA-48EF-93A0-99E080302C06}" type="presParOf" srcId="{BA484448-369A-4B46-91B6-0916399F8662}" destId="{B1A9F8F0-AD59-4B42-A623-A46CF1180D2D}" srcOrd="0" destOrd="0" presId="urn:microsoft.com/office/officeart/2005/8/layout/orgChart1"/>
    <dgm:cxn modelId="{1E67D0CE-1AA9-4B4C-915F-D00479326435}" type="presParOf" srcId="{B1A9F8F0-AD59-4B42-A623-A46CF1180D2D}" destId="{0EE8B840-C9A4-435F-A67C-924D2C392564}" srcOrd="0" destOrd="0" presId="urn:microsoft.com/office/officeart/2005/8/layout/orgChart1"/>
    <dgm:cxn modelId="{813B319D-9D08-4CEC-A1DA-F36FA1B93DFD}" type="presParOf" srcId="{B1A9F8F0-AD59-4B42-A623-A46CF1180D2D}" destId="{2AD79695-F979-4651-960C-009D8B100726}" srcOrd="1" destOrd="0" presId="urn:microsoft.com/office/officeart/2005/8/layout/orgChart1"/>
    <dgm:cxn modelId="{5353558F-3AE6-40D5-B61C-8DA60C54519E}" type="presParOf" srcId="{BA484448-369A-4B46-91B6-0916399F8662}" destId="{8B2CD412-CF31-43EF-BC38-B80A8E021770}" srcOrd="1" destOrd="0" presId="urn:microsoft.com/office/officeart/2005/8/layout/orgChart1"/>
    <dgm:cxn modelId="{8E4E5DF5-E389-4A75-AB42-E0302B69AB0E}" type="presParOf" srcId="{BA484448-369A-4B46-91B6-0916399F8662}" destId="{B12DCCA8-5DCF-43B5-AF46-17AF6572C017}" srcOrd="2" destOrd="0" presId="urn:microsoft.com/office/officeart/2005/8/layout/orgChart1"/>
    <dgm:cxn modelId="{EC4D7456-22C3-4EC4-8E26-BBB73A378A09}" type="presParOf" srcId="{40A728EE-7045-4EDC-99D9-FD3A5599CB2B}" destId="{81C0960D-0A4D-48D0-8ECB-5ED9B062CCD5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0D10C65A-CFFA-495C-B82A-30B37FA10E4A}">
      <dgm:prSet phldrT="[Testo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Administration </a:t>
          </a:r>
        </a:p>
      </dgm:t>
    </dgm:pt>
    <dgm:pt modelId="{0B5150F9-84AF-4246-BBAA-0E73ADFB43C8}" type="parTrans" cxnId="{FF18DE1C-9F90-463B-8194-4044FC2181EE}">
      <dgm:prSet/>
      <dgm:spPr/>
      <dgm:t>
        <a:bodyPr/>
        <a:lstStyle/>
        <a:p>
          <a:endParaRPr lang="en-US"/>
        </a:p>
      </dgm:t>
    </dgm:pt>
    <dgm:pt modelId="{0D1E5C2E-C519-40B9-B8FD-3F6289BF3FBA}" type="sibTrans" cxnId="{FF18DE1C-9F90-463B-8194-4044FC2181EE}">
      <dgm:prSet/>
      <dgm:spPr/>
      <dgm:t>
        <a:bodyPr/>
        <a:lstStyle/>
        <a:p>
          <a:endParaRPr lang="en-US"/>
        </a:p>
      </dgm:t>
    </dgm:pt>
    <dgm:pt modelId="{F1C6D26E-293A-4F2C-AB25-3802E90A65DC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Plan/control </a:t>
          </a:r>
        </a:p>
      </dgm:t>
    </dgm:pt>
    <dgm:pt modelId="{CDA6EBE0-C9EB-41BA-A389-68C960781B30}" type="parTrans" cxnId="{83C3EF91-0984-4C57-81BB-5B5C09911501}">
      <dgm:prSet/>
      <dgm:spPr/>
      <dgm:t>
        <a:bodyPr/>
        <a:lstStyle/>
        <a:p>
          <a:endParaRPr lang="en-US"/>
        </a:p>
      </dgm:t>
    </dgm:pt>
    <dgm:pt modelId="{37B8D9D3-11A1-406E-B056-4C3342E915F7}" type="sibTrans" cxnId="{83C3EF91-0984-4C57-81BB-5B5C09911501}">
      <dgm:prSet/>
      <dgm:spPr/>
      <dgm:t>
        <a:bodyPr/>
        <a:lstStyle/>
        <a:p>
          <a:endParaRPr lang="en-US"/>
        </a:p>
      </dgm:t>
    </dgm:pt>
    <dgm:pt modelId="{338E51D1-B7F9-488F-8788-EC8FC9866565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Accounting </a:t>
          </a:r>
        </a:p>
      </dgm:t>
    </dgm:pt>
    <dgm:pt modelId="{5B6C9BC0-6786-4568-9E31-BDBB215D8ED0}" type="sibTrans" cxnId="{F9ABDBEF-61C5-439D-86B7-64ABC44ABA4A}">
      <dgm:prSet/>
      <dgm:spPr/>
      <dgm:t>
        <a:bodyPr/>
        <a:lstStyle/>
        <a:p>
          <a:endParaRPr lang="en-US"/>
        </a:p>
      </dgm:t>
    </dgm:pt>
    <dgm:pt modelId="{017B8096-AE7C-4C64-9ECF-38DBA9EFA2A8}" type="parTrans" cxnId="{F9ABDBEF-61C5-439D-86B7-64ABC44ABA4A}">
      <dgm:prSet/>
      <dgm:spPr/>
      <dgm:t>
        <a:bodyPr/>
        <a:lstStyle/>
        <a:p>
          <a:endParaRPr lang="en-US"/>
        </a:p>
      </dgm:t>
    </dgm:pt>
    <dgm:pt modelId="{9955014C-4218-4FAB-B884-1A3C899893FE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Quality </a:t>
          </a:r>
        </a:p>
      </dgm:t>
    </dgm:pt>
    <dgm:pt modelId="{9E974F49-FA0E-48EA-B1E5-F6B1C9A0C789}" type="sibTrans" cxnId="{9019E776-A6CC-49BE-AEBE-3EA50EFF3001}">
      <dgm:prSet/>
      <dgm:spPr/>
      <dgm:t>
        <a:bodyPr/>
        <a:lstStyle/>
        <a:p>
          <a:endParaRPr lang="en-US"/>
        </a:p>
      </dgm:t>
    </dgm:pt>
    <dgm:pt modelId="{FCAD285B-2D85-4EFC-B90D-6ADA7F467CE2}" type="parTrans" cxnId="{9019E776-A6CC-49BE-AEBE-3EA50EFF3001}">
      <dgm:prSet/>
      <dgm:spPr/>
      <dgm:t>
        <a:bodyPr/>
        <a:lstStyle/>
        <a:p>
          <a:endParaRPr lang="en-US"/>
        </a:p>
      </dgm:t>
    </dgm:pt>
    <dgm:pt modelId="{99FD6E82-E3FB-4460-9253-BB8DA1CBA968}">
      <dgm:prSet phldrT="[Testo]"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Miscellaneous </a:t>
          </a:r>
        </a:p>
      </dgm:t>
    </dgm:pt>
    <dgm:pt modelId="{384426DF-F9E2-4022-81BD-4921C430DFA0}" type="parTrans" cxnId="{43CABEE8-1035-427C-95AD-770B850F8D68}">
      <dgm:prSet/>
      <dgm:spPr/>
      <dgm:t>
        <a:bodyPr/>
        <a:lstStyle/>
        <a:p>
          <a:endParaRPr lang="en-US"/>
        </a:p>
      </dgm:t>
    </dgm:pt>
    <dgm:pt modelId="{F198FFDD-16E4-45CB-B5A8-ED8887D7D412}" type="sibTrans" cxnId="{43CABEE8-1035-427C-95AD-770B850F8D68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9573033B-DFEF-4E25-A458-8CFF03E0420D}" type="pres">
      <dgm:prSet presAssocID="{0B5150F9-84AF-4246-BBAA-0E73ADFB43C8}" presName="Name37" presStyleLbl="parChTrans1D2" presStyleIdx="0" presStyleCnt="1"/>
      <dgm:spPr/>
    </dgm:pt>
    <dgm:pt modelId="{40A728EE-7045-4EDC-99D9-FD3A5599CB2B}" type="pres">
      <dgm:prSet presAssocID="{0D10C65A-CFFA-495C-B82A-30B37FA10E4A}" presName="hierRoot2" presStyleCnt="0">
        <dgm:presLayoutVars>
          <dgm:hierBranch val="init"/>
        </dgm:presLayoutVars>
      </dgm:prSet>
      <dgm:spPr/>
    </dgm:pt>
    <dgm:pt modelId="{323C2530-7461-4AA4-A0D9-C9DAB0E6436A}" type="pres">
      <dgm:prSet presAssocID="{0D10C65A-CFFA-495C-B82A-30B37FA10E4A}" presName="rootComposite" presStyleCnt="0"/>
      <dgm:spPr/>
    </dgm:pt>
    <dgm:pt modelId="{A0D99E10-3061-42BF-849A-91DF5D0007F3}" type="pres">
      <dgm:prSet presAssocID="{0D10C65A-CFFA-495C-B82A-30B37FA10E4A}" presName="rootText" presStyleLbl="node2" presStyleIdx="0" presStyleCnt="1">
        <dgm:presLayoutVars>
          <dgm:chPref val="3"/>
        </dgm:presLayoutVars>
      </dgm:prSet>
      <dgm:spPr/>
    </dgm:pt>
    <dgm:pt modelId="{3860A776-9C46-487F-AAF0-8C09DD984E8D}" type="pres">
      <dgm:prSet presAssocID="{0D10C65A-CFFA-495C-B82A-30B37FA10E4A}" presName="rootConnector" presStyleLbl="node2" presStyleIdx="0" presStyleCnt="1"/>
      <dgm:spPr/>
    </dgm:pt>
    <dgm:pt modelId="{A8ADA6BB-606E-4594-957A-908E4707A997}" type="pres">
      <dgm:prSet presAssocID="{0D10C65A-CFFA-495C-B82A-30B37FA10E4A}" presName="hierChild4" presStyleCnt="0"/>
      <dgm:spPr/>
    </dgm:pt>
    <dgm:pt modelId="{091CE065-E3D0-4E7D-80FD-3B3CD7BDB9E2}" type="pres">
      <dgm:prSet presAssocID="{CDA6EBE0-C9EB-41BA-A389-68C960781B30}" presName="Name37" presStyleLbl="parChTrans1D3" presStyleIdx="0" presStyleCnt="4"/>
      <dgm:spPr/>
    </dgm:pt>
    <dgm:pt modelId="{5CA83094-1A5C-493A-BE90-2D3F0E0B9578}" type="pres">
      <dgm:prSet presAssocID="{F1C6D26E-293A-4F2C-AB25-3802E90A65DC}" presName="hierRoot2" presStyleCnt="0">
        <dgm:presLayoutVars>
          <dgm:hierBranch val="init"/>
        </dgm:presLayoutVars>
      </dgm:prSet>
      <dgm:spPr/>
    </dgm:pt>
    <dgm:pt modelId="{76355CE7-3404-467F-9850-A4A530A2247F}" type="pres">
      <dgm:prSet presAssocID="{F1C6D26E-293A-4F2C-AB25-3802E90A65DC}" presName="rootComposite" presStyleCnt="0"/>
      <dgm:spPr/>
    </dgm:pt>
    <dgm:pt modelId="{39AD5F87-0AF0-45CF-8A86-0E5155A1EDD8}" type="pres">
      <dgm:prSet presAssocID="{F1C6D26E-293A-4F2C-AB25-3802E90A65DC}" presName="rootText" presStyleLbl="node3" presStyleIdx="0" presStyleCnt="4">
        <dgm:presLayoutVars>
          <dgm:chPref val="3"/>
        </dgm:presLayoutVars>
      </dgm:prSet>
      <dgm:spPr>
        <a:xfrm>
          <a:off x="1197333" y="1604027"/>
          <a:ext cx="1127227" cy="563613"/>
        </a:xfrm>
        <a:prstGeom prst="rect">
          <a:avLst/>
        </a:prstGeom>
      </dgm:spPr>
    </dgm:pt>
    <dgm:pt modelId="{7AECF96C-406B-43D6-BB7D-F339EF134AD1}" type="pres">
      <dgm:prSet presAssocID="{F1C6D26E-293A-4F2C-AB25-3802E90A65DC}" presName="rootConnector" presStyleLbl="node3" presStyleIdx="0" presStyleCnt="4"/>
      <dgm:spPr/>
    </dgm:pt>
    <dgm:pt modelId="{88A8DFCD-6C85-4F16-97F1-643C1F404C7B}" type="pres">
      <dgm:prSet presAssocID="{F1C6D26E-293A-4F2C-AB25-3802E90A65DC}" presName="hierChild4" presStyleCnt="0"/>
      <dgm:spPr/>
    </dgm:pt>
    <dgm:pt modelId="{9EF0E44C-6AD0-4486-BDDA-68A90563D221}" type="pres">
      <dgm:prSet presAssocID="{F1C6D26E-293A-4F2C-AB25-3802E90A65DC}" presName="hierChild5" presStyleCnt="0"/>
      <dgm:spPr/>
    </dgm:pt>
    <dgm:pt modelId="{4438DFBF-6DE5-48AD-9067-3B84981281F7}" type="pres">
      <dgm:prSet presAssocID="{017B8096-AE7C-4C64-9ECF-38DBA9EFA2A8}" presName="Name37" presStyleLbl="parChTrans1D3" presStyleIdx="1" presStyleCnt="4"/>
      <dgm:spPr/>
    </dgm:pt>
    <dgm:pt modelId="{0E90E6AA-0AD5-420C-90D5-C425022761B4}" type="pres">
      <dgm:prSet presAssocID="{338E51D1-B7F9-488F-8788-EC8FC9866565}" presName="hierRoot2" presStyleCnt="0">
        <dgm:presLayoutVars>
          <dgm:hierBranch val="init"/>
        </dgm:presLayoutVars>
      </dgm:prSet>
      <dgm:spPr/>
    </dgm:pt>
    <dgm:pt modelId="{18B65E5A-8551-4A5B-B4AD-7BE57D27E9C0}" type="pres">
      <dgm:prSet presAssocID="{338E51D1-B7F9-488F-8788-EC8FC9866565}" presName="rootComposite" presStyleCnt="0"/>
      <dgm:spPr/>
    </dgm:pt>
    <dgm:pt modelId="{1F755DE5-7FE0-46B0-AB3E-7F3832390A87}" type="pres">
      <dgm:prSet presAssocID="{338E51D1-B7F9-488F-8788-EC8FC9866565}" presName="rootText" presStyleLbl="node3" presStyleIdx="1" presStyleCnt="4">
        <dgm:presLayoutVars>
          <dgm:chPref val="3"/>
        </dgm:presLayoutVars>
      </dgm:prSet>
      <dgm:spPr>
        <a:xfrm>
          <a:off x="1197333" y="2404358"/>
          <a:ext cx="1127227" cy="563613"/>
        </a:xfrm>
        <a:prstGeom prst="rect">
          <a:avLst/>
        </a:prstGeom>
      </dgm:spPr>
    </dgm:pt>
    <dgm:pt modelId="{BAECB5F1-C541-48BE-8CCC-3CCEC8E7D802}" type="pres">
      <dgm:prSet presAssocID="{338E51D1-B7F9-488F-8788-EC8FC9866565}" presName="rootConnector" presStyleLbl="node3" presStyleIdx="1" presStyleCnt="4"/>
      <dgm:spPr/>
    </dgm:pt>
    <dgm:pt modelId="{F856EC0F-662F-48F1-8FE8-068FBFC226B0}" type="pres">
      <dgm:prSet presAssocID="{338E51D1-B7F9-488F-8788-EC8FC9866565}" presName="hierChild4" presStyleCnt="0"/>
      <dgm:spPr/>
    </dgm:pt>
    <dgm:pt modelId="{2A2CF284-7458-439B-BA29-9E18C94F77D5}" type="pres">
      <dgm:prSet presAssocID="{338E51D1-B7F9-488F-8788-EC8FC9866565}" presName="hierChild5" presStyleCnt="0"/>
      <dgm:spPr/>
    </dgm:pt>
    <dgm:pt modelId="{41CAB05E-D9EC-4A33-B530-2CBDF2BE7990}" type="pres">
      <dgm:prSet presAssocID="{FCAD285B-2D85-4EFC-B90D-6ADA7F467CE2}" presName="Name37" presStyleLbl="parChTrans1D3" presStyleIdx="2" presStyleCnt="4"/>
      <dgm:spPr/>
    </dgm:pt>
    <dgm:pt modelId="{F3E82770-8E84-4DAD-B40A-53B6CEA57FDD}" type="pres">
      <dgm:prSet presAssocID="{9955014C-4218-4FAB-B884-1A3C899893FE}" presName="hierRoot2" presStyleCnt="0">
        <dgm:presLayoutVars>
          <dgm:hierBranch val="init"/>
        </dgm:presLayoutVars>
      </dgm:prSet>
      <dgm:spPr/>
    </dgm:pt>
    <dgm:pt modelId="{6AA73A68-B791-4226-9E84-707A8E6313FD}" type="pres">
      <dgm:prSet presAssocID="{9955014C-4218-4FAB-B884-1A3C899893FE}" presName="rootComposite" presStyleCnt="0"/>
      <dgm:spPr/>
    </dgm:pt>
    <dgm:pt modelId="{31312840-482D-46EF-877F-F7EF8DB29315}" type="pres">
      <dgm:prSet presAssocID="{9955014C-4218-4FAB-B884-1A3C899893FE}" presName="rootText" presStyleLbl="node3" presStyleIdx="2" presStyleCnt="4">
        <dgm:presLayoutVars>
          <dgm:chPref val="3"/>
        </dgm:presLayoutVars>
      </dgm:prSet>
      <dgm:spPr>
        <a:xfrm>
          <a:off x="1197333" y="3204690"/>
          <a:ext cx="1127227" cy="563613"/>
        </a:xfrm>
        <a:prstGeom prst="rect">
          <a:avLst/>
        </a:prstGeom>
      </dgm:spPr>
    </dgm:pt>
    <dgm:pt modelId="{9E3241CE-0630-46F5-952C-8700FEC92E68}" type="pres">
      <dgm:prSet presAssocID="{9955014C-4218-4FAB-B884-1A3C899893FE}" presName="rootConnector" presStyleLbl="node3" presStyleIdx="2" presStyleCnt="4"/>
      <dgm:spPr/>
    </dgm:pt>
    <dgm:pt modelId="{AF75DBAC-B364-402B-A211-18EB0280E7C8}" type="pres">
      <dgm:prSet presAssocID="{9955014C-4218-4FAB-B884-1A3C899893FE}" presName="hierChild4" presStyleCnt="0"/>
      <dgm:spPr/>
    </dgm:pt>
    <dgm:pt modelId="{1F01B8DE-2222-4236-98A3-961FB5071468}" type="pres">
      <dgm:prSet presAssocID="{9955014C-4218-4FAB-B884-1A3C899893FE}" presName="hierChild5" presStyleCnt="0"/>
      <dgm:spPr/>
    </dgm:pt>
    <dgm:pt modelId="{311009BF-96E3-4431-A270-6BFB0578241C}" type="pres">
      <dgm:prSet presAssocID="{384426DF-F9E2-4022-81BD-4921C430DFA0}" presName="Name37" presStyleLbl="parChTrans1D3" presStyleIdx="3" presStyleCnt="4"/>
      <dgm:spPr/>
    </dgm:pt>
    <dgm:pt modelId="{BA484448-369A-4B46-91B6-0916399F8662}" type="pres">
      <dgm:prSet presAssocID="{99FD6E82-E3FB-4460-9253-BB8DA1CBA968}" presName="hierRoot2" presStyleCnt="0">
        <dgm:presLayoutVars>
          <dgm:hierBranch val="init"/>
        </dgm:presLayoutVars>
      </dgm:prSet>
      <dgm:spPr/>
    </dgm:pt>
    <dgm:pt modelId="{B1A9F8F0-AD59-4B42-A623-A46CF1180D2D}" type="pres">
      <dgm:prSet presAssocID="{99FD6E82-E3FB-4460-9253-BB8DA1CBA968}" presName="rootComposite" presStyleCnt="0"/>
      <dgm:spPr/>
    </dgm:pt>
    <dgm:pt modelId="{0EE8B840-C9A4-435F-A67C-924D2C392564}" type="pres">
      <dgm:prSet presAssocID="{99FD6E82-E3FB-4460-9253-BB8DA1CBA968}" presName="rootText" presStyleLbl="node3" presStyleIdx="3" presStyleCnt="4">
        <dgm:presLayoutVars>
          <dgm:chPref val="3"/>
        </dgm:presLayoutVars>
      </dgm:prSet>
      <dgm:spPr>
        <a:xfrm>
          <a:off x="1197333" y="4005022"/>
          <a:ext cx="1127227" cy="563613"/>
        </a:xfrm>
        <a:prstGeom prst="rect">
          <a:avLst/>
        </a:prstGeom>
      </dgm:spPr>
    </dgm:pt>
    <dgm:pt modelId="{2AD79695-F979-4651-960C-009D8B100726}" type="pres">
      <dgm:prSet presAssocID="{99FD6E82-E3FB-4460-9253-BB8DA1CBA968}" presName="rootConnector" presStyleLbl="node3" presStyleIdx="3" presStyleCnt="4"/>
      <dgm:spPr/>
    </dgm:pt>
    <dgm:pt modelId="{8B2CD412-CF31-43EF-BC38-B80A8E021770}" type="pres">
      <dgm:prSet presAssocID="{99FD6E82-E3FB-4460-9253-BB8DA1CBA968}" presName="hierChild4" presStyleCnt="0"/>
      <dgm:spPr/>
    </dgm:pt>
    <dgm:pt modelId="{B12DCCA8-5DCF-43B5-AF46-17AF6572C017}" type="pres">
      <dgm:prSet presAssocID="{99FD6E82-E3FB-4460-9253-BB8DA1CBA968}" presName="hierChild5" presStyleCnt="0"/>
      <dgm:spPr/>
    </dgm:pt>
    <dgm:pt modelId="{81C0960D-0A4D-48D0-8ECB-5ED9B062CCD5}" type="pres">
      <dgm:prSet presAssocID="{0D10C65A-CFFA-495C-B82A-30B37FA10E4A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D1030512-678B-4FBF-AB7A-D4C3A54D923F}" type="presOf" srcId="{338E51D1-B7F9-488F-8788-EC8FC9866565}" destId="{1F755DE5-7FE0-46B0-AB3E-7F3832390A87}" srcOrd="0" destOrd="0" presId="urn:microsoft.com/office/officeart/2005/8/layout/orgChart1"/>
    <dgm:cxn modelId="{FF18DE1C-9F90-463B-8194-4044FC2181EE}" srcId="{51019B81-EE5F-417F-A885-F26C2F796447}" destId="{0D10C65A-CFFA-495C-B82A-30B37FA10E4A}" srcOrd="0" destOrd="0" parTransId="{0B5150F9-84AF-4246-BBAA-0E73ADFB43C8}" sibTransId="{0D1E5C2E-C519-40B9-B8FD-3F6289BF3FBA}"/>
    <dgm:cxn modelId="{2F064F2F-5392-43EC-8C16-22E44950240A}" type="presOf" srcId="{0D10C65A-CFFA-495C-B82A-30B37FA10E4A}" destId="{3860A776-9C46-487F-AAF0-8C09DD984E8D}" srcOrd="1" destOrd="0" presId="urn:microsoft.com/office/officeart/2005/8/layout/orgChart1"/>
    <dgm:cxn modelId="{38273131-9B8C-4BD3-8880-F1E17BD4E427}" type="presOf" srcId="{F1C6D26E-293A-4F2C-AB25-3802E90A65DC}" destId="{7AECF96C-406B-43D6-BB7D-F339EF134AD1}" srcOrd="1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A625483F-793D-438C-A3CF-B23826C00461}" type="presOf" srcId="{017B8096-AE7C-4C64-9ECF-38DBA9EFA2A8}" destId="{4438DFBF-6DE5-48AD-9067-3B84981281F7}" srcOrd="0" destOrd="0" presId="urn:microsoft.com/office/officeart/2005/8/layout/orgChart1"/>
    <dgm:cxn modelId="{07CEDE5D-CAC1-483C-A768-F13C12C50A65}" type="presOf" srcId="{9955014C-4218-4FAB-B884-1A3C899893FE}" destId="{31312840-482D-46EF-877F-F7EF8DB29315}" srcOrd="0" destOrd="0" presId="urn:microsoft.com/office/officeart/2005/8/layout/orgChart1"/>
    <dgm:cxn modelId="{C1617C75-A137-4C84-A8B7-FCE6DF45388A}" type="presOf" srcId="{0D10C65A-CFFA-495C-B82A-30B37FA10E4A}" destId="{A0D99E10-3061-42BF-849A-91DF5D0007F3}" srcOrd="0" destOrd="0" presId="urn:microsoft.com/office/officeart/2005/8/layout/orgChart1"/>
    <dgm:cxn modelId="{9019E776-A6CC-49BE-AEBE-3EA50EFF3001}" srcId="{0D10C65A-CFFA-495C-B82A-30B37FA10E4A}" destId="{9955014C-4218-4FAB-B884-1A3C899893FE}" srcOrd="2" destOrd="0" parTransId="{FCAD285B-2D85-4EFC-B90D-6ADA7F467CE2}" sibTransId="{9E974F49-FA0E-48EA-B1E5-F6B1C9A0C789}"/>
    <dgm:cxn modelId="{EB795657-D90B-4D29-98CB-C4DA97A181D5}" type="presOf" srcId="{99FD6E82-E3FB-4460-9253-BB8DA1CBA968}" destId="{0EE8B840-C9A4-435F-A67C-924D2C392564}" srcOrd="0" destOrd="0" presId="urn:microsoft.com/office/officeart/2005/8/layout/orgChart1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83C3EF91-0984-4C57-81BB-5B5C09911501}" srcId="{0D10C65A-CFFA-495C-B82A-30B37FA10E4A}" destId="{F1C6D26E-293A-4F2C-AB25-3802E90A65DC}" srcOrd="0" destOrd="0" parTransId="{CDA6EBE0-C9EB-41BA-A389-68C960781B30}" sibTransId="{37B8D9D3-11A1-406E-B056-4C3342E915F7}"/>
    <dgm:cxn modelId="{58B52A93-40D7-49D7-B48B-B73C84882961}" type="presOf" srcId="{338E51D1-B7F9-488F-8788-EC8FC9866565}" destId="{BAECB5F1-C541-48BE-8CCC-3CCEC8E7D802}" srcOrd="1" destOrd="0" presId="urn:microsoft.com/office/officeart/2005/8/layout/orgChart1"/>
    <dgm:cxn modelId="{0A6402AD-0752-4117-9C15-40F1F5BF1F10}" type="presOf" srcId="{CDA6EBE0-C9EB-41BA-A389-68C960781B30}" destId="{091CE065-E3D0-4E7D-80FD-3B3CD7BDB9E2}" srcOrd="0" destOrd="0" presId="urn:microsoft.com/office/officeart/2005/8/layout/orgChart1"/>
    <dgm:cxn modelId="{835C32AD-F6CC-4F63-9779-9460886E4412}" type="presOf" srcId="{384426DF-F9E2-4022-81BD-4921C430DFA0}" destId="{311009BF-96E3-4431-A270-6BFB0578241C}" srcOrd="0" destOrd="0" presId="urn:microsoft.com/office/officeart/2005/8/layout/orgChart1"/>
    <dgm:cxn modelId="{1F2E31AE-AF8D-407E-8E2F-A25B36F70361}" type="presOf" srcId="{99FD6E82-E3FB-4460-9253-BB8DA1CBA968}" destId="{2AD79695-F979-4651-960C-009D8B100726}" srcOrd="1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CDAA75C8-A149-4A2E-8BBD-ACC1A8B9442C}" type="presOf" srcId="{F1C6D26E-293A-4F2C-AB25-3802E90A65DC}" destId="{39AD5F87-0AF0-45CF-8A86-0E5155A1EDD8}" srcOrd="0" destOrd="0" presId="urn:microsoft.com/office/officeart/2005/8/layout/orgChart1"/>
    <dgm:cxn modelId="{AFEACDCF-7730-4BE3-B74F-34A19B487F29}" type="presOf" srcId="{0B5150F9-84AF-4246-BBAA-0E73ADFB43C8}" destId="{9573033B-DFEF-4E25-A458-8CFF03E0420D}" srcOrd="0" destOrd="0" presId="urn:microsoft.com/office/officeart/2005/8/layout/orgChart1"/>
    <dgm:cxn modelId="{2DC9FCDC-F4B1-4060-9BB0-99A48AF3E0E7}" type="presOf" srcId="{FCAD285B-2D85-4EFC-B90D-6ADA7F467CE2}" destId="{41CAB05E-D9EC-4A33-B530-2CBDF2BE7990}" srcOrd="0" destOrd="0" presId="urn:microsoft.com/office/officeart/2005/8/layout/orgChart1"/>
    <dgm:cxn modelId="{7DF4F3E4-FBAF-4997-9807-6029F8E30202}" type="presOf" srcId="{9955014C-4218-4FAB-B884-1A3C899893FE}" destId="{9E3241CE-0630-46F5-952C-8700FEC92E68}" srcOrd="1" destOrd="0" presId="urn:microsoft.com/office/officeart/2005/8/layout/orgChart1"/>
    <dgm:cxn modelId="{43CABEE8-1035-427C-95AD-770B850F8D68}" srcId="{0D10C65A-CFFA-495C-B82A-30B37FA10E4A}" destId="{99FD6E82-E3FB-4460-9253-BB8DA1CBA968}" srcOrd="3" destOrd="0" parTransId="{384426DF-F9E2-4022-81BD-4921C430DFA0}" sibTransId="{F198FFDD-16E4-45CB-B5A8-ED8887D7D412}"/>
    <dgm:cxn modelId="{F9ABDBEF-61C5-439D-86B7-64ABC44ABA4A}" srcId="{0D10C65A-CFFA-495C-B82A-30B37FA10E4A}" destId="{338E51D1-B7F9-488F-8788-EC8FC9866565}" srcOrd="1" destOrd="0" parTransId="{017B8096-AE7C-4C64-9ECF-38DBA9EFA2A8}" sibTransId="{5B6C9BC0-6786-4568-9E31-BDBB215D8ED0}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7B46FC23-9C02-4723-9C5B-0209AF9A72A8}" type="presParOf" srcId="{9711FE6A-1F6F-48D2-B028-F2B77EDDEE4C}" destId="{9573033B-DFEF-4E25-A458-8CFF03E0420D}" srcOrd="0" destOrd="0" presId="urn:microsoft.com/office/officeart/2005/8/layout/orgChart1"/>
    <dgm:cxn modelId="{FA7A2FFC-5D54-444E-8555-DFA8D2C115E0}" type="presParOf" srcId="{9711FE6A-1F6F-48D2-B028-F2B77EDDEE4C}" destId="{40A728EE-7045-4EDC-99D9-FD3A5599CB2B}" srcOrd="1" destOrd="0" presId="urn:microsoft.com/office/officeart/2005/8/layout/orgChart1"/>
    <dgm:cxn modelId="{7147E880-59DB-49B2-8CD5-3CD80C59688B}" type="presParOf" srcId="{40A728EE-7045-4EDC-99D9-FD3A5599CB2B}" destId="{323C2530-7461-4AA4-A0D9-C9DAB0E6436A}" srcOrd="0" destOrd="0" presId="urn:microsoft.com/office/officeart/2005/8/layout/orgChart1"/>
    <dgm:cxn modelId="{2CF22E4E-EE84-4A99-986F-32AF0CC6EE5B}" type="presParOf" srcId="{323C2530-7461-4AA4-A0D9-C9DAB0E6436A}" destId="{A0D99E10-3061-42BF-849A-91DF5D0007F3}" srcOrd="0" destOrd="0" presId="urn:microsoft.com/office/officeart/2005/8/layout/orgChart1"/>
    <dgm:cxn modelId="{37CE1C76-0D17-46AD-8AEF-0938DBEFBA78}" type="presParOf" srcId="{323C2530-7461-4AA4-A0D9-C9DAB0E6436A}" destId="{3860A776-9C46-487F-AAF0-8C09DD984E8D}" srcOrd="1" destOrd="0" presId="urn:microsoft.com/office/officeart/2005/8/layout/orgChart1"/>
    <dgm:cxn modelId="{B6D59E98-FA3A-4781-8DF3-F18DDB850044}" type="presParOf" srcId="{40A728EE-7045-4EDC-99D9-FD3A5599CB2B}" destId="{A8ADA6BB-606E-4594-957A-908E4707A997}" srcOrd="1" destOrd="0" presId="urn:microsoft.com/office/officeart/2005/8/layout/orgChart1"/>
    <dgm:cxn modelId="{60E29A06-9D86-474B-B92E-6108AAB4611C}" type="presParOf" srcId="{A8ADA6BB-606E-4594-957A-908E4707A997}" destId="{091CE065-E3D0-4E7D-80FD-3B3CD7BDB9E2}" srcOrd="0" destOrd="0" presId="urn:microsoft.com/office/officeart/2005/8/layout/orgChart1"/>
    <dgm:cxn modelId="{C0AA1A97-1F71-4842-B511-7DEB8A84835C}" type="presParOf" srcId="{A8ADA6BB-606E-4594-957A-908E4707A997}" destId="{5CA83094-1A5C-493A-BE90-2D3F0E0B9578}" srcOrd="1" destOrd="0" presId="urn:microsoft.com/office/officeart/2005/8/layout/orgChart1"/>
    <dgm:cxn modelId="{C4FCD926-7A05-4F80-80FA-3D3F684FCC3E}" type="presParOf" srcId="{5CA83094-1A5C-493A-BE90-2D3F0E0B9578}" destId="{76355CE7-3404-467F-9850-A4A530A2247F}" srcOrd="0" destOrd="0" presId="urn:microsoft.com/office/officeart/2005/8/layout/orgChart1"/>
    <dgm:cxn modelId="{2069E254-3BE7-4C1D-8F95-792769747DE0}" type="presParOf" srcId="{76355CE7-3404-467F-9850-A4A530A2247F}" destId="{39AD5F87-0AF0-45CF-8A86-0E5155A1EDD8}" srcOrd="0" destOrd="0" presId="urn:microsoft.com/office/officeart/2005/8/layout/orgChart1"/>
    <dgm:cxn modelId="{95CDC027-FE71-4E64-B8C3-02F2866912E5}" type="presParOf" srcId="{76355CE7-3404-467F-9850-A4A530A2247F}" destId="{7AECF96C-406B-43D6-BB7D-F339EF134AD1}" srcOrd="1" destOrd="0" presId="urn:microsoft.com/office/officeart/2005/8/layout/orgChart1"/>
    <dgm:cxn modelId="{C02CA62F-6E89-489F-A770-2DD549B6EFAA}" type="presParOf" srcId="{5CA83094-1A5C-493A-BE90-2D3F0E0B9578}" destId="{88A8DFCD-6C85-4F16-97F1-643C1F404C7B}" srcOrd="1" destOrd="0" presId="urn:microsoft.com/office/officeart/2005/8/layout/orgChart1"/>
    <dgm:cxn modelId="{F36B172C-C2D9-4666-B689-2B83FFB174AC}" type="presParOf" srcId="{5CA83094-1A5C-493A-BE90-2D3F0E0B9578}" destId="{9EF0E44C-6AD0-4486-BDDA-68A90563D221}" srcOrd="2" destOrd="0" presId="urn:microsoft.com/office/officeart/2005/8/layout/orgChart1"/>
    <dgm:cxn modelId="{FB7DBCCC-3DA6-492F-8FFD-962CA23D554F}" type="presParOf" srcId="{A8ADA6BB-606E-4594-957A-908E4707A997}" destId="{4438DFBF-6DE5-48AD-9067-3B84981281F7}" srcOrd="2" destOrd="0" presId="urn:microsoft.com/office/officeart/2005/8/layout/orgChart1"/>
    <dgm:cxn modelId="{3DC487AA-58D2-4573-A8BA-F86CC6FDCB9F}" type="presParOf" srcId="{A8ADA6BB-606E-4594-957A-908E4707A997}" destId="{0E90E6AA-0AD5-420C-90D5-C425022761B4}" srcOrd="3" destOrd="0" presId="urn:microsoft.com/office/officeart/2005/8/layout/orgChart1"/>
    <dgm:cxn modelId="{F7F12058-D804-4C6A-8E49-028E028A7432}" type="presParOf" srcId="{0E90E6AA-0AD5-420C-90D5-C425022761B4}" destId="{18B65E5A-8551-4A5B-B4AD-7BE57D27E9C0}" srcOrd="0" destOrd="0" presId="urn:microsoft.com/office/officeart/2005/8/layout/orgChart1"/>
    <dgm:cxn modelId="{B2532F6D-7531-4038-B386-A7ABD965E76B}" type="presParOf" srcId="{18B65E5A-8551-4A5B-B4AD-7BE57D27E9C0}" destId="{1F755DE5-7FE0-46B0-AB3E-7F3832390A87}" srcOrd="0" destOrd="0" presId="urn:microsoft.com/office/officeart/2005/8/layout/orgChart1"/>
    <dgm:cxn modelId="{831B12F5-0EFA-4FA2-9810-C54AB8D1FB4C}" type="presParOf" srcId="{18B65E5A-8551-4A5B-B4AD-7BE57D27E9C0}" destId="{BAECB5F1-C541-48BE-8CCC-3CCEC8E7D802}" srcOrd="1" destOrd="0" presId="urn:microsoft.com/office/officeart/2005/8/layout/orgChart1"/>
    <dgm:cxn modelId="{C485D96F-A9E7-4CB2-952E-914F0A7C25C2}" type="presParOf" srcId="{0E90E6AA-0AD5-420C-90D5-C425022761B4}" destId="{F856EC0F-662F-48F1-8FE8-068FBFC226B0}" srcOrd="1" destOrd="0" presId="urn:microsoft.com/office/officeart/2005/8/layout/orgChart1"/>
    <dgm:cxn modelId="{9B063EE1-6E39-4F0E-AAED-8B97AA75E77A}" type="presParOf" srcId="{0E90E6AA-0AD5-420C-90D5-C425022761B4}" destId="{2A2CF284-7458-439B-BA29-9E18C94F77D5}" srcOrd="2" destOrd="0" presId="urn:microsoft.com/office/officeart/2005/8/layout/orgChart1"/>
    <dgm:cxn modelId="{45F2BCEC-77A2-45B9-B202-1BD5841BCF5F}" type="presParOf" srcId="{A8ADA6BB-606E-4594-957A-908E4707A997}" destId="{41CAB05E-D9EC-4A33-B530-2CBDF2BE7990}" srcOrd="4" destOrd="0" presId="urn:microsoft.com/office/officeart/2005/8/layout/orgChart1"/>
    <dgm:cxn modelId="{E6264141-3E9F-4943-8670-6A0781627BD4}" type="presParOf" srcId="{A8ADA6BB-606E-4594-957A-908E4707A997}" destId="{F3E82770-8E84-4DAD-B40A-53B6CEA57FDD}" srcOrd="5" destOrd="0" presId="urn:microsoft.com/office/officeart/2005/8/layout/orgChart1"/>
    <dgm:cxn modelId="{D9C23EE7-150A-464C-9783-E3534F003491}" type="presParOf" srcId="{F3E82770-8E84-4DAD-B40A-53B6CEA57FDD}" destId="{6AA73A68-B791-4226-9E84-707A8E6313FD}" srcOrd="0" destOrd="0" presId="urn:microsoft.com/office/officeart/2005/8/layout/orgChart1"/>
    <dgm:cxn modelId="{8C936CAB-C441-44F7-AA56-DA7A3A103B8E}" type="presParOf" srcId="{6AA73A68-B791-4226-9E84-707A8E6313FD}" destId="{31312840-482D-46EF-877F-F7EF8DB29315}" srcOrd="0" destOrd="0" presId="urn:microsoft.com/office/officeart/2005/8/layout/orgChart1"/>
    <dgm:cxn modelId="{9DEB1B5C-7BFB-4387-9020-6BFAAD99524C}" type="presParOf" srcId="{6AA73A68-B791-4226-9E84-707A8E6313FD}" destId="{9E3241CE-0630-46F5-952C-8700FEC92E68}" srcOrd="1" destOrd="0" presId="urn:microsoft.com/office/officeart/2005/8/layout/orgChart1"/>
    <dgm:cxn modelId="{492E9A8C-4E4F-4EBD-BEFB-A25AF90C25AC}" type="presParOf" srcId="{F3E82770-8E84-4DAD-B40A-53B6CEA57FDD}" destId="{AF75DBAC-B364-402B-A211-18EB0280E7C8}" srcOrd="1" destOrd="0" presId="urn:microsoft.com/office/officeart/2005/8/layout/orgChart1"/>
    <dgm:cxn modelId="{6EF9785D-D392-469A-B1F8-FE6EF0B9DD9A}" type="presParOf" srcId="{F3E82770-8E84-4DAD-B40A-53B6CEA57FDD}" destId="{1F01B8DE-2222-4236-98A3-961FB5071468}" srcOrd="2" destOrd="0" presId="urn:microsoft.com/office/officeart/2005/8/layout/orgChart1"/>
    <dgm:cxn modelId="{2C817051-2A29-41DC-BA41-75A516938D83}" type="presParOf" srcId="{A8ADA6BB-606E-4594-957A-908E4707A997}" destId="{311009BF-96E3-4431-A270-6BFB0578241C}" srcOrd="6" destOrd="0" presId="urn:microsoft.com/office/officeart/2005/8/layout/orgChart1"/>
    <dgm:cxn modelId="{5E3F6B58-64AF-4170-8AF8-A43AE0FEE162}" type="presParOf" srcId="{A8ADA6BB-606E-4594-957A-908E4707A997}" destId="{BA484448-369A-4B46-91B6-0916399F8662}" srcOrd="7" destOrd="0" presId="urn:microsoft.com/office/officeart/2005/8/layout/orgChart1"/>
    <dgm:cxn modelId="{7CB0A143-FCDA-48EF-93A0-99E080302C06}" type="presParOf" srcId="{BA484448-369A-4B46-91B6-0916399F8662}" destId="{B1A9F8F0-AD59-4B42-A623-A46CF1180D2D}" srcOrd="0" destOrd="0" presId="urn:microsoft.com/office/officeart/2005/8/layout/orgChart1"/>
    <dgm:cxn modelId="{1E67D0CE-1AA9-4B4C-915F-D00479326435}" type="presParOf" srcId="{B1A9F8F0-AD59-4B42-A623-A46CF1180D2D}" destId="{0EE8B840-C9A4-435F-A67C-924D2C392564}" srcOrd="0" destOrd="0" presId="urn:microsoft.com/office/officeart/2005/8/layout/orgChart1"/>
    <dgm:cxn modelId="{813B319D-9D08-4CEC-A1DA-F36FA1B93DFD}" type="presParOf" srcId="{B1A9F8F0-AD59-4B42-A623-A46CF1180D2D}" destId="{2AD79695-F979-4651-960C-009D8B100726}" srcOrd="1" destOrd="0" presId="urn:microsoft.com/office/officeart/2005/8/layout/orgChart1"/>
    <dgm:cxn modelId="{5353558F-3AE6-40D5-B61C-8DA60C54519E}" type="presParOf" srcId="{BA484448-369A-4B46-91B6-0916399F8662}" destId="{8B2CD412-CF31-43EF-BC38-B80A8E021770}" srcOrd="1" destOrd="0" presId="urn:microsoft.com/office/officeart/2005/8/layout/orgChart1"/>
    <dgm:cxn modelId="{8E4E5DF5-E389-4A75-AB42-E0302B69AB0E}" type="presParOf" srcId="{BA484448-369A-4B46-91B6-0916399F8662}" destId="{B12DCCA8-5DCF-43B5-AF46-17AF6572C017}" srcOrd="2" destOrd="0" presId="urn:microsoft.com/office/officeart/2005/8/layout/orgChart1"/>
    <dgm:cxn modelId="{EC4D7456-22C3-4EC4-8E26-BBB73A378A09}" type="presParOf" srcId="{40A728EE-7045-4EDC-99D9-FD3A5599CB2B}" destId="{81C0960D-0A4D-48D0-8ECB-5ED9B062CCD5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C2AA4E4E-BF10-4735-B6ED-A6CC81F37180}">
      <dgm:prSet phldrT="[Testo]"/>
      <dgm:spPr>
        <a:solidFill>
          <a:srgbClr val="92D05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noProof="0" dirty="0"/>
            <a:t>Execution</a:t>
          </a:r>
          <a:endParaRPr lang="en-US" b="1" noProof="0" dirty="0">
            <a:solidFill>
              <a:schemeClr val="bg1"/>
            </a:solidFill>
          </a:endParaRPr>
        </a:p>
      </dgm:t>
    </dgm:pt>
    <dgm:pt modelId="{9231E4EE-51D8-4867-B249-E5E5ABB7135B}" type="parTrans" cxnId="{4BC5D29D-C9D9-4BB6-8FF1-A84BFC6A1C62}">
      <dgm:prSet/>
      <dgm:spPr/>
      <dgm:t>
        <a:bodyPr/>
        <a:lstStyle/>
        <a:p>
          <a:endParaRPr lang="en-US"/>
        </a:p>
      </dgm:t>
    </dgm:pt>
    <dgm:pt modelId="{C00529C4-E078-4CB5-B578-699B0713307D}" type="sibTrans" cxnId="{4BC5D29D-C9D9-4BB6-8FF1-A84BFC6A1C62}">
      <dgm:prSet/>
      <dgm:spPr/>
      <dgm:t>
        <a:bodyPr/>
        <a:lstStyle/>
        <a:p>
          <a:endParaRPr lang="en-US"/>
        </a:p>
      </dgm:t>
    </dgm:pt>
    <dgm:pt modelId="{F26828B5-EEAA-4AA3-9FDF-25D86CBA1D7C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Software</a:t>
          </a:r>
        </a:p>
      </dgm:t>
    </dgm:pt>
    <dgm:pt modelId="{3EA4F297-2C64-488B-99A1-FD1B24E8B1EA}" type="parTrans" cxnId="{C04F7554-3014-4AAC-BA77-59EFFAFEFB00}">
      <dgm:prSet/>
      <dgm:spPr/>
      <dgm:t>
        <a:bodyPr/>
        <a:lstStyle/>
        <a:p>
          <a:endParaRPr lang="en-US"/>
        </a:p>
      </dgm:t>
    </dgm:pt>
    <dgm:pt modelId="{2C59EFFB-4718-4218-B68D-D1013C3686D6}" type="sibTrans" cxnId="{C04F7554-3014-4AAC-BA77-59EFFAFEFB00}">
      <dgm:prSet/>
      <dgm:spPr/>
      <dgm:t>
        <a:bodyPr/>
        <a:lstStyle/>
        <a:p>
          <a:endParaRPr lang="en-US"/>
        </a:p>
      </dgm:t>
    </dgm:pt>
    <dgm:pt modelId="{5AA965D2-E735-47C2-9554-761A56D82F70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 Technology</a:t>
          </a:r>
        </a:p>
      </dgm:t>
    </dgm:pt>
    <dgm:pt modelId="{BFC991B3-01AA-464A-930A-25B1B9793267}" type="parTrans" cxnId="{D585D869-6962-43B4-99D6-F1ADA9149C5A}">
      <dgm:prSet/>
      <dgm:spPr/>
      <dgm:t>
        <a:bodyPr/>
        <a:lstStyle/>
        <a:p>
          <a:endParaRPr lang="en-US"/>
        </a:p>
      </dgm:t>
    </dgm:pt>
    <dgm:pt modelId="{5C0E5BA2-CE6B-4A5F-9613-A097AF572E10}" type="sibTrans" cxnId="{D585D869-6962-43B4-99D6-F1ADA9149C5A}">
      <dgm:prSet/>
      <dgm:spPr/>
      <dgm:t>
        <a:bodyPr/>
        <a:lstStyle/>
        <a:p>
          <a:endParaRPr lang="en-US"/>
        </a:p>
      </dgm:t>
    </dgm:pt>
    <dgm:pt modelId="{6DF770FD-EF07-479E-9577-A1936E19C5B7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Business</a:t>
          </a:r>
        </a:p>
      </dgm:t>
    </dgm:pt>
    <dgm:pt modelId="{5C92C23A-747F-4BC5-A6D3-E5DAC834EA1D}" type="parTrans" cxnId="{CC7D001B-AE5E-4AC4-A127-9FF97932CADB}">
      <dgm:prSet/>
      <dgm:spPr/>
      <dgm:t>
        <a:bodyPr/>
        <a:lstStyle/>
        <a:p>
          <a:endParaRPr lang="en-US"/>
        </a:p>
      </dgm:t>
    </dgm:pt>
    <dgm:pt modelId="{0E60D3A4-20EE-4B24-B7A1-7178CCCF8A67}" type="sibTrans" cxnId="{CC7D001B-AE5E-4AC4-A127-9FF97932CADB}">
      <dgm:prSet/>
      <dgm:spPr/>
      <dgm:t>
        <a:bodyPr/>
        <a:lstStyle/>
        <a:p>
          <a:endParaRPr lang="en-US"/>
        </a:p>
      </dgm:t>
    </dgm:pt>
    <dgm:pt modelId="{7E74AA2A-F661-4D1A-835C-66639AD8C043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Organization change </a:t>
          </a:r>
        </a:p>
      </dgm:t>
    </dgm:pt>
    <dgm:pt modelId="{A71FD4A3-4CCB-4EF9-9BD9-9848892B0D7E}" type="parTrans" cxnId="{6FE98D08-4507-4F45-89CC-99D5E391316F}">
      <dgm:prSet/>
      <dgm:spPr/>
      <dgm:t>
        <a:bodyPr/>
        <a:lstStyle/>
        <a:p>
          <a:endParaRPr lang="en-US"/>
        </a:p>
      </dgm:t>
    </dgm:pt>
    <dgm:pt modelId="{D3137757-4A18-45EA-BBB5-C322A3F7E9A6}" type="sibTrans" cxnId="{6FE98D08-4507-4F45-89CC-99D5E391316F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CBA4ED7A-3B2E-4575-B315-C7FBB8F27DC3}" type="pres">
      <dgm:prSet presAssocID="{9231E4EE-51D8-4867-B249-E5E5ABB7135B}" presName="Name37" presStyleLbl="parChTrans1D2" presStyleIdx="0" presStyleCnt="1"/>
      <dgm:spPr/>
    </dgm:pt>
    <dgm:pt modelId="{BCBDEE7F-F2A2-489F-95A6-9B24255002F7}" type="pres">
      <dgm:prSet presAssocID="{C2AA4E4E-BF10-4735-B6ED-A6CC81F37180}" presName="hierRoot2" presStyleCnt="0">
        <dgm:presLayoutVars>
          <dgm:hierBranch val="init"/>
        </dgm:presLayoutVars>
      </dgm:prSet>
      <dgm:spPr/>
    </dgm:pt>
    <dgm:pt modelId="{D67E4CF0-5D62-4B8C-A579-21B3D9BB7AF7}" type="pres">
      <dgm:prSet presAssocID="{C2AA4E4E-BF10-4735-B6ED-A6CC81F37180}" presName="rootComposite" presStyleCnt="0"/>
      <dgm:spPr/>
    </dgm:pt>
    <dgm:pt modelId="{FF848E77-B3B7-4E30-84DD-09218CFF013C}" type="pres">
      <dgm:prSet presAssocID="{C2AA4E4E-BF10-4735-B6ED-A6CC81F37180}" presName="rootText" presStyleLbl="node2" presStyleIdx="0" presStyleCnt="1">
        <dgm:presLayoutVars>
          <dgm:chPref val="3"/>
        </dgm:presLayoutVars>
      </dgm:prSet>
      <dgm:spPr/>
    </dgm:pt>
    <dgm:pt modelId="{6D7F3128-70D1-4560-A2F9-2C41C4B20F2C}" type="pres">
      <dgm:prSet presAssocID="{C2AA4E4E-BF10-4735-B6ED-A6CC81F37180}" presName="rootConnector" presStyleLbl="node2" presStyleIdx="0" presStyleCnt="1"/>
      <dgm:spPr/>
    </dgm:pt>
    <dgm:pt modelId="{026A31BC-D8DB-4028-B092-AB857F550985}" type="pres">
      <dgm:prSet presAssocID="{C2AA4E4E-BF10-4735-B6ED-A6CC81F37180}" presName="hierChild4" presStyleCnt="0"/>
      <dgm:spPr/>
    </dgm:pt>
    <dgm:pt modelId="{9B70021E-21DA-4605-A806-1515544AC67A}" type="pres">
      <dgm:prSet presAssocID="{3EA4F297-2C64-488B-99A1-FD1B24E8B1EA}" presName="Name37" presStyleLbl="parChTrans1D3" presStyleIdx="0" presStyleCnt="4"/>
      <dgm:spPr/>
    </dgm:pt>
    <dgm:pt modelId="{7B8CB53B-AB19-4344-A159-C435824DAED8}" type="pres">
      <dgm:prSet presAssocID="{F26828B5-EEAA-4AA3-9FDF-25D86CBA1D7C}" presName="hierRoot2" presStyleCnt="0">
        <dgm:presLayoutVars>
          <dgm:hierBranch val="init"/>
        </dgm:presLayoutVars>
      </dgm:prSet>
      <dgm:spPr/>
    </dgm:pt>
    <dgm:pt modelId="{CAC441D3-FCEC-4FE8-BB89-CB6D2FF3CE95}" type="pres">
      <dgm:prSet presAssocID="{F26828B5-EEAA-4AA3-9FDF-25D86CBA1D7C}" presName="rootComposite" presStyleCnt="0"/>
      <dgm:spPr/>
    </dgm:pt>
    <dgm:pt modelId="{CFDD0416-F16A-49E3-8873-7FA35C255FFB}" type="pres">
      <dgm:prSet presAssocID="{F26828B5-EEAA-4AA3-9FDF-25D86CBA1D7C}" presName="rootText" presStyleLbl="node3" presStyleIdx="0" presStyleCnt="4">
        <dgm:presLayoutVars>
          <dgm:chPref val="3"/>
        </dgm:presLayoutVars>
      </dgm:prSet>
      <dgm:spPr/>
    </dgm:pt>
    <dgm:pt modelId="{B60109BC-2FA2-4D8A-AC1F-4556B56A0CCD}" type="pres">
      <dgm:prSet presAssocID="{F26828B5-EEAA-4AA3-9FDF-25D86CBA1D7C}" presName="rootConnector" presStyleLbl="node3" presStyleIdx="0" presStyleCnt="4"/>
      <dgm:spPr/>
    </dgm:pt>
    <dgm:pt modelId="{AC7BDA9D-E08D-460C-B538-941E4C09E564}" type="pres">
      <dgm:prSet presAssocID="{F26828B5-EEAA-4AA3-9FDF-25D86CBA1D7C}" presName="hierChild4" presStyleCnt="0"/>
      <dgm:spPr/>
    </dgm:pt>
    <dgm:pt modelId="{0411A9A6-3181-42DA-9757-EB1FBE19887E}" type="pres">
      <dgm:prSet presAssocID="{F26828B5-EEAA-4AA3-9FDF-25D86CBA1D7C}" presName="hierChild5" presStyleCnt="0"/>
      <dgm:spPr/>
    </dgm:pt>
    <dgm:pt modelId="{CEA87A53-2326-41DE-A40B-78F0D9AA409D}" type="pres">
      <dgm:prSet presAssocID="{BFC991B3-01AA-464A-930A-25B1B9793267}" presName="Name37" presStyleLbl="parChTrans1D3" presStyleIdx="1" presStyleCnt="4"/>
      <dgm:spPr/>
    </dgm:pt>
    <dgm:pt modelId="{EB4ABE4E-48F6-492B-9C88-8E241FB8D27F}" type="pres">
      <dgm:prSet presAssocID="{5AA965D2-E735-47C2-9554-761A56D82F70}" presName="hierRoot2" presStyleCnt="0">
        <dgm:presLayoutVars>
          <dgm:hierBranch val="init"/>
        </dgm:presLayoutVars>
      </dgm:prSet>
      <dgm:spPr/>
    </dgm:pt>
    <dgm:pt modelId="{C0765AEA-B5D8-470A-B777-BEBBDB7B6A7A}" type="pres">
      <dgm:prSet presAssocID="{5AA965D2-E735-47C2-9554-761A56D82F70}" presName="rootComposite" presStyleCnt="0"/>
      <dgm:spPr/>
    </dgm:pt>
    <dgm:pt modelId="{1FB93255-12F1-4352-8AE8-3D44E3836C85}" type="pres">
      <dgm:prSet presAssocID="{5AA965D2-E735-47C2-9554-761A56D82F70}" presName="rootText" presStyleLbl="node3" presStyleIdx="1" presStyleCnt="4">
        <dgm:presLayoutVars>
          <dgm:chPref val="3"/>
        </dgm:presLayoutVars>
      </dgm:prSet>
      <dgm:spPr/>
    </dgm:pt>
    <dgm:pt modelId="{2E2DB027-5065-4132-818F-0C16468552F7}" type="pres">
      <dgm:prSet presAssocID="{5AA965D2-E735-47C2-9554-761A56D82F70}" presName="rootConnector" presStyleLbl="node3" presStyleIdx="1" presStyleCnt="4"/>
      <dgm:spPr/>
    </dgm:pt>
    <dgm:pt modelId="{D98837EB-5BEF-44A1-A97D-49C5EB87778E}" type="pres">
      <dgm:prSet presAssocID="{5AA965D2-E735-47C2-9554-761A56D82F70}" presName="hierChild4" presStyleCnt="0"/>
      <dgm:spPr/>
    </dgm:pt>
    <dgm:pt modelId="{28A67CA9-80ED-4201-AD97-187CC1492F42}" type="pres">
      <dgm:prSet presAssocID="{5AA965D2-E735-47C2-9554-761A56D82F70}" presName="hierChild5" presStyleCnt="0"/>
      <dgm:spPr/>
    </dgm:pt>
    <dgm:pt modelId="{6DE9ACDE-B83E-460A-81E8-79AE65436470}" type="pres">
      <dgm:prSet presAssocID="{5C92C23A-747F-4BC5-A6D3-E5DAC834EA1D}" presName="Name37" presStyleLbl="parChTrans1D3" presStyleIdx="2" presStyleCnt="4"/>
      <dgm:spPr/>
    </dgm:pt>
    <dgm:pt modelId="{9D4FD23E-4BA6-4559-AE49-9687B84CD10A}" type="pres">
      <dgm:prSet presAssocID="{6DF770FD-EF07-479E-9577-A1936E19C5B7}" presName="hierRoot2" presStyleCnt="0">
        <dgm:presLayoutVars>
          <dgm:hierBranch val="init"/>
        </dgm:presLayoutVars>
      </dgm:prSet>
      <dgm:spPr/>
    </dgm:pt>
    <dgm:pt modelId="{027909B7-7E75-447B-BF11-6987F10289B8}" type="pres">
      <dgm:prSet presAssocID="{6DF770FD-EF07-479E-9577-A1936E19C5B7}" presName="rootComposite" presStyleCnt="0"/>
      <dgm:spPr/>
    </dgm:pt>
    <dgm:pt modelId="{86EA1052-039F-4DF4-A18A-2DE9B09D3D0A}" type="pres">
      <dgm:prSet presAssocID="{6DF770FD-EF07-479E-9577-A1936E19C5B7}" presName="rootText" presStyleLbl="node3" presStyleIdx="2" presStyleCnt="4">
        <dgm:presLayoutVars>
          <dgm:chPref val="3"/>
        </dgm:presLayoutVars>
      </dgm:prSet>
      <dgm:spPr/>
    </dgm:pt>
    <dgm:pt modelId="{EE011E9E-6254-4C68-B2F8-24A805FA5BEC}" type="pres">
      <dgm:prSet presAssocID="{6DF770FD-EF07-479E-9577-A1936E19C5B7}" presName="rootConnector" presStyleLbl="node3" presStyleIdx="2" presStyleCnt="4"/>
      <dgm:spPr/>
    </dgm:pt>
    <dgm:pt modelId="{47517B33-8716-4842-B1B7-B1C2C45C504C}" type="pres">
      <dgm:prSet presAssocID="{6DF770FD-EF07-479E-9577-A1936E19C5B7}" presName="hierChild4" presStyleCnt="0"/>
      <dgm:spPr/>
    </dgm:pt>
    <dgm:pt modelId="{DB655EFF-EF3C-4C9C-A8BC-2204468FBFFD}" type="pres">
      <dgm:prSet presAssocID="{6DF770FD-EF07-479E-9577-A1936E19C5B7}" presName="hierChild5" presStyleCnt="0"/>
      <dgm:spPr/>
    </dgm:pt>
    <dgm:pt modelId="{76905853-D177-4E7A-A554-B46B821E4581}" type="pres">
      <dgm:prSet presAssocID="{A71FD4A3-4CCB-4EF9-9BD9-9848892B0D7E}" presName="Name37" presStyleLbl="parChTrans1D3" presStyleIdx="3" presStyleCnt="4"/>
      <dgm:spPr/>
    </dgm:pt>
    <dgm:pt modelId="{96F99210-7F0C-428E-A50D-98EEC97C0B53}" type="pres">
      <dgm:prSet presAssocID="{7E74AA2A-F661-4D1A-835C-66639AD8C043}" presName="hierRoot2" presStyleCnt="0">
        <dgm:presLayoutVars>
          <dgm:hierBranch val="init"/>
        </dgm:presLayoutVars>
      </dgm:prSet>
      <dgm:spPr/>
    </dgm:pt>
    <dgm:pt modelId="{3EF5FD0E-D641-47ED-BA2B-DBD75CF22D46}" type="pres">
      <dgm:prSet presAssocID="{7E74AA2A-F661-4D1A-835C-66639AD8C043}" presName="rootComposite" presStyleCnt="0"/>
      <dgm:spPr/>
    </dgm:pt>
    <dgm:pt modelId="{F990C8C0-EFE5-4F56-A5C2-19C619726808}" type="pres">
      <dgm:prSet presAssocID="{7E74AA2A-F661-4D1A-835C-66639AD8C043}" presName="rootText" presStyleLbl="node3" presStyleIdx="3" presStyleCnt="4">
        <dgm:presLayoutVars>
          <dgm:chPref val="3"/>
        </dgm:presLayoutVars>
      </dgm:prSet>
      <dgm:spPr/>
    </dgm:pt>
    <dgm:pt modelId="{66FB273A-CB09-4B6F-960C-1DA95CCA3B76}" type="pres">
      <dgm:prSet presAssocID="{7E74AA2A-F661-4D1A-835C-66639AD8C043}" presName="rootConnector" presStyleLbl="node3" presStyleIdx="3" presStyleCnt="4"/>
      <dgm:spPr/>
    </dgm:pt>
    <dgm:pt modelId="{77F24BF9-BBCF-44B7-8603-8AA2853760BC}" type="pres">
      <dgm:prSet presAssocID="{7E74AA2A-F661-4D1A-835C-66639AD8C043}" presName="hierChild4" presStyleCnt="0"/>
      <dgm:spPr/>
    </dgm:pt>
    <dgm:pt modelId="{6C55C101-B999-48B6-8B3A-8410A5DB11F9}" type="pres">
      <dgm:prSet presAssocID="{7E74AA2A-F661-4D1A-835C-66639AD8C043}" presName="hierChild5" presStyleCnt="0"/>
      <dgm:spPr/>
    </dgm:pt>
    <dgm:pt modelId="{43920302-61DF-4E99-A309-5698310959C3}" type="pres">
      <dgm:prSet presAssocID="{C2AA4E4E-BF10-4735-B6ED-A6CC81F37180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C1886201-D329-46C9-BA91-87DCA1A5CAF1}" type="presOf" srcId="{3EA4F297-2C64-488B-99A1-FD1B24E8B1EA}" destId="{9B70021E-21DA-4605-A806-1515544AC67A}" srcOrd="0" destOrd="0" presId="urn:microsoft.com/office/officeart/2005/8/layout/orgChart1"/>
    <dgm:cxn modelId="{6FE98D08-4507-4F45-89CC-99D5E391316F}" srcId="{C2AA4E4E-BF10-4735-B6ED-A6CC81F37180}" destId="{7E74AA2A-F661-4D1A-835C-66639AD8C043}" srcOrd="3" destOrd="0" parTransId="{A71FD4A3-4CCB-4EF9-9BD9-9848892B0D7E}" sibTransId="{D3137757-4A18-45EA-BBB5-C322A3F7E9A6}"/>
    <dgm:cxn modelId="{CC7D001B-AE5E-4AC4-A127-9FF97932CADB}" srcId="{C2AA4E4E-BF10-4735-B6ED-A6CC81F37180}" destId="{6DF770FD-EF07-479E-9577-A1936E19C5B7}" srcOrd="2" destOrd="0" parTransId="{5C92C23A-747F-4BC5-A6D3-E5DAC834EA1D}" sibTransId="{0E60D3A4-20EE-4B24-B7A1-7178CCCF8A67}"/>
    <dgm:cxn modelId="{9CB6CD2E-1E00-4ECA-94E5-8F1C1435C659}" type="presOf" srcId="{5C92C23A-747F-4BC5-A6D3-E5DAC834EA1D}" destId="{6DE9ACDE-B83E-460A-81E8-79AE65436470}" srcOrd="0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FA849736-6361-4551-9807-88420F396F1F}" type="presOf" srcId="{9231E4EE-51D8-4867-B249-E5E5ABB7135B}" destId="{CBA4ED7A-3B2E-4575-B315-C7FBB8F27DC3}" srcOrd="0" destOrd="0" presId="urn:microsoft.com/office/officeart/2005/8/layout/orgChart1"/>
    <dgm:cxn modelId="{8AAD703B-7EC3-4B96-9629-984400522E33}" type="presOf" srcId="{5AA965D2-E735-47C2-9554-761A56D82F70}" destId="{2E2DB027-5065-4132-818F-0C16468552F7}" srcOrd="1" destOrd="0" presId="urn:microsoft.com/office/officeart/2005/8/layout/orgChart1"/>
    <dgm:cxn modelId="{D585D869-6962-43B4-99D6-F1ADA9149C5A}" srcId="{C2AA4E4E-BF10-4735-B6ED-A6CC81F37180}" destId="{5AA965D2-E735-47C2-9554-761A56D82F70}" srcOrd="1" destOrd="0" parTransId="{BFC991B3-01AA-464A-930A-25B1B9793267}" sibTransId="{5C0E5BA2-CE6B-4A5F-9613-A097AF572E10}"/>
    <dgm:cxn modelId="{DB95AE72-80DE-4CA7-903F-AE92B9D783E1}" type="presOf" srcId="{BFC991B3-01AA-464A-930A-25B1B9793267}" destId="{CEA87A53-2326-41DE-A40B-78F0D9AA409D}" srcOrd="0" destOrd="0" presId="urn:microsoft.com/office/officeart/2005/8/layout/orgChart1"/>
    <dgm:cxn modelId="{C04F7554-3014-4AAC-BA77-59EFFAFEFB00}" srcId="{C2AA4E4E-BF10-4735-B6ED-A6CC81F37180}" destId="{F26828B5-EEAA-4AA3-9FDF-25D86CBA1D7C}" srcOrd="0" destOrd="0" parTransId="{3EA4F297-2C64-488B-99A1-FD1B24E8B1EA}" sibTransId="{2C59EFFB-4718-4218-B68D-D1013C3686D6}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C83EAE7E-0BB5-4D1D-98F0-0067C520D4E9}" type="presOf" srcId="{C2AA4E4E-BF10-4735-B6ED-A6CC81F37180}" destId="{6D7F3128-70D1-4560-A2F9-2C41C4B20F2C}" srcOrd="1" destOrd="0" presId="urn:microsoft.com/office/officeart/2005/8/layout/orgChart1"/>
    <dgm:cxn modelId="{E67CA987-824A-453F-BDDE-1EA818535968}" type="presOf" srcId="{5AA965D2-E735-47C2-9554-761A56D82F70}" destId="{1FB93255-12F1-4352-8AE8-3D44E3836C85}" srcOrd="0" destOrd="0" presId="urn:microsoft.com/office/officeart/2005/8/layout/orgChart1"/>
    <dgm:cxn modelId="{7C924291-A758-47F8-A262-3C4C2116170A}" type="presOf" srcId="{7E74AA2A-F661-4D1A-835C-66639AD8C043}" destId="{F990C8C0-EFE5-4F56-A5C2-19C619726808}" srcOrd="0" destOrd="0" presId="urn:microsoft.com/office/officeart/2005/8/layout/orgChart1"/>
    <dgm:cxn modelId="{47E76395-DA67-40DB-81DB-4F99D9E8436D}" type="presOf" srcId="{F26828B5-EEAA-4AA3-9FDF-25D86CBA1D7C}" destId="{CFDD0416-F16A-49E3-8873-7FA35C255FFB}" srcOrd="0" destOrd="0" presId="urn:microsoft.com/office/officeart/2005/8/layout/orgChart1"/>
    <dgm:cxn modelId="{4BC5D29D-C9D9-4BB6-8FF1-A84BFC6A1C62}" srcId="{51019B81-EE5F-417F-A885-F26C2F796447}" destId="{C2AA4E4E-BF10-4735-B6ED-A6CC81F37180}" srcOrd="0" destOrd="0" parTransId="{9231E4EE-51D8-4867-B249-E5E5ABB7135B}" sibTransId="{C00529C4-E078-4CB5-B578-699B0713307D}"/>
    <dgm:cxn modelId="{17D3B4A6-FA9B-4FE1-AA1C-41494C8744AD}" type="presOf" srcId="{7E74AA2A-F661-4D1A-835C-66639AD8C043}" destId="{66FB273A-CB09-4B6F-960C-1DA95CCA3B76}" srcOrd="1" destOrd="0" presId="urn:microsoft.com/office/officeart/2005/8/layout/orgChart1"/>
    <dgm:cxn modelId="{DEC557B0-54B7-4D19-BA72-734831E650A8}" type="presOf" srcId="{6DF770FD-EF07-479E-9577-A1936E19C5B7}" destId="{86EA1052-039F-4DF4-A18A-2DE9B09D3D0A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226FAFDA-59F5-4D6E-A2A5-7F8E230EA0D3}" type="presOf" srcId="{A71FD4A3-4CCB-4EF9-9BD9-9848892B0D7E}" destId="{76905853-D177-4E7A-A554-B46B821E4581}" srcOrd="0" destOrd="0" presId="urn:microsoft.com/office/officeart/2005/8/layout/orgChart1"/>
    <dgm:cxn modelId="{FA057CE3-5B40-41B7-9AC3-899F8B1EA33A}" type="presOf" srcId="{6DF770FD-EF07-479E-9577-A1936E19C5B7}" destId="{EE011E9E-6254-4C68-B2F8-24A805FA5BEC}" srcOrd="1" destOrd="0" presId="urn:microsoft.com/office/officeart/2005/8/layout/orgChart1"/>
    <dgm:cxn modelId="{B4C801EB-554F-41A6-BA60-686B068291B9}" type="presOf" srcId="{F26828B5-EEAA-4AA3-9FDF-25D86CBA1D7C}" destId="{B60109BC-2FA2-4D8A-AC1F-4556B56A0CCD}" srcOrd="1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6560ACFD-D1BB-40D5-96B7-C495EC0416BF}" type="presOf" srcId="{C2AA4E4E-BF10-4735-B6ED-A6CC81F37180}" destId="{FF848E77-B3B7-4E30-84DD-09218CFF013C}" srcOrd="0" destOrd="0" presId="urn:microsoft.com/office/officeart/2005/8/layout/orgChart1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C65ED11F-062C-4322-AAAE-7EB28AD31843}" type="presParOf" srcId="{9711FE6A-1F6F-48D2-B028-F2B77EDDEE4C}" destId="{CBA4ED7A-3B2E-4575-B315-C7FBB8F27DC3}" srcOrd="0" destOrd="0" presId="urn:microsoft.com/office/officeart/2005/8/layout/orgChart1"/>
    <dgm:cxn modelId="{B1DA97A0-DDCE-408B-B2DD-81445445C2B5}" type="presParOf" srcId="{9711FE6A-1F6F-48D2-B028-F2B77EDDEE4C}" destId="{BCBDEE7F-F2A2-489F-95A6-9B24255002F7}" srcOrd="1" destOrd="0" presId="urn:microsoft.com/office/officeart/2005/8/layout/orgChart1"/>
    <dgm:cxn modelId="{49E71B3B-A63C-46CA-A008-6601BB9110F9}" type="presParOf" srcId="{BCBDEE7F-F2A2-489F-95A6-9B24255002F7}" destId="{D67E4CF0-5D62-4B8C-A579-21B3D9BB7AF7}" srcOrd="0" destOrd="0" presId="urn:microsoft.com/office/officeart/2005/8/layout/orgChart1"/>
    <dgm:cxn modelId="{48F642DC-7943-4B76-BA47-19D7450646F0}" type="presParOf" srcId="{D67E4CF0-5D62-4B8C-A579-21B3D9BB7AF7}" destId="{FF848E77-B3B7-4E30-84DD-09218CFF013C}" srcOrd="0" destOrd="0" presId="urn:microsoft.com/office/officeart/2005/8/layout/orgChart1"/>
    <dgm:cxn modelId="{12F7184C-1705-44E2-893A-22A1913C4BF8}" type="presParOf" srcId="{D67E4CF0-5D62-4B8C-A579-21B3D9BB7AF7}" destId="{6D7F3128-70D1-4560-A2F9-2C41C4B20F2C}" srcOrd="1" destOrd="0" presId="urn:microsoft.com/office/officeart/2005/8/layout/orgChart1"/>
    <dgm:cxn modelId="{01976376-E0C8-48EC-A2FB-B87F3092C71B}" type="presParOf" srcId="{BCBDEE7F-F2A2-489F-95A6-9B24255002F7}" destId="{026A31BC-D8DB-4028-B092-AB857F550985}" srcOrd="1" destOrd="0" presId="urn:microsoft.com/office/officeart/2005/8/layout/orgChart1"/>
    <dgm:cxn modelId="{8AEC765D-22B0-4C34-9BED-DFE7FD1B3549}" type="presParOf" srcId="{026A31BC-D8DB-4028-B092-AB857F550985}" destId="{9B70021E-21DA-4605-A806-1515544AC67A}" srcOrd="0" destOrd="0" presId="urn:microsoft.com/office/officeart/2005/8/layout/orgChart1"/>
    <dgm:cxn modelId="{A119890E-C29B-43E8-83F2-4BAFEC730101}" type="presParOf" srcId="{026A31BC-D8DB-4028-B092-AB857F550985}" destId="{7B8CB53B-AB19-4344-A159-C435824DAED8}" srcOrd="1" destOrd="0" presId="urn:microsoft.com/office/officeart/2005/8/layout/orgChart1"/>
    <dgm:cxn modelId="{FCF51F34-D86A-4078-99F2-0B0E1256967A}" type="presParOf" srcId="{7B8CB53B-AB19-4344-A159-C435824DAED8}" destId="{CAC441D3-FCEC-4FE8-BB89-CB6D2FF3CE95}" srcOrd="0" destOrd="0" presId="urn:microsoft.com/office/officeart/2005/8/layout/orgChart1"/>
    <dgm:cxn modelId="{60D1BB3D-A01C-4741-97FB-0C66FE05C01C}" type="presParOf" srcId="{CAC441D3-FCEC-4FE8-BB89-CB6D2FF3CE95}" destId="{CFDD0416-F16A-49E3-8873-7FA35C255FFB}" srcOrd="0" destOrd="0" presId="urn:microsoft.com/office/officeart/2005/8/layout/orgChart1"/>
    <dgm:cxn modelId="{F0F54589-6874-4411-BAA3-DAEDE49DC7E0}" type="presParOf" srcId="{CAC441D3-FCEC-4FE8-BB89-CB6D2FF3CE95}" destId="{B60109BC-2FA2-4D8A-AC1F-4556B56A0CCD}" srcOrd="1" destOrd="0" presId="urn:microsoft.com/office/officeart/2005/8/layout/orgChart1"/>
    <dgm:cxn modelId="{9995F045-0B99-4781-8CEB-B9483BAE80F9}" type="presParOf" srcId="{7B8CB53B-AB19-4344-A159-C435824DAED8}" destId="{AC7BDA9D-E08D-460C-B538-941E4C09E564}" srcOrd="1" destOrd="0" presId="urn:microsoft.com/office/officeart/2005/8/layout/orgChart1"/>
    <dgm:cxn modelId="{302E328E-740E-47A6-A1B6-179FDD2BC2CD}" type="presParOf" srcId="{7B8CB53B-AB19-4344-A159-C435824DAED8}" destId="{0411A9A6-3181-42DA-9757-EB1FBE19887E}" srcOrd="2" destOrd="0" presId="urn:microsoft.com/office/officeart/2005/8/layout/orgChart1"/>
    <dgm:cxn modelId="{C22080AB-DC7C-4D6C-9E44-40AF57BE9483}" type="presParOf" srcId="{026A31BC-D8DB-4028-B092-AB857F550985}" destId="{CEA87A53-2326-41DE-A40B-78F0D9AA409D}" srcOrd="2" destOrd="0" presId="urn:microsoft.com/office/officeart/2005/8/layout/orgChart1"/>
    <dgm:cxn modelId="{4B7FDE9D-70C5-4017-B47B-E044100808D8}" type="presParOf" srcId="{026A31BC-D8DB-4028-B092-AB857F550985}" destId="{EB4ABE4E-48F6-492B-9C88-8E241FB8D27F}" srcOrd="3" destOrd="0" presId="urn:microsoft.com/office/officeart/2005/8/layout/orgChart1"/>
    <dgm:cxn modelId="{C186B485-2CB7-4AC1-8AA3-F8BDE5041F43}" type="presParOf" srcId="{EB4ABE4E-48F6-492B-9C88-8E241FB8D27F}" destId="{C0765AEA-B5D8-470A-B777-BEBBDB7B6A7A}" srcOrd="0" destOrd="0" presId="urn:microsoft.com/office/officeart/2005/8/layout/orgChart1"/>
    <dgm:cxn modelId="{FF47E79F-D343-4C82-8E7B-7E4A811C6AF5}" type="presParOf" srcId="{C0765AEA-B5D8-470A-B777-BEBBDB7B6A7A}" destId="{1FB93255-12F1-4352-8AE8-3D44E3836C85}" srcOrd="0" destOrd="0" presId="urn:microsoft.com/office/officeart/2005/8/layout/orgChart1"/>
    <dgm:cxn modelId="{4787C3E3-9EDB-4FD9-B235-7BB9A4F0E61A}" type="presParOf" srcId="{C0765AEA-B5D8-470A-B777-BEBBDB7B6A7A}" destId="{2E2DB027-5065-4132-818F-0C16468552F7}" srcOrd="1" destOrd="0" presId="urn:microsoft.com/office/officeart/2005/8/layout/orgChart1"/>
    <dgm:cxn modelId="{047BEF2C-1E59-4C15-A302-FFE06FF06598}" type="presParOf" srcId="{EB4ABE4E-48F6-492B-9C88-8E241FB8D27F}" destId="{D98837EB-5BEF-44A1-A97D-49C5EB87778E}" srcOrd="1" destOrd="0" presId="urn:microsoft.com/office/officeart/2005/8/layout/orgChart1"/>
    <dgm:cxn modelId="{E108DE00-CC67-4320-8D91-12E3AF962D41}" type="presParOf" srcId="{EB4ABE4E-48F6-492B-9C88-8E241FB8D27F}" destId="{28A67CA9-80ED-4201-AD97-187CC1492F42}" srcOrd="2" destOrd="0" presId="urn:microsoft.com/office/officeart/2005/8/layout/orgChart1"/>
    <dgm:cxn modelId="{57FB9FB2-3455-4ED9-801F-50942D71239D}" type="presParOf" srcId="{026A31BC-D8DB-4028-B092-AB857F550985}" destId="{6DE9ACDE-B83E-460A-81E8-79AE65436470}" srcOrd="4" destOrd="0" presId="urn:microsoft.com/office/officeart/2005/8/layout/orgChart1"/>
    <dgm:cxn modelId="{4977BA5F-B625-412F-AB7C-A17563F1F558}" type="presParOf" srcId="{026A31BC-D8DB-4028-B092-AB857F550985}" destId="{9D4FD23E-4BA6-4559-AE49-9687B84CD10A}" srcOrd="5" destOrd="0" presId="urn:microsoft.com/office/officeart/2005/8/layout/orgChart1"/>
    <dgm:cxn modelId="{E21BEA03-E442-4C8D-B8A2-443592350270}" type="presParOf" srcId="{9D4FD23E-4BA6-4559-AE49-9687B84CD10A}" destId="{027909B7-7E75-447B-BF11-6987F10289B8}" srcOrd="0" destOrd="0" presId="urn:microsoft.com/office/officeart/2005/8/layout/orgChart1"/>
    <dgm:cxn modelId="{598B9CD4-15A6-4553-8F75-01C56D7A56ED}" type="presParOf" srcId="{027909B7-7E75-447B-BF11-6987F10289B8}" destId="{86EA1052-039F-4DF4-A18A-2DE9B09D3D0A}" srcOrd="0" destOrd="0" presId="urn:microsoft.com/office/officeart/2005/8/layout/orgChart1"/>
    <dgm:cxn modelId="{2CA84CF1-90E3-40EF-9A7C-E79E76647A00}" type="presParOf" srcId="{027909B7-7E75-447B-BF11-6987F10289B8}" destId="{EE011E9E-6254-4C68-B2F8-24A805FA5BEC}" srcOrd="1" destOrd="0" presId="urn:microsoft.com/office/officeart/2005/8/layout/orgChart1"/>
    <dgm:cxn modelId="{2912F264-AF7B-436A-A58D-E8261542D4A1}" type="presParOf" srcId="{9D4FD23E-4BA6-4559-AE49-9687B84CD10A}" destId="{47517B33-8716-4842-B1B7-B1C2C45C504C}" srcOrd="1" destOrd="0" presId="urn:microsoft.com/office/officeart/2005/8/layout/orgChart1"/>
    <dgm:cxn modelId="{E51D0D8C-C0D8-4C35-954E-A9EFB488BC84}" type="presParOf" srcId="{9D4FD23E-4BA6-4559-AE49-9687B84CD10A}" destId="{DB655EFF-EF3C-4C9C-A8BC-2204468FBFFD}" srcOrd="2" destOrd="0" presId="urn:microsoft.com/office/officeart/2005/8/layout/orgChart1"/>
    <dgm:cxn modelId="{E46247E0-E15D-4193-959B-62F8A33B0562}" type="presParOf" srcId="{026A31BC-D8DB-4028-B092-AB857F550985}" destId="{76905853-D177-4E7A-A554-B46B821E4581}" srcOrd="6" destOrd="0" presId="urn:microsoft.com/office/officeart/2005/8/layout/orgChart1"/>
    <dgm:cxn modelId="{977D6687-4BA2-483E-AAAC-7E09C20101E9}" type="presParOf" srcId="{026A31BC-D8DB-4028-B092-AB857F550985}" destId="{96F99210-7F0C-428E-A50D-98EEC97C0B53}" srcOrd="7" destOrd="0" presId="urn:microsoft.com/office/officeart/2005/8/layout/orgChart1"/>
    <dgm:cxn modelId="{57656FFE-C721-421D-91A3-43F97DACAC91}" type="presParOf" srcId="{96F99210-7F0C-428E-A50D-98EEC97C0B53}" destId="{3EF5FD0E-D641-47ED-BA2B-DBD75CF22D46}" srcOrd="0" destOrd="0" presId="urn:microsoft.com/office/officeart/2005/8/layout/orgChart1"/>
    <dgm:cxn modelId="{0AB9ECB3-6449-4CB3-B6CC-3467D19699C9}" type="presParOf" srcId="{3EF5FD0E-D641-47ED-BA2B-DBD75CF22D46}" destId="{F990C8C0-EFE5-4F56-A5C2-19C619726808}" srcOrd="0" destOrd="0" presId="urn:microsoft.com/office/officeart/2005/8/layout/orgChart1"/>
    <dgm:cxn modelId="{89B6C7E9-36BE-4F41-B164-9C0946EB04EF}" type="presParOf" srcId="{3EF5FD0E-D641-47ED-BA2B-DBD75CF22D46}" destId="{66FB273A-CB09-4B6F-960C-1DA95CCA3B76}" srcOrd="1" destOrd="0" presId="urn:microsoft.com/office/officeart/2005/8/layout/orgChart1"/>
    <dgm:cxn modelId="{DCFAD725-99A1-439C-91B7-928B430B4A4A}" type="presParOf" srcId="{96F99210-7F0C-428E-A50D-98EEC97C0B53}" destId="{77F24BF9-BBCF-44B7-8603-8AA2853760BC}" srcOrd="1" destOrd="0" presId="urn:microsoft.com/office/officeart/2005/8/layout/orgChart1"/>
    <dgm:cxn modelId="{08840FFE-03CB-4CA3-80DD-60BE44F681CE}" type="presParOf" srcId="{96F99210-7F0C-428E-A50D-98EEC97C0B53}" destId="{6C55C101-B999-48B6-8B3A-8410A5DB11F9}" srcOrd="2" destOrd="0" presId="urn:microsoft.com/office/officeart/2005/8/layout/orgChart1"/>
    <dgm:cxn modelId="{A77118FC-7FB4-4961-BE2A-63022DFF162E}" type="presParOf" srcId="{BCBDEE7F-F2A2-489F-95A6-9B24255002F7}" destId="{43920302-61DF-4E99-A309-5698310959C3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C2AA4E4E-BF10-4735-B6ED-A6CC81F3718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gm:t>
    </dgm:pt>
    <dgm:pt modelId="{9231E4EE-51D8-4867-B249-E5E5ABB7135B}" type="parTrans" cxnId="{4BC5D29D-C9D9-4BB6-8FF1-A84BFC6A1C62}">
      <dgm:prSet/>
      <dgm:spPr/>
      <dgm:t>
        <a:bodyPr/>
        <a:lstStyle/>
        <a:p>
          <a:endParaRPr lang="en-US"/>
        </a:p>
      </dgm:t>
    </dgm:pt>
    <dgm:pt modelId="{C00529C4-E078-4CB5-B578-699B0713307D}" type="sibTrans" cxnId="{4BC5D29D-C9D9-4BB6-8FF1-A84BFC6A1C62}">
      <dgm:prSet/>
      <dgm:spPr/>
      <dgm:t>
        <a:bodyPr/>
        <a:lstStyle/>
        <a:p>
          <a:endParaRPr lang="en-US"/>
        </a:p>
      </dgm:t>
    </dgm:pt>
    <dgm:pt modelId="{F26828B5-EEAA-4AA3-9FDF-25D86CBA1D7C}">
      <dgm:prSet phldrT="[Testo]"/>
      <dgm:spPr>
        <a:solidFill>
          <a:srgbClr val="92D050"/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en-US" b="1" noProof="0" dirty="0"/>
            <a:t>Software</a:t>
          </a:r>
        </a:p>
      </dgm:t>
    </dgm:pt>
    <dgm:pt modelId="{3EA4F297-2C64-488B-99A1-FD1B24E8B1EA}" type="parTrans" cxnId="{C04F7554-3014-4AAC-BA77-59EFFAFEFB00}">
      <dgm:prSet/>
      <dgm:spPr/>
      <dgm:t>
        <a:bodyPr/>
        <a:lstStyle/>
        <a:p>
          <a:endParaRPr lang="en-US"/>
        </a:p>
      </dgm:t>
    </dgm:pt>
    <dgm:pt modelId="{2C59EFFB-4718-4218-B68D-D1013C3686D6}" type="sibTrans" cxnId="{C04F7554-3014-4AAC-BA77-59EFFAFEFB00}">
      <dgm:prSet/>
      <dgm:spPr/>
      <dgm:t>
        <a:bodyPr/>
        <a:lstStyle/>
        <a:p>
          <a:endParaRPr lang="en-US"/>
        </a:p>
      </dgm:t>
    </dgm:pt>
    <dgm:pt modelId="{5AA965D2-E735-47C2-9554-761A56D82F70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 Technology</a:t>
          </a:r>
        </a:p>
      </dgm:t>
    </dgm:pt>
    <dgm:pt modelId="{BFC991B3-01AA-464A-930A-25B1B9793267}" type="parTrans" cxnId="{D585D869-6962-43B4-99D6-F1ADA9149C5A}">
      <dgm:prSet/>
      <dgm:spPr/>
      <dgm:t>
        <a:bodyPr/>
        <a:lstStyle/>
        <a:p>
          <a:endParaRPr lang="en-US"/>
        </a:p>
      </dgm:t>
    </dgm:pt>
    <dgm:pt modelId="{5C0E5BA2-CE6B-4A5F-9613-A097AF572E10}" type="sibTrans" cxnId="{D585D869-6962-43B4-99D6-F1ADA9149C5A}">
      <dgm:prSet/>
      <dgm:spPr/>
      <dgm:t>
        <a:bodyPr/>
        <a:lstStyle/>
        <a:p>
          <a:endParaRPr lang="en-US"/>
        </a:p>
      </dgm:t>
    </dgm:pt>
    <dgm:pt modelId="{6DF770FD-EF07-479E-9577-A1936E19C5B7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Business</a:t>
          </a:r>
        </a:p>
      </dgm:t>
    </dgm:pt>
    <dgm:pt modelId="{5C92C23A-747F-4BC5-A6D3-E5DAC834EA1D}" type="parTrans" cxnId="{CC7D001B-AE5E-4AC4-A127-9FF97932CADB}">
      <dgm:prSet/>
      <dgm:spPr/>
      <dgm:t>
        <a:bodyPr/>
        <a:lstStyle/>
        <a:p>
          <a:endParaRPr lang="en-US"/>
        </a:p>
      </dgm:t>
    </dgm:pt>
    <dgm:pt modelId="{0E60D3A4-20EE-4B24-B7A1-7178CCCF8A67}" type="sibTrans" cxnId="{CC7D001B-AE5E-4AC4-A127-9FF97932CADB}">
      <dgm:prSet/>
      <dgm:spPr/>
      <dgm:t>
        <a:bodyPr/>
        <a:lstStyle/>
        <a:p>
          <a:endParaRPr lang="en-US"/>
        </a:p>
      </dgm:t>
    </dgm:pt>
    <dgm:pt modelId="{7E74AA2A-F661-4D1A-835C-66639AD8C043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Organization change </a:t>
          </a:r>
        </a:p>
      </dgm:t>
    </dgm:pt>
    <dgm:pt modelId="{A71FD4A3-4CCB-4EF9-9BD9-9848892B0D7E}" type="parTrans" cxnId="{6FE98D08-4507-4F45-89CC-99D5E391316F}">
      <dgm:prSet/>
      <dgm:spPr/>
      <dgm:t>
        <a:bodyPr/>
        <a:lstStyle/>
        <a:p>
          <a:endParaRPr lang="en-US"/>
        </a:p>
      </dgm:t>
    </dgm:pt>
    <dgm:pt modelId="{D3137757-4A18-45EA-BBB5-C322A3F7E9A6}" type="sibTrans" cxnId="{6FE98D08-4507-4F45-89CC-99D5E391316F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CBA4ED7A-3B2E-4575-B315-C7FBB8F27DC3}" type="pres">
      <dgm:prSet presAssocID="{9231E4EE-51D8-4867-B249-E5E5ABB7135B}" presName="Name37" presStyleLbl="parChTrans1D2" presStyleIdx="0" presStyleCnt="1"/>
      <dgm:spPr/>
    </dgm:pt>
    <dgm:pt modelId="{BCBDEE7F-F2A2-489F-95A6-9B24255002F7}" type="pres">
      <dgm:prSet presAssocID="{C2AA4E4E-BF10-4735-B6ED-A6CC81F37180}" presName="hierRoot2" presStyleCnt="0">
        <dgm:presLayoutVars>
          <dgm:hierBranch val="init"/>
        </dgm:presLayoutVars>
      </dgm:prSet>
      <dgm:spPr/>
    </dgm:pt>
    <dgm:pt modelId="{D67E4CF0-5D62-4B8C-A579-21B3D9BB7AF7}" type="pres">
      <dgm:prSet presAssocID="{C2AA4E4E-BF10-4735-B6ED-A6CC81F37180}" presName="rootComposite" presStyleCnt="0"/>
      <dgm:spPr/>
    </dgm:pt>
    <dgm:pt modelId="{FF848E77-B3B7-4E30-84DD-09218CFF013C}" type="pres">
      <dgm:prSet presAssocID="{C2AA4E4E-BF10-4735-B6ED-A6CC81F37180}" presName="rootText" presStyleLbl="node2" presStyleIdx="0" presStyleCnt="1">
        <dgm:presLayoutVars>
          <dgm:chPref val="3"/>
        </dgm:presLayoutVars>
      </dgm:prSet>
      <dgm:spPr>
        <a:xfrm>
          <a:off x="915526" y="803695"/>
          <a:ext cx="1127227" cy="563613"/>
        </a:xfrm>
        <a:prstGeom prst="rect">
          <a:avLst/>
        </a:prstGeom>
      </dgm:spPr>
    </dgm:pt>
    <dgm:pt modelId="{6D7F3128-70D1-4560-A2F9-2C41C4B20F2C}" type="pres">
      <dgm:prSet presAssocID="{C2AA4E4E-BF10-4735-B6ED-A6CC81F37180}" presName="rootConnector" presStyleLbl="node2" presStyleIdx="0" presStyleCnt="1"/>
      <dgm:spPr/>
    </dgm:pt>
    <dgm:pt modelId="{026A31BC-D8DB-4028-B092-AB857F550985}" type="pres">
      <dgm:prSet presAssocID="{C2AA4E4E-BF10-4735-B6ED-A6CC81F37180}" presName="hierChild4" presStyleCnt="0"/>
      <dgm:spPr/>
    </dgm:pt>
    <dgm:pt modelId="{9B70021E-21DA-4605-A806-1515544AC67A}" type="pres">
      <dgm:prSet presAssocID="{3EA4F297-2C64-488B-99A1-FD1B24E8B1EA}" presName="Name37" presStyleLbl="parChTrans1D3" presStyleIdx="0" presStyleCnt="4"/>
      <dgm:spPr/>
    </dgm:pt>
    <dgm:pt modelId="{7B8CB53B-AB19-4344-A159-C435824DAED8}" type="pres">
      <dgm:prSet presAssocID="{F26828B5-EEAA-4AA3-9FDF-25D86CBA1D7C}" presName="hierRoot2" presStyleCnt="0">
        <dgm:presLayoutVars>
          <dgm:hierBranch val="init"/>
        </dgm:presLayoutVars>
      </dgm:prSet>
      <dgm:spPr/>
    </dgm:pt>
    <dgm:pt modelId="{CAC441D3-FCEC-4FE8-BB89-CB6D2FF3CE95}" type="pres">
      <dgm:prSet presAssocID="{F26828B5-EEAA-4AA3-9FDF-25D86CBA1D7C}" presName="rootComposite" presStyleCnt="0"/>
      <dgm:spPr/>
    </dgm:pt>
    <dgm:pt modelId="{CFDD0416-F16A-49E3-8873-7FA35C255FFB}" type="pres">
      <dgm:prSet presAssocID="{F26828B5-EEAA-4AA3-9FDF-25D86CBA1D7C}" presName="rootText" presStyleLbl="node3" presStyleIdx="0" presStyleCnt="4">
        <dgm:presLayoutVars>
          <dgm:chPref val="3"/>
        </dgm:presLayoutVars>
      </dgm:prSet>
      <dgm:spPr/>
    </dgm:pt>
    <dgm:pt modelId="{B60109BC-2FA2-4D8A-AC1F-4556B56A0CCD}" type="pres">
      <dgm:prSet presAssocID="{F26828B5-EEAA-4AA3-9FDF-25D86CBA1D7C}" presName="rootConnector" presStyleLbl="node3" presStyleIdx="0" presStyleCnt="4"/>
      <dgm:spPr/>
    </dgm:pt>
    <dgm:pt modelId="{AC7BDA9D-E08D-460C-B538-941E4C09E564}" type="pres">
      <dgm:prSet presAssocID="{F26828B5-EEAA-4AA3-9FDF-25D86CBA1D7C}" presName="hierChild4" presStyleCnt="0"/>
      <dgm:spPr/>
    </dgm:pt>
    <dgm:pt modelId="{0411A9A6-3181-42DA-9757-EB1FBE19887E}" type="pres">
      <dgm:prSet presAssocID="{F26828B5-EEAA-4AA3-9FDF-25D86CBA1D7C}" presName="hierChild5" presStyleCnt="0"/>
      <dgm:spPr/>
    </dgm:pt>
    <dgm:pt modelId="{CEA87A53-2326-41DE-A40B-78F0D9AA409D}" type="pres">
      <dgm:prSet presAssocID="{BFC991B3-01AA-464A-930A-25B1B9793267}" presName="Name37" presStyleLbl="parChTrans1D3" presStyleIdx="1" presStyleCnt="4"/>
      <dgm:spPr/>
    </dgm:pt>
    <dgm:pt modelId="{EB4ABE4E-48F6-492B-9C88-8E241FB8D27F}" type="pres">
      <dgm:prSet presAssocID="{5AA965D2-E735-47C2-9554-761A56D82F70}" presName="hierRoot2" presStyleCnt="0">
        <dgm:presLayoutVars>
          <dgm:hierBranch val="init"/>
        </dgm:presLayoutVars>
      </dgm:prSet>
      <dgm:spPr/>
    </dgm:pt>
    <dgm:pt modelId="{C0765AEA-B5D8-470A-B777-BEBBDB7B6A7A}" type="pres">
      <dgm:prSet presAssocID="{5AA965D2-E735-47C2-9554-761A56D82F70}" presName="rootComposite" presStyleCnt="0"/>
      <dgm:spPr/>
    </dgm:pt>
    <dgm:pt modelId="{1FB93255-12F1-4352-8AE8-3D44E3836C85}" type="pres">
      <dgm:prSet presAssocID="{5AA965D2-E735-47C2-9554-761A56D82F70}" presName="rootText" presStyleLbl="node3" presStyleIdx="1" presStyleCnt="4">
        <dgm:presLayoutVars>
          <dgm:chPref val="3"/>
        </dgm:presLayoutVars>
      </dgm:prSet>
      <dgm:spPr/>
    </dgm:pt>
    <dgm:pt modelId="{2E2DB027-5065-4132-818F-0C16468552F7}" type="pres">
      <dgm:prSet presAssocID="{5AA965D2-E735-47C2-9554-761A56D82F70}" presName="rootConnector" presStyleLbl="node3" presStyleIdx="1" presStyleCnt="4"/>
      <dgm:spPr/>
    </dgm:pt>
    <dgm:pt modelId="{D98837EB-5BEF-44A1-A97D-49C5EB87778E}" type="pres">
      <dgm:prSet presAssocID="{5AA965D2-E735-47C2-9554-761A56D82F70}" presName="hierChild4" presStyleCnt="0"/>
      <dgm:spPr/>
    </dgm:pt>
    <dgm:pt modelId="{28A67CA9-80ED-4201-AD97-187CC1492F42}" type="pres">
      <dgm:prSet presAssocID="{5AA965D2-E735-47C2-9554-761A56D82F70}" presName="hierChild5" presStyleCnt="0"/>
      <dgm:spPr/>
    </dgm:pt>
    <dgm:pt modelId="{6DE9ACDE-B83E-460A-81E8-79AE65436470}" type="pres">
      <dgm:prSet presAssocID="{5C92C23A-747F-4BC5-A6D3-E5DAC834EA1D}" presName="Name37" presStyleLbl="parChTrans1D3" presStyleIdx="2" presStyleCnt="4"/>
      <dgm:spPr/>
    </dgm:pt>
    <dgm:pt modelId="{9D4FD23E-4BA6-4559-AE49-9687B84CD10A}" type="pres">
      <dgm:prSet presAssocID="{6DF770FD-EF07-479E-9577-A1936E19C5B7}" presName="hierRoot2" presStyleCnt="0">
        <dgm:presLayoutVars>
          <dgm:hierBranch val="init"/>
        </dgm:presLayoutVars>
      </dgm:prSet>
      <dgm:spPr/>
    </dgm:pt>
    <dgm:pt modelId="{027909B7-7E75-447B-BF11-6987F10289B8}" type="pres">
      <dgm:prSet presAssocID="{6DF770FD-EF07-479E-9577-A1936E19C5B7}" presName="rootComposite" presStyleCnt="0"/>
      <dgm:spPr/>
    </dgm:pt>
    <dgm:pt modelId="{86EA1052-039F-4DF4-A18A-2DE9B09D3D0A}" type="pres">
      <dgm:prSet presAssocID="{6DF770FD-EF07-479E-9577-A1936E19C5B7}" presName="rootText" presStyleLbl="node3" presStyleIdx="2" presStyleCnt="4">
        <dgm:presLayoutVars>
          <dgm:chPref val="3"/>
        </dgm:presLayoutVars>
      </dgm:prSet>
      <dgm:spPr/>
    </dgm:pt>
    <dgm:pt modelId="{EE011E9E-6254-4C68-B2F8-24A805FA5BEC}" type="pres">
      <dgm:prSet presAssocID="{6DF770FD-EF07-479E-9577-A1936E19C5B7}" presName="rootConnector" presStyleLbl="node3" presStyleIdx="2" presStyleCnt="4"/>
      <dgm:spPr/>
    </dgm:pt>
    <dgm:pt modelId="{47517B33-8716-4842-B1B7-B1C2C45C504C}" type="pres">
      <dgm:prSet presAssocID="{6DF770FD-EF07-479E-9577-A1936E19C5B7}" presName="hierChild4" presStyleCnt="0"/>
      <dgm:spPr/>
    </dgm:pt>
    <dgm:pt modelId="{DB655EFF-EF3C-4C9C-A8BC-2204468FBFFD}" type="pres">
      <dgm:prSet presAssocID="{6DF770FD-EF07-479E-9577-A1936E19C5B7}" presName="hierChild5" presStyleCnt="0"/>
      <dgm:spPr/>
    </dgm:pt>
    <dgm:pt modelId="{76905853-D177-4E7A-A554-B46B821E4581}" type="pres">
      <dgm:prSet presAssocID="{A71FD4A3-4CCB-4EF9-9BD9-9848892B0D7E}" presName="Name37" presStyleLbl="parChTrans1D3" presStyleIdx="3" presStyleCnt="4"/>
      <dgm:spPr/>
    </dgm:pt>
    <dgm:pt modelId="{96F99210-7F0C-428E-A50D-98EEC97C0B53}" type="pres">
      <dgm:prSet presAssocID="{7E74AA2A-F661-4D1A-835C-66639AD8C043}" presName="hierRoot2" presStyleCnt="0">
        <dgm:presLayoutVars>
          <dgm:hierBranch val="init"/>
        </dgm:presLayoutVars>
      </dgm:prSet>
      <dgm:spPr/>
    </dgm:pt>
    <dgm:pt modelId="{3EF5FD0E-D641-47ED-BA2B-DBD75CF22D46}" type="pres">
      <dgm:prSet presAssocID="{7E74AA2A-F661-4D1A-835C-66639AD8C043}" presName="rootComposite" presStyleCnt="0"/>
      <dgm:spPr/>
    </dgm:pt>
    <dgm:pt modelId="{F990C8C0-EFE5-4F56-A5C2-19C619726808}" type="pres">
      <dgm:prSet presAssocID="{7E74AA2A-F661-4D1A-835C-66639AD8C043}" presName="rootText" presStyleLbl="node3" presStyleIdx="3" presStyleCnt="4">
        <dgm:presLayoutVars>
          <dgm:chPref val="3"/>
        </dgm:presLayoutVars>
      </dgm:prSet>
      <dgm:spPr/>
    </dgm:pt>
    <dgm:pt modelId="{66FB273A-CB09-4B6F-960C-1DA95CCA3B76}" type="pres">
      <dgm:prSet presAssocID="{7E74AA2A-F661-4D1A-835C-66639AD8C043}" presName="rootConnector" presStyleLbl="node3" presStyleIdx="3" presStyleCnt="4"/>
      <dgm:spPr/>
    </dgm:pt>
    <dgm:pt modelId="{77F24BF9-BBCF-44B7-8603-8AA2853760BC}" type="pres">
      <dgm:prSet presAssocID="{7E74AA2A-F661-4D1A-835C-66639AD8C043}" presName="hierChild4" presStyleCnt="0"/>
      <dgm:spPr/>
    </dgm:pt>
    <dgm:pt modelId="{6C55C101-B999-48B6-8B3A-8410A5DB11F9}" type="pres">
      <dgm:prSet presAssocID="{7E74AA2A-F661-4D1A-835C-66639AD8C043}" presName="hierChild5" presStyleCnt="0"/>
      <dgm:spPr/>
    </dgm:pt>
    <dgm:pt modelId="{43920302-61DF-4E99-A309-5698310959C3}" type="pres">
      <dgm:prSet presAssocID="{C2AA4E4E-BF10-4735-B6ED-A6CC81F37180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C1886201-D329-46C9-BA91-87DCA1A5CAF1}" type="presOf" srcId="{3EA4F297-2C64-488B-99A1-FD1B24E8B1EA}" destId="{9B70021E-21DA-4605-A806-1515544AC67A}" srcOrd="0" destOrd="0" presId="urn:microsoft.com/office/officeart/2005/8/layout/orgChart1"/>
    <dgm:cxn modelId="{6FE98D08-4507-4F45-89CC-99D5E391316F}" srcId="{C2AA4E4E-BF10-4735-B6ED-A6CC81F37180}" destId="{7E74AA2A-F661-4D1A-835C-66639AD8C043}" srcOrd="3" destOrd="0" parTransId="{A71FD4A3-4CCB-4EF9-9BD9-9848892B0D7E}" sibTransId="{D3137757-4A18-45EA-BBB5-C322A3F7E9A6}"/>
    <dgm:cxn modelId="{CC7D001B-AE5E-4AC4-A127-9FF97932CADB}" srcId="{C2AA4E4E-BF10-4735-B6ED-A6CC81F37180}" destId="{6DF770FD-EF07-479E-9577-A1936E19C5B7}" srcOrd="2" destOrd="0" parTransId="{5C92C23A-747F-4BC5-A6D3-E5DAC834EA1D}" sibTransId="{0E60D3A4-20EE-4B24-B7A1-7178CCCF8A67}"/>
    <dgm:cxn modelId="{9CB6CD2E-1E00-4ECA-94E5-8F1C1435C659}" type="presOf" srcId="{5C92C23A-747F-4BC5-A6D3-E5DAC834EA1D}" destId="{6DE9ACDE-B83E-460A-81E8-79AE65436470}" srcOrd="0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FA849736-6361-4551-9807-88420F396F1F}" type="presOf" srcId="{9231E4EE-51D8-4867-B249-E5E5ABB7135B}" destId="{CBA4ED7A-3B2E-4575-B315-C7FBB8F27DC3}" srcOrd="0" destOrd="0" presId="urn:microsoft.com/office/officeart/2005/8/layout/orgChart1"/>
    <dgm:cxn modelId="{8AAD703B-7EC3-4B96-9629-984400522E33}" type="presOf" srcId="{5AA965D2-E735-47C2-9554-761A56D82F70}" destId="{2E2DB027-5065-4132-818F-0C16468552F7}" srcOrd="1" destOrd="0" presId="urn:microsoft.com/office/officeart/2005/8/layout/orgChart1"/>
    <dgm:cxn modelId="{D585D869-6962-43B4-99D6-F1ADA9149C5A}" srcId="{C2AA4E4E-BF10-4735-B6ED-A6CC81F37180}" destId="{5AA965D2-E735-47C2-9554-761A56D82F70}" srcOrd="1" destOrd="0" parTransId="{BFC991B3-01AA-464A-930A-25B1B9793267}" sibTransId="{5C0E5BA2-CE6B-4A5F-9613-A097AF572E10}"/>
    <dgm:cxn modelId="{DB95AE72-80DE-4CA7-903F-AE92B9D783E1}" type="presOf" srcId="{BFC991B3-01AA-464A-930A-25B1B9793267}" destId="{CEA87A53-2326-41DE-A40B-78F0D9AA409D}" srcOrd="0" destOrd="0" presId="urn:microsoft.com/office/officeart/2005/8/layout/orgChart1"/>
    <dgm:cxn modelId="{C04F7554-3014-4AAC-BA77-59EFFAFEFB00}" srcId="{C2AA4E4E-BF10-4735-B6ED-A6CC81F37180}" destId="{F26828B5-EEAA-4AA3-9FDF-25D86CBA1D7C}" srcOrd="0" destOrd="0" parTransId="{3EA4F297-2C64-488B-99A1-FD1B24E8B1EA}" sibTransId="{2C59EFFB-4718-4218-B68D-D1013C3686D6}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C83EAE7E-0BB5-4D1D-98F0-0067C520D4E9}" type="presOf" srcId="{C2AA4E4E-BF10-4735-B6ED-A6CC81F37180}" destId="{6D7F3128-70D1-4560-A2F9-2C41C4B20F2C}" srcOrd="1" destOrd="0" presId="urn:microsoft.com/office/officeart/2005/8/layout/orgChart1"/>
    <dgm:cxn modelId="{E67CA987-824A-453F-BDDE-1EA818535968}" type="presOf" srcId="{5AA965D2-E735-47C2-9554-761A56D82F70}" destId="{1FB93255-12F1-4352-8AE8-3D44E3836C85}" srcOrd="0" destOrd="0" presId="urn:microsoft.com/office/officeart/2005/8/layout/orgChart1"/>
    <dgm:cxn modelId="{7C924291-A758-47F8-A262-3C4C2116170A}" type="presOf" srcId="{7E74AA2A-F661-4D1A-835C-66639AD8C043}" destId="{F990C8C0-EFE5-4F56-A5C2-19C619726808}" srcOrd="0" destOrd="0" presId="urn:microsoft.com/office/officeart/2005/8/layout/orgChart1"/>
    <dgm:cxn modelId="{47E76395-DA67-40DB-81DB-4F99D9E8436D}" type="presOf" srcId="{F26828B5-EEAA-4AA3-9FDF-25D86CBA1D7C}" destId="{CFDD0416-F16A-49E3-8873-7FA35C255FFB}" srcOrd="0" destOrd="0" presId="urn:microsoft.com/office/officeart/2005/8/layout/orgChart1"/>
    <dgm:cxn modelId="{4BC5D29D-C9D9-4BB6-8FF1-A84BFC6A1C62}" srcId="{51019B81-EE5F-417F-A885-F26C2F796447}" destId="{C2AA4E4E-BF10-4735-B6ED-A6CC81F37180}" srcOrd="0" destOrd="0" parTransId="{9231E4EE-51D8-4867-B249-E5E5ABB7135B}" sibTransId="{C00529C4-E078-4CB5-B578-699B0713307D}"/>
    <dgm:cxn modelId="{17D3B4A6-FA9B-4FE1-AA1C-41494C8744AD}" type="presOf" srcId="{7E74AA2A-F661-4D1A-835C-66639AD8C043}" destId="{66FB273A-CB09-4B6F-960C-1DA95CCA3B76}" srcOrd="1" destOrd="0" presId="urn:microsoft.com/office/officeart/2005/8/layout/orgChart1"/>
    <dgm:cxn modelId="{DEC557B0-54B7-4D19-BA72-734831E650A8}" type="presOf" srcId="{6DF770FD-EF07-479E-9577-A1936E19C5B7}" destId="{86EA1052-039F-4DF4-A18A-2DE9B09D3D0A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226FAFDA-59F5-4D6E-A2A5-7F8E230EA0D3}" type="presOf" srcId="{A71FD4A3-4CCB-4EF9-9BD9-9848892B0D7E}" destId="{76905853-D177-4E7A-A554-B46B821E4581}" srcOrd="0" destOrd="0" presId="urn:microsoft.com/office/officeart/2005/8/layout/orgChart1"/>
    <dgm:cxn modelId="{FA057CE3-5B40-41B7-9AC3-899F8B1EA33A}" type="presOf" srcId="{6DF770FD-EF07-479E-9577-A1936E19C5B7}" destId="{EE011E9E-6254-4C68-B2F8-24A805FA5BEC}" srcOrd="1" destOrd="0" presId="urn:microsoft.com/office/officeart/2005/8/layout/orgChart1"/>
    <dgm:cxn modelId="{B4C801EB-554F-41A6-BA60-686B068291B9}" type="presOf" srcId="{F26828B5-EEAA-4AA3-9FDF-25D86CBA1D7C}" destId="{B60109BC-2FA2-4D8A-AC1F-4556B56A0CCD}" srcOrd="1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6560ACFD-D1BB-40D5-96B7-C495EC0416BF}" type="presOf" srcId="{C2AA4E4E-BF10-4735-B6ED-A6CC81F37180}" destId="{FF848E77-B3B7-4E30-84DD-09218CFF013C}" srcOrd="0" destOrd="0" presId="urn:microsoft.com/office/officeart/2005/8/layout/orgChart1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C65ED11F-062C-4322-AAAE-7EB28AD31843}" type="presParOf" srcId="{9711FE6A-1F6F-48D2-B028-F2B77EDDEE4C}" destId="{CBA4ED7A-3B2E-4575-B315-C7FBB8F27DC3}" srcOrd="0" destOrd="0" presId="urn:microsoft.com/office/officeart/2005/8/layout/orgChart1"/>
    <dgm:cxn modelId="{B1DA97A0-DDCE-408B-B2DD-81445445C2B5}" type="presParOf" srcId="{9711FE6A-1F6F-48D2-B028-F2B77EDDEE4C}" destId="{BCBDEE7F-F2A2-489F-95A6-9B24255002F7}" srcOrd="1" destOrd="0" presId="urn:microsoft.com/office/officeart/2005/8/layout/orgChart1"/>
    <dgm:cxn modelId="{49E71B3B-A63C-46CA-A008-6601BB9110F9}" type="presParOf" srcId="{BCBDEE7F-F2A2-489F-95A6-9B24255002F7}" destId="{D67E4CF0-5D62-4B8C-A579-21B3D9BB7AF7}" srcOrd="0" destOrd="0" presId="urn:microsoft.com/office/officeart/2005/8/layout/orgChart1"/>
    <dgm:cxn modelId="{48F642DC-7943-4B76-BA47-19D7450646F0}" type="presParOf" srcId="{D67E4CF0-5D62-4B8C-A579-21B3D9BB7AF7}" destId="{FF848E77-B3B7-4E30-84DD-09218CFF013C}" srcOrd="0" destOrd="0" presId="urn:microsoft.com/office/officeart/2005/8/layout/orgChart1"/>
    <dgm:cxn modelId="{12F7184C-1705-44E2-893A-22A1913C4BF8}" type="presParOf" srcId="{D67E4CF0-5D62-4B8C-A579-21B3D9BB7AF7}" destId="{6D7F3128-70D1-4560-A2F9-2C41C4B20F2C}" srcOrd="1" destOrd="0" presId="urn:microsoft.com/office/officeart/2005/8/layout/orgChart1"/>
    <dgm:cxn modelId="{01976376-E0C8-48EC-A2FB-B87F3092C71B}" type="presParOf" srcId="{BCBDEE7F-F2A2-489F-95A6-9B24255002F7}" destId="{026A31BC-D8DB-4028-B092-AB857F550985}" srcOrd="1" destOrd="0" presId="urn:microsoft.com/office/officeart/2005/8/layout/orgChart1"/>
    <dgm:cxn modelId="{8AEC765D-22B0-4C34-9BED-DFE7FD1B3549}" type="presParOf" srcId="{026A31BC-D8DB-4028-B092-AB857F550985}" destId="{9B70021E-21DA-4605-A806-1515544AC67A}" srcOrd="0" destOrd="0" presId="urn:microsoft.com/office/officeart/2005/8/layout/orgChart1"/>
    <dgm:cxn modelId="{A119890E-C29B-43E8-83F2-4BAFEC730101}" type="presParOf" srcId="{026A31BC-D8DB-4028-B092-AB857F550985}" destId="{7B8CB53B-AB19-4344-A159-C435824DAED8}" srcOrd="1" destOrd="0" presId="urn:microsoft.com/office/officeart/2005/8/layout/orgChart1"/>
    <dgm:cxn modelId="{FCF51F34-D86A-4078-99F2-0B0E1256967A}" type="presParOf" srcId="{7B8CB53B-AB19-4344-A159-C435824DAED8}" destId="{CAC441D3-FCEC-4FE8-BB89-CB6D2FF3CE95}" srcOrd="0" destOrd="0" presId="urn:microsoft.com/office/officeart/2005/8/layout/orgChart1"/>
    <dgm:cxn modelId="{60D1BB3D-A01C-4741-97FB-0C66FE05C01C}" type="presParOf" srcId="{CAC441D3-FCEC-4FE8-BB89-CB6D2FF3CE95}" destId="{CFDD0416-F16A-49E3-8873-7FA35C255FFB}" srcOrd="0" destOrd="0" presId="urn:microsoft.com/office/officeart/2005/8/layout/orgChart1"/>
    <dgm:cxn modelId="{F0F54589-6874-4411-BAA3-DAEDE49DC7E0}" type="presParOf" srcId="{CAC441D3-FCEC-4FE8-BB89-CB6D2FF3CE95}" destId="{B60109BC-2FA2-4D8A-AC1F-4556B56A0CCD}" srcOrd="1" destOrd="0" presId="urn:microsoft.com/office/officeart/2005/8/layout/orgChart1"/>
    <dgm:cxn modelId="{9995F045-0B99-4781-8CEB-B9483BAE80F9}" type="presParOf" srcId="{7B8CB53B-AB19-4344-A159-C435824DAED8}" destId="{AC7BDA9D-E08D-460C-B538-941E4C09E564}" srcOrd="1" destOrd="0" presId="urn:microsoft.com/office/officeart/2005/8/layout/orgChart1"/>
    <dgm:cxn modelId="{302E328E-740E-47A6-A1B6-179FDD2BC2CD}" type="presParOf" srcId="{7B8CB53B-AB19-4344-A159-C435824DAED8}" destId="{0411A9A6-3181-42DA-9757-EB1FBE19887E}" srcOrd="2" destOrd="0" presId="urn:microsoft.com/office/officeart/2005/8/layout/orgChart1"/>
    <dgm:cxn modelId="{C22080AB-DC7C-4D6C-9E44-40AF57BE9483}" type="presParOf" srcId="{026A31BC-D8DB-4028-B092-AB857F550985}" destId="{CEA87A53-2326-41DE-A40B-78F0D9AA409D}" srcOrd="2" destOrd="0" presId="urn:microsoft.com/office/officeart/2005/8/layout/orgChart1"/>
    <dgm:cxn modelId="{4B7FDE9D-70C5-4017-B47B-E044100808D8}" type="presParOf" srcId="{026A31BC-D8DB-4028-B092-AB857F550985}" destId="{EB4ABE4E-48F6-492B-9C88-8E241FB8D27F}" srcOrd="3" destOrd="0" presId="urn:microsoft.com/office/officeart/2005/8/layout/orgChart1"/>
    <dgm:cxn modelId="{C186B485-2CB7-4AC1-8AA3-F8BDE5041F43}" type="presParOf" srcId="{EB4ABE4E-48F6-492B-9C88-8E241FB8D27F}" destId="{C0765AEA-B5D8-470A-B777-BEBBDB7B6A7A}" srcOrd="0" destOrd="0" presId="urn:microsoft.com/office/officeart/2005/8/layout/orgChart1"/>
    <dgm:cxn modelId="{FF47E79F-D343-4C82-8E7B-7E4A811C6AF5}" type="presParOf" srcId="{C0765AEA-B5D8-470A-B777-BEBBDB7B6A7A}" destId="{1FB93255-12F1-4352-8AE8-3D44E3836C85}" srcOrd="0" destOrd="0" presId="urn:microsoft.com/office/officeart/2005/8/layout/orgChart1"/>
    <dgm:cxn modelId="{4787C3E3-9EDB-4FD9-B235-7BB9A4F0E61A}" type="presParOf" srcId="{C0765AEA-B5D8-470A-B777-BEBBDB7B6A7A}" destId="{2E2DB027-5065-4132-818F-0C16468552F7}" srcOrd="1" destOrd="0" presId="urn:microsoft.com/office/officeart/2005/8/layout/orgChart1"/>
    <dgm:cxn modelId="{047BEF2C-1E59-4C15-A302-FFE06FF06598}" type="presParOf" srcId="{EB4ABE4E-48F6-492B-9C88-8E241FB8D27F}" destId="{D98837EB-5BEF-44A1-A97D-49C5EB87778E}" srcOrd="1" destOrd="0" presId="urn:microsoft.com/office/officeart/2005/8/layout/orgChart1"/>
    <dgm:cxn modelId="{E108DE00-CC67-4320-8D91-12E3AF962D41}" type="presParOf" srcId="{EB4ABE4E-48F6-492B-9C88-8E241FB8D27F}" destId="{28A67CA9-80ED-4201-AD97-187CC1492F42}" srcOrd="2" destOrd="0" presId="urn:microsoft.com/office/officeart/2005/8/layout/orgChart1"/>
    <dgm:cxn modelId="{57FB9FB2-3455-4ED9-801F-50942D71239D}" type="presParOf" srcId="{026A31BC-D8DB-4028-B092-AB857F550985}" destId="{6DE9ACDE-B83E-460A-81E8-79AE65436470}" srcOrd="4" destOrd="0" presId="urn:microsoft.com/office/officeart/2005/8/layout/orgChart1"/>
    <dgm:cxn modelId="{4977BA5F-B625-412F-AB7C-A17563F1F558}" type="presParOf" srcId="{026A31BC-D8DB-4028-B092-AB857F550985}" destId="{9D4FD23E-4BA6-4559-AE49-9687B84CD10A}" srcOrd="5" destOrd="0" presId="urn:microsoft.com/office/officeart/2005/8/layout/orgChart1"/>
    <dgm:cxn modelId="{E21BEA03-E442-4C8D-B8A2-443592350270}" type="presParOf" srcId="{9D4FD23E-4BA6-4559-AE49-9687B84CD10A}" destId="{027909B7-7E75-447B-BF11-6987F10289B8}" srcOrd="0" destOrd="0" presId="urn:microsoft.com/office/officeart/2005/8/layout/orgChart1"/>
    <dgm:cxn modelId="{598B9CD4-15A6-4553-8F75-01C56D7A56ED}" type="presParOf" srcId="{027909B7-7E75-447B-BF11-6987F10289B8}" destId="{86EA1052-039F-4DF4-A18A-2DE9B09D3D0A}" srcOrd="0" destOrd="0" presId="urn:microsoft.com/office/officeart/2005/8/layout/orgChart1"/>
    <dgm:cxn modelId="{2CA84CF1-90E3-40EF-9A7C-E79E76647A00}" type="presParOf" srcId="{027909B7-7E75-447B-BF11-6987F10289B8}" destId="{EE011E9E-6254-4C68-B2F8-24A805FA5BEC}" srcOrd="1" destOrd="0" presId="urn:microsoft.com/office/officeart/2005/8/layout/orgChart1"/>
    <dgm:cxn modelId="{2912F264-AF7B-436A-A58D-E8261542D4A1}" type="presParOf" srcId="{9D4FD23E-4BA6-4559-AE49-9687B84CD10A}" destId="{47517B33-8716-4842-B1B7-B1C2C45C504C}" srcOrd="1" destOrd="0" presId="urn:microsoft.com/office/officeart/2005/8/layout/orgChart1"/>
    <dgm:cxn modelId="{E51D0D8C-C0D8-4C35-954E-A9EFB488BC84}" type="presParOf" srcId="{9D4FD23E-4BA6-4559-AE49-9687B84CD10A}" destId="{DB655EFF-EF3C-4C9C-A8BC-2204468FBFFD}" srcOrd="2" destOrd="0" presId="urn:microsoft.com/office/officeart/2005/8/layout/orgChart1"/>
    <dgm:cxn modelId="{E46247E0-E15D-4193-959B-62F8A33B0562}" type="presParOf" srcId="{026A31BC-D8DB-4028-B092-AB857F550985}" destId="{76905853-D177-4E7A-A554-B46B821E4581}" srcOrd="6" destOrd="0" presId="urn:microsoft.com/office/officeart/2005/8/layout/orgChart1"/>
    <dgm:cxn modelId="{977D6687-4BA2-483E-AAAC-7E09C20101E9}" type="presParOf" srcId="{026A31BC-D8DB-4028-B092-AB857F550985}" destId="{96F99210-7F0C-428E-A50D-98EEC97C0B53}" srcOrd="7" destOrd="0" presId="urn:microsoft.com/office/officeart/2005/8/layout/orgChart1"/>
    <dgm:cxn modelId="{57656FFE-C721-421D-91A3-43F97DACAC91}" type="presParOf" srcId="{96F99210-7F0C-428E-A50D-98EEC97C0B53}" destId="{3EF5FD0E-D641-47ED-BA2B-DBD75CF22D46}" srcOrd="0" destOrd="0" presId="urn:microsoft.com/office/officeart/2005/8/layout/orgChart1"/>
    <dgm:cxn modelId="{0AB9ECB3-6449-4CB3-B6CC-3467D19699C9}" type="presParOf" srcId="{3EF5FD0E-D641-47ED-BA2B-DBD75CF22D46}" destId="{F990C8C0-EFE5-4F56-A5C2-19C619726808}" srcOrd="0" destOrd="0" presId="urn:microsoft.com/office/officeart/2005/8/layout/orgChart1"/>
    <dgm:cxn modelId="{89B6C7E9-36BE-4F41-B164-9C0946EB04EF}" type="presParOf" srcId="{3EF5FD0E-D641-47ED-BA2B-DBD75CF22D46}" destId="{66FB273A-CB09-4B6F-960C-1DA95CCA3B76}" srcOrd="1" destOrd="0" presId="urn:microsoft.com/office/officeart/2005/8/layout/orgChart1"/>
    <dgm:cxn modelId="{DCFAD725-99A1-439C-91B7-928B430B4A4A}" type="presParOf" srcId="{96F99210-7F0C-428E-A50D-98EEC97C0B53}" destId="{77F24BF9-BBCF-44B7-8603-8AA2853760BC}" srcOrd="1" destOrd="0" presId="urn:microsoft.com/office/officeart/2005/8/layout/orgChart1"/>
    <dgm:cxn modelId="{08840FFE-03CB-4CA3-80DD-60BE44F681CE}" type="presParOf" srcId="{96F99210-7F0C-428E-A50D-98EEC97C0B53}" destId="{6C55C101-B999-48B6-8B3A-8410A5DB11F9}" srcOrd="2" destOrd="0" presId="urn:microsoft.com/office/officeart/2005/8/layout/orgChart1"/>
    <dgm:cxn modelId="{A77118FC-7FB4-4961-BE2A-63022DFF162E}" type="presParOf" srcId="{BCBDEE7F-F2A2-489F-95A6-9B24255002F7}" destId="{43920302-61DF-4E99-A309-5698310959C3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C2AA4E4E-BF10-4735-B6ED-A6CC81F3718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gm:t>
    </dgm:pt>
    <dgm:pt modelId="{9231E4EE-51D8-4867-B249-E5E5ABB7135B}" type="parTrans" cxnId="{4BC5D29D-C9D9-4BB6-8FF1-A84BFC6A1C62}">
      <dgm:prSet/>
      <dgm:spPr/>
      <dgm:t>
        <a:bodyPr/>
        <a:lstStyle/>
        <a:p>
          <a:endParaRPr lang="en-US"/>
        </a:p>
      </dgm:t>
    </dgm:pt>
    <dgm:pt modelId="{C00529C4-E078-4CB5-B578-699B0713307D}" type="sibTrans" cxnId="{4BC5D29D-C9D9-4BB6-8FF1-A84BFC6A1C62}">
      <dgm:prSet/>
      <dgm:spPr/>
      <dgm:t>
        <a:bodyPr/>
        <a:lstStyle/>
        <a:p>
          <a:endParaRPr lang="en-US"/>
        </a:p>
      </dgm:t>
    </dgm:pt>
    <dgm:pt modelId="{F26828B5-EEAA-4AA3-9FDF-25D86CBA1D7C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Software</a:t>
          </a:r>
        </a:p>
      </dgm:t>
    </dgm:pt>
    <dgm:pt modelId="{3EA4F297-2C64-488B-99A1-FD1B24E8B1EA}" type="parTrans" cxnId="{C04F7554-3014-4AAC-BA77-59EFFAFEFB00}">
      <dgm:prSet/>
      <dgm:spPr/>
      <dgm:t>
        <a:bodyPr/>
        <a:lstStyle/>
        <a:p>
          <a:endParaRPr lang="en-US"/>
        </a:p>
      </dgm:t>
    </dgm:pt>
    <dgm:pt modelId="{2C59EFFB-4718-4218-B68D-D1013C3686D6}" type="sibTrans" cxnId="{C04F7554-3014-4AAC-BA77-59EFFAFEFB00}">
      <dgm:prSet/>
      <dgm:spPr/>
      <dgm:t>
        <a:bodyPr/>
        <a:lstStyle/>
        <a:p>
          <a:endParaRPr lang="en-US"/>
        </a:p>
      </dgm:t>
    </dgm:pt>
    <dgm:pt modelId="{5AA965D2-E735-47C2-9554-761A56D82F7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Technology</a:t>
          </a:r>
        </a:p>
      </dgm:t>
    </dgm:pt>
    <dgm:pt modelId="{BFC991B3-01AA-464A-930A-25B1B9793267}" type="parTrans" cxnId="{D585D869-6962-43B4-99D6-F1ADA9149C5A}">
      <dgm:prSet/>
      <dgm:spPr/>
      <dgm:t>
        <a:bodyPr/>
        <a:lstStyle/>
        <a:p>
          <a:endParaRPr lang="en-US"/>
        </a:p>
      </dgm:t>
    </dgm:pt>
    <dgm:pt modelId="{5C0E5BA2-CE6B-4A5F-9613-A097AF572E10}" type="sibTrans" cxnId="{D585D869-6962-43B4-99D6-F1ADA9149C5A}">
      <dgm:prSet/>
      <dgm:spPr/>
      <dgm:t>
        <a:bodyPr/>
        <a:lstStyle/>
        <a:p>
          <a:endParaRPr lang="en-US"/>
        </a:p>
      </dgm:t>
    </dgm:pt>
    <dgm:pt modelId="{6DF770FD-EF07-479E-9577-A1936E19C5B7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Business</a:t>
          </a:r>
        </a:p>
      </dgm:t>
    </dgm:pt>
    <dgm:pt modelId="{5C92C23A-747F-4BC5-A6D3-E5DAC834EA1D}" type="parTrans" cxnId="{CC7D001B-AE5E-4AC4-A127-9FF97932CADB}">
      <dgm:prSet/>
      <dgm:spPr/>
      <dgm:t>
        <a:bodyPr/>
        <a:lstStyle/>
        <a:p>
          <a:endParaRPr lang="en-US"/>
        </a:p>
      </dgm:t>
    </dgm:pt>
    <dgm:pt modelId="{0E60D3A4-20EE-4B24-B7A1-7178CCCF8A67}" type="sibTrans" cxnId="{CC7D001B-AE5E-4AC4-A127-9FF97932CADB}">
      <dgm:prSet/>
      <dgm:spPr/>
      <dgm:t>
        <a:bodyPr/>
        <a:lstStyle/>
        <a:p>
          <a:endParaRPr lang="en-US"/>
        </a:p>
      </dgm:t>
    </dgm:pt>
    <dgm:pt modelId="{7E74AA2A-F661-4D1A-835C-66639AD8C043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Organization change </a:t>
          </a:r>
        </a:p>
      </dgm:t>
    </dgm:pt>
    <dgm:pt modelId="{A71FD4A3-4CCB-4EF9-9BD9-9848892B0D7E}" type="parTrans" cxnId="{6FE98D08-4507-4F45-89CC-99D5E391316F}">
      <dgm:prSet/>
      <dgm:spPr/>
      <dgm:t>
        <a:bodyPr/>
        <a:lstStyle/>
        <a:p>
          <a:endParaRPr lang="en-US"/>
        </a:p>
      </dgm:t>
    </dgm:pt>
    <dgm:pt modelId="{D3137757-4A18-45EA-BBB5-C322A3F7E9A6}" type="sibTrans" cxnId="{6FE98D08-4507-4F45-89CC-99D5E391316F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CBA4ED7A-3B2E-4575-B315-C7FBB8F27DC3}" type="pres">
      <dgm:prSet presAssocID="{9231E4EE-51D8-4867-B249-E5E5ABB7135B}" presName="Name37" presStyleLbl="parChTrans1D2" presStyleIdx="0" presStyleCnt="1"/>
      <dgm:spPr/>
    </dgm:pt>
    <dgm:pt modelId="{BCBDEE7F-F2A2-489F-95A6-9B24255002F7}" type="pres">
      <dgm:prSet presAssocID="{C2AA4E4E-BF10-4735-B6ED-A6CC81F37180}" presName="hierRoot2" presStyleCnt="0">
        <dgm:presLayoutVars>
          <dgm:hierBranch val="init"/>
        </dgm:presLayoutVars>
      </dgm:prSet>
      <dgm:spPr/>
    </dgm:pt>
    <dgm:pt modelId="{D67E4CF0-5D62-4B8C-A579-21B3D9BB7AF7}" type="pres">
      <dgm:prSet presAssocID="{C2AA4E4E-BF10-4735-B6ED-A6CC81F37180}" presName="rootComposite" presStyleCnt="0"/>
      <dgm:spPr/>
    </dgm:pt>
    <dgm:pt modelId="{FF848E77-B3B7-4E30-84DD-09218CFF013C}" type="pres">
      <dgm:prSet presAssocID="{C2AA4E4E-BF10-4735-B6ED-A6CC81F37180}" presName="rootText" presStyleLbl="node2" presStyleIdx="0" presStyleCnt="1">
        <dgm:presLayoutVars>
          <dgm:chPref val="3"/>
        </dgm:presLayoutVars>
      </dgm:prSet>
      <dgm:spPr>
        <a:xfrm>
          <a:off x="915526" y="803695"/>
          <a:ext cx="1127227" cy="563613"/>
        </a:xfrm>
        <a:prstGeom prst="rect">
          <a:avLst/>
        </a:prstGeom>
      </dgm:spPr>
    </dgm:pt>
    <dgm:pt modelId="{6D7F3128-70D1-4560-A2F9-2C41C4B20F2C}" type="pres">
      <dgm:prSet presAssocID="{C2AA4E4E-BF10-4735-B6ED-A6CC81F37180}" presName="rootConnector" presStyleLbl="node2" presStyleIdx="0" presStyleCnt="1"/>
      <dgm:spPr/>
    </dgm:pt>
    <dgm:pt modelId="{026A31BC-D8DB-4028-B092-AB857F550985}" type="pres">
      <dgm:prSet presAssocID="{C2AA4E4E-BF10-4735-B6ED-A6CC81F37180}" presName="hierChild4" presStyleCnt="0"/>
      <dgm:spPr/>
    </dgm:pt>
    <dgm:pt modelId="{9B70021E-21DA-4605-A806-1515544AC67A}" type="pres">
      <dgm:prSet presAssocID="{3EA4F297-2C64-488B-99A1-FD1B24E8B1EA}" presName="Name37" presStyleLbl="parChTrans1D3" presStyleIdx="0" presStyleCnt="4"/>
      <dgm:spPr/>
    </dgm:pt>
    <dgm:pt modelId="{7B8CB53B-AB19-4344-A159-C435824DAED8}" type="pres">
      <dgm:prSet presAssocID="{F26828B5-EEAA-4AA3-9FDF-25D86CBA1D7C}" presName="hierRoot2" presStyleCnt="0">
        <dgm:presLayoutVars>
          <dgm:hierBranch val="init"/>
        </dgm:presLayoutVars>
      </dgm:prSet>
      <dgm:spPr/>
    </dgm:pt>
    <dgm:pt modelId="{CAC441D3-FCEC-4FE8-BB89-CB6D2FF3CE95}" type="pres">
      <dgm:prSet presAssocID="{F26828B5-EEAA-4AA3-9FDF-25D86CBA1D7C}" presName="rootComposite" presStyleCnt="0"/>
      <dgm:spPr/>
    </dgm:pt>
    <dgm:pt modelId="{CFDD0416-F16A-49E3-8873-7FA35C255FFB}" type="pres">
      <dgm:prSet presAssocID="{F26828B5-EEAA-4AA3-9FDF-25D86CBA1D7C}" presName="rootText" presStyleLbl="node3" presStyleIdx="0" presStyleCnt="4">
        <dgm:presLayoutVars>
          <dgm:chPref val="3"/>
        </dgm:presLayoutVars>
      </dgm:prSet>
      <dgm:spPr>
        <a:xfrm>
          <a:off x="1197333" y="1604027"/>
          <a:ext cx="1127227" cy="563613"/>
        </a:xfrm>
        <a:prstGeom prst="rect">
          <a:avLst/>
        </a:prstGeom>
      </dgm:spPr>
    </dgm:pt>
    <dgm:pt modelId="{B60109BC-2FA2-4D8A-AC1F-4556B56A0CCD}" type="pres">
      <dgm:prSet presAssocID="{F26828B5-EEAA-4AA3-9FDF-25D86CBA1D7C}" presName="rootConnector" presStyleLbl="node3" presStyleIdx="0" presStyleCnt="4"/>
      <dgm:spPr/>
    </dgm:pt>
    <dgm:pt modelId="{AC7BDA9D-E08D-460C-B538-941E4C09E564}" type="pres">
      <dgm:prSet presAssocID="{F26828B5-EEAA-4AA3-9FDF-25D86CBA1D7C}" presName="hierChild4" presStyleCnt="0"/>
      <dgm:spPr/>
    </dgm:pt>
    <dgm:pt modelId="{0411A9A6-3181-42DA-9757-EB1FBE19887E}" type="pres">
      <dgm:prSet presAssocID="{F26828B5-EEAA-4AA3-9FDF-25D86CBA1D7C}" presName="hierChild5" presStyleCnt="0"/>
      <dgm:spPr/>
    </dgm:pt>
    <dgm:pt modelId="{CEA87A53-2326-41DE-A40B-78F0D9AA409D}" type="pres">
      <dgm:prSet presAssocID="{BFC991B3-01AA-464A-930A-25B1B9793267}" presName="Name37" presStyleLbl="parChTrans1D3" presStyleIdx="1" presStyleCnt="4"/>
      <dgm:spPr/>
    </dgm:pt>
    <dgm:pt modelId="{EB4ABE4E-48F6-492B-9C88-8E241FB8D27F}" type="pres">
      <dgm:prSet presAssocID="{5AA965D2-E735-47C2-9554-761A56D82F70}" presName="hierRoot2" presStyleCnt="0">
        <dgm:presLayoutVars>
          <dgm:hierBranch val="init"/>
        </dgm:presLayoutVars>
      </dgm:prSet>
      <dgm:spPr/>
    </dgm:pt>
    <dgm:pt modelId="{C0765AEA-B5D8-470A-B777-BEBBDB7B6A7A}" type="pres">
      <dgm:prSet presAssocID="{5AA965D2-E735-47C2-9554-761A56D82F70}" presName="rootComposite" presStyleCnt="0"/>
      <dgm:spPr/>
    </dgm:pt>
    <dgm:pt modelId="{1FB93255-12F1-4352-8AE8-3D44E3836C85}" type="pres">
      <dgm:prSet presAssocID="{5AA965D2-E735-47C2-9554-761A56D82F70}" presName="rootText" presStyleLbl="node3" presStyleIdx="1" presStyleCnt="4">
        <dgm:presLayoutVars>
          <dgm:chPref val="3"/>
        </dgm:presLayoutVars>
      </dgm:prSet>
      <dgm:spPr>
        <a:xfrm>
          <a:off x="1197333" y="2404358"/>
          <a:ext cx="1127227" cy="563613"/>
        </a:xfrm>
        <a:prstGeom prst="rect">
          <a:avLst/>
        </a:prstGeom>
      </dgm:spPr>
    </dgm:pt>
    <dgm:pt modelId="{2E2DB027-5065-4132-818F-0C16468552F7}" type="pres">
      <dgm:prSet presAssocID="{5AA965D2-E735-47C2-9554-761A56D82F70}" presName="rootConnector" presStyleLbl="node3" presStyleIdx="1" presStyleCnt="4"/>
      <dgm:spPr/>
    </dgm:pt>
    <dgm:pt modelId="{D98837EB-5BEF-44A1-A97D-49C5EB87778E}" type="pres">
      <dgm:prSet presAssocID="{5AA965D2-E735-47C2-9554-761A56D82F70}" presName="hierChild4" presStyleCnt="0"/>
      <dgm:spPr/>
    </dgm:pt>
    <dgm:pt modelId="{28A67CA9-80ED-4201-AD97-187CC1492F42}" type="pres">
      <dgm:prSet presAssocID="{5AA965D2-E735-47C2-9554-761A56D82F70}" presName="hierChild5" presStyleCnt="0"/>
      <dgm:spPr/>
    </dgm:pt>
    <dgm:pt modelId="{6DE9ACDE-B83E-460A-81E8-79AE65436470}" type="pres">
      <dgm:prSet presAssocID="{5C92C23A-747F-4BC5-A6D3-E5DAC834EA1D}" presName="Name37" presStyleLbl="parChTrans1D3" presStyleIdx="2" presStyleCnt="4"/>
      <dgm:spPr/>
    </dgm:pt>
    <dgm:pt modelId="{9D4FD23E-4BA6-4559-AE49-9687B84CD10A}" type="pres">
      <dgm:prSet presAssocID="{6DF770FD-EF07-479E-9577-A1936E19C5B7}" presName="hierRoot2" presStyleCnt="0">
        <dgm:presLayoutVars>
          <dgm:hierBranch val="init"/>
        </dgm:presLayoutVars>
      </dgm:prSet>
      <dgm:spPr/>
    </dgm:pt>
    <dgm:pt modelId="{027909B7-7E75-447B-BF11-6987F10289B8}" type="pres">
      <dgm:prSet presAssocID="{6DF770FD-EF07-479E-9577-A1936E19C5B7}" presName="rootComposite" presStyleCnt="0"/>
      <dgm:spPr/>
    </dgm:pt>
    <dgm:pt modelId="{86EA1052-039F-4DF4-A18A-2DE9B09D3D0A}" type="pres">
      <dgm:prSet presAssocID="{6DF770FD-EF07-479E-9577-A1936E19C5B7}" presName="rootText" presStyleLbl="node3" presStyleIdx="2" presStyleCnt="4">
        <dgm:presLayoutVars>
          <dgm:chPref val="3"/>
        </dgm:presLayoutVars>
      </dgm:prSet>
      <dgm:spPr/>
    </dgm:pt>
    <dgm:pt modelId="{EE011E9E-6254-4C68-B2F8-24A805FA5BEC}" type="pres">
      <dgm:prSet presAssocID="{6DF770FD-EF07-479E-9577-A1936E19C5B7}" presName="rootConnector" presStyleLbl="node3" presStyleIdx="2" presStyleCnt="4"/>
      <dgm:spPr/>
    </dgm:pt>
    <dgm:pt modelId="{47517B33-8716-4842-B1B7-B1C2C45C504C}" type="pres">
      <dgm:prSet presAssocID="{6DF770FD-EF07-479E-9577-A1936E19C5B7}" presName="hierChild4" presStyleCnt="0"/>
      <dgm:spPr/>
    </dgm:pt>
    <dgm:pt modelId="{DB655EFF-EF3C-4C9C-A8BC-2204468FBFFD}" type="pres">
      <dgm:prSet presAssocID="{6DF770FD-EF07-479E-9577-A1936E19C5B7}" presName="hierChild5" presStyleCnt="0"/>
      <dgm:spPr/>
    </dgm:pt>
    <dgm:pt modelId="{76905853-D177-4E7A-A554-B46B821E4581}" type="pres">
      <dgm:prSet presAssocID="{A71FD4A3-4CCB-4EF9-9BD9-9848892B0D7E}" presName="Name37" presStyleLbl="parChTrans1D3" presStyleIdx="3" presStyleCnt="4"/>
      <dgm:spPr/>
    </dgm:pt>
    <dgm:pt modelId="{96F99210-7F0C-428E-A50D-98EEC97C0B53}" type="pres">
      <dgm:prSet presAssocID="{7E74AA2A-F661-4D1A-835C-66639AD8C043}" presName="hierRoot2" presStyleCnt="0">
        <dgm:presLayoutVars>
          <dgm:hierBranch val="init"/>
        </dgm:presLayoutVars>
      </dgm:prSet>
      <dgm:spPr/>
    </dgm:pt>
    <dgm:pt modelId="{3EF5FD0E-D641-47ED-BA2B-DBD75CF22D46}" type="pres">
      <dgm:prSet presAssocID="{7E74AA2A-F661-4D1A-835C-66639AD8C043}" presName="rootComposite" presStyleCnt="0"/>
      <dgm:spPr/>
    </dgm:pt>
    <dgm:pt modelId="{F990C8C0-EFE5-4F56-A5C2-19C619726808}" type="pres">
      <dgm:prSet presAssocID="{7E74AA2A-F661-4D1A-835C-66639AD8C043}" presName="rootText" presStyleLbl="node3" presStyleIdx="3" presStyleCnt="4">
        <dgm:presLayoutVars>
          <dgm:chPref val="3"/>
        </dgm:presLayoutVars>
      </dgm:prSet>
      <dgm:spPr/>
    </dgm:pt>
    <dgm:pt modelId="{66FB273A-CB09-4B6F-960C-1DA95CCA3B76}" type="pres">
      <dgm:prSet presAssocID="{7E74AA2A-F661-4D1A-835C-66639AD8C043}" presName="rootConnector" presStyleLbl="node3" presStyleIdx="3" presStyleCnt="4"/>
      <dgm:spPr/>
    </dgm:pt>
    <dgm:pt modelId="{77F24BF9-BBCF-44B7-8603-8AA2853760BC}" type="pres">
      <dgm:prSet presAssocID="{7E74AA2A-F661-4D1A-835C-66639AD8C043}" presName="hierChild4" presStyleCnt="0"/>
      <dgm:spPr/>
    </dgm:pt>
    <dgm:pt modelId="{6C55C101-B999-48B6-8B3A-8410A5DB11F9}" type="pres">
      <dgm:prSet presAssocID="{7E74AA2A-F661-4D1A-835C-66639AD8C043}" presName="hierChild5" presStyleCnt="0"/>
      <dgm:spPr/>
    </dgm:pt>
    <dgm:pt modelId="{43920302-61DF-4E99-A309-5698310959C3}" type="pres">
      <dgm:prSet presAssocID="{C2AA4E4E-BF10-4735-B6ED-A6CC81F37180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C1886201-D329-46C9-BA91-87DCA1A5CAF1}" type="presOf" srcId="{3EA4F297-2C64-488B-99A1-FD1B24E8B1EA}" destId="{9B70021E-21DA-4605-A806-1515544AC67A}" srcOrd="0" destOrd="0" presId="urn:microsoft.com/office/officeart/2005/8/layout/orgChart1"/>
    <dgm:cxn modelId="{6FE98D08-4507-4F45-89CC-99D5E391316F}" srcId="{C2AA4E4E-BF10-4735-B6ED-A6CC81F37180}" destId="{7E74AA2A-F661-4D1A-835C-66639AD8C043}" srcOrd="3" destOrd="0" parTransId="{A71FD4A3-4CCB-4EF9-9BD9-9848892B0D7E}" sibTransId="{D3137757-4A18-45EA-BBB5-C322A3F7E9A6}"/>
    <dgm:cxn modelId="{CC7D001B-AE5E-4AC4-A127-9FF97932CADB}" srcId="{C2AA4E4E-BF10-4735-B6ED-A6CC81F37180}" destId="{6DF770FD-EF07-479E-9577-A1936E19C5B7}" srcOrd="2" destOrd="0" parTransId="{5C92C23A-747F-4BC5-A6D3-E5DAC834EA1D}" sibTransId="{0E60D3A4-20EE-4B24-B7A1-7178CCCF8A67}"/>
    <dgm:cxn modelId="{9CB6CD2E-1E00-4ECA-94E5-8F1C1435C659}" type="presOf" srcId="{5C92C23A-747F-4BC5-A6D3-E5DAC834EA1D}" destId="{6DE9ACDE-B83E-460A-81E8-79AE65436470}" srcOrd="0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FA849736-6361-4551-9807-88420F396F1F}" type="presOf" srcId="{9231E4EE-51D8-4867-B249-E5E5ABB7135B}" destId="{CBA4ED7A-3B2E-4575-B315-C7FBB8F27DC3}" srcOrd="0" destOrd="0" presId="urn:microsoft.com/office/officeart/2005/8/layout/orgChart1"/>
    <dgm:cxn modelId="{8AAD703B-7EC3-4B96-9629-984400522E33}" type="presOf" srcId="{5AA965D2-E735-47C2-9554-761A56D82F70}" destId="{2E2DB027-5065-4132-818F-0C16468552F7}" srcOrd="1" destOrd="0" presId="urn:microsoft.com/office/officeart/2005/8/layout/orgChart1"/>
    <dgm:cxn modelId="{D585D869-6962-43B4-99D6-F1ADA9149C5A}" srcId="{C2AA4E4E-BF10-4735-B6ED-A6CC81F37180}" destId="{5AA965D2-E735-47C2-9554-761A56D82F70}" srcOrd="1" destOrd="0" parTransId="{BFC991B3-01AA-464A-930A-25B1B9793267}" sibTransId="{5C0E5BA2-CE6B-4A5F-9613-A097AF572E10}"/>
    <dgm:cxn modelId="{DB95AE72-80DE-4CA7-903F-AE92B9D783E1}" type="presOf" srcId="{BFC991B3-01AA-464A-930A-25B1B9793267}" destId="{CEA87A53-2326-41DE-A40B-78F0D9AA409D}" srcOrd="0" destOrd="0" presId="urn:microsoft.com/office/officeart/2005/8/layout/orgChart1"/>
    <dgm:cxn modelId="{C04F7554-3014-4AAC-BA77-59EFFAFEFB00}" srcId="{C2AA4E4E-BF10-4735-B6ED-A6CC81F37180}" destId="{F26828B5-EEAA-4AA3-9FDF-25D86CBA1D7C}" srcOrd="0" destOrd="0" parTransId="{3EA4F297-2C64-488B-99A1-FD1B24E8B1EA}" sibTransId="{2C59EFFB-4718-4218-B68D-D1013C3686D6}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C83EAE7E-0BB5-4D1D-98F0-0067C520D4E9}" type="presOf" srcId="{C2AA4E4E-BF10-4735-B6ED-A6CC81F37180}" destId="{6D7F3128-70D1-4560-A2F9-2C41C4B20F2C}" srcOrd="1" destOrd="0" presId="urn:microsoft.com/office/officeart/2005/8/layout/orgChart1"/>
    <dgm:cxn modelId="{E67CA987-824A-453F-BDDE-1EA818535968}" type="presOf" srcId="{5AA965D2-E735-47C2-9554-761A56D82F70}" destId="{1FB93255-12F1-4352-8AE8-3D44E3836C85}" srcOrd="0" destOrd="0" presId="urn:microsoft.com/office/officeart/2005/8/layout/orgChart1"/>
    <dgm:cxn modelId="{7C924291-A758-47F8-A262-3C4C2116170A}" type="presOf" srcId="{7E74AA2A-F661-4D1A-835C-66639AD8C043}" destId="{F990C8C0-EFE5-4F56-A5C2-19C619726808}" srcOrd="0" destOrd="0" presId="urn:microsoft.com/office/officeart/2005/8/layout/orgChart1"/>
    <dgm:cxn modelId="{47E76395-DA67-40DB-81DB-4F99D9E8436D}" type="presOf" srcId="{F26828B5-EEAA-4AA3-9FDF-25D86CBA1D7C}" destId="{CFDD0416-F16A-49E3-8873-7FA35C255FFB}" srcOrd="0" destOrd="0" presId="urn:microsoft.com/office/officeart/2005/8/layout/orgChart1"/>
    <dgm:cxn modelId="{4BC5D29D-C9D9-4BB6-8FF1-A84BFC6A1C62}" srcId="{51019B81-EE5F-417F-A885-F26C2F796447}" destId="{C2AA4E4E-BF10-4735-B6ED-A6CC81F37180}" srcOrd="0" destOrd="0" parTransId="{9231E4EE-51D8-4867-B249-E5E5ABB7135B}" sibTransId="{C00529C4-E078-4CB5-B578-699B0713307D}"/>
    <dgm:cxn modelId="{17D3B4A6-FA9B-4FE1-AA1C-41494C8744AD}" type="presOf" srcId="{7E74AA2A-F661-4D1A-835C-66639AD8C043}" destId="{66FB273A-CB09-4B6F-960C-1DA95CCA3B76}" srcOrd="1" destOrd="0" presId="urn:microsoft.com/office/officeart/2005/8/layout/orgChart1"/>
    <dgm:cxn modelId="{DEC557B0-54B7-4D19-BA72-734831E650A8}" type="presOf" srcId="{6DF770FD-EF07-479E-9577-A1936E19C5B7}" destId="{86EA1052-039F-4DF4-A18A-2DE9B09D3D0A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226FAFDA-59F5-4D6E-A2A5-7F8E230EA0D3}" type="presOf" srcId="{A71FD4A3-4CCB-4EF9-9BD9-9848892B0D7E}" destId="{76905853-D177-4E7A-A554-B46B821E4581}" srcOrd="0" destOrd="0" presId="urn:microsoft.com/office/officeart/2005/8/layout/orgChart1"/>
    <dgm:cxn modelId="{FA057CE3-5B40-41B7-9AC3-899F8B1EA33A}" type="presOf" srcId="{6DF770FD-EF07-479E-9577-A1936E19C5B7}" destId="{EE011E9E-6254-4C68-B2F8-24A805FA5BEC}" srcOrd="1" destOrd="0" presId="urn:microsoft.com/office/officeart/2005/8/layout/orgChart1"/>
    <dgm:cxn modelId="{B4C801EB-554F-41A6-BA60-686B068291B9}" type="presOf" srcId="{F26828B5-EEAA-4AA3-9FDF-25D86CBA1D7C}" destId="{B60109BC-2FA2-4D8A-AC1F-4556B56A0CCD}" srcOrd="1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6560ACFD-D1BB-40D5-96B7-C495EC0416BF}" type="presOf" srcId="{C2AA4E4E-BF10-4735-B6ED-A6CC81F37180}" destId="{FF848E77-B3B7-4E30-84DD-09218CFF013C}" srcOrd="0" destOrd="0" presId="urn:microsoft.com/office/officeart/2005/8/layout/orgChart1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C65ED11F-062C-4322-AAAE-7EB28AD31843}" type="presParOf" srcId="{9711FE6A-1F6F-48D2-B028-F2B77EDDEE4C}" destId="{CBA4ED7A-3B2E-4575-B315-C7FBB8F27DC3}" srcOrd="0" destOrd="0" presId="urn:microsoft.com/office/officeart/2005/8/layout/orgChart1"/>
    <dgm:cxn modelId="{B1DA97A0-DDCE-408B-B2DD-81445445C2B5}" type="presParOf" srcId="{9711FE6A-1F6F-48D2-B028-F2B77EDDEE4C}" destId="{BCBDEE7F-F2A2-489F-95A6-9B24255002F7}" srcOrd="1" destOrd="0" presId="urn:microsoft.com/office/officeart/2005/8/layout/orgChart1"/>
    <dgm:cxn modelId="{49E71B3B-A63C-46CA-A008-6601BB9110F9}" type="presParOf" srcId="{BCBDEE7F-F2A2-489F-95A6-9B24255002F7}" destId="{D67E4CF0-5D62-4B8C-A579-21B3D9BB7AF7}" srcOrd="0" destOrd="0" presId="urn:microsoft.com/office/officeart/2005/8/layout/orgChart1"/>
    <dgm:cxn modelId="{48F642DC-7943-4B76-BA47-19D7450646F0}" type="presParOf" srcId="{D67E4CF0-5D62-4B8C-A579-21B3D9BB7AF7}" destId="{FF848E77-B3B7-4E30-84DD-09218CFF013C}" srcOrd="0" destOrd="0" presId="urn:microsoft.com/office/officeart/2005/8/layout/orgChart1"/>
    <dgm:cxn modelId="{12F7184C-1705-44E2-893A-22A1913C4BF8}" type="presParOf" srcId="{D67E4CF0-5D62-4B8C-A579-21B3D9BB7AF7}" destId="{6D7F3128-70D1-4560-A2F9-2C41C4B20F2C}" srcOrd="1" destOrd="0" presId="urn:microsoft.com/office/officeart/2005/8/layout/orgChart1"/>
    <dgm:cxn modelId="{01976376-E0C8-48EC-A2FB-B87F3092C71B}" type="presParOf" srcId="{BCBDEE7F-F2A2-489F-95A6-9B24255002F7}" destId="{026A31BC-D8DB-4028-B092-AB857F550985}" srcOrd="1" destOrd="0" presId="urn:microsoft.com/office/officeart/2005/8/layout/orgChart1"/>
    <dgm:cxn modelId="{8AEC765D-22B0-4C34-9BED-DFE7FD1B3549}" type="presParOf" srcId="{026A31BC-D8DB-4028-B092-AB857F550985}" destId="{9B70021E-21DA-4605-A806-1515544AC67A}" srcOrd="0" destOrd="0" presId="urn:microsoft.com/office/officeart/2005/8/layout/orgChart1"/>
    <dgm:cxn modelId="{A119890E-C29B-43E8-83F2-4BAFEC730101}" type="presParOf" srcId="{026A31BC-D8DB-4028-B092-AB857F550985}" destId="{7B8CB53B-AB19-4344-A159-C435824DAED8}" srcOrd="1" destOrd="0" presId="urn:microsoft.com/office/officeart/2005/8/layout/orgChart1"/>
    <dgm:cxn modelId="{FCF51F34-D86A-4078-99F2-0B0E1256967A}" type="presParOf" srcId="{7B8CB53B-AB19-4344-A159-C435824DAED8}" destId="{CAC441D3-FCEC-4FE8-BB89-CB6D2FF3CE95}" srcOrd="0" destOrd="0" presId="urn:microsoft.com/office/officeart/2005/8/layout/orgChart1"/>
    <dgm:cxn modelId="{60D1BB3D-A01C-4741-97FB-0C66FE05C01C}" type="presParOf" srcId="{CAC441D3-FCEC-4FE8-BB89-CB6D2FF3CE95}" destId="{CFDD0416-F16A-49E3-8873-7FA35C255FFB}" srcOrd="0" destOrd="0" presId="urn:microsoft.com/office/officeart/2005/8/layout/orgChart1"/>
    <dgm:cxn modelId="{F0F54589-6874-4411-BAA3-DAEDE49DC7E0}" type="presParOf" srcId="{CAC441D3-FCEC-4FE8-BB89-CB6D2FF3CE95}" destId="{B60109BC-2FA2-4D8A-AC1F-4556B56A0CCD}" srcOrd="1" destOrd="0" presId="urn:microsoft.com/office/officeart/2005/8/layout/orgChart1"/>
    <dgm:cxn modelId="{9995F045-0B99-4781-8CEB-B9483BAE80F9}" type="presParOf" srcId="{7B8CB53B-AB19-4344-A159-C435824DAED8}" destId="{AC7BDA9D-E08D-460C-B538-941E4C09E564}" srcOrd="1" destOrd="0" presId="urn:microsoft.com/office/officeart/2005/8/layout/orgChart1"/>
    <dgm:cxn modelId="{302E328E-740E-47A6-A1B6-179FDD2BC2CD}" type="presParOf" srcId="{7B8CB53B-AB19-4344-A159-C435824DAED8}" destId="{0411A9A6-3181-42DA-9757-EB1FBE19887E}" srcOrd="2" destOrd="0" presId="urn:microsoft.com/office/officeart/2005/8/layout/orgChart1"/>
    <dgm:cxn modelId="{C22080AB-DC7C-4D6C-9E44-40AF57BE9483}" type="presParOf" srcId="{026A31BC-D8DB-4028-B092-AB857F550985}" destId="{CEA87A53-2326-41DE-A40B-78F0D9AA409D}" srcOrd="2" destOrd="0" presId="urn:microsoft.com/office/officeart/2005/8/layout/orgChart1"/>
    <dgm:cxn modelId="{4B7FDE9D-70C5-4017-B47B-E044100808D8}" type="presParOf" srcId="{026A31BC-D8DB-4028-B092-AB857F550985}" destId="{EB4ABE4E-48F6-492B-9C88-8E241FB8D27F}" srcOrd="3" destOrd="0" presId="urn:microsoft.com/office/officeart/2005/8/layout/orgChart1"/>
    <dgm:cxn modelId="{C186B485-2CB7-4AC1-8AA3-F8BDE5041F43}" type="presParOf" srcId="{EB4ABE4E-48F6-492B-9C88-8E241FB8D27F}" destId="{C0765AEA-B5D8-470A-B777-BEBBDB7B6A7A}" srcOrd="0" destOrd="0" presId="urn:microsoft.com/office/officeart/2005/8/layout/orgChart1"/>
    <dgm:cxn modelId="{FF47E79F-D343-4C82-8E7B-7E4A811C6AF5}" type="presParOf" srcId="{C0765AEA-B5D8-470A-B777-BEBBDB7B6A7A}" destId="{1FB93255-12F1-4352-8AE8-3D44E3836C85}" srcOrd="0" destOrd="0" presId="urn:microsoft.com/office/officeart/2005/8/layout/orgChart1"/>
    <dgm:cxn modelId="{4787C3E3-9EDB-4FD9-B235-7BB9A4F0E61A}" type="presParOf" srcId="{C0765AEA-B5D8-470A-B777-BEBBDB7B6A7A}" destId="{2E2DB027-5065-4132-818F-0C16468552F7}" srcOrd="1" destOrd="0" presId="urn:microsoft.com/office/officeart/2005/8/layout/orgChart1"/>
    <dgm:cxn modelId="{047BEF2C-1E59-4C15-A302-FFE06FF06598}" type="presParOf" srcId="{EB4ABE4E-48F6-492B-9C88-8E241FB8D27F}" destId="{D98837EB-5BEF-44A1-A97D-49C5EB87778E}" srcOrd="1" destOrd="0" presId="urn:microsoft.com/office/officeart/2005/8/layout/orgChart1"/>
    <dgm:cxn modelId="{E108DE00-CC67-4320-8D91-12E3AF962D41}" type="presParOf" srcId="{EB4ABE4E-48F6-492B-9C88-8E241FB8D27F}" destId="{28A67CA9-80ED-4201-AD97-187CC1492F42}" srcOrd="2" destOrd="0" presId="urn:microsoft.com/office/officeart/2005/8/layout/orgChart1"/>
    <dgm:cxn modelId="{57FB9FB2-3455-4ED9-801F-50942D71239D}" type="presParOf" srcId="{026A31BC-D8DB-4028-B092-AB857F550985}" destId="{6DE9ACDE-B83E-460A-81E8-79AE65436470}" srcOrd="4" destOrd="0" presId="urn:microsoft.com/office/officeart/2005/8/layout/orgChart1"/>
    <dgm:cxn modelId="{4977BA5F-B625-412F-AB7C-A17563F1F558}" type="presParOf" srcId="{026A31BC-D8DB-4028-B092-AB857F550985}" destId="{9D4FD23E-4BA6-4559-AE49-9687B84CD10A}" srcOrd="5" destOrd="0" presId="urn:microsoft.com/office/officeart/2005/8/layout/orgChart1"/>
    <dgm:cxn modelId="{E21BEA03-E442-4C8D-B8A2-443592350270}" type="presParOf" srcId="{9D4FD23E-4BA6-4559-AE49-9687B84CD10A}" destId="{027909B7-7E75-447B-BF11-6987F10289B8}" srcOrd="0" destOrd="0" presId="urn:microsoft.com/office/officeart/2005/8/layout/orgChart1"/>
    <dgm:cxn modelId="{598B9CD4-15A6-4553-8F75-01C56D7A56ED}" type="presParOf" srcId="{027909B7-7E75-447B-BF11-6987F10289B8}" destId="{86EA1052-039F-4DF4-A18A-2DE9B09D3D0A}" srcOrd="0" destOrd="0" presId="urn:microsoft.com/office/officeart/2005/8/layout/orgChart1"/>
    <dgm:cxn modelId="{2CA84CF1-90E3-40EF-9A7C-E79E76647A00}" type="presParOf" srcId="{027909B7-7E75-447B-BF11-6987F10289B8}" destId="{EE011E9E-6254-4C68-B2F8-24A805FA5BEC}" srcOrd="1" destOrd="0" presId="urn:microsoft.com/office/officeart/2005/8/layout/orgChart1"/>
    <dgm:cxn modelId="{2912F264-AF7B-436A-A58D-E8261542D4A1}" type="presParOf" srcId="{9D4FD23E-4BA6-4559-AE49-9687B84CD10A}" destId="{47517B33-8716-4842-B1B7-B1C2C45C504C}" srcOrd="1" destOrd="0" presId="urn:microsoft.com/office/officeart/2005/8/layout/orgChart1"/>
    <dgm:cxn modelId="{E51D0D8C-C0D8-4C35-954E-A9EFB488BC84}" type="presParOf" srcId="{9D4FD23E-4BA6-4559-AE49-9687B84CD10A}" destId="{DB655EFF-EF3C-4C9C-A8BC-2204468FBFFD}" srcOrd="2" destOrd="0" presId="urn:microsoft.com/office/officeart/2005/8/layout/orgChart1"/>
    <dgm:cxn modelId="{E46247E0-E15D-4193-959B-62F8A33B0562}" type="presParOf" srcId="{026A31BC-D8DB-4028-B092-AB857F550985}" destId="{76905853-D177-4E7A-A554-B46B821E4581}" srcOrd="6" destOrd="0" presId="urn:microsoft.com/office/officeart/2005/8/layout/orgChart1"/>
    <dgm:cxn modelId="{977D6687-4BA2-483E-AAAC-7E09C20101E9}" type="presParOf" srcId="{026A31BC-D8DB-4028-B092-AB857F550985}" destId="{96F99210-7F0C-428E-A50D-98EEC97C0B53}" srcOrd="7" destOrd="0" presId="urn:microsoft.com/office/officeart/2005/8/layout/orgChart1"/>
    <dgm:cxn modelId="{57656FFE-C721-421D-91A3-43F97DACAC91}" type="presParOf" srcId="{96F99210-7F0C-428E-A50D-98EEC97C0B53}" destId="{3EF5FD0E-D641-47ED-BA2B-DBD75CF22D46}" srcOrd="0" destOrd="0" presId="urn:microsoft.com/office/officeart/2005/8/layout/orgChart1"/>
    <dgm:cxn modelId="{0AB9ECB3-6449-4CB3-B6CC-3467D19699C9}" type="presParOf" srcId="{3EF5FD0E-D641-47ED-BA2B-DBD75CF22D46}" destId="{F990C8C0-EFE5-4F56-A5C2-19C619726808}" srcOrd="0" destOrd="0" presId="urn:microsoft.com/office/officeart/2005/8/layout/orgChart1"/>
    <dgm:cxn modelId="{89B6C7E9-36BE-4F41-B164-9C0946EB04EF}" type="presParOf" srcId="{3EF5FD0E-D641-47ED-BA2B-DBD75CF22D46}" destId="{66FB273A-CB09-4B6F-960C-1DA95CCA3B76}" srcOrd="1" destOrd="0" presId="urn:microsoft.com/office/officeart/2005/8/layout/orgChart1"/>
    <dgm:cxn modelId="{DCFAD725-99A1-439C-91B7-928B430B4A4A}" type="presParOf" srcId="{96F99210-7F0C-428E-A50D-98EEC97C0B53}" destId="{77F24BF9-BBCF-44B7-8603-8AA2853760BC}" srcOrd="1" destOrd="0" presId="urn:microsoft.com/office/officeart/2005/8/layout/orgChart1"/>
    <dgm:cxn modelId="{08840FFE-03CB-4CA3-80DD-60BE44F681CE}" type="presParOf" srcId="{96F99210-7F0C-428E-A50D-98EEC97C0B53}" destId="{6C55C101-B999-48B6-8B3A-8410A5DB11F9}" srcOrd="2" destOrd="0" presId="urn:microsoft.com/office/officeart/2005/8/layout/orgChart1"/>
    <dgm:cxn modelId="{A77118FC-7FB4-4961-BE2A-63022DFF162E}" type="presParOf" srcId="{BCBDEE7F-F2A2-489F-95A6-9B24255002F7}" destId="{43920302-61DF-4E99-A309-5698310959C3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C2AA4E4E-BF10-4735-B6ED-A6CC81F3718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gm:t>
    </dgm:pt>
    <dgm:pt modelId="{9231E4EE-51D8-4867-B249-E5E5ABB7135B}" type="parTrans" cxnId="{4BC5D29D-C9D9-4BB6-8FF1-A84BFC6A1C62}">
      <dgm:prSet/>
      <dgm:spPr/>
      <dgm:t>
        <a:bodyPr/>
        <a:lstStyle/>
        <a:p>
          <a:endParaRPr lang="en-US"/>
        </a:p>
      </dgm:t>
    </dgm:pt>
    <dgm:pt modelId="{C00529C4-E078-4CB5-B578-699B0713307D}" type="sibTrans" cxnId="{4BC5D29D-C9D9-4BB6-8FF1-A84BFC6A1C62}">
      <dgm:prSet/>
      <dgm:spPr/>
      <dgm:t>
        <a:bodyPr/>
        <a:lstStyle/>
        <a:p>
          <a:endParaRPr lang="en-US"/>
        </a:p>
      </dgm:t>
    </dgm:pt>
    <dgm:pt modelId="{F26828B5-EEAA-4AA3-9FDF-25D86CBA1D7C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Software</a:t>
          </a:r>
        </a:p>
      </dgm:t>
    </dgm:pt>
    <dgm:pt modelId="{3EA4F297-2C64-488B-99A1-FD1B24E8B1EA}" type="parTrans" cxnId="{C04F7554-3014-4AAC-BA77-59EFFAFEFB00}">
      <dgm:prSet/>
      <dgm:spPr/>
      <dgm:t>
        <a:bodyPr/>
        <a:lstStyle/>
        <a:p>
          <a:endParaRPr lang="en-US"/>
        </a:p>
      </dgm:t>
    </dgm:pt>
    <dgm:pt modelId="{2C59EFFB-4718-4218-B68D-D1013C3686D6}" type="sibTrans" cxnId="{C04F7554-3014-4AAC-BA77-59EFFAFEFB00}">
      <dgm:prSet/>
      <dgm:spPr/>
      <dgm:t>
        <a:bodyPr/>
        <a:lstStyle/>
        <a:p>
          <a:endParaRPr lang="en-US"/>
        </a:p>
      </dgm:t>
    </dgm:pt>
    <dgm:pt modelId="{5AA965D2-E735-47C2-9554-761A56D82F7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Technology</a:t>
          </a:r>
        </a:p>
      </dgm:t>
    </dgm:pt>
    <dgm:pt modelId="{BFC991B3-01AA-464A-930A-25B1B9793267}" type="parTrans" cxnId="{D585D869-6962-43B4-99D6-F1ADA9149C5A}">
      <dgm:prSet/>
      <dgm:spPr/>
      <dgm:t>
        <a:bodyPr/>
        <a:lstStyle/>
        <a:p>
          <a:endParaRPr lang="en-US"/>
        </a:p>
      </dgm:t>
    </dgm:pt>
    <dgm:pt modelId="{5C0E5BA2-CE6B-4A5F-9613-A097AF572E10}" type="sibTrans" cxnId="{D585D869-6962-43B4-99D6-F1ADA9149C5A}">
      <dgm:prSet/>
      <dgm:spPr/>
      <dgm:t>
        <a:bodyPr/>
        <a:lstStyle/>
        <a:p>
          <a:endParaRPr lang="en-US"/>
        </a:p>
      </dgm:t>
    </dgm:pt>
    <dgm:pt modelId="{6DF770FD-EF07-479E-9577-A1936E19C5B7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Business</a:t>
          </a:r>
        </a:p>
      </dgm:t>
    </dgm:pt>
    <dgm:pt modelId="{5C92C23A-747F-4BC5-A6D3-E5DAC834EA1D}" type="parTrans" cxnId="{CC7D001B-AE5E-4AC4-A127-9FF97932CADB}">
      <dgm:prSet/>
      <dgm:spPr/>
      <dgm:t>
        <a:bodyPr/>
        <a:lstStyle/>
        <a:p>
          <a:endParaRPr lang="en-US"/>
        </a:p>
      </dgm:t>
    </dgm:pt>
    <dgm:pt modelId="{0E60D3A4-20EE-4B24-B7A1-7178CCCF8A67}" type="sibTrans" cxnId="{CC7D001B-AE5E-4AC4-A127-9FF97932CADB}">
      <dgm:prSet/>
      <dgm:spPr/>
      <dgm:t>
        <a:bodyPr/>
        <a:lstStyle/>
        <a:p>
          <a:endParaRPr lang="en-US"/>
        </a:p>
      </dgm:t>
    </dgm:pt>
    <dgm:pt modelId="{7E74AA2A-F661-4D1A-835C-66639AD8C043}">
      <dgm:prSet phldrT="[Testo]"/>
      <dgm:spPr>
        <a:solidFill>
          <a:srgbClr val="92D050"/>
        </a:solidFill>
      </dgm:spPr>
      <dgm:t>
        <a:bodyPr/>
        <a:lstStyle/>
        <a:p>
          <a:r>
            <a:rPr lang="en-US" noProof="0" dirty="0"/>
            <a:t>Organization change </a:t>
          </a:r>
        </a:p>
      </dgm:t>
    </dgm:pt>
    <dgm:pt modelId="{A71FD4A3-4CCB-4EF9-9BD9-9848892B0D7E}" type="parTrans" cxnId="{6FE98D08-4507-4F45-89CC-99D5E391316F}">
      <dgm:prSet/>
      <dgm:spPr/>
      <dgm:t>
        <a:bodyPr/>
        <a:lstStyle/>
        <a:p>
          <a:endParaRPr lang="en-US"/>
        </a:p>
      </dgm:t>
    </dgm:pt>
    <dgm:pt modelId="{D3137757-4A18-45EA-BBB5-C322A3F7E9A6}" type="sibTrans" cxnId="{6FE98D08-4507-4F45-89CC-99D5E391316F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CBA4ED7A-3B2E-4575-B315-C7FBB8F27DC3}" type="pres">
      <dgm:prSet presAssocID="{9231E4EE-51D8-4867-B249-E5E5ABB7135B}" presName="Name37" presStyleLbl="parChTrans1D2" presStyleIdx="0" presStyleCnt="1"/>
      <dgm:spPr/>
    </dgm:pt>
    <dgm:pt modelId="{BCBDEE7F-F2A2-489F-95A6-9B24255002F7}" type="pres">
      <dgm:prSet presAssocID="{C2AA4E4E-BF10-4735-B6ED-A6CC81F37180}" presName="hierRoot2" presStyleCnt="0">
        <dgm:presLayoutVars>
          <dgm:hierBranch val="init"/>
        </dgm:presLayoutVars>
      </dgm:prSet>
      <dgm:spPr/>
    </dgm:pt>
    <dgm:pt modelId="{D67E4CF0-5D62-4B8C-A579-21B3D9BB7AF7}" type="pres">
      <dgm:prSet presAssocID="{C2AA4E4E-BF10-4735-B6ED-A6CC81F37180}" presName="rootComposite" presStyleCnt="0"/>
      <dgm:spPr/>
    </dgm:pt>
    <dgm:pt modelId="{FF848E77-B3B7-4E30-84DD-09218CFF013C}" type="pres">
      <dgm:prSet presAssocID="{C2AA4E4E-BF10-4735-B6ED-A6CC81F37180}" presName="rootText" presStyleLbl="node2" presStyleIdx="0" presStyleCnt="1">
        <dgm:presLayoutVars>
          <dgm:chPref val="3"/>
        </dgm:presLayoutVars>
      </dgm:prSet>
      <dgm:spPr>
        <a:xfrm>
          <a:off x="915526" y="803695"/>
          <a:ext cx="1127227" cy="563613"/>
        </a:xfrm>
        <a:prstGeom prst="rect">
          <a:avLst/>
        </a:prstGeom>
      </dgm:spPr>
    </dgm:pt>
    <dgm:pt modelId="{6D7F3128-70D1-4560-A2F9-2C41C4B20F2C}" type="pres">
      <dgm:prSet presAssocID="{C2AA4E4E-BF10-4735-B6ED-A6CC81F37180}" presName="rootConnector" presStyleLbl="node2" presStyleIdx="0" presStyleCnt="1"/>
      <dgm:spPr/>
    </dgm:pt>
    <dgm:pt modelId="{026A31BC-D8DB-4028-B092-AB857F550985}" type="pres">
      <dgm:prSet presAssocID="{C2AA4E4E-BF10-4735-B6ED-A6CC81F37180}" presName="hierChild4" presStyleCnt="0"/>
      <dgm:spPr/>
    </dgm:pt>
    <dgm:pt modelId="{9B70021E-21DA-4605-A806-1515544AC67A}" type="pres">
      <dgm:prSet presAssocID="{3EA4F297-2C64-488B-99A1-FD1B24E8B1EA}" presName="Name37" presStyleLbl="parChTrans1D3" presStyleIdx="0" presStyleCnt="4"/>
      <dgm:spPr/>
    </dgm:pt>
    <dgm:pt modelId="{7B8CB53B-AB19-4344-A159-C435824DAED8}" type="pres">
      <dgm:prSet presAssocID="{F26828B5-EEAA-4AA3-9FDF-25D86CBA1D7C}" presName="hierRoot2" presStyleCnt="0">
        <dgm:presLayoutVars>
          <dgm:hierBranch val="init"/>
        </dgm:presLayoutVars>
      </dgm:prSet>
      <dgm:spPr/>
    </dgm:pt>
    <dgm:pt modelId="{CAC441D3-FCEC-4FE8-BB89-CB6D2FF3CE95}" type="pres">
      <dgm:prSet presAssocID="{F26828B5-EEAA-4AA3-9FDF-25D86CBA1D7C}" presName="rootComposite" presStyleCnt="0"/>
      <dgm:spPr/>
    </dgm:pt>
    <dgm:pt modelId="{CFDD0416-F16A-49E3-8873-7FA35C255FFB}" type="pres">
      <dgm:prSet presAssocID="{F26828B5-EEAA-4AA3-9FDF-25D86CBA1D7C}" presName="rootText" presStyleLbl="node3" presStyleIdx="0" presStyleCnt="4" custLinFactNeighborX="2325" custLinFactNeighborY="645">
        <dgm:presLayoutVars>
          <dgm:chPref val="3"/>
        </dgm:presLayoutVars>
      </dgm:prSet>
      <dgm:spPr>
        <a:xfrm>
          <a:off x="1197333" y="1604027"/>
          <a:ext cx="1127227" cy="563613"/>
        </a:xfrm>
        <a:prstGeom prst="rect">
          <a:avLst/>
        </a:prstGeom>
      </dgm:spPr>
    </dgm:pt>
    <dgm:pt modelId="{B60109BC-2FA2-4D8A-AC1F-4556B56A0CCD}" type="pres">
      <dgm:prSet presAssocID="{F26828B5-EEAA-4AA3-9FDF-25D86CBA1D7C}" presName="rootConnector" presStyleLbl="node3" presStyleIdx="0" presStyleCnt="4"/>
      <dgm:spPr/>
    </dgm:pt>
    <dgm:pt modelId="{AC7BDA9D-E08D-460C-B538-941E4C09E564}" type="pres">
      <dgm:prSet presAssocID="{F26828B5-EEAA-4AA3-9FDF-25D86CBA1D7C}" presName="hierChild4" presStyleCnt="0"/>
      <dgm:spPr/>
    </dgm:pt>
    <dgm:pt modelId="{0411A9A6-3181-42DA-9757-EB1FBE19887E}" type="pres">
      <dgm:prSet presAssocID="{F26828B5-EEAA-4AA3-9FDF-25D86CBA1D7C}" presName="hierChild5" presStyleCnt="0"/>
      <dgm:spPr/>
    </dgm:pt>
    <dgm:pt modelId="{CEA87A53-2326-41DE-A40B-78F0D9AA409D}" type="pres">
      <dgm:prSet presAssocID="{BFC991B3-01AA-464A-930A-25B1B9793267}" presName="Name37" presStyleLbl="parChTrans1D3" presStyleIdx="1" presStyleCnt="4"/>
      <dgm:spPr/>
    </dgm:pt>
    <dgm:pt modelId="{EB4ABE4E-48F6-492B-9C88-8E241FB8D27F}" type="pres">
      <dgm:prSet presAssocID="{5AA965D2-E735-47C2-9554-761A56D82F70}" presName="hierRoot2" presStyleCnt="0">
        <dgm:presLayoutVars>
          <dgm:hierBranch val="init"/>
        </dgm:presLayoutVars>
      </dgm:prSet>
      <dgm:spPr/>
    </dgm:pt>
    <dgm:pt modelId="{C0765AEA-B5D8-470A-B777-BEBBDB7B6A7A}" type="pres">
      <dgm:prSet presAssocID="{5AA965D2-E735-47C2-9554-761A56D82F70}" presName="rootComposite" presStyleCnt="0"/>
      <dgm:spPr/>
    </dgm:pt>
    <dgm:pt modelId="{1FB93255-12F1-4352-8AE8-3D44E3836C85}" type="pres">
      <dgm:prSet presAssocID="{5AA965D2-E735-47C2-9554-761A56D82F70}" presName="rootText" presStyleLbl="node3" presStyleIdx="1" presStyleCnt="4">
        <dgm:presLayoutVars>
          <dgm:chPref val="3"/>
        </dgm:presLayoutVars>
      </dgm:prSet>
      <dgm:spPr>
        <a:xfrm>
          <a:off x="1197333" y="2404358"/>
          <a:ext cx="1127227" cy="563613"/>
        </a:xfrm>
        <a:prstGeom prst="rect">
          <a:avLst/>
        </a:prstGeom>
      </dgm:spPr>
    </dgm:pt>
    <dgm:pt modelId="{2E2DB027-5065-4132-818F-0C16468552F7}" type="pres">
      <dgm:prSet presAssocID="{5AA965D2-E735-47C2-9554-761A56D82F70}" presName="rootConnector" presStyleLbl="node3" presStyleIdx="1" presStyleCnt="4"/>
      <dgm:spPr/>
    </dgm:pt>
    <dgm:pt modelId="{D98837EB-5BEF-44A1-A97D-49C5EB87778E}" type="pres">
      <dgm:prSet presAssocID="{5AA965D2-E735-47C2-9554-761A56D82F70}" presName="hierChild4" presStyleCnt="0"/>
      <dgm:spPr/>
    </dgm:pt>
    <dgm:pt modelId="{28A67CA9-80ED-4201-AD97-187CC1492F42}" type="pres">
      <dgm:prSet presAssocID="{5AA965D2-E735-47C2-9554-761A56D82F70}" presName="hierChild5" presStyleCnt="0"/>
      <dgm:spPr/>
    </dgm:pt>
    <dgm:pt modelId="{6DE9ACDE-B83E-460A-81E8-79AE65436470}" type="pres">
      <dgm:prSet presAssocID="{5C92C23A-747F-4BC5-A6D3-E5DAC834EA1D}" presName="Name37" presStyleLbl="parChTrans1D3" presStyleIdx="2" presStyleCnt="4"/>
      <dgm:spPr/>
    </dgm:pt>
    <dgm:pt modelId="{9D4FD23E-4BA6-4559-AE49-9687B84CD10A}" type="pres">
      <dgm:prSet presAssocID="{6DF770FD-EF07-479E-9577-A1936E19C5B7}" presName="hierRoot2" presStyleCnt="0">
        <dgm:presLayoutVars>
          <dgm:hierBranch val="init"/>
        </dgm:presLayoutVars>
      </dgm:prSet>
      <dgm:spPr/>
    </dgm:pt>
    <dgm:pt modelId="{027909B7-7E75-447B-BF11-6987F10289B8}" type="pres">
      <dgm:prSet presAssocID="{6DF770FD-EF07-479E-9577-A1936E19C5B7}" presName="rootComposite" presStyleCnt="0"/>
      <dgm:spPr/>
    </dgm:pt>
    <dgm:pt modelId="{86EA1052-039F-4DF4-A18A-2DE9B09D3D0A}" type="pres">
      <dgm:prSet presAssocID="{6DF770FD-EF07-479E-9577-A1936E19C5B7}" presName="rootText" presStyleLbl="node3" presStyleIdx="2" presStyleCnt="4">
        <dgm:presLayoutVars>
          <dgm:chPref val="3"/>
        </dgm:presLayoutVars>
      </dgm:prSet>
      <dgm:spPr>
        <a:xfrm>
          <a:off x="1197333" y="3204690"/>
          <a:ext cx="1127227" cy="563613"/>
        </a:xfrm>
        <a:prstGeom prst="rect">
          <a:avLst/>
        </a:prstGeom>
      </dgm:spPr>
    </dgm:pt>
    <dgm:pt modelId="{EE011E9E-6254-4C68-B2F8-24A805FA5BEC}" type="pres">
      <dgm:prSet presAssocID="{6DF770FD-EF07-479E-9577-A1936E19C5B7}" presName="rootConnector" presStyleLbl="node3" presStyleIdx="2" presStyleCnt="4"/>
      <dgm:spPr/>
    </dgm:pt>
    <dgm:pt modelId="{47517B33-8716-4842-B1B7-B1C2C45C504C}" type="pres">
      <dgm:prSet presAssocID="{6DF770FD-EF07-479E-9577-A1936E19C5B7}" presName="hierChild4" presStyleCnt="0"/>
      <dgm:spPr/>
    </dgm:pt>
    <dgm:pt modelId="{DB655EFF-EF3C-4C9C-A8BC-2204468FBFFD}" type="pres">
      <dgm:prSet presAssocID="{6DF770FD-EF07-479E-9577-A1936E19C5B7}" presName="hierChild5" presStyleCnt="0"/>
      <dgm:spPr/>
    </dgm:pt>
    <dgm:pt modelId="{76905853-D177-4E7A-A554-B46B821E4581}" type="pres">
      <dgm:prSet presAssocID="{A71FD4A3-4CCB-4EF9-9BD9-9848892B0D7E}" presName="Name37" presStyleLbl="parChTrans1D3" presStyleIdx="3" presStyleCnt="4"/>
      <dgm:spPr/>
    </dgm:pt>
    <dgm:pt modelId="{96F99210-7F0C-428E-A50D-98EEC97C0B53}" type="pres">
      <dgm:prSet presAssocID="{7E74AA2A-F661-4D1A-835C-66639AD8C043}" presName="hierRoot2" presStyleCnt="0">
        <dgm:presLayoutVars>
          <dgm:hierBranch val="init"/>
        </dgm:presLayoutVars>
      </dgm:prSet>
      <dgm:spPr/>
    </dgm:pt>
    <dgm:pt modelId="{3EF5FD0E-D641-47ED-BA2B-DBD75CF22D46}" type="pres">
      <dgm:prSet presAssocID="{7E74AA2A-F661-4D1A-835C-66639AD8C043}" presName="rootComposite" presStyleCnt="0"/>
      <dgm:spPr/>
    </dgm:pt>
    <dgm:pt modelId="{F990C8C0-EFE5-4F56-A5C2-19C619726808}" type="pres">
      <dgm:prSet presAssocID="{7E74AA2A-F661-4D1A-835C-66639AD8C043}" presName="rootText" presStyleLbl="node3" presStyleIdx="3" presStyleCnt="4">
        <dgm:presLayoutVars>
          <dgm:chPref val="3"/>
        </dgm:presLayoutVars>
      </dgm:prSet>
      <dgm:spPr/>
    </dgm:pt>
    <dgm:pt modelId="{66FB273A-CB09-4B6F-960C-1DA95CCA3B76}" type="pres">
      <dgm:prSet presAssocID="{7E74AA2A-F661-4D1A-835C-66639AD8C043}" presName="rootConnector" presStyleLbl="node3" presStyleIdx="3" presStyleCnt="4"/>
      <dgm:spPr/>
    </dgm:pt>
    <dgm:pt modelId="{77F24BF9-BBCF-44B7-8603-8AA2853760BC}" type="pres">
      <dgm:prSet presAssocID="{7E74AA2A-F661-4D1A-835C-66639AD8C043}" presName="hierChild4" presStyleCnt="0"/>
      <dgm:spPr/>
    </dgm:pt>
    <dgm:pt modelId="{6C55C101-B999-48B6-8B3A-8410A5DB11F9}" type="pres">
      <dgm:prSet presAssocID="{7E74AA2A-F661-4D1A-835C-66639AD8C043}" presName="hierChild5" presStyleCnt="0"/>
      <dgm:spPr/>
    </dgm:pt>
    <dgm:pt modelId="{43920302-61DF-4E99-A309-5698310959C3}" type="pres">
      <dgm:prSet presAssocID="{C2AA4E4E-BF10-4735-B6ED-A6CC81F37180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C1886201-D329-46C9-BA91-87DCA1A5CAF1}" type="presOf" srcId="{3EA4F297-2C64-488B-99A1-FD1B24E8B1EA}" destId="{9B70021E-21DA-4605-A806-1515544AC67A}" srcOrd="0" destOrd="0" presId="urn:microsoft.com/office/officeart/2005/8/layout/orgChart1"/>
    <dgm:cxn modelId="{6FE98D08-4507-4F45-89CC-99D5E391316F}" srcId="{C2AA4E4E-BF10-4735-B6ED-A6CC81F37180}" destId="{7E74AA2A-F661-4D1A-835C-66639AD8C043}" srcOrd="3" destOrd="0" parTransId="{A71FD4A3-4CCB-4EF9-9BD9-9848892B0D7E}" sibTransId="{D3137757-4A18-45EA-BBB5-C322A3F7E9A6}"/>
    <dgm:cxn modelId="{CC7D001B-AE5E-4AC4-A127-9FF97932CADB}" srcId="{C2AA4E4E-BF10-4735-B6ED-A6CC81F37180}" destId="{6DF770FD-EF07-479E-9577-A1936E19C5B7}" srcOrd="2" destOrd="0" parTransId="{5C92C23A-747F-4BC5-A6D3-E5DAC834EA1D}" sibTransId="{0E60D3A4-20EE-4B24-B7A1-7178CCCF8A67}"/>
    <dgm:cxn modelId="{9CB6CD2E-1E00-4ECA-94E5-8F1C1435C659}" type="presOf" srcId="{5C92C23A-747F-4BC5-A6D3-E5DAC834EA1D}" destId="{6DE9ACDE-B83E-460A-81E8-79AE65436470}" srcOrd="0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FA849736-6361-4551-9807-88420F396F1F}" type="presOf" srcId="{9231E4EE-51D8-4867-B249-E5E5ABB7135B}" destId="{CBA4ED7A-3B2E-4575-B315-C7FBB8F27DC3}" srcOrd="0" destOrd="0" presId="urn:microsoft.com/office/officeart/2005/8/layout/orgChart1"/>
    <dgm:cxn modelId="{8AAD703B-7EC3-4B96-9629-984400522E33}" type="presOf" srcId="{5AA965D2-E735-47C2-9554-761A56D82F70}" destId="{2E2DB027-5065-4132-818F-0C16468552F7}" srcOrd="1" destOrd="0" presId="urn:microsoft.com/office/officeart/2005/8/layout/orgChart1"/>
    <dgm:cxn modelId="{D585D869-6962-43B4-99D6-F1ADA9149C5A}" srcId="{C2AA4E4E-BF10-4735-B6ED-A6CC81F37180}" destId="{5AA965D2-E735-47C2-9554-761A56D82F70}" srcOrd="1" destOrd="0" parTransId="{BFC991B3-01AA-464A-930A-25B1B9793267}" sibTransId="{5C0E5BA2-CE6B-4A5F-9613-A097AF572E10}"/>
    <dgm:cxn modelId="{DB95AE72-80DE-4CA7-903F-AE92B9D783E1}" type="presOf" srcId="{BFC991B3-01AA-464A-930A-25B1B9793267}" destId="{CEA87A53-2326-41DE-A40B-78F0D9AA409D}" srcOrd="0" destOrd="0" presId="urn:microsoft.com/office/officeart/2005/8/layout/orgChart1"/>
    <dgm:cxn modelId="{C04F7554-3014-4AAC-BA77-59EFFAFEFB00}" srcId="{C2AA4E4E-BF10-4735-B6ED-A6CC81F37180}" destId="{F26828B5-EEAA-4AA3-9FDF-25D86CBA1D7C}" srcOrd="0" destOrd="0" parTransId="{3EA4F297-2C64-488B-99A1-FD1B24E8B1EA}" sibTransId="{2C59EFFB-4718-4218-B68D-D1013C3686D6}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C83EAE7E-0BB5-4D1D-98F0-0067C520D4E9}" type="presOf" srcId="{C2AA4E4E-BF10-4735-B6ED-A6CC81F37180}" destId="{6D7F3128-70D1-4560-A2F9-2C41C4B20F2C}" srcOrd="1" destOrd="0" presId="urn:microsoft.com/office/officeart/2005/8/layout/orgChart1"/>
    <dgm:cxn modelId="{E67CA987-824A-453F-BDDE-1EA818535968}" type="presOf" srcId="{5AA965D2-E735-47C2-9554-761A56D82F70}" destId="{1FB93255-12F1-4352-8AE8-3D44E3836C85}" srcOrd="0" destOrd="0" presId="urn:microsoft.com/office/officeart/2005/8/layout/orgChart1"/>
    <dgm:cxn modelId="{7C924291-A758-47F8-A262-3C4C2116170A}" type="presOf" srcId="{7E74AA2A-F661-4D1A-835C-66639AD8C043}" destId="{F990C8C0-EFE5-4F56-A5C2-19C619726808}" srcOrd="0" destOrd="0" presId="urn:microsoft.com/office/officeart/2005/8/layout/orgChart1"/>
    <dgm:cxn modelId="{47E76395-DA67-40DB-81DB-4F99D9E8436D}" type="presOf" srcId="{F26828B5-EEAA-4AA3-9FDF-25D86CBA1D7C}" destId="{CFDD0416-F16A-49E3-8873-7FA35C255FFB}" srcOrd="0" destOrd="0" presId="urn:microsoft.com/office/officeart/2005/8/layout/orgChart1"/>
    <dgm:cxn modelId="{4BC5D29D-C9D9-4BB6-8FF1-A84BFC6A1C62}" srcId="{51019B81-EE5F-417F-A885-F26C2F796447}" destId="{C2AA4E4E-BF10-4735-B6ED-A6CC81F37180}" srcOrd="0" destOrd="0" parTransId="{9231E4EE-51D8-4867-B249-E5E5ABB7135B}" sibTransId="{C00529C4-E078-4CB5-B578-699B0713307D}"/>
    <dgm:cxn modelId="{17D3B4A6-FA9B-4FE1-AA1C-41494C8744AD}" type="presOf" srcId="{7E74AA2A-F661-4D1A-835C-66639AD8C043}" destId="{66FB273A-CB09-4B6F-960C-1DA95CCA3B76}" srcOrd="1" destOrd="0" presId="urn:microsoft.com/office/officeart/2005/8/layout/orgChart1"/>
    <dgm:cxn modelId="{DEC557B0-54B7-4D19-BA72-734831E650A8}" type="presOf" srcId="{6DF770FD-EF07-479E-9577-A1936E19C5B7}" destId="{86EA1052-039F-4DF4-A18A-2DE9B09D3D0A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226FAFDA-59F5-4D6E-A2A5-7F8E230EA0D3}" type="presOf" srcId="{A71FD4A3-4CCB-4EF9-9BD9-9848892B0D7E}" destId="{76905853-D177-4E7A-A554-B46B821E4581}" srcOrd="0" destOrd="0" presId="urn:microsoft.com/office/officeart/2005/8/layout/orgChart1"/>
    <dgm:cxn modelId="{FA057CE3-5B40-41B7-9AC3-899F8B1EA33A}" type="presOf" srcId="{6DF770FD-EF07-479E-9577-A1936E19C5B7}" destId="{EE011E9E-6254-4C68-B2F8-24A805FA5BEC}" srcOrd="1" destOrd="0" presId="urn:microsoft.com/office/officeart/2005/8/layout/orgChart1"/>
    <dgm:cxn modelId="{B4C801EB-554F-41A6-BA60-686B068291B9}" type="presOf" srcId="{F26828B5-EEAA-4AA3-9FDF-25D86CBA1D7C}" destId="{B60109BC-2FA2-4D8A-AC1F-4556B56A0CCD}" srcOrd="1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6560ACFD-D1BB-40D5-96B7-C495EC0416BF}" type="presOf" srcId="{C2AA4E4E-BF10-4735-B6ED-A6CC81F37180}" destId="{FF848E77-B3B7-4E30-84DD-09218CFF013C}" srcOrd="0" destOrd="0" presId="urn:microsoft.com/office/officeart/2005/8/layout/orgChart1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C65ED11F-062C-4322-AAAE-7EB28AD31843}" type="presParOf" srcId="{9711FE6A-1F6F-48D2-B028-F2B77EDDEE4C}" destId="{CBA4ED7A-3B2E-4575-B315-C7FBB8F27DC3}" srcOrd="0" destOrd="0" presId="urn:microsoft.com/office/officeart/2005/8/layout/orgChart1"/>
    <dgm:cxn modelId="{B1DA97A0-DDCE-408B-B2DD-81445445C2B5}" type="presParOf" srcId="{9711FE6A-1F6F-48D2-B028-F2B77EDDEE4C}" destId="{BCBDEE7F-F2A2-489F-95A6-9B24255002F7}" srcOrd="1" destOrd="0" presId="urn:microsoft.com/office/officeart/2005/8/layout/orgChart1"/>
    <dgm:cxn modelId="{49E71B3B-A63C-46CA-A008-6601BB9110F9}" type="presParOf" srcId="{BCBDEE7F-F2A2-489F-95A6-9B24255002F7}" destId="{D67E4CF0-5D62-4B8C-A579-21B3D9BB7AF7}" srcOrd="0" destOrd="0" presId="urn:microsoft.com/office/officeart/2005/8/layout/orgChart1"/>
    <dgm:cxn modelId="{48F642DC-7943-4B76-BA47-19D7450646F0}" type="presParOf" srcId="{D67E4CF0-5D62-4B8C-A579-21B3D9BB7AF7}" destId="{FF848E77-B3B7-4E30-84DD-09218CFF013C}" srcOrd="0" destOrd="0" presId="urn:microsoft.com/office/officeart/2005/8/layout/orgChart1"/>
    <dgm:cxn modelId="{12F7184C-1705-44E2-893A-22A1913C4BF8}" type="presParOf" srcId="{D67E4CF0-5D62-4B8C-A579-21B3D9BB7AF7}" destId="{6D7F3128-70D1-4560-A2F9-2C41C4B20F2C}" srcOrd="1" destOrd="0" presId="urn:microsoft.com/office/officeart/2005/8/layout/orgChart1"/>
    <dgm:cxn modelId="{01976376-E0C8-48EC-A2FB-B87F3092C71B}" type="presParOf" srcId="{BCBDEE7F-F2A2-489F-95A6-9B24255002F7}" destId="{026A31BC-D8DB-4028-B092-AB857F550985}" srcOrd="1" destOrd="0" presId="urn:microsoft.com/office/officeart/2005/8/layout/orgChart1"/>
    <dgm:cxn modelId="{8AEC765D-22B0-4C34-9BED-DFE7FD1B3549}" type="presParOf" srcId="{026A31BC-D8DB-4028-B092-AB857F550985}" destId="{9B70021E-21DA-4605-A806-1515544AC67A}" srcOrd="0" destOrd="0" presId="urn:microsoft.com/office/officeart/2005/8/layout/orgChart1"/>
    <dgm:cxn modelId="{A119890E-C29B-43E8-83F2-4BAFEC730101}" type="presParOf" srcId="{026A31BC-D8DB-4028-B092-AB857F550985}" destId="{7B8CB53B-AB19-4344-A159-C435824DAED8}" srcOrd="1" destOrd="0" presId="urn:microsoft.com/office/officeart/2005/8/layout/orgChart1"/>
    <dgm:cxn modelId="{FCF51F34-D86A-4078-99F2-0B0E1256967A}" type="presParOf" srcId="{7B8CB53B-AB19-4344-A159-C435824DAED8}" destId="{CAC441D3-FCEC-4FE8-BB89-CB6D2FF3CE95}" srcOrd="0" destOrd="0" presId="urn:microsoft.com/office/officeart/2005/8/layout/orgChart1"/>
    <dgm:cxn modelId="{60D1BB3D-A01C-4741-97FB-0C66FE05C01C}" type="presParOf" srcId="{CAC441D3-FCEC-4FE8-BB89-CB6D2FF3CE95}" destId="{CFDD0416-F16A-49E3-8873-7FA35C255FFB}" srcOrd="0" destOrd="0" presId="urn:microsoft.com/office/officeart/2005/8/layout/orgChart1"/>
    <dgm:cxn modelId="{F0F54589-6874-4411-BAA3-DAEDE49DC7E0}" type="presParOf" srcId="{CAC441D3-FCEC-4FE8-BB89-CB6D2FF3CE95}" destId="{B60109BC-2FA2-4D8A-AC1F-4556B56A0CCD}" srcOrd="1" destOrd="0" presId="urn:microsoft.com/office/officeart/2005/8/layout/orgChart1"/>
    <dgm:cxn modelId="{9995F045-0B99-4781-8CEB-B9483BAE80F9}" type="presParOf" srcId="{7B8CB53B-AB19-4344-A159-C435824DAED8}" destId="{AC7BDA9D-E08D-460C-B538-941E4C09E564}" srcOrd="1" destOrd="0" presId="urn:microsoft.com/office/officeart/2005/8/layout/orgChart1"/>
    <dgm:cxn modelId="{302E328E-740E-47A6-A1B6-179FDD2BC2CD}" type="presParOf" srcId="{7B8CB53B-AB19-4344-A159-C435824DAED8}" destId="{0411A9A6-3181-42DA-9757-EB1FBE19887E}" srcOrd="2" destOrd="0" presId="urn:microsoft.com/office/officeart/2005/8/layout/orgChart1"/>
    <dgm:cxn modelId="{C22080AB-DC7C-4D6C-9E44-40AF57BE9483}" type="presParOf" srcId="{026A31BC-D8DB-4028-B092-AB857F550985}" destId="{CEA87A53-2326-41DE-A40B-78F0D9AA409D}" srcOrd="2" destOrd="0" presId="urn:microsoft.com/office/officeart/2005/8/layout/orgChart1"/>
    <dgm:cxn modelId="{4B7FDE9D-70C5-4017-B47B-E044100808D8}" type="presParOf" srcId="{026A31BC-D8DB-4028-B092-AB857F550985}" destId="{EB4ABE4E-48F6-492B-9C88-8E241FB8D27F}" srcOrd="3" destOrd="0" presId="urn:microsoft.com/office/officeart/2005/8/layout/orgChart1"/>
    <dgm:cxn modelId="{C186B485-2CB7-4AC1-8AA3-F8BDE5041F43}" type="presParOf" srcId="{EB4ABE4E-48F6-492B-9C88-8E241FB8D27F}" destId="{C0765AEA-B5D8-470A-B777-BEBBDB7B6A7A}" srcOrd="0" destOrd="0" presId="urn:microsoft.com/office/officeart/2005/8/layout/orgChart1"/>
    <dgm:cxn modelId="{FF47E79F-D343-4C82-8E7B-7E4A811C6AF5}" type="presParOf" srcId="{C0765AEA-B5D8-470A-B777-BEBBDB7B6A7A}" destId="{1FB93255-12F1-4352-8AE8-3D44E3836C85}" srcOrd="0" destOrd="0" presId="urn:microsoft.com/office/officeart/2005/8/layout/orgChart1"/>
    <dgm:cxn modelId="{4787C3E3-9EDB-4FD9-B235-7BB9A4F0E61A}" type="presParOf" srcId="{C0765AEA-B5D8-470A-B777-BEBBDB7B6A7A}" destId="{2E2DB027-5065-4132-818F-0C16468552F7}" srcOrd="1" destOrd="0" presId="urn:microsoft.com/office/officeart/2005/8/layout/orgChart1"/>
    <dgm:cxn modelId="{047BEF2C-1E59-4C15-A302-FFE06FF06598}" type="presParOf" srcId="{EB4ABE4E-48F6-492B-9C88-8E241FB8D27F}" destId="{D98837EB-5BEF-44A1-A97D-49C5EB87778E}" srcOrd="1" destOrd="0" presId="urn:microsoft.com/office/officeart/2005/8/layout/orgChart1"/>
    <dgm:cxn modelId="{E108DE00-CC67-4320-8D91-12E3AF962D41}" type="presParOf" srcId="{EB4ABE4E-48F6-492B-9C88-8E241FB8D27F}" destId="{28A67CA9-80ED-4201-AD97-187CC1492F42}" srcOrd="2" destOrd="0" presId="urn:microsoft.com/office/officeart/2005/8/layout/orgChart1"/>
    <dgm:cxn modelId="{57FB9FB2-3455-4ED9-801F-50942D71239D}" type="presParOf" srcId="{026A31BC-D8DB-4028-B092-AB857F550985}" destId="{6DE9ACDE-B83E-460A-81E8-79AE65436470}" srcOrd="4" destOrd="0" presId="urn:microsoft.com/office/officeart/2005/8/layout/orgChart1"/>
    <dgm:cxn modelId="{4977BA5F-B625-412F-AB7C-A17563F1F558}" type="presParOf" srcId="{026A31BC-D8DB-4028-B092-AB857F550985}" destId="{9D4FD23E-4BA6-4559-AE49-9687B84CD10A}" srcOrd="5" destOrd="0" presId="urn:microsoft.com/office/officeart/2005/8/layout/orgChart1"/>
    <dgm:cxn modelId="{E21BEA03-E442-4C8D-B8A2-443592350270}" type="presParOf" srcId="{9D4FD23E-4BA6-4559-AE49-9687B84CD10A}" destId="{027909B7-7E75-447B-BF11-6987F10289B8}" srcOrd="0" destOrd="0" presId="urn:microsoft.com/office/officeart/2005/8/layout/orgChart1"/>
    <dgm:cxn modelId="{598B9CD4-15A6-4553-8F75-01C56D7A56ED}" type="presParOf" srcId="{027909B7-7E75-447B-BF11-6987F10289B8}" destId="{86EA1052-039F-4DF4-A18A-2DE9B09D3D0A}" srcOrd="0" destOrd="0" presId="urn:microsoft.com/office/officeart/2005/8/layout/orgChart1"/>
    <dgm:cxn modelId="{2CA84CF1-90E3-40EF-9A7C-E79E76647A00}" type="presParOf" srcId="{027909B7-7E75-447B-BF11-6987F10289B8}" destId="{EE011E9E-6254-4C68-B2F8-24A805FA5BEC}" srcOrd="1" destOrd="0" presId="urn:microsoft.com/office/officeart/2005/8/layout/orgChart1"/>
    <dgm:cxn modelId="{2912F264-AF7B-436A-A58D-E8261542D4A1}" type="presParOf" srcId="{9D4FD23E-4BA6-4559-AE49-9687B84CD10A}" destId="{47517B33-8716-4842-B1B7-B1C2C45C504C}" srcOrd="1" destOrd="0" presId="urn:microsoft.com/office/officeart/2005/8/layout/orgChart1"/>
    <dgm:cxn modelId="{E51D0D8C-C0D8-4C35-954E-A9EFB488BC84}" type="presParOf" srcId="{9D4FD23E-4BA6-4559-AE49-9687B84CD10A}" destId="{DB655EFF-EF3C-4C9C-A8BC-2204468FBFFD}" srcOrd="2" destOrd="0" presId="urn:microsoft.com/office/officeart/2005/8/layout/orgChart1"/>
    <dgm:cxn modelId="{E46247E0-E15D-4193-959B-62F8A33B0562}" type="presParOf" srcId="{026A31BC-D8DB-4028-B092-AB857F550985}" destId="{76905853-D177-4E7A-A554-B46B821E4581}" srcOrd="6" destOrd="0" presId="urn:microsoft.com/office/officeart/2005/8/layout/orgChart1"/>
    <dgm:cxn modelId="{977D6687-4BA2-483E-AAAC-7E09C20101E9}" type="presParOf" srcId="{026A31BC-D8DB-4028-B092-AB857F550985}" destId="{96F99210-7F0C-428E-A50D-98EEC97C0B53}" srcOrd="7" destOrd="0" presId="urn:microsoft.com/office/officeart/2005/8/layout/orgChart1"/>
    <dgm:cxn modelId="{57656FFE-C721-421D-91A3-43F97DACAC91}" type="presParOf" srcId="{96F99210-7F0C-428E-A50D-98EEC97C0B53}" destId="{3EF5FD0E-D641-47ED-BA2B-DBD75CF22D46}" srcOrd="0" destOrd="0" presId="urn:microsoft.com/office/officeart/2005/8/layout/orgChart1"/>
    <dgm:cxn modelId="{0AB9ECB3-6449-4CB3-B6CC-3467D19699C9}" type="presParOf" srcId="{3EF5FD0E-D641-47ED-BA2B-DBD75CF22D46}" destId="{F990C8C0-EFE5-4F56-A5C2-19C619726808}" srcOrd="0" destOrd="0" presId="urn:microsoft.com/office/officeart/2005/8/layout/orgChart1"/>
    <dgm:cxn modelId="{89B6C7E9-36BE-4F41-B164-9C0946EB04EF}" type="presParOf" srcId="{3EF5FD0E-D641-47ED-BA2B-DBD75CF22D46}" destId="{66FB273A-CB09-4B6F-960C-1DA95CCA3B76}" srcOrd="1" destOrd="0" presId="urn:microsoft.com/office/officeart/2005/8/layout/orgChart1"/>
    <dgm:cxn modelId="{DCFAD725-99A1-439C-91B7-928B430B4A4A}" type="presParOf" srcId="{96F99210-7F0C-428E-A50D-98EEC97C0B53}" destId="{77F24BF9-BBCF-44B7-8603-8AA2853760BC}" srcOrd="1" destOrd="0" presId="urn:microsoft.com/office/officeart/2005/8/layout/orgChart1"/>
    <dgm:cxn modelId="{08840FFE-03CB-4CA3-80DD-60BE44F681CE}" type="presParOf" srcId="{96F99210-7F0C-428E-A50D-98EEC97C0B53}" destId="{6C55C101-B999-48B6-8B3A-8410A5DB11F9}" srcOrd="2" destOrd="0" presId="urn:microsoft.com/office/officeart/2005/8/layout/orgChart1"/>
    <dgm:cxn modelId="{A77118FC-7FB4-4961-BE2A-63022DFF162E}" type="presParOf" srcId="{BCBDEE7F-F2A2-489F-95A6-9B24255002F7}" destId="{43920302-61DF-4E99-A309-5698310959C3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A504439-3D88-4647-9BFF-CCE091C69F3E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1019B81-EE5F-417F-A885-F26C2F796447}">
      <dgm:prSet phldrT="[Testo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noProof="0" dirty="0">
              <a:solidFill>
                <a:schemeClr val="bg1"/>
              </a:solidFill>
            </a:rPr>
            <a:t>Project</a:t>
          </a:r>
        </a:p>
      </dgm:t>
    </dgm:pt>
    <dgm:pt modelId="{1401D7B1-6E8E-44F7-B6F0-4D1C7A209C58}" type="par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4BA90EDC-508E-4A9E-B350-254C662CC619}" type="sibTrans" cxnId="{56F566F4-F2BD-49EA-908A-DF13228BD837}">
      <dgm:prSet/>
      <dgm:spPr/>
      <dgm:t>
        <a:bodyPr/>
        <a:lstStyle/>
        <a:p>
          <a:endParaRPr lang="en-US" noProof="0" dirty="0"/>
        </a:p>
      </dgm:t>
    </dgm:pt>
    <dgm:pt modelId="{C2AA4E4E-BF10-4735-B6ED-A6CC81F3718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gm:t>
    </dgm:pt>
    <dgm:pt modelId="{9231E4EE-51D8-4867-B249-E5E5ABB7135B}" type="parTrans" cxnId="{4BC5D29D-C9D9-4BB6-8FF1-A84BFC6A1C62}">
      <dgm:prSet/>
      <dgm:spPr/>
      <dgm:t>
        <a:bodyPr/>
        <a:lstStyle/>
        <a:p>
          <a:endParaRPr lang="en-US"/>
        </a:p>
      </dgm:t>
    </dgm:pt>
    <dgm:pt modelId="{C00529C4-E078-4CB5-B578-699B0713307D}" type="sibTrans" cxnId="{4BC5D29D-C9D9-4BB6-8FF1-A84BFC6A1C62}">
      <dgm:prSet/>
      <dgm:spPr/>
      <dgm:t>
        <a:bodyPr/>
        <a:lstStyle/>
        <a:p>
          <a:endParaRPr lang="en-US"/>
        </a:p>
      </dgm:t>
    </dgm:pt>
    <dgm:pt modelId="{F26828B5-EEAA-4AA3-9FDF-25D86CBA1D7C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Software</a:t>
          </a:r>
        </a:p>
      </dgm:t>
    </dgm:pt>
    <dgm:pt modelId="{3EA4F297-2C64-488B-99A1-FD1B24E8B1EA}" type="parTrans" cxnId="{C04F7554-3014-4AAC-BA77-59EFFAFEFB00}">
      <dgm:prSet/>
      <dgm:spPr/>
      <dgm:t>
        <a:bodyPr/>
        <a:lstStyle/>
        <a:p>
          <a:endParaRPr lang="en-US"/>
        </a:p>
      </dgm:t>
    </dgm:pt>
    <dgm:pt modelId="{2C59EFFB-4718-4218-B68D-D1013C3686D6}" type="sibTrans" cxnId="{C04F7554-3014-4AAC-BA77-59EFFAFEFB00}">
      <dgm:prSet/>
      <dgm:spPr/>
      <dgm:t>
        <a:bodyPr/>
        <a:lstStyle/>
        <a:p>
          <a:endParaRPr lang="en-US"/>
        </a:p>
      </dgm:t>
    </dgm:pt>
    <dgm:pt modelId="{5AA965D2-E735-47C2-9554-761A56D82F70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Technology</a:t>
          </a:r>
        </a:p>
      </dgm:t>
    </dgm:pt>
    <dgm:pt modelId="{BFC991B3-01AA-464A-930A-25B1B9793267}" type="parTrans" cxnId="{D585D869-6962-43B4-99D6-F1ADA9149C5A}">
      <dgm:prSet/>
      <dgm:spPr/>
      <dgm:t>
        <a:bodyPr/>
        <a:lstStyle/>
        <a:p>
          <a:endParaRPr lang="en-US"/>
        </a:p>
      </dgm:t>
    </dgm:pt>
    <dgm:pt modelId="{5C0E5BA2-CE6B-4A5F-9613-A097AF572E10}" type="sibTrans" cxnId="{D585D869-6962-43B4-99D6-F1ADA9149C5A}">
      <dgm:prSet/>
      <dgm:spPr/>
      <dgm:t>
        <a:bodyPr/>
        <a:lstStyle/>
        <a:p>
          <a:endParaRPr lang="en-US"/>
        </a:p>
      </dgm:t>
    </dgm:pt>
    <dgm:pt modelId="{6DF770FD-EF07-479E-9577-A1936E19C5B7}">
      <dgm:prSet phldrT="[Testo]" custT="1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Business</a:t>
          </a:r>
        </a:p>
      </dgm:t>
    </dgm:pt>
    <dgm:pt modelId="{5C92C23A-747F-4BC5-A6D3-E5DAC834EA1D}" type="parTrans" cxnId="{CC7D001B-AE5E-4AC4-A127-9FF97932CADB}">
      <dgm:prSet/>
      <dgm:spPr/>
      <dgm:t>
        <a:bodyPr/>
        <a:lstStyle/>
        <a:p>
          <a:endParaRPr lang="en-US"/>
        </a:p>
      </dgm:t>
    </dgm:pt>
    <dgm:pt modelId="{0E60D3A4-20EE-4B24-B7A1-7178CCCF8A67}" type="sibTrans" cxnId="{CC7D001B-AE5E-4AC4-A127-9FF97932CADB}">
      <dgm:prSet/>
      <dgm:spPr/>
      <dgm:t>
        <a:bodyPr/>
        <a:lstStyle/>
        <a:p>
          <a:endParaRPr lang="en-US"/>
        </a:p>
      </dgm:t>
    </dgm:pt>
    <dgm:pt modelId="{7E74AA2A-F661-4D1A-835C-66639AD8C043}">
      <dgm:prSet phldrT="[Testo]"/>
      <dgm:spPr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gm:spPr>
      <dgm:t>
        <a:bodyPr spcFirstLastPara="0" vert="horz" wrap="square" lIns="10160" tIns="10160" rIns="10160" bIns="10160" numCol="1" spcCol="1270" anchor="ctr" anchorCtr="0"/>
        <a:lstStyle/>
        <a:p>
          <a:r>
            <a:rPr lang="en-US" noProof="0" dirty="0"/>
            <a:t>Organization change </a:t>
          </a:r>
        </a:p>
      </dgm:t>
    </dgm:pt>
    <dgm:pt modelId="{A71FD4A3-4CCB-4EF9-9BD9-9848892B0D7E}" type="parTrans" cxnId="{6FE98D08-4507-4F45-89CC-99D5E391316F}">
      <dgm:prSet/>
      <dgm:spPr/>
      <dgm:t>
        <a:bodyPr/>
        <a:lstStyle/>
        <a:p>
          <a:endParaRPr lang="en-US"/>
        </a:p>
      </dgm:t>
    </dgm:pt>
    <dgm:pt modelId="{D3137757-4A18-45EA-BBB5-C322A3F7E9A6}" type="sibTrans" cxnId="{6FE98D08-4507-4F45-89CC-99D5E391316F}">
      <dgm:prSet/>
      <dgm:spPr/>
      <dgm:t>
        <a:bodyPr/>
        <a:lstStyle/>
        <a:p>
          <a:endParaRPr lang="en-US"/>
        </a:p>
      </dgm:t>
    </dgm:pt>
    <dgm:pt modelId="{49F2F383-BA32-4472-8E20-95BE64725264}" type="pres">
      <dgm:prSet presAssocID="{FA504439-3D88-4647-9BFF-CCE091C69F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8AA186-414B-4DC5-A3B7-4EEB646B631F}" type="pres">
      <dgm:prSet presAssocID="{51019B81-EE5F-417F-A885-F26C2F796447}" presName="hierRoot1" presStyleCnt="0">
        <dgm:presLayoutVars>
          <dgm:hierBranch val="init"/>
        </dgm:presLayoutVars>
      </dgm:prSet>
      <dgm:spPr/>
    </dgm:pt>
    <dgm:pt modelId="{F167946A-2ED6-400B-9E3E-5D0753697F12}" type="pres">
      <dgm:prSet presAssocID="{51019B81-EE5F-417F-A885-F26C2F796447}" presName="rootComposite1" presStyleCnt="0"/>
      <dgm:spPr/>
    </dgm:pt>
    <dgm:pt modelId="{F82DCBA3-5905-4022-A713-D086A0889948}" type="pres">
      <dgm:prSet presAssocID="{51019B81-EE5F-417F-A885-F26C2F796447}" presName="rootText1" presStyleLbl="node0" presStyleIdx="0" presStyleCnt="1">
        <dgm:presLayoutVars>
          <dgm:chPref val="3"/>
        </dgm:presLayoutVars>
      </dgm:prSet>
      <dgm:spPr/>
    </dgm:pt>
    <dgm:pt modelId="{6E8858EA-232D-44B6-AA0B-0E814F40A9C8}" type="pres">
      <dgm:prSet presAssocID="{51019B81-EE5F-417F-A885-F26C2F796447}" presName="rootConnector1" presStyleLbl="node1" presStyleIdx="0" presStyleCnt="0"/>
      <dgm:spPr/>
    </dgm:pt>
    <dgm:pt modelId="{9711FE6A-1F6F-48D2-B028-F2B77EDDEE4C}" type="pres">
      <dgm:prSet presAssocID="{51019B81-EE5F-417F-A885-F26C2F796447}" presName="hierChild2" presStyleCnt="0"/>
      <dgm:spPr/>
    </dgm:pt>
    <dgm:pt modelId="{CBA4ED7A-3B2E-4575-B315-C7FBB8F27DC3}" type="pres">
      <dgm:prSet presAssocID="{9231E4EE-51D8-4867-B249-E5E5ABB7135B}" presName="Name37" presStyleLbl="parChTrans1D2" presStyleIdx="0" presStyleCnt="1"/>
      <dgm:spPr/>
    </dgm:pt>
    <dgm:pt modelId="{BCBDEE7F-F2A2-489F-95A6-9B24255002F7}" type="pres">
      <dgm:prSet presAssocID="{C2AA4E4E-BF10-4735-B6ED-A6CC81F37180}" presName="hierRoot2" presStyleCnt="0">
        <dgm:presLayoutVars>
          <dgm:hierBranch val="init"/>
        </dgm:presLayoutVars>
      </dgm:prSet>
      <dgm:spPr/>
    </dgm:pt>
    <dgm:pt modelId="{D67E4CF0-5D62-4B8C-A579-21B3D9BB7AF7}" type="pres">
      <dgm:prSet presAssocID="{C2AA4E4E-BF10-4735-B6ED-A6CC81F37180}" presName="rootComposite" presStyleCnt="0"/>
      <dgm:spPr/>
    </dgm:pt>
    <dgm:pt modelId="{FF848E77-B3B7-4E30-84DD-09218CFF013C}" type="pres">
      <dgm:prSet presAssocID="{C2AA4E4E-BF10-4735-B6ED-A6CC81F37180}" presName="rootText" presStyleLbl="node2" presStyleIdx="0" presStyleCnt="1">
        <dgm:presLayoutVars>
          <dgm:chPref val="3"/>
        </dgm:presLayoutVars>
      </dgm:prSet>
      <dgm:spPr>
        <a:xfrm>
          <a:off x="915526" y="803695"/>
          <a:ext cx="1127227" cy="563613"/>
        </a:xfrm>
        <a:prstGeom prst="rect">
          <a:avLst/>
        </a:prstGeom>
      </dgm:spPr>
    </dgm:pt>
    <dgm:pt modelId="{6D7F3128-70D1-4560-A2F9-2C41C4B20F2C}" type="pres">
      <dgm:prSet presAssocID="{C2AA4E4E-BF10-4735-B6ED-A6CC81F37180}" presName="rootConnector" presStyleLbl="node2" presStyleIdx="0" presStyleCnt="1"/>
      <dgm:spPr/>
    </dgm:pt>
    <dgm:pt modelId="{026A31BC-D8DB-4028-B092-AB857F550985}" type="pres">
      <dgm:prSet presAssocID="{C2AA4E4E-BF10-4735-B6ED-A6CC81F37180}" presName="hierChild4" presStyleCnt="0"/>
      <dgm:spPr/>
    </dgm:pt>
    <dgm:pt modelId="{9B70021E-21DA-4605-A806-1515544AC67A}" type="pres">
      <dgm:prSet presAssocID="{3EA4F297-2C64-488B-99A1-FD1B24E8B1EA}" presName="Name37" presStyleLbl="parChTrans1D3" presStyleIdx="0" presStyleCnt="4"/>
      <dgm:spPr/>
    </dgm:pt>
    <dgm:pt modelId="{7B8CB53B-AB19-4344-A159-C435824DAED8}" type="pres">
      <dgm:prSet presAssocID="{F26828B5-EEAA-4AA3-9FDF-25D86CBA1D7C}" presName="hierRoot2" presStyleCnt="0">
        <dgm:presLayoutVars>
          <dgm:hierBranch val="init"/>
        </dgm:presLayoutVars>
      </dgm:prSet>
      <dgm:spPr/>
    </dgm:pt>
    <dgm:pt modelId="{CAC441D3-FCEC-4FE8-BB89-CB6D2FF3CE95}" type="pres">
      <dgm:prSet presAssocID="{F26828B5-EEAA-4AA3-9FDF-25D86CBA1D7C}" presName="rootComposite" presStyleCnt="0"/>
      <dgm:spPr/>
    </dgm:pt>
    <dgm:pt modelId="{CFDD0416-F16A-49E3-8873-7FA35C255FFB}" type="pres">
      <dgm:prSet presAssocID="{F26828B5-EEAA-4AA3-9FDF-25D86CBA1D7C}" presName="rootText" presStyleLbl="node3" presStyleIdx="0" presStyleCnt="4" custLinFactNeighborX="2325" custLinFactNeighborY="645">
        <dgm:presLayoutVars>
          <dgm:chPref val="3"/>
        </dgm:presLayoutVars>
      </dgm:prSet>
      <dgm:spPr>
        <a:xfrm>
          <a:off x="1197333" y="1604027"/>
          <a:ext cx="1127227" cy="563613"/>
        </a:xfrm>
        <a:prstGeom prst="rect">
          <a:avLst/>
        </a:prstGeom>
      </dgm:spPr>
    </dgm:pt>
    <dgm:pt modelId="{B60109BC-2FA2-4D8A-AC1F-4556B56A0CCD}" type="pres">
      <dgm:prSet presAssocID="{F26828B5-EEAA-4AA3-9FDF-25D86CBA1D7C}" presName="rootConnector" presStyleLbl="node3" presStyleIdx="0" presStyleCnt="4"/>
      <dgm:spPr/>
    </dgm:pt>
    <dgm:pt modelId="{AC7BDA9D-E08D-460C-B538-941E4C09E564}" type="pres">
      <dgm:prSet presAssocID="{F26828B5-EEAA-4AA3-9FDF-25D86CBA1D7C}" presName="hierChild4" presStyleCnt="0"/>
      <dgm:spPr/>
    </dgm:pt>
    <dgm:pt modelId="{0411A9A6-3181-42DA-9757-EB1FBE19887E}" type="pres">
      <dgm:prSet presAssocID="{F26828B5-EEAA-4AA3-9FDF-25D86CBA1D7C}" presName="hierChild5" presStyleCnt="0"/>
      <dgm:spPr/>
    </dgm:pt>
    <dgm:pt modelId="{CEA87A53-2326-41DE-A40B-78F0D9AA409D}" type="pres">
      <dgm:prSet presAssocID="{BFC991B3-01AA-464A-930A-25B1B9793267}" presName="Name37" presStyleLbl="parChTrans1D3" presStyleIdx="1" presStyleCnt="4"/>
      <dgm:spPr/>
    </dgm:pt>
    <dgm:pt modelId="{EB4ABE4E-48F6-492B-9C88-8E241FB8D27F}" type="pres">
      <dgm:prSet presAssocID="{5AA965D2-E735-47C2-9554-761A56D82F70}" presName="hierRoot2" presStyleCnt="0">
        <dgm:presLayoutVars>
          <dgm:hierBranch val="init"/>
        </dgm:presLayoutVars>
      </dgm:prSet>
      <dgm:spPr/>
    </dgm:pt>
    <dgm:pt modelId="{C0765AEA-B5D8-470A-B777-BEBBDB7B6A7A}" type="pres">
      <dgm:prSet presAssocID="{5AA965D2-E735-47C2-9554-761A56D82F70}" presName="rootComposite" presStyleCnt="0"/>
      <dgm:spPr/>
    </dgm:pt>
    <dgm:pt modelId="{1FB93255-12F1-4352-8AE8-3D44E3836C85}" type="pres">
      <dgm:prSet presAssocID="{5AA965D2-E735-47C2-9554-761A56D82F70}" presName="rootText" presStyleLbl="node3" presStyleIdx="1" presStyleCnt="4">
        <dgm:presLayoutVars>
          <dgm:chPref val="3"/>
        </dgm:presLayoutVars>
      </dgm:prSet>
      <dgm:spPr>
        <a:xfrm>
          <a:off x="1197333" y="2404358"/>
          <a:ext cx="1127227" cy="563613"/>
        </a:xfrm>
        <a:prstGeom prst="rect">
          <a:avLst/>
        </a:prstGeom>
      </dgm:spPr>
    </dgm:pt>
    <dgm:pt modelId="{2E2DB027-5065-4132-818F-0C16468552F7}" type="pres">
      <dgm:prSet presAssocID="{5AA965D2-E735-47C2-9554-761A56D82F70}" presName="rootConnector" presStyleLbl="node3" presStyleIdx="1" presStyleCnt="4"/>
      <dgm:spPr/>
    </dgm:pt>
    <dgm:pt modelId="{D98837EB-5BEF-44A1-A97D-49C5EB87778E}" type="pres">
      <dgm:prSet presAssocID="{5AA965D2-E735-47C2-9554-761A56D82F70}" presName="hierChild4" presStyleCnt="0"/>
      <dgm:spPr/>
    </dgm:pt>
    <dgm:pt modelId="{28A67CA9-80ED-4201-AD97-187CC1492F42}" type="pres">
      <dgm:prSet presAssocID="{5AA965D2-E735-47C2-9554-761A56D82F70}" presName="hierChild5" presStyleCnt="0"/>
      <dgm:spPr/>
    </dgm:pt>
    <dgm:pt modelId="{6DE9ACDE-B83E-460A-81E8-79AE65436470}" type="pres">
      <dgm:prSet presAssocID="{5C92C23A-747F-4BC5-A6D3-E5DAC834EA1D}" presName="Name37" presStyleLbl="parChTrans1D3" presStyleIdx="2" presStyleCnt="4"/>
      <dgm:spPr/>
    </dgm:pt>
    <dgm:pt modelId="{9D4FD23E-4BA6-4559-AE49-9687B84CD10A}" type="pres">
      <dgm:prSet presAssocID="{6DF770FD-EF07-479E-9577-A1936E19C5B7}" presName="hierRoot2" presStyleCnt="0">
        <dgm:presLayoutVars>
          <dgm:hierBranch val="init"/>
        </dgm:presLayoutVars>
      </dgm:prSet>
      <dgm:spPr/>
    </dgm:pt>
    <dgm:pt modelId="{027909B7-7E75-447B-BF11-6987F10289B8}" type="pres">
      <dgm:prSet presAssocID="{6DF770FD-EF07-479E-9577-A1936E19C5B7}" presName="rootComposite" presStyleCnt="0"/>
      <dgm:spPr/>
    </dgm:pt>
    <dgm:pt modelId="{86EA1052-039F-4DF4-A18A-2DE9B09D3D0A}" type="pres">
      <dgm:prSet presAssocID="{6DF770FD-EF07-479E-9577-A1936E19C5B7}" presName="rootText" presStyleLbl="node3" presStyleIdx="2" presStyleCnt="4">
        <dgm:presLayoutVars>
          <dgm:chPref val="3"/>
        </dgm:presLayoutVars>
      </dgm:prSet>
      <dgm:spPr>
        <a:xfrm>
          <a:off x="1197333" y="3204690"/>
          <a:ext cx="1127227" cy="563613"/>
        </a:xfrm>
        <a:prstGeom prst="rect">
          <a:avLst/>
        </a:prstGeom>
      </dgm:spPr>
    </dgm:pt>
    <dgm:pt modelId="{EE011E9E-6254-4C68-B2F8-24A805FA5BEC}" type="pres">
      <dgm:prSet presAssocID="{6DF770FD-EF07-479E-9577-A1936E19C5B7}" presName="rootConnector" presStyleLbl="node3" presStyleIdx="2" presStyleCnt="4"/>
      <dgm:spPr/>
    </dgm:pt>
    <dgm:pt modelId="{47517B33-8716-4842-B1B7-B1C2C45C504C}" type="pres">
      <dgm:prSet presAssocID="{6DF770FD-EF07-479E-9577-A1936E19C5B7}" presName="hierChild4" presStyleCnt="0"/>
      <dgm:spPr/>
    </dgm:pt>
    <dgm:pt modelId="{DB655EFF-EF3C-4C9C-A8BC-2204468FBFFD}" type="pres">
      <dgm:prSet presAssocID="{6DF770FD-EF07-479E-9577-A1936E19C5B7}" presName="hierChild5" presStyleCnt="0"/>
      <dgm:spPr/>
    </dgm:pt>
    <dgm:pt modelId="{76905853-D177-4E7A-A554-B46B821E4581}" type="pres">
      <dgm:prSet presAssocID="{A71FD4A3-4CCB-4EF9-9BD9-9848892B0D7E}" presName="Name37" presStyleLbl="parChTrans1D3" presStyleIdx="3" presStyleCnt="4"/>
      <dgm:spPr/>
    </dgm:pt>
    <dgm:pt modelId="{96F99210-7F0C-428E-A50D-98EEC97C0B53}" type="pres">
      <dgm:prSet presAssocID="{7E74AA2A-F661-4D1A-835C-66639AD8C043}" presName="hierRoot2" presStyleCnt="0">
        <dgm:presLayoutVars>
          <dgm:hierBranch val="init"/>
        </dgm:presLayoutVars>
      </dgm:prSet>
      <dgm:spPr/>
    </dgm:pt>
    <dgm:pt modelId="{3EF5FD0E-D641-47ED-BA2B-DBD75CF22D46}" type="pres">
      <dgm:prSet presAssocID="{7E74AA2A-F661-4D1A-835C-66639AD8C043}" presName="rootComposite" presStyleCnt="0"/>
      <dgm:spPr/>
    </dgm:pt>
    <dgm:pt modelId="{F990C8C0-EFE5-4F56-A5C2-19C619726808}" type="pres">
      <dgm:prSet presAssocID="{7E74AA2A-F661-4D1A-835C-66639AD8C043}" presName="rootText" presStyleLbl="node3" presStyleIdx="3" presStyleCnt="4">
        <dgm:presLayoutVars>
          <dgm:chPref val="3"/>
        </dgm:presLayoutVars>
      </dgm:prSet>
      <dgm:spPr>
        <a:xfrm>
          <a:off x="1197333" y="4005022"/>
          <a:ext cx="1127227" cy="563613"/>
        </a:xfrm>
        <a:prstGeom prst="rect">
          <a:avLst/>
        </a:prstGeom>
      </dgm:spPr>
    </dgm:pt>
    <dgm:pt modelId="{66FB273A-CB09-4B6F-960C-1DA95CCA3B76}" type="pres">
      <dgm:prSet presAssocID="{7E74AA2A-F661-4D1A-835C-66639AD8C043}" presName="rootConnector" presStyleLbl="node3" presStyleIdx="3" presStyleCnt="4"/>
      <dgm:spPr/>
    </dgm:pt>
    <dgm:pt modelId="{77F24BF9-BBCF-44B7-8603-8AA2853760BC}" type="pres">
      <dgm:prSet presAssocID="{7E74AA2A-F661-4D1A-835C-66639AD8C043}" presName="hierChild4" presStyleCnt="0"/>
      <dgm:spPr/>
    </dgm:pt>
    <dgm:pt modelId="{6C55C101-B999-48B6-8B3A-8410A5DB11F9}" type="pres">
      <dgm:prSet presAssocID="{7E74AA2A-F661-4D1A-835C-66639AD8C043}" presName="hierChild5" presStyleCnt="0"/>
      <dgm:spPr/>
    </dgm:pt>
    <dgm:pt modelId="{43920302-61DF-4E99-A309-5698310959C3}" type="pres">
      <dgm:prSet presAssocID="{C2AA4E4E-BF10-4735-B6ED-A6CC81F37180}" presName="hierChild5" presStyleCnt="0"/>
      <dgm:spPr/>
    </dgm:pt>
    <dgm:pt modelId="{A8BBC098-FF74-445A-BB8C-20B26DCDA16B}" type="pres">
      <dgm:prSet presAssocID="{51019B81-EE5F-417F-A885-F26C2F796447}" presName="hierChild3" presStyleCnt="0"/>
      <dgm:spPr/>
    </dgm:pt>
  </dgm:ptLst>
  <dgm:cxnLst>
    <dgm:cxn modelId="{C1886201-D329-46C9-BA91-87DCA1A5CAF1}" type="presOf" srcId="{3EA4F297-2C64-488B-99A1-FD1B24E8B1EA}" destId="{9B70021E-21DA-4605-A806-1515544AC67A}" srcOrd="0" destOrd="0" presId="urn:microsoft.com/office/officeart/2005/8/layout/orgChart1"/>
    <dgm:cxn modelId="{6FE98D08-4507-4F45-89CC-99D5E391316F}" srcId="{C2AA4E4E-BF10-4735-B6ED-A6CC81F37180}" destId="{7E74AA2A-F661-4D1A-835C-66639AD8C043}" srcOrd="3" destOrd="0" parTransId="{A71FD4A3-4CCB-4EF9-9BD9-9848892B0D7E}" sibTransId="{D3137757-4A18-45EA-BBB5-C322A3F7E9A6}"/>
    <dgm:cxn modelId="{CC7D001B-AE5E-4AC4-A127-9FF97932CADB}" srcId="{C2AA4E4E-BF10-4735-B6ED-A6CC81F37180}" destId="{6DF770FD-EF07-479E-9577-A1936E19C5B7}" srcOrd="2" destOrd="0" parTransId="{5C92C23A-747F-4BC5-A6D3-E5DAC834EA1D}" sibTransId="{0E60D3A4-20EE-4B24-B7A1-7178CCCF8A67}"/>
    <dgm:cxn modelId="{9CB6CD2E-1E00-4ECA-94E5-8F1C1435C659}" type="presOf" srcId="{5C92C23A-747F-4BC5-A6D3-E5DAC834EA1D}" destId="{6DE9ACDE-B83E-460A-81E8-79AE65436470}" srcOrd="0" destOrd="0" presId="urn:microsoft.com/office/officeart/2005/8/layout/orgChart1"/>
    <dgm:cxn modelId="{88AD5A35-9A53-4776-88A9-74AEDF8FDECA}" type="presOf" srcId="{FA504439-3D88-4647-9BFF-CCE091C69F3E}" destId="{49F2F383-BA32-4472-8E20-95BE64725264}" srcOrd="0" destOrd="0" presId="urn:microsoft.com/office/officeart/2005/8/layout/orgChart1"/>
    <dgm:cxn modelId="{FA849736-6361-4551-9807-88420F396F1F}" type="presOf" srcId="{9231E4EE-51D8-4867-B249-E5E5ABB7135B}" destId="{CBA4ED7A-3B2E-4575-B315-C7FBB8F27DC3}" srcOrd="0" destOrd="0" presId="urn:microsoft.com/office/officeart/2005/8/layout/orgChart1"/>
    <dgm:cxn modelId="{8AAD703B-7EC3-4B96-9629-984400522E33}" type="presOf" srcId="{5AA965D2-E735-47C2-9554-761A56D82F70}" destId="{2E2DB027-5065-4132-818F-0C16468552F7}" srcOrd="1" destOrd="0" presId="urn:microsoft.com/office/officeart/2005/8/layout/orgChart1"/>
    <dgm:cxn modelId="{D585D869-6962-43B4-99D6-F1ADA9149C5A}" srcId="{C2AA4E4E-BF10-4735-B6ED-A6CC81F37180}" destId="{5AA965D2-E735-47C2-9554-761A56D82F70}" srcOrd="1" destOrd="0" parTransId="{BFC991B3-01AA-464A-930A-25B1B9793267}" sibTransId="{5C0E5BA2-CE6B-4A5F-9613-A097AF572E10}"/>
    <dgm:cxn modelId="{DB95AE72-80DE-4CA7-903F-AE92B9D783E1}" type="presOf" srcId="{BFC991B3-01AA-464A-930A-25B1B9793267}" destId="{CEA87A53-2326-41DE-A40B-78F0D9AA409D}" srcOrd="0" destOrd="0" presId="urn:microsoft.com/office/officeart/2005/8/layout/orgChart1"/>
    <dgm:cxn modelId="{C04F7554-3014-4AAC-BA77-59EFFAFEFB00}" srcId="{C2AA4E4E-BF10-4735-B6ED-A6CC81F37180}" destId="{F26828B5-EEAA-4AA3-9FDF-25D86CBA1D7C}" srcOrd="0" destOrd="0" parTransId="{3EA4F297-2C64-488B-99A1-FD1B24E8B1EA}" sibTransId="{2C59EFFB-4718-4218-B68D-D1013C3686D6}"/>
    <dgm:cxn modelId="{C5D39159-F37E-4B3F-913D-A8674B412D6A}" type="presOf" srcId="{51019B81-EE5F-417F-A885-F26C2F796447}" destId="{F82DCBA3-5905-4022-A713-D086A0889948}" srcOrd="0" destOrd="0" presId="urn:microsoft.com/office/officeart/2005/8/layout/orgChart1"/>
    <dgm:cxn modelId="{C83EAE7E-0BB5-4D1D-98F0-0067C520D4E9}" type="presOf" srcId="{C2AA4E4E-BF10-4735-B6ED-A6CC81F37180}" destId="{6D7F3128-70D1-4560-A2F9-2C41C4B20F2C}" srcOrd="1" destOrd="0" presId="urn:microsoft.com/office/officeart/2005/8/layout/orgChart1"/>
    <dgm:cxn modelId="{E67CA987-824A-453F-BDDE-1EA818535968}" type="presOf" srcId="{5AA965D2-E735-47C2-9554-761A56D82F70}" destId="{1FB93255-12F1-4352-8AE8-3D44E3836C85}" srcOrd="0" destOrd="0" presId="urn:microsoft.com/office/officeart/2005/8/layout/orgChart1"/>
    <dgm:cxn modelId="{7C924291-A758-47F8-A262-3C4C2116170A}" type="presOf" srcId="{7E74AA2A-F661-4D1A-835C-66639AD8C043}" destId="{F990C8C0-EFE5-4F56-A5C2-19C619726808}" srcOrd="0" destOrd="0" presId="urn:microsoft.com/office/officeart/2005/8/layout/orgChart1"/>
    <dgm:cxn modelId="{47E76395-DA67-40DB-81DB-4F99D9E8436D}" type="presOf" srcId="{F26828B5-EEAA-4AA3-9FDF-25D86CBA1D7C}" destId="{CFDD0416-F16A-49E3-8873-7FA35C255FFB}" srcOrd="0" destOrd="0" presId="urn:microsoft.com/office/officeart/2005/8/layout/orgChart1"/>
    <dgm:cxn modelId="{4BC5D29D-C9D9-4BB6-8FF1-A84BFC6A1C62}" srcId="{51019B81-EE5F-417F-A885-F26C2F796447}" destId="{C2AA4E4E-BF10-4735-B6ED-A6CC81F37180}" srcOrd="0" destOrd="0" parTransId="{9231E4EE-51D8-4867-B249-E5E5ABB7135B}" sibTransId="{C00529C4-E078-4CB5-B578-699B0713307D}"/>
    <dgm:cxn modelId="{17D3B4A6-FA9B-4FE1-AA1C-41494C8744AD}" type="presOf" srcId="{7E74AA2A-F661-4D1A-835C-66639AD8C043}" destId="{66FB273A-CB09-4B6F-960C-1DA95CCA3B76}" srcOrd="1" destOrd="0" presId="urn:microsoft.com/office/officeart/2005/8/layout/orgChart1"/>
    <dgm:cxn modelId="{DEC557B0-54B7-4D19-BA72-734831E650A8}" type="presOf" srcId="{6DF770FD-EF07-479E-9577-A1936E19C5B7}" destId="{86EA1052-039F-4DF4-A18A-2DE9B09D3D0A}" srcOrd="0" destOrd="0" presId="urn:microsoft.com/office/officeart/2005/8/layout/orgChart1"/>
    <dgm:cxn modelId="{9455D1B2-3637-408E-88F0-4E201D9BB962}" type="presOf" srcId="{51019B81-EE5F-417F-A885-F26C2F796447}" destId="{6E8858EA-232D-44B6-AA0B-0E814F40A9C8}" srcOrd="1" destOrd="0" presId="urn:microsoft.com/office/officeart/2005/8/layout/orgChart1"/>
    <dgm:cxn modelId="{226FAFDA-59F5-4D6E-A2A5-7F8E230EA0D3}" type="presOf" srcId="{A71FD4A3-4CCB-4EF9-9BD9-9848892B0D7E}" destId="{76905853-D177-4E7A-A554-B46B821E4581}" srcOrd="0" destOrd="0" presId="urn:microsoft.com/office/officeart/2005/8/layout/orgChart1"/>
    <dgm:cxn modelId="{FA057CE3-5B40-41B7-9AC3-899F8B1EA33A}" type="presOf" srcId="{6DF770FD-EF07-479E-9577-A1936E19C5B7}" destId="{EE011E9E-6254-4C68-B2F8-24A805FA5BEC}" srcOrd="1" destOrd="0" presId="urn:microsoft.com/office/officeart/2005/8/layout/orgChart1"/>
    <dgm:cxn modelId="{B4C801EB-554F-41A6-BA60-686B068291B9}" type="presOf" srcId="{F26828B5-EEAA-4AA3-9FDF-25D86CBA1D7C}" destId="{B60109BC-2FA2-4D8A-AC1F-4556B56A0CCD}" srcOrd="1" destOrd="0" presId="urn:microsoft.com/office/officeart/2005/8/layout/orgChart1"/>
    <dgm:cxn modelId="{56F566F4-F2BD-49EA-908A-DF13228BD837}" srcId="{FA504439-3D88-4647-9BFF-CCE091C69F3E}" destId="{51019B81-EE5F-417F-A885-F26C2F796447}" srcOrd="0" destOrd="0" parTransId="{1401D7B1-6E8E-44F7-B6F0-4D1C7A209C58}" sibTransId="{4BA90EDC-508E-4A9E-B350-254C662CC619}"/>
    <dgm:cxn modelId="{6560ACFD-D1BB-40D5-96B7-C495EC0416BF}" type="presOf" srcId="{C2AA4E4E-BF10-4735-B6ED-A6CC81F37180}" destId="{FF848E77-B3B7-4E30-84DD-09218CFF013C}" srcOrd="0" destOrd="0" presId="urn:microsoft.com/office/officeart/2005/8/layout/orgChart1"/>
    <dgm:cxn modelId="{4442A6A0-D22F-4DCD-8898-C446AC2F0760}" type="presParOf" srcId="{49F2F383-BA32-4472-8E20-95BE64725264}" destId="{FB8AA186-414B-4DC5-A3B7-4EEB646B631F}" srcOrd="0" destOrd="0" presId="urn:microsoft.com/office/officeart/2005/8/layout/orgChart1"/>
    <dgm:cxn modelId="{6E4638BC-4CD0-4199-9517-3C9DB407E72B}" type="presParOf" srcId="{FB8AA186-414B-4DC5-A3B7-4EEB646B631F}" destId="{F167946A-2ED6-400B-9E3E-5D0753697F12}" srcOrd="0" destOrd="0" presId="urn:microsoft.com/office/officeart/2005/8/layout/orgChart1"/>
    <dgm:cxn modelId="{B740DDBF-F536-463E-964C-5E6E275DC4B2}" type="presParOf" srcId="{F167946A-2ED6-400B-9E3E-5D0753697F12}" destId="{F82DCBA3-5905-4022-A713-D086A0889948}" srcOrd="0" destOrd="0" presId="urn:microsoft.com/office/officeart/2005/8/layout/orgChart1"/>
    <dgm:cxn modelId="{28257B64-0D2D-4E38-8893-BB882E1BD8C3}" type="presParOf" srcId="{F167946A-2ED6-400B-9E3E-5D0753697F12}" destId="{6E8858EA-232D-44B6-AA0B-0E814F40A9C8}" srcOrd="1" destOrd="0" presId="urn:microsoft.com/office/officeart/2005/8/layout/orgChart1"/>
    <dgm:cxn modelId="{465C485B-635B-43D7-A8C2-6696A03FFF7F}" type="presParOf" srcId="{FB8AA186-414B-4DC5-A3B7-4EEB646B631F}" destId="{9711FE6A-1F6F-48D2-B028-F2B77EDDEE4C}" srcOrd="1" destOrd="0" presId="urn:microsoft.com/office/officeart/2005/8/layout/orgChart1"/>
    <dgm:cxn modelId="{C65ED11F-062C-4322-AAAE-7EB28AD31843}" type="presParOf" srcId="{9711FE6A-1F6F-48D2-B028-F2B77EDDEE4C}" destId="{CBA4ED7A-3B2E-4575-B315-C7FBB8F27DC3}" srcOrd="0" destOrd="0" presId="urn:microsoft.com/office/officeart/2005/8/layout/orgChart1"/>
    <dgm:cxn modelId="{B1DA97A0-DDCE-408B-B2DD-81445445C2B5}" type="presParOf" srcId="{9711FE6A-1F6F-48D2-B028-F2B77EDDEE4C}" destId="{BCBDEE7F-F2A2-489F-95A6-9B24255002F7}" srcOrd="1" destOrd="0" presId="urn:microsoft.com/office/officeart/2005/8/layout/orgChart1"/>
    <dgm:cxn modelId="{49E71B3B-A63C-46CA-A008-6601BB9110F9}" type="presParOf" srcId="{BCBDEE7F-F2A2-489F-95A6-9B24255002F7}" destId="{D67E4CF0-5D62-4B8C-A579-21B3D9BB7AF7}" srcOrd="0" destOrd="0" presId="urn:microsoft.com/office/officeart/2005/8/layout/orgChart1"/>
    <dgm:cxn modelId="{48F642DC-7943-4B76-BA47-19D7450646F0}" type="presParOf" srcId="{D67E4CF0-5D62-4B8C-A579-21B3D9BB7AF7}" destId="{FF848E77-B3B7-4E30-84DD-09218CFF013C}" srcOrd="0" destOrd="0" presId="urn:microsoft.com/office/officeart/2005/8/layout/orgChart1"/>
    <dgm:cxn modelId="{12F7184C-1705-44E2-893A-22A1913C4BF8}" type="presParOf" srcId="{D67E4CF0-5D62-4B8C-A579-21B3D9BB7AF7}" destId="{6D7F3128-70D1-4560-A2F9-2C41C4B20F2C}" srcOrd="1" destOrd="0" presId="urn:microsoft.com/office/officeart/2005/8/layout/orgChart1"/>
    <dgm:cxn modelId="{01976376-E0C8-48EC-A2FB-B87F3092C71B}" type="presParOf" srcId="{BCBDEE7F-F2A2-489F-95A6-9B24255002F7}" destId="{026A31BC-D8DB-4028-B092-AB857F550985}" srcOrd="1" destOrd="0" presId="urn:microsoft.com/office/officeart/2005/8/layout/orgChart1"/>
    <dgm:cxn modelId="{8AEC765D-22B0-4C34-9BED-DFE7FD1B3549}" type="presParOf" srcId="{026A31BC-D8DB-4028-B092-AB857F550985}" destId="{9B70021E-21DA-4605-A806-1515544AC67A}" srcOrd="0" destOrd="0" presId="urn:microsoft.com/office/officeart/2005/8/layout/orgChart1"/>
    <dgm:cxn modelId="{A119890E-C29B-43E8-83F2-4BAFEC730101}" type="presParOf" srcId="{026A31BC-D8DB-4028-B092-AB857F550985}" destId="{7B8CB53B-AB19-4344-A159-C435824DAED8}" srcOrd="1" destOrd="0" presId="urn:microsoft.com/office/officeart/2005/8/layout/orgChart1"/>
    <dgm:cxn modelId="{FCF51F34-D86A-4078-99F2-0B0E1256967A}" type="presParOf" srcId="{7B8CB53B-AB19-4344-A159-C435824DAED8}" destId="{CAC441D3-FCEC-4FE8-BB89-CB6D2FF3CE95}" srcOrd="0" destOrd="0" presId="urn:microsoft.com/office/officeart/2005/8/layout/orgChart1"/>
    <dgm:cxn modelId="{60D1BB3D-A01C-4741-97FB-0C66FE05C01C}" type="presParOf" srcId="{CAC441D3-FCEC-4FE8-BB89-CB6D2FF3CE95}" destId="{CFDD0416-F16A-49E3-8873-7FA35C255FFB}" srcOrd="0" destOrd="0" presId="urn:microsoft.com/office/officeart/2005/8/layout/orgChart1"/>
    <dgm:cxn modelId="{F0F54589-6874-4411-BAA3-DAEDE49DC7E0}" type="presParOf" srcId="{CAC441D3-FCEC-4FE8-BB89-CB6D2FF3CE95}" destId="{B60109BC-2FA2-4D8A-AC1F-4556B56A0CCD}" srcOrd="1" destOrd="0" presId="urn:microsoft.com/office/officeart/2005/8/layout/orgChart1"/>
    <dgm:cxn modelId="{9995F045-0B99-4781-8CEB-B9483BAE80F9}" type="presParOf" srcId="{7B8CB53B-AB19-4344-A159-C435824DAED8}" destId="{AC7BDA9D-E08D-460C-B538-941E4C09E564}" srcOrd="1" destOrd="0" presId="urn:microsoft.com/office/officeart/2005/8/layout/orgChart1"/>
    <dgm:cxn modelId="{302E328E-740E-47A6-A1B6-179FDD2BC2CD}" type="presParOf" srcId="{7B8CB53B-AB19-4344-A159-C435824DAED8}" destId="{0411A9A6-3181-42DA-9757-EB1FBE19887E}" srcOrd="2" destOrd="0" presId="urn:microsoft.com/office/officeart/2005/8/layout/orgChart1"/>
    <dgm:cxn modelId="{C22080AB-DC7C-4D6C-9E44-40AF57BE9483}" type="presParOf" srcId="{026A31BC-D8DB-4028-B092-AB857F550985}" destId="{CEA87A53-2326-41DE-A40B-78F0D9AA409D}" srcOrd="2" destOrd="0" presId="urn:microsoft.com/office/officeart/2005/8/layout/orgChart1"/>
    <dgm:cxn modelId="{4B7FDE9D-70C5-4017-B47B-E044100808D8}" type="presParOf" srcId="{026A31BC-D8DB-4028-B092-AB857F550985}" destId="{EB4ABE4E-48F6-492B-9C88-8E241FB8D27F}" srcOrd="3" destOrd="0" presId="urn:microsoft.com/office/officeart/2005/8/layout/orgChart1"/>
    <dgm:cxn modelId="{C186B485-2CB7-4AC1-8AA3-F8BDE5041F43}" type="presParOf" srcId="{EB4ABE4E-48F6-492B-9C88-8E241FB8D27F}" destId="{C0765AEA-B5D8-470A-B777-BEBBDB7B6A7A}" srcOrd="0" destOrd="0" presId="urn:microsoft.com/office/officeart/2005/8/layout/orgChart1"/>
    <dgm:cxn modelId="{FF47E79F-D343-4C82-8E7B-7E4A811C6AF5}" type="presParOf" srcId="{C0765AEA-B5D8-470A-B777-BEBBDB7B6A7A}" destId="{1FB93255-12F1-4352-8AE8-3D44E3836C85}" srcOrd="0" destOrd="0" presId="urn:microsoft.com/office/officeart/2005/8/layout/orgChart1"/>
    <dgm:cxn modelId="{4787C3E3-9EDB-4FD9-B235-7BB9A4F0E61A}" type="presParOf" srcId="{C0765AEA-B5D8-470A-B777-BEBBDB7B6A7A}" destId="{2E2DB027-5065-4132-818F-0C16468552F7}" srcOrd="1" destOrd="0" presId="urn:microsoft.com/office/officeart/2005/8/layout/orgChart1"/>
    <dgm:cxn modelId="{047BEF2C-1E59-4C15-A302-FFE06FF06598}" type="presParOf" srcId="{EB4ABE4E-48F6-492B-9C88-8E241FB8D27F}" destId="{D98837EB-5BEF-44A1-A97D-49C5EB87778E}" srcOrd="1" destOrd="0" presId="urn:microsoft.com/office/officeart/2005/8/layout/orgChart1"/>
    <dgm:cxn modelId="{E108DE00-CC67-4320-8D91-12E3AF962D41}" type="presParOf" srcId="{EB4ABE4E-48F6-492B-9C88-8E241FB8D27F}" destId="{28A67CA9-80ED-4201-AD97-187CC1492F42}" srcOrd="2" destOrd="0" presId="urn:microsoft.com/office/officeart/2005/8/layout/orgChart1"/>
    <dgm:cxn modelId="{57FB9FB2-3455-4ED9-801F-50942D71239D}" type="presParOf" srcId="{026A31BC-D8DB-4028-B092-AB857F550985}" destId="{6DE9ACDE-B83E-460A-81E8-79AE65436470}" srcOrd="4" destOrd="0" presId="urn:microsoft.com/office/officeart/2005/8/layout/orgChart1"/>
    <dgm:cxn modelId="{4977BA5F-B625-412F-AB7C-A17563F1F558}" type="presParOf" srcId="{026A31BC-D8DB-4028-B092-AB857F550985}" destId="{9D4FD23E-4BA6-4559-AE49-9687B84CD10A}" srcOrd="5" destOrd="0" presId="urn:microsoft.com/office/officeart/2005/8/layout/orgChart1"/>
    <dgm:cxn modelId="{E21BEA03-E442-4C8D-B8A2-443592350270}" type="presParOf" srcId="{9D4FD23E-4BA6-4559-AE49-9687B84CD10A}" destId="{027909B7-7E75-447B-BF11-6987F10289B8}" srcOrd="0" destOrd="0" presId="urn:microsoft.com/office/officeart/2005/8/layout/orgChart1"/>
    <dgm:cxn modelId="{598B9CD4-15A6-4553-8F75-01C56D7A56ED}" type="presParOf" srcId="{027909B7-7E75-447B-BF11-6987F10289B8}" destId="{86EA1052-039F-4DF4-A18A-2DE9B09D3D0A}" srcOrd="0" destOrd="0" presId="urn:microsoft.com/office/officeart/2005/8/layout/orgChart1"/>
    <dgm:cxn modelId="{2CA84CF1-90E3-40EF-9A7C-E79E76647A00}" type="presParOf" srcId="{027909B7-7E75-447B-BF11-6987F10289B8}" destId="{EE011E9E-6254-4C68-B2F8-24A805FA5BEC}" srcOrd="1" destOrd="0" presId="urn:microsoft.com/office/officeart/2005/8/layout/orgChart1"/>
    <dgm:cxn modelId="{2912F264-AF7B-436A-A58D-E8261542D4A1}" type="presParOf" srcId="{9D4FD23E-4BA6-4559-AE49-9687B84CD10A}" destId="{47517B33-8716-4842-B1B7-B1C2C45C504C}" srcOrd="1" destOrd="0" presId="urn:microsoft.com/office/officeart/2005/8/layout/orgChart1"/>
    <dgm:cxn modelId="{E51D0D8C-C0D8-4C35-954E-A9EFB488BC84}" type="presParOf" srcId="{9D4FD23E-4BA6-4559-AE49-9687B84CD10A}" destId="{DB655EFF-EF3C-4C9C-A8BC-2204468FBFFD}" srcOrd="2" destOrd="0" presId="urn:microsoft.com/office/officeart/2005/8/layout/orgChart1"/>
    <dgm:cxn modelId="{E46247E0-E15D-4193-959B-62F8A33B0562}" type="presParOf" srcId="{026A31BC-D8DB-4028-B092-AB857F550985}" destId="{76905853-D177-4E7A-A554-B46B821E4581}" srcOrd="6" destOrd="0" presId="urn:microsoft.com/office/officeart/2005/8/layout/orgChart1"/>
    <dgm:cxn modelId="{977D6687-4BA2-483E-AAAC-7E09C20101E9}" type="presParOf" srcId="{026A31BC-D8DB-4028-B092-AB857F550985}" destId="{96F99210-7F0C-428E-A50D-98EEC97C0B53}" srcOrd="7" destOrd="0" presId="urn:microsoft.com/office/officeart/2005/8/layout/orgChart1"/>
    <dgm:cxn modelId="{57656FFE-C721-421D-91A3-43F97DACAC91}" type="presParOf" srcId="{96F99210-7F0C-428E-A50D-98EEC97C0B53}" destId="{3EF5FD0E-D641-47ED-BA2B-DBD75CF22D46}" srcOrd="0" destOrd="0" presId="urn:microsoft.com/office/officeart/2005/8/layout/orgChart1"/>
    <dgm:cxn modelId="{0AB9ECB3-6449-4CB3-B6CC-3467D19699C9}" type="presParOf" srcId="{3EF5FD0E-D641-47ED-BA2B-DBD75CF22D46}" destId="{F990C8C0-EFE5-4F56-A5C2-19C619726808}" srcOrd="0" destOrd="0" presId="urn:microsoft.com/office/officeart/2005/8/layout/orgChart1"/>
    <dgm:cxn modelId="{89B6C7E9-36BE-4F41-B164-9C0946EB04EF}" type="presParOf" srcId="{3EF5FD0E-D641-47ED-BA2B-DBD75CF22D46}" destId="{66FB273A-CB09-4B6F-960C-1DA95CCA3B76}" srcOrd="1" destOrd="0" presId="urn:microsoft.com/office/officeart/2005/8/layout/orgChart1"/>
    <dgm:cxn modelId="{DCFAD725-99A1-439C-91B7-928B430B4A4A}" type="presParOf" srcId="{96F99210-7F0C-428E-A50D-98EEC97C0B53}" destId="{77F24BF9-BBCF-44B7-8603-8AA2853760BC}" srcOrd="1" destOrd="0" presId="urn:microsoft.com/office/officeart/2005/8/layout/orgChart1"/>
    <dgm:cxn modelId="{08840FFE-03CB-4CA3-80DD-60BE44F681CE}" type="presParOf" srcId="{96F99210-7F0C-428E-A50D-98EEC97C0B53}" destId="{6C55C101-B999-48B6-8B3A-8410A5DB11F9}" srcOrd="2" destOrd="0" presId="urn:microsoft.com/office/officeart/2005/8/layout/orgChart1"/>
    <dgm:cxn modelId="{A77118FC-7FB4-4961-BE2A-63022DFF162E}" type="presParOf" srcId="{BCBDEE7F-F2A2-489F-95A6-9B24255002F7}" destId="{43920302-61DF-4E99-A309-5698310959C3}" srcOrd="2" destOrd="0" presId="urn:microsoft.com/office/officeart/2005/8/layout/orgChart1"/>
    <dgm:cxn modelId="{A1D6CCB5-0C0D-408B-A25B-4A4A5E3A4C09}" type="presParOf" srcId="{FB8AA186-414B-4DC5-A3B7-4EEB646B631F}" destId="{A8BBC098-FF74-445A-BB8C-20B26DCDA16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/>
      <dgm:t>
        <a:bodyPr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/>
      <dgm:spPr/>
      <dgm:t>
        <a:bodyPr/>
        <a:lstStyle/>
        <a:p>
          <a:r>
            <a:rPr lang="en-US" noProof="0" dirty="0"/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/>
      <dgm:spPr/>
      <dgm:t>
        <a:bodyPr/>
        <a:lstStyle/>
        <a:p>
          <a:r>
            <a:rPr lang="en-US" noProof="0" dirty="0"/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/>
      <dgm:spPr/>
      <dgm:t>
        <a:bodyPr/>
        <a:lstStyle/>
        <a:p>
          <a:r>
            <a:rPr lang="en-US" noProof="0" dirty="0"/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/>
      <dgm:spPr/>
      <dgm:t>
        <a:bodyPr/>
        <a:lstStyle/>
        <a:p>
          <a:r>
            <a:rPr lang="en-US" noProof="0" dirty="0"/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/>
      <dgm:t>
        <a:bodyPr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/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/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>
        <dgm:presLayoutVars>
          <dgm:chPref val="3"/>
        </dgm:presLayoutVars>
      </dgm:prSet>
      <dgm:spPr/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/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/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/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/>
      <dgm:spPr/>
      <dgm:t>
        <a:bodyPr/>
        <a:lstStyle/>
        <a:p>
          <a:r>
            <a:rPr lang="en-US" noProof="0" dirty="0"/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/>
      <dgm:spPr/>
      <dgm:t>
        <a:bodyPr/>
        <a:lstStyle/>
        <a:p>
          <a:r>
            <a:rPr lang="en-US" noProof="0" dirty="0"/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/>
      <dgm:spPr/>
      <dgm:t>
        <a:bodyPr/>
        <a:lstStyle/>
        <a:p>
          <a:r>
            <a:rPr lang="en-US" noProof="0" dirty="0"/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/>
      <dgm:spPr/>
      <dgm:t>
        <a:bodyPr/>
        <a:lstStyle/>
        <a:p>
          <a:r>
            <a:rPr lang="en-US" noProof="0" dirty="0"/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/>
      <dgm:t>
        <a:bodyPr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/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/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>
        <dgm:presLayoutVars>
          <dgm:chPref val="3"/>
        </dgm:presLayoutVars>
      </dgm:prSet>
      <dgm:spPr/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/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/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/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/>
      <dgm:spPr/>
      <dgm:t>
        <a:bodyPr/>
        <a:lstStyle/>
        <a:p>
          <a:r>
            <a:rPr lang="en-US" noProof="0" dirty="0"/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/>
      <dgm:spPr/>
      <dgm:t>
        <a:bodyPr/>
        <a:lstStyle/>
        <a:p>
          <a:r>
            <a:rPr lang="en-US" noProof="0" dirty="0"/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/>
      <dgm:spPr/>
      <dgm:t>
        <a:bodyPr/>
        <a:lstStyle/>
        <a:p>
          <a:r>
            <a:rPr lang="en-US" noProof="0" dirty="0"/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/>
      <dgm:t>
        <a:bodyPr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>
        <a:xfrm>
          <a:off x="304771" y="972300"/>
          <a:ext cx="1368436" cy="684218"/>
        </a:xfrm>
        <a:prstGeom prst="rect">
          <a:avLst/>
        </a:prstGeom>
      </dgm:spPr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/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 custLinFactNeighborX="-1238" custLinFactNeighborY="-5684">
        <dgm:presLayoutVars>
          <dgm:chPref val="3"/>
        </dgm:presLayoutVars>
      </dgm:prSet>
      <dgm:spPr/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/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/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/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/>
      <dgm:spPr>
        <a:solidFill>
          <a:srgbClr val="FFC000"/>
        </a:solidFill>
      </dgm:spPr>
      <dgm:t>
        <a:bodyPr/>
        <a:lstStyle/>
        <a:p>
          <a:r>
            <a:rPr lang="en-US" noProof="0" dirty="0"/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/>
      <dgm:spPr/>
      <dgm:t>
        <a:bodyPr/>
        <a:lstStyle/>
        <a:p>
          <a:r>
            <a:rPr lang="en-US" noProof="0" dirty="0"/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/>
      <dgm:spPr/>
      <dgm:t>
        <a:bodyPr/>
        <a:lstStyle/>
        <a:p>
          <a:r>
            <a:rPr lang="en-US" noProof="0" dirty="0"/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/>
      <dgm:t>
        <a:bodyPr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>
        <a:xfrm>
          <a:off x="304771" y="972300"/>
          <a:ext cx="1368436" cy="684218"/>
        </a:xfrm>
        <a:prstGeom prst="rect">
          <a:avLst/>
        </a:prstGeom>
      </dgm:spPr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>
        <a:xfrm>
          <a:off x="1960579" y="972300"/>
          <a:ext cx="1368436" cy="684218"/>
        </a:xfrm>
        <a:prstGeom prst="rect">
          <a:avLst/>
        </a:prstGeom>
      </dgm:spPr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 custLinFactNeighborX="-1238" custLinFactNeighborY="-5684">
        <dgm:presLayoutVars>
          <dgm:chPref val="3"/>
        </dgm:presLayoutVars>
      </dgm:prSet>
      <dgm:spPr/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/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/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/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 custT="1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/>
      <dgm:spPr/>
      <dgm:t>
        <a:bodyPr/>
        <a:lstStyle/>
        <a:p>
          <a:r>
            <a:rPr lang="en-US" noProof="0" dirty="0"/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/>
      <dgm:t>
        <a:bodyPr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>
        <a:xfrm>
          <a:off x="304771" y="972300"/>
          <a:ext cx="1368436" cy="684218"/>
        </a:xfrm>
        <a:prstGeom prst="rect">
          <a:avLst/>
        </a:prstGeom>
      </dgm:spPr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>
        <a:xfrm>
          <a:off x="1960579" y="972300"/>
          <a:ext cx="1368436" cy="684218"/>
        </a:xfrm>
        <a:prstGeom prst="rect">
          <a:avLst/>
        </a:prstGeom>
      </dgm:spPr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 custLinFactNeighborX="-1238" custLinFactNeighborY="-5684">
        <dgm:presLayoutVars>
          <dgm:chPref val="3"/>
        </dgm:presLayoutVars>
      </dgm:prSet>
      <dgm:spPr>
        <a:xfrm>
          <a:off x="287829" y="1904999"/>
          <a:ext cx="1368436" cy="684218"/>
        </a:xfrm>
        <a:prstGeom prst="rect">
          <a:avLst/>
        </a:prstGeom>
      </dgm:spPr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>
        <a:xfrm>
          <a:off x="1960579" y="1943890"/>
          <a:ext cx="1368436" cy="684218"/>
        </a:xfrm>
        <a:prstGeom prst="rect">
          <a:avLst/>
        </a:prstGeom>
      </dgm:spPr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/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/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 custT="1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</a:t>
          </a:r>
          <a:r>
            <a:rPr lang="en-US" sz="2200" kern="1200" noProof="0" dirty="0"/>
            <a:t>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/>
      <dgm:t>
        <a:bodyPr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>
        <a:xfrm>
          <a:off x="304771" y="972300"/>
          <a:ext cx="1368436" cy="684218"/>
        </a:xfrm>
        <a:prstGeom prst="rect">
          <a:avLst/>
        </a:prstGeom>
      </dgm:spPr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>
        <a:xfrm>
          <a:off x="1960579" y="972300"/>
          <a:ext cx="1368436" cy="684218"/>
        </a:xfrm>
        <a:prstGeom prst="rect">
          <a:avLst/>
        </a:prstGeom>
      </dgm:spPr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 custLinFactNeighborX="-1238" custLinFactNeighborY="-5684">
        <dgm:presLayoutVars>
          <dgm:chPref val="3"/>
        </dgm:presLayoutVars>
      </dgm:prSet>
      <dgm:spPr>
        <a:xfrm>
          <a:off x="287829" y="1904999"/>
          <a:ext cx="1368436" cy="684218"/>
        </a:xfrm>
        <a:prstGeom prst="rect">
          <a:avLst/>
        </a:prstGeom>
      </dgm:spPr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>
        <a:xfrm>
          <a:off x="1960579" y="1943890"/>
          <a:ext cx="1368436" cy="684218"/>
        </a:xfrm>
        <a:prstGeom prst="rect">
          <a:avLst/>
        </a:prstGeom>
      </dgm:spPr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>
        <a:xfrm>
          <a:off x="304771" y="2915480"/>
          <a:ext cx="1368436" cy="684218"/>
        </a:xfrm>
        <a:prstGeom prst="rect">
          <a:avLst/>
        </a:prstGeom>
      </dgm:spPr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/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/>
      <dgm:t>
        <a:bodyPr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>
        <a:xfrm>
          <a:off x="304771" y="972300"/>
          <a:ext cx="1368436" cy="684218"/>
        </a:xfrm>
        <a:prstGeom prst="rect">
          <a:avLst/>
        </a:prstGeom>
      </dgm:spPr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>
        <a:xfrm>
          <a:off x="1960579" y="972300"/>
          <a:ext cx="1368436" cy="684218"/>
        </a:xfrm>
        <a:prstGeom prst="rect">
          <a:avLst/>
        </a:prstGeom>
      </dgm:spPr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 custLinFactNeighborX="-1238" custLinFactNeighborY="-5684">
        <dgm:presLayoutVars>
          <dgm:chPref val="3"/>
        </dgm:presLayoutVars>
      </dgm:prSet>
      <dgm:spPr>
        <a:xfrm>
          <a:off x="287829" y="1904999"/>
          <a:ext cx="1368436" cy="684218"/>
        </a:xfrm>
        <a:prstGeom prst="rect">
          <a:avLst/>
        </a:prstGeom>
      </dgm:spPr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>
        <a:xfrm>
          <a:off x="1960579" y="1943890"/>
          <a:ext cx="1368436" cy="684218"/>
        </a:xfrm>
        <a:prstGeom prst="rect">
          <a:avLst/>
        </a:prstGeom>
      </dgm:spPr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>
        <a:xfrm>
          <a:off x="304771" y="2915480"/>
          <a:ext cx="1368436" cy="684218"/>
        </a:xfrm>
        <a:prstGeom prst="rect">
          <a:avLst/>
        </a:prstGeom>
      </dgm:spPr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>
        <a:xfrm>
          <a:off x="1960579" y="2915480"/>
          <a:ext cx="1368436" cy="684218"/>
        </a:xfrm>
        <a:prstGeom prst="rect">
          <a:avLst/>
        </a:prstGeom>
      </dgm:spPr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/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96D791B-1CE6-47BE-9AED-108DE2505F4D}" type="doc">
      <dgm:prSet loTypeId="urn:microsoft.com/office/officeart/2005/8/layout/orgChart1" loCatId="hierarchy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20F2D66-3983-4882-9187-F1CD0F480E82}">
      <dgm:prSet phldrT="[Testo]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Summary</a:t>
          </a:r>
        </a:p>
      </dgm:t>
    </dgm:pt>
    <dgm:pt modelId="{112B40F7-EE44-4B95-8ACB-C05825487B4E}" type="parTrans" cxnId="{74BC2927-8422-4DAD-88C5-0AE09AB38395}">
      <dgm:prSet/>
      <dgm:spPr/>
      <dgm:t>
        <a:bodyPr/>
        <a:lstStyle/>
        <a:p>
          <a:endParaRPr lang="en-US"/>
        </a:p>
      </dgm:t>
    </dgm:pt>
    <dgm:pt modelId="{30627154-23C3-41FB-B273-2B96565796A2}" type="sibTrans" cxnId="{74BC2927-8422-4DAD-88C5-0AE09AB38395}">
      <dgm:prSet/>
      <dgm:spPr/>
      <dgm:t>
        <a:bodyPr/>
        <a:lstStyle/>
        <a:p>
          <a:endParaRPr lang="en-US"/>
        </a:p>
      </dgm:t>
    </dgm:pt>
    <dgm:pt modelId="{9AC91D12-9DC8-4CD1-9FA0-9D3A346A1AB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gm:t>
    </dgm:pt>
    <dgm:pt modelId="{A392362A-1A37-4964-939E-5CEDDDC611D5}" type="parTrans" cxnId="{B3FE43DF-A701-4399-A449-2056705FDFE8}">
      <dgm:prSet/>
      <dgm:spPr/>
      <dgm:t>
        <a:bodyPr/>
        <a:lstStyle/>
        <a:p>
          <a:endParaRPr lang="en-US"/>
        </a:p>
      </dgm:t>
    </dgm:pt>
    <dgm:pt modelId="{5967F5D0-2E72-4BC4-B1BB-16D2CDDF1C41}" type="sibTrans" cxnId="{B3FE43DF-A701-4399-A449-2056705FDFE8}">
      <dgm:prSet/>
      <dgm:spPr/>
      <dgm:t>
        <a:bodyPr/>
        <a:lstStyle/>
        <a:p>
          <a:endParaRPr lang="en-US"/>
        </a:p>
      </dgm:t>
    </dgm:pt>
    <dgm:pt modelId="{ED7876DF-09A5-42AD-AD36-2B3E81572F07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gm:t>
    </dgm:pt>
    <dgm:pt modelId="{CE461792-4F57-42A7-985F-19C916D19B52}" type="parTrans" cxnId="{EEC8666C-F524-44B0-97C2-276B54047C2A}">
      <dgm:prSet/>
      <dgm:spPr/>
      <dgm:t>
        <a:bodyPr/>
        <a:lstStyle/>
        <a:p>
          <a:endParaRPr lang="en-US"/>
        </a:p>
      </dgm:t>
    </dgm:pt>
    <dgm:pt modelId="{003D049C-CDE6-465D-B761-9AE63009E355}" type="sibTrans" cxnId="{EEC8666C-F524-44B0-97C2-276B54047C2A}">
      <dgm:prSet/>
      <dgm:spPr/>
      <dgm:t>
        <a:bodyPr/>
        <a:lstStyle/>
        <a:p>
          <a:endParaRPr lang="en-US"/>
        </a:p>
      </dgm:t>
    </dgm:pt>
    <dgm:pt modelId="{7FC46F8F-F753-4E12-9EF0-14A02AF0C53C}">
      <dgm:prSet phldrT="[Testo]"/>
      <dgm:spPr/>
      <dgm:t>
        <a:bodyPr/>
        <a:lstStyle/>
        <a:p>
          <a:r>
            <a:rPr lang="en-US" noProof="0" dirty="0"/>
            <a:t>WP</a:t>
          </a:r>
        </a:p>
      </dgm:t>
    </dgm:pt>
    <dgm:pt modelId="{84D5940E-AAFC-4C1C-8B0A-47A0AC116EEE}" type="parTrans" cxnId="{F63DF7C8-CFDA-41AC-9C6A-30C55701FC10}">
      <dgm:prSet/>
      <dgm:spPr/>
      <dgm:t>
        <a:bodyPr/>
        <a:lstStyle/>
        <a:p>
          <a:endParaRPr lang="en-US"/>
        </a:p>
      </dgm:t>
    </dgm:pt>
    <dgm:pt modelId="{3FA4C8B6-5732-46D3-95CF-1C029ACECA49}" type="sibTrans" cxnId="{F63DF7C8-CFDA-41AC-9C6A-30C55701FC10}">
      <dgm:prSet/>
      <dgm:spPr/>
      <dgm:t>
        <a:bodyPr/>
        <a:lstStyle/>
        <a:p>
          <a:endParaRPr lang="en-US"/>
        </a:p>
      </dgm:t>
    </dgm:pt>
    <dgm:pt modelId="{0D0F1860-D249-4975-9D31-E73E815CA0FA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gm:t>
    </dgm:pt>
    <dgm:pt modelId="{4AD34FA5-52A8-451D-BAE2-249D69699098}" type="parTrans" cxnId="{22168A36-F6A5-4389-851E-9104B02A66AD}">
      <dgm:prSet/>
      <dgm:spPr/>
      <dgm:t>
        <a:bodyPr/>
        <a:lstStyle/>
        <a:p>
          <a:endParaRPr lang="en-US"/>
        </a:p>
      </dgm:t>
    </dgm:pt>
    <dgm:pt modelId="{64382F5D-FA14-4338-A9EE-4F7123CA105D}" type="sibTrans" cxnId="{22168A36-F6A5-4389-851E-9104B02A66AD}">
      <dgm:prSet/>
      <dgm:spPr/>
      <dgm:t>
        <a:bodyPr/>
        <a:lstStyle/>
        <a:p>
          <a:endParaRPr lang="en-US"/>
        </a:p>
      </dgm:t>
    </dgm:pt>
    <dgm:pt modelId="{5D43839C-7C10-4255-A335-FFB40773A111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details </a:t>
          </a:r>
        </a:p>
      </dgm:t>
    </dgm:pt>
    <dgm:pt modelId="{9E137003-6F62-4B03-BC0F-6EAC3CD90FEA}" type="parTrans" cxnId="{4917645D-04B4-4A2B-B2FA-9E06305292E3}">
      <dgm:prSet/>
      <dgm:spPr/>
      <dgm:t>
        <a:bodyPr/>
        <a:lstStyle/>
        <a:p>
          <a:endParaRPr lang="en-US"/>
        </a:p>
      </dgm:t>
    </dgm:pt>
    <dgm:pt modelId="{F0898B8B-C6CE-4B88-88E5-DDD9B15104E9}" type="sibTrans" cxnId="{4917645D-04B4-4A2B-B2FA-9E06305292E3}">
      <dgm:prSet/>
      <dgm:spPr/>
      <dgm:t>
        <a:bodyPr/>
        <a:lstStyle/>
        <a:p>
          <a:endParaRPr lang="en-US"/>
        </a:p>
      </dgm:t>
    </dgm:pt>
    <dgm:pt modelId="{FEFB3444-754C-4CC9-9BDF-A9A182F3C66E}">
      <dgm:prSet phldrT="[Testo]" custT="1"/>
      <dgm:spPr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Deliverable lists</a:t>
          </a:r>
        </a:p>
      </dgm:t>
    </dgm:pt>
    <dgm:pt modelId="{E6A00F8C-ABBB-43BC-B7EB-E8876475A5D1}" type="parTrans" cxnId="{85E8D59A-419B-4640-81E1-114226725E34}">
      <dgm:prSet/>
      <dgm:spPr/>
      <dgm:t>
        <a:bodyPr/>
        <a:lstStyle/>
        <a:p>
          <a:endParaRPr lang="en-US"/>
        </a:p>
      </dgm:t>
    </dgm:pt>
    <dgm:pt modelId="{5046942F-F87D-4024-9A59-88AFACEDA067}" type="sibTrans" cxnId="{85E8D59A-419B-4640-81E1-114226725E34}">
      <dgm:prSet/>
      <dgm:spPr/>
      <dgm:t>
        <a:bodyPr/>
        <a:lstStyle/>
        <a:p>
          <a:endParaRPr lang="en-US"/>
        </a:p>
      </dgm:t>
    </dgm:pt>
    <dgm:pt modelId="{0E7DC821-D09E-423B-91F4-A7BA0ED78AB1}">
      <dgm:prSet phldrT="[Testo]"/>
      <dgm:spPr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13970" tIns="13970" rIns="13970" bIns="13970" numCol="1" spcCol="1270" anchor="ctr" anchorCtr="0"/>
        <a:lstStyle/>
        <a:p>
          <a:r>
            <a:rPr lang="en-US" noProof="0" dirty="0"/>
            <a:t>WP Milestones </a:t>
          </a:r>
        </a:p>
      </dgm:t>
    </dgm:pt>
    <dgm:pt modelId="{BF916322-EDF6-4F00-9DB4-FCCBE0A73BFF}" type="parTrans" cxnId="{C4010BFE-4C4F-4F07-B1EB-7A120BB1C83C}">
      <dgm:prSet/>
      <dgm:spPr/>
      <dgm:t>
        <a:bodyPr/>
        <a:lstStyle/>
        <a:p>
          <a:endParaRPr lang="en-US"/>
        </a:p>
      </dgm:t>
    </dgm:pt>
    <dgm:pt modelId="{84C4F55C-CA16-4EF3-AB15-139F85109DC3}" type="sibTrans" cxnId="{C4010BFE-4C4F-4F07-B1EB-7A120BB1C83C}">
      <dgm:prSet/>
      <dgm:spPr/>
      <dgm:t>
        <a:bodyPr/>
        <a:lstStyle/>
        <a:p>
          <a:endParaRPr lang="en-US"/>
        </a:p>
      </dgm:t>
    </dgm:pt>
    <dgm:pt modelId="{4CCB8186-54D2-420A-8B91-081ECD246131}" type="pres">
      <dgm:prSet presAssocID="{496D791B-1CE6-47BE-9AED-108DE2505F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787FF6-2927-463E-8E11-CE16963657EF}" type="pres">
      <dgm:prSet presAssocID="{7FC46F8F-F753-4E12-9EF0-14A02AF0C53C}" presName="hierRoot1" presStyleCnt="0">
        <dgm:presLayoutVars>
          <dgm:hierBranch val="hang"/>
        </dgm:presLayoutVars>
      </dgm:prSet>
      <dgm:spPr/>
    </dgm:pt>
    <dgm:pt modelId="{50143DD7-7D47-4C77-ACD2-F9961AA0E119}" type="pres">
      <dgm:prSet presAssocID="{7FC46F8F-F753-4E12-9EF0-14A02AF0C53C}" presName="rootComposite1" presStyleCnt="0"/>
      <dgm:spPr/>
    </dgm:pt>
    <dgm:pt modelId="{FCF77DF4-3607-40B1-9212-7FC561049AC7}" type="pres">
      <dgm:prSet presAssocID="{7FC46F8F-F753-4E12-9EF0-14A02AF0C53C}" presName="rootText1" presStyleLbl="node0" presStyleIdx="0" presStyleCnt="1">
        <dgm:presLayoutVars>
          <dgm:chPref val="3"/>
        </dgm:presLayoutVars>
      </dgm:prSet>
      <dgm:spPr/>
    </dgm:pt>
    <dgm:pt modelId="{B9C11E31-8BDC-4EEE-A42B-D9A1FB031C24}" type="pres">
      <dgm:prSet presAssocID="{7FC46F8F-F753-4E12-9EF0-14A02AF0C53C}" presName="rootConnector1" presStyleLbl="node1" presStyleIdx="0" presStyleCnt="0"/>
      <dgm:spPr/>
    </dgm:pt>
    <dgm:pt modelId="{ABEFC999-0E70-4F8E-979A-675F6DE67779}" type="pres">
      <dgm:prSet presAssocID="{7FC46F8F-F753-4E12-9EF0-14A02AF0C53C}" presName="hierChild2" presStyleCnt="0"/>
      <dgm:spPr/>
    </dgm:pt>
    <dgm:pt modelId="{3580F1EE-4A40-4094-9E40-50D4DB387AE9}" type="pres">
      <dgm:prSet presAssocID="{112B40F7-EE44-4B95-8ACB-C05825487B4E}" presName="Name48" presStyleLbl="parChTrans1D2" presStyleIdx="0" presStyleCnt="7"/>
      <dgm:spPr/>
    </dgm:pt>
    <dgm:pt modelId="{AB94AF1D-C727-4A0D-BB68-7B5A358D522D}" type="pres">
      <dgm:prSet presAssocID="{520F2D66-3983-4882-9187-F1CD0F480E82}" presName="hierRoot2" presStyleCnt="0">
        <dgm:presLayoutVars>
          <dgm:hierBranch val="init"/>
        </dgm:presLayoutVars>
      </dgm:prSet>
      <dgm:spPr/>
    </dgm:pt>
    <dgm:pt modelId="{1232BA0E-CD1F-43F9-8788-7A74A26B1958}" type="pres">
      <dgm:prSet presAssocID="{520F2D66-3983-4882-9187-F1CD0F480E82}" presName="rootComposite" presStyleCnt="0"/>
      <dgm:spPr/>
    </dgm:pt>
    <dgm:pt modelId="{25F8FE83-D42D-4834-A3E5-1281B85254CE}" type="pres">
      <dgm:prSet presAssocID="{520F2D66-3983-4882-9187-F1CD0F480E82}" presName="rootText" presStyleLbl="node2" presStyleIdx="0" presStyleCnt="7">
        <dgm:presLayoutVars>
          <dgm:chPref val="3"/>
        </dgm:presLayoutVars>
      </dgm:prSet>
      <dgm:spPr>
        <a:xfrm>
          <a:off x="304771" y="972300"/>
          <a:ext cx="1368436" cy="684218"/>
        </a:xfrm>
        <a:prstGeom prst="rect">
          <a:avLst/>
        </a:prstGeom>
      </dgm:spPr>
    </dgm:pt>
    <dgm:pt modelId="{D1E8DE50-D663-4879-8B59-9767474BE92D}" type="pres">
      <dgm:prSet presAssocID="{520F2D66-3983-4882-9187-F1CD0F480E82}" presName="rootConnector" presStyleLbl="node2" presStyleIdx="0" presStyleCnt="7"/>
      <dgm:spPr/>
    </dgm:pt>
    <dgm:pt modelId="{A2DB1C69-02F6-4C37-A4C8-FD3243B75F2C}" type="pres">
      <dgm:prSet presAssocID="{520F2D66-3983-4882-9187-F1CD0F480E82}" presName="hierChild4" presStyleCnt="0"/>
      <dgm:spPr/>
    </dgm:pt>
    <dgm:pt modelId="{5D8913A3-76D8-43B7-87B6-C67B3BF9D0B7}" type="pres">
      <dgm:prSet presAssocID="{520F2D66-3983-4882-9187-F1CD0F480E82}" presName="hierChild5" presStyleCnt="0"/>
      <dgm:spPr/>
    </dgm:pt>
    <dgm:pt modelId="{12D5C215-0528-4144-8353-17ADAED0DD1A}" type="pres">
      <dgm:prSet presAssocID="{A392362A-1A37-4964-939E-5CEDDDC611D5}" presName="Name48" presStyleLbl="parChTrans1D2" presStyleIdx="1" presStyleCnt="7"/>
      <dgm:spPr/>
    </dgm:pt>
    <dgm:pt modelId="{FE5C1511-15B2-407D-8FE4-9C010F876E91}" type="pres">
      <dgm:prSet presAssocID="{9AC91D12-9DC8-4CD1-9FA0-9D3A346A1AB7}" presName="hierRoot2" presStyleCnt="0">
        <dgm:presLayoutVars>
          <dgm:hierBranch val="init"/>
        </dgm:presLayoutVars>
      </dgm:prSet>
      <dgm:spPr/>
    </dgm:pt>
    <dgm:pt modelId="{9ED31A75-45DE-4BC4-9F26-CFCDE09361EB}" type="pres">
      <dgm:prSet presAssocID="{9AC91D12-9DC8-4CD1-9FA0-9D3A346A1AB7}" presName="rootComposite" presStyleCnt="0"/>
      <dgm:spPr/>
    </dgm:pt>
    <dgm:pt modelId="{56E72F52-2946-418E-98CF-5AC46AF469A6}" type="pres">
      <dgm:prSet presAssocID="{9AC91D12-9DC8-4CD1-9FA0-9D3A346A1AB7}" presName="rootText" presStyleLbl="node2" presStyleIdx="1" presStyleCnt="7">
        <dgm:presLayoutVars>
          <dgm:chPref val="3"/>
        </dgm:presLayoutVars>
      </dgm:prSet>
      <dgm:spPr>
        <a:xfrm>
          <a:off x="1960579" y="972300"/>
          <a:ext cx="1368436" cy="684218"/>
        </a:xfrm>
        <a:prstGeom prst="rect">
          <a:avLst/>
        </a:prstGeom>
      </dgm:spPr>
    </dgm:pt>
    <dgm:pt modelId="{8E23518F-9D73-49DE-96A8-4C9BC6CD02A6}" type="pres">
      <dgm:prSet presAssocID="{9AC91D12-9DC8-4CD1-9FA0-9D3A346A1AB7}" presName="rootConnector" presStyleLbl="node2" presStyleIdx="1" presStyleCnt="7"/>
      <dgm:spPr/>
    </dgm:pt>
    <dgm:pt modelId="{DD8FBD43-3506-4A5C-A5FE-E08810C1A84B}" type="pres">
      <dgm:prSet presAssocID="{9AC91D12-9DC8-4CD1-9FA0-9D3A346A1AB7}" presName="hierChild4" presStyleCnt="0"/>
      <dgm:spPr/>
    </dgm:pt>
    <dgm:pt modelId="{D1D600AD-1304-47D0-B795-4BB07B8D9A8E}" type="pres">
      <dgm:prSet presAssocID="{9AC91D12-9DC8-4CD1-9FA0-9D3A346A1AB7}" presName="hierChild5" presStyleCnt="0"/>
      <dgm:spPr/>
    </dgm:pt>
    <dgm:pt modelId="{C85A2BCF-D83D-4862-804B-9310DE44B653}" type="pres">
      <dgm:prSet presAssocID="{CE461792-4F57-42A7-985F-19C916D19B52}" presName="Name48" presStyleLbl="parChTrans1D2" presStyleIdx="2" presStyleCnt="7"/>
      <dgm:spPr/>
    </dgm:pt>
    <dgm:pt modelId="{F2562E95-E0A3-426B-AD5A-88B03398B0FB}" type="pres">
      <dgm:prSet presAssocID="{ED7876DF-09A5-42AD-AD36-2B3E81572F07}" presName="hierRoot2" presStyleCnt="0">
        <dgm:presLayoutVars>
          <dgm:hierBranch val="init"/>
        </dgm:presLayoutVars>
      </dgm:prSet>
      <dgm:spPr/>
    </dgm:pt>
    <dgm:pt modelId="{A17182FB-68BA-413D-9662-36D4B7389CBD}" type="pres">
      <dgm:prSet presAssocID="{ED7876DF-09A5-42AD-AD36-2B3E81572F07}" presName="rootComposite" presStyleCnt="0"/>
      <dgm:spPr/>
    </dgm:pt>
    <dgm:pt modelId="{6F01C796-8D13-47B0-B6CD-363C6D9A4A9B}" type="pres">
      <dgm:prSet presAssocID="{ED7876DF-09A5-42AD-AD36-2B3E81572F07}" presName="rootText" presStyleLbl="node2" presStyleIdx="2" presStyleCnt="7" custLinFactNeighborX="-1238" custLinFactNeighborY="-5684">
        <dgm:presLayoutVars>
          <dgm:chPref val="3"/>
        </dgm:presLayoutVars>
      </dgm:prSet>
      <dgm:spPr>
        <a:xfrm>
          <a:off x="287829" y="1904999"/>
          <a:ext cx="1368436" cy="684218"/>
        </a:xfrm>
        <a:prstGeom prst="rect">
          <a:avLst/>
        </a:prstGeom>
      </dgm:spPr>
    </dgm:pt>
    <dgm:pt modelId="{B6AD8D6B-4282-4264-9B35-3B71D68EC05A}" type="pres">
      <dgm:prSet presAssocID="{ED7876DF-09A5-42AD-AD36-2B3E81572F07}" presName="rootConnector" presStyleLbl="node2" presStyleIdx="2" presStyleCnt="7"/>
      <dgm:spPr/>
    </dgm:pt>
    <dgm:pt modelId="{E3843B1F-8AEE-412D-ABDC-80E9E4DB9346}" type="pres">
      <dgm:prSet presAssocID="{ED7876DF-09A5-42AD-AD36-2B3E81572F07}" presName="hierChild4" presStyleCnt="0"/>
      <dgm:spPr/>
    </dgm:pt>
    <dgm:pt modelId="{CA8C8B40-2C27-4CA7-B9C3-9B7A3831EDEC}" type="pres">
      <dgm:prSet presAssocID="{ED7876DF-09A5-42AD-AD36-2B3E81572F07}" presName="hierChild5" presStyleCnt="0"/>
      <dgm:spPr/>
    </dgm:pt>
    <dgm:pt modelId="{F0F3E759-26FA-433E-94EC-D157DB7FEAE8}" type="pres">
      <dgm:prSet presAssocID="{4AD34FA5-52A8-451D-BAE2-249D69699098}" presName="Name48" presStyleLbl="parChTrans1D2" presStyleIdx="3" presStyleCnt="7"/>
      <dgm:spPr/>
    </dgm:pt>
    <dgm:pt modelId="{4FEDD376-F95D-4760-B2CD-608E226CA5E2}" type="pres">
      <dgm:prSet presAssocID="{0D0F1860-D249-4975-9D31-E73E815CA0FA}" presName="hierRoot2" presStyleCnt="0">
        <dgm:presLayoutVars>
          <dgm:hierBranch val="init"/>
        </dgm:presLayoutVars>
      </dgm:prSet>
      <dgm:spPr/>
    </dgm:pt>
    <dgm:pt modelId="{11B8AA08-2F40-4BFD-9DB7-D6D9CA2E18E5}" type="pres">
      <dgm:prSet presAssocID="{0D0F1860-D249-4975-9D31-E73E815CA0FA}" presName="rootComposite" presStyleCnt="0"/>
      <dgm:spPr/>
    </dgm:pt>
    <dgm:pt modelId="{973C760C-9AD4-48E0-9987-B1DC8C2A0ABF}" type="pres">
      <dgm:prSet presAssocID="{0D0F1860-D249-4975-9D31-E73E815CA0FA}" presName="rootText" presStyleLbl="node2" presStyleIdx="3" presStyleCnt="7">
        <dgm:presLayoutVars>
          <dgm:chPref val="3"/>
        </dgm:presLayoutVars>
      </dgm:prSet>
      <dgm:spPr>
        <a:xfrm>
          <a:off x="1960579" y="1943890"/>
          <a:ext cx="1368436" cy="684218"/>
        </a:xfrm>
        <a:prstGeom prst="rect">
          <a:avLst/>
        </a:prstGeom>
      </dgm:spPr>
    </dgm:pt>
    <dgm:pt modelId="{C532B9F7-9D10-4EA8-9ADF-048B363AC57A}" type="pres">
      <dgm:prSet presAssocID="{0D0F1860-D249-4975-9D31-E73E815CA0FA}" presName="rootConnector" presStyleLbl="node2" presStyleIdx="3" presStyleCnt="7"/>
      <dgm:spPr/>
    </dgm:pt>
    <dgm:pt modelId="{087767CE-AC40-4CA1-BB5C-862851FE8CFE}" type="pres">
      <dgm:prSet presAssocID="{0D0F1860-D249-4975-9D31-E73E815CA0FA}" presName="hierChild4" presStyleCnt="0"/>
      <dgm:spPr/>
    </dgm:pt>
    <dgm:pt modelId="{AA6DA165-671F-4EB2-ADC7-98DDED611D2F}" type="pres">
      <dgm:prSet presAssocID="{0D0F1860-D249-4975-9D31-E73E815CA0FA}" presName="hierChild5" presStyleCnt="0"/>
      <dgm:spPr/>
    </dgm:pt>
    <dgm:pt modelId="{43B6F049-E564-4FF7-ABDE-C4D612B2B507}" type="pres">
      <dgm:prSet presAssocID="{9E137003-6F62-4B03-BC0F-6EAC3CD90FEA}" presName="Name48" presStyleLbl="parChTrans1D2" presStyleIdx="4" presStyleCnt="7"/>
      <dgm:spPr/>
    </dgm:pt>
    <dgm:pt modelId="{76A96DEC-534D-4EDE-908E-0E1908906524}" type="pres">
      <dgm:prSet presAssocID="{5D43839C-7C10-4255-A335-FFB40773A111}" presName="hierRoot2" presStyleCnt="0">
        <dgm:presLayoutVars>
          <dgm:hierBranch val="init"/>
        </dgm:presLayoutVars>
      </dgm:prSet>
      <dgm:spPr/>
    </dgm:pt>
    <dgm:pt modelId="{9237DA64-4B95-44D7-A85A-9A013A00CFDE}" type="pres">
      <dgm:prSet presAssocID="{5D43839C-7C10-4255-A335-FFB40773A111}" presName="rootComposite" presStyleCnt="0"/>
      <dgm:spPr/>
    </dgm:pt>
    <dgm:pt modelId="{1B02C004-790E-4194-A39E-BC71934FB8B6}" type="pres">
      <dgm:prSet presAssocID="{5D43839C-7C10-4255-A335-FFB40773A111}" presName="rootText" presStyleLbl="node2" presStyleIdx="4" presStyleCnt="7">
        <dgm:presLayoutVars>
          <dgm:chPref val="3"/>
        </dgm:presLayoutVars>
      </dgm:prSet>
      <dgm:spPr>
        <a:xfrm>
          <a:off x="304771" y="2915480"/>
          <a:ext cx="1368436" cy="684218"/>
        </a:xfrm>
        <a:prstGeom prst="rect">
          <a:avLst/>
        </a:prstGeom>
      </dgm:spPr>
    </dgm:pt>
    <dgm:pt modelId="{505128DD-93B2-47EB-B852-B4F66A667EFC}" type="pres">
      <dgm:prSet presAssocID="{5D43839C-7C10-4255-A335-FFB40773A111}" presName="rootConnector" presStyleLbl="node2" presStyleIdx="4" presStyleCnt="7"/>
      <dgm:spPr/>
    </dgm:pt>
    <dgm:pt modelId="{6A255676-E010-498E-AD1C-B313EE35CB3A}" type="pres">
      <dgm:prSet presAssocID="{5D43839C-7C10-4255-A335-FFB40773A111}" presName="hierChild4" presStyleCnt="0"/>
      <dgm:spPr/>
    </dgm:pt>
    <dgm:pt modelId="{20D27002-0423-403E-8F0F-8936641287FB}" type="pres">
      <dgm:prSet presAssocID="{5D43839C-7C10-4255-A335-FFB40773A111}" presName="hierChild5" presStyleCnt="0"/>
      <dgm:spPr/>
    </dgm:pt>
    <dgm:pt modelId="{6AB1B8AE-4E22-4C26-AD06-2B1E27734E49}" type="pres">
      <dgm:prSet presAssocID="{E6A00F8C-ABBB-43BC-B7EB-E8876475A5D1}" presName="Name48" presStyleLbl="parChTrans1D2" presStyleIdx="5" presStyleCnt="7"/>
      <dgm:spPr/>
    </dgm:pt>
    <dgm:pt modelId="{1C59499E-4D20-4CA2-B670-C8ABD756EF75}" type="pres">
      <dgm:prSet presAssocID="{FEFB3444-754C-4CC9-9BDF-A9A182F3C66E}" presName="hierRoot2" presStyleCnt="0">
        <dgm:presLayoutVars>
          <dgm:hierBranch val="init"/>
        </dgm:presLayoutVars>
      </dgm:prSet>
      <dgm:spPr/>
    </dgm:pt>
    <dgm:pt modelId="{89844D69-5E06-44D9-BC84-02FC5043D2BA}" type="pres">
      <dgm:prSet presAssocID="{FEFB3444-754C-4CC9-9BDF-A9A182F3C66E}" presName="rootComposite" presStyleCnt="0"/>
      <dgm:spPr/>
    </dgm:pt>
    <dgm:pt modelId="{B822841C-B676-4321-A5D8-A299EF677371}" type="pres">
      <dgm:prSet presAssocID="{FEFB3444-754C-4CC9-9BDF-A9A182F3C66E}" presName="rootText" presStyleLbl="node2" presStyleIdx="5" presStyleCnt="7">
        <dgm:presLayoutVars>
          <dgm:chPref val="3"/>
        </dgm:presLayoutVars>
      </dgm:prSet>
      <dgm:spPr>
        <a:xfrm>
          <a:off x="1960579" y="2915480"/>
          <a:ext cx="1368436" cy="684218"/>
        </a:xfrm>
        <a:prstGeom prst="rect">
          <a:avLst/>
        </a:prstGeom>
      </dgm:spPr>
    </dgm:pt>
    <dgm:pt modelId="{008A861A-0A41-4A6E-A137-3715E8A8AB7E}" type="pres">
      <dgm:prSet presAssocID="{FEFB3444-754C-4CC9-9BDF-A9A182F3C66E}" presName="rootConnector" presStyleLbl="node2" presStyleIdx="5" presStyleCnt="7"/>
      <dgm:spPr/>
    </dgm:pt>
    <dgm:pt modelId="{61974A94-35DD-4996-84F7-05DE2172BB91}" type="pres">
      <dgm:prSet presAssocID="{FEFB3444-754C-4CC9-9BDF-A9A182F3C66E}" presName="hierChild4" presStyleCnt="0"/>
      <dgm:spPr/>
    </dgm:pt>
    <dgm:pt modelId="{72DE6BCF-09A3-4A21-96A8-8F17B1948200}" type="pres">
      <dgm:prSet presAssocID="{FEFB3444-754C-4CC9-9BDF-A9A182F3C66E}" presName="hierChild5" presStyleCnt="0"/>
      <dgm:spPr/>
    </dgm:pt>
    <dgm:pt modelId="{4FBEBBA3-6A01-462F-92C8-588B7795DAA6}" type="pres">
      <dgm:prSet presAssocID="{BF916322-EDF6-4F00-9DB4-FCCBE0A73BFF}" presName="Name48" presStyleLbl="parChTrans1D2" presStyleIdx="6" presStyleCnt="7"/>
      <dgm:spPr/>
    </dgm:pt>
    <dgm:pt modelId="{62226933-ACD5-4381-BAB8-9C30A695843E}" type="pres">
      <dgm:prSet presAssocID="{0E7DC821-D09E-423B-91F4-A7BA0ED78AB1}" presName="hierRoot2" presStyleCnt="0">
        <dgm:presLayoutVars>
          <dgm:hierBranch val="init"/>
        </dgm:presLayoutVars>
      </dgm:prSet>
      <dgm:spPr/>
    </dgm:pt>
    <dgm:pt modelId="{48098A79-0C4F-4523-9BFF-6C21BD466C19}" type="pres">
      <dgm:prSet presAssocID="{0E7DC821-D09E-423B-91F4-A7BA0ED78AB1}" presName="rootComposite" presStyleCnt="0"/>
      <dgm:spPr/>
    </dgm:pt>
    <dgm:pt modelId="{F9F87C53-F646-4912-85F5-5398770205C7}" type="pres">
      <dgm:prSet presAssocID="{0E7DC821-D09E-423B-91F4-A7BA0ED78AB1}" presName="rootText" presStyleLbl="node2" presStyleIdx="6" presStyleCnt="7">
        <dgm:presLayoutVars>
          <dgm:chPref val="3"/>
        </dgm:presLayoutVars>
      </dgm:prSet>
      <dgm:spPr>
        <a:xfrm>
          <a:off x="304771" y="3887070"/>
          <a:ext cx="1368436" cy="684218"/>
        </a:xfrm>
        <a:prstGeom prst="rect">
          <a:avLst/>
        </a:prstGeom>
      </dgm:spPr>
    </dgm:pt>
    <dgm:pt modelId="{1A6A8A26-B0D2-4E6A-8742-C93C6B2C1612}" type="pres">
      <dgm:prSet presAssocID="{0E7DC821-D09E-423B-91F4-A7BA0ED78AB1}" presName="rootConnector" presStyleLbl="node2" presStyleIdx="6" presStyleCnt="7"/>
      <dgm:spPr/>
    </dgm:pt>
    <dgm:pt modelId="{9C8E26BF-C48D-4C3D-B703-F2B453E705CC}" type="pres">
      <dgm:prSet presAssocID="{0E7DC821-D09E-423B-91F4-A7BA0ED78AB1}" presName="hierChild4" presStyleCnt="0"/>
      <dgm:spPr/>
    </dgm:pt>
    <dgm:pt modelId="{0E32030D-19B7-45E1-BD26-52E73386E9E7}" type="pres">
      <dgm:prSet presAssocID="{0E7DC821-D09E-423B-91F4-A7BA0ED78AB1}" presName="hierChild5" presStyleCnt="0"/>
      <dgm:spPr/>
    </dgm:pt>
    <dgm:pt modelId="{6081F8C5-A2A9-420C-9E87-EC3D8DB5062A}" type="pres">
      <dgm:prSet presAssocID="{7FC46F8F-F753-4E12-9EF0-14A02AF0C53C}" presName="hierChild3" presStyleCnt="0"/>
      <dgm:spPr/>
    </dgm:pt>
  </dgm:ptLst>
  <dgm:cxnLst>
    <dgm:cxn modelId="{42E4C005-6374-46F8-AEEC-4F85733909B1}" type="presOf" srcId="{0D0F1860-D249-4975-9D31-E73E815CA0FA}" destId="{973C760C-9AD4-48E0-9987-B1DC8C2A0ABF}" srcOrd="0" destOrd="0" presId="urn:microsoft.com/office/officeart/2005/8/layout/orgChart1"/>
    <dgm:cxn modelId="{74BC2927-8422-4DAD-88C5-0AE09AB38395}" srcId="{7FC46F8F-F753-4E12-9EF0-14A02AF0C53C}" destId="{520F2D66-3983-4882-9187-F1CD0F480E82}" srcOrd="0" destOrd="0" parTransId="{112B40F7-EE44-4B95-8ACB-C05825487B4E}" sibTransId="{30627154-23C3-41FB-B273-2B96565796A2}"/>
    <dgm:cxn modelId="{E457DF30-B279-40D6-857D-E4FB5D28FF58}" type="presOf" srcId="{CE461792-4F57-42A7-985F-19C916D19B52}" destId="{C85A2BCF-D83D-4862-804B-9310DE44B653}" srcOrd="0" destOrd="0" presId="urn:microsoft.com/office/officeart/2005/8/layout/orgChart1"/>
    <dgm:cxn modelId="{22168A36-F6A5-4389-851E-9104B02A66AD}" srcId="{7FC46F8F-F753-4E12-9EF0-14A02AF0C53C}" destId="{0D0F1860-D249-4975-9D31-E73E815CA0FA}" srcOrd="3" destOrd="0" parTransId="{4AD34FA5-52A8-451D-BAE2-249D69699098}" sibTransId="{64382F5D-FA14-4338-A9EE-4F7123CA105D}"/>
    <dgm:cxn modelId="{4917645D-04B4-4A2B-B2FA-9E06305292E3}" srcId="{7FC46F8F-F753-4E12-9EF0-14A02AF0C53C}" destId="{5D43839C-7C10-4255-A335-FFB40773A111}" srcOrd="4" destOrd="0" parTransId="{9E137003-6F62-4B03-BC0F-6EAC3CD90FEA}" sibTransId="{F0898B8B-C6CE-4B88-88E5-DDD9B15104E9}"/>
    <dgm:cxn modelId="{768A845F-D5D2-4D5A-905D-66458DC1C11B}" type="presOf" srcId="{A392362A-1A37-4964-939E-5CEDDDC611D5}" destId="{12D5C215-0528-4144-8353-17ADAED0DD1A}" srcOrd="0" destOrd="0" presId="urn:microsoft.com/office/officeart/2005/8/layout/orgChart1"/>
    <dgm:cxn modelId="{16C93044-C5A6-4C76-BE46-52FA887D411F}" type="presOf" srcId="{ED7876DF-09A5-42AD-AD36-2B3E81572F07}" destId="{B6AD8D6B-4282-4264-9B35-3B71D68EC05A}" srcOrd="1" destOrd="0" presId="urn:microsoft.com/office/officeart/2005/8/layout/orgChart1"/>
    <dgm:cxn modelId="{EEC8666C-F524-44B0-97C2-276B54047C2A}" srcId="{7FC46F8F-F753-4E12-9EF0-14A02AF0C53C}" destId="{ED7876DF-09A5-42AD-AD36-2B3E81572F07}" srcOrd="2" destOrd="0" parTransId="{CE461792-4F57-42A7-985F-19C916D19B52}" sibTransId="{003D049C-CDE6-465D-B761-9AE63009E355}"/>
    <dgm:cxn modelId="{1D79E94E-6A6A-4C9E-BEFC-3F6A415AEE38}" type="presOf" srcId="{FEFB3444-754C-4CC9-9BDF-A9A182F3C66E}" destId="{B822841C-B676-4321-A5D8-A299EF677371}" srcOrd="0" destOrd="0" presId="urn:microsoft.com/office/officeart/2005/8/layout/orgChart1"/>
    <dgm:cxn modelId="{F9F67C55-8A1B-4C7E-B225-8433434094D4}" type="presOf" srcId="{0D0F1860-D249-4975-9D31-E73E815CA0FA}" destId="{C532B9F7-9D10-4EA8-9ADF-048B363AC57A}" srcOrd="1" destOrd="0" presId="urn:microsoft.com/office/officeart/2005/8/layout/orgChart1"/>
    <dgm:cxn modelId="{84FC9958-A145-4D4B-A91E-4EBB684B101A}" type="presOf" srcId="{0E7DC821-D09E-423B-91F4-A7BA0ED78AB1}" destId="{1A6A8A26-B0D2-4E6A-8742-C93C6B2C1612}" srcOrd="1" destOrd="0" presId="urn:microsoft.com/office/officeart/2005/8/layout/orgChart1"/>
    <dgm:cxn modelId="{8481347A-7196-49B0-AC9C-8DFB0FC5003D}" type="presOf" srcId="{FEFB3444-754C-4CC9-9BDF-A9A182F3C66E}" destId="{008A861A-0A41-4A6E-A137-3715E8A8AB7E}" srcOrd="1" destOrd="0" presId="urn:microsoft.com/office/officeart/2005/8/layout/orgChart1"/>
    <dgm:cxn modelId="{D2F1267D-EC46-44A9-BE1A-A245ADE181C1}" type="presOf" srcId="{7FC46F8F-F753-4E12-9EF0-14A02AF0C53C}" destId="{FCF77DF4-3607-40B1-9212-7FC561049AC7}" srcOrd="0" destOrd="0" presId="urn:microsoft.com/office/officeart/2005/8/layout/orgChart1"/>
    <dgm:cxn modelId="{1CABE685-A802-4639-8715-2832D2821366}" type="presOf" srcId="{520F2D66-3983-4882-9187-F1CD0F480E82}" destId="{25F8FE83-D42D-4834-A3E5-1281B85254CE}" srcOrd="0" destOrd="0" presId="urn:microsoft.com/office/officeart/2005/8/layout/orgChart1"/>
    <dgm:cxn modelId="{F9585189-986C-4DD9-92FE-DD00AA97C55E}" type="presOf" srcId="{BF916322-EDF6-4F00-9DB4-FCCBE0A73BFF}" destId="{4FBEBBA3-6A01-462F-92C8-588B7795DAA6}" srcOrd="0" destOrd="0" presId="urn:microsoft.com/office/officeart/2005/8/layout/orgChart1"/>
    <dgm:cxn modelId="{85E8D59A-419B-4640-81E1-114226725E34}" srcId="{7FC46F8F-F753-4E12-9EF0-14A02AF0C53C}" destId="{FEFB3444-754C-4CC9-9BDF-A9A182F3C66E}" srcOrd="5" destOrd="0" parTransId="{E6A00F8C-ABBB-43BC-B7EB-E8876475A5D1}" sibTransId="{5046942F-F87D-4024-9A59-88AFACEDA067}"/>
    <dgm:cxn modelId="{E222B59F-0CE4-4C15-B29D-EBB1A35AD069}" type="presOf" srcId="{9AC91D12-9DC8-4CD1-9FA0-9D3A346A1AB7}" destId="{8E23518F-9D73-49DE-96A8-4C9BC6CD02A6}" srcOrd="1" destOrd="0" presId="urn:microsoft.com/office/officeart/2005/8/layout/orgChart1"/>
    <dgm:cxn modelId="{CCD275B2-4321-4B76-95E4-F021A3EDD53D}" type="presOf" srcId="{ED7876DF-09A5-42AD-AD36-2B3E81572F07}" destId="{6F01C796-8D13-47B0-B6CD-363C6D9A4A9B}" srcOrd="0" destOrd="0" presId="urn:microsoft.com/office/officeart/2005/8/layout/orgChart1"/>
    <dgm:cxn modelId="{25AEACB4-2A0B-4AAB-BD16-18DD56697AD5}" type="presOf" srcId="{496D791B-1CE6-47BE-9AED-108DE2505F4D}" destId="{4CCB8186-54D2-420A-8B91-081ECD246131}" srcOrd="0" destOrd="0" presId="urn:microsoft.com/office/officeart/2005/8/layout/orgChart1"/>
    <dgm:cxn modelId="{E4724AB5-4397-4B3F-A779-ABA8B796E7BC}" type="presOf" srcId="{520F2D66-3983-4882-9187-F1CD0F480E82}" destId="{D1E8DE50-D663-4879-8B59-9767474BE92D}" srcOrd="1" destOrd="0" presId="urn:microsoft.com/office/officeart/2005/8/layout/orgChart1"/>
    <dgm:cxn modelId="{446F35B7-B2DE-46C3-85B1-7146331016BD}" type="presOf" srcId="{9E137003-6F62-4B03-BC0F-6EAC3CD90FEA}" destId="{43B6F049-E564-4FF7-ABDE-C4D612B2B507}" srcOrd="0" destOrd="0" presId="urn:microsoft.com/office/officeart/2005/8/layout/orgChart1"/>
    <dgm:cxn modelId="{272A04BD-1976-440D-B11F-79ADAA0467C1}" type="presOf" srcId="{E6A00F8C-ABBB-43BC-B7EB-E8876475A5D1}" destId="{6AB1B8AE-4E22-4C26-AD06-2B1E27734E49}" srcOrd="0" destOrd="0" presId="urn:microsoft.com/office/officeart/2005/8/layout/orgChart1"/>
    <dgm:cxn modelId="{F63DF7C8-CFDA-41AC-9C6A-30C55701FC10}" srcId="{496D791B-1CE6-47BE-9AED-108DE2505F4D}" destId="{7FC46F8F-F753-4E12-9EF0-14A02AF0C53C}" srcOrd="0" destOrd="0" parTransId="{84D5940E-AAFC-4C1C-8B0A-47A0AC116EEE}" sibTransId="{3FA4C8B6-5732-46D3-95CF-1C029ACECA49}"/>
    <dgm:cxn modelId="{50A5E5C9-B932-4978-86FF-215B197E6B61}" type="presOf" srcId="{4AD34FA5-52A8-451D-BAE2-249D69699098}" destId="{F0F3E759-26FA-433E-94EC-D157DB7FEAE8}" srcOrd="0" destOrd="0" presId="urn:microsoft.com/office/officeart/2005/8/layout/orgChart1"/>
    <dgm:cxn modelId="{ABAB93D0-86C0-44E8-AD24-7EE4E05FC684}" type="presOf" srcId="{7FC46F8F-F753-4E12-9EF0-14A02AF0C53C}" destId="{B9C11E31-8BDC-4EEE-A42B-D9A1FB031C24}" srcOrd="1" destOrd="0" presId="urn:microsoft.com/office/officeart/2005/8/layout/orgChart1"/>
    <dgm:cxn modelId="{4BBF4EDD-E074-4360-B7B2-1A8E5CC992AA}" type="presOf" srcId="{5D43839C-7C10-4255-A335-FFB40773A111}" destId="{505128DD-93B2-47EB-B852-B4F66A667EFC}" srcOrd="1" destOrd="0" presId="urn:microsoft.com/office/officeart/2005/8/layout/orgChart1"/>
    <dgm:cxn modelId="{575D6EDE-A553-464C-9003-75F617A3CB31}" type="presOf" srcId="{5D43839C-7C10-4255-A335-FFB40773A111}" destId="{1B02C004-790E-4194-A39E-BC71934FB8B6}" srcOrd="0" destOrd="0" presId="urn:microsoft.com/office/officeart/2005/8/layout/orgChart1"/>
    <dgm:cxn modelId="{B3FE43DF-A701-4399-A449-2056705FDFE8}" srcId="{7FC46F8F-F753-4E12-9EF0-14A02AF0C53C}" destId="{9AC91D12-9DC8-4CD1-9FA0-9D3A346A1AB7}" srcOrd="1" destOrd="0" parTransId="{A392362A-1A37-4964-939E-5CEDDDC611D5}" sibTransId="{5967F5D0-2E72-4BC4-B1BB-16D2CDDF1C41}"/>
    <dgm:cxn modelId="{0FD6B3EA-D09D-4C43-BF5F-BC9A905B15BE}" type="presOf" srcId="{0E7DC821-D09E-423B-91F4-A7BA0ED78AB1}" destId="{F9F87C53-F646-4912-85F5-5398770205C7}" srcOrd="0" destOrd="0" presId="urn:microsoft.com/office/officeart/2005/8/layout/orgChart1"/>
    <dgm:cxn modelId="{91C2CFF8-ABF0-41CC-A94E-AA31A2C1DB75}" type="presOf" srcId="{112B40F7-EE44-4B95-8ACB-C05825487B4E}" destId="{3580F1EE-4A40-4094-9E40-50D4DB387AE9}" srcOrd="0" destOrd="0" presId="urn:microsoft.com/office/officeart/2005/8/layout/orgChart1"/>
    <dgm:cxn modelId="{23D232F9-79F2-491C-9111-F7482BB6F153}" type="presOf" srcId="{9AC91D12-9DC8-4CD1-9FA0-9D3A346A1AB7}" destId="{56E72F52-2946-418E-98CF-5AC46AF469A6}" srcOrd="0" destOrd="0" presId="urn:microsoft.com/office/officeart/2005/8/layout/orgChart1"/>
    <dgm:cxn modelId="{C4010BFE-4C4F-4F07-B1EB-7A120BB1C83C}" srcId="{7FC46F8F-F753-4E12-9EF0-14A02AF0C53C}" destId="{0E7DC821-D09E-423B-91F4-A7BA0ED78AB1}" srcOrd="6" destOrd="0" parTransId="{BF916322-EDF6-4F00-9DB4-FCCBE0A73BFF}" sibTransId="{84C4F55C-CA16-4EF3-AB15-139F85109DC3}"/>
    <dgm:cxn modelId="{9F9CA113-BDBE-490A-8D71-A41C7E180069}" type="presParOf" srcId="{4CCB8186-54D2-420A-8B91-081ECD246131}" destId="{21787FF6-2927-463E-8E11-CE16963657EF}" srcOrd="0" destOrd="0" presId="urn:microsoft.com/office/officeart/2005/8/layout/orgChart1"/>
    <dgm:cxn modelId="{5C9F9995-5848-4D5A-A452-4D3D53A09CBD}" type="presParOf" srcId="{21787FF6-2927-463E-8E11-CE16963657EF}" destId="{50143DD7-7D47-4C77-ACD2-F9961AA0E119}" srcOrd="0" destOrd="0" presId="urn:microsoft.com/office/officeart/2005/8/layout/orgChart1"/>
    <dgm:cxn modelId="{D8F707D9-D463-485F-9669-9C64593DE5CA}" type="presParOf" srcId="{50143DD7-7D47-4C77-ACD2-F9961AA0E119}" destId="{FCF77DF4-3607-40B1-9212-7FC561049AC7}" srcOrd="0" destOrd="0" presId="urn:microsoft.com/office/officeart/2005/8/layout/orgChart1"/>
    <dgm:cxn modelId="{1D40BCA6-2CAE-4BD2-A152-539ACC33C59C}" type="presParOf" srcId="{50143DD7-7D47-4C77-ACD2-F9961AA0E119}" destId="{B9C11E31-8BDC-4EEE-A42B-D9A1FB031C24}" srcOrd="1" destOrd="0" presId="urn:microsoft.com/office/officeart/2005/8/layout/orgChart1"/>
    <dgm:cxn modelId="{27045C79-29A6-4D34-A478-36C3F1A50F6B}" type="presParOf" srcId="{21787FF6-2927-463E-8E11-CE16963657EF}" destId="{ABEFC999-0E70-4F8E-979A-675F6DE67779}" srcOrd="1" destOrd="0" presId="urn:microsoft.com/office/officeart/2005/8/layout/orgChart1"/>
    <dgm:cxn modelId="{95F972E3-5598-4F5D-9C77-8479DE07E30E}" type="presParOf" srcId="{ABEFC999-0E70-4F8E-979A-675F6DE67779}" destId="{3580F1EE-4A40-4094-9E40-50D4DB387AE9}" srcOrd="0" destOrd="0" presId="urn:microsoft.com/office/officeart/2005/8/layout/orgChart1"/>
    <dgm:cxn modelId="{B21BF996-BC1B-4015-BDD7-7E748AB6D373}" type="presParOf" srcId="{ABEFC999-0E70-4F8E-979A-675F6DE67779}" destId="{AB94AF1D-C727-4A0D-BB68-7B5A358D522D}" srcOrd="1" destOrd="0" presId="urn:microsoft.com/office/officeart/2005/8/layout/orgChart1"/>
    <dgm:cxn modelId="{9D5A5BD9-7B32-4948-972A-87CA492A4787}" type="presParOf" srcId="{AB94AF1D-C727-4A0D-BB68-7B5A358D522D}" destId="{1232BA0E-CD1F-43F9-8788-7A74A26B1958}" srcOrd="0" destOrd="0" presId="urn:microsoft.com/office/officeart/2005/8/layout/orgChart1"/>
    <dgm:cxn modelId="{EFC4314F-D3E4-4EB1-9FFD-25063356D516}" type="presParOf" srcId="{1232BA0E-CD1F-43F9-8788-7A74A26B1958}" destId="{25F8FE83-D42D-4834-A3E5-1281B85254CE}" srcOrd="0" destOrd="0" presId="urn:microsoft.com/office/officeart/2005/8/layout/orgChart1"/>
    <dgm:cxn modelId="{976101A4-EE86-4D42-961F-CBA17176E459}" type="presParOf" srcId="{1232BA0E-CD1F-43F9-8788-7A74A26B1958}" destId="{D1E8DE50-D663-4879-8B59-9767474BE92D}" srcOrd="1" destOrd="0" presId="urn:microsoft.com/office/officeart/2005/8/layout/orgChart1"/>
    <dgm:cxn modelId="{71E73CFA-EBAB-48B6-9147-7767510F90A8}" type="presParOf" srcId="{AB94AF1D-C727-4A0D-BB68-7B5A358D522D}" destId="{A2DB1C69-02F6-4C37-A4C8-FD3243B75F2C}" srcOrd="1" destOrd="0" presId="urn:microsoft.com/office/officeart/2005/8/layout/orgChart1"/>
    <dgm:cxn modelId="{1DAB5A61-F058-4995-93E2-90C72A931FDA}" type="presParOf" srcId="{AB94AF1D-C727-4A0D-BB68-7B5A358D522D}" destId="{5D8913A3-76D8-43B7-87B6-C67B3BF9D0B7}" srcOrd="2" destOrd="0" presId="urn:microsoft.com/office/officeart/2005/8/layout/orgChart1"/>
    <dgm:cxn modelId="{9164DE78-71B0-4196-B773-6C3BA35BD0F3}" type="presParOf" srcId="{ABEFC999-0E70-4F8E-979A-675F6DE67779}" destId="{12D5C215-0528-4144-8353-17ADAED0DD1A}" srcOrd="2" destOrd="0" presId="urn:microsoft.com/office/officeart/2005/8/layout/orgChart1"/>
    <dgm:cxn modelId="{3B6C48E8-99CE-4D77-BA1E-CE30E714F34D}" type="presParOf" srcId="{ABEFC999-0E70-4F8E-979A-675F6DE67779}" destId="{FE5C1511-15B2-407D-8FE4-9C010F876E91}" srcOrd="3" destOrd="0" presId="urn:microsoft.com/office/officeart/2005/8/layout/orgChart1"/>
    <dgm:cxn modelId="{127AC795-171E-4006-9BE5-EDADED9E7553}" type="presParOf" srcId="{FE5C1511-15B2-407D-8FE4-9C010F876E91}" destId="{9ED31A75-45DE-4BC4-9F26-CFCDE09361EB}" srcOrd="0" destOrd="0" presId="urn:microsoft.com/office/officeart/2005/8/layout/orgChart1"/>
    <dgm:cxn modelId="{CE405D47-52F9-43F1-9C3A-4BDEDA095FDD}" type="presParOf" srcId="{9ED31A75-45DE-4BC4-9F26-CFCDE09361EB}" destId="{56E72F52-2946-418E-98CF-5AC46AF469A6}" srcOrd="0" destOrd="0" presId="urn:microsoft.com/office/officeart/2005/8/layout/orgChart1"/>
    <dgm:cxn modelId="{C17F9E6B-ED3A-4015-A7A7-D227CE8A5A24}" type="presParOf" srcId="{9ED31A75-45DE-4BC4-9F26-CFCDE09361EB}" destId="{8E23518F-9D73-49DE-96A8-4C9BC6CD02A6}" srcOrd="1" destOrd="0" presId="urn:microsoft.com/office/officeart/2005/8/layout/orgChart1"/>
    <dgm:cxn modelId="{B628D0DB-5FE7-437B-B040-47ACC4A36ED9}" type="presParOf" srcId="{FE5C1511-15B2-407D-8FE4-9C010F876E91}" destId="{DD8FBD43-3506-4A5C-A5FE-E08810C1A84B}" srcOrd="1" destOrd="0" presId="urn:microsoft.com/office/officeart/2005/8/layout/orgChart1"/>
    <dgm:cxn modelId="{9A99BF95-DA24-4198-8E67-8C9EBAC25419}" type="presParOf" srcId="{FE5C1511-15B2-407D-8FE4-9C010F876E91}" destId="{D1D600AD-1304-47D0-B795-4BB07B8D9A8E}" srcOrd="2" destOrd="0" presId="urn:microsoft.com/office/officeart/2005/8/layout/orgChart1"/>
    <dgm:cxn modelId="{0BF34489-C782-4D83-93D7-B3521ED1ABCB}" type="presParOf" srcId="{ABEFC999-0E70-4F8E-979A-675F6DE67779}" destId="{C85A2BCF-D83D-4862-804B-9310DE44B653}" srcOrd="4" destOrd="0" presId="urn:microsoft.com/office/officeart/2005/8/layout/orgChart1"/>
    <dgm:cxn modelId="{209F5F18-CF04-4492-9006-FB80839FC7CC}" type="presParOf" srcId="{ABEFC999-0E70-4F8E-979A-675F6DE67779}" destId="{F2562E95-E0A3-426B-AD5A-88B03398B0FB}" srcOrd="5" destOrd="0" presId="urn:microsoft.com/office/officeart/2005/8/layout/orgChart1"/>
    <dgm:cxn modelId="{E2B995FA-9415-42C5-BDEF-05A0F07BC051}" type="presParOf" srcId="{F2562E95-E0A3-426B-AD5A-88B03398B0FB}" destId="{A17182FB-68BA-413D-9662-36D4B7389CBD}" srcOrd="0" destOrd="0" presId="urn:microsoft.com/office/officeart/2005/8/layout/orgChart1"/>
    <dgm:cxn modelId="{2BD7060A-5D3E-4662-9259-5B4D409A4F49}" type="presParOf" srcId="{A17182FB-68BA-413D-9662-36D4B7389CBD}" destId="{6F01C796-8D13-47B0-B6CD-363C6D9A4A9B}" srcOrd="0" destOrd="0" presId="urn:microsoft.com/office/officeart/2005/8/layout/orgChart1"/>
    <dgm:cxn modelId="{AF00FB87-88E9-476F-BD01-248177F49618}" type="presParOf" srcId="{A17182FB-68BA-413D-9662-36D4B7389CBD}" destId="{B6AD8D6B-4282-4264-9B35-3B71D68EC05A}" srcOrd="1" destOrd="0" presId="urn:microsoft.com/office/officeart/2005/8/layout/orgChart1"/>
    <dgm:cxn modelId="{F02F9F82-634B-42E3-B120-C8F41E96C250}" type="presParOf" srcId="{F2562E95-E0A3-426B-AD5A-88B03398B0FB}" destId="{E3843B1F-8AEE-412D-ABDC-80E9E4DB9346}" srcOrd="1" destOrd="0" presId="urn:microsoft.com/office/officeart/2005/8/layout/orgChart1"/>
    <dgm:cxn modelId="{078D3CD9-BCFB-462F-ACC4-4D21D9108E03}" type="presParOf" srcId="{F2562E95-E0A3-426B-AD5A-88B03398B0FB}" destId="{CA8C8B40-2C27-4CA7-B9C3-9B7A3831EDEC}" srcOrd="2" destOrd="0" presId="urn:microsoft.com/office/officeart/2005/8/layout/orgChart1"/>
    <dgm:cxn modelId="{B0D56ACA-E4DE-496C-BF04-4428842A840D}" type="presParOf" srcId="{ABEFC999-0E70-4F8E-979A-675F6DE67779}" destId="{F0F3E759-26FA-433E-94EC-D157DB7FEAE8}" srcOrd="6" destOrd="0" presId="urn:microsoft.com/office/officeart/2005/8/layout/orgChart1"/>
    <dgm:cxn modelId="{CB03284A-86E7-4EBB-BB9E-375246EA2091}" type="presParOf" srcId="{ABEFC999-0E70-4F8E-979A-675F6DE67779}" destId="{4FEDD376-F95D-4760-B2CD-608E226CA5E2}" srcOrd="7" destOrd="0" presId="urn:microsoft.com/office/officeart/2005/8/layout/orgChart1"/>
    <dgm:cxn modelId="{663F4519-1304-4038-8CBC-02F8DEDD6D92}" type="presParOf" srcId="{4FEDD376-F95D-4760-B2CD-608E226CA5E2}" destId="{11B8AA08-2F40-4BFD-9DB7-D6D9CA2E18E5}" srcOrd="0" destOrd="0" presId="urn:microsoft.com/office/officeart/2005/8/layout/orgChart1"/>
    <dgm:cxn modelId="{DC46FDA3-976E-475F-9097-E1037949D13A}" type="presParOf" srcId="{11B8AA08-2F40-4BFD-9DB7-D6D9CA2E18E5}" destId="{973C760C-9AD4-48E0-9987-B1DC8C2A0ABF}" srcOrd="0" destOrd="0" presId="urn:microsoft.com/office/officeart/2005/8/layout/orgChart1"/>
    <dgm:cxn modelId="{C2D6334D-079F-4BFB-9A19-76C93953FC81}" type="presParOf" srcId="{11B8AA08-2F40-4BFD-9DB7-D6D9CA2E18E5}" destId="{C532B9F7-9D10-4EA8-9ADF-048B363AC57A}" srcOrd="1" destOrd="0" presId="urn:microsoft.com/office/officeart/2005/8/layout/orgChart1"/>
    <dgm:cxn modelId="{6AF89CF3-621C-4F5E-93F8-F21523FFAC95}" type="presParOf" srcId="{4FEDD376-F95D-4760-B2CD-608E226CA5E2}" destId="{087767CE-AC40-4CA1-BB5C-862851FE8CFE}" srcOrd="1" destOrd="0" presId="urn:microsoft.com/office/officeart/2005/8/layout/orgChart1"/>
    <dgm:cxn modelId="{3F9CBFDC-3EA0-4BA7-AF1E-D0DF4B6B05D0}" type="presParOf" srcId="{4FEDD376-F95D-4760-B2CD-608E226CA5E2}" destId="{AA6DA165-671F-4EB2-ADC7-98DDED611D2F}" srcOrd="2" destOrd="0" presId="urn:microsoft.com/office/officeart/2005/8/layout/orgChart1"/>
    <dgm:cxn modelId="{AADF14B8-E0C7-4D07-A0B9-F3AFF0EA36F4}" type="presParOf" srcId="{ABEFC999-0E70-4F8E-979A-675F6DE67779}" destId="{43B6F049-E564-4FF7-ABDE-C4D612B2B507}" srcOrd="8" destOrd="0" presId="urn:microsoft.com/office/officeart/2005/8/layout/orgChart1"/>
    <dgm:cxn modelId="{BB9D2F91-D4CE-4A40-8D7C-B11AB90D914A}" type="presParOf" srcId="{ABEFC999-0E70-4F8E-979A-675F6DE67779}" destId="{76A96DEC-534D-4EDE-908E-0E1908906524}" srcOrd="9" destOrd="0" presId="urn:microsoft.com/office/officeart/2005/8/layout/orgChart1"/>
    <dgm:cxn modelId="{3439C1C9-D4EE-4AA5-BFE0-D783DC2C84CF}" type="presParOf" srcId="{76A96DEC-534D-4EDE-908E-0E1908906524}" destId="{9237DA64-4B95-44D7-A85A-9A013A00CFDE}" srcOrd="0" destOrd="0" presId="urn:microsoft.com/office/officeart/2005/8/layout/orgChart1"/>
    <dgm:cxn modelId="{95B849CB-CC19-4694-BC76-2AF131E980ED}" type="presParOf" srcId="{9237DA64-4B95-44D7-A85A-9A013A00CFDE}" destId="{1B02C004-790E-4194-A39E-BC71934FB8B6}" srcOrd="0" destOrd="0" presId="urn:microsoft.com/office/officeart/2005/8/layout/orgChart1"/>
    <dgm:cxn modelId="{CEC8DD76-0035-42C0-8B09-C60D8BF422FC}" type="presParOf" srcId="{9237DA64-4B95-44D7-A85A-9A013A00CFDE}" destId="{505128DD-93B2-47EB-B852-B4F66A667EFC}" srcOrd="1" destOrd="0" presId="urn:microsoft.com/office/officeart/2005/8/layout/orgChart1"/>
    <dgm:cxn modelId="{4F81119D-C2D8-4F22-8269-391D1A2F0873}" type="presParOf" srcId="{76A96DEC-534D-4EDE-908E-0E1908906524}" destId="{6A255676-E010-498E-AD1C-B313EE35CB3A}" srcOrd="1" destOrd="0" presId="urn:microsoft.com/office/officeart/2005/8/layout/orgChart1"/>
    <dgm:cxn modelId="{479C11A6-038A-4416-8154-5D408E126884}" type="presParOf" srcId="{76A96DEC-534D-4EDE-908E-0E1908906524}" destId="{20D27002-0423-403E-8F0F-8936641287FB}" srcOrd="2" destOrd="0" presId="urn:microsoft.com/office/officeart/2005/8/layout/orgChart1"/>
    <dgm:cxn modelId="{A16BD45E-6D15-4EC7-AFD9-2191977E18EA}" type="presParOf" srcId="{ABEFC999-0E70-4F8E-979A-675F6DE67779}" destId="{6AB1B8AE-4E22-4C26-AD06-2B1E27734E49}" srcOrd="10" destOrd="0" presId="urn:microsoft.com/office/officeart/2005/8/layout/orgChart1"/>
    <dgm:cxn modelId="{AF9AE0CD-5E14-4CE3-B516-F2E118831E4A}" type="presParOf" srcId="{ABEFC999-0E70-4F8E-979A-675F6DE67779}" destId="{1C59499E-4D20-4CA2-B670-C8ABD756EF75}" srcOrd="11" destOrd="0" presId="urn:microsoft.com/office/officeart/2005/8/layout/orgChart1"/>
    <dgm:cxn modelId="{290C0BBD-0B7F-419C-8801-1EE243B0AC70}" type="presParOf" srcId="{1C59499E-4D20-4CA2-B670-C8ABD756EF75}" destId="{89844D69-5E06-44D9-BC84-02FC5043D2BA}" srcOrd="0" destOrd="0" presId="urn:microsoft.com/office/officeart/2005/8/layout/orgChart1"/>
    <dgm:cxn modelId="{F722CD41-9A96-47E0-A316-08AC4E207B54}" type="presParOf" srcId="{89844D69-5E06-44D9-BC84-02FC5043D2BA}" destId="{B822841C-B676-4321-A5D8-A299EF677371}" srcOrd="0" destOrd="0" presId="urn:microsoft.com/office/officeart/2005/8/layout/orgChart1"/>
    <dgm:cxn modelId="{D8FC1155-C037-4ACB-8969-6824DC798A32}" type="presParOf" srcId="{89844D69-5E06-44D9-BC84-02FC5043D2BA}" destId="{008A861A-0A41-4A6E-A137-3715E8A8AB7E}" srcOrd="1" destOrd="0" presId="urn:microsoft.com/office/officeart/2005/8/layout/orgChart1"/>
    <dgm:cxn modelId="{F914003E-674D-4805-A60C-29438649578E}" type="presParOf" srcId="{1C59499E-4D20-4CA2-B670-C8ABD756EF75}" destId="{61974A94-35DD-4996-84F7-05DE2172BB91}" srcOrd="1" destOrd="0" presId="urn:microsoft.com/office/officeart/2005/8/layout/orgChart1"/>
    <dgm:cxn modelId="{C239E4D8-1A42-477E-AB15-8755396E6CA4}" type="presParOf" srcId="{1C59499E-4D20-4CA2-B670-C8ABD756EF75}" destId="{72DE6BCF-09A3-4A21-96A8-8F17B1948200}" srcOrd="2" destOrd="0" presId="urn:microsoft.com/office/officeart/2005/8/layout/orgChart1"/>
    <dgm:cxn modelId="{AB528F5F-00CB-4513-8999-374B2D55AE33}" type="presParOf" srcId="{ABEFC999-0E70-4F8E-979A-675F6DE67779}" destId="{4FBEBBA3-6A01-462F-92C8-588B7795DAA6}" srcOrd="12" destOrd="0" presId="urn:microsoft.com/office/officeart/2005/8/layout/orgChart1"/>
    <dgm:cxn modelId="{450675DC-D476-44F0-BBE0-12E9395E1FC2}" type="presParOf" srcId="{ABEFC999-0E70-4F8E-979A-675F6DE67779}" destId="{62226933-ACD5-4381-BAB8-9C30A695843E}" srcOrd="13" destOrd="0" presId="urn:microsoft.com/office/officeart/2005/8/layout/orgChart1"/>
    <dgm:cxn modelId="{B93000D6-491A-419F-B0A6-1D6C2C98017E}" type="presParOf" srcId="{62226933-ACD5-4381-BAB8-9C30A695843E}" destId="{48098A79-0C4F-4523-9BFF-6C21BD466C19}" srcOrd="0" destOrd="0" presId="urn:microsoft.com/office/officeart/2005/8/layout/orgChart1"/>
    <dgm:cxn modelId="{94803223-195E-4FCC-BD47-6A87F1416A0D}" type="presParOf" srcId="{48098A79-0C4F-4523-9BFF-6C21BD466C19}" destId="{F9F87C53-F646-4912-85F5-5398770205C7}" srcOrd="0" destOrd="0" presId="urn:microsoft.com/office/officeart/2005/8/layout/orgChart1"/>
    <dgm:cxn modelId="{52F56450-DEC2-4391-9A8A-281AF03F33A7}" type="presParOf" srcId="{48098A79-0C4F-4523-9BFF-6C21BD466C19}" destId="{1A6A8A26-B0D2-4E6A-8742-C93C6B2C1612}" srcOrd="1" destOrd="0" presId="urn:microsoft.com/office/officeart/2005/8/layout/orgChart1"/>
    <dgm:cxn modelId="{FF6F8559-A617-4069-BE6E-3A4AF287E70D}" type="presParOf" srcId="{62226933-ACD5-4381-BAB8-9C30A695843E}" destId="{9C8E26BF-C48D-4C3D-B703-F2B453E705CC}" srcOrd="1" destOrd="0" presId="urn:microsoft.com/office/officeart/2005/8/layout/orgChart1"/>
    <dgm:cxn modelId="{D7FD4637-2B1E-4603-A88D-3A07E200F6FE}" type="presParOf" srcId="{62226933-ACD5-4381-BAB8-9C30A695843E}" destId="{0E32030D-19B7-45E1-BD26-52E73386E9E7}" srcOrd="2" destOrd="0" presId="urn:microsoft.com/office/officeart/2005/8/layout/orgChart1"/>
    <dgm:cxn modelId="{8D35141D-D036-4202-9AC6-066E66141EC6}" type="presParOf" srcId="{21787FF6-2927-463E-8E11-CE16963657EF}" destId="{6081F8C5-A2A9-420C-9E87-EC3D8DB506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/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/>
      <dgm:spPr/>
      <dgm:t>
        <a:bodyPr/>
        <a:lstStyle/>
        <a:p>
          <a:r>
            <a:rPr lang="en-US" noProof="0"/>
            <a:t>Step 2 From Project Products to Project Activities</a:t>
          </a:r>
          <a:endParaRPr lang="en-US" noProof="0" dirty="0"/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/>
      <dgm:t>
        <a:bodyPr/>
        <a:lstStyle/>
        <a:p>
          <a:r>
            <a:rPr lang="en-US" noProof="0"/>
            <a:t>Step 3 Organizing the project </a:t>
          </a:r>
          <a:endParaRPr lang="en-US" noProof="0" dirty="0"/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/>
      <dgm:t>
        <a:bodyPr/>
        <a:lstStyle/>
        <a:p>
          <a:r>
            <a:rPr lang="en-US" noProof="0"/>
            <a:t>Step 4 Defining project work packages </a:t>
          </a:r>
          <a:endParaRPr lang="en-US" noProof="0" dirty="0"/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/>
      <dgm:spPr/>
      <dgm:t>
        <a:bodyPr/>
        <a:lstStyle/>
        <a:p>
          <a:r>
            <a:rPr lang="en-US" noProof="0"/>
            <a:t>Step 5 Timelining the project</a:t>
          </a:r>
          <a:endParaRPr lang="en-US" noProof="0" dirty="0"/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/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/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/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/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/>
      <dgm:spPr/>
      <dgm:t>
        <a:bodyPr/>
        <a:lstStyle/>
        <a:p>
          <a:r>
            <a:rPr lang="en-US" noProof="0"/>
            <a:t>Step 2 From Project Products to Project Activities</a:t>
          </a:r>
          <a:endParaRPr lang="en-US" noProof="0" dirty="0"/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/>
      <dgm:t>
        <a:bodyPr/>
        <a:lstStyle/>
        <a:p>
          <a:r>
            <a:rPr lang="en-US" noProof="0"/>
            <a:t>Step 3 Organizing the project </a:t>
          </a:r>
          <a:endParaRPr lang="en-US" noProof="0" dirty="0"/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/>
      <dgm:t>
        <a:bodyPr/>
        <a:lstStyle/>
        <a:p>
          <a:r>
            <a:rPr lang="en-US" noProof="0"/>
            <a:t>Step 4 Defining project work packages </a:t>
          </a:r>
          <a:endParaRPr lang="en-US" noProof="0" dirty="0"/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/>
      <dgm:spPr/>
      <dgm:t>
        <a:bodyPr/>
        <a:lstStyle/>
        <a:p>
          <a:r>
            <a:rPr lang="en-US" noProof="0"/>
            <a:t>Step 5 Timelining the project</a:t>
          </a:r>
          <a:endParaRPr lang="en-US" noProof="0" dirty="0"/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/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/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/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/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/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noProof="0"/>
            <a:t>Step 2 From Project Products to Project Activities</a:t>
          </a:r>
          <a:endParaRPr lang="en-US" noProof="0" dirty="0"/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/>
      <dgm:t>
        <a:bodyPr/>
        <a:lstStyle/>
        <a:p>
          <a:r>
            <a:rPr lang="en-US" noProof="0"/>
            <a:t>Step 3 Organizing the project </a:t>
          </a:r>
          <a:endParaRPr lang="en-US" noProof="0" dirty="0"/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/>
      <dgm:t>
        <a:bodyPr/>
        <a:lstStyle/>
        <a:p>
          <a:r>
            <a:rPr lang="en-US" noProof="0"/>
            <a:t>Step 4 Defining project work packages </a:t>
          </a:r>
          <a:endParaRPr lang="en-US" noProof="0" dirty="0"/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/>
      <dgm:spPr/>
      <dgm:t>
        <a:bodyPr/>
        <a:lstStyle/>
        <a:p>
          <a:r>
            <a:rPr lang="en-US" noProof="0"/>
            <a:t>Step 5 Timelining the project</a:t>
          </a:r>
          <a:endParaRPr lang="en-US" noProof="0" dirty="0"/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/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/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/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/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/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 custT="1"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3 Organizing the project </a:t>
          </a:r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/>
      <dgm:t>
        <a:bodyPr/>
        <a:lstStyle/>
        <a:p>
          <a:r>
            <a:rPr lang="en-US" noProof="0"/>
            <a:t>Step 4 Defining project work packages </a:t>
          </a:r>
          <a:endParaRPr lang="en-US" noProof="0" dirty="0"/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/>
      <dgm:spPr/>
      <dgm:t>
        <a:bodyPr/>
        <a:lstStyle/>
        <a:p>
          <a:r>
            <a:rPr lang="en-US" noProof="0"/>
            <a:t>Step 5 Timelining the project</a:t>
          </a:r>
          <a:endParaRPr lang="en-US" noProof="0" dirty="0"/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</dgm:spPr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</dgm:spPr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/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/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/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 custT="1"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3 Organizing the project </a:t>
          </a:r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4 Defining project work packages </a:t>
          </a:r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/>
      <dgm:spPr/>
      <dgm:t>
        <a:bodyPr/>
        <a:lstStyle/>
        <a:p>
          <a:r>
            <a:rPr lang="en-US" noProof="0" dirty="0"/>
            <a:t>Step 5 Timelining the project</a:t>
          </a:r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</dgm:spPr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</dgm:spPr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</dgm:spPr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/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/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 custT="1"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3 Organizing the project </a:t>
          </a:r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4 Defining project work packages </a:t>
          </a:r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5 Timelining the project</a:t>
          </a:r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</dgm:spPr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</dgm:spPr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</dgm:spPr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</dgm:spPr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/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 custT="1"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3 Organizing the project </a:t>
          </a:r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4 Defining project work packages </a:t>
          </a:r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5 Timelining the project</a:t>
          </a:r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/>
      <dgm:spPr/>
      <dgm:t>
        <a:bodyPr/>
        <a:lstStyle/>
        <a:p>
          <a:r>
            <a:rPr lang="en-US" noProof="0" dirty="0"/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</dgm:spPr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</dgm:spPr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</dgm:spPr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</dgm:spPr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/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BA35F5EA-D966-431D-A317-81ABA86F25F2}" type="doc">
      <dgm:prSet loTypeId="urn:microsoft.com/office/officeart/2005/8/layout/process2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37BBCF44-57A0-4285-A48A-8FA445E0B78B}">
      <dgm:prSet/>
      <dgm:spPr>
        <a:solidFill>
          <a:schemeClr val="bg1"/>
        </a:solidFill>
      </dgm:spPr>
      <dgm:t>
        <a:bodyPr/>
        <a:lstStyle/>
        <a:p>
          <a:r>
            <a:rPr lang="en-US" noProof="0" dirty="0"/>
            <a:t>Step 1 From Requirements to Project Products </a:t>
          </a:r>
        </a:p>
      </dgm:t>
    </dgm:pt>
    <dgm:pt modelId="{E4441E2B-66F6-4136-AB19-BEE21C1952BB}" type="parTrans" cxnId="{21D5F5E6-A0C8-4612-B3E8-53A03E7D81E3}">
      <dgm:prSet/>
      <dgm:spPr/>
      <dgm:t>
        <a:bodyPr/>
        <a:lstStyle/>
        <a:p>
          <a:endParaRPr lang="en-US"/>
        </a:p>
      </dgm:t>
    </dgm:pt>
    <dgm:pt modelId="{1A84BC9C-B2C2-47CF-ADA5-13ECD4506590}" type="sibTrans" cxnId="{21D5F5E6-A0C8-4612-B3E8-53A03E7D81E3}">
      <dgm:prSet/>
      <dgm:spPr/>
      <dgm:t>
        <a:bodyPr/>
        <a:lstStyle/>
        <a:p>
          <a:endParaRPr lang="en-US"/>
        </a:p>
      </dgm:t>
    </dgm:pt>
    <dgm:pt modelId="{18217E00-4DB4-4BA1-94EA-9D57226E6EB3}">
      <dgm:prSet custT="1"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gm:t>
    </dgm:pt>
    <dgm:pt modelId="{61EBED27-BF85-431C-AB51-BC5C0E4C3B73}" type="parTrans" cxnId="{D150DDAC-B727-4E28-9C96-4B666087F44C}">
      <dgm:prSet/>
      <dgm:spPr/>
      <dgm:t>
        <a:bodyPr/>
        <a:lstStyle/>
        <a:p>
          <a:endParaRPr lang="en-US"/>
        </a:p>
      </dgm:t>
    </dgm:pt>
    <dgm:pt modelId="{4B257F2D-BD4A-41E0-8856-BE81938AFD1D}" type="sibTrans" cxnId="{D150DDAC-B727-4E28-9C96-4B666087F44C}">
      <dgm:prSet/>
      <dgm:spPr/>
      <dgm:t>
        <a:bodyPr/>
        <a:lstStyle/>
        <a:p>
          <a:endParaRPr lang="en-US"/>
        </a:p>
      </dgm:t>
    </dgm:pt>
    <dgm:pt modelId="{5CE3EC50-D29C-468F-AC61-1EBA60C2704F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3 Organizing the project </a:t>
          </a:r>
        </a:p>
      </dgm:t>
    </dgm:pt>
    <dgm:pt modelId="{28E79F89-20C9-4E2A-992F-CB247116ACF4}" type="parTrans" cxnId="{0DAE8218-16F8-4E0D-969E-748ECFF56F61}">
      <dgm:prSet/>
      <dgm:spPr/>
      <dgm:t>
        <a:bodyPr/>
        <a:lstStyle/>
        <a:p>
          <a:endParaRPr lang="en-US"/>
        </a:p>
      </dgm:t>
    </dgm:pt>
    <dgm:pt modelId="{E2BD3B7E-C72B-4EA9-9151-0C55E88D0343}" type="sibTrans" cxnId="{0DAE8218-16F8-4E0D-969E-748ECFF56F61}">
      <dgm:prSet/>
      <dgm:spPr/>
      <dgm:t>
        <a:bodyPr/>
        <a:lstStyle/>
        <a:p>
          <a:endParaRPr lang="en-US"/>
        </a:p>
      </dgm:t>
    </dgm:pt>
    <dgm:pt modelId="{6392577A-1CBF-46D3-B8E1-644AC7AD1CA5}">
      <dgm:prSet/>
      <dgm:spPr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noProof="0" dirty="0"/>
            <a:t>Step 4 Defining project work packages </a:t>
          </a:r>
        </a:p>
      </dgm:t>
    </dgm:pt>
    <dgm:pt modelId="{11604CE8-14D9-428D-944D-018805B6D908}" type="parTrans" cxnId="{AE3B2818-DD8C-4CEA-887F-2715AAB88A56}">
      <dgm:prSet/>
      <dgm:spPr/>
      <dgm:t>
        <a:bodyPr/>
        <a:lstStyle/>
        <a:p>
          <a:endParaRPr lang="en-US"/>
        </a:p>
      </dgm:t>
    </dgm:pt>
    <dgm:pt modelId="{A12E2BBA-FF4C-44ED-BC6B-8A7C1FC05F45}" type="sibTrans" cxnId="{AE3B2818-DD8C-4CEA-887F-2715AAB88A56}">
      <dgm:prSet/>
      <dgm:spPr/>
      <dgm:t>
        <a:bodyPr/>
        <a:lstStyle/>
        <a:p>
          <a:endParaRPr lang="en-US"/>
        </a:p>
      </dgm:t>
    </dgm:pt>
    <dgm:pt modelId="{BB5DF1F8-12AF-4D72-912A-CA51EC54F0A8}">
      <dgm:prSet custT="1"/>
      <dgm:spPr>
        <a:solidFill>
          <a:schemeClr val="bg1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5 Timelining the project</a:t>
          </a:r>
        </a:p>
      </dgm:t>
    </dgm:pt>
    <dgm:pt modelId="{895BCE67-4941-4329-B36E-5FD03AFC55F8}" type="parTrans" cxnId="{52C87241-680C-40F4-A858-90CF1D082439}">
      <dgm:prSet/>
      <dgm:spPr/>
      <dgm:t>
        <a:bodyPr/>
        <a:lstStyle/>
        <a:p>
          <a:endParaRPr lang="en-US"/>
        </a:p>
      </dgm:t>
    </dgm:pt>
    <dgm:pt modelId="{745E288D-76C1-4E3E-8458-9C2A0BF06E33}" type="sibTrans" cxnId="{52C87241-680C-40F4-A858-90CF1D082439}">
      <dgm:prSet/>
      <dgm:spPr/>
      <dgm:t>
        <a:bodyPr/>
        <a:lstStyle/>
        <a:p>
          <a:endParaRPr lang="en-US"/>
        </a:p>
      </dgm:t>
    </dgm:pt>
    <dgm:pt modelId="{7243BBC4-FA65-4B35-8903-30B5B745B15D}">
      <dgm:prSet custT="1"/>
      <dgm:spPr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6 Setting the milestones </a:t>
          </a:r>
        </a:p>
      </dgm:t>
    </dgm:pt>
    <dgm:pt modelId="{3155D5E3-68F1-4154-8F78-F4BBF58729BF}" type="parTrans" cxnId="{97F55C7C-2456-4D3A-BCFF-DEF7BA2A6514}">
      <dgm:prSet/>
      <dgm:spPr/>
      <dgm:t>
        <a:bodyPr/>
        <a:lstStyle/>
        <a:p>
          <a:endParaRPr lang="en-US"/>
        </a:p>
      </dgm:t>
    </dgm:pt>
    <dgm:pt modelId="{84C5AF02-2D50-440C-825D-21B026EE5A34}" type="sibTrans" cxnId="{97F55C7C-2456-4D3A-BCFF-DEF7BA2A6514}">
      <dgm:prSet/>
      <dgm:spPr/>
      <dgm:t>
        <a:bodyPr/>
        <a:lstStyle/>
        <a:p>
          <a:endParaRPr lang="en-US"/>
        </a:p>
      </dgm:t>
    </dgm:pt>
    <dgm:pt modelId="{D01041BC-318E-4162-AE61-4352A1D5E5D6}" type="pres">
      <dgm:prSet presAssocID="{BA35F5EA-D966-431D-A317-81ABA86F25F2}" presName="linearFlow" presStyleCnt="0">
        <dgm:presLayoutVars>
          <dgm:resizeHandles val="exact"/>
        </dgm:presLayoutVars>
      </dgm:prSet>
      <dgm:spPr/>
    </dgm:pt>
    <dgm:pt modelId="{952BE882-9DA5-48CB-87EF-A80FC95AF6D4}" type="pres">
      <dgm:prSet presAssocID="{37BBCF44-57A0-4285-A48A-8FA445E0B78B}" presName="node" presStyleLbl="node1" presStyleIdx="0" presStyleCnt="6">
        <dgm:presLayoutVars>
          <dgm:bulletEnabled val="1"/>
        </dgm:presLayoutVars>
      </dgm:prSet>
      <dgm:spPr/>
    </dgm:pt>
    <dgm:pt modelId="{92990048-9E01-4E61-B467-436300F67857}" type="pres">
      <dgm:prSet presAssocID="{1A84BC9C-B2C2-47CF-ADA5-13ECD4506590}" presName="sibTrans" presStyleLbl="sibTrans2D1" presStyleIdx="0" presStyleCnt="5"/>
      <dgm:spPr/>
    </dgm:pt>
    <dgm:pt modelId="{BAB6D0F8-CEAF-482D-8648-D8C091581901}" type="pres">
      <dgm:prSet presAssocID="{1A84BC9C-B2C2-47CF-ADA5-13ECD4506590}" presName="connectorText" presStyleLbl="sibTrans2D1" presStyleIdx="0" presStyleCnt="5"/>
      <dgm:spPr/>
    </dgm:pt>
    <dgm:pt modelId="{B516B485-DFAB-4F7E-90EA-8E361F311A7D}" type="pres">
      <dgm:prSet presAssocID="{18217E00-4DB4-4BA1-94EA-9D57226E6EB3}" presName="node" presStyleLbl="node1" presStyleIdx="1" presStyleCnt="6">
        <dgm:presLayoutVars>
          <dgm:bulletEnabled val="1"/>
        </dgm:presLayoutVars>
      </dgm:prSet>
      <dgm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</dgm:spPr>
    </dgm:pt>
    <dgm:pt modelId="{CBBA7B58-116E-417D-902D-C48BDE066D57}" type="pres">
      <dgm:prSet presAssocID="{4B257F2D-BD4A-41E0-8856-BE81938AFD1D}" presName="sibTrans" presStyleLbl="sibTrans2D1" presStyleIdx="1" presStyleCnt="5"/>
      <dgm:spPr/>
    </dgm:pt>
    <dgm:pt modelId="{E779413D-9DA4-48E7-A348-7F9092C28923}" type="pres">
      <dgm:prSet presAssocID="{4B257F2D-BD4A-41E0-8856-BE81938AFD1D}" presName="connectorText" presStyleLbl="sibTrans2D1" presStyleIdx="1" presStyleCnt="5"/>
      <dgm:spPr/>
    </dgm:pt>
    <dgm:pt modelId="{275C3EDB-E110-4229-9EAA-7E8A501BA3F7}" type="pres">
      <dgm:prSet presAssocID="{5CE3EC50-D29C-468F-AC61-1EBA60C2704F}" presName="node" presStyleLbl="node1" presStyleIdx="2" presStyleCnt="6">
        <dgm:presLayoutVars>
          <dgm:bulletEnabled val="1"/>
        </dgm:presLayoutVars>
      </dgm:prSet>
      <dgm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</dgm:spPr>
    </dgm:pt>
    <dgm:pt modelId="{9ABBA867-2643-4AA3-82E9-D7D837D2F730}" type="pres">
      <dgm:prSet presAssocID="{E2BD3B7E-C72B-4EA9-9151-0C55E88D0343}" presName="sibTrans" presStyleLbl="sibTrans2D1" presStyleIdx="2" presStyleCnt="5"/>
      <dgm:spPr/>
    </dgm:pt>
    <dgm:pt modelId="{C5B66CB2-0A4F-458B-9A58-A63FAC42AA45}" type="pres">
      <dgm:prSet presAssocID="{E2BD3B7E-C72B-4EA9-9151-0C55E88D0343}" presName="connectorText" presStyleLbl="sibTrans2D1" presStyleIdx="2" presStyleCnt="5"/>
      <dgm:spPr/>
    </dgm:pt>
    <dgm:pt modelId="{1A47263C-6BDA-47F8-8022-905A84F00678}" type="pres">
      <dgm:prSet presAssocID="{6392577A-1CBF-46D3-B8E1-644AC7AD1CA5}" presName="node" presStyleLbl="node1" presStyleIdx="3" presStyleCnt="6">
        <dgm:presLayoutVars>
          <dgm:bulletEnabled val="1"/>
        </dgm:presLayoutVars>
      </dgm:prSet>
      <dgm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</dgm:spPr>
    </dgm:pt>
    <dgm:pt modelId="{11169D65-4F6B-4215-A408-6551098BAA74}" type="pres">
      <dgm:prSet presAssocID="{A12E2BBA-FF4C-44ED-BC6B-8A7C1FC05F45}" presName="sibTrans" presStyleLbl="sibTrans2D1" presStyleIdx="3" presStyleCnt="5"/>
      <dgm:spPr/>
    </dgm:pt>
    <dgm:pt modelId="{50E4F2A6-B007-4E59-B40C-2F62B61E0FD4}" type="pres">
      <dgm:prSet presAssocID="{A12E2BBA-FF4C-44ED-BC6B-8A7C1FC05F45}" presName="connectorText" presStyleLbl="sibTrans2D1" presStyleIdx="3" presStyleCnt="5"/>
      <dgm:spPr/>
    </dgm:pt>
    <dgm:pt modelId="{600DEC95-91C6-4FB7-A7E2-17B6393E8D41}" type="pres">
      <dgm:prSet presAssocID="{BB5DF1F8-12AF-4D72-912A-CA51EC54F0A8}" presName="node" presStyleLbl="node1" presStyleIdx="4" presStyleCnt="6">
        <dgm:presLayoutVars>
          <dgm:bulletEnabled val="1"/>
        </dgm:presLayoutVars>
      </dgm:prSet>
      <dgm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</dgm:spPr>
    </dgm:pt>
    <dgm:pt modelId="{48E26E7F-7835-4476-8F60-5FA5020C0899}" type="pres">
      <dgm:prSet presAssocID="{745E288D-76C1-4E3E-8458-9C2A0BF06E33}" presName="sibTrans" presStyleLbl="sibTrans2D1" presStyleIdx="4" presStyleCnt="5"/>
      <dgm:spPr/>
    </dgm:pt>
    <dgm:pt modelId="{3F3BCE5F-0A54-45BF-97A9-E3D79087DCEE}" type="pres">
      <dgm:prSet presAssocID="{745E288D-76C1-4E3E-8458-9C2A0BF06E33}" presName="connectorText" presStyleLbl="sibTrans2D1" presStyleIdx="4" presStyleCnt="5"/>
      <dgm:spPr/>
    </dgm:pt>
    <dgm:pt modelId="{EC65CC9C-9A45-4A87-8D59-9690DEAE5CE1}" type="pres">
      <dgm:prSet presAssocID="{7243BBC4-FA65-4B35-8903-30B5B745B15D}" presName="node" presStyleLbl="node1" presStyleIdx="5" presStyleCnt="6">
        <dgm:presLayoutVars>
          <dgm:bulletEnabled val="1"/>
        </dgm:presLayoutVars>
      </dgm:prSet>
      <dgm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</dgm:spPr>
    </dgm:pt>
  </dgm:ptLst>
  <dgm:cxnLst>
    <dgm:cxn modelId="{2EE82111-3F45-47AA-A2B9-3B6C552A2EB5}" type="presOf" srcId="{7243BBC4-FA65-4B35-8903-30B5B745B15D}" destId="{EC65CC9C-9A45-4A87-8D59-9690DEAE5CE1}" srcOrd="0" destOrd="0" presId="urn:microsoft.com/office/officeart/2005/8/layout/process2"/>
    <dgm:cxn modelId="{AE3B2818-DD8C-4CEA-887F-2715AAB88A56}" srcId="{BA35F5EA-D966-431D-A317-81ABA86F25F2}" destId="{6392577A-1CBF-46D3-B8E1-644AC7AD1CA5}" srcOrd="3" destOrd="0" parTransId="{11604CE8-14D9-428D-944D-018805B6D908}" sibTransId="{A12E2BBA-FF4C-44ED-BC6B-8A7C1FC05F45}"/>
    <dgm:cxn modelId="{0DAE8218-16F8-4E0D-969E-748ECFF56F61}" srcId="{BA35F5EA-D966-431D-A317-81ABA86F25F2}" destId="{5CE3EC50-D29C-468F-AC61-1EBA60C2704F}" srcOrd="2" destOrd="0" parTransId="{28E79F89-20C9-4E2A-992F-CB247116ACF4}" sibTransId="{E2BD3B7E-C72B-4EA9-9151-0C55E88D0343}"/>
    <dgm:cxn modelId="{16A79D1B-C1F7-40B3-A60B-72281CA1E77C}" type="presOf" srcId="{E2BD3B7E-C72B-4EA9-9151-0C55E88D0343}" destId="{9ABBA867-2643-4AA3-82E9-D7D837D2F730}" srcOrd="0" destOrd="0" presId="urn:microsoft.com/office/officeart/2005/8/layout/process2"/>
    <dgm:cxn modelId="{9EC35229-BFF0-4507-B54D-C0EDFC0A1256}" type="presOf" srcId="{A12E2BBA-FF4C-44ED-BC6B-8A7C1FC05F45}" destId="{50E4F2A6-B007-4E59-B40C-2F62B61E0FD4}" srcOrd="1" destOrd="0" presId="urn:microsoft.com/office/officeart/2005/8/layout/process2"/>
    <dgm:cxn modelId="{8C69082C-1212-414B-BA40-B89B3B688A06}" type="presOf" srcId="{E2BD3B7E-C72B-4EA9-9151-0C55E88D0343}" destId="{C5B66CB2-0A4F-458B-9A58-A63FAC42AA45}" srcOrd="1" destOrd="0" presId="urn:microsoft.com/office/officeart/2005/8/layout/process2"/>
    <dgm:cxn modelId="{2F38D52E-E691-4050-9AAB-7F320A575B99}" type="presOf" srcId="{1A84BC9C-B2C2-47CF-ADA5-13ECD4506590}" destId="{92990048-9E01-4E61-B467-436300F67857}" srcOrd="0" destOrd="0" presId="urn:microsoft.com/office/officeart/2005/8/layout/process2"/>
    <dgm:cxn modelId="{C9DE863A-A4C9-42BF-BD67-7AFD1FA20347}" type="presOf" srcId="{1A84BC9C-B2C2-47CF-ADA5-13ECD4506590}" destId="{BAB6D0F8-CEAF-482D-8648-D8C091581901}" srcOrd="1" destOrd="0" presId="urn:microsoft.com/office/officeart/2005/8/layout/process2"/>
    <dgm:cxn modelId="{52C87241-680C-40F4-A858-90CF1D082439}" srcId="{BA35F5EA-D966-431D-A317-81ABA86F25F2}" destId="{BB5DF1F8-12AF-4D72-912A-CA51EC54F0A8}" srcOrd="4" destOrd="0" parTransId="{895BCE67-4941-4329-B36E-5FD03AFC55F8}" sibTransId="{745E288D-76C1-4E3E-8458-9C2A0BF06E33}"/>
    <dgm:cxn modelId="{E98D0C6D-5A83-4224-BFA3-93572DF69E23}" type="presOf" srcId="{A12E2BBA-FF4C-44ED-BC6B-8A7C1FC05F45}" destId="{11169D65-4F6B-4215-A408-6551098BAA74}" srcOrd="0" destOrd="0" presId="urn:microsoft.com/office/officeart/2005/8/layout/process2"/>
    <dgm:cxn modelId="{95BC6077-1C0D-416B-963D-D8A9E076C40E}" type="presOf" srcId="{37BBCF44-57A0-4285-A48A-8FA445E0B78B}" destId="{952BE882-9DA5-48CB-87EF-A80FC95AF6D4}" srcOrd="0" destOrd="0" presId="urn:microsoft.com/office/officeart/2005/8/layout/process2"/>
    <dgm:cxn modelId="{97F55C7C-2456-4D3A-BCFF-DEF7BA2A6514}" srcId="{BA35F5EA-D966-431D-A317-81ABA86F25F2}" destId="{7243BBC4-FA65-4B35-8903-30B5B745B15D}" srcOrd="5" destOrd="0" parTransId="{3155D5E3-68F1-4154-8F78-F4BBF58729BF}" sibTransId="{84C5AF02-2D50-440C-825D-21B026EE5A34}"/>
    <dgm:cxn modelId="{1DB6AD89-5491-4A2C-AA40-5E2E0727AE27}" type="presOf" srcId="{4B257F2D-BD4A-41E0-8856-BE81938AFD1D}" destId="{E779413D-9DA4-48E7-A348-7F9092C28923}" srcOrd="1" destOrd="0" presId="urn:microsoft.com/office/officeart/2005/8/layout/process2"/>
    <dgm:cxn modelId="{56203B99-9F37-4681-A758-4C1101263B26}" type="presOf" srcId="{BA35F5EA-D966-431D-A317-81ABA86F25F2}" destId="{D01041BC-318E-4162-AE61-4352A1D5E5D6}" srcOrd="0" destOrd="0" presId="urn:microsoft.com/office/officeart/2005/8/layout/process2"/>
    <dgm:cxn modelId="{FDB1E2A0-0727-4946-AF9D-29E6758C795E}" type="presOf" srcId="{4B257F2D-BD4A-41E0-8856-BE81938AFD1D}" destId="{CBBA7B58-116E-417D-902D-C48BDE066D57}" srcOrd="0" destOrd="0" presId="urn:microsoft.com/office/officeart/2005/8/layout/process2"/>
    <dgm:cxn modelId="{D150DDAC-B727-4E28-9C96-4B666087F44C}" srcId="{BA35F5EA-D966-431D-A317-81ABA86F25F2}" destId="{18217E00-4DB4-4BA1-94EA-9D57226E6EB3}" srcOrd="1" destOrd="0" parTransId="{61EBED27-BF85-431C-AB51-BC5C0E4C3B73}" sibTransId="{4B257F2D-BD4A-41E0-8856-BE81938AFD1D}"/>
    <dgm:cxn modelId="{6FB23DCD-C0AA-4313-A364-462AAAB36E19}" type="presOf" srcId="{745E288D-76C1-4E3E-8458-9C2A0BF06E33}" destId="{48E26E7F-7835-4476-8F60-5FA5020C0899}" srcOrd="0" destOrd="0" presId="urn:microsoft.com/office/officeart/2005/8/layout/process2"/>
    <dgm:cxn modelId="{68400DE4-3837-4C2D-A059-1DFA410EA8E3}" type="presOf" srcId="{BB5DF1F8-12AF-4D72-912A-CA51EC54F0A8}" destId="{600DEC95-91C6-4FB7-A7E2-17B6393E8D41}" srcOrd="0" destOrd="0" presId="urn:microsoft.com/office/officeart/2005/8/layout/process2"/>
    <dgm:cxn modelId="{21D5F5E6-A0C8-4612-B3E8-53A03E7D81E3}" srcId="{BA35F5EA-D966-431D-A317-81ABA86F25F2}" destId="{37BBCF44-57A0-4285-A48A-8FA445E0B78B}" srcOrd="0" destOrd="0" parTransId="{E4441E2B-66F6-4136-AB19-BEE21C1952BB}" sibTransId="{1A84BC9C-B2C2-47CF-ADA5-13ECD4506590}"/>
    <dgm:cxn modelId="{4D84A5EF-B172-4ED5-9FEB-5D7D12C01587}" type="presOf" srcId="{5CE3EC50-D29C-468F-AC61-1EBA60C2704F}" destId="{275C3EDB-E110-4229-9EAA-7E8A501BA3F7}" srcOrd="0" destOrd="0" presId="urn:microsoft.com/office/officeart/2005/8/layout/process2"/>
    <dgm:cxn modelId="{AAB92CF3-CCF8-45E1-AC12-2A2F529D7E05}" type="presOf" srcId="{18217E00-4DB4-4BA1-94EA-9D57226E6EB3}" destId="{B516B485-DFAB-4F7E-90EA-8E361F311A7D}" srcOrd="0" destOrd="0" presId="urn:microsoft.com/office/officeart/2005/8/layout/process2"/>
    <dgm:cxn modelId="{974D74FD-2703-45AE-8A68-A9C72C4AF56F}" type="presOf" srcId="{6392577A-1CBF-46D3-B8E1-644AC7AD1CA5}" destId="{1A47263C-6BDA-47F8-8022-905A84F00678}" srcOrd="0" destOrd="0" presId="urn:microsoft.com/office/officeart/2005/8/layout/process2"/>
    <dgm:cxn modelId="{028BD0FE-D67B-4B82-B9D4-14E720F9F8A7}" type="presOf" srcId="{745E288D-76C1-4E3E-8458-9C2A0BF06E33}" destId="{3F3BCE5F-0A54-45BF-97A9-E3D79087DCEE}" srcOrd="1" destOrd="0" presId="urn:microsoft.com/office/officeart/2005/8/layout/process2"/>
    <dgm:cxn modelId="{F4A31C49-A579-423C-B8CB-9CFCBF54D8BD}" type="presParOf" srcId="{D01041BC-318E-4162-AE61-4352A1D5E5D6}" destId="{952BE882-9DA5-48CB-87EF-A80FC95AF6D4}" srcOrd="0" destOrd="0" presId="urn:microsoft.com/office/officeart/2005/8/layout/process2"/>
    <dgm:cxn modelId="{135A810A-AAC0-436F-BC2E-54C035493603}" type="presParOf" srcId="{D01041BC-318E-4162-AE61-4352A1D5E5D6}" destId="{92990048-9E01-4E61-B467-436300F67857}" srcOrd="1" destOrd="0" presId="urn:microsoft.com/office/officeart/2005/8/layout/process2"/>
    <dgm:cxn modelId="{7DE2DD8A-2123-4D22-8782-EF681C828490}" type="presParOf" srcId="{92990048-9E01-4E61-B467-436300F67857}" destId="{BAB6D0F8-CEAF-482D-8648-D8C091581901}" srcOrd="0" destOrd="0" presId="urn:microsoft.com/office/officeart/2005/8/layout/process2"/>
    <dgm:cxn modelId="{4F4403C9-104E-40D7-849D-D4FA72D20FED}" type="presParOf" srcId="{D01041BC-318E-4162-AE61-4352A1D5E5D6}" destId="{B516B485-DFAB-4F7E-90EA-8E361F311A7D}" srcOrd="2" destOrd="0" presId="urn:microsoft.com/office/officeart/2005/8/layout/process2"/>
    <dgm:cxn modelId="{D2EBAFD5-30E8-42D5-997F-BB7C40D36E32}" type="presParOf" srcId="{D01041BC-318E-4162-AE61-4352A1D5E5D6}" destId="{CBBA7B58-116E-417D-902D-C48BDE066D57}" srcOrd="3" destOrd="0" presId="urn:microsoft.com/office/officeart/2005/8/layout/process2"/>
    <dgm:cxn modelId="{83A3F760-F682-4C8D-8017-1C47FF945077}" type="presParOf" srcId="{CBBA7B58-116E-417D-902D-C48BDE066D57}" destId="{E779413D-9DA4-48E7-A348-7F9092C28923}" srcOrd="0" destOrd="0" presId="urn:microsoft.com/office/officeart/2005/8/layout/process2"/>
    <dgm:cxn modelId="{8DAD89F0-79DF-4515-9AE2-81AF9C7F2AC6}" type="presParOf" srcId="{D01041BC-318E-4162-AE61-4352A1D5E5D6}" destId="{275C3EDB-E110-4229-9EAA-7E8A501BA3F7}" srcOrd="4" destOrd="0" presId="urn:microsoft.com/office/officeart/2005/8/layout/process2"/>
    <dgm:cxn modelId="{CC405D7A-F8AE-4363-9861-EBFD9C721899}" type="presParOf" srcId="{D01041BC-318E-4162-AE61-4352A1D5E5D6}" destId="{9ABBA867-2643-4AA3-82E9-D7D837D2F730}" srcOrd="5" destOrd="0" presId="urn:microsoft.com/office/officeart/2005/8/layout/process2"/>
    <dgm:cxn modelId="{919492CF-7731-49E5-8914-CA0668031415}" type="presParOf" srcId="{9ABBA867-2643-4AA3-82E9-D7D837D2F730}" destId="{C5B66CB2-0A4F-458B-9A58-A63FAC42AA45}" srcOrd="0" destOrd="0" presId="urn:microsoft.com/office/officeart/2005/8/layout/process2"/>
    <dgm:cxn modelId="{22D10100-B91F-4465-96A3-FDDA6C419ECC}" type="presParOf" srcId="{D01041BC-318E-4162-AE61-4352A1D5E5D6}" destId="{1A47263C-6BDA-47F8-8022-905A84F00678}" srcOrd="6" destOrd="0" presId="urn:microsoft.com/office/officeart/2005/8/layout/process2"/>
    <dgm:cxn modelId="{56122A1E-B4B4-473D-BF3A-A0E0E4055C33}" type="presParOf" srcId="{D01041BC-318E-4162-AE61-4352A1D5E5D6}" destId="{11169D65-4F6B-4215-A408-6551098BAA74}" srcOrd="7" destOrd="0" presId="urn:microsoft.com/office/officeart/2005/8/layout/process2"/>
    <dgm:cxn modelId="{4EA55879-3BCA-4C30-8989-7F5F25EC2C28}" type="presParOf" srcId="{11169D65-4F6B-4215-A408-6551098BAA74}" destId="{50E4F2A6-B007-4E59-B40C-2F62B61E0FD4}" srcOrd="0" destOrd="0" presId="urn:microsoft.com/office/officeart/2005/8/layout/process2"/>
    <dgm:cxn modelId="{4B6269F2-E1A5-4102-8D4C-CED671655503}" type="presParOf" srcId="{D01041BC-318E-4162-AE61-4352A1D5E5D6}" destId="{600DEC95-91C6-4FB7-A7E2-17B6393E8D41}" srcOrd="8" destOrd="0" presId="urn:microsoft.com/office/officeart/2005/8/layout/process2"/>
    <dgm:cxn modelId="{12798CC0-C9D3-44FE-BEA2-B512BD28546B}" type="presParOf" srcId="{D01041BC-318E-4162-AE61-4352A1D5E5D6}" destId="{48E26E7F-7835-4476-8F60-5FA5020C0899}" srcOrd="9" destOrd="0" presId="urn:microsoft.com/office/officeart/2005/8/layout/process2"/>
    <dgm:cxn modelId="{CF92A88C-23C2-49E7-8625-4D7619DDEAD8}" type="presParOf" srcId="{48E26E7F-7835-4476-8F60-5FA5020C0899}" destId="{3F3BCE5F-0A54-45BF-97A9-E3D79087DCEE}" srcOrd="0" destOrd="0" presId="urn:microsoft.com/office/officeart/2005/8/layout/process2"/>
    <dgm:cxn modelId="{6809CCA9-CA34-4BF4-805A-43EF8742206D}" type="presParOf" srcId="{D01041BC-318E-4162-AE61-4352A1D5E5D6}" destId="{EC65CC9C-9A45-4A87-8D59-9690DEAE5CE1}" srcOrd="10" destOrd="0" presId="urn:microsoft.com/office/officeart/2005/8/layout/process2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DA9C5-C64D-4E83-9F86-069CD6627E30}">
      <dsp:nvSpPr>
        <dsp:cNvPr id="0" name=""/>
        <dsp:cNvSpPr/>
      </dsp:nvSpPr>
      <dsp:spPr>
        <a:xfrm>
          <a:off x="631507" y="0"/>
          <a:ext cx="7157085" cy="2209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5DB92-F291-40F8-819D-694C160CF23C}">
      <dsp:nvSpPr>
        <dsp:cNvPr id="0" name=""/>
        <dsp:cNvSpPr/>
      </dsp:nvSpPr>
      <dsp:spPr>
        <a:xfrm>
          <a:off x="9045" y="680865"/>
          <a:ext cx="2710219" cy="883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>
              <a:solidFill>
                <a:schemeClr val="accent6">
                  <a:lumMod val="75000"/>
                </a:schemeClr>
              </a:solidFill>
            </a:rPr>
            <a:t>Step 1.1 List of candidate deliverables </a:t>
          </a:r>
        </a:p>
      </dsp:txBody>
      <dsp:txXfrm>
        <a:off x="52194" y="724014"/>
        <a:ext cx="2623921" cy="797622"/>
      </dsp:txXfrm>
    </dsp:sp>
    <dsp:sp modelId="{82A6F40B-670E-4B78-8F2C-A5E398364F1C}">
      <dsp:nvSpPr>
        <dsp:cNvPr id="0" name=""/>
        <dsp:cNvSpPr/>
      </dsp:nvSpPr>
      <dsp:spPr>
        <a:xfrm>
          <a:off x="2854940" y="680865"/>
          <a:ext cx="2710219" cy="883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>
              <a:solidFill>
                <a:schemeClr val="accent6">
                  <a:lumMod val="75000"/>
                </a:schemeClr>
              </a:solidFill>
            </a:rPr>
            <a:t>Step 1.2 Aggregation /  Division</a:t>
          </a:r>
        </a:p>
      </dsp:txBody>
      <dsp:txXfrm>
        <a:off x="2898089" y="724014"/>
        <a:ext cx="2623921" cy="797622"/>
      </dsp:txXfrm>
    </dsp:sp>
    <dsp:sp modelId="{AF68E86F-7DA4-48D2-83C4-42FDB1F8B8B1}">
      <dsp:nvSpPr>
        <dsp:cNvPr id="0" name=""/>
        <dsp:cNvSpPr/>
      </dsp:nvSpPr>
      <dsp:spPr>
        <a:xfrm>
          <a:off x="5700835" y="680865"/>
          <a:ext cx="2710219" cy="883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>
              <a:solidFill>
                <a:schemeClr val="accent6">
                  <a:lumMod val="75000"/>
                </a:schemeClr>
              </a:solidFill>
            </a:rPr>
            <a:t>Step 1.3 Product Breakdown Structure</a:t>
          </a:r>
        </a:p>
      </dsp:txBody>
      <dsp:txXfrm>
        <a:off x="5743984" y="724014"/>
        <a:ext cx="2623921" cy="7976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DA9C5-C64D-4E83-9F86-069CD6627E30}">
      <dsp:nvSpPr>
        <dsp:cNvPr id="0" name=""/>
        <dsp:cNvSpPr/>
      </dsp:nvSpPr>
      <dsp:spPr>
        <a:xfrm>
          <a:off x="631507" y="0"/>
          <a:ext cx="7157085" cy="2209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5DB92-F291-40F8-819D-694C160CF23C}">
      <dsp:nvSpPr>
        <dsp:cNvPr id="0" name=""/>
        <dsp:cNvSpPr/>
      </dsp:nvSpPr>
      <dsp:spPr>
        <a:xfrm>
          <a:off x="660389" y="680865"/>
          <a:ext cx="3446978" cy="883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 dirty="0">
              <a:solidFill>
                <a:schemeClr val="accent6">
                  <a:lumMod val="75000"/>
                </a:schemeClr>
              </a:solidFill>
            </a:rPr>
            <a:t>Step 2.1 Define lifecycle models</a:t>
          </a:r>
        </a:p>
      </dsp:txBody>
      <dsp:txXfrm>
        <a:off x="703538" y="724014"/>
        <a:ext cx="3360680" cy="797622"/>
      </dsp:txXfrm>
    </dsp:sp>
    <dsp:sp modelId="{82A6F40B-670E-4B78-8F2C-A5E398364F1C}">
      <dsp:nvSpPr>
        <dsp:cNvPr id="0" name=""/>
        <dsp:cNvSpPr/>
      </dsp:nvSpPr>
      <dsp:spPr>
        <a:xfrm>
          <a:off x="4312731" y="680865"/>
          <a:ext cx="3446978" cy="8839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 dirty="0">
              <a:solidFill>
                <a:schemeClr val="accent6">
                  <a:lumMod val="75000"/>
                </a:schemeClr>
              </a:solidFill>
            </a:rPr>
            <a:t>Step 2.2 Customize / detail  the lifecycle models</a:t>
          </a:r>
        </a:p>
      </dsp:txBody>
      <dsp:txXfrm>
        <a:off x="4355880" y="724014"/>
        <a:ext cx="3360680" cy="7976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A63EF-6C40-4D19-AF23-58BD5091CD45}">
      <dsp:nvSpPr>
        <dsp:cNvPr id="0" name=""/>
        <dsp:cNvSpPr/>
      </dsp:nvSpPr>
      <dsp:spPr>
        <a:xfrm>
          <a:off x="1886205" y="673968"/>
          <a:ext cx="4034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43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noProof="0" dirty="0"/>
        </a:p>
      </dsp:txBody>
      <dsp:txXfrm>
        <a:off x="2077074" y="717518"/>
        <a:ext cx="21701" cy="4340"/>
      </dsp:txXfrm>
    </dsp:sp>
    <dsp:sp modelId="{70C07F78-584D-40BE-9C80-147734B9CB93}">
      <dsp:nvSpPr>
        <dsp:cNvPr id="0" name=""/>
        <dsp:cNvSpPr/>
      </dsp:nvSpPr>
      <dsp:spPr>
        <a:xfrm>
          <a:off x="883" y="153552"/>
          <a:ext cx="1887122" cy="11322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As-is Business  Analysis</a:t>
          </a:r>
        </a:p>
      </dsp:txBody>
      <dsp:txXfrm>
        <a:off x="883" y="153552"/>
        <a:ext cx="1887122" cy="1132273"/>
      </dsp:txXfrm>
    </dsp:sp>
    <dsp:sp modelId="{C2381FBF-EF8F-4339-B8D3-F6EB52A389AB}">
      <dsp:nvSpPr>
        <dsp:cNvPr id="0" name=""/>
        <dsp:cNvSpPr/>
      </dsp:nvSpPr>
      <dsp:spPr>
        <a:xfrm>
          <a:off x="944444" y="1284025"/>
          <a:ext cx="2321160" cy="403438"/>
        </a:xfrm>
        <a:custGeom>
          <a:avLst/>
          <a:gdLst/>
          <a:ahLst/>
          <a:cxnLst/>
          <a:rect l="0" t="0" r="0" b="0"/>
          <a:pathLst>
            <a:path>
              <a:moveTo>
                <a:pt x="2321160" y="0"/>
              </a:moveTo>
              <a:lnTo>
                <a:pt x="2321160" y="218819"/>
              </a:lnTo>
              <a:lnTo>
                <a:pt x="0" y="218819"/>
              </a:lnTo>
              <a:lnTo>
                <a:pt x="0" y="403438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noProof="0" dirty="0"/>
        </a:p>
      </dsp:txBody>
      <dsp:txXfrm>
        <a:off x="2045990" y="1483574"/>
        <a:ext cx="118069" cy="4340"/>
      </dsp:txXfrm>
    </dsp:sp>
    <dsp:sp modelId="{D77E6CA4-9F56-4472-86D3-A59AEC83CE96}">
      <dsp:nvSpPr>
        <dsp:cNvPr id="0" name=""/>
        <dsp:cNvSpPr/>
      </dsp:nvSpPr>
      <dsp:spPr>
        <a:xfrm>
          <a:off x="2322044" y="153552"/>
          <a:ext cx="1887122" cy="11322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Document Analysis </a:t>
          </a:r>
        </a:p>
      </dsp:txBody>
      <dsp:txXfrm>
        <a:off x="2322044" y="153552"/>
        <a:ext cx="1887122" cy="1132273"/>
      </dsp:txXfrm>
    </dsp:sp>
    <dsp:sp modelId="{2F56A332-1509-4A24-ACA8-EF224F28B40F}">
      <dsp:nvSpPr>
        <dsp:cNvPr id="0" name=""/>
        <dsp:cNvSpPr/>
      </dsp:nvSpPr>
      <dsp:spPr>
        <a:xfrm>
          <a:off x="1886205" y="2240280"/>
          <a:ext cx="4034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43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noProof="0" dirty="0"/>
        </a:p>
      </dsp:txBody>
      <dsp:txXfrm>
        <a:off x="2077074" y="2283829"/>
        <a:ext cx="21701" cy="4340"/>
      </dsp:txXfrm>
    </dsp:sp>
    <dsp:sp modelId="{D26AB189-F1FE-431E-BC2B-DB60F798BA80}">
      <dsp:nvSpPr>
        <dsp:cNvPr id="0" name=""/>
        <dsp:cNvSpPr/>
      </dsp:nvSpPr>
      <dsp:spPr>
        <a:xfrm>
          <a:off x="883" y="1719863"/>
          <a:ext cx="1887122" cy="11322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Interviews </a:t>
          </a:r>
        </a:p>
      </dsp:txBody>
      <dsp:txXfrm>
        <a:off x="883" y="1719863"/>
        <a:ext cx="1887122" cy="1132273"/>
      </dsp:txXfrm>
    </dsp:sp>
    <dsp:sp modelId="{3882CD48-80C2-4E4F-82B6-8AF5482148A2}">
      <dsp:nvSpPr>
        <dsp:cNvPr id="0" name=""/>
        <dsp:cNvSpPr/>
      </dsp:nvSpPr>
      <dsp:spPr>
        <a:xfrm>
          <a:off x="944444" y="2850336"/>
          <a:ext cx="2321160" cy="403438"/>
        </a:xfrm>
        <a:custGeom>
          <a:avLst/>
          <a:gdLst/>
          <a:ahLst/>
          <a:cxnLst/>
          <a:rect l="0" t="0" r="0" b="0"/>
          <a:pathLst>
            <a:path>
              <a:moveTo>
                <a:pt x="2321160" y="0"/>
              </a:moveTo>
              <a:lnTo>
                <a:pt x="2321160" y="218819"/>
              </a:lnTo>
              <a:lnTo>
                <a:pt x="0" y="218819"/>
              </a:lnTo>
              <a:lnTo>
                <a:pt x="0" y="403438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noProof="0" dirty="0"/>
        </a:p>
      </dsp:txBody>
      <dsp:txXfrm>
        <a:off x="2045990" y="3049885"/>
        <a:ext cx="118069" cy="4340"/>
      </dsp:txXfrm>
    </dsp:sp>
    <dsp:sp modelId="{5F27D0A0-008E-4329-9DF8-99DC2A5D9723}">
      <dsp:nvSpPr>
        <dsp:cNvPr id="0" name=""/>
        <dsp:cNvSpPr/>
      </dsp:nvSpPr>
      <dsp:spPr>
        <a:xfrm>
          <a:off x="2322044" y="1719863"/>
          <a:ext cx="1887122" cy="11322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To-be Business Organization Design</a:t>
          </a:r>
        </a:p>
      </dsp:txBody>
      <dsp:txXfrm>
        <a:off x="2322044" y="1719863"/>
        <a:ext cx="1887122" cy="1132273"/>
      </dsp:txXfrm>
    </dsp:sp>
    <dsp:sp modelId="{34976B9D-C453-48BD-9655-D96E35233923}">
      <dsp:nvSpPr>
        <dsp:cNvPr id="0" name=""/>
        <dsp:cNvSpPr/>
      </dsp:nvSpPr>
      <dsp:spPr>
        <a:xfrm>
          <a:off x="1886205" y="3806591"/>
          <a:ext cx="4034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438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noProof="0" dirty="0"/>
        </a:p>
      </dsp:txBody>
      <dsp:txXfrm>
        <a:off x="2077074" y="3850141"/>
        <a:ext cx="21701" cy="4340"/>
      </dsp:txXfrm>
    </dsp:sp>
    <dsp:sp modelId="{FBFA0049-6D29-4761-9943-D7F272287400}">
      <dsp:nvSpPr>
        <dsp:cNvPr id="0" name=""/>
        <dsp:cNvSpPr/>
      </dsp:nvSpPr>
      <dsp:spPr>
        <a:xfrm>
          <a:off x="883" y="3286174"/>
          <a:ext cx="1887122" cy="11322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Change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noProof="0" dirty="0"/>
            <a:t>Structure Change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noProof="0" dirty="0"/>
            <a:t>Staff Training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noProof="0" dirty="0"/>
            <a:t>HR Project </a:t>
          </a:r>
        </a:p>
      </dsp:txBody>
      <dsp:txXfrm>
        <a:off x="883" y="3286174"/>
        <a:ext cx="1887122" cy="1132273"/>
      </dsp:txXfrm>
    </dsp:sp>
    <dsp:sp modelId="{BA148083-343E-4C42-8446-AD7C558C67C0}">
      <dsp:nvSpPr>
        <dsp:cNvPr id="0" name=""/>
        <dsp:cNvSpPr/>
      </dsp:nvSpPr>
      <dsp:spPr>
        <a:xfrm>
          <a:off x="2322044" y="3286174"/>
          <a:ext cx="1887122" cy="11322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rgbClr r="0" g="0" b="0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Maintenance</a:t>
          </a:r>
        </a:p>
      </dsp:txBody>
      <dsp:txXfrm>
        <a:off x="2322044" y="3286174"/>
        <a:ext cx="1887122" cy="11322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CD5E2-B9F2-420E-8C4D-9DEC8D83CE00}">
      <dsp:nvSpPr>
        <dsp:cNvPr id="0" name=""/>
        <dsp:cNvSpPr/>
      </dsp:nvSpPr>
      <dsp:spPr>
        <a:xfrm rot="5400000">
          <a:off x="-298100" y="1932737"/>
          <a:ext cx="1338237" cy="162440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E5AE6-EDE1-4C92-923A-94933BFB1562}">
      <dsp:nvSpPr>
        <dsp:cNvPr id="0" name=""/>
        <dsp:cNvSpPr/>
      </dsp:nvSpPr>
      <dsp:spPr>
        <a:xfrm>
          <a:off x="2322" y="1067696"/>
          <a:ext cx="1804894" cy="10829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chemeClr val="tx1"/>
              </a:solidFill>
            </a:rPr>
            <a:t>Requirements Analysis </a:t>
          </a:r>
          <a:endParaRPr lang="en-US" sz="1400" b="0" i="1" kern="1200" noProof="0" dirty="0">
            <a:solidFill>
              <a:schemeClr val="tx1"/>
            </a:solidFill>
          </a:endParaRPr>
        </a:p>
      </dsp:txBody>
      <dsp:txXfrm>
        <a:off x="34040" y="1099414"/>
        <a:ext cx="1741458" cy="1019500"/>
      </dsp:txXfrm>
    </dsp:sp>
    <dsp:sp modelId="{4DB590B4-1A82-43A9-9E2E-C7C92C38EF10}">
      <dsp:nvSpPr>
        <dsp:cNvPr id="0" name=""/>
        <dsp:cNvSpPr/>
      </dsp:nvSpPr>
      <dsp:spPr>
        <a:xfrm>
          <a:off x="378735" y="2609573"/>
          <a:ext cx="2385076" cy="162440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C907F-5D27-4E0B-BDB7-45B6394E6B03}">
      <dsp:nvSpPr>
        <dsp:cNvPr id="0" name=""/>
        <dsp:cNvSpPr/>
      </dsp:nvSpPr>
      <dsp:spPr>
        <a:xfrm>
          <a:off x="2322" y="2421367"/>
          <a:ext cx="1804894" cy="10829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noProof="0" dirty="0"/>
            <a:t>Design of the execution architecture</a:t>
          </a:r>
          <a:endParaRPr lang="en-US" sz="1400" b="0" i="1" kern="1200" noProof="0" dirty="0">
            <a:solidFill>
              <a:schemeClr val="tx1"/>
            </a:solidFill>
          </a:endParaRPr>
        </a:p>
      </dsp:txBody>
      <dsp:txXfrm>
        <a:off x="34040" y="2453085"/>
        <a:ext cx="1741458" cy="1019500"/>
      </dsp:txXfrm>
    </dsp:sp>
    <dsp:sp modelId="{81381275-FFE0-4C0D-84FE-ABCE70C49AD6}">
      <dsp:nvSpPr>
        <dsp:cNvPr id="0" name=""/>
        <dsp:cNvSpPr/>
      </dsp:nvSpPr>
      <dsp:spPr>
        <a:xfrm rot="16200000">
          <a:off x="2102409" y="1932737"/>
          <a:ext cx="1338237" cy="162440"/>
        </a:xfrm>
        <a:prstGeom prst="rect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749C8-822E-4CE1-85A3-6EA7DB1CACDC}">
      <dsp:nvSpPr>
        <dsp:cNvPr id="0" name=""/>
        <dsp:cNvSpPr/>
      </dsp:nvSpPr>
      <dsp:spPr>
        <a:xfrm>
          <a:off x="2402832" y="2421367"/>
          <a:ext cx="1804894" cy="10829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noProof="0" dirty="0"/>
            <a:t>Deployment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noProof="0" dirty="0"/>
            <a:t>Site preparation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noProof="0" dirty="0"/>
            <a:t>Test &amp; install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noProof="0" dirty="0"/>
            <a:t>Transition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noProof="0" dirty="0"/>
            <a:t>Release</a:t>
          </a:r>
        </a:p>
      </dsp:txBody>
      <dsp:txXfrm>
        <a:off x="2434550" y="2453085"/>
        <a:ext cx="1741458" cy="1019500"/>
      </dsp:txXfrm>
    </dsp:sp>
    <dsp:sp modelId="{21ED2D20-FD8D-4698-8049-E1904FDB28E1}">
      <dsp:nvSpPr>
        <dsp:cNvPr id="0" name=""/>
        <dsp:cNvSpPr/>
      </dsp:nvSpPr>
      <dsp:spPr>
        <a:xfrm>
          <a:off x="2402832" y="1067696"/>
          <a:ext cx="1804894" cy="108293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rgbClr r="0" g="0" b="0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noProof="0" dirty="0"/>
            <a:t>Maintenance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noProof="0" dirty="0"/>
            <a:t>Tuning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noProof="0" dirty="0"/>
            <a:t>Updating  </a:t>
          </a:r>
        </a:p>
      </dsp:txBody>
      <dsp:txXfrm>
        <a:off x="2434550" y="1099414"/>
        <a:ext cx="1741458" cy="1019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7698BE-0294-4B84-9152-3D587C46D3A5}">
      <dsp:nvSpPr>
        <dsp:cNvPr id="0" name=""/>
        <dsp:cNvSpPr/>
      </dsp:nvSpPr>
      <dsp:spPr>
        <a:xfrm>
          <a:off x="5217686" y="564714"/>
          <a:ext cx="2048611" cy="23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514"/>
              </a:lnTo>
              <a:lnTo>
                <a:pt x="2048611" y="118514"/>
              </a:lnTo>
              <a:lnTo>
                <a:pt x="2048611" y="237029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341E7-EF75-4A90-89D9-C5A93DABC7D0}">
      <dsp:nvSpPr>
        <dsp:cNvPr id="0" name=""/>
        <dsp:cNvSpPr/>
      </dsp:nvSpPr>
      <dsp:spPr>
        <a:xfrm>
          <a:off x="5217686" y="564714"/>
          <a:ext cx="673885" cy="240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453"/>
              </a:lnTo>
              <a:lnTo>
                <a:pt x="673885" y="122453"/>
              </a:lnTo>
              <a:lnTo>
                <a:pt x="673885" y="24096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054CB3-5607-4894-801C-9E5D35496F02}">
      <dsp:nvSpPr>
        <dsp:cNvPr id="0" name=""/>
        <dsp:cNvSpPr/>
      </dsp:nvSpPr>
      <dsp:spPr>
        <a:xfrm>
          <a:off x="4534816" y="564714"/>
          <a:ext cx="682870" cy="237029"/>
        </a:xfrm>
        <a:custGeom>
          <a:avLst/>
          <a:gdLst/>
          <a:ahLst/>
          <a:cxnLst/>
          <a:rect l="0" t="0" r="0" b="0"/>
          <a:pathLst>
            <a:path>
              <a:moveTo>
                <a:pt x="682870" y="0"/>
              </a:moveTo>
              <a:lnTo>
                <a:pt x="682870" y="118514"/>
              </a:lnTo>
              <a:lnTo>
                <a:pt x="0" y="118514"/>
              </a:lnTo>
              <a:lnTo>
                <a:pt x="0" y="237029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0866C8-8B3C-4D58-998F-5D2CCA1747EC}">
      <dsp:nvSpPr>
        <dsp:cNvPr id="0" name=""/>
        <dsp:cNvSpPr/>
      </dsp:nvSpPr>
      <dsp:spPr>
        <a:xfrm>
          <a:off x="3184211" y="1337024"/>
          <a:ext cx="1350604" cy="2661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590"/>
              </a:lnTo>
              <a:lnTo>
                <a:pt x="1350604" y="147590"/>
              </a:lnTo>
              <a:lnTo>
                <a:pt x="1350604" y="26610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295575-F08D-43B7-9FA2-993B08E8E8FB}">
      <dsp:nvSpPr>
        <dsp:cNvPr id="0" name=""/>
        <dsp:cNvSpPr/>
      </dsp:nvSpPr>
      <dsp:spPr>
        <a:xfrm>
          <a:off x="3123355" y="1337024"/>
          <a:ext cx="91440" cy="266105"/>
        </a:xfrm>
        <a:custGeom>
          <a:avLst/>
          <a:gdLst/>
          <a:ahLst/>
          <a:cxnLst/>
          <a:rect l="0" t="0" r="0" b="0"/>
          <a:pathLst>
            <a:path>
              <a:moveTo>
                <a:pt x="60856" y="0"/>
              </a:moveTo>
              <a:lnTo>
                <a:pt x="60856" y="147590"/>
              </a:lnTo>
              <a:lnTo>
                <a:pt x="45720" y="147590"/>
              </a:lnTo>
              <a:lnTo>
                <a:pt x="45720" y="26610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E5D9D-F5F3-491E-BE16-E3F66CCC74D6}">
      <dsp:nvSpPr>
        <dsp:cNvPr id="0" name=""/>
        <dsp:cNvSpPr/>
      </dsp:nvSpPr>
      <dsp:spPr>
        <a:xfrm>
          <a:off x="1803334" y="2167485"/>
          <a:ext cx="118514" cy="21219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977"/>
              </a:lnTo>
              <a:lnTo>
                <a:pt x="118514" y="2121977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4C61F5-FB4E-424D-9711-F7CCFD9DC668}">
      <dsp:nvSpPr>
        <dsp:cNvPr id="0" name=""/>
        <dsp:cNvSpPr/>
      </dsp:nvSpPr>
      <dsp:spPr>
        <a:xfrm>
          <a:off x="1684819" y="2167485"/>
          <a:ext cx="118514" cy="2121977"/>
        </a:xfrm>
        <a:custGeom>
          <a:avLst/>
          <a:gdLst/>
          <a:ahLst/>
          <a:cxnLst/>
          <a:rect l="0" t="0" r="0" b="0"/>
          <a:pathLst>
            <a:path>
              <a:moveTo>
                <a:pt x="118514" y="0"/>
              </a:moveTo>
              <a:lnTo>
                <a:pt x="118514" y="2121977"/>
              </a:lnTo>
              <a:lnTo>
                <a:pt x="0" y="2121977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D5CA5-A1A9-48BA-8D0C-1D400FBD6287}">
      <dsp:nvSpPr>
        <dsp:cNvPr id="0" name=""/>
        <dsp:cNvSpPr/>
      </dsp:nvSpPr>
      <dsp:spPr>
        <a:xfrm>
          <a:off x="1803334" y="2167485"/>
          <a:ext cx="118514" cy="13205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592"/>
              </a:lnTo>
              <a:lnTo>
                <a:pt x="118514" y="132059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302A0D-E725-4192-9929-8738DEFA6F3E}">
      <dsp:nvSpPr>
        <dsp:cNvPr id="0" name=""/>
        <dsp:cNvSpPr/>
      </dsp:nvSpPr>
      <dsp:spPr>
        <a:xfrm>
          <a:off x="1684819" y="2167485"/>
          <a:ext cx="118514" cy="1320592"/>
        </a:xfrm>
        <a:custGeom>
          <a:avLst/>
          <a:gdLst/>
          <a:ahLst/>
          <a:cxnLst/>
          <a:rect l="0" t="0" r="0" b="0"/>
          <a:pathLst>
            <a:path>
              <a:moveTo>
                <a:pt x="118514" y="0"/>
              </a:moveTo>
              <a:lnTo>
                <a:pt x="118514" y="1320592"/>
              </a:lnTo>
              <a:lnTo>
                <a:pt x="0" y="1320592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F461E0-12A4-457C-BF37-DA06D4233D9D}">
      <dsp:nvSpPr>
        <dsp:cNvPr id="0" name=""/>
        <dsp:cNvSpPr/>
      </dsp:nvSpPr>
      <dsp:spPr>
        <a:xfrm>
          <a:off x="1803334" y="2167485"/>
          <a:ext cx="118514" cy="519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207"/>
              </a:lnTo>
              <a:lnTo>
                <a:pt x="118514" y="519207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032DFC-D40A-4DFA-AB35-8101DDFB1F1B}">
      <dsp:nvSpPr>
        <dsp:cNvPr id="0" name=""/>
        <dsp:cNvSpPr/>
      </dsp:nvSpPr>
      <dsp:spPr>
        <a:xfrm>
          <a:off x="1684819" y="2167485"/>
          <a:ext cx="118514" cy="519207"/>
        </a:xfrm>
        <a:custGeom>
          <a:avLst/>
          <a:gdLst/>
          <a:ahLst/>
          <a:cxnLst/>
          <a:rect l="0" t="0" r="0" b="0"/>
          <a:pathLst>
            <a:path>
              <a:moveTo>
                <a:pt x="118514" y="0"/>
              </a:moveTo>
              <a:lnTo>
                <a:pt x="118514" y="519207"/>
              </a:lnTo>
              <a:lnTo>
                <a:pt x="0" y="519207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06C5DF-8E0A-4867-A9AD-B88E2AC962AB}">
      <dsp:nvSpPr>
        <dsp:cNvPr id="0" name=""/>
        <dsp:cNvSpPr/>
      </dsp:nvSpPr>
      <dsp:spPr>
        <a:xfrm>
          <a:off x="1803334" y="1337024"/>
          <a:ext cx="1380877" cy="266105"/>
        </a:xfrm>
        <a:custGeom>
          <a:avLst/>
          <a:gdLst/>
          <a:ahLst/>
          <a:cxnLst/>
          <a:rect l="0" t="0" r="0" b="0"/>
          <a:pathLst>
            <a:path>
              <a:moveTo>
                <a:pt x="1380877" y="0"/>
              </a:moveTo>
              <a:lnTo>
                <a:pt x="1380877" y="147590"/>
              </a:lnTo>
              <a:lnTo>
                <a:pt x="0" y="147590"/>
              </a:lnTo>
              <a:lnTo>
                <a:pt x="0" y="26610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76160D-6DE6-44B2-B07D-2D778C407901}">
      <dsp:nvSpPr>
        <dsp:cNvPr id="0" name=""/>
        <dsp:cNvSpPr/>
      </dsp:nvSpPr>
      <dsp:spPr>
        <a:xfrm>
          <a:off x="3184211" y="564714"/>
          <a:ext cx="2033475" cy="207953"/>
        </a:xfrm>
        <a:custGeom>
          <a:avLst/>
          <a:gdLst/>
          <a:ahLst/>
          <a:cxnLst/>
          <a:rect l="0" t="0" r="0" b="0"/>
          <a:pathLst>
            <a:path>
              <a:moveTo>
                <a:pt x="2033475" y="0"/>
              </a:moveTo>
              <a:lnTo>
                <a:pt x="2033475" y="89439"/>
              </a:lnTo>
              <a:lnTo>
                <a:pt x="0" y="89439"/>
              </a:lnTo>
              <a:lnTo>
                <a:pt x="0" y="207953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79D91B-5175-4F1B-B356-D4BC5688A846}">
      <dsp:nvSpPr>
        <dsp:cNvPr id="0" name=""/>
        <dsp:cNvSpPr/>
      </dsp:nvSpPr>
      <dsp:spPr>
        <a:xfrm>
          <a:off x="4653330" y="359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 Software </a:t>
          </a:r>
        </a:p>
      </dsp:txBody>
      <dsp:txXfrm>
        <a:off x="4653330" y="359"/>
        <a:ext cx="1128711" cy="564355"/>
      </dsp:txXfrm>
    </dsp:sp>
    <dsp:sp modelId="{FF1C3BDF-EF5C-492E-91DD-5333F7BC6157}">
      <dsp:nvSpPr>
        <dsp:cNvPr id="0" name=""/>
        <dsp:cNvSpPr/>
      </dsp:nvSpPr>
      <dsp:spPr>
        <a:xfrm>
          <a:off x="2619855" y="772668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 </a:t>
          </a:r>
          <a:r>
            <a:rPr lang="en-US" sz="1200" kern="1200" noProof="0" dirty="0">
              <a:solidFill>
                <a:schemeClr val="tx1"/>
              </a:solidFill>
            </a:rPr>
            <a:t>Requirements collection &amp; analysis   </a:t>
          </a:r>
          <a:r>
            <a:rPr lang="en-US" sz="1200" kern="1200" noProof="0" dirty="0"/>
            <a:t> </a:t>
          </a:r>
        </a:p>
      </dsp:txBody>
      <dsp:txXfrm>
        <a:off x="2619855" y="772668"/>
        <a:ext cx="1128711" cy="564355"/>
      </dsp:txXfrm>
    </dsp:sp>
    <dsp:sp modelId="{DC1D6F07-D24A-4B8A-8CF1-9A0D82A9CDFF}">
      <dsp:nvSpPr>
        <dsp:cNvPr id="0" name=""/>
        <dsp:cNvSpPr/>
      </dsp:nvSpPr>
      <dsp:spPr>
        <a:xfrm>
          <a:off x="1238978" y="1603129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1.1.1 Functional</a:t>
          </a:r>
        </a:p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Requirements </a:t>
          </a:r>
        </a:p>
      </dsp:txBody>
      <dsp:txXfrm>
        <a:off x="1238978" y="1603129"/>
        <a:ext cx="1128711" cy="564355"/>
      </dsp:txXfrm>
    </dsp:sp>
    <dsp:sp modelId="{0131BF26-6846-45C2-A1DC-4F3DD67A7936}">
      <dsp:nvSpPr>
        <dsp:cNvPr id="0" name=""/>
        <dsp:cNvSpPr/>
      </dsp:nvSpPr>
      <dsp:spPr>
        <a:xfrm>
          <a:off x="556107" y="2404514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1.1.1.1 Identify users </a:t>
          </a:r>
        </a:p>
      </dsp:txBody>
      <dsp:txXfrm>
        <a:off x="556107" y="2404514"/>
        <a:ext cx="1128711" cy="564355"/>
      </dsp:txXfrm>
    </dsp:sp>
    <dsp:sp modelId="{5C5FB943-EAFF-433C-923B-57986D63D424}">
      <dsp:nvSpPr>
        <dsp:cNvPr id="0" name=""/>
        <dsp:cNvSpPr/>
      </dsp:nvSpPr>
      <dsp:spPr>
        <a:xfrm>
          <a:off x="1921848" y="2404514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1.1.1.2  Prepare interviews</a:t>
          </a:r>
        </a:p>
      </dsp:txBody>
      <dsp:txXfrm>
        <a:off x="1921848" y="2404514"/>
        <a:ext cx="1128711" cy="564355"/>
      </dsp:txXfrm>
    </dsp:sp>
    <dsp:sp modelId="{39C99659-38BD-4677-9249-92FCD98E8491}">
      <dsp:nvSpPr>
        <dsp:cNvPr id="0" name=""/>
        <dsp:cNvSpPr/>
      </dsp:nvSpPr>
      <dsp:spPr>
        <a:xfrm>
          <a:off x="556107" y="3205899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1.1.1.3 Execute  interviews  </a:t>
          </a:r>
        </a:p>
      </dsp:txBody>
      <dsp:txXfrm>
        <a:off x="556107" y="3205899"/>
        <a:ext cx="1128711" cy="564355"/>
      </dsp:txXfrm>
    </dsp:sp>
    <dsp:sp modelId="{AA202635-7C52-4FAC-9199-095150130618}">
      <dsp:nvSpPr>
        <dsp:cNvPr id="0" name=""/>
        <dsp:cNvSpPr/>
      </dsp:nvSpPr>
      <dsp:spPr>
        <a:xfrm>
          <a:off x="1921848" y="3205899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1.1.4 Model requirements </a:t>
          </a:r>
        </a:p>
      </dsp:txBody>
      <dsp:txXfrm>
        <a:off x="1921848" y="3205899"/>
        <a:ext cx="1128711" cy="564355"/>
      </dsp:txXfrm>
    </dsp:sp>
    <dsp:sp modelId="{99B468E3-ECF0-4950-8EA8-DE63526A9A3B}">
      <dsp:nvSpPr>
        <dsp:cNvPr id="0" name=""/>
        <dsp:cNvSpPr/>
      </dsp:nvSpPr>
      <dsp:spPr>
        <a:xfrm>
          <a:off x="556107" y="4007285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1.1.1.5 Fit gap analysis </a:t>
          </a:r>
        </a:p>
      </dsp:txBody>
      <dsp:txXfrm>
        <a:off x="556107" y="4007285"/>
        <a:ext cx="1128711" cy="564355"/>
      </dsp:txXfrm>
    </dsp:sp>
    <dsp:sp modelId="{5632FC1D-0923-4F57-97C8-38DF4122DD3E}">
      <dsp:nvSpPr>
        <dsp:cNvPr id="0" name=""/>
        <dsp:cNvSpPr/>
      </dsp:nvSpPr>
      <dsp:spPr>
        <a:xfrm>
          <a:off x="1921848" y="4007285"/>
          <a:ext cx="1128711" cy="564355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1.1.6 Document requirements </a:t>
          </a:r>
        </a:p>
      </dsp:txBody>
      <dsp:txXfrm>
        <a:off x="1921848" y="4007285"/>
        <a:ext cx="1128711" cy="564355"/>
      </dsp:txXfrm>
    </dsp:sp>
    <dsp:sp modelId="{5DCEF176-BDCB-48A1-897E-F958CE829213}">
      <dsp:nvSpPr>
        <dsp:cNvPr id="0" name=""/>
        <dsp:cNvSpPr/>
      </dsp:nvSpPr>
      <dsp:spPr>
        <a:xfrm>
          <a:off x="2604719" y="1603129"/>
          <a:ext cx="1128711" cy="5643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1.1.2 Non-Functional Requirements </a:t>
          </a:r>
        </a:p>
      </dsp:txBody>
      <dsp:txXfrm>
        <a:off x="2604719" y="1603129"/>
        <a:ext cx="1128711" cy="564355"/>
      </dsp:txXfrm>
    </dsp:sp>
    <dsp:sp modelId="{FC1D4CCF-207A-45D9-BCE9-8D070E5E30CD}">
      <dsp:nvSpPr>
        <dsp:cNvPr id="0" name=""/>
        <dsp:cNvSpPr/>
      </dsp:nvSpPr>
      <dsp:spPr>
        <a:xfrm>
          <a:off x="3970460" y="1603129"/>
          <a:ext cx="1128711" cy="5643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1.1.3 Security</a:t>
          </a:r>
        </a:p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Requirements </a:t>
          </a:r>
        </a:p>
      </dsp:txBody>
      <dsp:txXfrm>
        <a:off x="3970460" y="1603129"/>
        <a:ext cx="1128711" cy="564355"/>
      </dsp:txXfrm>
    </dsp:sp>
    <dsp:sp modelId="{E4D50605-B8E3-4AEF-8638-EFEED3135F22}">
      <dsp:nvSpPr>
        <dsp:cNvPr id="0" name=""/>
        <dsp:cNvSpPr/>
      </dsp:nvSpPr>
      <dsp:spPr>
        <a:xfrm>
          <a:off x="3970460" y="801744"/>
          <a:ext cx="1128711" cy="5643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1.2  Implementation &amp; test  </a:t>
          </a:r>
        </a:p>
      </dsp:txBody>
      <dsp:txXfrm>
        <a:off x="3970460" y="801744"/>
        <a:ext cx="1128711" cy="564355"/>
      </dsp:txXfrm>
    </dsp:sp>
    <dsp:sp modelId="{5ADF56C2-B6A7-4266-8772-122E29AF8693}">
      <dsp:nvSpPr>
        <dsp:cNvPr id="0" name=""/>
        <dsp:cNvSpPr/>
      </dsp:nvSpPr>
      <dsp:spPr>
        <a:xfrm>
          <a:off x="5327216" y="805683"/>
          <a:ext cx="1128711" cy="5643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1.3  Test &amp; release </a:t>
          </a:r>
        </a:p>
      </dsp:txBody>
      <dsp:txXfrm>
        <a:off x="5327216" y="805683"/>
        <a:ext cx="1128711" cy="564355"/>
      </dsp:txXfrm>
    </dsp:sp>
    <dsp:sp modelId="{1E31DD13-38CF-4368-8728-58133DEBE6F3}">
      <dsp:nvSpPr>
        <dsp:cNvPr id="0" name=""/>
        <dsp:cNvSpPr/>
      </dsp:nvSpPr>
      <dsp:spPr>
        <a:xfrm>
          <a:off x="6701942" y="801744"/>
          <a:ext cx="1128711" cy="56435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ts val="0"/>
            </a:spcBef>
            <a:spcAft>
              <a:spcPts val="0"/>
            </a:spcAft>
            <a:buNone/>
          </a:pPr>
          <a:r>
            <a:rPr lang="en-US" sz="1200" kern="1200" noProof="0" dirty="0"/>
            <a:t>1.4  Maintenance </a:t>
          </a:r>
        </a:p>
      </dsp:txBody>
      <dsp:txXfrm>
        <a:off x="6701942" y="801744"/>
        <a:ext cx="1128711" cy="5643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5C0F3-9A82-4EAD-A85C-67E8D6A2B8DD}">
      <dsp:nvSpPr>
        <dsp:cNvPr id="0" name=""/>
        <dsp:cNvSpPr/>
      </dsp:nvSpPr>
      <dsp:spPr>
        <a:xfrm>
          <a:off x="2619804" y="1439317"/>
          <a:ext cx="155831" cy="2690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0685"/>
              </a:lnTo>
              <a:lnTo>
                <a:pt x="155831" y="2690685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308269-7017-40B5-AD3C-B290142DD8EE}">
      <dsp:nvSpPr>
        <dsp:cNvPr id="0" name=""/>
        <dsp:cNvSpPr/>
      </dsp:nvSpPr>
      <dsp:spPr>
        <a:xfrm>
          <a:off x="2619804" y="1439317"/>
          <a:ext cx="155831" cy="195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3084"/>
              </a:lnTo>
              <a:lnTo>
                <a:pt x="155831" y="195308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4B0C1D-9B42-4435-8A74-E1A415155EFC}">
      <dsp:nvSpPr>
        <dsp:cNvPr id="0" name=""/>
        <dsp:cNvSpPr/>
      </dsp:nvSpPr>
      <dsp:spPr>
        <a:xfrm>
          <a:off x="2619804" y="1439317"/>
          <a:ext cx="155831" cy="121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5483"/>
              </a:lnTo>
              <a:lnTo>
                <a:pt x="155831" y="1215483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09F9F-5A25-4EFB-A3DC-AF52A87FFC1A}">
      <dsp:nvSpPr>
        <dsp:cNvPr id="0" name=""/>
        <dsp:cNvSpPr/>
      </dsp:nvSpPr>
      <dsp:spPr>
        <a:xfrm>
          <a:off x="2619804" y="1439317"/>
          <a:ext cx="155831" cy="477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882"/>
              </a:lnTo>
              <a:lnTo>
                <a:pt x="155831" y="47788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6D287D-179A-4C5C-B46E-F69BB78AE162}">
      <dsp:nvSpPr>
        <dsp:cNvPr id="0" name=""/>
        <dsp:cNvSpPr/>
      </dsp:nvSpPr>
      <dsp:spPr>
        <a:xfrm>
          <a:off x="1778315" y="701716"/>
          <a:ext cx="1257038" cy="218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081"/>
              </a:lnTo>
              <a:lnTo>
                <a:pt x="1257038" y="109081"/>
              </a:lnTo>
              <a:lnTo>
                <a:pt x="1257038" y="21816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B55831-D9EE-4C66-BE70-D77DBDED5C0C}">
      <dsp:nvSpPr>
        <dsp:cNvPr id="0" name=""/>
        <dsp:cNvSpPr/>
      </dsp:nvSpPr>
      <dsp:spPr>
        <a:xfrm>
          <a:off x="1362765" y="1439317"/>
          <a:ext cx="155831" cy="26906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0685"/>
              </a:lnTo>
              <a:lnTo>
                <a:pt x="155831" y="2690685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FF2B26-CF0B-4D96-A2F8-9CDCE925BA2D}">
      <dsp:nvSpPr>
        <dsp:cNvPr id="0" name=""/>
        <dsp:cNvSpPr/>
      </dsp:nvSpPr>
      <dsp:spPr>
        <a:xfrm>
          <a:off x="1362765" y="1439317"/>
          <a:ext cx="155831" cy="195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3084"/>
              </a:lnTo>
              <a:lnTo>
                <a:pt x="155831" y="195308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2C0B8-0AAF-4527-B2DE-AC1F4C4EF4D8}">
      <dsp:nvSpPr>
        <dsp:cNvPr id="0" name=""/>
        <dsp:cNvSpPr/>
      </dsp:nvSpPr>
      <dsp:spPr>
        <a:xfrm>
          <a:off x="1362765" y="1439317"/>
          <a:ext cx="155831" cy="121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5483"/>
              </a:lnTo>
              <a:lnTo>
                <a:pt x="155831" y="1215483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DEE2A6-747D-4A8B-9FF1-73B8092D6AB1}">
      <dsp:nvSpPr>
        <dsp:cNvPr id="0" name=""/>
        <dsp:cNvSpPr/>
      </dsp:nvSpPr>
      <dsp:spPr>
        <a:xfrm>
          <a:off x="1362765" y="1439317"/>
          <a:ext cx="155831" cy="477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882"/>
              </a:lnTo>
              <a:lnTo>
                <a:pt x="155831" y="47788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E61128-249A-4A05-83D0-C23DF5C63654}">
      <dsp:nvSpPr>
        <dsp:cNvPr id="0" name=""/>
        <dsp:cNvSpPr/>
      </dsp:nvSpPr>
      <dsp:spPr>
        <a:xfrm>
          <a:off x="1732595" y="701716"/>
          <a:ext cx="91440" cy="2181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16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B7BF7-3685-490B-A3A1-BE6139203DDA}">
      <dsp:nvSpPr>
        <dsp:cNvPr id="0" name=""/>
        <dsp:cNvSpPr/>
      </dsp:nvSpPr>
      <dsp:spPr>
        <a:xfrm>
          <a:off x="105727" y="1439317"/>
          <a:ext cx="155831" cy="1953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3084"/>
              </a:lnTo>
              <a:lnTo>
                <a:pt x="155831" y="195308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F0511-8C54-4094-B27C-D9BB576AB7C0}">
      <dsp:nvSpPr>
        <dsp:cNvPr id="0" name=""/>
        <dsp:cNvSpPr/>
      </dsp:nvSpPr>
      <dsp:spPr>
        <a:xfrm>
          <a:off x="105727" y="1439317"/>
          <a:ext cx="155831" cy="121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5483"/>
              </a:lnTo>
              <a:lnTo>
                <a:pt x="155831" y="1215483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629D86-6E95-42EC-A472-60FAE5F2EF28}">
      <dsp:nvSpPr>
        <dsp:cNvPr id="0" name=""/>
        <dsp:cNvSpPr/>
      </dsp:nvSpPr>
      <dsp:spPr>
        <a:xfrm>
          <a:off x="105727" y="1439317"/>
          <a:ext cx="155831" cy="4778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882"/>
              </a:lnTo>
              <a:lnTo>
                <a:pt x="155831" y="47788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A978B-EA38-424C-9FAD-5BBFE614C065}">
      <dsp:nvSpPr>
        <dsp:cNvPr id="0" name=""/>
        <dsp:cNvSpPr/>
      </dsp:nvSpPr>
      <dsp:spPr>
        <a:xfrm>
          <a:off x="521277" y="701716"/>
          <a:ext cx="1257038" cy="218163"/>
        </a:xfrm>
        <a:custGeom>
          <a:avLst/>
          <a:gdLst/>
          <a:ahLst/>
          <a:cxnLst/>
          <a:rect l="0" t="0" r="0" b="0"/>
          <a:pathLst>
            <a:path>
              <a:moveTo>
                <a:pt x="1257038" y="0"/>
              </a:moveTo>
              <a:lnTo>
                <a:pt x="1257038" y="109081"/>
              </a:lnTo>
              <a:lnTo>
                <a:pt x="0" y="109081"/>
              </a:lnTo>
              <a:lnTo>
                <a:pt x="0" y="21816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58878" y="182278"/>
          <a:ext cx="1038874" cy="519437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58878" y="182278"/>
        <a:ext cx="1038874" cy="519437"/>
      </dsp:txXfrm>
    </dsp:sp>
    <dsp:sp modelId="{6624D424-0A00-47D8-A131-552C60CD00B5}">
      <dsp:nvSpPr>
        <dsp:cNvPr id="0" name=""/>
        <dsp:cNvSpPr/>
      </dsp:nvSpPr>
      <dsp:spPr>
        <a:xfrm>
          <a:off x="1840" y="919879"/>
          <a:ext cx="1038874" cy="519437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Governance</a:t>
          </a:r>
        </a:p>
      </dsp:txBody>
      <dsp:txXfrm>
        <a:off x="1840" y="919879"/>
        <a:ext cx="1038874" cy="519437"/>
      </dsp:txXfrm>
    </dsp:sp>
    <dsp:sp modelId="{43E106AA-6BA4-41A7-8761-9271D1DB19B5}">
      <dsp:nvSpPr>
        <dsp:cNvPr id="0" name=""/>
        <dsp:cNvSpPr/>
      </dsp:nvSpPr>
      <dsp:spPr>
        <a:xfrm>
          <a:off x="261558" y="1657480"/>
          <a:ext cx="1038874" cy="519437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Political </a:t>
          </a:r>
        </a:p>
      </dsp:txBody>
      <dsp:txXfrm>
        <a:off x="261558" y="1657480"/>
        <a:ext cx="1038874" cy="519437"/>
      </dsp:txXfrm>
    </dsp:sp>
    <dsp:sp modelId="{560A0CF7-1B89-45AA-9FC1-1235CFC62155}">
      <dsp:nvSpPr>
        <dsp:cNvPr id="0" name=""/>
        <dsp:cNvSpPr/>
      </dsp:nvSpPr>
      <dsp:spPr>
        <a:xfrm>
          <a:off x="261558" y="2395081"/>
          <a:ext cx="1038874" cy="519437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Technical</a:t>
          </a:r>
        </a:p>
      </dsp:txBody>
      <dsp:txXfrm>
        <a:off x="261558" y="2395081"/>
        <a:ext cx="1038874" cy="519437"/>
      </dsp:txXfrm>
    </dsp:sp>
    <dsp:sp modelId="{3FDB7009-F643-43B3-AFE4-BA448864D56B}">
      <dsp:nvSpPr>
        <dsp:cNvPr id="0" name=""/>
        <dsp:cNvSpPr/>
      </dsp:nvSpPr>
      <dsp:spPr>
        <a:xfrm>
          <a:off x="261558" y="3132682"/>
          <a:ext cx="1038874" cy="519437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Legal</a:t>
          </a:r>
        </a:p>
      </dsp:txBody>
      <dsp:txXfrm>
        <a:off x="261558" y="3132682"/>
        <a:ext cx="1038874" cy="519437"/>
      </dsp:txXfrm>
    </dsp:sp>
    <dsp:sp modelId="{E811BB3E-270F-4242-B57B-F40CB543E6A9}">
      <dsp:nvSpPr>
        <dsp:cNvPr id="0" name=""/>
        <dsp:cNvSpPr/>
      </dsp:nvSpPr>
      <dsp:spPr>
        <a:xfrm>
          <a:off x="1258878" y="919879"/>
          <a:ext cx="1038874" cy="51943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Administration </a:t>
          </a:r>
        </a:p>
      </dsp:txBody>
      <dsp:txXfrm>
        <a:off x="1258878" y="919879"/>
        <a:ext cx="1038874" cy="519437"/>
      </dsp:txXfrm>
    </dsp:sp>
    <dsp:sp modelId="{E583BCB6-38BB-466A-862C-4AD3FAF6D6A4}">
      <dsp:nvSpPr>
        <dsp:cNvPr id="0" name=""/>
        <dsp:cNvSpPr/>
      </dsp:nvSpPr>
      <dsp:spPr>
        <a:xfrm>
          <a:off x="1518597" y="1657480"/>
          <a:ext cx="1038874" cy="51943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Plan/Control </a:t>
          </a:r>
        </a:p>
      </dsp:txBody>
      <dsp:txXfrm>
        <a:off x="1518597" y="1657480"/>
        <a:ext cx="1038874" cy="519437"/>
      </dsp:txXfrm>
    </dsp:sp>
    <dsp:sp modelId="{0ABCA1AF-6933-4039-A550-83F4B2E9BA6E}">
      <dsp:nvSpPr>
        <dsp:cNvPr id="0" name=""/>
        <dsp:cNvSpPr/>
      </dsp:nvSpPr>
      <dsp:spPr>
        <a:xfrm>
          <a:off x="1518597" y="2395081"/>
          <a:ext cx="1038874" cy="51943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Accounting </a:t>
          </a:r>
        </a:p>
      </dsp:txBody>
      <dsp:txXfrm>
        <a:off x="1518597" y="2395081"/>
        <a:ext cx="1038874" cy="519437"/>
      </dsp:txXfrm>
    </dsp:sp>
    <dsp:sp modelId="{E226081D-3EE6-4BF0-8692-F92060811823}">
      <dsp:nvSpPr>
        <dsp:cNvPr id="0" name=""/>
        <dsp:cNvSpPr/>
      </dsp:nvSpPr>
      <dsp:spPr>
        <a:xfrm>
          <a:off x="1518597" y="3132682"/>
          <a:ext cx="1038874" cy="51943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Quality </a:t>
          </a:r>
        </a:p>
      </dsp:txBody>
      <dsp:txXfrm>
        <a:off x="1518597" y="3132682"/>
        <a:ext cx="1038874" cy="519437"/>
      </dsp:txXfrm>
    </dsp:sp>
    <dsp:sp modelId="{9E1495B4-4856-400C-9699-1299EACE8E24}">
      <dsp:nvSpPr>
        <dsp:cNvPr id="0" name=""/>
        <dsp:cNvSpPr/>
      </dsp:nvSpPr>
      <dsp:spPr>
        <a:xfrm>
          <a:off x="1518597" y="3870283"/>
          <a:ext cx="1038874" cy="519437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Miscellaneous  </a:t>
          </a:r>
        </a:p>
      </dsp:txBody>
      <dsp:txXfrm>
        <a:off x="1518597" y="3870283"/>
        <a:ext cx="1038874" cy="519437"/>
      </dsp:txXfrm>
    </dsp:sp>
    <dsp:sp modelId="{7256E06B-F489-4413-9331-A9B5667EF73E}">
      <dsp:nvSpPr>
        <dsp:cNvPr id="0" name=""/>
        <dsp:cNvSpPr/>
      </dsp:nvSpPr>
      <dsp:spPr>
        <a:xfrm>
          <a:off x="2515916" y="919879"/>
          <a:ext cx="1038874" cy="519437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Execution</a:t>
          </a:r>
        </a:p>
      </dsp:txBody>
      <dsp:txXfrm>
        <a:off x="2515916" y="919879"/>
        <a:ext cx="1038874" cy="519437"/>
      </dsp:txXfrm>
    </dsp:sp>
    <dsp:sp modelId="{F6C15453-834E-4641-BDB5-FBBDB01546ED}">
      <dsp:nvSpPr>
        <dsp:cNvPr id="0" name=""/>
        <dsp:cNvSpPr/>
      </dsp:nvSpPr>
      <dsp:spPr>
        <a:xfrm>
          <a:off x="2775635" y="1657480"/>
          <a:ext cx="1038874" cy="519437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Software</a:t>
          </a:r>
        </a:p>
      </dsp:txBody>
      <dsp:txXfrm>
        <a:off x="2775635" y="1657480"/>
        <a:ext cx="1038874" cy="519437"/>
      </dsp:txXfrm>
    </dsp:sp>
    <dsp:sp modelId="{C44DFB5E-74F7-4470-8C8C-8113D654FBC6}">
      <dsp:nvSpPr>
        <dsp:cNvPr id="0" name=""/>
        <dsp:cNvSpPr/>
      </dsp:nvSpPr>
      <dsp:spPr>
        <a:xfrm>
          <a:off x="2775635" y="2395081"/>
          <a:ext cx="1038874" cy="519437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 Technology</a:t>
          </a:r>
        </a:p>
      </dsp:txBody>
      <dsp:txXfrm>
        <a:off x="2775635" y="2395081"/>
        <a:ext cx="1038874" cy="519437"/>
      </dsp:txXfrm>
    </dsp:sp>
    <dsp:sp modelId="{D0CEE2E4-53BB-4FE2-9560-E02CFF9F042F}">
      <dsp:nvSpPr>
        <dsp:cNvPr id="0" name=""/>
        <dsp:cNvSpPr/>
      </dsp:nvSpPr>
      <dsp:spPr>
        <a:xfrm>
          <a:off x="2775635" y="3132682"/>
          <a:ext cx="1038874" cy="519437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Business</a:t>
          </a:r>
        </a:p>
      </dsp:txBody>
      <dsp:txXfrm>
        <a:off x="2775635" y="3132682"/>
        <a:ext cx="1038874" cy="519437"/>
      </dsp:txXfrm>
    </dsp:sp>
    <dsp:sp modelId="{66444572-2732-4985-BDAD-692267C7DC9F}">
      <dsp:nvSpPr>
        <dsp:cNvPr id="0" name=""/>
        <dsp:cNvSpPr/>
      </dsp:nvSpPr>
      <dsp:spPr>
        <a:xfrm>
          <a:off x="2775635" y="3870283"/>
          <a:ext cx="1038874" cy="519437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noProof="0" dirty="0"/>
            <a:t>Organization change </a:t>
          </a:r>
        </a:p>
      </dsp:txBody>
      <dsp:txXfrm>
        <a:off x="2775635" y="3870283"/>
        <a:ext cx="1038874" cy="5194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B7BF7-3685-490B-A3A1-BE6139203DDA}">
      <dsp:nvSpPr>
        <dsp:cNvPr id="0" name=""/>
        <dsp:cNvSpPr/>
      </dsp:nvSpPr>
      <dsp:spPr>
        <a:xfrm>
          <a:off x="1190338" y="1657038"/>
          <a:ext cx="205096" cy="25705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539"/>
              </a:lnTo>
              <a:lnTo>
                <a:pt x="205096" y="2570539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F0511-8C54-4094-B27C-D9BB576AB7C0}">
      <dsp:nvSpPr>
        <dsp:cNvPr id="0" name=""/>
        <dsp:cNvSpPr/>
      </dsp:nvSpPr>
      <dsp:spPr>
        <a:xfrm>
          <a:off x="1190338" y="1657038"/>
          <a:ext cx="205096" cy="1599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750"/>
              </a:lnTo>
              <a:lnTo>
                <a:pt x="205096" y="159975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629D86-6E95-42EC-A472-60FAE5F2EF28}">
      <dsp:nvSpPr>
        <dsp:cNvPr id="0" name=""/>
        <dsp:cNvSpPr/>
      </dsp:nvSpPr>
      <dsp:spPr>
        <a:xfrm>
          <a:off x="1190338" y="1657038"/>
          <a:ext cx="205096" cy="6289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961"/>
              </a:lnTo>
              <a:lnTo>
                <a:pt x="205096" y="62896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A978B-EA38-424C-9FAD-5BBFE614C065}">
      <dsp:nvSpPr>
        <dsp:cNvPr id="0" name=""/>
        <dsp:cNvSpPr/>
      </dsp:nvSpPr>
      <dsp:spPr>
        <a:xfrm>
          <a:off x="1691541" y="686249"/>
          <a:ext cx="91440" cy="287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713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053607" y="2595"/>
          <a:ext cx="1367308" cy="683654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>
              <a:solidFill>
                <a:schemeClr val="bg1"/>
              </a:solidFill>
            </a:rPr>
            <a:t>Project</a:t>
          </a:r>
        </a:p>
      </dsp:txBody>
      <dsp:txXfrm>
        <a:off x="1053607" y="2595"/>
        <a:ext cx="1367308" cy="683654"/>
      </dsp:txXfrm>
    </dsp:sp>
    <dsp:sp modelId="{6624D424-0A00-47D8-A131-552C60CD00B5}">
      <dsp:nvSpPr>
        <dsp:cNvPr id="0" name=""/>
        <dsp:cNvSpPr/>
      </dsp:nvSpPr>
      <dsp:spPr>
        <a:xfrm>
          <a:off x="1053607" y="973384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Governance</a:t>
          </a:r>
        </a:p>
      </dsp:txBody>
      <dsp:txXfrm>
        <a:off x="1053607" y="973384"/>
        <a:ext cx="1367308" cy="683654"/>
      </dsp:txXfrm>
    </dsp:sp>
    <dsp:sp modelId="{43E106AA-6BA4-41A7-8761-9271D1DB19B5}">
      <dsp:nvSpPr>
        <dsp:cNvPr id="0" name=""/>
        <dsp:cNvSpPr/>
      </dsp:nvSpPr>
      <dsp:spPr>
        <a:xfrm>
          <a:off x="1395434" y="1944172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noProof="0" dirty="0"/>
            <a:t>Political</a:t>
          </a:r>
          <a:r>
            <a:rPr lang="en-US" sz="2100" kern="1200" noProof="0" dirty="0"/>
            <a:t> </a:t>
          </a:r>
        </a:p>
      </dsp:txBody>
      <dsp:txXfrm>
        <a:off x="1395434" y="1944172"/>
        <a:ext cx="1367308" cy="683654"/>
      </dsp:txXfrm>
    </dsp:sp>
    <dsp:sp modelId="{560A0CF7-1B89-45AA-9FC1-1235CFC62155}">
      <dsp:nvSpPr>
        <dsp:cNvPr id="0" name=""/>
        <dsp:cNvSpPr/>
      </dsp:nvSpPr>
      <dsp:spPr>
        <a:xfrm>
          <a:off x="1395434" y="2914961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Technical</a:t>
          </a:r>
        </a:p>
      </dsp:txBody>
      <dsp:txXfrm>
        <a:off x="1395434" y="2914961"/>
        <a:ext cx="1367308" cy="683654"/>
      </dsp:txXfrm>
    </dsp:sp>
    <dsp:sp modelId="{3FDB7009-F643-43B3-AFE4-BA448864D56B}">
      <dsp:nvSpPr>
        <dsp:cNvPr id="0" name=""/>
        <dsp:cNvSpPr/>
      </dsp:nvSpPr>
      <dsp:spPr>
        <a:xfrm>
          <a:off x="1395434" y="3885750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Legal</a:t>
          </a:r>
        </a:p>
      </dsp:txBody>
      <dsp:txXfrm>
        <a:off x="1395434" y="3885750"/>
        <a:ext cx="1367308" cy="6836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B7BF7-3685-490B-A3A1-BE6139203DDA}">
      <dsp:nvSpPr>
        <dsp:cNvPr id="0" name=""/>
        <dsp:cNvSpPr/>
      </dsp:nvSpPr>
      <dsp:spPr>
        <a:xfrm>
          <a:off x="1190338" y="1657038"/>
          <a:ext cx="205096" cy="25705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539"/>
              </a:lnTo>
              <a:lnTo>
                <a:pt x="205096" y="2570539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5F0511-8C54-4094-B27C-D9BB576AB7C0}">
      <dsp:nvSpPr>
        <dsp:cNvPr id="0" name=""/>
        <dsp:cNvSpPr/>
      </dsp:nvSpPr>
      <dsp:spPr>
        <a:xfrm>
          <a:off x="1190338" y="1657038"/>
          <a:ext cx="205096" cy="15997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750"/>
              </a:lnTo>
              <a:lnTo>
                <a:pt x="205096" y="159975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629D86-6E95-42EC-A472-60FAE5F2EF28}">
      <dsp:nvSpPr>
        <dsp:cNvPr id="0" name=""/>
        <dsp:cNvSpPr/>
      </dsp:nvSpPr>
      <dsp:spPr>
        <a:xfrm>
          <a:off x="1190338" y="1657038"/>
          <a:ext cx="205096" cy="6289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961"/>
              </a:lnTo>
              <a:lnTo>
                <a:pt x="205096" y="628961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4A978B-EA38-424C-9FAD-5BBFE614C065}">
      <dsp:nvSpPr>
        <dsp:cNvPr id="0" name=""/>
        <dsp:cNvSpPr/>
      </dsp:nvSpPr>
      <dsp:spPr>
        <a:xfrm>
          <a:off x="1691541" y="686249"/>
          <a:ext cx="91440" cy="2871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7134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053607" y="2595"/>
          <a:ext cx="1367308" cy="683654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>
              <a:solidFill>
                <a:schemeClr val="bg1"/>
              </a:solidFill>
            </a:rPr>
            <a:t>Project</a:t>
          </a:r>
        </a:p>
      </dsp:txBody>
      <dsp:txXfrm>
        <a:off x="1053607" y="2595"/>
        <a:ext cx="1367308" cy="683654"/>
      </dsp:txXfrm>
    </dsp:sp>
    <dsp:sp modelId="{6624D424-0A00-47D8-A131-552C60CD00B5}">
      <dsp:nvSpPr>
        <dsp:cNvPr id="0" name=""/>
        <dsp:cNvSpPr/>
      </dsp:nvSpPr>
      <dsp:spPr>
        <a:xfrm>
          <a:off x="1053607" y="973384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noProof="0" dirty="0"/>
            <a:t>Governance</a:t>
          </a:r>
        </a:p>
      </dsp:txBody>
      <dsp:txXfrm>
        <a:off x="1053607" y="973384"/>
        <a:ext cx="1367308" cy="683654"/>
      </dsp:txXfrm>
    </dsp:sp>
    <dsp:sp modelId="{43E106AA-6BA4-41A7-8761-9271D1DB19B5}">
      <dsp:nvSpPr>
        <dsp:cNvPr id="0" name=""/>
        <dsp:cNvSpPr/>
      </dsp:nvSpPr>
      <dsp:spPr>
        <a:xfrm>
          <a:off x="1395434" y="1944172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noProof="0" dirty="0"/>
            <a:t>Political </a:t>
          </a:r>
        </a:p>
      </dsp:txBody>
      <dsp:txXfrm>
        <a:off x="1395434" y="1944172"/>
        <a:ext cx="1367308" cy="683654"/>
      </dsp:txXfrm>
    </dsp:sp>
    <dsp:sp modelId="{560A0CF7-1B89-45AA-9FC1-1235CFC62155}">
      <dsp:nvSpPr>
        <dsp:cNvPr id="0" name=""/>
        <dsp:cNvSpPr/>
      </dsp:nvSpPr>
      <dsp:spPr>
        <a:xfrm>
          <a:off x="1395434" y="2914961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noProof="0" dirty="0"/>
            <a:t>Technical</a:t>
          </a:r>
        </a:p>
      </dsp:txBody>
      <dsp:txXfrm>
        <a:off x="1395434" y="2914961"/>
        <a:ext cx="1367308" cy="683654"/>
      </dsp:txXfrm>
    </dsp:sp>
    <dsp:sp modelId="{3FDB7009-F643-43B3-AFE4-BA448864D56B}">
      <dsp:nvSpPr>
        <dsp:cNvPr id="0" name=""/>
        <dsp:cNvSpPr/>
      </dsp:nvSpPr>
      <dsp:spPr>
        <a:xfrm>
          <a:off x="1395434" y="3885750"/>
          <a:ext cx="1367308" cy="683654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noProof="0" dirty="0"/>
            <a:t>Legal</a:t>
          </a:r>
        </a:p>
      </dsp:txBody>
      <dsp:txXfrm>
        <a:off x="1395434" y="3885750"/>
        <a:ext cx="1367308" cy="683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009BF-96E3-4431-A270-6BFB0578241C}">
      <dsp:nvSpPr>
        <dsp:cNvPr id="0" name=""/>
        <dsp:cNvSpPr/>
      </dsp:nvSpPr>
      <dsp:spPr>
        <a:xfrm>
          <a:off x="1309833" y="1366229"/>
          <a:ext cx="20439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20439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AB05E-D9EC-4A33-B530-2CBDF2BE7990}">
      <dsp:nvSpPr>
        <dsp:cNvPr id="0" name=""/>
        <dsp:cNvSpPr/>
      </dsp:nvSpPr>
      <dsp:spPr>
        <a:xfrm>
          <a:off x="1309833" y="1366229"/>
          <a:ext cx="20439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20439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8DFBF-6DE5-48AD-9067-3B84981281F7}">
      <dsp:nvSpPr>
        <dsp:cNvPr id="0" name=""/>
        <dsp:cNvSpPr/>
      </dsp:nvSpPr>
      <dsp:spPr>
        <a:xfrm>
          <a:off x="1309833" y="1366229"/>
          <a:ext cx="20439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20439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1CE065-E3D0-4E7D-80FD-3B3CD7BDB9E2}">
      <dsp:nvSpPr>
        <dsp:cNvPr id="0" name=""/>
        <dsp:cNvSpPr/>
      </dsp:nvSpPr>
      <dsp:spPr>
        <a:xfrm>
          <a:off x="1309833" y="1366229"/>
          <a:ext cx="204392" cy="519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134"/>
              </a:lnTo>
              <a:lnTo>
                <a:pt x="204392" y="51913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73033B-DFEF-4E25-A458-8CFF03E0420D}">
      <dsp:nvSpPr>
        <dsp:cNvPr id="0" name=""/>
        <dsp:cNvSpPr/>
      </dsp:nvSpPr>
      <dsp:spPr>
        <a:xfrm>
          <a:off x="1809159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90602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90602" y="679"/>
        <a:ext cx="1128553" cy="564276"/>
      </dsp:txXfrm>
    </dsp:sp>
    <dsp:sp modelId="{A0D99E10-3061-42BF-849A-91DF5D0007F3}">
      <dsp:nvSpPr>
        <dsp:cNvPr id="0" name=""/>
        <dsp:cNvSpPr/>
      </dsp:nvSpPr>
      <dsp:spPr>
        <a:xfrm>
          <a:off x="1173571" y="801952"/>
          <a:ext cx="1362615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Administration </a:t>
          </a:r>
        </a:p>
      </dsp:txBody>
      <dsp:txXfrm>
        <a:off x="1173571" y="801952"/>
        <a:ext cx="1362615" cy="564276"/>
      </dsp:txXfrm>
    </dsp:sp>
    <dsp:sp modelId="{39AD5F87-0AF0-45CF-8A86-0E5155A1EDD8}">
      <dsp:nvSpPr>
        <dsp:cNvPr id="0" name=""/>
        <dsp:cNvSpPr/>
      </dsp:nvSpPr>
      <dsp:spPr>
        <a:xfrm>
          <a:off x="1514225" y="1603225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Plan/control </a:t>
          </a:r>
        </a:p>
      </dsp:txBody>
      <dsp:txXfrm>
        <a:off x="1514225" y="1603225"/>
        <a:ext cx="1128553" cy="564276"/>
      </dsp:txXfrm>
    </dsp:sp>
    <dsp:sp modelId="{1F755DE5-7FE0-46B0-AB3E-7F3832390A87}">
      <dsp:nvSpPr>
        <dsp:cNvPr id="0" name=""/>
        <dsp:cNvSpPr/>
      </dsp:nvSpPr>
      <dsp:spPr>
        <a:xfrm>
          <a:off x="1514225" y="2404498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Accounting </a:t>
          </a:r>
        </a:p>
      </dsp:txBody>
      <dsp:txXfrm>
        <a:off x="1514225" y="2404498"/>
        <a:ext cx="1128553" cy="564276"/>
      </dsp:txXfrm>
    </dsp:sp>
    <dsp:sp modelId="{31312840-482D-46EF-877F-F7EF8DB29315}">
      <dsp:nvSpPr>
        <dsp:cNvPr id="0" name=""/>
        <dsp:cNvSpPr/>
      </dsp:nvSpPr>
      <dsp:spPr>
        <a:xfrm>
          <a:off x="1514225" y="3205770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Quality </a:t>
          </a:r>
        </a:p>
      </dsp:txBody>
      <dsp:txXfrm>
        <a:off x="1514225" y="3205770"/>
        <a:ext cx="1128553" cy="564276"/>
      </dsp:txXfrm>
    </dsp:sp>
    <dsp:sp modelId="{0EE8B840-C9A4-435F-A67C-924D2C392564}">
      <dsp:nvSpPr>
        <dsp:cNvPr id="0" name=""/>
        <dsp:cNvSpPr/>
      </dsp:nvSpPr>
      <dsp:spPr>
        <a:xfrm>
          <a:off x="1514225" y="4007043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noProof="0" dirty="0"/>
            <a:t>Miscellaneous </a:t>
          </a:r>
        </a:p>
      </dsp:txBody>
      <dsp:txXfrm>
        <a:off x="1514225" y="4007043"/>
        <a:ext cx="1128553" cy="5642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009BF-96E3-4431-A270-6BFB0578241C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AB05E-D9EC-4A33-B530-2CBDF2BE799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8DFBF-6DE5-48AD-9067-3B84981281F7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1CE065-E3D0-4E7D-80FD-3B3CD7BDB9E2}">
      <dsp:nvSpPr>
        <dsp:cNvPr id="0" name=""/>
        <dsp:cNvSpPr/>
      </dsp:nvSpPr>
      <dsp:spPr>
        <a:xfrm>
          <a:off x="1315684" y="1366229"/>
          <a:ext cx="169282" cy="519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134"/>
              </a:lnTo>
              <a:lnTo>
                <a:pt x="169282" y="51913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73033B-DFEF-4E25-A458-8CFF03E0420D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A0D99E10-3061-42BF-849A-91DF5D0007F3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Administration </a:t>
          </a:r>
        </a:p>
      </dsp:txBody>
      <dsp:txXfrm>
        <a:off x="1202829" y="801952"/>
        <a:ext cx="1128553" cy="564276"/>
      </dsp:txXfrm>
    </dsp:sp>
    <dsp:sp modelId="{39AD5F87-0AF0-45CF-8A86-0E5155A1EDD8}">
      <dsp:nvSpPr>
        <dsp:cNvPr id="0" name=""/>
        <dsp:cNvSpPr/>
      </dsp:nvSpPr>
      <dsp:spPr>
        <a:xfrm>
          <a:off x="1484967" y="1603225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/>
            <a:t>Plan/control </a:t>
          </a:r>
        </a:p>
      </dsp:txBody>
      <dsp:txXfrm>
        <a:off x="1484967" y="1603225"/>
        <a:ext cx="1128553" cy="564276"/>
      </dsp:txXfrm>
    </dsp:sp>
    <dsp:sp modelId="{1F755DE5-7FE0-46B0-AB3E-7F3832390A87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Accounting </a:t>
          </a:r>
        </a:p>
      </dsp:txBody>
      <dsp:txXfrm>
        <a:off x="1484967" y="2404498"/>
        <a:ext cx="1128553" cy="564276"/>
      </dsp:txXfrm>
    </dsp:sp>
    <dsp:sp modelId="{31312840-482D-46EF-877F-F7EF8DB29315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Quality </a:t>
          </a:r>
        </a:p>
      </dsp:txBody>
      <dsp:txXfrm>
        <a:off x="1484967" y="3205770"/>
        <a:ext cx="1128553" cy="564276"/>
      </dsp:txXfrm>
    </dsp:sp>
    <dsp:sp modelId="{0EE8B840-C9A4-435F-A67C-924D2C392564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Miscellaneous </a:t>
          </a:r>
        </a:p>
      </dsp:txBody>
      <dsp:txXfrm>
        <a:off x="1484967" y="4007043"/>
        <a:ext cx="1128553" cy="5642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009BF-96E3-4431-A270-6BFB0578241C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CAB05E-D9EC-4A33-B530-2CBDF2BE799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8DFBF-6DE5-48AD-9067-3B84981281F7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1CE065-E3D0-4E7D-80FD-3B3CD7BDB9E2}">
      <dsp:nvSpPr>
        <dsp:cNvPr id="0" name=""/>
        <dsp:cNvSpPr/>
      </dsp:nvSpPr>
      <dsp:spPr>
        <a:xfrm>
          <a:off x="1315684" y="1366229"/>
          <a:ext cx="169282" cy="519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134"/>
              </a:lnTo>
              <a:lnTo>
                <a:pt x="169282" y="51913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73033B-DFEF-4E25-A458-8CFF03E0420D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A0D99E10-3061-42BF-849A-91DF5D0007F3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/>
            <a:t>Administration </a:t>
          </a:r>
        </a:p>
      </dsp:txBody>
      <dsp:txXfrm>
        <a:off x="1202829" y="801952"/>
        <a:ext cx="1128553" cy="564276"/>
      </dsp:txXfrm>
    </dsp:sp>
    <dsp:sp modelId="{39AD5F87-0AF0-45CF-8A86-0E5155A1EDD8}">
      <dsp:nvSpPr>
        <dsp:cNvPr id="0" name=""/>
        <dsp:cNvSpPr/>
      </dsp:nvSpPr>
      <dsp:spPr>
        <a:xfrm>
          <a:off x="1484967" y="1603225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Plan/control </a:t>
          </a:r>
        </a:p>
      </dsp:txBody>
      <dsp:txXfrm>
        <a:off x="1484967" y="1603225"/>
        <a:ext cx="1128553" cy="564276"/>
      </dsp:txXfrm>
    </dsp:sp>
    <dsp:sp modelId="{1F755DE5-7FE0-46B0-AB3E-7F3832390A87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Accounting </a:t>
          </a:r>
        </a:p>
      </dsp:txBody>
      <dsp:txXfrm>
        <a:off x="1484967" y="2404498"/>
        <a:ext cx="1128553" cy="564276"/>
      </dsp:txXfrm>
    </dsp:sp>
    <dsp:sp modelId="{31312840-482D-46EF-877F-F7EF8DB29315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Quality </a:t>
          </a:r>
        </a:p>
      </dsp:txBody>
      <dsp:txXfrm>
        <a:off x="1484967" y="3205770"/>
        <a:ext cx="1128553" cy="564276"/>
      </dsp:txXfrm>
    </dsp:sp>
    <dsp:sp modelId="{0EE8B840-C9A4-435F-A67C-924D2C392564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Miscellaneous </a:t>
          </a:r>
        </a:p>
      </dsp:txBody>
      <dsp:txXfrm>
        <a:off x="1484967" y="4007043"/>
        <a:ext cx="1128553" cy="5642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5853-D177-4E7A-A554-B46B821E4581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9ACDE-B83E-460A-81E8-79AE6543647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87A53-2326-41DE-A40B-78F0D9AA409D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0021E-21DA-4605-A806-1515544AC67A}">
      <dsp:nvSpPr>
        <dsp:cNvPr id="0" name=""/>
        <dsp:cNvSpPr/>
      </dsp:nvSpPr>
      <dsp:spPr>
        <a:xfrm>
          <a:off x="1315684" y="1366229"/>
          <a:ext cx="169282" cy="519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134"/>
              </a:lnTo>
              <a:lnTo>
                <a:pt x="169282" y="51913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4ED7A-3B2E-4575-B315-C7FBB8F27DC3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FF848E77-B3B7-4E30-84DD-09218CFF013C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/>
            <a:t>Execution</a:t>
          </a:r>
          <a:endParaRPr lang="en-US" sz="1600" b="1" kern="1200" noProof="0" dirty="0">
            <a:solidFill>
              <a:schemeClr val="bg1"/>
            </a:solidFill>
          </a:endParaRPr>
        </a:p>
      </dsp:txBody>
      <dsp:txXfrm>
        <a:off x="1202829" y="801952"/>
        <a:ext cx="1128553" cy="564276"/>
      </dsp:txXfrm>
    </dsp:sp>
    <dsp:sp modelId="{CFDD0416-F16A-49E3-8873-7FA35C255FFB}">
      <dsp:nvSpPr>
        <dsp:cNvPr id="0" name=""/>
        <dsp:cNvSpPr/>
      </dsp:nvSpPr>
      <dsp:spPr>
        <a:xfrm>
          <a:off x="1484967" y="1603225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Software</a:t>
          </a:r>
        </a:p>
      </dsp:txBody>
      <dsp:txXfrm>
        <a:off x="1484967" y="1603225"/>
        <a:ext cx="1128553" cy="564276"/>
      </dsp:txXfrm>
    </dsp:sp>
    <dsp:sp modelId="{1FB93255-12F1-4352-8AE8-3D44E3836C85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 Technology</a:t>
          </a:r>
        </a:p>
      </dsp:txBody>
      <dsp:txXfrm>
        <a:off x="1484967" y="2404498"/>
        <a:ext cx="1128553" cy="564276"/>
      </dsp:txXfrm>
    </dsp:sp>
    <dsp:sp modelId="{86EA1052-039F-4DF4-A18A-2DE9B09D3D0A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Business</a:t>
          </a:r>
        </a:p>
      </dsp:txBody>
      <dsp:txXfrm>
        <a:off x="1484967" y="3205770"/>
        <a:ext cx="1128553" cy="564276"/>
      </dsp:txXfrm>
    </dsp:sp>
    <dsp:sp modelId="{F990C8C0-EFE5-4F56-A5C2-19C619726808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Organization change </a:t>
          </a:r>
        </a:p>
      </dsp:txBody>
      <dsp:txXfrm>
        <a:off x="1484967" y="4007043"/>
        <a:ext cx="1128553" cy="5642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5853-D177-4E7A-A554-B46B821E4581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9ACDE-B83E-460A-81E8-79AE6543647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87A53-2326-41DE-A40B-78F0D9AA409D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0021E-21DA-4605-A806-1515544AC67A}">
      <dsp:nvSpPr>
        <dsp:cNvPr id="0" name=""/>
        <dsp:cNvSpPr/>
      </dsp:nvSpPr>
      <dsp:spPr>
        <a:xfrm>
          <a:off x="1315684" y="1366229"/>
          <a:ext cx="169282" cy="519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134"/>
              </a:lnTo>
              <a:lnTo>
                <a:pt x="169282" y="51913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4ED7A-3B2E-4575-B315-C7FBB8F27DC3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FF848E77-B3B7-4E30-84DD-09218CFF013C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sp:txBody>
      <dsp:txXfrm>
        <a:off x="1202829" y="801952"/>
        <a:ext cx="1128553" cy="564276"/>
      </dsp:txXfrm>
    </dsp:sp>
    <dsp:sp modelId="{CFDD0416-F16A-49E3-8873-7FA35C255FFB}">
      <dsp:nvSpPr>
        <dsp:cNvPr id="0" name=""/>
        <dsp:cNvSpPr/>
      </dsp:nvSpPr>
      <dsp:spPr>
        <a:xfrm>
          <a:off x="1484967" y="1603225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/>
            <a:t>Software</a:t>
          </a:r>
        </a:p>
      </dsp:txBody>
      <dsp:txXfrm>
        <a:off x="1484967" y="1603225"/>
        <a:ext cx="1128553" cy="564276"/>
      </dsp:txXfrm>
    </dsp:sp>
    <dsp:sp modelId="{1FB93255-12F1-4352-8AE8-3D44E3836C85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 Technology</a:t>
          </a:r>
        </a:p>
      </dsp:txBody>
      <dsp:txXfrm>
        <a:off x="1484967" y="2404498"/>
        <a:ext cx="1128553" cy="564276"/>
      </dsp:txXfrm>
    </dsp:sp>
    <dsp:sp modelId="{86EA1052-039F-4DF4-A18A-2DE9B09D3D0A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Business</a:t>
          </a:r>
        </a:p>
      </dsp:txBody>
      <dsp:txXfrm>
        <a:off x="1484967" y="3205770"/>
        <a:ext cx="1128553" cy="564276"/>
      </dsp:txXfrm>
    </dsp:sp>
    <dsp:sp modelId="{F990C8C0-EFE5-4F56-A5C2-19C619726808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Organization change </a:t>
          </a:r>
        </a:p>
      </dsp:txBody>
      <dsp:txXfrm>
        <a:off x="1484967" y="4007043"/>
        <a:ext cx="1128553" cy="56427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5853-D177-4E7A-A554-B46B821E4581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9ACDE-B83E-460A-81E8-79AE6543647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87A53-2326-41DE-A40B-78F0D9AA409D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0021E-21DA-4605-A806-1515544AC67A}">
      <dsp:nvSpPr>
        <dsp:cNvPr id="0" name=""/>
        <dsp:cNvSpPr/>
      </dsp:nvSpPr>
      <dsp:spPr>
        <a:xfrm>
          <a:off x="1315684" y="1366229"/>
          <a:ext cx="169282" cy="5191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134"/>
              </a:lnTo>
              <a:lnTo>
                <a:pt x="169282" y="51913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4ED7A-3B2E-4575-B315-C7FBB8F27DC3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FF848E77-B3B7-4E30-84DD-09218CFF013C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sp:txBody>
      <dsp:txXfrm>
        <a:off x="1202829" y="801952"/>
        <a:ext cx="1128553" cy="564276"/>
      </dsp:txXfrm>
    </dsp:sp>
    <dsp:sp modelId="{CFDD0416-F16A-49E3-8873-7FA35C255FFB}">
      <dsp:nvSpPr>
        <dsp:cNvPr id="0" name=""/>
        <dsp:cNvSpPr/>
      </dsp:nvSpPr>
      <dsp:spPr>
        <a:xfrm>
          <a:off x="1484967" y="1603225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Software</a:t>
          </a:r>
        </a:p>
      </dsp:txBody>
      <dsp:txXfrm>
        <a:off x="1484967" y="1603225"/>
        <a:ext cx="1128553" cy="564276"/>
      </dsp:txXfrm>
    </dsp:sp>
    <dsp:sp modelId="{1FB93255-12F1-4352-8AE8-3D44E3836C85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Technology</a:t>
          </a:r>
        </a:p>
      </dsp:txBody>
      <dsp:txXfrm>
        <a:off x="1484967" y="2404498"/>
        <a:ext cx="1128553" cy="564276"/>
      </dsp:txXfrm>
    </dsp:sp>
    <dsp:sp modelId="{86EA1052-039F-4DF4-A18A-2DE9B09D3D0A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Business</a:t>
          </a:r>
        </a:p>
      </dsp:txBody>
      <dsp:txXfrm>
        <a:off x="1484967" y="3205770"/>
        <a:ext cx="1128553" cy="564276"/>
      </dsp:txXfrm>
    </dsp:sp>
    <dsp:sp modelId="{F990C8C0-EFE5-4F56-A5C2-19C619726808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Organization change </a:t>
          </a:r>
        </a:p>
      </dsp:txBody>
      <dsp:txXfrm>
        <a:off x="1484967" y="4007043"/>
        <a:ext cx="1128553" cy="56427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5853-D177-4E7A-A554-B46B821E4581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9ACDE-B83E-460A-81E8-79AE6543647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87A53-2326-41DE-A40B-78F0D9AA409D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0021E-21DA-4605-A806-1515544AC67A}">
      <dsp:nvSpPr>
        <dsp:cNvPr id="0" name=""/>
        <dsp:cNvSpPr/>
      </dsp:nvSpPr>
      <dsp:spPr>
        <a:xfrm>
          <a:off x="1315684" y="1366229"/>
          <a:ext cx="195521" cy="522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774"/>
              </a:lnTo>
              <a:lnTo>
                <a:pt x="195521" y="52277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4ED7A-3B2E-4575-B315-C7FBB8F27DC3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FF848E77-B3B7-4E30-84DD-09218CFF013C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sp:txBody>
      <dsp:txXfrm>
        <a:off x="1202829" y="801952"/>
        <a:ext cx="1128553" cy="564276"/>
      </dsp:txXfrm>
    </dsp:sp>
    <dsp:sp modelId="{CFDD0416-F16A-49E3-8873-7FA35C255FFB}">
      <dsp:nvSpPr>
        <dsp:cNvPr id="0" name=""/>
        <dsp:cNvSpPr/>
      </dsp:nvSpPr>
      <dsp:spPr>
        <a:xfrm>
          <a:off x="1511206" y="1606864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Software</a:t>
          </a:r>
        </a:p>
      </dsp:txBody>
      <dsp:txXfrm>
        <a:off x="1511206" y="1606864"/>
        <a:ext cx="1128553" cy="564276"/>
      </dsp:txXfrm>
    </dsp:sp>
    <dsp:sp modelId="{1FB93255-12F1-4352-8AE8-3D44E3836C85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Technology</a:t>
          </a:r>
        </a:p>
      </dsp:txBody>
      <dsp:txXfrm>
        <a:off x="1484967" y="2404498"/>
        <a:ext cx="1128553" cy="564276"/>
      </dsp:txXfrm>
    </dsp:sp>
    <dsp:sp modelId="{86EA1052-039F-4DF4-A18A-2DE9B09D3D0A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Business</a:t>
          </a:r>
        </a:p>
      </dsp:txBody>
      <dsp:txXfrm>
        <a:off x="1484967" y="3205770"/>
        <a:ext cx="1128553" cy="564276"/>
      </dsp:txXfrm>
    </dsp:sp>
    <dsp:sp modelId="{F990C8C0-EFE5-4F56-A5C2-19C619726808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Organization change </a:t>
          </a:r>
        </a:p>
      </dsp:txBody>
      <dsp:txXfrm>
        <a:off x="1484967" y="4007043"/>
        <a:ext cx="1128553" cy="56427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05853-D177-4E7A-A554-B46B821E4581}">
      <dsp:nvSpPr>
        <dsp:cNvPr id="0" name=""/>
        <dsp:cNvSpPr/>
      </dsp:nvSpPr>
      <dsp:spPr>
        <a:xfrm>
          <a:off x="1315684" y="1366229"/>
          <a:ext cx="169282" cy="2922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22952"/>
              </a:lnTo>
              <a:lnTo>
                <a:pt x="169282" y="2922952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9ACDE-B83E-460A-81E8-79AE65436470}">
      <dsp:nvSpPr>
        <dsp:cNvPr id="0" name=""/>
        <dsp:cNvSpPr/>
      </dsp:nvSpPr>
      <dsp:spPr>
        <a:xfrm>
          <a:off x="1315684" y="1366229"/>
          <a:ext cx="169282" cy="21216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680"/>
              </a:lnTo>
              <a:lnTo>
                <a:pt x="169282" y="2121680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A87A53-2326-41DE-A40B-78F0D9AA409D}">
      <dsp:nvSpPr>
        <dsp:cNvPr id="0" name=""/>
        <dsp:cNvSpPr/>
      </dsp:nvSpPr>
      <dsp:spPr>
        <a:xfrm>
          <a:off x="1315684" y="1366229"/>
          <a:ext cx="169282" cy="13204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407"/>
              </a:lnTo>
              <a:lnTo>
                <a:pt x="169282" y="1320407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0021E-21DA-4605-A806-1515544AC67A}">
      <dsp:nvSpPr>
        <dsp:cNvPr id="0" name=""/>
        <dsp:cNvSpPr/>
      </dsp:nvSpPr>
      <dsp:spPr>
        <a:xfrm>
          <a:off x="1315684" y="1366229"/>
          <a:ext cx="195521" cy="5227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774"/>
              </a:lnTo>
              <a:lnTo>
                <a:pt x="195521" y="522774"/>
              </a:lnTo>
            </a:path>
          </a:pathLst>
        </a:custGeom>
        <a:noFill/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4ED7A-3B2E-4575-B315-C7FBB8F27DC3}">
      <dsp:nvSpPr>
        <dsp:cNvPr id="0" name=""/>
        <dsp:cNvSpPr/>
      </dsp:nvSpPr>
      <dsp:spPr>
        <a:xfrm>
          <a:off x="1721385" y="564956"/>
          <a:ext cx="91440" cy="2369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996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DCBA3-5905-4022-A713-D086A0889948}">
      <dsp:nvSpPr>
        <dsp:cNvPr id="0" name=""/>
        <dsp:cNvSpPr/>
      </dsp:nvSpPr>
      <dsp:spPr>
        <a:xfrm>
          <a:off x="1202829" y="679"/>
          <a:ext cx="1128553" cy="564276"/>
        </a:xfrm>
        <a:prstGeom prst="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chemeClr val="bg1"/>
              </a:solidFill>
            </a:rPr>
            <a:t>Project</a:t>
          </a:r>
        </a:p>
      </dsp:txBody>
      <dsp:txXfrm>
        <a:off x="1202829" y="679"/>
        <a:ext cx="1128553" cy="564276"/>
      </dsp:txXfrm>
    </dsp:sp>
    <dsp:sp modelId="{FF848E77-B3B7-4E30-84DD-09218CFF013C}">
      <dsp:nvSpPr>
        <dsp:cNvPr id="0" name=""/>
        <dsp:cNvSpPr/>
      </dsp:nvSpPr>
      <dsp:spPr>
        <a:xfrm>
          <a:off x="1202829" y="801952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Execution</a:t>
          </a:r>
        </a:p>
      </dsp:txBody>
      <dsp:txXfrm>
        <a:off x="1202829" y="801952"/>
        <a:ext cx="1128553" cy="564276"/>
      </dsp:txXfrm>
    </dsp:sp>
    <dsp:sp modelId="{CFDD0416-F16A-49E3-8873-7FA35C255FFB}">
      <dsp:nvSpPr>
        <dsp:cNvPr id="0" name=""/>
        <dsp:cNvSpPr/>
      </dsp:nvSpPr>
      <dsp:spPr>
        <a:xfrm>
          <a:off x="1511206" y="1606864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Software</a:t>
          </a:r>
        </a:p>
      </dsp:txBody>
      <dsp:txXfrm>
        <a:off x="1511206" y="1606864"/>
        <a:ext cx="1128553" cy="564276"/>
      </dsp:txXfrm>
    </dsp:sp>
    <dsp:sp modelId="{1FB93255-12F1-4352-8AE8-3D44E3836C85}">
      <dsp:nvSpPr>
        <dsp:cNvPr id="0" name=""/>
        <dsp:cNvSpPr/>
      </dsp:nvSpPr>
      <dsp:spPr>
        <a:xfrm>
          <a:off x="1484967" y="2404498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 Technology</a:t>
          </a:r>
        </a:p>
      </dsp:txBody>
      <dsp:txXfrm>
        <a:off x="1484967" y="2404498"/>
        <a:ext cx="1128553" cy="564276"/>
      </dsp:txXfrm>
    </dsp:sp>
    <dsp:sp modelId="{86EA1052-039F-4DF4-A18A-2DE9B09D3D0A}">
      <dsp:nvSpPr>
        <dsp:cNvPr id="0" name=""/>
        <dsp:cNvSpPr/>
      </dsp:nvSpPr>
      <dsp:spPr>
        <a:xfrm>
          <a:off x="1484967" y="3205770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Business</a:t>
          </a:r>
        </a:p>
      </dsp:txBody>
      <dsp:txXfrm>
        <a:off x="1484967" y="3205770"/>
        <a:ext cx="1128553" cy="564276"/>
      </dsp:txXfrm>
    </dsp:sp>
    <dsp:sp modelId="{F990C8C0-EFE5-4F56-A5C2-19C619726808}">
      <dsp:nvSpPr>
        <dsp:cNvPr id="0" name=""/>
        <dsp:cNvSpPr/>
      </dsp:nvSpPr>
      <dsp:spPr>
        <a:xfrm>
          <a:off x="1484967" y="4007043"/>
          <a:ext cx="1128553" cy="564276"/>
        </a:xfrm>
        <a:prstGeom prst="rect">
          <a:avLst/>
        </a:prstGeom>
        <a:solidFill>
          <a:srgbClr val="92D050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noProof="0" dirty="0"/>
            <a:t>Organization change </a:t>
          </a:r>
        </a:p>
      </dsp:txBody>
      <dsp:txXfrm>
        <a:off x="1484967" y="4007043"/>
        <a:ext cx="1128553" cy="56427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61486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1599428"/>
              </a:lnTo>
              <a:lnTo>
                <a:pt x="0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94453" y="1944241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Roles</a:t>
          </a:r>
        </a:p>
      </dsp:txBody>
      <dsp:txXfrm>
        <a:off x="594453" y="1944241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61486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1599428"/>
              </a:lnTo>
              <a:lnTo>
                <a:pt x="0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94453" y="1944241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Roles</a:t>
          </a:r>
        </a:p>
      </dsp:txBody>
      <dsp:txXfrm>
        <a:off x="594453" y="1944241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44562" y="686571"/>
          <a:ext cx="160462" cy="1560577"/>
        </a:xfrm>
        <a:custGeom>
          <a:avLst/>
          <a:gdLst/>
          <a:ahLst/>
          <a:cxnLst/>
          <a:rect l="0" t="0" r="0" b="0"/>
          <a:pathLst>
            <a:path>
              <a:moveTo>
                <a:pt x="160462" y="0"/>
              </a:moveTo>
              <a:lnTo>
                <a:pt x="160462" y="1560577"/>
              </a:lnTo>
              <a:lnTo>
                <a:pt x="0" y="1560577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77529" y="1905390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Roles</a:t>
          </a:r>
        </a:p>
      </dsp:txBody>
      <dsp:txXfrm>
        <a:off x="577529" y="1905390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44562" y="686571"/>
          <a:ext cx="160462" cy="1560577"/>
        </a:xfrm>
        <a:custGeom>
          <a:avLst/>
          <a:gdLst/>
          <a:ahLst/>
          <a:cxnLst/>
          <a:rect l="0" t="0" r="0" b="0"/>
          <a:pathLst>
            <a:path>
              <a:moveTo>
                <a:pt x="160462" y="0"/>
              </a:moveTo>
              <a:lnTo>
                <a:pt x="160462" y="1560577"/>
              </a:lnTo>
              <a:lnTo>
                <a:pt x="0" y="1560577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77529" y="1905390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Roles</a:t>
          </a:r>
        </a:p>
      </dsp:txBody>
      <dsp:txXfrm>
        <a:off x="577529" y="1905390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44562" y="686571"/>
          <a:ext cx="160462" cy="1560577"/>
        </a:xfrm>
        <a:custGeom>
          <a:avLst/>
          <a:gdLst/>
          <a:ahLst/>
          <a:cxnLst/>
          <a:rect l="0" t="0" r="0" b="0"/>
          <a:pathLst>
            <a:path>
              <a:moveTo>
                <a:pt x="160462" y="0"/>
              </a:moveTo>
              <a:lnTo>
                <a:pt x="160462" y="1560577"/>
              </a:lnTo>
              <a:lnTo>
                <a:pt x="0" y="1560577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77529" y="1905390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sp:txBody>
      <dsp:txXfrm>
        <a:off x="577529" y="1905390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44562" y="686571"/>
          <a:ext cx="160462" cy="1560577"/>
        </a:xfrm>
        <a:custGeom>
          <a:avLst/>
          <a:gdLst/>
          <a:ahLst/>
          <a:cxnLst/>
          <a:rect l="0" t="0" r="0" b="0"/>
          <a:pathLst>
            <a:path>
              <a:moveTo>
                <a:pt x="160462" y="0"/>
              </a:moveTo>
              <a:lnTo>
                <a:pt x="160462" y="1560577"/>
              </a:lnTo>
              <a:lnTo>
                <a:pt x="0" y="1560577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77529" y="1905390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sp:txBody>
      <dsp:txXfrm>
        <a:off x="577529" y="1905390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</a:t>
          </a:r>
          <a:r>
            <a:rPr lang="en-US" sz="2200" kern="1200" noProof="0" dirty="0"/>
            <a:t>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44562" y="686571"/>
          <a:ext cx="160462" cy="1560577"/>
        </a:xfrm>
        <a:custGeom>
          <a:avLst/>
          <a:gdLst/>
          <a:ahLst/>
          <a:cxnLst/>
          <a:rect l="0" t="0" r="0" b="0"/>
          <a:pathLst>
            <a:path>
              <a:moveTo>
                <a:pt x="160462" y="0"/>
              </a:moveTo>
              <a:lnTo>
                <a:pt x="160462" y="1560577"/>
              </a:lnTo>
              <a:lnTo>
                <a:pt x="0" y="1560577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77529" y="1905390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sp:txBody>
      <dsp:txXfrm>
        <a:off x="577529" y="1905390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BEBBA3-6A01-462F-92C8-588B7795DAA6}">
      <dsp:nvSpPr>
        <dsp:cNvPr id="0" name=""/>
        <dsp:cNvSpPr/>
      </dsp:nvSpPr>
      <dsp:spPr>
        <a:xfrm>
          <a:off x="1961486" y="686571"/>
          <a:ext cx="143538" cy="354061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3540615"/>
              </a:lnTo>
              <a:lnTo>
                <a:pt x="0" y="354061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B1B8AE-4E22-4C26-AD06-2B1E27734E49}">
      <dsp:nvSpPr>
        <dsp:cNvPr id="0" name=""/>
        <dsp:cNvSpPr/>
      </dsp:nvSpPr>
      <dsp:spPr>
        <a:xfrm>
          <a:off x="2105025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0021"/>
              </a:lnTo>
              <a:lnTo>
                <a:pt x="143538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6F049-E564-4FF7-ABDE-C4D612B2B507}">
      <dsp:nvSpPr>
        <dsp:cNvPr id="0" name=""/>
        <dsp:cNvSpPr/>
      </dsp:nvSpPr>
      <dsp:spPr>
        <a:xfrm>
          <a:off x="1961486" y="686571"/>
          <a:ext cx="143538" cy="2570021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2570021"/>
              </a:lnTo>
              <a:lnTo>
                <a:pt x="0" y="2570021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3E759-26FA-433E-94EC-D157DB7FEAE8}">
      <dsp:nvSpPr>
        <dsp:cNvPr id="0" name=""/>
        <dsp:cNvSpPr/>
      </dsp:nvSpPr>
      <dsp:spPr>
        <a:xfrm>
          <a:off x="2105025" y="686571"/>
          <a:ext cx="143538" cy="1599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9428"/>
              </a:lnTo>
              <a:lnTo>
                <a:pt x="143538" y="1599428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A2BCF-D83D-4862-804B-9310DE44B653}">
      <dsp:nvSpPr>
        <dsp:cNvPr id="0" name=""/>
        <dsp:cNvSpPr/>
      </dsp:nvSpPr>
      <dsp:spPr>
        <a:xfrm>
          <a:off x="1944562" y="686571"/>
          <a:ext cx="160462" cy="1560577"/>
        </a:xfrm>
        <a:custGeom>
          <a:avLst/>
          <a:gdLst/>
          <a:ahLst/>
          <a:cxnLst/>
          <a:rect l="0" t="0" r="0" b="0"/>
          <a:pathLst>
            <a:path>
              <a:moveTo>
                <a:pt x="160462" y="0"/>
              </a:moveTo>
              <a:lnTo>
                <a:pt x="160462" y="1560577"/>
              </a:lnTo>
              <a:lnTo>
                <a:pt x="0" y="1560577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5C215-0528-4144-8353-17ADAED0DD1A}">
      <dsp:nvSpPr>
        <dsp:cNvPr id="0" name=""/>
        <dsp:cNvSpPr/>
      </dsp:nvSpPr>
      <dsp:spPr>
        <a:xfrm>
          <a:off x="2105025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8835"/>
              </a:lnTo>
              <a:lnTo>
                <a:pt x="143538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80F1EE-4A40-4094-9E40-50D4DB387AE9}">
      <dsp:nvSpPr>
        <dsp:cNvPr id="0" name=""/>
        <dsp:cNvSpPr/>
      </dsp:nvSpPr>
      <dsp:spPr>
        <a:xfrm>
          <a:off x="1961486" y="686571"/>
          <a:ext cx="143538" cy="628835"/>
        </a:xfrm>
        <a:custGeom>
          <a:avLst/>
          <a:gdLst/>
          <a:ahLst/>
          <a:cxnLst/>
          <a:rect l="0" t="0" r="0" b="0"/>
          <a:pathLst>
            <a:path>
              <a:moveTo>
                <a:pt x="143538" y="0"/>
              </a:moveTo>
              <a:lnTo>
                <a:pt x="143538" y="628835"/>
              </a:lnTo>
              <a:lnTo>
                <a:pt x="0" y="628835"/>
              </a:lnTo>
            </a:path>
          </a:pathLst>
        </a:custGeom>
        <a:noFill/>
        <a:ln w="9525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F77DF4-3607-40B1-9212-7FC561049AC7}">
      <dsp:nvSpPr>
        <dsp:cNvPr id="0" name=""/>
        <dsp:cNvSpPr/>
      </dsp:nvSpPr>
      <dsp:spPr>
        <a:xfrm>
          <a:off x="1421508" y="3055"/>
          <a:ext cx="1367032" cy="68351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/>
            <a:t>WP</a:t>
          </a:r>
        </a:p>
      </dsp:txBody>
      <dsp:txXfrm>
        <a:off x="1421508" y="3055"/>
        <a:ext cx="1367032" cy="683516"/>
      </dsp:txXfrm>
    </dsp:sp>
    <dsp:sp modelId="{25F8FE83-D42D-4834-A3E5-1281B85254CE}">
      <dsp:nvSpPr>
        <dsp:cNvPr id="0" name=""/>
        <dsp:cNvSpPr/>
      </dsp:nvSpPr>
      <dsp:spPr>
        <a:xfrm>
          <a:off x="59445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/>
            <a:t>Summary</a:t>
          </a:r>
        </a:p>
      </dsp:txBody>
      <dsp:txXfrm>
        <a:off x="594453" y="973648"/>
        <a:ext cx="1367032" cy="683516"/>
      </dsp:txXfrm>
    </dsp:sp>
    <dsp:sp modelId="{56E72F52-2946-418E-98CF-5AC46AF469A6}">
      <dsp:nvSpPr>
        <dsp:cNvPr id="0" name=""/>
        <dsp:cNvSpPr/>
      </dsp:nvSpPr>
      <dsp:spPr>
        <a:xfrm>
          <a:off x="2248563" y="973648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Objectives</a:t>
          </a:r>
        </a:p>
      </dsp:txBody>
      <dsp:txXfrm>
        <a:off x="2248563" y="973648"/>
        <a:ext cx="1367032" cy="683516"/>
      </dsp:txXfrm>
    </dsp:sp>
    <dsp:sp modelId="{6F01C796-8D13-47B0-B6CD-363C6D9A4A9B}">
      <dsp:nvSpPr>
        <dsp:cNvPr id="0" name=""/>
        <dsp:cNvSpPr/>
      </dsp:nvSpPr>
      <dsp:spPr>
        <a:xfrm>
          <a:off x="577529" y="1905390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Roles</a:t>
          </a:r>
        </a:p>
      </dsp:txBody>
      <dsp:txXfrm>
        <a:off x="577529" y="1905390"/>
        <a:ext cx="1367032" cy="683516"/>
      </dsp:txXfrm>
    </dsp:sp>
    <dsp:sp modelId="{973C760C-9AD4-48E0-9987-B1DC8C2A0ABF}">
      <dsp:nvSpPr>
        <dsp:cNvPr id="0" name=""/>
        <dsp:cNvSpPr/>
      </dsp:nvSpPr>
      <dsp:spPr>
        <a:xfrm>
          <a:off x="2248563" y="1944241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summary </a:t>
          </a:r>
        </a:p>
      </dsp:txBody>
      <dsp:txXfrm>
        <a:off x="2248563" y="1944241"/>
        <a:ext cx="1367032" cy="683516"/>
      </dsp:txXfrm>
    </dsp:sp>
    <dsp:sp modelId="{1B02C004-790E-4194-A39E-BC71934FB8B6}">
      <dsp:nvSpPr>
        <dsp:cNvPr id="0" name=""/>
        <dsp:cNvSpPr/>
      </dsp:nvSpPr>
      <dsp:spPr>
        <a:xfrm>
          <a:off x="594453" y="2914835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Task details </a:t>
          </a:r>
        </a:p>
      </dsp:txBody>
      <dsp:txXfrm>
        <a:off x="594453" y="2914835"/>
        <a:ext cx="1367032" cy="683516"/>
      </dsp:txXfrm>
    </dsp:sp>
    <dsp:sp modelId="{B822841C-B676-4321-A5D8-A299EF677371}">
      <dsp:nvSpPr>
        <dsp:cNvPr id="0" name=""/>
        <dsp:cNvSpPr/>
      </dsp:nvSpPr>
      <dsp:spPr>
        <a:xfrm>
          <a:off x="2248563" y="2914835"/>
          <a:ext cx="1367032" cy="683516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Deliverable lists</a:t>
          </a:r>
        </a:p>
      </dsp:txBody>
      <dsp:txXfrm>
        <a:off x="2248563" y="2914835"/>
        <a:ext cx="1367032" cy="683516"/>
      </dsp:txXfrm>
    </dsp:sp>
    <dsp:sp modelId="{F9F87C53-F646-4912-85F5-5398770205C7}">
      <dsp:nvSpPr>
        <dsp:cNvPr id="0" name=""/>
        <dsp:cNvSpPr/>
      </dsp:nvSpPr>
      <dsp:spPr>
        <a:xfrm>
          <a:off x="594453" y="3885428"/>
          <a:ext cx="1367032" cy="683516"/>
        </a:xfrm>
        <a:prstGeom prst="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noProof="0" dirty="0"/>
            <a:t>WP Milestones </a:t>
          </a:r>
        </a:p>
      </dsp:txBody>
      <dsp:txXfrm>
        <a:off x="594453" y="3885428"/>
        <a:ext cx="1367032" cy="68351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2 From Project Products to Project Activities</a:t>
          </a:r>
          <a:endParaRPr lang="en-US" sz="1100" kern="1200" noProof="0" dirty="0"/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3 Organizing the project </a:t>
          </a:r>
          <a:endParaRPr lang="en-US" sz="1100" kern="1200" noProof="0" dirty="0"/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4 Defining project work packages </a:t>
          </a:r>
          <a:endParaRPr lang="en-US" sz="1100" kern="1200" noProof="0" dirty="0"/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5 Timelining the project</a:t>
          </a:r>
          <a:endParaRPr lang="en-US" sz="1100" kern="1200" noProof="0" dirty="0"/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2 From Project Products to Project Activities</a:t>
          </a:r>
          <a:endParaRPr lang="en-US" sz="1100" kern="1200" noProof="0" dirty="0"/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3 Organizing the project </a:t>
          </a:r>
          <a:endParaRPr lang="en-US" sz="1100" kern="1200" noProof="0" dirty="0"/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4 Defining project work packages </a:t>
          </a:r>
          <a:endParaRPr lang="en-US" sz="1100" kern="1200" noProof="0" dirty="0"/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5 Timelining the project</a:t>
          </a:r>
          <a:endParaRPr lang="en-US" sz="1100" kern="1200" noProof="0" dirty="0"/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2 From Project Products to Project Activities</a:t>
          </a:r>
          <a:endParaRPr lang="en-US" sz="1100" kern="1200" noProof="0" dirty="0"/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3 Organizing the project </a:t>
          </a:r>
          <a:endParaRPr lang="en-US" sz="1100" kern="1200" noProof="0" dirty="0"/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4 Defining project work packages </a:t>
          </a:r>
          <a:endParaRPr lang="en-US" sz="1100" kern="1200" noProof="0" dirty="0"/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5 Timelining the project</a:t>
          </a:r>
          <a:endParaRPr lang="en-US" sz="1100" kern="1200" noProof="0" dirty="0"/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3 Organizing the project </a:t>
          </a:r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4 Defining project work packages </a:t>
          </a:r>
          <a:endParaRPr lang="en-US" sz="1100" kern="1200" noProof="0" dirty="0"/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/>
            <a:t>Step 5 Timelining the project</a:t>
          </a:r>
          <a:endParaRPr lang="en-US" sz="1100" kern="1200" noProof="0" dirty="0"/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3 Organizing the project </a:t>
          </a:r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4 Defining project work packages </a:t>
          </a:r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5 Timelining the project</a:t>
          </a:r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3 Organizing the project </a:t>
          </a:r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4 Defining project work packages </a:t>
          </a:r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5 Timelining the project</a:t>
          </a:r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3 Organizing the project </a:t>
          </a:r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4 Defining project work packages </a:t>
          </a:r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5 Timelining the project</a:t>
          </a:r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BE882-9DA5-48CB-87EF-A80FC95AF6D4}">
      <dsp:nvSpPr>
        <dsp:cNvPr id="0" name=""/>
        <dsp:cNvSpPr/>
      </dsp:nvSpPr>
      <dsp:spPr>
        <a:xfrm>
          <a:off x="237572" y="1927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1 From Requirements to Project Products </a:t>
          </a:r>
        </a:p>
      </dsp:txBody>
      <dsp:txXfrm>
        <a:off x="254296" y="18651"/>
        <a:ext cx="1147690" cy="537548"/>
      </dsp:txXfrm>
    </dsp:sp>
    <dsp:sp modelId="{92990048-9E01-4E61-B467-436300F67857}">
      <dsp:nvSpPr>
        <dsp:cNvPr id="0" name=""/>
        <dsp:cNvSpPr/>
      </dsp:nvSpPr>
      <dsp:spPr>
        <a:xfrm rot="5400000">
          <a:off x="721079" y="587198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608611"/>
        <a:ext cx="154168" cy="149886"/>
      </dsp:txXfrm>
    </dsp:sp>
    <dsp:sp modelId="{B516B485-DFAB-4F7E-90EA-8E361F311A7D}">
      <dsp:nvSpPr>
        <dsp:cNvPr id="0" name=""/>
        <dsp:cNvSpPr/>
      </dsp:nvSpPr>
      <dsp:spPr>
        <a:xfrm>
          <a:off x="237572" y="858422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2 From Project Products to Project </a:t>
          </a: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Activities</a:t>
          </a:r>
        </a:p>
      </dsp:txBody>
      <dsp:txXfrm>
        <a:off x="254296" y="875146"/>
        <a:ext cx="1147690" cy="537548"/>
      </dsp:txXfrm>
    </dsp:sp>
    <dsp:sp modelId="{CBBA7B58-116E-417D-902D-C48BDE066D57}">
      <dsp:nvSpPr>
        <dsp:cNvPr id="0" name=""/>
        <dsp:cNvSpPr/>
      </dsp:nvSpPr>
      <dsp:spPr>
        <a:xfrm rot="5400000">
          <a:off x="721079" y="1443694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1465107"/>
        <a:ext cx="154168" cy="149886"/>
      </dsp:txXfrm>
    </dsp:sp>
    <dsp:sp modelId="{275C3EDB-E110-4229-9EAA-7E8A501BA3F7}">
      <dsp:nvSpPr>
        <dsp:cNvPr id="0" name=""/>
        <dsp:cNvSpPr/>
      </dsp:nvSpPr>
      <dsp:spPr>
        <a:xfrm>
          <a:off x="237572" y="1714917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3 Organizing the project </a:t>
          </a:r>
        </a:p>
      </dsp:txBody>
      <dsp:txXfrm>
        <a:off x="254296" y="1731641"/>
        <a:ext cx="1147690" cy="537548"/>
      </dsp:txXfrm>
    </dsp:sp>
    <dsp:sp modelId="{9ABBA867-2643-4AA3-82E9-D7D837D2F730}">
      <dsp:nvSpPr>
        <dsp:cNvPr id="0" name=""/>
        <dsp:cNvSpPr/>
      </dsp:nvSpPr>
      <dsp:spPr>
        <a:xfrm rot="5400000">
          <a:off x="721079" y="2300189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2321602"/>
        <a:ext cx="154168" cy="149886"/>
      </dsp:txXfrm>
    </dsp:sp>
    <dsp:sp modelId="{1A47263C-6BDA-47F8-8022-905A84F00678}">
      <dsp:nvSpPr>
        <dsp:cNvPr id="0" name=""/>
        <dsp:cNvSpPr/>
      </dsp:nvSpPr>
      <dsp:spPr>
        <a:xfrm>
          <a:off x="237572" y="2571413"/>
          <a:ext cx="1181138" cy="570996"/>
        </a:xfrm>
        <a:prstGeom prst="roundRect">
          <a:avLst>
            <a:gd name="adj" fmla="val 10000"/>
          </a:avLst>
        </a:prstGeom>
        <a:solidFill>
          <a:srgbClr val="FFFFFF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/>
            <a:t>Step 4 Defining project work packages </a:t>
          </a:r>
        </a:p>
      </dsp:txBody>
      <dsp:txXfrm>
        <a:off x="254296" y="2588137"/>
        <a:ext cx="1147690" cy="537548"/>
      </dsp:txXfrm>
    </dsp:sp>
    <dsp:sp modelId="{11169D65-4F6B-4215-A408-6551098BAA74}">
      <dsp:nvSpPr>
        <dsp:cNvPr id="0" name=""/>
        <dsp:cNvSpPr/>
      </dsp:nvSpPr>
      <dsp:spPr>
        <a:xfrm rot="5400000">
          <a:off x="721079" y="3156685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3178098"/>
        <a:ext cx="154168" cy="149886"/>
      </dsp:txXfrm>
    </dsp:sp>
    <dsp:sp modelId="{600DEC95-91C6-4FB7-A7E2-17B6393E8D41}">
      <dsp:nvSpPr>
        <dsp:cNvPr id="0" name=""/>
        <dsp:cNvSpPr/>
      </dsp:nvSpPr>
      <dsp:spPr>
        <a:xfrm>
          <a:off x="237572" y="3427908"/>
          <a:ext cx="1181138" cy="570996"/>
        </a:xfrm>
        <a:prstGeom prst="roundRect">
          <a:avLst>
            <a:gd name="adj" fmla="val 10000"/>
          </a:avLst>
        </a:prstGeom>
        <a:solidFill>
          <a:schemeClr val="bg1"/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5 Timelining the project</a:t>
          </a:r>
        </a:p>
      </dsp:txBody>
      <dsp:txXfrm>
        <a:off x="254296" y="3444632"/>
        <a:ext cx="1147690" cy="537548"/>
      </dsp:txXfrm>
    </dsp:sp>
    <dsp:sp modelId="{48E26E7F-7835-4476-8F60-5FA5020C0899}">
      <dsp:nvSpPr>
        <dsp:cNvPr id="0" name=""/>
        <dsp:cNvSpPr/>
      </dsp:nvSpPr>
      <dsp:spPr>
        <a:xfrm rot="5400000">
          <a:off x="721079" y="4013180"/>
          <a:ext cx="214123" cy="25694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751057" y="4034593"/>
        <a:ext cx="154168" cy="149886"/>
      </dsp:txXfrm>
    </dsp:sp>
    <dsp:sp modelId="{EC65CC9C-9A45-4A87-8D59-9690DEAE5CE1}">
      <dsp:nvSpPr>
        <dsp:cNvPr id="0" name=""/>
        <dsp:cNvSpPr/>
      </dsp:nvSpPr>
      <dsp:spPr>
        <a:xfrm>
          <a:off x="237572" y="4284404"/>
          <a:ext cx="1181138" cy="570996"/>
        </a:xfrm>
        <a:prstGeom prst="roundRect">
          <a:avLst>
            <a:gd name="adj" fmla="val 10000"/>
          </a:avLst>
        </a:prstGeom>
        <a:solidFill>
          <a:srgbClr val="FFFFFF">
            <a:lumMod val="85000"/>
          </a:srgbClr>
        </a:solidFill>
        <a:ln w="25400" cap="flat" cmpd="sng" algn="ctr">
          <a:solidFill>
            <a:srgbClr val="000000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noProof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imes New Roman"/>
              <a:ea typeface="+mn-ea"/>
              <a:cs typeface="+mn-cs"/>
            </a:rPr>
            <a:t>Step 6 Setting the milestones </a:t>
          </a:r>
        </a:p>
      </dsp:txBody>
      <dsp:txXfrm>
        <a:off x="254296" y="4301128"/>
        <a:ext cx="1147690" cy="5375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374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6125" y="752475"/>
            <a:ext cx="5367338" cy="3716338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722813"/>
            <a:ext cx="50307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913" tIns="44659" rIns="90913" bIns="44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Click to edit Master text styles</a:t>
            </a:r>
          </a:p>
          <a:p>
            <a:pPr lvl="1"/>
            <a:r>
              <a:rPr lang="it-IT" altLang="it-IT" noProof="0"/>
              <a:t>Second level</a:t>
            </a:r>
          </a:p>
          <a:p>
            <a:pPr lvl="2"/>
            <a:r>
              <a:rPr lang="it-IT" altLang="it-IT" noProof="0"/>
              <a:t>Third level</a:t>
            </a:r>
          </a:p>
          <a:p>
            <a:pPr lvl="3"/>
            <a:r>
              <a:rPr lang="it-IT" altLang="it-IT" noProof="0"/>
              <a:t>Fourth level</a:t>
            </a:r>
          </a:p>
          <a:p>
            <a:pPr lvl="4"/>
            <a:r>
              <a:rPr lang="it-IT" altLang="it-IT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997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041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B17F-102C-92BA-67BF-6947EFB5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34CA3C0-3F40-E599-6E0A-EE221A68D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18078FB-3C98-C2A7-1EAD-A136DE97A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959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6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325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52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12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4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310FD4F-696B-430B-A317-5B8F756529F4}" type="slidenum">
              <a:rPr lang="it-IT" sz="1300" b="0">
                <a:solidFill>
                  <a:schemeClr val="tx1"/>
                </a:solidFill>
              </a:rPr>
              <a:pPr eaLnBrk="1" hangingPunct="1"/>
              <a:t>19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78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20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89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869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214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92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407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420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7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380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05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65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EBD2B8C3-1F4B-4668-A1A9-54AFE5E0E1A4}" type="slidenum">
              <a:rPr lang="it-IT" sz="1300" b="0">
                <a:solidFill>
                  <a:schemeClr val="tx1"/>
                </a:solidFill>
              </a:rPr>
              <a:pPr eaLnBrk="1" hangingPunct="1"/>
              <a:t>34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69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A19BC894-AA34-4218-8096-DC459FFC698F}" type="slidenum">
              <a:rPr lang="it-IT" sz="1300" b="0">
                <a:solidFill>
                  <a:schemeClr val="tx1"/>
                </a:solidFill>
              </a:rPr>
              <a:pPr eaLnBrk="1" hangingPunct="1"/>
              <a:t>35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6600" y="746125"/>
            <a:ext cx="5384800" cy="3729038"/>
          </a:xfrm>
          <a:solidFill>
            <a:srgbClr val="FFFFFF"/>
          </a:solidFill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724532"/>
            <a:ext cx="5030391" cy="447457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81335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38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064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51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411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436774ED-DA1E-4CBC-8AEA-F61FBEF5ADAD}" type="slidenum">
              <a:rPr lang="it-IT" sz="1300" b="0">
                <a:solidFill>
                  <a:schemeClr val="tx1"/>
                </a:solidFill>
              </a:rPr>
              <a:pPr eaLnBrk="1" hangingPunct="1"/>
              <a:t>57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49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219F7E80-B9B0-4F8E-9EEE-8733DD1944E5}" type="slidenum">
              <a:rPr lang="it-IT" sz="1300" b="0">
                <a:solidFill>
                  <a:schemeClr val="tx1"/>
                </a:solidFill>
              </a:rPr>
              <a:pPr eaLnBrk="1" hangingPunct="1"/>
              <a:t>58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36600" y="746125"/>
            <a:ext cx="5384800" cy="3729038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294" y="4724531"/>
            <a:ext cx="5027414" cy="4477861"/>
          </a:xfrm>
          <a:noFill/>
        </p:spPr>
        <p:txBody>
          <a:bodyPr lIns="96318" tIns="48158" rIns="96318" bIns="48158"/>
          <a:lstStyle/>
          <a:p>
            <a:pPr eaLnBrk="1" hangingPunct="1"/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880360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436774ED-DA1E-4CBC-8AEA-F61FBEF5ADAD}" type="slidenum">
              <a:rPr lang="it-IT" sz="1300" b="0">
                <a:solidFill>
                  <a:schemeClr val="tx1"/>
                </a:solidFill>
              </a:rPr>
              <a:pPr eaLnBrk="1" hangingPunct="1"/>
              <a:t>59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61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436774ED-DA1E-4CBC-8AEA-F61FBEF5ADAD}" type="slidenum">
              <a:rPr lang="it-IT" sz="1300" b="0">
                <a:solidFill>
                  <a:schemeClr val="tx1"/>
                </a:solidFill>
              </a:rPr>
              <a:pPr eaLnBrk="1" hangingPunct="1"/>
              <a:t>60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08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E127A267-1F9C-4CED-8626-B782DE53A899}" type="slidenum">
              <a:rPr lang="it-IT" sz="1300" b="0">
                <a:solidFill>
                  <a:schemeClr val="tx1"/>
                </a:solidFill>
              </a:rPr>
              <a:pPr eaLnBrk="1" hangingPunct="1"/>
              <a:t>61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593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7896F25D-62BD-4B98-8AB8-9F8478A915A1}" type="slidenum">
              <a:rPr lang="it-IT" sz="1300" b="0">
                <a:solidFill>
                  <a:schemeClr val="tx1"/>
                </a:solidFill>
              </a:rPr>
              <a:pPr eaLnBrk="1" hangingPunct="1"/>
              <a:t>62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801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F7C2EA86-5343-4EE9-BE5B-E0CDF2FDBEE8}" type="slidenum">
              <a:rPr lang="it-IT" sz="1300" b="0">
                <a:solidFill>
                  <a:schemeClr val="tx1"/>
                </a:solidFill>
              </a:rPr>
              <a:pPr eaLnBrk="1" hangingPunct="1"/>
              <a:t>63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071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79266093-AEED-4FB7-9947-9C29F71142CA}" type="slidenum">
              <a:rPr lang="it-IT" sz="1300" b="0">
                <a:solidFill>
                  <a:schemeClr val="tx1"/>
                </a:solidFill>
              </a:rPr>
              <a:pPr eaLnBrk="1" hangingPunct="1"/>
              <a:t>64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788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CAFEF80C-30F7-4996-B697-A9C6E2434BBB}" type="slidenum">
              <a:rPr lang="it-IT" sz="1300" b="0">
                <a:solidFill>
                  <a:schemeClr val="tx1"/>
                </a:solidFill>
              </a:rPr>
              <a:pPr eaLnBrk="1" hangingPunct="1"/>
              <a:t>65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079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436774ED-DA1E-4CBC-8AEA-F61FBEF5ADAD}" type="slidenum">
              <a:rPr lang="it-IT" sz="1300" b="0">
                <a:solidFill>
                  <a:schemeClr val="tx1"/>
                </a:solidFill>
              </a:rPr>
              <a:pPr eaLnBrk="1" hangingPunct="1"/>
              <a:t>66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743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20F716F8-2A9B-41AC-B6C2-6774C05F37EE}" type="slidenum">
              <a:rPr lang="it-IT" sz="1300" b="0">
                <a:solidFill>
                  <a:schemeClr val="tx1"/>
                </a:solidFill>
              </a:rPr>
              <a:pPr eaLnBrk="1" hangingPunct="1"/>
              <a:t>72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09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73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71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74C4C-AA90-866B-1420-B21DE635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630F1230-0786-DF34-FAD6-383EC2C9BE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74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239070EC-7684-7959-2106-0F07A31BE9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6E231CA-D903-337B-98C9-7266F78F78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187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1B15E80E-5342-462B-BB90-3B0DC5402ACD}" type="slidenum">
              <a:rPr lang="it-IT" sz="1300" b="0">
                <a:solidFill>
                  <a:schemeClr val="tx1"/>
                </a:solidFill>
              </a:rPr>
              <a:pPr eaLnBrk="1" hangingPunct="1"/>
              <a:t>75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0669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6D40E10A-3EA2-4CB4-A33D-DD67D64B679D}" type="slidenum">
              <a:rPr lang="it-IT" sz="1300" b="0">
                <a:solidFill>
                  <a:schemeClr val="tx1"/>
                </a:solidFill>
              </a:rPr>
              <a:pPr eaLnBrk="1" hangingPunct="1"/>
              <a:t>76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89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414" y="9447418"/>
            <a:ext cx="2972098" cy="496627"/>
          </a:xfrm>
          <a:prstGeom prst="rect">
            <a:avLst/>
          </a:prstGeom>
          <a:noFill/>
        </p:spPr>
        <p:txBody>
          <a:bodyPr/>
          <a:lstStyle>
            <a:lvl1pPr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defTabSz="968375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defTabSz="968375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/>
            <a:fld id="{D02DE912-A37B-414F-A96C-80BA3230D068}" type="slidenum">
              <a:rPr lang="it-IT" sz="1300" b="0">
                <a:solidFill>
                  <a:schemeClr val="tx1"/>
                </a:solidFill>
              </a:rPr>
              <a:pPr eaLnBrk="1" hangingPunct="1"/>
              <a:t>80</a:t>
            </a:fld>
            <a:endParaRPr lang="it-IT" sz="1300" b="0">
              <a:solidFill>
                <a:schemeClr val="tx1"/>
              </a:solidFill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7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29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0999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76536" y="1524000"/>
            <a:ext cx="8386514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7879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098660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072680" y="1524000"/>
            <a:ext cx="324036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529064" y="1524000"/>
            <a:ext cx="3633986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5042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76536" y="1524000"/>
            <a:ext cx="3816424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0" y="1524000"/>
            <a:ext cx="42100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9175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14380"/>
            <a:ext cx="3816424" cy="2202652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0" y="1524000"/>
            <a:ext cx="421005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BA512F97-EE13-45C8-982E-8F6AAD05579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38253" y="3893348"/>
            <a:ext cx="3816424" cy="2202652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7864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90199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61496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86660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36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27007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79164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59618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08515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1278641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52863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144688" y="1524000"/>
            <a:ext cx="7018362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4873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24368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1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072680" y="1524000"/>
            <a:ext cx="70903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072680" y="3886200"/>
            <a:ext cx="70903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830440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443435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3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190758" y="1524000"/>
            <a:ext cx="341031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745088" y="1524000"/>
            <a:ext cx="3417962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2216696" y="3886200"/>
            <a:ext cx="69463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75068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76736" y="3861048"/>
            <a:ext cx="341031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2576736" y="1484784"/>
            <a:ext cx="6964645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7EE97C6-3497-4BC2-8A6B-BDE61A9A8F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31067" y="3861863"/>
            <a:ext cx="341031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590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619B04C-25BC-4763-AE1B-E1079C834A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2950" y="3933056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0BC47E0-FBC3-4BC3-B1E1-E79332F607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9200" y="3933056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078219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292896" y="1524000"/>
            <a:ext cx="33081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817096" y="1524000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619B04C-25BC-4763-AE1B-E1079C834A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92896" y="3933056"/>
            <a:ext cx="33081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0BC47E0-FBC3-4BC3-B1E1-E79332F607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17096" y="3933056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563693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292896" y="1524000"/>
            <a:ext cx="3308176" cy="4618856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817096" y="1524000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0BC47E0-FBC3-4BC3-B1E1-E79332F607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17096" y="3933056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432882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4370698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217688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742950" y="38862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029352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2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169024" y="1340768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169024" y="3702968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135064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9744980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148880" y="1524000"/>
            <a:ext cx="338018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2148880" y="3886200"/>
            <a:ext cx="338018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673080" y="1524000"/>
            <a:ext cx="348997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929626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915A149-2C15-49A3-82FE-BC94EA23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3225"/>
            <a:ext cx="9906000" cy="104775"/>
          </a:xfrm>
          <a:prstGeom prst="rect">
            <a:avLst/>
          </a:prstGeom>
          <a:solidFill>
            <a:srgbClr val="003E74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t-IT" altLang="it-IT" sz="1400"/>
          </a:p>
        </p:txBody>
      </p:sp>
      <p:pic>
        <p:nvPicPr>
          <p:cNvPr id="3" name="Immagine 4" descr="universita">
            <a:extLst>
              <a:ext uri="{FF2B5EF4-FFF2-40B4-BE49-F238E27FC236}">
                <a16:creationId xmlns:a16="http://schemas.microsoft.com/office/drawing/2014/main" id="{58DA1FEE-791F-48AE-8293-4592741BB0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9279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024210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336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9049573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2" imgW="5028571" imgH="4866667" progId="MSPhotoEd.3">
                  <p:embed/>
                </p:oleObj>
              </mc:Choice>
              <mc:Fallback>
                <p:oleObj name="Fotografia di Photo Editor" r:id="rId2" imgW="5028571" imgH="4866667" progId="MSPhotoEd.3">
                  <p:embed/>
                  <p:pic>
                    <p:nvPicPr>
                      <p:cNvPr id="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/>
          <a:lstStyle>
            <a:lvl1pPr>
              <a:defRPr>
                <a:solidFill>
                  <a:srgbClr val="003366"/>
                </a:solidFill>
              </a:defRPr>
            </a:lvl1pPr>
            <a:lvl2pPr>
              <a:defRPr>
                <a:solidFill>
                  <a:srgbClr val="003366"/>
                </a:solidFill>
              </a:defRPr>
            </a:lvl2pPr>
            <a:lvl3pPr>
              <a:defRPr>
                <a:solidFill>
                  <a:srgbClr val="003366"/>
                </a:solidFill>
              </a:defRPr>
            </a:lvl3pPr>
            <a:lvl4pPr>
              <a:defRPr>
                <a:solidFill>
                  <a:srgbClr val="003366"/>
                </a:solidFill>
              </a:defRPr>
            </a:lvl4pPr>
            <a:lvl5pPr>
              <a:defRPr>
                <a:solidFill>
                  <a:srgbClr val="0033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035464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5EA67-AD77-413F-9935-ABA9CC97110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6998571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072680" y="1524000"/>
            <a:ext cx="3240360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529064" y="1524000"/>
            <a:ext cx="3633986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770180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006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>
                <a:solidFill>
                  <a:srgbClr val="000066"/>
                </a:solidFill>
              </a:defRPr>
            </a:lvl1pPr>
            <a:lvl2pPr>
              <a:defRPr sz="2000">
                <a:solidFill>
                  <a:srgbClr val="000066"/>
                </a:solidFill>
              </a:defRPr>
            </a:lvl2pPr>
            <a:lvl3pPr>
              <a:defRPr sz="1800">
                <a:solidFill>
                  <a:srgbClr val="000066"/>
                </a:solidFill>
              </a:defRPr>
            </a:lvl3pPr>
            <a:lvl4pPr>
              <a:defRPr sz="1600">
                <a:solidFill>
                  <a:srgbClr val="000066"/>
                </a:solidFill>
              </a:defRPr>
            </a:lvl4pPr>
            <a:lvl5pPr>
              <a:defRPr sz="1600">
                <a:solidFill>
                  <a:srgbClr val="000066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773165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8312943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9812630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598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>
                <a:solidFill>
                  <a:srgbClr val="000066"/>
                </a:solidFill>
              </a:defRPr>
            </a:lvl1pPr>
            <a:lvl2pPr>
              <a:defRPr sz="2800">
                <a:solidFill>
                  <a:srgbClr val="000066"/>
                </a:solidFill>
              </a:defRPr>
            </a:lvl2pPr>
            <a:lvl3pPr>
              <a:defRPr sz="2400">
                <a:solidFill>
                  <a:srgbClr val="000066"/>
                </a:solidFill>
              </a:defRPr>
            </a:lvl3pPr>
            <a:lvl4pPr>
              <a:defRPr sz="2000">
                <a:solidFill>
                  <a:srgbClr val="000066"/>
                </a:solidFill>
              </a:defRPr>
            </a:lvl4pPr>
            <a:lvl5pPr>
              <a:defRPr sz="2000">
                <a:solidFill>
                  <a:srgbClr val="00006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6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094692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377849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877320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822792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58025" y="304800"/>
            <a:ext cx="2105025" cy="5791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42950" y="304800"/>
            <a:ext cx="6162675" cy="5791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162800" y="6324600"/>
            <a:ext cx="20574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E56F8-79AE-47A4-8A20-D6B7E8F9F0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776288" y="6381750"/>
            <a:ext cx="6192837" cy="360363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it-IT"/>
              <a:t>2009-10-Gianmario Motta</a:t>
            </a:r>
          </a:p>
        </p:txBody>
      </p:sp>
    </p:spTree>
    <p:extLst>
      <p:ext uri="{BB962C8B-B14F-4D97-AF65-F5344CB8AC3E}">
        <p14:creationId xmlns:p14="http://schemas.microsoft.com/office/powerpoint/2010/main" val="37562980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742950" y="1524000"/>
            <a:ext cx="842010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088125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144688" y="1524000"/>
            <a:ext cx="7018362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pPr lv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396011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226858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1_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072680" y="1524000"/>
            <a:ext cx="70903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072680" y="3886200"/>
            <a:ext cx="709037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317030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3886200"/>
            <a:ext cx="842010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476802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3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190758" y="1524000"/>
            <a:ext cx="341031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745088" y="1524000"/>
            <a:ext cx="3417962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2216696" y="3886200"/>
            <a:ext cx="69463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9255003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76736" y="3861048"/>
            <a:ext cx="341031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2576736" y="1484784"/>
            <a:ext cx="6964645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A7EE97C6-3497-4BC2-8A6B-BDE61A9A8F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31067" y="3861863"/>
            <a:ext cx="341031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376652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2920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619B04C-25BC-4763-AE1B-E1079C834A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2950" y="3933056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0BC47E0-FBC3-4BC3-B1E1-E79332F607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29200" y="3933056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389247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292896" y="1524000"/>
            <a:ext cx="33081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817096" y="1524000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619B04C-25BC-4763-AE1B-E1079C834A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92896" y="3933056"/>
            <a:ext cx="3308176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0BC47E0-FBC3-4BC3-B1E1-E79332F607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17096" y="3933056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2259981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olo e contenuto sopra tes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292896" y="1524000"/>
            <a:ext cx="3308176" cy="4618856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817096" y="1524000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contenuto 3">
            <a:extLst>
              <a:ext uri="{FF2B5EF4-FFF2-40B4-BE49-F238E27FC236}">
                <a16:creationId xmlns:a16="http://schemas.microsoft.com/office/drawing/2014/main" id="{D0BC47E0-FBC3-4BC3-B1E1-E79332F607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17096" y="3933056"/>
            <a:ext cx="334595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5721913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olo, contenut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216376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74295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671896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742950" y="15240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742950" y="3886200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029200" y="152400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120585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2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5169024" y="1340768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169024" y="3702968"/>
            <a:ext cx="4133850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742950" y="1350640"/>
            <a:ext cx="413385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02997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1_Titolo, contenuto 2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148880" y="1524000"/>
            <a:ext cx="338018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2148880" y="3886200"/>
            <a:ext cx="3380184" cy="22098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half" idx="3"/>
          </p:nvPr>
        </p:nvSpPr>
        <p:spPr>
          <a:xfrm>
            <a:off x="5673080" y="1524000"/>
            <a:ext cx="3489970" cy="4572000"/>
          </a:xfrm>
        </p:spPr>
        <p:txBody>
          <a:bodyPr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  <a:lvl4pPr>
              <a:defRPr>
                <a:solidFill>
                  <a:srgbClr val="000066"/>
                </a:solidFill>
              </a:defRPr>
            </a:lvl4pPr>
            <a:lvl5pPr>
              <a:defRPr>
                <a:solidFill>
                  <a:srgbClr val="000066"/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593509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915A149-2C15-49A3-82FE-BC94EA23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53225"/>
            <a:ext cx="9906000" cy="104775"/>
          </a:xfrm>
          <a:prstGeom prst="rect">
            <a:avLst/>
          </a:prstGeom>
          <a:solidFill>
            <a:srgbClr val="003E74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it-IT" altLang="it-IT" sz="1400"/>
          </a:p>
        </p:txBody>
      </p:sp>
      <p:pic>
        <p:nvPicPr>
          <p:cNvPr id="3" name="Immagine 4" descr="universita">
            <a:extLst>
              <a:ext uri="{FF2B5EF4-FFF2-40B4-BE49-F238E27FC236}">
                <a16:creationId xmlns:a16="http://schemas.microsoft.com/office/drawing/2014/main" id="{58DA1FEE-791F-48AE-8293-4592741BB0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8145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967086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3417962" cy="4572000"/>
          </a:xfrm>
        </p:spPr>
        <p:txBody>
          <a:bodyPr/>
          <a:lstStyle>
            <a:lvl1pPr>
              <a:defRPr sz="2800">
                <a:solidFill>
                  <a:srgbClr val="000066"/>
                </a:solidFill>
              </a:defRPr>
            </a:lvl1pPr>
            <a:lvl2pPr>
              <a:defRPr sz="2400">
                <a:solidFill>
                  <a:srgbClr val="000066"/>
                </a:solidFill>
              </a:defRPr>
            </a:lvl2pPr>
            <a:lvl3pPr>
              <a:defRPr sz="2000">
                <a:solidFill>
                  <a:srgbClr val="000066"/>
                </a:solidFill>
              </a:defRPr>
            </a:lvl3pPr>
            <a:lvl4pPr>
              <a:defRPr sz="1800">
                <a:solidFill>
                  <a:srgbClr val="000066"/>
                </a:solidFill>
              </a:defRPr>
            </a:lvl4pPr>
            <a:lvl5pPr>
              <a:defRPr sz="1800">
                <a:solidFill>
                  <a:srgbClr val="000066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0488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524000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35" imgW="5028571" imgH="4866667" progId="MSPhotoEd.3">
                  <p:embed/>
                </p:oleObj>
              </mc:Choice>
              <mc:Fallback>
                <p:oleObj name="Fotografia di Photo Editor" r:id="rId35" imgW="5028571" imgH="4866667" progId="MSPhotoEd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52" r:id="rId3"/>
    <p:sldLayoutId id="2147483687" r:id="rId4"/>
    <p:sldLayoutId id="2147483688" r:id="rId5"/>
    <p:sldLayoutId id="2147483753" r:id="rId6"/>
    <p:sldLayoutId id="2147483754" r:id="rId7"/>
    <p:sldLayoutId id="2147483689" r:id="rId8"/>
    <p:sldLayoutId id="2147483690" r:id="rId9"/>
    <p:sldLayoutId id="2147483708" r:id="rId10"/>
    <p:sldLayoutId id="2147483691" r:id="rId11"/>
    <p:sldLayoutId id="2147483692" r:id="rId12"/>
    <p:sldLayoutId id="2147483693" r:id="rId13"/>
    <p:sldLayoutId id="2147483710" r:id="rId14"/>
    <p:sldLayoutId id="2147483694" r:id="rId15"/>
    <p:sldLayoutId id="2147483695" r:id="rId16"/>
    <p:sldLayoutId id="2147483696" r:id="rId17"/>
    <p:sldLayoutId id="2147483711" r:id="rId18"/>
    <p:sldLayoutId id="2147483697" r:id="rId19"/>
    <p:sldLayoutId id="2147483714" r:id="rId20"/>
    <p:sldLayoutId id="2147483698" r:id="rId21"/>
    <p:sldLayoutId id="2147483715" r:id="rId22"/>
    <p:sldLayoutId id="2147483716" r:id="rId23"/>
    <p:sldLayoutId id="2147483707" r:id="rId24"/>
    <p:sldLayoutId id="2147483712" r:id="rId25"/>
    <p:sldLayoutId id="2147483719" r:id="rId26"/>
    <p:sldLayoutId id="2147483699" r:id="rId27"/>
    <p:sldLayoutId id="2147483700" r:id="rId28"/>
    <p:sldLayoutId id="2147483701" r:id="rId29"/>
    <p:sldLayoutId id="2147483720" r:id="rId30"/>
    <p:sldLayoutId id="2147483713" r:id="rId31"/>
    <p:sldLayoutId id="2147483717" r:id="rId32"/>
    <p:sldLayoutId id="2147483755" r:id="rId3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304800"/>
            <a:ext cx="817086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524000"/>
            <a:ext cx="84201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Click to edit Master text styles</a:t>
            </a:r>
          </a:p>
          <a:p>
            <a:pPr lvl="1"/>
            <a:r>
              <a:rPr lang="it-IT" altLang="it-IT"/>
              <a:t>Second level</a:t>
            </a:r>
          </a:p>
          <a:p>
            <a:pPr lvl="2"/>
            <a:r>
              <a:rPr lang="it-IT" altLang="it-IT"/>
              <a:t>Third level</a:t>
            </a:r>
          </a:p>
          <a:p>
            <a:pPr lvl="3"/>
            <a:r>
              <a:rPr lang="it-IT" altLang="it-IT"/>
              <a:t>Fourth level</a:t>
            </a:r>
          </a:p>
          <a:p>
            <a:pPr lvl="4"/>
            <a:r>
              <a:rPr lang="it-IT" altLang="it-IT"/>
              <a:t>Fifth level</a:t>
            </a:r>
          </a:p>
        </p:txBody>
      </p:sp>
      <p:graphicFrame>
        <p:nvGraphicFramePr>
          <p:cNvPr id="7174" name="Object 17"/>
          <p:cNvGraphicFramePr>
            <a:graphicFrameLocks noChangeAspect="1"/>
          </p:cNvGraphicFramePr>
          <p:nvPr userDrawn="1"/>
        </p:nvGraphicFramePr>
        <p:xfrm>
          <a:off x="8915400" y="333375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tografia di Photo Editor" r:id="rId32" imgW="5028571" imgH="4866667" progId="MSPhotoEd.3">
                  <p:embed/>
                </p:oleObj>
              </mc:Choice>
              <mc:Fallback>
                <p:oleObj name="Fotografia di Photo Editor" r:id="rId32" imgW="5028571" imgH="4866667" progId="MSPhotoEd.3">
                  <p:embed/>
                  <p:pic>
                    <p:nvPicPr>
                      <p:cNvPr id="717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5400" y="333375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699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84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46" r:id="rId25"/>
    <p:sldLayoutId id="2147483747" r:id="rId26"/>
    <p:sldLayoutId id="2147483748" r:id="rId27"/>
    <p:sldLayoutId id="2147483749" r:id="rId28"/>
    <p:sldLayoutId id="2147483750" r:id="rId29"/>
    <p:sldLayoutId id="2147483751" r:id="rId30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rgbClr val="0000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>
          <a:solidFill>
            <a:srgbClr val="0000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1600">
          <a:solidFill>
            <a:srgbClr val="0000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rgbClr val="000066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33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3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3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2.wm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7" Type="http://schemas.openxmlformats.org/officeDocument/2006/relationships/image" Target="../media/image2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4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3.bin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3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3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1BA2-AC05-0ACC-7FF0-0A40D72F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6AACA3A-F30F-B507-3788-DE1E11D08A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251102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2E749578-A65F-BF20-7293-11750F83E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b="1" u="sng" noProof="0" dirty="0"/>
              <a:t>Project structure roadmap </a:t>
            </a:r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19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88DB-779C-2F25-592B-821DB0C6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05FCC21-9064-0ADA-6A0F-74488DCF4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structure roadmap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E4A7906-177C-8735-9398-AE2EEB12F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r>
              <a:rPr lang="en-US" noProof="0" dirty="0"/>
              <a:t>In whatever approach, a project should be structured</a:t>
            </a:r>
          </a:p>
          <a:p>
            <a:r>
              <a:rPr lang="en-US" noProof="0" dirty="0"/>
              <a:t>Key structural elements include:</a:t>
            </a:r>
          </a:p>
          <a:p>
            <a:pPr lvl="1"/>
            <a:r>
              <a:rPr lang="en-US" noProof="0" dirty="0"/>
              <a:t>Project </a:t>
            </a:r>
            <a:r>
              <a:rPr lang="en-US" b="1" noProof="0" dirty="0"/>
              <a:t>organization</a:t>
            </a:r>
            <a:r>
              <a:rPr lang="en-US" noProof="0" dirty="0"/>
              <a:t>, which defines the roles in the project </a:t>
            </a:r>
          </a:p>
          <a:p>
            <a:pPr lvl="1"/>
            <a:r>
              <a:rPr lang="en-US" noProof="0" dirty="0"/>
              <a:t>Project </a:t>
            </a:r>
            <a:r>
              <a:rPr lang="en-US" b="1" noProof="0" dirty="0"/>
              <a:t>milestones</a:t>
            </a:r>
            <a:r>
              <a:rPr lang="en-US" noProof="0" dirty="0"/>
              <a:t>, which define when decisions go/stop will be made</a:t>
            </a:r>
          </a:p>
          <a:p>
            <a:pPr lvl="1"/>
            <a:r>
              <a:rPr lang="en-US" noProof="0" dirty="0"/>
              <a:t>Project </a:t>
            </a:r>
            <a:r>
              <a:rPr lang="en-US" b="1" noProof="0" dirty="0"/>
              <a:t>activities</a:t>
            </a:r>
            <a:r>
              <a:rPr lang="en-US" noProof="0" dirty="0"/>
              <a:t> which identify the project life cycles in software development, infrastructure, and organization</a:t>
            </a:r>
          </a:p>
          <a:p>
            <a:pPr lvl="1"/>
            <a:r>
              <a:rPr lang="en-US" noProof="0" dirty="0"/>
              <a:t>Project </a:t>
            </a:r>
            <a:r>
              <a:rPr lang="en-US" b="1" noProof="0" dirty="0"/>
              <a:t>products</a:t>
            </a:r>
            <a:r>
              <a:rPr lang="en-US" noProof="0" dirty="0"/>
              <a:t> and deliverables </a:t>
            </a:r>
          </a:p>
          <a:p>
            <a:pPr lvl="1"/>
            <a:r>
              <a:rPr lang="en-US" noProof="0" dirty="0"/>
              <a:t>Project </a:t>
            </a:r>
            <a:r>
              <a:rPr lang="en-US" b="1" noProof="0" dirty="0"/>
              <a:t>work packages </a:t>
            </a:r>
            <a:r>
              <a:rPr lang="en-US" noProof="0" dirty="0"/>
              <a:t>which define the assignments to project teams</a:t>
            </a:r>
          </a:p>
          <a:p>
            <a:r>
              <a:rPr lang="en-US" noProof="0" dirty="0"/>
              <a:t>These structural elements are needed to manage the project </a:t>
            </a:r>
          </a:p>
          <a:p>
            <a:r>
              <a:rPr lang="en-US" noProof="0" dirty="0"/>
              <a:t>The project work packages (which realize the project lifecycle) can be run according a variety of approaches:  Incremental, Predictive. Hybrid </a:t>
            </a:r>
          </a:p>
          <a:p>
            <a:r>
              <a:rPr lang="en-US" noProof="0" dirty="0"/>
              <a:t>This section illustrates a </a:t>
            </a:r>
            <a:r>
              <a:rPr lang="en-US" b="1" noProof="0" dirty="0"/>
              <a:t>roadmap</a:t>
            </a:r>
            <a:r>
              <a:rPr lang="en-US" noProof="0" dirty="0"/>
              <a:t> to create the project structure </a:t>
            </a:r>
          </a:p>
        </p:txBody>
      </p:sp>
    </p:spTree>
    <p:extLst>
      <p:ext uri="{BB962C8B-B14F-4D97-AF65-F5344CB8AC3E}">
        <p14:creationId xmlns:p14="http://schemas.microsoft.com/office/powerpoint/2010/main" val="344903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Structure Roadmap</a:t>
            </a:r>
            <a:endParaRPr lang="en-US" i="1" noProof="0" dirty="0"/>
          </a:p>
        </p:txBody>
      </p:sp>
      <p:pic>
        <p:nvPicPr>
          <p:cNvPr id="16" name="Segnaposto tabella 15">
            <a:extLst>
              <a:ext uri="{FF2B5EF4-FFF2-40B4-BE49-F238E27FC236}">
                <a16:creationId xmlns:a16="http://schemas.microsoft.com/office/drawing/2014/main" id="{A9561182-116D-4515-891F-265C7BC34E25}"/>
              </a:ext>
            </a:extLst>
          </p:cNvPr>
          <p:cNvPicPr>
            <a:picLocks noGrp="1" noChangeAspect="1"/>
          </p:cNvPicPr>
          <p:nvPr>
            <p:ph type="tbl" idx="1"/>
          </p:nvPr>
        </p:nvPicPr>
        <p:blipFill>
          <a:blip r:embed="rId2"/>
          <a:stretch>
            <a:fillRect/>
          </a:stretch>
        </p:blipFill>
        <p:spPr>
          <a:xfrm>
            <a:off x="1136576" y="1984715"/>
            <a:ext cx="8420100" cy="4117243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9A07FE0-9A1B-4ACD-9D6E-3B155F489F8B}"/>
              </a:ext>
            </a:extLst>
          </p:cNvPr>
          <p:cNvSpPr txBox="1"/>
          <p:nvPr/>
        </p:nvSpPr>
        <p:spPr>
          <a:xfrm>
            <a:off x="7782693" y="1652132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Activities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37B5FFB-FEE0-4E38-9BA6-1FFE0CD0C6B0}"/>
              </a:ext>
            </a:extLst>
          </p:cNvPr>
          <p:cNvSpPr txBox="1"/>
          <p:nvPr/>
        </p:nvSpPr>
        <p:spPr>
          <a:xfrm>
            <a:off x="7315450" y="4577222"/>
            <a:ext cx="1882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Products /deliverables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D4BF2E6-907C-4D56-98F7-EF624D9E077E}"/>
              </a:ext>
            </a:extLst>
          </p:cNvPr>
          <p:cNvSpPr txBox="1"/>
          <p:nvPr/>
        </p:nvSpPr>
        <p:spPr>
          <a:xfrm>
            <a:off x="4976614" y="6253385"/>
            <a:ext cx="1196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Gantt/PERT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692D157-CA4A-498D-B87A-86B6E1B61F4A}"/>
              </a:ext>
            </a:extLst>
          </p:cNvPr>
          <p:cNvSpPr txBox="1"/>
          <p:nvPr/>
        </p:nvSpPr>
        <p:spPr>
          <a:xfrm>
            <a:off x="706531" y="4863561"/>
            <a:ext cx="306666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b="0" i="1" noProof="0" dirty="0">
                <a:solidFill>
                  <a:schemeClr val="accent2">
                    <a:lumMod val="50000"/>
                  </a:schemeClr>
                </a:solidFill>
              </a:rPr>
              <a:t>In our roadmap, Gantt/PERT is the final step of the project structure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FB6E46A-00F9-4E4B-9B29-9DA79DC83485}"/>
              </a:ext>
            </a:extLst>
          </p:cNvPr>
          <p:cNvSpPr txBox="1"/>
          <p:nvPr/>
        </p:nvSpPr>
        <p:spPr>
          <a:xfrm>
            <a:off x="1760227" y="1580437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Organization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49E8ACE-9484-401D-9206-8D801486DE85}"/>
              </a:ext>
            </a:extLst>
          </p:cNvPr>
          <p:cNvSpPr txBox="1"/>
          <p:nvPr/>
        </p:nvSpPr>
        <p:spPr>
          <a:xfrm>
            <a:off x="1737961" y="4099526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/>
              <a:t>Milestones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BC20320-9E24-4DE3-9934-11C84D94A860}"/>
              </a:ext>
            </a:extLst>
          </p:cNvPr>
          <p:cNvSpPr txBox="1"/>
          <p:nvPr/>
        </p:nvSpPr>
        <p:spPr>
          <a:xfrm>
            <a:off x="706531" y="4884999"/>
            <a:ext cx="3066662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b="0" i="1" noProof="0" dirty="0">
                <a:solidFill>
                  <a:schemeClr val="accent2">
                    <a:lumMod val="50000"/>
                  </a:schemeClr>
                </a:solidFill>
              </a:rPr>
              <a:t>In our roadmap, Gantt/PERT is the final step of the project structure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99574AA-6292-4287-A734-6044B8928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1" y="1963776"/>
            <a:ext cx="2824962" cy="133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0109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r>
              <a:rPr lang="en-US" sz="2400" b="1" noProof="0" dirty="0"/>
              <a:t> </a:t>
            </a:r>
          </a:p>
          <a:p>
            <a:pPr lvl="1"/>
            <a:r>
              <a:rPr lang="en-US" sz="2400" b="1" u="sng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85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D8B3B52-0455-47E8-8E0B-505596D7F282}"/>
              </a:ext>
            </a:extLst>
          </p:cNvPr>
          <p:cNvSpPr/>
          <p:nvPr/>
        </p:nvSpPr>
        <p:spPr bwMode="auto">
          <a:xfrm>
            <a:off x="6316246" y="3111677"/>
            <a:ext cx="3245265" cy="19015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</a:rPr>
              <a:t>Step 1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Product Breakdown Structure</a:t>
            </a:r>
            <a:endParaRPr lang="en-US" i="1" noProof="0" dirty="0"/>
          </a:p>
        </p:txBody>
      </p:sp>
      <p:pic>
        <p:nvPicPr>
          <p:cNvPr id="16" name="Segnaposto tabella 15">
            <a:extLst>
              <a:ext uri="{FF2B5EF4-FFF2-40B4-BE49-F238E27FC236}">
                <a16:creationId xmlns:a16="http://schemas.microsoft.com/office/drawing/2014/main" id="{A9561182-116D-4515-891F-265C7BC34E25}"/>
              </a:ext>
            </a:extLst>
          </p:cNvPr>
          <p:cNvPicPr>
            <a:picLocks noGrp="1" noChangeAspect="1"/>
          </p:cNvPicPr>
          <p:nvPr>
            <p:ph type="tbl" idx="1"/>
          </p:nvPr>
        </p:nvPicPr>
        <p:blipFill>
          <a:blip r:embed="rId2"/>
          <a:stretch>
            <a:fillRect/>
          </a:stretch>
        </p:blipFill>
        <p:spPr>
          <a:xfrm>
            <a:off x="722570" y="1751377"/>
            <a:ext cx="8420100" cy="4117243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9A07FE0-9A1B-4ACD-9D6E-3B155F489F8B}"/>
              </a:ext>
            </a:extLst>
          </p:cNvPr>
          <p:cNvSpPr txBox="1"/>
          <p:nvPr/>
        </p:nvSpPr>
        <p:spPr>
          <a:xfrm>
            <a:off x="7315450" y="1426549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Activities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37B5FFB-FEE0-4E38-9BA6-1FFE0CD0C6B0}"/>
              </a:ext>
            </a:extLst>
          </p:cNvPr>
          <p:cNvSpPr txBox="1"/>
          <p:nvPr/>
        </p:nvSpPr>
        <p:spPr>
          <a:xfrm>
            <a:off x="6969224" y="4380358"/>
            <a:ext cx="1882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Products /deliverables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D4BF2E6-907C-4D56-98F7-EF624D9E077E}"/>
              </a:ext>
            </a:extLst>
          </p:cNvPr>
          <p:cNvSpPr txBox="1"/>
          <p:nvPr/>
        </p:nvSpPr>
        <p:spPr>
          <a:xfrm>
            <a:off x="4664968" y="5936374"/>
            <a:ext cx="1196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Gantt/PERT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FB6E46A-00F9-4E4B-9B29-9DA79DC83485}"/>
              </a:ext>
            </a:extLst>
          </p:cNvPr>
          <p:cNvSpPr txBox="1"/>
          <p:nvPr/>
        </p:nvSpPr>
        <p:spPr>
          <a:xfrm>
            <a:off x="1303758" y="1565448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Organization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49E8ACE-9484-401D-9206-8D801486DE85}"/>
              </a:ext>
            </a:extLst>
          </p:cNvPr>
          <p:cNvSpPr txBox="1"/>
          <p:nvPr/>
        </p:nvSpPr>
        <p:spPr>
          <a:xfrm>
            <a:off x="1402342" y="3809999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Milestones</a:t>
            </a:r>
          </a:p>
        </p:txBody>
      </p:sp>
      <p:sp>
        <p:nvSpPr>
          <p:cNvPr id="18" name="Segnaposto contenuto 14">
            <a:extLst>
              <a:ext uri="{FF2B5EF4-FFF2-40B4-BE49-F238E27FC236}">
                <a16:creationId xmlns:a16="http://schemas.microsoft.com/office/drawing/2014/main" id="{B4E1D392-ACF7-4552-8990-20C0BBEB4ABC}"/>
              </a:ext>
            </a:extLst>
          </p:cNvPr>
          <p:cNvSpPr txBox="1">
            <a:spLocks/>
          </p:cNvSpPr>
          <p:nvPr/>
        </p:nvSpPr>
        <p:spPr bwMode="auto">
          <a:xfrm>
            <a:off x="593732" y="4333800"/>
            <a:ext cx="3624822" cy="15348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b="0" kern="0" noProof="0" dirty="0"/>
              <a:t>The Product Breakdown Structure shows the products to be released in each project domain.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D6D978E-F6D5-46CE-8F8C-AD3620FD3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9" y="1854398"/>
            <a:ext cx="2579146" cy="1214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4708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7C39EF-8053-4DB6-95C9-CF07B818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Requirements to Project Products </a:t>
            </a:r>
          </a:p>
        </p:txBody>
      </p:sp>
      <p:graphicFrame>
        <p:nvGraphicFramePr>
          <p:cNvPr id="13" name="Segnaposto contenuto 12">
            <a:extLst>
              <a:ext uri="{FF2B5EF4-FFF2-40B4-BE49-F238E27FC236}">
                <a16:creationId xmlns:a16="http://schemas.microsoft.com/office/drawing/2014/main" id="{0C620D0D-9970-4017-8D65-38F701614F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08366496"/>
              </p:ext>
            </p:extLst>
          </p:nvPr>
        </p:nvGraphicFramePr>
        <p:xfrm>
          <a:off x="742950" y="1524000"/>
          <a:ext cx="84201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B4228F4-25C8-4D54-93B9-7B34E8C38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950" y="3733800"/>
            <a:ext cx="8420100" cy="28194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By Requirements Analysis, candidate project products are identified and listed (Step 1.1).</a:t>
            </a:r>
          </a:p>
          <a:p>
            <a:r>
              <a:rPr lang="en-US" noProof="0" dirty="0"/>
              <a:t>Then, such candidate products are aggregated or split (Step 1.2), thus obtaining the items of the Product Breakdown Structure for Software, Technology, Organization, and Security (Step 1.3).</a:t>
            </a:r>
          </a:p>
          <a:p>
            <a:r>
              <a:rPr lang="en-US" noProof="0" dirty="0"/>
              <a:t>Such Product Breakdown Structure is the portfolio (“backlog” in the Agile jargon) of products the project shall implement. </a:t>
            </a:r>
          </a:p>
        </p:txBody>
      </p:sp>
    </p:spTree>
    <p:extLst>
      <p:ext uri="{BB962C8B-B14F-4D97-AF65-F5344CB8AC3E}">
        <p14:creationId xmlns:p14="http://schemas.microsoft.com/office/powerpoint/2010/main" val="2881812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Product Breakdown Structure</a:t>
            </a:r>
            <a:br>
              <a:rPr lang="en-US" noProof="0" dirty="0"/>
            </a:br>
            <a:r>
              <a:rPr lang="en-US" noProof="0" dirty="0"/>
              <a:t>Step 1.1 Candidate deliverables by domain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2943" y="1791568"/>
            <a:ext cx="2142505" cy="80917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 (from structure diagram )  </a:t>
            </a: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vantGarde Bk BT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82353" y="2815258"/>
            <a:ext cx="2144075" cy="2862322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reservation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Reception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GP’s diagnosis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 Reservation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Follow-up Visit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 Data Warehouse  and reporting  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870923" y="2815258"/>
            <a:ext cx="2906889" cy="3139321"/>
          </a:xfrm>
          <a:prstGeom prst="rect">
            <a:avLst/>
          </a:prstGeom>
          <a:solidFill>
            <a:schemeClr val="bg1">
              <a:alpha val="67842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Mobile 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Practitioner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Extranet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Shared   Database   </a:t>
            </a:r>
          </a:p>
          <a:p>
            <a:pPr algn="l" eaLnBrk="1" hangingPunct="1">
              <a:spcBef>
                <a:spcPts val="0"/>
              </a:spcBef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elements</a:t>
            </a:r>
          </a:p>
          <a:p>
            <a:pPr marL="285750" indent="-285750" algn="l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Mobile technology </a:t>
            </a:r>
            <a:endParaRPr lang="en-US" sz="1800" noProof="0" dirty="0">
              <a:solidFill>
                <a:srgbClr val="002060"/>
              </a:solidFill>
            </a:endParaRPr>
          </a:p>
          <a:p>
            <a:pPr marL="285750" indent="-285750" algn="l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Cloud </a:t>
            </a:r>
            <a:endParaRPr lang="en-US" sz="1800" noProof="0" dirty="0">
              <a:solidFill>
                <a:srgbClr val="002060"/>
              </a:solidFill>
            </a:endParaRPr>
          </a:p>
          <a:p>
            <a:pPr algn="l" eaLnBrk="1" hangingPunct="1">
              <a:spcBef>
                <a:spcPts val="0"/>
              </a:spcBef>
            </a:pPr>
            <a:r>
              <a:rPr lang="en-US" sz="1800" b="0" noProof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 eaLnBrk="1" hangingPunct="1">
              <a:spcBef>
                <a:spcPts val="0"/>
              </a:spcBef>
            </a:pPr>
            <a:endParaRPr lang="en-US" sz="1800" b="0" noProof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979946" y="2815258"/>
            <a:ext cx="3218389" cy="3421834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 transformation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 training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support 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support 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 reward/evaluation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Business Processes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visit /booking rules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key business outcomes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Manuals, Patient website 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actions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Contacts with GP and Hospitals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63649" y="1772816"/>
            <a:ext cx="2142505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2897391" y="1772816"/>
            <a:ext cx="2903751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5979946" y="1772816"/>
            <a:ext cx="322152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67099F1A-49F3-4D7A-90B9-96ED15CC1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1775440"/>
            <a:ext cx="2142505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2C260F8-F321-4104-964C-FD88B5CF0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254" y="1775440"/>
            <a:ext cx="2903751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2C5A5BD7-A98D-44FF-9216-638DE500C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809" y="1775440"/>
            <a:ext cx="322152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CE82630-80EC-48D6-A8BB-C50F621ADA23}"/>
              </a:ext>
            </a:extLst>
          </p:cNvPr>
          <p:cNvSpPr txBox="1"/>
          <p:nvPr/>
        </p:nvSpPr>
        <p:spPr>
          <a:xfrm>
            <a:off x="200472" y="5971927"/>
            <a:ext cx="3005951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noProof="0" dirty="0">
                <a:solidFill>
                  <a:srgbClr val="92D05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6531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46C17-6727-D9D1-5CC2-EF98FFA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567298-4A57-82A7-65AA-36827AA5D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Product Breakdown Structure</a:t>
            </a:r>
            <a:br>
              <a:rPr lang="en-US" noProof="0" dirty="0"/>
            </a:br>
            <a:r>
              <a:rPr lang="en-US" noProof="0" dirty="0"/>
              <a:t>Step 1.1 Candidate deliverables: comments 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C0656FF-B00B-ABC7-2911-212E568AE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Deliverables can be structured in various ways :  </a:t>
            </a:r>
          </a:p>
          <a:p>
            <a:pPr lvl="1"/>
            <a:r>
              <a:rPr lang="en-US" noProof="0" dirty="0"/>
              <a:t>Area / content (like in the example)  </a:t>
            </a:r>
          </a:p>
          <a:p>
            <a:pPr lvl="2"/>
            <a:r>
              <a:rPr lang="en-US" noProof="0" dirty="0"/>
              <a:t>Software applications  </a:t>
            </a:r>
          </a:p>
          <a:p>
            <a:pPr lvl="2"/>
            <a:r>
              <a:rPr lang="en-US" noProof="0" dirty="0"/>
              <a:t>IT infrastructure </a:t>
            </a:r>
          </a:p>
          <a:p>
            <a:pPr lvl="2"/>
            <a:r>
              <a:rPr lang="en-US" noProof="0" dirty="0"/>
              <a:t>Organization change </a:t>
            </a:r>
          </a:p>
          <a:p>
            <a:pPr lvl="1"/>
            <a:r>
              <a:rPr lang="en-US" noProof="0" dirty="0"/>
              <a:t>User departments, e.g.:</a:t>
            </a:r>
          </a:p>
          <a:p>
            <a:pPr lvl="2"/>
            <a:r>
              <a:rPr lang="en-US" noProof="0" dirty="0"/>
              <a:t>GP: Visit Reservation, Diagnosis,  Reception, etc.</a:t>
            </a:r>
          </a:p>
          <a:p>
            <a:pPr lvl="2"/>
            <a:r>
              <a:rPr lang="en-US" noProof="0" dirty="0"/>
              <a:t>IT department:  Cloud, Virtual  Shared  Database, etc.</a:t>
            </a:r>
          </a:p>
          <a:p>
            <a:pPr lvl="2"/>
            <a:r>
              <a:rPr lang="en-US" noProof="0" dirty="0"/>
              <a:t>Exam Lab: Reception. Ticket Payment </a:t>
            </a:r>
          </a:p>
          <a:p>
            <a:pPr lvl="1"/>
            <a:r>
              <a:rPr lang="en-US" noProof="0" dirty="0"/>
              <a:t>Supplier organization e.g.:</a:t>
            </a:r>
          </a:p>
          <a:p>
            <a:pPr lvl="2"/>
            <a:r>
              <a:rPr lang="en-US" noProof="0" dirty="0"/>
              <a:t>Systems Integrators </a:t>
            </a:r>
          </a:p>
          <a:p>
            <a:pPr lvl="2"/>
            <a:r>
              <a:rPr lang="en-US" noProof="0" dirty="0"/>
              <a:t>Hardware / Software Vendors</a:t>
            </a:r>
          </a:p>
          <a:p>
            <a:pPr lvl="2"/>
            <a:r>
              <a:rPr lang="en-US" noProof="0" dirty="0"/>
              <a:t>Strategic consultants</a:t>
            </a:r>
          </a:p>
          <a:p>
            <a:pPr lvl="2"/>
            <a:r>
              <a:rPr lang="en-US" noProof="0" dirty="0"/>
              <a:t>IT  department</a:t>
            </a:r>
          </a:p>
          <a:p>
            <a:pPr lvl="2"/>
            <a:r>
              <a:rPr lang="en-US" noProof="0" dirty="0"/>
              <a:t>Human Resources Department</a:t>
            </a:r>
          </a:p>
          <a:p>
            <a:pPr lvl="1"/>
            <a:r>
              <a:rPr lang="en-US" noProof="0" dirty="0"/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170949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en-US" noProof="0" dirty="0"/>
              <a:t>Product Breakdown Structure</a:t>
            </a:r>
            <a:br>
              <a:rPr lang="en-US" noProof="0" dirty="0"/>
            </a:br>
            <a:r>
              <a:rPr lang="en-US" noProof="0" dirty="0"/>
              <a:t>Step 1.2 Aggregation / Division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2943" y="1791568"/>
            <a:ext cx="2142505" cy="80917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 (from structure diagram )  </a:t>
            </a: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vantGarde Bk BT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82353" y="2815258"/>
            <a:ext cx="2144075" cy="3416320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Visit reservation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Reception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  <a:endParaRPr lang="en-US" sz="1800" b="0" noProof="0" dirty="0">
              <a:solidFill>
                <a:srgbClr val="00206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GP’s diagnosis </a:t>
            </a:r>
            <a:r>
              <a:rPr lang="en-US" sz="1800" noProof="0" dirty="0">
                <a:solidFill>
                  <a:srgbClr val="002060"/>
                </a:solidFill>
              </a:rPr>
              <a:t>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Exam Reservation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  <a:endParaRPr lang="en-US" sz="1800" b="0" noProof="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Follow-up Visit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  <a:endParaRPr lang="en-US" sz="1800" b="0" noProof="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Health Data Warehouse and reporting </a:t>
            </a:r>
            <a:r>
              <a:rPr lang="en-US" sz="1800" noProof="0" dirty="0">
                <a:solidFill>
                  <a:srgbClr val="002060"/>
                </a:solidFill>
              </a:rPr>
              <a:t>3</a:t>
            </a:r>
            <a:r>
              <a:rPr lang="en-US" sz="1800" b="0" noProof="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910207" y="2796756"/>
            <a:ext cx="2906889" cy="2585323"/>
          </a:xfrm>
          <a:prstGeom prst="rect">
            <a:avLst/>
          </a:prstGeom>
          <a:solidFill>
            <a:schemeClr val="bg1">
              <a:alpha val="67842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sz="1800" b="0" noProof="0" dirty="0">
                <a:solidFill>
                  <a:srgbClr val="002060"/>
                </a:solidFill>
              </a:rPr>
              <a:t>Architecture</a:t>
            </a:r>
          </a:p>
          <a:p>
            <a:pPr marL="285750" indent="-285750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Patient Mobile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  <a:endParaRPr lang="en-US" sz="1800" b="0" noProof="0" dirty="0">
              <a:solidFill>
                <a:srgbClr val="002060"/>
              </a:solidFill>
            </a:endParaRP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General Practitioner </a:t>
            </a:r>
            <a:r>
              <a:rPr lang="en-US" sz="1800" noProof="0" dirty="0">
                <a:solidFill>
                  <a:srgbClr val="002060"/>
                </a:solidFill>
              </a:rPr>
              <a:t>2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Extranet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Virtual Shared   Database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  <a:r>
              <a:rPr lang="en-US" sz="1800" b="0" noProof="0" dirty="0">
                <a:solidFill>
                  <a:srgbClr val="002060"/>
                </a:solidFill>
              </a:rPr>
              <a:t>   </a:t>
            </a:r>
          </a:p>
          <a:p>
            <a:pPr algn="l" eaLnBrk="1" hangingPunct="1">
              <a:spcBef>
                <a:spcPts val="0"/>
              </a:spcBef>
            </a:pPr>
            <a:r>
              <a:rPr lang="en-US" sz="1800" b="0" noProof="0" dirty="0">
                <a:solidFill>
                  <a:srgbClr val="002060"/>
                </a:solidFill>
              </a:rPr>
              <a:t>Technology elements </a:t>
            </a:r>
          </a:p>
          <a:p>
            <a:pPr marL="285750" indent="-285750" algn="l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Mobile technology </a:t>
            </a:r>
            <a:r>
              <a:rPr lang="en-US" sz="1800" noProof="0" dirty="0">
                <a:solidFill>
                  <a:srgbClr val="002060"/>
                </a:solidFill>
              </a:rPr>
              <a:t>1</a:t>
            </a:r>
          </a:p>
          <a:p>
            <a:pPr marL="285750" indent="-285750" algn="l" eaLnBrk="1" hangingPunct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rgbClr val="002060"/>
                </a:solidFill>
              </a:rPr>
              <a:t>Cloud  </a:t>
            </a:r>
            <a:r>
              <a:rPr lang="en-US" sz="1800" noProof="0" dirty="0">
                <a:solidFill>
                  <a:srgbClr val="002060"/>
                </a:solidFill>
              </a:rPr>
              <a:t>3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979946" y="2815258"/>
            <a:ext cx="3218389" cy="3421834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 transformation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 training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support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support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 reward/evaluation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Business Processes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visit /booking rules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key business outcomes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Manuals, Patient website  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actions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Contacts with GP and Hospitals </a:t>
            </a: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63649" y="1772816"/>
            <a:ext cx="2142505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2897391" y="1772816"/>
            <a:ext cx="2903751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5979946" y="1772816"/>
            <a:ext cx="322152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67099F1A-49F3-4D7A-90B9-96ED15CC1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1775440"/>
            <a:ext cx="2142505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2C260F8-F321-4104-964C-FD88B5CF0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254" y="1775440"/>
            <a:ext cx="2903751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2C5A5BD7-A98D-44FF-9216-638DE500C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809" y="1775440"/>
            <a:ext cx="322152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BF41D6E-EC57-4B1D-82E5-8A817D1C3ED4}"/>
              </a:ext>
            </a:extLst>
          </p:cNvPr>
          <p:cNvSpPr txBox="1"/>
          <p:nvPr/>
        </p:nvSpPr>
        <p:spPr>
          <a:xfrm>
            <a:off x="2970858" y="5698291"/>
            <a:ext cx="3005951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noProof="0" dirty="0">
                <a:solidFill>
                  <a:srgbClr val="92D05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838345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en-US" noProof="0" dirty="0"/>
              <a:t>Product Breakdown Structure</a:t>
            </a:r>
            <a:br>
              <a:rPr lang="en-US" noProof="0" dirty="0"/>
            </a:br>
            <a:r>
              <a:rPr lang="en-US" noProof="0" dirty="0"/>
              <a:t>Step 1.3 Product List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2943" y="1791568"/>
            <a:ext cx="2142505" cy="80917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 (from structure diagram )  </a:t>
            </a: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vantGarde Bk BT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82353" y="2815258"/>
            <a:ext cx="2456046" cy="2554545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342900" lvl="0" indent="-342900"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Patient Management 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Visit reservation</a:t>
            </a:r>
            <a:endParaRPr lang="en-US" sz="1600" noProof="0" dirty="0">
              <a:solidFill>
                <a:srgbClr val="002060"/>
              </a:solidFill>
            </a:endParaRP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Reception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Exam Reservation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Follow-up Visit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GP’s diagnosis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Health Data Warehouse and reporting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198239" y="2815258"/>
            <a:ext cx="2906889" cy="2308324"/>
          </a:xfrm>
          <a:prstGeom prst="rect">
            <a:avLst/>
          </a:prstGeom>
          <a:solidFill>
            <a:schemeClr val="bg1">
              <a:alpha val="67842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342900" indent="-342900" algn="l" eaLnBrk="1" hangingPunct="1">
              <a:spcBef>
                <a:spcPts val="0"/>
              </a:spcBef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New Architecture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Patient Mobile/ Mobile technology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Extranet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Virtual Shared   Database    </a:t>
            </a:r>
          </a:p>
          <a:p>
            <a:pPr marL="342900" indent="-342900" eaLnBrk="1" hangingPunct="1">
              <a:spcBef>
                <a:spcPts val="0"/>
              </a:spcBef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General Practitioner Network</a:t>
            </a:r>
          </a:p>
          <a:p>
            <a:pPr marL="342900" indent="-342900" eaLnBrk="1" hangingPunct="1">
              <a:spcBef>
                <a:spcPts val="0"/>
              </a:spcBef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Cloud 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415131" y="2815258"/>
            <a:ext cx="3218389" cy="2062103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lnSpc>
                <a:spcPct val="8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GP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GP training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New visit /booking rules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GP reward/evaluation 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Contacts with GP and Hospitals </a:t>
            </a:r>
          </a:p>
          <a:p>
            <a:pPr marL="342900" indent="-342900" eaLnBrk="1" hangingPunct="1">
              <a:lnSpc>
                <a:spcPct val="8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b="0" noProof="0" dirty="0">
                <a:solidFill>
                  <a:srgbClr val="002060"/>
                </a:solidFill>
              </a:rPr>
              <a:t>Support 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User support 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Lab support </a:t>
            </a:r>
          </a:p>
          <a:p>
            <a:pPr marL="720000" lvl="1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2060"/>
                </a:solidFill>
              </a:rPr>
              <a:t>Marketing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563649" y="1772816"/>
            <a:ext cx="2142505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3345393" y="1772816"/>
            <a:ext cx="2903751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67099F1A-49F3-4D7A-90B9-96ED15CC1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1770192"/>
            <a:ext cx="245604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2C260F8-F321-4104-964C-FD88B5CF0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544" y="1770192"/>
            <a:ext cx="3063464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2C5A5BD7-A98D-44FF-9216-638DE500C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94" y="1770192"/>
            <a:ext cx="322152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CD8FB67-24B8-4910-82C1-16869481185B}"/>
              </a:ext>
            </a:extLst>
          </p:cNvPr>
          <p:cNvSpPr txBox="1"/>
          <p:nvPr/>
        </p:nvSpPr>
        <p:spPr>
          <a:xfrm>
            <a:off x="6415199" y="5251049"/>
            <a:ext cx="3005951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400" noProof="0" dirty="0">
                <a:solidFill>
                  <a:srgbClr val="92D05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320141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Product Breakdown Structure Check 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3512" y="1791568"/>
            <a:ext cx="2251129" cy="80917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 (from structure diagram )  </a:t>
            </a:r>
            <a:endParaRPr lang="en-US" sz="1800" b="0" noProof="0" dirty="0">
              <a:solidFill>
                <a:schemeClr val="accent6">
                  <a:lumMod val="50000"/>
                </a:schemeClr>
              </a:solidFill>
              <a:latin typeface="AvantGarde Bk BT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33399" y="2815258"/>
            <a:ext cx="2252779" cy="1077218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Backlog of software deliverables to be developed / modified/ discontinued 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862512" y="2808907"/>
            <a:ext cx="3054267" cy="2554545"/>
          </a:xfrm>
          <a:prstGeom prst="rect">
            <a:avLst/>
          </a:prstGeom>
          <a:solidFill>
            <a:schemeClr val="bg1">
              <a:alpha val="67842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ts val="0"/>
              </a:spcBef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Services / equipment to be acquired/installed / customized/ discontinued  related to  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Mobile Clients, Servers </a:t>
            </a:r>
          </a:p>
          <a:p>
            <a:pPr marL="285750" indent="-285750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Embedded systems, Sensors  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Networks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System software / middleware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Hardware Technologies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Others</a:t>
            </a:r>
          </a:p>
          <a:p>
            <a:pPr marL="285750" indent="-285750" algn="l" eaLnBrk="1" hangingPunct="1">
              <a:spcBef>
                <a:spcPts val="0"/>
              </a:spcBef>
              <a:buFont typeface="Arial" pitchFamily="34" charset="0"/>
              <a:buChar char="•"/>
            </a:pPr>
            <a:endParaRPr lang="en-US" sz="1600" b="0" noProof="0" dirty="0">
              <a:solidFill>
                <a:schemeClr val="accent6">
                  <a:lumMod val="50000"/>
                </a:schemeClr>
              </a:solidFill>
              <a:latin typeface="AvantGarde Bk BT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104648" y="2815258"/>
            <a:ext cx="3381560" cy="2263953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Organization: structures / jobs/ roles to be changed/ created/developed: 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Business Processes : processes  to be created /modified/ discontinued (= Business Process Backlog)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Other key business outcomes as training, manuals, website  </a:t>
            </a:r>
          </a:p>
          <a:p>
            <a:pPr marL="285750" indent="-285750" eaLnBrk="1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Business actions</a:t>
            </a:r>
          </a:p>
          <a:p>
            <a:pPr eaLnBrk="1" hangingPunct="1">
              <a:lnSpc>
                <a:spcPct val="80000"/>
              </a:lnSpc>
              <a:spcBef>
                <a:spcPts val="0"/>
              </a:spcBef>
            </a:pPr>
            <a:endParaRPr lang="en-US" sz="1600" b="0" noProof="0" dirty="0">
              <a:solidFill>
                <a:schemeClr val="accent6">
                  <a:lumMod val="50000"/>
                </a:schemeClr>
              </a:solidFill>
              <a:latin typeface="AvantGarde Bk BT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13746" y="1772816"/>
            <a:ext cx="2251129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2865808" y="1772816"/>
            <a:ext cx="3050970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6104648" y="1772816"/>
            <a:ext cx="338485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18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67099F1A-49F3-4D7A-90B9-96ED15CC1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50" y="1775440"/>
            <a:ext cx="2251129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Software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F2C260F8-F321-4104-964C-FD88B5CF0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512" y="1775440"/>
            <a:ext cx="3050970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Technology</a:t>
            </a: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2C5A5BD7-A98D-44FF-9216-638DE500C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352" y="1775440"/>
            <a:ext cx="338485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Organization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3350442C-1986-4476-9480-8DA7CF15B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99" y="3933056"/>
            <a:ext cx="2214086" cy="8091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anchor="ctr"/>
          <a:lstStyle/>
          <a:p>
            <a:pPr algn="ctr">
              <a:defRPr/>
            </a:pPr>
            <a:r>
              <a:rPr lang="en-US" sz="240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Security </a:t>
            </a: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D0930972-E740-45F0-A94C-29ECFCAA4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56" y="4844405"/>
            <a:ext cx="2466155" cy="1569660"/>
          </a:xfrm>
          <a:prstGeom prst="rect">
            <a:avLst/>
          </a:prstGeom>
          <a:solidFill>
            <a:schemeClr val="bg1">
              <a:alpha val="67842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600" b="0" noProof="0" dirty="0">
                <a:solidFill>
                  <a:schemeClr val="accent6">
                    <a:lumMod val="50000"/>
                  </a:schemeClr>
                </a:solidFill>
                <a:latin typeface="AvantGarde Bk BT" charset="0"/>
              </a:rPr>
              <a:t>Security items to be developed /deployed/ customized  modified/ discontinued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0EF457-C037-A38B-EE29-A8B258E11DD2}"/>
              </a:ext>
            </a:extLst>
          </p:cNvPr>
          <p:cNvSpPr txBox="1"/>
          <p:nvPr/>
        </p:nvSpPr>
        <p:spPr>
          <a:xfrm>
            <a:off x="2864921" y="5241394"/>
            <a:ext cx="6621287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AvantGarde Bk BT"/>
              </a:rPr>
              <a:t>You should be sure to cover all domain items subdomains.  </a:t>
            </a:r>
          </a:p>
          <a:p>
            <a:pPr algn="ctr"/>
            <a:r>
              <a:rPr lang="en-US" i="1" dirty="0">
                <a:latin typeface="AvantGarde Bk BT"/>
              </a:rPr>
              <a:t>Hence  check your draft  PBS against the above  checklist </a:t>
            </a:r>
          </a:p>
        </p:txBody>
      </p:sp>
    </p:spTree>
    <p:extLst>
      <p:ext uri="{BB962C8B-B14F-4D97-AF65-F5344CB8AC3E}">
        <p14:creationId xmlns:p14="http://schemas.microsoft.com/office/powerpoint/2010/main" val="1664620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/>
          <p:cNvSpPr>
            <a:spLocks noGrp="1" noChangeArrowheads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pPr lvl="0"/>
            <a:r>
              <a:rPr lang="en-US" noProof="0" dirty="0"/>
              <a:t>PBS (Product Breakdown Structure) </a:t>
            </a:r>
            <a:br>
              <a:rPr lang="en-US" noProof="0" dirty="0"/>
            </a:br>
            <a:r>
              <a:rPr lang="en-US" noProof="0" dirty="0"/>
              <a:t>Incident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4CD1CAC-8513-4CBA-AB0D-98290BF3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536" y="1524000"/>
            <a:ext cx="8386514" cy="4572000"/>
          </a:xfrm>
        </p:spPr>
        <p:txBody>
          <a:bodyPr anchor="ctr">
            <a:normAutofit lnSpcReduction="10000"/>
          </a:bodyPr>
          <a:lstStyle/>
          <a:p>
            <a:r>
              <a:rPr lang="en-US" noProof="0" dirty="0"/>
              <a:t>Put down a draft PBS of the project </a:t>
            </a:r>
          </a:p>
          <a:p>
            <a:r>
              <a:rPr lang="en-US" dirty="0"/>
              <a:t>Just list the products you should obtain in each project domain</a:t>
            </a:r>
          </a:p>
          <a:p>
            <a:pPr lvl="1"/>
            <a:r>
              <a:rPr lang="en-US" dirty="0"/>
              <a:t>Software </a:t>
            </a:r>
          </a:p>
          <a:p>
            <a:pPr lvl="1"/>
            <a:r>
              <a:rPr lang="en-US" dirty="0"/>
              <a:t>Infrastructure</a:t>
            </a:r>
          </a:p>
          <a:p>
            <a:pPr lvl="1"/>
            <a:r>
              <a:rPr lang="en-US" dirty="0"/>
              <a:t>Business /organization </a:t>
            </a:r>
          </a:p>
          <a:p>
            <a:pPr lvl="1"/>
            <a:r>
              <a:rPr lang="en-US" dirty="0"/>
              <a:t>Other  </a:t>
            </a:r>
            <a:endParaRPr lang="en-US" noProof="0" dirty="0"/>
          </a:p>
          <a:p>
            <a:r>
              <a:rPr lang="en-US" noProof="0" dirty="0"/>
              <a:t>Please </a:t>
            </a:r>
            <a:r>
              <a:rPr lang="en-US" dirty="0"/>
              <a:t>consider that the relative  weight  of each domain varies  in each project </a:t>
            </a:r>
          </a:p>
          <a:p>
            <a:r>
              <a:rPr lang="en-US" noProof="0" dirty="0"/>
              <a:t>You are free to ask information to the teacher  </a:t>
            </a:r>
          </a:p>
          <a:p>
            <a:r>
              <a:rPr lang="en-US" noProof="0" dirty="0"/>
              <a:t>Hint: start from the business process (if you have already analyzed it) to sketch the products for business, software, infrastructure, etc.  </a:t>
            </a:r>
          </a:p>
        </p:txBody>
      </p:sp>
    </p:spTree>
    <p:extLst>
      <p:ext uri="{BB962C8B-B14F-4D97-AF65-F5344CB8AC3E}">
        <p14:creationId xmlns:p14="http://schemas.microsoft.com/office/powerpoint/2010/main" val="602989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fontScale="92500"/>
          </a:bodyPr>
          <a:lstStyle/>
          <a:p>
            <a:pPr lvl="1"/>
            <a:r>
              <a:rPr lang="en-US" sz="2400" noProof="0" dirty="0"/>
              <a:t>Project breakdown structure roadmap</a:t>
            </a:r>
            <a:r>
              <a:rPr lang="en-US" sz="2400" b="1" noProof="0" dirty="0"/>
              <a:t> </a:t>
            </a:r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b="1" u="sng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1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D8B3B52-0455-47E8-8E0B-505596D7F282}"/>
              </a:ext>
            </a:extLst>
          </p:cNvPr>
          <p:cNvSpPr/>
          <p:nvPr/>
        </p:nvSpPr>
        <p:spPr bwMode="auto">
          <a:xfrm>
            <a:off x="6166664" y="1164368"/>
            <a:ext cx="3245265" cy="19015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</a:rPr>
              <a:t>Step 2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Activity Breakdown Structure</a:t>
            </a:r>
            <a:endParaRPr lang="en-US" i="1" noProof="0" dirty="0"/>
          </a:p>
        </p:txBody>
      </p:sp>
      <p:pic>
        <p:nvPicPr>
          <p:cNvPr id="16" name="Segnaposto tabella 15">
            <a:extLst>
              <a:ext uri="{FF2B5EF4-FFF2-40B4-BE49-F238E27FC236}">
                <a16:creationId xmlns:a16="http://schemas.microsoft.com/office/drawing/2014/main" id="{A9561182-116D-4515-891F-265C7BC34E25}"/>
              </a:ext>
            </a:extLst>
          </p:cNvPr>
          <p:cNvPicPr>
            <a:picLocks noGrp="1" noChangeAspect="1"/>
          </p:cNvPicPr>
          <p:nvPr>
            <p:ph type="tbl" idx="1"/>
          </p:nvPr>
        </p:nvPicPr>
        <p:blipFill>
          <a:blip r:embed="rId2"/>
          <a:stretch>
            <a:fillRect/>
          </a:stretch>
        </p:blipFill>
        <p:spPr>
          <a:xfrm>
            <a:off x="725489" y="1769532"/>
            <a:ext cx="8420100" cy="4117243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9A07FE0-9A1B-4ACD-9D6E-3B155F489F8B}"/>
              </a:ext>
            </a:extLst>
          </p:cNvPr>
          <p:cNvSpPr txBox="1"/>
          <p:nvPr/>
        </p:nvSpPr>
        <p:spPr>
          <a:xfrm>
            <a:off x="7315450" y="1426549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noProof="0" dirty="0">
                <a:solidFill>
                  <a:schemeClr val="accent2">
                    <a:lumMod val="50000"/>
                  </a:schemeClr>
                </a:solidFill>
              </a:rPr>
              <a:t>Activities</a:t>
            </a:r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37B5FFB-FEE0-4E38-9BA6-1FFE0CD0C6B0}"/>
              </a:ext>
            </a:extLst>
          </p:cNvPr>
          <p:cNvSpPr txBox="1"/>
          <p:nvPr/>
        </p:nvSpPr>
        <p:spPr>
          <a:xfrm>
            <a:off x="6969224" y="4380358"/>
            <a:ext cx="1882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Products /deliverables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D4BF2E6-907C-4D56-98F7-EF624D9E077E}"/>
              </a:ext>
            </a:extLst>
          </p:cNvPr>
          <p:cNvSpPr txBox="1"/>
          <p:nvPr/>
        </p:nvSpPr>
        <p:spPr>
          <a:xfrm>
            <a:off x="4664968" y="5936374"/>
            <a:ext cx="1196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Gantt/PERT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FB6E46A-00F9-4E4B-9B29-9DA79DC83485}"/>
              </a:ext>
            </a:extLst>
          </p:cNvPr>
          <p:cNvSpPr txBox="1"/>
          <p:nvPr/>
        </p:nvSpPr>
        <p:spPr>
          <a:xfrm>
            <a:off x="1303758" y="1565448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Organization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49E8ACE-9484-401D-9206-8D801486DE85}"/>
              </a:ext>
            </a:extLst>
          </p:cNvPr>
          <p:cNvSpPr txBox="1"/>
          <p:nvPr/>
        </p:nvSpPr>
        <p:spPr>
          <a:xfrm>
            <a:off x="1402342" y="3809999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Milestones</a:t>
            </a:r>
          </a:p>
        </p:txBody>
      </p:sp>
      <p:sp>
        <p:nvSpPr>
          <p:cNvPr id="12" name="Segnaposto contenuto 14">
            <a:extLst>
              <a:ext uri="{FF2B5EF4-FFF2-40B4-BE49-F238E27FC236}">
                <a16:creationId xmlns:a16="http://schemas.microsoft.com/office/drawing/2014/main" id="{184CA50B-AB89-4011-8937-BA4B52C8DCE3}"/>
              </a:ext>
            </a:extLst>
          </p:cNvPr>
          <p:cNvSpPr txBox="1">
            <a:spLocks/>
          </p:cNvSpPr>
          <p:nvPr/>
        </p:nvSpPr>
        <p:spPr bwMode="auto">
          <a:xfrm>
            <a:off x="459149" y="4333800"/>
            <a:ext cx="3759405" cy="21915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sz="2000" b="0" kern="0" noProof="0" dirty="0"/>
              <a:t>The  Activity Breakdown Structure lists the activities to be performed for each project product.</a:t>
            </a:r>
          </a:p>
          <a:p>
            <a:r>
              <a:rPr lang="en-US" sz="2000" b="0" kern="0" noProof="0" dirty="0"/>
              <a:t>Activities reflect the lifecycles of each project product: activities of a software product may be Waterfall or Agile or Hybrid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B22C72D-3E7E-493A-A3E3-B42CCCCBD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9" y="1854398"/>
            <a:ext cx="2579146" cy="1214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76408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7C39EF-8053-4DB6-95C9-CF07B818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Project Products to Product Activities</a:t>
            </a:r>
          </a:p>
        </p:txBody>
      </p:sp>
      <p:graphicFrame>
        <p:nvGraphicFramePr>
          <p:cNvPr id="13" name="Segnaposto contenuto 12">
            <a:extLst>
              <a:ext uri="{FF2B5EF4-FFF2-40B4-BE49-F238E27FC236}">
                <a16:creationId xmlns:a16="http://schemas.microsoft.com/office/drawing/2014/main" id="{0C620D0D-9970-4017-8D65-38F701614F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01523996"/>
              </p:ext>
            </p:extLst>
          </p:nvPr>
        </p:nvGraphicFramePr>
        <p:xfrm>
          <a:off x="742950" y="1524000"/>
          <a:ext cx="8420100" cy="2209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2B4228F4-25C8-4D54-93B9-7B34E8C38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2950" y="3733800"/>
            <a:ext cx="8420100" cy="281940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noProof="0" dirty="0"/>
              <a:t>Step 2.2 : Define the appropriate lifecycle model for each item of the Product Breakdown Structure as listed in the following pages </a:t>
            </a:r>
          </a:p>
          <a:p>
            <a:pPr lvl="1"/>
            <a:r>
              <a:rPr lang="en-US" noProof="0" dirty="0"/>
              <a:t>2.1.1 Software products</a:t>
            </a:r>
          </a:p>
          <a:p>
            <a:pPr lvl="1"/>
            <a:r>
              <a:rPr lang="en-US" noProof="0" dirty="0"/>
              <a:t>2.2.2  Technology</a:t>
            </a:r>
          </a:p>
          <a:p>
            <a:pPr lvl="1"/>
            <a:r>
              <a:rPr lang="en-US" noProof="0" dirty="0"/>
              <a:t>2.2.3 Organization</a:t>
            </a:r>
          </a:p>
          <a:p>
            <a:pPr lvl="1"/>
            <a:r>
              <a:rPr lang="en-US" noProof="0" dirty="0"/>
              <a:t>2.2.4 Security</a:t>
            </a:r>
          </a:p>
          <a:p>
            <a:r>
              <a:rPr lang="en-US" noProof="0" dirty="0"/>
              <a:t>Step 2.2 : Detail the lifecycle model for the specific  project environment  </a:t>
            </a:r>
          </a:p>
        </p:txBody>
      </p:sp>
    </p:spTree>
    <p:extLst>
      <p:ext uri="{BB962C8B-B14F-4D97-AF65-F5344CB8AC3E}">
        <p14:creationId xmlns:p14="http://schemas.microsoft.com/office/powerpoint/2010/main" val="2114202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7C39EF-8053-4DB6-95C9-CF07B818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Project Products to Product Activities: 2.1.1  Software </a:t>
            </a:r>
          </a:p>
        </p:txBody>
      </p:sp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4567A2F1-E693-429F-8CA8-F1E414D32D2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963960" y="1524000"/>
            <a:ext cx="1691830" cy="2209800"/>
          </a:xfrm>
          <a:prstGeom prst="rect">
            <a:avLst/>
          </a:prstGeom>
        </p:spPr>
      </p:pic>
      <p:pic>
        <p:nvPicPr>
          <p:cNvPr id="14" name="Segnaposto contenuto 7">
            <a:extLst>
              <a:ext uri="{FF2B5EF4-FFF2-40B4-BE49-F238E27FC236}">
                <a16:creationId xmlns:a16="http://schemas.microsoft.com/office/drawing/2014/main" id="{0A34583D-69C6-431E-8DFC-DA854F4E9FC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4959695" y="1471612"/>
            <a:ext cx="3793579" cy="2209800"/>
          </a:xfrm>
          <a:prstGeom prst="rect">
            <a:avLst/>
          </a:prstGeom>
        </p:spPr>
      </p:pic>
      <p:sp>
        <p:nvSpPr>
          <p:cNvPr id="15" name="Segnaposto contenuto 7">
            <a:extLst>
              <a:ext uri="{FF2B5EF4-FFF2-40B4-BE49-F238E27FC236}">
                <a16:creationId xmlns:a16="http://schemas.microsoft.com/office/drawing/2014/main" id="{0DE88A97-FBE6-4ED9-8921-5DF8DEB728D0}"/>
              </a:ext>
            </a:extLst>
          </p:cNvPr>
          <p:cNvSpPr txBox="1">
            <a:spLocks/>
          </p:cNvSpPr>
          <p:nvPr/>
        </p:nvSpPr>
        <p:spPr bwMode="auto">
          <a:xfrm>
            <a:off x="742950" y="6290481"/>
            <a:ext cx="8818561" cy="3158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US" sz="1600" b="0" kern="0" noProof="0" dirty="0"/>
              <a:t>The model for each project software product is selected (waterfall, agile, hybrid)  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67A07F18-1798-484A-B9E1-A7E107259988}"/>
              </a:ext>
            </a:extLst>
          </p:cNvPr>
          <p:cNvSpPr txBox="1">
            <a:spLocks noGrp="1" noChangeArrowheads="1"/>
          </p:cNvSpPr>
          <p:nvPr>
            <p:ph sz="quarter" idx="10"/>
          </p:nvPr>
        </p:nvSpPr>
        <p:spPr bwMode="auto">
          <a:xfrm>
            <a:off x="1496615" y="3933825"/>
            <a:ext cx="7604879" cy="1856406"/>
          </a:xfrm>
          <a:prstGeom prst="rect">
            <a:avLst/>
          </a:prstGeom>
          <a:solidFill>
            <a:schemeClr val="bg1">
              <a:lumMod val="95000"/>
              <a:alpha val="67842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marL="342900" lvl="0" indent="-342900">
              <a:buFont typeface="+mj-lt"/>
              <a:buAutoNum type="arabicPeriod"/>
            </a:pPr>
            <a:r>
              <a:rPr lang="en-US" b="0" i="1" noProof="0" dirty="0">
                <a:solidFill>
                  <a:srgbClr val="002060"/>
                </a:solidFill>
              </a:rPr>
              <a:t>Patient Management 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b="0" i="1" noProof="0" dirty="0">
                <a:solidFill>
                  <a:srgbClr val="002060"/>
                </a:solidFill>
              </a:rPr>
              <a:t>Visit reservation (Agile)</a:t>
            </a:r>
            <a:endParaRPr lang="en-US" i="1" noProof="0" dirty="0">
              <a:solidFill>
                <a:srgbClr val="002060"/>
              </a:solidFill>
            </a:endParaRP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b="0" i="1" noProof="0" dirty="0">
                <a:solidFill>
                  <a:srgbClr val="002060"/>
                </a:solidFill>
              </a:rPr>
              <a:t>Reception (Agile)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b="0" i="1" noProof="0" dirty="0">
                <a:solidFill>
                  <a:srgbClr val="002060"/>
                </a:solidFill>
              </a:rPr>
              <a:t>Exam Reservation (Fit-Gap)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b="0" i="1" noProof="0" dirty="0">
                <a:solidFill>
                  <a:srgbClr val="002060"/>
                </a:solidFill>
              </a:rPr>
              <a:t>Follow-up Visit (Waterfall)</a:t>
            </a:r>
          </a:p>
          <a:p>
            <a:pPr>
              <a:buFont typeface="+mj-lt"/>
              <a:buAutoNum type="arabicPeriod"/>
            </a:pPr>
            <a:r>
              <a:rPr lang="en-US" b="0" i="1" noProof="0" dirty="0">
                <a:solidFill>
                  <a:srgbClr val="002060"/>
                </a:solidFill>
              </a:rPr>
              <a:t>GP’s diagnosis (Agile)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b="0" i="1" noProof="0" dirty="0">
                <a:solidFill>
                  <a:srgbClr val="002060"/>
                </a:solidFill>
              </a:rPr>
              <a:t>Health Data Warehouse and reporting (Hybrid)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01FA78F-F196-4033-B2F8-10A0A1724B54}"/>
              </a:ext>
            </a:extLst>
          </p:cNvPr>
          <p:cNvSpPr txBox="1"/>
          <p:nvPr/>
        </p:nvSpPr>
        <p:spPr>
          <a:xfrm rot="16200000">
            <a:off x="76902" y="4732668"/>
            <a:ext cx="1978427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92D05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560554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Project Products to Product Activities: 2.1.2  Organization 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BC267921-9BFF-4F57-9F15-3388EC374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noProof="0" dirty="0"/>
              <a:t>A structure for each organization product is defined</a:t>
            </a:r>
          </a:p>
          <a:p>
            <a:r>
              <a:rPr lang="en-US" noProof="0" dirty="0"/>
              <a:t>It may be created from scratch or mapped on the  reference lifecycle shown here 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F8AFCA2-5192-4CF3-8FA0-55644C6B576C}"/>
              </a:ext>
            </a:extLst>
          </p:cNvPr>
          <p:cNvSpPr txBox="1"/>
          <p:nvPr/>
        </p:nvSpPr>
        <p:spPr>
          <a:xfrm rot="16200000">
            <a:off x="-105536" y="4660660"/>
            <a:ext cx="1978427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92D050"/>
                </a:solidFill>
              </a:rPr>
              <a:t>EXAMPLE</a:t>
            </a:r>
          </a:p>
        </p:txBody>
      </p:sp>
      <p:sp>
        <p:nvSpPr>
          <p:cNvPr id="26" name="Text Box 12">
            <a:extLst>
              <a:ext uri="{FF2B5EF4-FFF2-40B4-BE49-F238E27FC236}">
                <a16:creationId xmlns:a16="http://schemas.microsoft.com/office/drawing/2014/main" id="{1BC002A5-8312-461B-A146-6C71D9D23080}"/>
              </a:ext>
            </a:extLst>
          </p:cNvPr>
          <p:cNvSpPr txBox="1">
            <a:spLocks noGrp="1" noChangeArrowheads="1"/>
          </p:cNvSpPr>
          <p:nvPr>
            <p:ph sz="half" idx="10"/>
          </p:nvPr>
        </p:nvSpPr>
        <p:spPr bwMode="auto">
          <a:xfrm>
            <a:off x="1280592" y="3894138"/>
            <a:ext cx="3273946" cy="2047227"/>
          </a:xfrm>
          <a:prstGeom prst="rect">
            <a:avLst/>
          </a:prstGeom>
          <a:solidFill>
            <a:schemeClr val="bg1">
              <a:lumMod val="95000"/>
              <a:alpha val="67842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GP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GP training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New visit /booking rules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GP reward/evaluation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Contacts with GP and Hospitals </a:t>
            </a:r>
          </a:p>
          <a:p>
            <a:pPr>
              <a:buFont typeface="+mj-lt"/>
              <a:buAutoNum type="arabicPeriod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Support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User support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Lab support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200" i="1" noProof="0" dirty="0">
                <a:solidFill>
                  <a:srgbClr val="002060"/>
                </a:solidFill>
                <a:latin typeface="Arial" charset="0"/>
              </a:rPr>
              <a:t>Marketing</a:t>
            </a:r>
          </a:p>
        </p:txBody>
      </p:sp>
      <p:graphicFrame>
        <p:nvGraphicFramePr>
          <p:cNvPr id="27" name="Segnaposto contenuto 3">
            <a:extLst>
              <a:ext uri="{FF2B5EF4-FFF2-40B4-BE49-F238E27FC236}">
                <a16:creationId xmlns:a16="http://schemas.microsoft.com/office/drawing/2014/main" id="{31F5FAC5-B705-4969-B51D-859B5E523F1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01052798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88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Project Products to Product Activities: 2.1.3 Infrastructure  </a:t>
            </a:r>
          </a:p>
        </p:txBody>
      </p:sp>
      <p:graphicFrame>
        <p:nvGraphicFramePr>
          <p:cNvPr id="18" name="Segnaposto contenuto 3">
            <a:extLst>
              <a:ext uri="{FF2B5EF4-FFF2-40B4-BE49-F238E27FC236}">
                <a16:creationId xmlns:a16="http://schemas.microsoft.com/office/drawing/2014/main" id="{70282947-F8B9-46CE-B03E-26AC9DD798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2653974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Segnaposto contenuto 19">
            <a:extLst>
              <a:ext uri="{FF2B5EF4-FFF2-40B4-BE49-F238E27FC236}">
                <a16:creationId xmlns:a16="http://schemas.microsoft.com/office/drawing/2014/main" id="{CD578733-29D0-44B3-B2E0-CD1606DCDE3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1208584" y="3893348"/>
            <a:ext cx="3346092" cy="2059538"/>
          </a:xfrm>
          <a:solidFill>
            <a:schemeClr val="bg1">
              <a:lumMod val="95000"/>
              <a:alpha val="67842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600" i="1" noProof="0" dirty="0">
                <a:solidFill>
                  <a:srgbClr val="002060"/>
                </a:solidFill>
                <a:latin typeface="Arial" charset="0"/>
              </a:rPr>
              <a:t>New Architecture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i="1" noProof="0" dirty="0">
                <a:solidFill>
                  <a:srgbClr val="002060"/>
                </a:solidFill>
                <a:latin typeface="Arial" charset="0"/>
              </a:rPr>
              <a:t>Patient Mobile/ Mobile technology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i="1" noProof="0" dirty="0">
                <a:solidFill>
                  <a:srgbClr val="002060"/>
                </a:solidFill>
                <a:latin typeface="Arial" charset="0"/>
              </a:rPr>
              <a:t>Extranet </a:t>
            </a:r>
          </a:p>
          <a:p>
            <a:pPr marL="720000" lvl="1" indent="-342900">
              <a:buFont typeface="Arial" panose="020B0604020202020204" pitchFamily="34" charset="0"/>
              <a:buChar char="•"/>
            </a:pPr>
            <a:r>
              <a:rPr lang="en-US" sz="1600" i="1" noProof="0" dirty="0">
                <a:solidFill>
                  <a:srgbClr val="002060"/>
                </a:solidFill>
                <a:latin typeface="Arial" charset="0"/>
              </a:rPr>
              <a:t>Virtual Shared Database    </a:t>
            </a:r>
          </a:p>
          <a:p>
            <a:pPr>
              <a:buFont typeface="+mj-lt"/>
              <a:buAutoNum type="arabicPeriod"/>
            </a:pPr>
            <a:r>
              <a:rPr lang="en-US" sz="1600" i="1" noProof="0" dirty="0">
                <a:solidFill>
                  <a:srgbClr val="002060"/>
                </a:solidFill>
                <a:latin typeface="Arial" charset="0"/>
              </a:rPr>
              <a:t>General Practitioner Network</a:t>
            </a:r>
          </a:p>
          <a:p>
            <a:pPr>
              <a:buFont typeface="+mj-lt"/>
              <a:buAutoNum type="arabicPeriod"/>
            </a:pPr>
            <a:r>
              <a:rPr lang="en-US" sz="1600" i="1" noProof="0" dirty="0">
                <a:solidFill>
                  <a:srgbClr val="002060"/>
                </a:solidFill>
                <a:latin typeface="Arial" charset="0"/>
              </a:rPr>
              <a:t>Cloud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9321773-05C9-497E-948A-BF664E3B2B85}"/>
              </a:ext>
            </a:extLst>
          </p:cNvPr>
          <p:cNvSpPr txBox="1"/>
          <p:nvPr/>
        </p:nvSpPr>
        <p:spPr>
          <a:xfrm rot="16200000">
            <a:off x="-146092" y="4629208"/>
            <a:ext cx="205954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92D050"/>
                </a:solidFill>
              </a:rPr>
              <a:t>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7D536-BD8C-436D-A4D2-E0D2482D4F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77500" lnSpcReduction="20000"/>
          </a:bodyPr>
          <a:lstStyle/>
          <a:p>
            <a:r>
              <a:rPr lang="en-US" noProof="0" dirty="0"/>
              <a:t>An applicable structure for each infrastructure product is defined</a:t>
            </a:r>
          </a:p>
          <a:p>
            <a:r>
              <a:rPr lang="en-US" noProof="0" dirty="0"/>
              <a:t>It may be created from scratch or mapped on the  reference lifecycle shown here </a:t>
            </a:r>
          </a:p>
        </p:txBody>
      </p:sp>
    </p:spTree>
    <p:extLst>
      <p:ext uri="{BB962C8B-B14F-4D97-AF65-F5344CB8AC3E}">
        <p14:creationId xmlns:p14="http://schemas.microsoft.com/office/powerpoint/2010/main" val="335304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8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noProof="0" dirty="0">
                <a:solidFill>
                  <a:schemeClr val="accent6">
                    <a:lumMod val="75000"/>
                  </a:schemeClr>
                </a:solidFill>
              </a:rPr>
              <a:t>2.2 Customize / detail the lifecycle models</a:t>
            </a:r>
            <a:endParaRPr lang="en-US" noProof="0" dirty="0"/>
          </a:p>
        </p:txBody>
      </p:sp>
      <p:graphicFrame>
        <p:nvGraphicFramePr>
          <p:cNvPr id="3" name="Segnaposto contenuto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442394"/>
              </p:ext>
            </p:extLst>
          </p:nvPr>
        </p:nvGraphicFramePr>
        <p:xfrm>
          <a:off x="776288" y="1524000"/>
          <a:ext cx="8386762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CasellaDiTesto 1"/>
          <p:cNvSpPr txBox="1"/>
          <p:nvPr/>
        </p:nvSpPr>
        <p:spPr>
          <a:xfrm>
            <a:off x="4016896" y="3782291"/>
            <a:ext cx="5616624" cy="28007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0" i="1" noProof="0" dirty="0"/>
              <a:t>A </a:t>
            </a:r>
            <a:r>
              <a:rPr lang="en-US" sz="1600" i="1" u="sng" noProof="0" dirty="0"/>
              <a:t>complete</a:t>
            </a:r>
            <a:r>
              <a:rPr lang="en-US" sz="1600" b="0" i="1" noProof="0" dirty="0"/>
              <a:t> ABS breaks a project down into elementary activity, namely a task that is homogeneous in terms of output, competences, techniques. In a full detailed ABS, each elementary activity is to be described in terms of: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 noProof="0" dirty="0"/>
              <a:t>Input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 noProof="0" dirty="0"/>
              <a:t>Outcome / output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 noProof="0" dirty="0"/>
              <a:t>Steps of the activity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 noProof="0" dirty="0"/>
              <a:t>Techniques, namely the models  to be used  to perform the activity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 noProof="0" dirty="0"/>
              <a:t>Tools and software support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0" i="1" noProof="0" dirty="0"/>
              <a:t>Best practice and examples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7A5500F-2BB2-479B-937C-38D49300D24B}"/>
              </a:ext>
            </a:extLst>
          </p:cNvPr>
          <p:cNvSpPr txBox="1"/>
          <p:nvPr/>
        </p:nvSpPr>
        <p:spPr>
          <a:xfrm>
            <a:off x="992560" y="2348880"/>
            <a:ext cx="205954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92D05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21341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noProof="0" dirty="0"/>
              <a:t>Activity Breakdown Structure</a:t>
            </a:r>
            <a:br>
              <a:rPr lang="en-US" noProof="0" dirty="0"/>
            </a:br>
            <a:r>
              <a:rPr lang="en-US" noProof="0" dirty="0"/>
              <a:t>Incident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4CD1CAC-8513-4CBA-AB0D-98290BF3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Put down a draft ABS for the software domain </a:t>
            </a:r>
          </a:p>
          <a:p>
            <a:r>
              <a:rPr lang="en-US" dirty="0"/>
              <a:t>You can use either Agile or Waterfall for the software backlog</a:t>
            </a:r>
            <a:endParaRPr lang="en-US" noProof="0" dirty="0"/>
          </a:p>
          <a:p>
            <a:r>
              <a:rPr lang="en-US" noProof="0" dirty="0"/>
              <a:t>You are free to ask information to the teacher  </a:t>
            </a:r>
          </a:p>
          <a:p>
            <a:r>
              <a:rPr lang="en-US" noProof="0" dirty="0"/>
              <a:t>Hint: start from the PBS list and  make table </a:t>
            </a:r>
          </a:p>
          <a:p>
            <a:pPr lvl="1"/>
            <a:r>
              <a:rPr lang="en-US" dirty="0"/>
              <a:t>PBS  element </a:t>
            </a:r>
          </a:p>
          <a:p>
            <a:pPr lvl="1"/>
            <a:r>
              <a:rPr lang="en-US" noProof="0" dirty="0"/>
              <a:t>Approach  (agile, predictive, hybrid)</a:t>
            </a:r>
          </a:p>
          <a:p>
            <a:pPr lvl="1"/>
            <a:r>
              <a:rPr lang="en-US" noProof="0" dirty="0"/>
              <a:t>Justification of the approach </a:t>
            </a:r>
          </a:p>
        </p:txBody>
      </p:sp>
    </p:spTree>
    <p:extLst>
      <p:ext uri="{BB962C8B-B14F-4D97-AF65-F5344CB8AC3E}">
        <p14:creationId xmlns:p14="http://schemas.microsoft.com/office/powerpoint/2010/main" val="953938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</a:t>
            </a:r>
            <a:r>
              <a:rPr lang="en-US" sz="2400" b="1" u="sng" noProof="0" dirty="0"/>
              <a:t>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b="1" u="sng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648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3D8B3B52-0455-47E8-8E0B-505596D7F282}"/>
              </a:ext>
            </a:extLst>
          </p:cNvPr>
          <p:cNvSpPr/>
          <p:nvPr/>
        </p:nvSpPr>
        <p:spPr bwMode="auto">
          <a:xfrm>
            <a:off x="1048443" y="1269930"/>
            <a:ext cx="3245265" cy="190150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</a:rPr>
              <a:t>Step 3 </a:t>
            </a:r>
            <a:r>
              <a:rPr lang="en-US" sz="2000" noProof="0" dirty="0">
                <a:solidFill>
                  <a:schemeClr val="accent2">
                    <a:lumMod val="50000"/>
                  </a:schemeClr>
                </a:solidFill>
              </a:rPr>
              <a:t>Organization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Times New Roman" pitchFamily="18" charset="0"/>
            </a:endParaRP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Step3 Organizing the project </a:t>
            </a:r>
          </a:p>
        </p:txBody>
      </p:sp>
      <p:pic>
        <p:nvPicPr>
          <p:cNvPr id="16" name="Segnaposto tabella 15">
            <a:extLst>
              <a:ext uri="{FF2B5EF4-FFF2-40B4-BE49-F238E27FC236}">
                <a16:creationId xmlns:a16="http://schemas.microsoft.com/office/drawing/2014/main" id="{A9561182-116D-4515-891F-265C7BC34E25}"/>
              </a:ext>
            </a:extLst>
          </p:cNvPr>
          <p:cNvPicPr>
            <a:picLocks noGrp="1" noChangeAspect="1"/>
          </p:cNvPicPr>
          <p:nvPr>
            <p:ph type="tbl" idx="1"/>
          </p:nvPr>
        </p:nvPicPr>
        <p:blipFill>
          <a:blip r:embed="rId2"/>
          <a:stretch>
            <a:fillRect/>
          </a:stretch>
        </p:blipFill>
        <p:spPr>
          <a:xfrm>
            <a:off x="1285428" y="1769532"/>
            <a:ext cx="8420100" cy="4117243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9A07FE0-9A1B-4ACD-9D6E-3B155F489F8B}"/>
              </a:ext>
            </a:extLst>
          </p:cNvPr>
          <p:cNvSpPr txBox="1"/>
          <p:nvPr/>
        </p:nvSpPr>
        <p:spPr>
          <a:xfrm>
            <a:off x="7875389" y="1426549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noProof="0" dirty="0">
                <a:solidFill>
                  <a:schemeClr val="accent2">
                    <a:lumMod val="50000"/>
                  </a:schemeClr>
                </a:solidFill>
              </a:rPr>
              <a:t>Activities</a:t>
            </a:r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37B5FFB-FEE0-4E38-9BA6-1FFE0CD0C6B0}"/>
              </a:ext>
            </a:extLst>
          </p:cNvPr>
          <p:cNvSpPr txBox="1"/>
          <p:nvPr/>
        </p:nvSpPr>
        <p:spPr>
          <a:xfrm>
            <a:off x="7529163" y="4380358"/>
            <a:ext cx="1882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Products /deliverables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D4BF2E6-907C-4D56-98F7-EF624D9E077E}"/>
              </a:ext>
            </a:extLst>
          </p:cNvPr>
          <p:cNvSpPr txBox="1"/>
          <p:nvPr/>
        </p:nvSpPr>
        <p:spPr>
          <a:xfrm>
            <a:off x="5224907" y="5936374"/>
            <a:ext cx="1196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Gantt/PERT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49E8ACE-9484-401D-9206-8D801486DE85}"/>
              </a:ext>
            </a:extLst>
          </p:cNvPr>
          <p:cNvSpPr txBox="1"/>
          <p:nvPr/>
        </p:nvSpPr>
        <p:spPr>
          <a:xfrm>
            <a:off x="1962281" y="3809999"/>
            <a:ext cx="1003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noProof="0" dirty="0">
                <a:solidFill>
                  <a:schemeClr val="accent2">
                    <a:lumMod val="50000"/>
                  </a:schemeClr>
                </a:solidFill>
              </a:rPr>
              <a:t>Milestones</a:t>
            </a:r>
          </a:p>
        </p:txBody>
      </p:sp>
      <p:sp>
        <p:nvSpPr>
          <p:cNvPr id="12" name="Segnaposto contenuto 14">
            <a:extLst>
              <a:ext uri="{FF2B5EF4-FFF2-40B4-BE49-F238E27FC236}">
                <a16:creationId xmlns:a16="http://schemas.microsoft.com/office/drawing/2014/main" id="{184CA50B-AB89-4011-8937-BA4B52C8DCE3}"/>
              </a:ext>
            </a:extLst>
          </p:cNvPr>
          <p:cNvSpPr txBox="1">
            <a:spLocks/>
          </p:cNvSpPr>
          <p:nvPr/>
        </p:nvSpPr>
        <p:spPr bwMode="auto">
          <a:xfrm>
            <a:off x="200472" y="4356694"/>
            <a:ext cx="4480622" cy="2407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b="0" noProof="0" dirty="0"/>
              <a:t>Project organization roles are at different levels: </a:t>
            </a:r>
          </a:p>
          <a:p>
            <a:r>
              <a:rPr lang="en-US" b="0" noProof="0" dirty="0"/>
              <a:t>Execution: teams that produce organizational, software and technology outcomes of the project </a:t>
            </a:r>
          </a:p>
          <a:p>
            <a:r>
              <a:rPr lang="en-US" b="0" noProof="0" dirty="0"/>
              <a:t>Administration: Project office, that handles communications, control and planning activities </a:t>
            </a:r>
          </a:p>
          <a:p>
            <a:r>
              <a:rPr lang="en-US" b="0" noProof="0" dirty="0"/>
              <a:t>Governance: Steering / governance structures that ensure the involvement of stakeholders and user organizations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C5CFF28F-9D6C-46C1-807D-B27E23FEE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608" y="1854398"/>
            <a:ext cx="2579146" cy="1214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6106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Organization: reference model 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39198189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Project is a temporary structure</a:t>
            </a:r>
          </a:p>
          <a:p>
            <a:r>
              <a:rPr lang="en-US" noProof="0" dirty="0"/>
              <a:t>People are involved in a project either part-time or full-time </a:t>
            </a:r>
          </a:p>
          <a:p>
            <a:r>
              <a:rPr lang="en-US" noProof="0" dirty="0"/>
              <a:t>People involved in a project play various roles:</a:t>
            </a:r>
          </a:p>
          <a:p>
            <a:pPr lvl="1"/>
            <a:r>
              <a:rPr lang="en-US" noProof="0" dirty="0"/>
              <a:t>Governance</a:t>
            </a:r>
          </a:p>
          <a:p>
            <a:pPr lvl="1"/>
            <a:r>
              <a:rPr lang="en-US" noProof="0" dirty="0"/>
              <a:t>Administration </a:t>
            </a:r>
          </a:p>
          <a:p>
            <a:pPr lvl="1"/>
            <a:r>
              <a:rPr lang="en-US" noProof="0" dirty="0"/>
              <a:t>Execution </a:t>
            </a:r>
          </a:p>
        </p:txBody>
      </p:sp>
    </p:spTree>
    <p:extLst>
      <p:ext uri="{BB962C8B-B14F-4D97-AF65-F5344CB8AC3E}">
        <p14:creationId xmlns:p14="http://schemas.microsoft.com/office/powerpoint/2010/main" val="2585168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political governance   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78984212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0872" y="1524000"/>
            <a:ext cx="6105128" cy="4572000"/>
          </a:xfrm>
        </p:spPr>
        <p:txBody>
          <a:bodyPr anchor="ctr">
            <a:normAutofit fontScale="62500" lnSpcReduction="20000"/>
          </a:bodyPr>
          <a:lstStyle/>
          <a:p>
            <a:r>
              <a:rPr lang="en-US" noProof="0" dirty="0"/>
              <a:t>Political Governance typically relies on a “Steering Committee”(SC) that includes the commissioner of the project, representative of user organizations, and, also, representatives of other stakeholders</a:t>
            </a:r>
          </a:p>
          <a:p>
            <a:r>
              <a:rPr lang="en-US" noProof="0" dirty="0"/>
              <a:t>SC typically meets monthly or at deadlines of the project </a:t>
            </a:r>
          </a:p>
          <a:p>
            <a:r>
              <a:rPr lang="en-US" noProof="0" dirty="0"/>
              <a:t>In Digital Projects, SC typically includes managers of the corporate IT department</a:t>
            </a:r>
          </a:p>
          <a:p>
            <a:r>
              <a:rPr lang="en-US" noProof="0" dirty="0"/>
              <a:t>SC is a decision body that approves or rejects project results</a:t>
            </a:r>
          </a:p>
          <a:p>
            <a:r>
              <a:rPr lang="en-US" noProof="0" dirty="0"/>
              <a:t>SC typically discusses:</a:t>
            </a:r>
          </a:p>
          <a:p>
            <a:pPr lvl="1"/>
            <a:r>
              <a:rPr lang="en-US" noProof="0" dirty="0"/>
              <a:t>Project budget and progress</a:t>
            </a:r>
          </a:p>
          <a:p>
            <a:pPr lvl="1"/>
            <a:r>
              <a:rPr lang="en-US" noProof="0" dirty="0"/>
              <a:t>Project staffing policy</a:t>
            </a:r>
          </a:p>
          <a:p>
            <a:pPr lvl="1"/>
            <a:r>
              <a:rPr lang="en-US" noProof="0" dirty="0"/>
              <a:t>Project results (intermediate and final) </a:t>
            </a:r>
          </a:p>
          <a:p>
            <a:pPr lvl="1"/>
            <a:r>
              <a:rPr lang="en-US" noProof="0" dirty="0"/>
              <a:t>Major changes in Software Apps or Organizations</a:t>
            </a:r>
          </a:p>
          <a:p>
            <a:pPr lvl="1"/>
            <a:r>
              <a:rPr lang="en-US" noProof="0" dirty="0"/>
              <a:t>Critical issues </a:t>
            </a:r>
          </a:p>
          <a:p>
            <a:r>
              <a:rPr lang="en-US" noProof="0" dirty="0"/>
              <a:t>The project manager connects Governance with  Administration and Execution organizations</a:t>
            </a:r>
          </a:p>
        </p:txBody>
      </p:sp>
    </p:spTree>
    <p:extLst>
      <p:ext uri="{BB962C8B-B14F-4D97-AF65-F5344CB8AC3E}">
        <p14:creationId xmlns:p14="http://schemas.microsoft.com/office/powerpoint/2010/main" val="2981083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Organization: </a:t>
            </a:r>
            <a:br>
              <a:rPr lang="en-US" noProof="0" dirty="0"/>
            </a:br>
            <a:r>
              <a:rPr lang="en-US" noProof="0" dirty="0"/>
              <a:t>technical and legal governance   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89278655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0872" y="1524000"/>
            <a:ext cx="5688632" cy="4572000"/>
          </a:xfrm>
        </p:spPr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Technical and Legal governance make sure that project complies with relevant regulations and standards, which in digital domain typically include:</a:t>
            </a:r>
          </a:p>
          <a:p>
            <a:pPr lvl="1"/>
            <a:r>
              <a:rPr lang="en-US" noProof="0" dirty="0"/>
              <a:t>GDPR https://eugdpr.org</a:t>
            </a:r>
          </a:p>
          <a:p>
            <a:pPr lvl="1"/>
            <a:r>
              <a:rPr lang="en-US" noProof="0" dirty="0"/>
              <a:t>Software standards </a:t>
            </a:r>
          </a:p>
          <a:p>
            <a:pPr lvl="1"/>
            <a:r>
              <a:rPr lang="en-US" noProof="0" dirty="0"/>
              <a:t>Deployment standards</a:t>
            </a:r>
          </a:p>
          <a:p>
            <a:pPr lvl="1"/>
            <a:r>
              <a:rPr lang="en-US" noProof="0" dirty="0"/>
              <a:t>Accessibility standards </a:t>
            </a:r>
          </a:p>
          <a:p>
            <a:pPr lvl="1"/>
            <a:r>
              <a:rPr lang="en-US" noProof="0" dirty="0"/>
              <a:t>Etc. </a:t>
            </a:r>
          </a:p>
          <a:p>
            <a:r>
              <a:rPr lang="en-US" noProof="0" dirty="0"/>
              <a:t>Such governance is typically staffed by “on-demand referees”, i.e., experts assigned to the project as consultants / reviewers.</a:t>
            </a:r>
          </a:p>
          <a:p>
            <a:r>
              <a:rPr lang="en-US" noProof="0" dirty="0"/>
              <a:t>In Agile / Scrum approach, specific roles as the Technical Owner make sure that software is not only consumable but also technically compliant. </a:t>
            </a:r>
          </a:p>
        </p:txBody>
      </p:sp>
    </p:spTree>
    <p:extLst>
      <p:ext uri="{BB962C8B-B14F-4D97-AF65-F5344CB8AC3E}">
        <p14:creationId xmlns:p14="http://schemas.microsoft.com/office/powerpoint/2010/main" val="3824144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Project Administration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62502603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44888" y="1524000"/>
            <a:ext cx="5218162" cy="457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Administration supports the integration of Project Areas </a:t>
            </a:r>
          </a:p>
          <a:p>
            <a:r>
              <a:rPr lang="en-US" noProof="0" dirty="0"/>
              <a:t>Administration is performed by a Project Office (PO),which is generally staffed by non-technical people</a:t>
            </a:r>
          </a:p>
          <a:p>
            <a:r>
              <a:rPr lang="en-US" noProof="0" dirty="0"/>
              <a:t>PO typically accounts 10 to 15% of project staff    </a:t>
            </a:r>
          </a:p>
        </p:txBody>
      </p:sp>
    </p:spTree>
    <p:extLst>
      <p:ext uri="{BB962C8B-B14F-4D97-AF65-F5344CB8AC3E}">
        <p14:creationId xmlns:p14="http://schemas.microsoft.com/office/powerpoint/2010/main" val="4196022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Administration: Plan/control 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0897513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12840" y="1524000"/>
            <a:ext cx="5650210" cy="4572000"/>
          </a:xfrm>
        </p:spPr>
        <p:txBody>
          <a:bodyPr anchor="ctr">
            <a:normAutofit fontScale="92500"/>
          </a:bodyPr>
          <a:lstStyle/>
          <a:p>
            <a:r>
              <a:rPr lang="en-US" noProof="0" dirty="0"/>
              <a:t>Project planning and control is a primary mission of a PO</a:t>
            </a:r>
          </a:p>
          <a:p>
            <a:r>
              <a:rPr lang="en-US" noProof="0" dirty="0"/>
              <a:t>PO typically edits plans &amp; reports on:</a:t>
            </a:r>
          </a:p>
          <a:p>
            <a:pPr lvl="1"/>
            <a:r>
              <a:rPr lang="en-US" noProof="0" dirty="0"/>
              <a:t>Project Activities: baseline and updated plan, progress report, etc.   </a:t>
            </a:r>
          </a:p>
          <a:p>
            <a:pPr lvl="1"/>
            <a:r>
              <a:rPr lang="en-US" noProof="0" dirty="0"/>
              <a:t>Project Communications: project presentations for project organization and stakeholders</a:t>
            </a:r>
          </a:p>
          <a:p>
            <a:pPr lvl="1"/>
            <a:r>
              <a:rPr lang="en-US" noProof="0" dirty="0"/>
              <a:t>Change and Risk management: make sure that changes and risks are properly documented, monitored, and solved.  </a:t>
            </a:r>
          </a:p>
        </p:txBody>
      </p:sp>
    </p:spTree>
    <p:extLst>
      <p:ext uri="{BB962C8B-B14F-4D97-AF65-F5344CB8AC3E}">
        <p14:creationId xmlns:p14="http://schemas.microsoft.com/office/powerpoint/2010/main" val="855430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Administration: Accounting and Quality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82041543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6856" y="1524000"/>
            <a:ext cx="5506194" cy="4572000"/>
          </a:xfrm>
        </p:spPr>
        <p:txBody>
          <a:bodyPr>
            <a:normAutofit fontScale="77500" lnSpcReduction="20000"/>
          </a:bodyPr>
          <a:lstStyle/>
          <a:p>
            <a:r>
              <a:rPr lang="en-US" noProof="0" dirty="0"/>
              <a:t>Accounting: </a:t>
            </a:r>
          </a:p>
          <a:p>
            <a:pPr lvl="1"/>
            <a:r>
              <a:rPr lang="en-US" noProof="0" dirty="0"/>
              <a:t>The project accounting team tracks expenses against the project budget, based on a specific project Cost Breakdown Structure (CBS) which is a (project) chart of accounts </a:t>
            </a:r>
          </a:p>
          <a:p>
            <a:pPr lvl="1"/>
            <a:r>
              <a:rPr lang="en-US" noProof="0" dirty="0"/>
              <a:t>However, digital projects generally do not require a dedicated CBS, and accounting is performed as a service by the Corporate Accounting Department </a:t>
            </a:r>
          </a:p>
          <a:p>
            <a:r>
              <a:rPr lang="en-US" noProof="0" dirty="0"/>
              <a:t>Quality: </a:t>
            </a:r>
          </a:p>
          <a:p>
            <a:pPr lvl="1"/>
            <a:r>
              <a:rPr lang="en-US" noProof="0" dirty="0"/>
              <a:t>Large projects can have quality reviewers, who make sure that the appropriate quality standards are planned and enforced.</a:t>
            </a:r>
          </a:p>
          <a:p>
            <a:r>
              <a:rPr lang="en-US" noProof="0" dirty="0"/>
              <a:t>Miscellaneous: </a:t>
            </a:r>
          </a:p>
          <a:p>
            <a:pPr lvl="1"/>
            <a:r>
              <a:rPr lang="en-US" noProof="0" dirty="0"/>
              <a:t>In large projects, Administration can be staffed to cover all Project Management areas</a:t>
            </a:r>
          </a:p>
        </p:txBody>
      </p:sp>
    </p:spTree>
    <p:extLst>
      <p:ext uri="{BB962C8B-B14F-4D97-AF65-F5344CB8AC3E}">
        <p14:creationId xmlns:p14="http://schemas.microsoft.com/office/powerpoint/2010/main" val="2008341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Execution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1886680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84848" y="1524000"/>
            <a:ext cx="5578202" cy="4572000"/>
          </a:xfrm>
        </p:spPr>
        <p:txBody>
          <a:bodyPr>
            <a:normAutofit fontScale="77500" lnSpcReduction="20000"/>
          </a:bodyPr>
          <a:lstStyle/>
          <a:p>
            <a:r>
              <a:rPr lang="en-US" noProof="0" dirty="0"/>
              <a:t>Execution includes the teams who develop solutions</a:t>
            </a:r>
          </a:p>
          <a:p>
            <a:r>
              <a:rPr lang="en-US" noProof="0" dirty="0"/>
              <a:t>In digital projects, relevant domains are:</a:t>
            </a:r>
          </a:p>
          <a:p>
            <a:pPr lvl="1"/>
            <a:r>
              <a:rPr lang="en-US" noProof="0" dirty="0"/>
              <a:t>Software, where project teams develop/ customize/ discontinue/modify software apps; </a:t>
            </a:r>
          </a:p>
          <a:p>
            <a:pPr lvl="1"/>
            <a:r>
              <a:rPr lang="en-US" noProof="0" dirty="0"/>
              <a:t>Technology, where project teams deploy software apps on cloud or internal infrastructure, and acquire / deploy  software infrastructures as DBMS, OS, Drivers, etc.;</a:t>
            </a:r>
          </a:p>
          <a:p>
            <a:pPr lvl="1"/>
            <a:r>
              <a:rPr lang="en-US" noProof="0" dirty="0"/>
              <a:t>Business, which is critical with e-commerce and social projects, where teams develop and implement business plans and models;  </a:t>
            </a:r>
          </a:p>
          <a:p>
            <a:pPr lvl="1"/>
            <a:r>
              <a:rPr lang="en-US" noProof="0" dirty="0"/>
              <a:t>Organization change, critical with enterprise digital projects, where teams design /change/discontinue business process, create/change jobs, train and sensitize users and stakeholders, etc. </a:t>
            </a:r>
          </a:p>
        </p:txBody>
      </p:sp>
    </p:spTree>
    <p:extLst>
      <p:ext uri="{BB962C8B-B14F-4D97-AF65-F5344CB8AC3E}">
        <p14:creationId xmlns:p14="http://schemas.microsoft.com/office/powerpoint/2010/main" val="546429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Execution: Software 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33399369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84848" y="1524000"/>
            <a:ext cx="5578202" cy="4572000"/>
          </a:xfrm>
        </p:spPr>
        <p:txBody>
          <a:bodyPr anchor="ctr">
            <a:normAutofit fontScale="77500" lnSpcReduction="20000"/>
          </a:bodyPr>
          <a:lstStyle/>
          <a:p>
            <a:r>
              <a:rPr lang="en-US" noProof="0" dirty="0"/>
              <a:t>Software teams can be structured according to a variety of models: </a:t>
            </a:r>
          </a:p>
          <a:p>
            <a:pPr lvl="1"/>
            <a:r>
              <a:rPr lang="en-US" noProof="0" dirty="0"/>
              <a:t>Mixed teams (aka “Feature team”) where expert users, business process analysts and software developers work together - it fits customization projects  </a:t>
            </a:r>
          </a:p>
          <a:p>
            <a:pPr lvl="1"/>
            <a:r>
              <a:rPr lang="en-US" noProof="0" dirty="0"/>
              <a:t>Dedicated teams (aka ”Component teams”) , in which each team is allocated to a specific  project outcome: analysis and user requirements, software development, database, etc. - it fits large waterfall projects</a:t>
            </a:r>
          </a:p>
          <a:p>
            <a:pPr lvl="1"/>
            <a:r>
              <a:rPr lang="en-US" noProof="0" dirty="0"/>
              <a:t>Agile approach, in which multiple teams work a software product backlog, which was created in a previous analysis phase – it fits uncertain requirements with an average innovation </a:t>
            </a:r>
          </a:p>
          <a:p>
            <a:pPr lvl="1"/>
            <a:r>
              <a:rPr lang="en-US" noProof="0" dirty="0"/>
              <a:t>Hybrid approach, a combination of the above models  </a:t>
            </a:r>
          </a:p>
        </p:txBody>
      </p:sp>
    </p:spTree>
    <p:extLst>
      <p:ext uri="{BB962C8B-B14F-4D97-AF65-F5344CB8AC3E}">
        <p14:creationId xmlns:p14="http://schemas.microsoft.com/office/powerpoint/2010/main" val="3982973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Execution: Technology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61143113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6856" y="1524000"/>
            <a:ext cx="5506194" cy="4572000"/>
          </a:xfrm>
        </p:spPr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Dedicated technology teams exist (only) in very innovative projects</a:t>
            </a:r>
          </a:p>
          <a:p>
            <a:r>
              <a:rPr lang="en-US" noProof="0" dirty="0"/>
              <a:t>Typical enterprise or social projects develop apps on available technologies, and, therefore, rely on an external support:</a:t>
            </a:r>
          </a:p>
          <a:p>
            <a:pPr lvl="1"/>
            <a:r>
              <a:rPr lang="en-US" noProof="0" dirty="0"/>
              <a:t>DBMS and Software Platforms vendors assist acquisition and installation </a:t>
            </a:r>
          </a:p>
          <a:p>
            <a:pPr lvl="1"/>
            <a:r>
              <a:rPr lang="en-US" noProof="0" dirty="0"/>
              <a:t>Hardware vendors provide, install and sometimes manage hardware equipment (severs, wearable devices, sensors, etc.)     </a:t>
            </a:r>
          </a:p>
          <a:p>
            <a:pPr lvl="1"/>
            <a:r>
              <a:rPr lang="en-US" noProof="0" dirty="0"/>
              <a:t>Service vendors provide, install and operate cloud services  etc. </a:t>
            </a:r>
          </a:p>
        </p:txBody>
      </p:sp>
    </p:spTree>
    <p:extLst>
      <p:ext uri="{BB962C8B-B14F-4D97-AF65-F5344CB8AC3E}">
        <p14:creationId xmlns:p14="http://schemas.microsoft.com/office/powerpoint/2010/main" val="1997579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Execution: Business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84744911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6856" y="1524000"/>
            <a:ext cx="5506194" cy="4572000"/>
          </a:xfrm>
        </p:spPr>
        <p:txBody>
          <a:bodyPr anchor="ctr">
            <a:normAutofit fontScale="85000" lnSpcReduction="20000"/>
          </a:bodyPr>
          <a:lstStyle/>
          <a:p>
            <a:r>
              <a:rPr lang="en-US" noProof="0" dirty="0"/>
              <a:t>Dedicated business teams are critical in e-commerce and social systems where profitability and/or social acceptance are critical success factors.</a:t>
            </a:r>
          </a:p>
          <a:p>
            <a:r>
              <a:rPr lang="en-US" noProof="0" dirty="0"/>
              <a:t>They interact with software teams in project scoping (where they contribute  to shape the software product backlog) and system roll-out (where they assist the market roll-out)</a:t>
            </a:r>
          </a:p>
          <a:p>
            <a:r>
              <a:rPr lang="en-US" noProof="0" dirty="0"/>
              <a:t>Typical outcomes are business plans, marketing plans, social communication plans, surveys, etc. </a:t>
            </a:r>
          </a:p>
          <a:p>
            <a:r>
              <a:rPr lang="en-US" noProof="0" dirty="0"/>
              <a:t>Business teams typically have business administration or marketing background </a:t>
            </a:r>
          </a:p>
        </p:txBody>
      </p:sp>
    </p:spTree>
    <p:extLst>
      <p:ext uri="{BB962C8B-B14F-4D97-AF65-F5344CB8AC3E}">
        <p14:creationId xmlns:p14="http://schemas.microsoft.com/office/powerpoint/2010/main" val="20121559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en-US" noProof="0" dirty="0"/>
              <a:t>Project Organization : </a:t>
            </a:r>
            <a:br>
              <a:rPr lang="en-US" noProof="0" dirty="0"/>
            </a:br>
            <a:r>
              <a:rPr lang="en-US" noProof="0" dirty="0"/>
              <a:t>Execution: Organization Change </a:t>
            </a:r>
          </a:p>
        </p:txBody>
      </p:sp>
      <p:graphicFrame>
        <p:nvGraphicFramePr>
          <p:cNvPr id="3" name="Segnaposto contenuto 2">
            <a:extLst>
              <a:ext uri="{FF2B5EF4-FFF2-40B4-BE49-F238E27FC236}">
                <a16:creationId xmlns:a16="http://schemas.microsoft.com/office/drawing/2014/main" id="{DE3446B1-E242-4B02-AF6B-25769D5E3E0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57810426"/>
              </p:ext>
            </p:extLst>
          </p:nvPr>
        </p:nvGraphicFramePr>
        <p:xfrm>
          <a:off x="776288" y="1524000"/>
          <a:ext cx="38163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42AF7C3-8287-45FC-88AD-ACD2D8B0F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6856" y="1524000"/>
            <a:ext cx="5506194" cy="4572000"/>
          </a:xfrm>
        </p:spPr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Organization change is critical in large projects, because:</a:t>
            </a:r>
          </a:p>
          <a:p>
            <a:pPr lvl="1"/>
            <a:r>
              <a:rPr lang="en-US" noProof="0" dirty="0"/>
              <a:t>Users may be 000s</a:t>
            </a:r>
          </a:p>
          <a:p>
            <a:pPr lvl="1"/>
            <a:r>
              <a:rPr lang="en-US" noProof="0" dirty="0"/>
              <a:t>Business process flow and activities may change radically</a:t>
            </a:r>
          </a:p>
          <a:p>
            <a:pPr lvl="1"/>
            <a:r>
              <a:rPr lang="en-US" noProof="0" dirty="0"/>
              <a:t>Organization structure may change to a large extent </a:t>
            </a:r>
          </a:p>
          <a:p>
            <a:pPr lvl="1"/>
            <a:r>
              <a:rPr lang="en-US" noProof="0" dirty="0"/>
              <a:t>New jobs are created and old jobs discontinued </a:t>
            </a:r>
          </a:p>
          <a:p>
            <a:pPr lvl="1"/>
            <a:r>
              <a:rPr lang="en-US" noProof="0" dirty="0"/>
              <a:t>New skills may be required in user departments </a:t>
            </a:r>
          </a:p>
          <a:p>
            <a:r>
              <a:rPr lang="en-US" noProof="0" dirty="0"/>
              <a:t>Because of these reasons, specific teams should be created for:</a:t>
            </a:r>
          </a:p>
          <a:p>
            <a:pPr lvl="1"/>
            <a:r>
              <a:rPr lang="en-US" noProof="0" dirty="0"/>
              <a:t>Redesigning business processes </a:t>
            </a:r>
          </a:p>
          <a:p>
            <a:pPr lvl="1"/>
            <a:r>
              <a:rPr lang="en-US" noProof="0" dirty="0"/>
              <a:t>Redesigning business rules (e.g. chart of accounts, payment rules, etc.) </a:t>
            </a:r>
          </a:p>
          <a:p>
            <a:pPr lvl="1"/>
            <a:r>
              <a:rPr lang="en-US" noProof="0" dirty="0"/>
              <a:t>User training, including computer-based education</a:t>
            </a:r>
          </a:p>
          <a:p>
            <a:pPr lvl="1"/>
            <a:r>
              <a:rPr lang="en-US" noProof="0" dirty="0"/>
              <a:t>Managing HR change</a:t>
            </a:r>
          </a:p>
        </p:txBody>
      </p:sp>
    </p:spTree>
    <p:extLst>
      <p:ext uri="{BB962C8B-B14F-4D97-AF65-F5344CB8AC3E}">
        <p14:creationId xmlns:p14="http://schemas.microsoft.com/office/powerpoint/2010/main" val="366385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1065213" y="5562600"/>
            <a:ext cx="239395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/>
          <a:lstStyle/>
          <a:p>
            <a:pPr algn="ctr" eaLnBrk="0" hangingPunct="0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</a:rPr>
              <a:t>Hardware  &amp; Software Vendors </a:t>
            </a:r>
          </a:p>
        </p:txBody>
      </p:sp>
      <p:sp>
        <p:nvSpPr>
          <p:cNvPr id="25605" name="Rectangle 3"/>
          <p:cNvSpPr>
            <a:spLocks noChangeArrowheads="1"/>
          </p:cNvSpPr>
          <p:nvPr/>
        </p:nvSpPr>
        <p:spPr bwMode="auto">
          <a:xfrm>
            <a:off x="3583236" y="5562600"/>
            <a:ext cx="239395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</a:rPr>
              <a:t>Software Platforms </a:t>
            </a:r>
          </a:p>
          <a:p>
            <a:pPr algn="ctr" eaLnBrk="0" hangingPunct="0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Vendors 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6224836" y="5562600"/>
            <a:ext cx="239395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</a:rPr>
              <a:t>Consultants </a:t>
            </a:r>
          </a:p>
          <a:p>
            <a:pPr algn="ctr" eaLnBrk="0" hangingPunct="0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</a:rPr>
              <a:t>Systems Integrator</a:t>
            </a:r>
          </a:p>
          <a:p>
            <a:pPr algn="ctr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</a:rPr>
              <a:t>Software houses </a:t>
            </a:r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941636" y="4114800"/>
            <a:ext cx="8007350" cy="1066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endParaRPr lang="en-US" sz="2400" i="1" noProof="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5608" name="AutoShape 6"/>
          <p:cNvSpPr>
            <a:spLocks noChangeArrowheads="1"/>
          </p:cNvSpPr>
          <p:nvPr/>
        </p:nvSpPr>
        <p:spPr bwMode="auto">
          <a:xfrm>
            <a:off x="1932236" y="5257800"/>
            <a:ext cx="742950" cy="2286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609" name="AutoShape 7"/>
          <p:cNvSpPr>
            <a:spLocks noChangeArrowheads="1"/>
          </p:cNvSpPr>
          <p:nvPr/>
        </p:nvSpPr>
        <p:spPr bwMode="auto">
          <a:xfrm>
            <a:off x="4408736" y="5257800"/>
            <a:ext cx="742950" cy="2286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610" name="AutoShape 8"/>
          <p:cNvSpPr>
            <a:spLocks noChangeArrowheads="1"/>
          </p:cNvSpPr>
          <p:nvPr/>
        </p:nvSpPr>
        <p:spPr bwMode="auto">
          <a:xfrm>
            <a:off x="6885236" y="5257800"/>
            <a:ext cx="742950" cy="2286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611" name="Rectangle 9"/>
          <p:cNvSpPr>
            <a:spLocks noChangeArrowheads="1"/>
          </p:cNvSpPr>
          <p:nvPr/>
        </p:nvSpPr>
        <p:spPr bwMode="auto">
          <a:xfrm>
            <a:off x="776536" y="1484314"/>
            <a:ext cx="8172450" cy="211613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2400" noProof="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5612" name="Rectangle 10"/>
          <p:cNvSpPr>
            <a:spLocks noChangeArrowheads="1"/>
          </p:cNvSpPr>
          <p:nvPr/>
        </p:nvSpPr>
        <p:spPr bwMode="auto">
          <a:xfrm>
            <a:off x="6555036" y="1908176"/>
            <a:ext cx="2724150" cy="18335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614" name="Rectangle 12"/>
          <p:cNvSpPr>
            <a:spLocks noChangeArrowheads="1"/>
          </p:cNvSpPr>
          <p:nvPr/>
        </p:nvSpPr>
        <p:spPr bwMode="auto">
          <a:xfrm>
            <a:off x="14369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Sales</a:t>
            </a:r>
          </a:p>
        </p:txBody>
      </p:sp>
      <p:sp>
        <p:nvSpPr>
          <p:cNvPr id="25615" name="Rectangle 13"/>
          <p:cNvSpPr>
            <a:spLocks noChangeArrowheads="1"/>
          </p:cNvSpPr>
          <p:nvPr/>
        </p:nvSpPr>
        <p:spPr bwMode="auto">
          <a:xfrm>
            <a:off x="201478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Branches</a:t>
            </a:r>
          </a:p>
        </p:txBody>
      </p:sp>
      <p:sp>
        <p:nvSpPr>
          <p:cNvPr id="25616" name="Rectangle 14"/>
          <p:cNvSpPr>
            <a:spLocks noChangeArrowheads="1"/>
          </p:cNvSpPr>
          <p:nvPr/>
        </p:nvSpPr>
        <p:spPr bwMode="auto">
          <a:xfrm>
            <a:off x="25926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</a:rPr>
              <a:t>Projects</a:t>
            </a:r>
          </a:p>
        </p:txBody>
      </p:sp>
      <p:sp>
        <p:nvSpPr>
          <p:cNvPr id="25617" name="Rectangle 15"/>
          <p:cNvSpPr>
            <a:spLocks noChangeArrowheads="1"/>
          </p:cNvSpPr>
          <p:nvPr/>
        </p:nvSpPr>
        <p:spPr bwMode="auto">
          <a:xfrm>
            <a:off x="317048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Marketing</a:t>
            </a:r>
          </a:p>
        </p:txBody>
      </p:sp>
      <p:sp>
        <p:nvSpPr>
          <p:cNvPr id="25618" name="Rectangle 16"/>
          <p:cNvSpPr>
            <a:spLocks noChangeArrowheads="1"/>
          </p:cNvSpPr>
          <p:nvPr/>
        </p:nvSpPr>
        <p:spPr bwMode="auto">
          <a:xfrm>
            <a:off x="37483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Customer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care</a:t>
            </a:r>
          </a:p>
        </p:txBody>
      </p:sp>
      <p:sp>
        <p:nvSpPr>
          <p:cNvPr id="25619" name="Rectangle 17"/>
          <p:cNvSpPr>
            <a:spLocks noChangeArrowheads="1"/>
          </p:cNvSpPr>
          <p:nvPr/>
        </p:nvSpPr>
        <p:spPr bwMode="auto">
          <a:xfrm>
            <a:off x="432618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Network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</a:rPr>
              <a:t>Planning</a:t>
            </a:r>
          </a:p>
        </p:txBody>
      </p:sp>
      <p:sp>
        <p:nvSpPr>
          <p:cNvPr id="25620" name="Rectangle 18"/>
          <p:cNvSpPr>
            <a:spLocks noChangeArrowheads="1"/>
          </p:cNvSpPr>
          <p:nvPr/>
        </p:nvSpPr>
        <p:spPr bwMode="auto">
          <a:xfrm>
            <a:off x="1436936" y="2260601"/>
            <a:ext cx="495300" cy="282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Consumer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</a:rPr>
              <a:t>Division</a:t>
            </a:r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5621" name="Rectangle 19"/>
          <p:cNvSpPr>
            <a:spLocks noChangeArrowheads="1"/>
          </p:cNvSpPr>
          <p:nvPr/>
        </p:nvSpPr>
        <p:spPr bwMode="auto">
          <a:xfrm>
            <a:off x="3170486" y="2260601"/>
            <a:ext cx="495300" cy="282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Business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Division </a:t>
            </a:r>
          </a:p>
        </p:txBody>
      </p:sp>
      <p:sp>
        <p:nvSpPr>
          <p:cNvPr id="25622" name="Rectangle 20"/>
          <p:cNvSpPr>
            <a:spLocks noChangeArrowheads="1"/>
          </p:cNvSpPr>
          <p:nvPr/>
        </p:nvSpPr>
        <p:spPr bwMode="auto">
          <a:xfrm>
            <a:off x="49040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Network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Systems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(OSS)</a:t>
            </a:r>
          </a:p>
        </p:txBody>
      </p:sp>
      <p:sp>
        <p:nvSpPr>
          <p:cNvPr id="25623" name="Rectangle 21"/>
          <p:cNvSpPr>
            <a:spLocks noChangeArrowheads="1"/>
          </p:cNvSpPr>
          <p:nvPr/>
        </p:nvSpPr>
        <p:spPr bwMode="auto">
          <a:xfrm>
            <a:off x="548188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Network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Operations </a:t>
            </a:r>
          </a:p>
        </p:txBody>
      </p:sp>
      <p:sp>
        <p:nvSpPr>
          <p:cNvPr id="25624" name="Rectangle 22"/>
          <p:cNvSpPr>
            <a:spLocks noChangeArrowheads="1"/>
          </p:cNvSpPr>
          <p:nvPr/>
        </p:nvSpPr>
        <p:spPr bwMode="auto">
          <a:xfrm>
            <a:off x="60597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Service &amp;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Construction </a:t>
            </a:r>
          </a:p>
        </p:txBody>
      </p:sp>
      <p:sp>
        <p:nvSpPr>
          <p:cNvPr id="25625" name="Rectangle 23"/>
          <p:cNvSpPr>
            <a:spLocks noChangeArrowheads="1"/>
          </p:cNvSpPr>
          <p:nvPr/>
        </p:nvSpPr>
        <p:spPr bwMode="auto">
          <a:xfrm>
            <a:off x="663758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IT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architecture</a:t>
            </a:r>
          </a:p>
        </p:txBody>
      </p:sp>
      <p:sp>
        <p:nvSpPr>
          <p:cNvPr id="25626" name="Rectangle 24"/>
          <p:cNvSpPr>
            <a:spLocks noChangeArrowheads="1"/>
          </p:cNvSpPr>
          <p:nvPr/>
        </p:nvSpPr>
        <p:spPr bwMode="auto">
          <a:xfrm>
            <a:off x="72154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CRM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</a:rPr>
              <a:t>Development</a:t>
            </a:r>
          </a:p>
        </p:txBody>
      </p:sp>
      <p:sp>
        <p:nvSpPr>
          <p:cNvPr id="25627" name="Rectangle 25"/>
          <p:cNvSpPr>
            <a:spLocks noChangeArrowheads="1"/>
          </p:cNvSpPr>
          <p:nvPr/>
        </p:nvSpPr>
        <p:spPr bwMode="auto">
          <a:xfrm>
            <a:off x="779328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ERP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Development </a:t>
            </a:r>
          </a:p>
        </p:txBody>
      </p:sp>
      <p:sp>
        <p:nvSpPr>
          <p:cNvPr id="25628" name="Rectangle 26"/>
          <p:cNvSpPr>
            <a:spLocks noChangeArrowheads="1"/>
          </p:cNvSpPr>
          <p:nvPr/>
        </p:nvSpPr>
        <p:spPr bwMode="auto">
          <a:xfrm>
            <a:off x="8371136" y="2895600"/>
            <a:ext cx="495300" cy="2809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Operations </a:t>
            </a:r>
          </a:p>
        </p:txBody>
      </p:sp>
      <p:sp>
        <p:nvSpPr>
          <p:cNvPr id="25629" name="Rectangle 27"/>
          <p:cNvSpPr>
            <a:spLocks noChangeArrowheads="1"/>
          </p:cNvSpPr>
          <p:nvPr/>
        </p:nvSpPr>
        <p:spPr bwMode="auto">
          <a:xfrm>
            <a:off x="4904036" y="2260601"/>
            <a:ext cx="495300" cy="282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Network</a:t>
            </a:r>
          </a:p>
        </p:txBody>
      </p:sp>
      <p:sp>
        <p:nvSpPr>
          <p:cNvPr id="25630" name="Rectangle 28"/>
          <p:cNvSpPr>
            <a:spLocks noChangeArrowheads="1"/>
          </p:cNvSpPr>
          <p:nvPr/>
        </p:nvSpPr>
        <p:spPr bwMode="auto">
          <a:xfrm>
            <a:off x="7793286" y="2260601"/>
            <a:ext cx="495300" cy="282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VP </a:t>
            </a:r>
          </a:p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IT services</a:t>
            </a:r>
          </a:p>
        </p:txBody>
      </p:sp>
      <p:sp>
        <p:nvSpPr>
          <p:cNvPr id="25631" name="Rectangle 29"/>
          <p:cNvSpPr>
            <a:spLocks noChangeArrowheads="1"/>
          </p:cNvSpPr>
          <p:nvPr/>
        </p:nvSpPr>
        <p:spPr bwMode="auto">
          <a:xfrm>
            <a:off x="6555036" y="1554164"/>
            <a:ext cx="495300" cy="282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Other staff</a:t>
            </a:r>
          </a:p>
        </p:txBody>
      </p:sp>
      <p:sp>
        <p:nvSpPr>
          <p:cNvPr id="25632" name="Rectangle 30"/>
          <p:cNvSpPr>
            <a:spLocks noChangeArrowheads="1"/>
          </p:cNvSpPr>
          <p:nvPr/>
        </p:nvSpPr>
        <p:spPr bwMode="auto">
          <a:xfrm>
            <a:off x="4904036" y="1554164"/>
            <a:ext cx="495300" cy="282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CEO</a:t>
            </a:r>
          </a:p>
        </p:txBody>
      </p:sp>
      <p:cxnSp>
        <p:nvCxnSpPr>
          <p:cNvPr id="25633" name="AutoShape 31"/>
          <p:cNvCxnSpPr>
            <a:cxnSpLocks noChangeShapeType="1"/>
            <a:stCxn id="25620" idx="2"/>
          </p:cNvCxnSpPr>
          <p:nvPr/>
        </p:nvCxnSpPr>
        <p:spPr bwMode="auto">
          <a:xfrm flipH="1">
            <a:off x="941636" y="2543176"/>
            <a:ext cx="7429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34" name="AutoShape 32"/>
          <p:cNvCxnSpPr>
            <a:cxnSpLocks noChangeShapeType="1"/>
            <a:stCxn id="25620" idx="2"/>
            <a:endCxn id="25614" idx="0"/>
          </p:cNvCxnSpPr>
          <p:nvPr/>
        </p:nvCxnSpPr>
        <p:spPr bwMode="auto">
          <a:xfrm>
            <a:off x="1665668" y="2543176"/>
            <a:ext cx="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35" name="AutoShape 33"/>
          <p:cNvCxnSpPr>
            <a:cxnSpLocks noChangeShapeType="1"/>
            <a:stCxn id="25620" idx="2"/>
            <a:endCxn id="25615" idx="0"/>
          </p:cNvCxnSpPr>
          <p:nvPr/>
        </p:nvCxnSpPr>
        <p:spPr bwMode="auto">
          <a:xfrm>
            <a:off x="166566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36" name="AutoShape 34"/>
          <p:cNvCxnSpPr>
            <a:cxnSpLocks noChangeShapeType="1"/>
          </p:cNvCxnSpPr>
          <p:nvPr/>
        </p:nvCxnSpPr>
        <p:spPr bwMode="auto">
          <a:xfrm>
            <a:off x="166566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37" name="AutoShape 35"/>
          <p:cNvCxnSpPr>
            <a:cxnSpLocks noChangeShapeType="1"/>
          </p:cNvCxnSpPr>
          <p:nvPr/>
        </p:nvCxnSpPr>
        <p:spPr bwMode="auto">
          <a:xfrm>
            <a:off x="166566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38" name="AutoShape 36"/>
          <p:cNvCxnSpPr>
            <a:cxnSpLocks noChangeShapeType="1"/>
          </p:cNvCxnSpPr>
          <p:nvPr/>
        </p:nvCxnSpPr>
        <p:spPr bwMode="auto">
          <a:xfrm>
            <a:off x="166566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39" name="AutoShape 37"/>
          <p:cNvCxnSpPr>
            <a:cxnSpLocks noChangeShapeType="1"/>
            <a:stCxn id="25621" idx="2"/>
          </p:cNvCxnSpPr>
          <p:nvPr/>
        </p:nvCxnSpPr>
        <p:spPr bwMode="auto">
          <a:xfrm flipH="1">
            <a:off x="2840286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0" name="AutoShape 38"/>
          <p:cNvCxnSpPr>
            <a:cxnSpLocks noChangeShapeType="1"/>
            <a:stCxn id="25621" idx="2"/>
            <a:endCxn id="25617" idx="0"/>
          </p:cNvCxnSpPr>
          <p:nvPr/>
        </p:nvCxnSpPr>
        <p:spPr bwMode="auto">
          <a:xfrm>
            <a:off x="3399218" y="2543176"/>
            <a:ext cx="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1" name="AutoShape 39"/>
          <p:cNvCxnSpPr>
            <a:cxnSpLocks noChangeShapeType="1"/>
            <a:stCxn id="25621" idx="2"/>
            <a:endCxn id="25618" idx="0"/>
          </p:cNvCxnSpPr>
          <p:nvPr/>
        </p:nvCxnSpPr>
        <p:spPr bwMode="auto">
          <a:xfrm>
            <a:off x="339921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2" name="AutoShape 40"/>
          <p:cNvCxnSpPr>
            <a:cxnSpLocks noChangeShapeType="1"/>
            <a:stCxn id="25629" idx="2"/>
            <a:endCxn id="25619" idx="0"/>
          </p:cNvCxnSpPr>
          <p:nvPr/>
        </p:nvCxnSpPr>
        <p:spPr bwMode="auto">
          <a:xfrm flipH="1">
            <a:off x="455491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3" name="AutoShape 41"/>
          <p:cNvCxnSpPr>
            <a:cxnSpLocks noChangeShapeType="1"/>
            <a:stCxn id="25629" idx="2"/>
            <a:endCxn id="25622" idx="0"/>
          </p:cNvCxnSpPr>
          <p:nvPr/>
        </p:nvCxnSpPr>
        <p:spPr bwMode="auto">
          <a:xfrm>
            <a:off x="5132768" y="2543176"/>
            <a:ext cx="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4" name="AutoShape 42"/>
          <p:cNvCxnSpPr>
            <a:cxnSpLocks noChangeShapeType="1"/>
            <a:stCxn id="25629" idx="2"/>
          </p:cNvCxnSpPr>
          <p:nvPr/>
        </p:nvCxnSpPr>
        <p:spPr bwMode="auto">
          <a:xfrm>
            <a:off x="5151687" y="2543176"/>
            <a:ext cx="579569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5" name="AutoShape 43"/>
          <p:cNvCxnSpPr>
            <a:cxnSpLocks noChangeShapeType="1"/>
            <a:stCxn id="25629" idx="2"/>
            <a:endCxn id="25624" idx="0"/>
          </p:cNvCxnSpPr>
          <p:nvPr/>
        </p:nvCxnSpPr>
        <p:spPr bwMode="auto">
          <a:xfrm>
            <a:off x="5132768" y="2543176"/>
            <a:ext cx="115570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6" name="AutoShape 44"/>
          <p:cNvCxnSpPr>
            <a:cxnSpLocks noChangeShapeType="1"/>
            <a:stCxn id="25630" idx="2"/>
            <a:endCxn id="25625" idx="0"/>
          </p:cNvCxnSpPr>
          <p:nvPr/>
        </p:nvCxnSpPr>
        <p:spPr bwMode="auto">
          <a:xfrm flipH="1">
            <a:off x="6866318" y="2543176"/>
            <a:ext cx="115570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7" name="AutoShape 45"/>
          <p:cNvCxnSpPr>
            <a:cxnSpLocks noChangeShapeType="1"/>
            <a:stCxn id="25630" idx="2"/>
            <a:endCxn id="25627" idx="0"/>
          </p:cNvCxnSpPr>
          <p:nvPr/>
        </p:nvCxnSpPr>
        <p:spPr bwMode="auto">
          <a:xfrm>
            <a:off x="8022018" y="2543176"/>
            <a:ext cx="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8" name="AutoShape 46"/>
          <p:cNvCxnSpPr>
            <a:cxnSpLocks noChangeShapeType="1"/>
            <a:stCxn id="25630" idx="2"/>
            <a:endCxn id="25628" idx="0"/>
          </p:cNvCxnSpPr>
          <p:nvPr/>
        </p:nvCxnSpPr>
        <p:spPr bwMode="auto">
          <a:xfrm>
            <a:off x="802201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49" name="AutoShape 47"/>
          <p:cNvCxnSpPr>
            <a:cxnSpLocks noChangeShapeType="1"/>
            <a:stCxn id="25630" idx="2"/>
            <a:endCxn id="25626" idx="0"/>
          </p:cNvCxnSpPr>
          <p:nvPr/>
        </p:nvCxnSpPr>
        <p:spPr bwMode="auto">
          <a:xfrm flipH="1">
            <a:off x="7444168" y="2543176"/>
            <a:ext cx="577850" cy="3524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50" name="AutoShape 48"/>
          <p:cNvCxnSpPr>
            <a:cxnSpLocks noChangeShapeType="1"/>
            <a:stCxn id="25629" idx="0"/>
            <a:endCxn id="25632" idx="2"/>
          </p:cNvCxnSpPr>
          <p:nvPr/>
        </p:nvCxnSpPr>
        <p:spPr bwMode="auto">
          <a:xfrm flipV="1">
            <a:off x="5132768" y="1836738"/>
            <a:ext cx="0" cy="423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51" name="AutoShape 49"/>
          <p:cNvCxnSpPr>
            <a:cxnSpLocks noChangeShapeType="1"/>
            <a:stCxn id="25632" idx="2"/>
            <a:endCxn id="25630" idx="0"/>
          </p:cNvCxnSpPr>
          <p:nvPr/>
        </p:nvCxnSpPr>
        <p:spPr bwMode="auto">
          <a:xfrm rot="16200000" flipH="1">
            <a:off x="6365462" y="604044"/>
            <a:ext cx="423862" cy="28892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52" name="AutoShape 50"/>
          <p:cNvCxnSpPr>
            <a:cxnSpLocks noChangeShapeType="1"/>
            <a:stCxn id="25632" idx="2"/>
            <a:endCxn id="25621" idx="0"/>
          </p:cNvCxnSpPr>
          <p:nvPr/>
        </p:nvCxnSpPr>
        <p:spPr bwMode="auto">
          <a:xfrm rot="5400000">
            <a:off x="4054062" y="1181894"/>
            <a:ext cx="423862" cy="17335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53" name="AutoShape 51"/>
          <p:cNvCxnSpPr>
            <a:cxnSpLocks noChangeShapeType="1"/>
            <a:stCxn id="25632" idx="2"/>
            <a:endCxn id="25620" idx="0"/>
          </p:cNvCxnSpPr>
          <p:nvPr/>
        </p:nvCxnSpPr>
        <p:spPr bwMode="auto">
          <a:xfrm rot="5400000">
            <a:off x="3187287" y="315119"/>
            <a:ext cx="423862" cy="34671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54" name="AutoShape 52"/>
          <p:cNvCxnSpPr>
            <a:cxnSpLocks noChangeShapeType="1"/>
            <a:stCxn id="25632" idx="3"/>
          </p:cNvCxnSpPr>
          <p:nvPr/>
        </p:nvCxnSpPr>
        <p:spPr bwMode="auto">
          <a:xfrm>
            <a:off x="5399336" y="1695450"/>
            <a:ext cx="11557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55" name="Rectangle 53"/>
          <p:cNvSpPr>
            <a:spLocks noChangeArrowheads="1"/>
          </p:cNvSpPr>
          <p:nvPr/>
        </p:nvSpPr>
        <p:spPr bwMode="auto">
          <a:xfrm>
            <a:off x="2223145" y="3248026"/>
            <a:ext cx="28905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Corporate user Departments</a:t>
            </a:r>
          </a:p>
        </p:txBody>
      </p:sp>
      <p:sp>
        <p:nvSpPr>
          <p:cNvPr id="25656" name="Rectangle 54"/>
          <p:cNvSpPr>
            <a:spLocks noChangeArrowheads="1"/>
          </p:cNvSpPr>
          <p:nvPr/>
        </p:nvSpPr>
        <p:spPr bwMode="auto">
          <a:xfrm>
            <a:off x="6637587" y="3389314"/>
            <a:ext cx="26212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sz="1800" i="1" noProof="0" dirty="0">
                <a:solidFill>
                  <a:schemeClr val="accent6">
                    <a:lumMod val="50000"/>
                  </a:schemeClr>
                </a:solidFill>
              </a:rPr>
              <a:t>Corporate IT Department</a:t>
            </a:r>
          </a:p>
        </p:txBody>
      </p:sp>
      <p:sp>
        <p:nvSpPr>
          <p:cNvPr id="25657" name="AutoShape 55"/>
          <p:cNvSpPr>
            <a:spLocks noChangeArrowheads="1"/>
          </p:cNvSpPr>
          <p:nvPr/>
        </p:nvSpPr>
        <p:spPr bwMode="auto">
          <a:xfrm>
            <a:off x="3005386" y="3756026"/>
            <a:ext cx="742950" cy="282575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658" name="AutoShape 56"/>
          <p:cNvSpPr>
            <a:spLocks noChangeArrowheads="1"/>
          </p:cNvSpPr>
          <p:nvPr/>
        </p:nvSpPr>
        <p:spPr bwMode="auto">
          <a:xfrm>
            <a:off x="7463086" y="3756026"/>
            <a:ext cx="742950" cy="282575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659" name="Rectangle 57"/>
          <p:cNvSpPr>
            <a:spLocks noChangeArrowheads="1"/>
          </p:cNvSpPr>
          <p:nvPr/>
        </p:nvSpPr>
        <p:spPr bwMode="auto">
          <a:xfrm>
            <a:off x="4284489" y="4800600"/>
            <a:ext cx="4953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Project </a:t>
            </a:r>
          </a:p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Office</a:t>
            </a:r>
          </a:p>
        </p:txBody>
      </p:sp>
      <p:sp>
        <p:nvSpPr>
          <p:cNvPr id="25660" name="Rectangle 58"/>
          <p:cNvSpPr>
            <a:spLocks noChangeArrowheads="1"/>
          </p:cNvSpPr>
          <p:nvPr/>
        </p:nvSpPr>
        <p:spPr bwMode="auto">
          <a:xfrm>
            <a:off x="5109989" y="4800600"/>
            <a:ext cx="4953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Team1</a:t>
            </a:r>
          </a:p>
        </p:txBody>
      </p:sp>
      <p:sp>
        <p:nvSpPr>
          <p:cNvPr id="25661" name="Rectangle 59"/>
          <p:cNvSpPr>
            <a:spLocks noChangeArrowheads="1"/>
          </p:cNvSpPr>
          <p:nvPr/>
        </p:nvSpPr>
        <p:spPr bwMode="auto">
          <a:xfrm>
            <a:off x="6348239" y="4800600"/>
            <a:ext cx="4953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Team 3</a:t>
            </a:r>
          </a:p>
        </p:txBody>
      </p:sp>
      <p:sp>
        <p:nvSpPr>
          <p:cNvPr id="25662" name="Rectangle 60"/>
          <p:cNvSpPr>
            <a:spLocks noChangeArrowheads="1"/>
          </p:cNvSpPr>
          <p:nvPr/>
        </p:nvSpPr>
        <p:spPr bwMode="auto">
          <a:xfrm>
            <a:off x="4697239" y="4343400"/>
            <a:ext cx="4953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Project</a:t>
            </a:r>
          </a:p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Manager</a:t>
            </a:r>
          </a:p>
        </p:txBody>
      </p:sp>
      <p:cxnSp>
        <p:nvCxnSpPr>
          <p:cNvPr id="25663" name="AutoShape 61"/>
          <p:cNvCxnSpPr>
            <a:cxnSpLocks noChangeShapeType="1"/>
            <a:stCxn id="25662" idx="2"/>
            <a:endCxn id="25660" idx="0"/>
          </p:cNvCxnSpPr>
          <p:nvPr/>
        </p:nvCxnSpPr>
        <p:spPr bwMode="auto">
          <a:xfrm>
            <a:off x="4925971" y="4648200"/>
            <a:ext cx="4127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64" name="AutoShape 62"/>
          <p:cNvCxnSpPr>
            <a:cxnSpLocks noChangeShapeType="1"/>
            <a:stCxn id="25662" idx="2"/>
            <a:endCxn id="25661" idx="0"/>
          </p:cNvCxnSpPr>
          <p:nvPr/>
        </p:nvCxnSpPr>
        <p:spPr bwMode="auto">
          <a:xfrm>
            <a:off x="4925971" y="4648200"/>
            <a:ext cx="16510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65" name="Rectangle 63"/>
          <p:cNvSpPr>
            <a:spLocks noChangeArrowheads="1"/>
          </p:cNvSpPr>
          <p:nvPr/>
        </p:nvSpPr>
        <p:spPr bwMode="auto">
          <a:xfrm>
            <a:off x="1106736" y="4366845"/>
            <a:ext cx="14858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1800" i="1" noProof="0" dirty="0">
                <a:solidFill>
                  <a:schemeClr val="bg1"/>
                </a:solidFill>
                <a:latin typeface="Times New Roman" pitchFamily="18" charset="0"/>
              </a:rPr>
              <a:t>Project organization</a:t>
            </a:r>
          </a:p>
        </p:txBody>
      </p:sp>
      <p:sp>
        <p:nvSpPr>
          <p:cNvPr id="25666" name="Rectangle 64"/>
          <p:cNvSpPr>
            <a:spLocks noChangeArrowheads="1"/>
          </p:cNvSpPr>
          <p:nvPr/>
        </p:nvSpPr>
        <p:spPr bwMode="auto">
          <a:xfrm>
            <a:off x="5770389" y="4800600"/>
            <a:ext cx="4953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Team 2</a:t>
            </a:r>
          </a:p>
        </p:txBody>
      </p:sp>
      <p:cxnSp>
        <p:nvCxnSpPr>
          <p:cNvPr id="25667" name="AutoShape 65"/>
          <p:cNvCxnSpPr>
            <a:cxnSpLocks noChangeShapeType="1"/>
            <a:stCxn id="25662" idx="2"/>
            <a:endCxn id="25666" idx="0"/>
          </p:cNvCxnSpPr>
          <p:nvPr/>
        </p:nvCxnSpPr>
        <p:spPr bwMode="auto">
          <a:xfrm>
            <a:off x="4925971" y="4648200"/>
            <a:ext cx="10731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68" name="Oval 66"/>
          <p:cNvSpPr>
            <a:spLocks noChangeArrowheads="1"/>
          </p:cNvSpPr>
          <p:nvPr/>
        </p:nvSpPr>
        <p:spPr bwMode="auto">
          <a:xfrm>
            <a:off x="5522739" y="4343400"/>
            <a:ext cx="13208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Steering Committee</a:t>
            </a:r>
          </a:p>
        </p:txBody>
      </p:sp>
      <p:sp>
        <p:nvSpPr>
          <p:cNvPr id="25669" name="Oval 67"/>
          <p:cNvSpPr>
            <a:spLocks noChangeArrowheads="1"/>
          </p:cNvSpPr>
          <p:nvPr/>
        </p:nvSpPr>
        <p:spPr bwMode="auto">
          <a:xfrm>
            <a:off x="3046239" y="4343400"/>
            <a:ext cx="13208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600" noProof="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</a:rPr>
              <a:t>Technical Committee</a:t>
            </a:r>
          </a:p>
        </p:txBody>
      </p:sp>
      <p:cxnSp>
        <p:nvCxnSpPr>
          <p:cNvPr id="25670" name="AutoShape 68"/>
          <p:cNvCxnSpPr>
            <a:cxnSpLocks noChangeShapeType="1"/>
            <a:stCxn id="25662" idx="2"/>
            <a:endCxn id="25659" idx="0"/>
          </p:cNvCxnSpPr>
          <p:nvPr/>
        </p:nvCxnSpPr>
        <p:spPr bwMode="auto">
          <a:xfrm flipH="1">
            <a:off x="4513221" y="4648200"/>
            <a:ext cx="4127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671" name="Rectangle 6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noProof="0" dirty="0"/>
              <a:t>Project Organization : </a:t>
            </a:r>
            <a:br>
              <a:rPr lang="en-US" sz="2800" noProof="0" dirty="0"/>
            </a:br>
            <a:r>
              <a:rPr lang="en-US" sz="2800" noProof="0" dirty="0"/>
              <a:t>a large enterprise system project </a:t>
            </a:r>
          </a:p>
        </p:txBody>
      </p:sp>
    </p:spTree>
    <p:extLst>
      <p:ext uri="{BB962C8B-B14F-4D97-AF65-F5344CB8AC3E}">
        <p14:creationId xmlns:p14="http://schemas.microsoft.com/office/powerpoint/2010/main" val="3471356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52" name="AutoShape 2"/>
          <p:cNvCxnSpPr>
            <a:cxnSpLocks noChangeShapeType="1"/>
            <a:stCxn id="27658" idx="2"/>
            <a:endCxn id="27676" idx="0"/>
          </p:cNvCxnSpPr>
          <p:nvPr/>
        </p:nvCxnSpPr>
        <p:spPr bwMode="auto">
          <a:xfrm>
            <a:off x="3826537" y="2673350"/>
            <a:ext cx="4829175" cy="1398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53" name="AutoShape 3"/>
          <p:cNvCxnSpPr>
            <a:cxnSpLocks noChangeShapeType="1"/>
            <a:stCxn id="27658" idx="2"/>
            <a:endCxn id="27674" idx="2"/>
          </p:cNvCxnSpPr>
          <p:nvPr/>
        </p:nvCxnSpPr>
        <p:spPr bwMode="auto">
          <a:xfrm flipV="1">
            <a:off x="3826537" y="2385418"/>
            <a:ext cx="3838575" cy="28793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318162" y="3986213"/>
            <a:ext cx="2063750" cy="5016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0" i="1" noProof="0" dirty="0">
                <a:solidFill>
                  <a:schemeClr val="tx1"/>
                </a:solidFill>
                <a:latin typeface="Times New Roman" pitchFamily="18" charset="0"/>
              </a:rPr>
              <a:t>SW development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2794662" y="3930650"/>
            <a:ext cx="2063750" cy="5016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/>
            <a:r>
              <a:rPr lang="en-US" sz="1600" b="0" i="1" noProof="0" dirty="0"/>
              <a:t>HW &amp;  Network architecture 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271162" y="4254501"/>
            <a:ext cx="2063750" cy="64611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 eaLnBrk="0" hangingPunct="0"/>
            <a:r>
              <a:rPr lang="en-US" sz="1600" b="0" i="1" noProof="0" dirty="0">
                <a:solidFill>
                  <a:schemeClr val="tx1"/>
                </a:solidFill>
              </a:rPr>
              <a:t>BPR &amp; Change</a:t>
            </a:r>
            <a:r>
              <a:rPr lang="en-US" sz="1600" b="0" i="1" noProof="0" dirty="0"/>
              <a:t> </a:t>
            </a:r>
            <a:r>
              <a:rPr lang="en-US" sz="1600" b="0" i="1" noProof="0" dirty="0">
                <a:solidFill>
                  <a:schemeClr val="tx1"/>
                </a:solidFill>
              </a:rPr>
              <a:t>Management 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2794662" y="2287588"/>
            <a:ext cx="2063750" cy="38576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0" i="1" noProof="0" dirty="0"/>
              <a:t>Project manager </a:t>
            </a:r>
            <a:endParaRPr lang="en-US" sz="1600" b="0" i="1" noProof="0" dirty="0">
              <a:solidFill>
                <a:schemeClr val="tx1"/>
              </a:solidFill>
            </a:endParaRP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2629562" y="1517651"/>
            <a:ext cx="2311400" cy="385763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1600" b="0" i="1" noProof="0" dirty="0">
                <a:solidFill>
                  <a:schemeClr val="tx1"/>
                </a:solidFill>
                <a:latin typeface="Times New Roman" pitchFamily="18" charset="0"/>
              </a:rPr>
              <a:t>Steering Committee</a:t>
            </a:r>
          </a:p>
        </p:txBody>
      </p:sp>
      <p:sp>
        <p:nvSpPr>
          <p:cNvPr id="27660" name="Oval 12"/>
          <p:cNvSpPr>
            <a:spLocks noChangeArrowheads="1"/>
          </p:cNvSpPr>
          <p:nvPr/>
        </p:nvSpPr>
        <p:spPr bwMode="auto">
          <a:xfrm>
            <a:off x="400712" y="2892425"/>
            <a:ext cx="2311400" cy="330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0" i="1" noProof="0" dirty="0">
                <a:solidFill>
                  <a:schemeClr val="tx1"/>
                </a:solidFill>
                <a:latin typeface="Times New Roman" pitchFamily="18" charset="0"/>
              </a:rPr>
              <a:t>Technical Committee</a:t>
            </a:r>
          </a:p>
        </p:txBody>
      </p:sp>
      <p:cxnSp>
        <p:nvCxnSpPr>
          <p:cNvPr id="27661" name="AutoShape 13"/>
          <p:cNvCxnSpPr>
            <a:cxnSpLocks noChangeShapeType="1"/>
            <a:stCxn id="27658" idx="2"/>
            <a:endCxn id="27654" idx="0"/>
          </p:cNvCxnSpPr>
          <p:nvPr/>
        </p:nvCxnSpPr>
        <p:spPr bwMode="auto">
          <a:xfrm flipH="1">
            <a:off x="1461823" y="2673351"/>
            <a:ext cx="2682875" cy="1312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2" name="AutoShape 14"/>
          <p:cNvCxnSpPr>
            <a:cxnSpLocks noChangeShapeType="1"/>
            <a:stCxn id="27658" idx="2"/>
            <a:endCxn id="27655" idx="0"/>
          </p:cNvCxnSpPr>
          <p:nvPr/>
        </p:nvCxnSpPr>
        <p:spPr bwMode="auto">
          <a:xfrm>
            <a:off x="3826537" y="2673350"/>
            <a:ext cx="0" cy="1257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3" name="AutoShape 15"/>
          <p:cNvCxnSpPr>
            <a:cxnSpLocks noChangeShapeType="1"/>
            <a:stCxn id="27658" idx="2"/>
            <a:endCxn id="27656" idx="0"/>
          </p:cNvCxnSpPr>
          <p:nvPr/>
        </p:nvCxnSpPr>
        <p:spPr bwMode="auto">
          <a:xfrm>
            <a:off x="4144698" y="2673350"/>
            <a:ext cx="2682875" cy="158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4" name="AutoShape 16"/>
          <p:cNvCxnSpPr>
            <a:cxnSpLocks noChangeShapeType="1"/>
            <a:stCxn id="27658" idx="2"/>
          </p:cNvCxnSpPr>
          <p:nvPr/>
        </p:nvCxnSpPr>
        <p:spPr bwMode="auto">
          <a:xfrm>
            <a:off x="3826537" y="2673350"/>
            <a:ext cx="2476500" cy="43973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5" name="AutoShape 17"/>
          <p:cNvCxnSpPr>
            <a:cxnSpLocks noChangeShapeType="1"/>
            <a:stCxn id="27658" idx="2"/>
            <a:endCxn id="27660" idx="0"/>
          </p:cNvCxnSpPr>
          <p:nvPr/>
        </p:nvCxnSpPr>
        <p:spPr bwMode="auto">
          <a:xfrm flipH="1">
            <a:off x="1554692" y="2673351"/>
            <a:ext cx="2270125" cy="219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66" name="AutoShape 18"/>
          <p:cNvCxnSpPr>
            <a:cxnSpLocks noChangeShapeType="1"/>
            <a:stCxn id="27659" idx="4"/>
            <a:endCxn id="27658" idx="0"/>
          </p:cNvCxnSpPr>
          <p:nvPr/>
        </p:nvCxnSpPr>
        <p:spPr bwMode="auto">
          <a:xfrm>
            <a:off x="3783542" y="1903414"/>
            <a:ext cx="41275" cy="384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368036" y="4569741"/>
            <a:ext cx="2483379" cy="125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5263" indent="-195263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Business process experts </a:t>
            </a:r>
          </a:p>
          <a:p>
            <a:pPr>
              <a:lnSpc>
                <a:spcPct val="90000"/>
              </a:lnSpc>
              <a:spcBef>
                <a:spcPts val="0"/>
              </a:spcBef>
              <a:buFontTx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Application package experts (generally a team for each application/ application subsystem)</a:t>
            </a:r>
          </a:p>
          <a:p>
            <a:pPr>
              <a:lnSpc>
                <a:spcPct val="90000"/>
              </a:lnSpc>
              <a:spcBef>
                <a:spcPts val="0"/>
              </a:spcBef>
              <a:buFontTx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Database e data warehouse + Middleware experts 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2731030" y="4522049"/>
            <a:ext cx="2590006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it-IT"/>
            </a:defPPr>
            <a:lvl1pPr marL="195263" indent="-195263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  <a:defRPr sz="1200" b="0"/>
            </a:lvl1pPr>
            <a:lvl2pPr marL="742950" indent="-285750">
              <a:defRPr sz="1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en-US" b="1" i="1" noProof="0" dirty="0"/>
              <a:t>NB Teams are typically vendor staff</a:t>
            </a:r>
            <a:r>
              <a:rPr lang="en-US" b="1" noProof="0" dirty="0"/>
              <a:t>  </a:t>
            </a:r>
          </a:p>
          <a:p>
            <a:r>
              <a:rPr lang="en-US" noProof="0" dirty="0"/>
              <a:t>Network architects </a:t>
            </a:r>
          </a:p>
          <a:p>
            <a:r>
              <a:rPr lang="en-US" noProof="0" dirty="0"/>
              <a:t>IT Operations engineers</a:t>
            </a:r>
          </a:p>
          <a:p>
            <a:r>
              <a:rPr lang="en-US" noProof="0" dirty="0"/>
              <a:t>Hardware  / software engineers 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5181733" y="4962526"/>
            <a:ext cx="2610644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it-IT"/>
            </a:defPPr>
            <a:lvl1pPr marL="0" indent="0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  <a:defRPr sz="1200"/>
            </a:lvl1pPr>
            <a:lvl2pPr marL="742950" indent="-285750">
              <a:defRPr sz="1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9pPr>
          </a:lstStyle>
          <a:p>
            <a:pPr marL="171450" indent="-171450">
              <a:buFont typeface="Arial" pitchFamily="34" charset="0"/>
              <a:buChar char="•"/>
            </a:pPr>
            <a:r>
              <a:rPr lang="en-US" b="0" noProof="0" dirty="0"/>
              <a:t>Organization analysts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="0" noProof="0" dirty="0"/>
              <a:t>HR development experts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b="0" noProof="0" dirty="0"/>
              <a:t>Instructors / Coach </a:t>
            </a:r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7697789" y="2649052"/>
            <a:ext cx="211362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95263" indent="-195263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Representative of institutional functions that are indirectly involved in the project, e.g. Purchasing, HR, Accounting 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User representatives</a:t>
            </a:r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120385" y="1627188"/>
            <a:ext cx="254701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5263" indent="-195263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i="1" noProof="0" dirty="0">
                <a:solidFill>
                  <a:schemeClr val="tx1"/>
                </a:solidFill>
                <a:latin typeface="Times New Roman" pitchFamily="18" charset="0"/>
              </a:rPr>
              <a:t>Supports project manager in technical issues 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i="1" noProof="0" dirty="0">
                <a:solidFill>
                  <a:schemeClr val="tx1"/>
                </a:solidFill>
                <a:latin typeface="Times New Roman" pitchFamily="18" charset="0"/>
              </a:rPr>
              <a:t>Reviews periodically change requests, project progress, technical issues  etc. </a:t>
            </a:r>
          </a:p>
        </p:txBody>
      </p:sp>
      <p:sp>
        <p:nvSpPr>
          <p:cNvPr id="27672" name="AutoShape 24"/>
          <p:cNvSpPr>
            <a:spLocks noChangeArrowheads="1"/>
          </p:cNvSpPr>
          <p:nvPr/>
        </p:nvSpPr>
        <p:spPr bwMode="auto">
          <a:xfrm>
            <a:off x="46435" y="1573214"/>
            <a:ext cx="2547011" cy="1100137"/>
          </a:xfrm>
          <a:prstGeom prst="wedgeRectCallout">
            <a:avLst>
              <a:gd name="adj1" fmla="val 1856"/>
              <a:gd name="adj2" fmla="val 7178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 b="0" noProof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7673" name="AutoShape 25"/>
          <p:cNvSpPr>
            <a:spLocks noChangeArrowheads="1"/>
          </p:cNvSpPr>
          <p:nvPr/>
        </p:nvSpPr>
        <p:spPr bwMode="auto">
          <a:xfrm>
            <a:off x="5271162" y="1268760"/>
            <a:ext cx="4127500" cy="706663"/>
          </a:xfrm>
          <a:prstGeom prst="wedgeRectCallout">
            <a:avLst>
              <a:gd name="adj1" fmla="val -58302"/>
              <a:gd name="adj2" fmla="val 708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95263" indent="-195263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i="1" noProof="0" dirty="0"/>
              <a:t> Periodically reviews project progress </a:t>
            </a:r>
          </a:p>
          <a:p>
            <a:pPr marL="195263" indent="-195263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i="1" noProof="0" dirty="0"/>
              <a:t> Discusses and solves issues</a:t>
            </a:r>
          </a:p>
          <a:p>
            <a:pPr marL="195263" indent="-195263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i="1" noProof="0" dirty="0"/>
              <a:t> Decides on change requests</a:t>
            </a:r>
          </a:p>
          <a:p>
            <a:pPr marL="195263" indent="-195263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i="1" noProof="0" dirty="0"/>
              <a:t> Approves intermediate and end results</a:t>
            </a:r>
          </a:p>
        </p:txBody>
      </p:sp>
      <p:sp>
        <p:nvSpPr>
          <p:cNvPr id="27674" name="Oval 26"/>
          <p:cNvSpPr>
            <a:spLocks noChangeArrowheads="1"/>
          </p:cNvSpPr>
          <p:nvPr/>
        </p:nvSpPr>
        <p:spPr bwMode="auto">
          <a:xfrm>
            <a:off x="7665112" y="2220318"/>
            <a:ext cx="1651000" cy="330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1600" b="0" i="1" noProof="0" dirty="0">
                <a:solidFill>
                  <a:schemeClr val="tx1"/>
                </a:solidFill>
                <a:latin typeface="Times New Roman" pitchFamily="18" charset="0"/>
              </a:rPr>
              <a:t>Referees </a:t>
            </a:r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5072071" y="3652340"/>
            <a:ext cx="2113177" cy="5355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marL="195263" indent="-195263" eaLnBrk="0" hangingPunct="0">
              <a:defRPr sz="14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14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1400" b="1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l">
              <a:lnSpc>
                <a:spcPct val="60000"/>
              </a:lnSpc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  <a:latin typeface="Times New Roman" pitchFamily="18" charset="0"/>
              </a:rPr>
              <a:t>Executive tasks of PM </a:t>
            </a:r>
            <a:endParaRPr lang="en-US" sz="1200" b="0" noProof="0" dirty="0">
              <a:solidFill>
                <a:schemeClr val="tx1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Project management skills 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1200" b="0" noProof="0" dirty="0">
                <a:solidFill>
                  <a:schemeClr val="tx1"/>
                </a:solidFill>
                <a:latin typeface="Times New Roman" pitchFamily="18" charset="0"/>
              </a:rPr>
              <a:t>User test skills</a:t>
            </a:r>
          </a:p>
        </p:txBody>
      </p:sp>
      <p:sp>
        <p:nvSpPr>
          <p:cNvPr id="27676" name="Oval 28"/>
          <p:cNvSpPr>
            <a:spLocks noChangeArrowheads="1"/>
          </p:cNvSpPr>
          <p:nvPr/>
        </p:nvSpPr>
        <p:spPr bwMode="auto">
          <a:xfrm>
            <a:off x="7500012" y="4071938"/>
            <a:ext cx="2311400" cy="3302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en-US" sz="1600" b="0" i="1" noProof="0" dirty="0">
                <a:solidFill>
                  <a:schemeClr val="tx1"/>
                </a:solidFill>
                <a:latin typeface="Times New Roman" pitchFamily="18" charset="0"/>
              </a:rPr>
              <a:t>Project workgroup</a:t>
            </a:r>
          </a:p>
        </p:txBody>
      </p:sp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7665112" y="4487864"/>
            <a:ext cx="2228850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it-IT"/>
            </a:defPPr>
            <a:lvl1pPr marL="171450" indent="-171450">
              <a:lnSpc>
                <a:spcPct val="90000"/>
              </a:lnSpc>
              <a:spcBef>
                <a:spcPts val="0"/>
              </a:spcBef>
              <a:buFont typeface="Arial" pitchFamily="34" charset="0"/>
              <a:buChar char="•"/>
              <a:defRPr sz="1200" b="0"/>
            </a:lvl1pPr>
            <a:lvl2pPr marL="742950" indent="-285750">
              <a:defRPr sz="1400">
                <a:solidFill>
                  <a:schemeClr val="bg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bg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bg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bg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Arial" charset="0"/>
              </a:defRPr>
            </a:lvl9pPr>
          </a:lstStyle>
          <a:p>
            <a:pPr marL="0" indent="0">
              <a:buNone/>
            </a:pPr>
            <a:r>
              <a:rPr lang="en-US" b="1" i="1" noProof="0" dirty="0"/>
              <a:t>Part time temporary task forces</a:t>
            </a:r>
            <a:r>
              <a:rPr lang="en-US" noProof="0" dirty="0"/>
              <a:t> </a:t>
            </a:r>
          </a:p>
          <a:p>
            <a:r>
              <a:rPr lang="en-US" noProof="0" dirty="0"/>
              <a:t>IT experts</a:t>
            </a:r>
          </a:p>
          <a:p>
            <a:r>
              <a:rPr lang="en-US" noProof="0" dirty="0"/>
              <a:t>User experts</a:t>
            </a:r>
          </a:p>
        </p:txBody>
      </p:sp>
      <p:sp>
        <p:nvSpPr>
          <p:cNvPr id="27678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noProof="0" dirty="0"/>
              <a:t>Project Organization : </a:t>
            </a:r>
            <a:br>
              <a:rPr lang="en-US" sz="2800" noProof="0" dirty="0"/>
            </a:br>
            <a:r>
              <a:rPr lang="en-US" sz="2800" noProof="0" dirty="0"/>
              <a:t>a large enterprise system project</a:t>
            </a:r>
            <a:r>
              <a:rPr lang="en-US" sz="2800" dirty="0"/>
              <a:t> (one location)</a:t>
            </a:r>
            <a:r>
              <a:rPr lang="en-US" sz="2800" noProof="0" dirty="0"/>
              <a:t> </a:t>
            </a: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4940961" y="3113089"/>
            <a:ext cx="2724151" cy="3841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0" i="1" noProof="0" dirty="0"/>
              <a:t>Project Administration / Office </a:t>
            </a:r>
            <a:endParaRPr lang="en-US" sz="1600" b="0" i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326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E22752-654D-4812-BA9A-027610BA9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Organization: </a:t>
            </a:r>
            <a:br>
              <a:rPr lang="en-US" noProof="0" dirty="0"/>
            </a:br>
            <a:r>
              <a:rPr lang="en-US" noProof="0" dirty="0"/>
              <a:t>a multinational ERP project (multilocation) 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CC8631AB-F348-4371-1632-9B285E9B0FF9}"/>
              </a:ext>
            </a:extLst>
          </p:cNvPr>
          <p:cNvSpPr/>
          <p:nvPr/>
        </p:nvSpPr>
        <p:spPr bwMode="auto">
          <a:xfrm>
            <a:off x="5649605" y="2180356"/>
            <a:ext cx="3407849" cy="3984948"/>
          </a:xfrm>
          <a:prstGeom prst="rect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F72BB33D-FEE5-6640-0370-260BEA91C574}"/>
              </a:ext>
            </a:extLst>
          </p:cNvPr>
          <p:cNvSpPr/>
          <p:nvPr/>
        </p:nvSpPr>
        <p:spPr bwMode="auto">
          <a:xfrm>
            <a:off x="848546" y="2869478"/>
            <a:ext cx="3168350" cy="3223817"/>
          </a:xfrm>
          <a:prstGeom prst="rect">
            <a:avLst/>
          </a:prstGeom>
          <a:solidFill>
            <a:srgbClr val="FF9900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32FCC212-F465-42AC-8F45-B5C2F0E49E0D}"/>
              </a:ext>
            </a:extLst>
          </p:cNvPr>
          <p:cNvGrpSpPr/>
          <p:nvPr/>
        </p:nvGrpSpPr>
        <p:grpSpPr>
          <a:xfrm>
            <a:off x="1136576" y="1340768"/>
            <a:ext cx="7776864" cy="4752528"/>
            <a:chOff x="1785044" y="1340768"/>
            <a:chExt cx="8064500" cy="4897438"/>
          </a:xfrm>
        </p:grpSpPr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D9F49663-2DBF-469E-8B6F-797D8A2CE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4644" y="2783806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GL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Color Print</a:t>
              </a: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2A03CFFD-27D4-44A8-B2FB-65380343A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5369" y="3072731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GL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Video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200" noProof="0" dirty="0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8042675E-274F-4D89-9767-07FFFF5A9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3069" y="3361656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GL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Corporate </a:t>
              </a:r>
            </a:p>
          </p:txBody>
        </p:sp>
        <p:sp>
          <p:nvSpPr>
            <p:cNvPr id="7" name="Line 20">
              <a:extLst>
                <a:ext uri="{FF2B5EF4-FFF2-40B4-BE49-F238E27FC236}">
                  <a16:creationId xmlns:a16="http://schemas.microsoft.com/office/drawing/2014/main" id="{725A302C-04B1-4583-B7D9-4FF4090E4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12694" y="3287043"/>
              <a:ext cx="0" cy="28813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5DFFF531-955D-48AF-B84D-4F99D2B23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06444" y="3575968"/>
              <a:ext cx="0" cy="25923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9" name="Line 24">
              <a:extLst>
                <a:ext uri="{FF2B5EF4-FFF2-40B4-BE49-F238E27FC236}">
                  <a16:creationId xmlns:a16="http://schemas.microsoft.com/office/drawing/2014/main" id="{2850985C-83F6-44F2-9CFC-B22FB8ED1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2706" y="3863306"/>
              <a:ext cx="0" cy="2232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0" name="Line 25">
              <a:extLst>
                <a:ext uri="{FF2B5EF4-FFF2-40B4-BE49-F238E27FC236}">
                  <a16:creationId xmlns:a16="http://schemas.microsoft.com/office/drawing/2014/main" id="{B4D86452-BF07-4CEE-9234-C1ECAAF46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3281" y="4150643"/>
              <a:ext cx="0" cy="17287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9A6A4195-A9DB-4F2B-BE7B-F299C2203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2331" y="42951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C7D27ACA-EE05-481A-9EFE-BFF0509D9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3056" y="42951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F9F3E935-DBEF-4E4E-9EF9-E36AE938A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3781" y="42951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399C49D2-07F7-43E9-86A2-8505A0B2F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4506" y="42951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43F63591-6C01-4A08-9535-81314BF3E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2331" y="50142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BC48E790-8097-45FD-80CB-A4D442CC5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3056" y="50142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E0636D5E-1AF4-41CE-94A6-DCDF9933D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3781" y="50142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80FB94C7-20B7-4FA0-94E0-A822EBC20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4506" y="50142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076E36D9-C6FE-40A4-81F5-804206473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2331" y="5733381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C3A03676-BED0-4931-A300-29CC5CD68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3056" y="5733381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868FBE4A-4560-4D00-9317-6DEAD0B91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3781" y="5733381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CCF5B7A4-8EF6-49DD-B56E-E7BAC8C91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4506" y="5733381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23" name="Text Box 26">
              <a:extLst>
                <a:ext uri="{FF2B5EF4-FFF2-40B4-BE49-F238E27FC236}">
                  <a16:creationId xmlns:a16="http://schemas.microsoft.com/office/drawing/2014/main" id="{5B5813C4-28B5-4DF8-A109-A49556442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6369" y="4395118"/>
              <a:ext cx="1827212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Functional Experts </a:t>
              </a: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0C423A5F-378E-4369-B4E4-51F3ED487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9531" y="5142831"/>
              <a:ext cx="20732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Functional Sub Teams</a:t>
              </a:r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9CDAF100-7C90-4107-BF49-2C6EE00A2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1469" y="5863556"/>
              <a:ext cx="15430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Test Sub Teams</a:t>
              </a:r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43CE0078-54DB-4551-8F74-2C60E8BD0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331" y="1340768"/>
              <a:ext cx="1368425" cy="647700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Project Champion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(</a:t>
              </a:r>
              <a:r>
                <a:rPr lang="en-US" sz="1400" i="1" noProof="0" dirty="0"/>
                <a:t>CFO</a:t>
              </a:r>
              <a:r>
                <a:rPr lang="en-US" sz="1400" noProof="0" dirty="0"/>
                <a:t>)</a:t>
              </a:r>
            </a:p>
          </p:txBody>
        </p:sp>
        <p:sp>
          <p:nvSpPr>
            <p:cNvPr id="27" name="Rectangle 30">
              <a:extLst>
                <a:ext uri="{FF2B5EF4-FFF2-40B4-BE49-F238E27FC236}">
                  <a16:creationId xmlns:a16="http://schemas.microsoft.com/office/drawing/2014/main" id="{C4AAC9B5-F947-49FE-9FA0-5B2631341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744" y="2205956"/>
              <a:ext cx="1368425" cy="647700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WW Program Manager </a:t>
              </a:r>
            </a:p>
          </p:txBody>
        </p:sp>
        <p:sp>
          <p:nvSpPr>
            <p:cNvPr id="28" name="Rectangle 31">
              <a:extLst>
                <a:ext uri="{FF2B5EF4-FFF2-40B4-BE49-F238E27FC236}">
                  <a16:creationId xmlns:a16="http://schemas.microsoft.com/office/drawing/2014/main" id="{E787B4DF-0B93-4B8F-B189-505EFEF6F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044" y="3142581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User leader Europe</a:t>
              </a: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ABC72A3C-8647-4987-852C-68040433F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7356" y="3431506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User Leader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Asia</a:t>
              </a: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E8DAFA0C-42D4-4B2F-AEF9-519CF3761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081" y="3720431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User Leader Americas </a:t>
              </a:r>
            </a:p>
          </p:txBody>
        </p:sp>
        <p:sp>
          <p:nvSpPr>
            <p:cNvPr id="31" name="Line 44">
              <a:extLst>
                <a:ext uri="{FF2B5EF4-FFF2-40B4-BE49-F238E27FC236}">
                  <a16:creationId xmlns:a16="http://schemas.microsoft.com/office/drawing/2014/main" id="{91CE2C5F-1943-40BA-AF61-C54C963F8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281" y="3933156"/>
              <a:ext cx="0" cy="2160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2" name="Line 45">
              <a:extLst>
                <a:ext uri="{FF2B5EF4-FFF2-40B4-BE49-F238E27FC236}">
                  <a16:creationId xmlns:a16="http://schemas.microsoft.com/office/drawing/2014/main" id="{F3656BE1-4647-4441-838D-106B5673A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0444" y="4222081"/>
              <a:ext cx="0" cy="18002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3" name="Line 46">
              <a:extLst>
                <a:ext uri="{FF2B5EF4-FFF2-40B4-BE49-F238E27FC236}">
                  <a16:creationId xmlns:a16="http://schemas.microsoft.com/office/drawing/2014/main" id="{84552CC3-2FD6-4A65-A437-E52658F91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6706" y="4509418"/>
              <a:ext cx="0" cy="14382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C4E056E7-2D1F-4D33-83DF-526D3D26F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044" y="49428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1C0336FC-260D-49F7-B84D-5707AF59B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769" y="49428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7C9974EE-48AA-40FE-9BB3-3A5001533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494" y="49428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485332D0-3D49-4105-9F56-8B138DB42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219" y="4942806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DA5609F2-4534-45FA-83AA-27CFF9AB7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044" y="56619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AC08BBE7-7C28-4D21-B9C6-5D6D8DFC6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769" y="56619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D4276D92-05CA-4B73-BD03-B2CB28F95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494" y="56619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CF9EE3F2-ED9F-422E-9363-050C2226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7219" y="5661943"/>
              <a:ext cx="720725" cy="504825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sz="1600" noProof="0" dirty="0"/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F4DA7296-80CB-4366-9755-4BCCB0830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081" y="5042818"/>
              <a:ext cx="18272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Functional Experts </a:t>
              </a:r>
            </a:p>
          </p:txBody>
        </p:sp>
        <p:sp>
          <p:nvSpPr>
            <p:cNvPr id="43" name="Text Box 43">
              <a:extLst>
                <a:ext uri="{FF2B5EF4-FFF2-40B4-BE49-F238E27FC236}">
                  <a16:creationId xmlns:a16="http://schemas.microsoft.com/office/drawing/2014/main" id="{D1B87465-AD5F-46E7-83D2-EFEF2B043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0556" y="5790531"/>
              <a:ext cx="11303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noProof="0" dirty="0"/>
                <a:t>Sub Teams</a:t>
              </a:r>
            </a:p>
          </p:txBody>
        </p:sp>
        <p:cxnSp>
          <p:nvCxnSpPr>
            <p:cNvPr id="44" name="AutoShape 47">
              <a:extLst>
                <a:ext uri="{FF2B5EF4-FFF2-40B4-BE49-F238E27FC236}">
                  <a16:creationId xmlns:a16="http://schemas.microsoft.com/office/drawing/2014/main" id="{8202DEF5-DE1F-446C-8562-FA346352A4D4}"/>
                </a:ext>
              </a:extLst>
            </p:cNvPr>
            <p:cNvCxnSpPr>
              <a:cxnSpLocks noChangeShapeType="1"/>
              <a:stCxn id="26" idx="2"/>
              <a:endCxn id="27" idx="3"/>
            </p:cNvCxnSpPr>
            <p:nvPr/>
          </p:nvCxnSpPr>
          <p:spPr bwMode="auto">
            <a:xfrm flipH="1">
              <a:off x="3801169" y="1988468"/>
              <a:ext cx="1476375" cy="5413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48">
              <a:extLst>
                <a:ext uri="{FF2B5EF4-FFF2-40B4-BE49-F238E27FC236}">
                  <a16:creationId xmlns:a16="http://schemas.microsoft.com/office/drawing/2014/main" id="{B9FFBECE-9FD6-40DC-905C-04F8AB0264A2}"/>
                </a:ext>
              </a:extLst>
            </p:cNvPr>
            <p:cNvCxnSpPr>
              <a:cxnSpLocks noChangeShapeType="1"/>
              <a:stCxn id="26" idx="2"/>
            </p:cNvCxnSpPr>
            <p:nvPr/>
          </p:nvCxnSpPr>
          <p:spPr bwMode="auto">
            <a:xfrm>
              <a:off x="5277544" y="1988468"/>
              <a:ext cx="1978025" cy="5064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AutoShape 51">
              <a:extLst>
                <a:ext uri="{FF2B5EF4-FFF2-40B4-BE49-F238E27FC236}">
                  <a16:creationId xmlns:a16="http://schemas.microsoft.com/office/drawing/2014/main" id="{D742006F-56D3-4641-9A06-BB006A5DD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331" y="2853656"/>
              <a:ext cx="1727200" cy="1584325"/>
            </a:xfrm>
            <a:prstGeom prst="foldedCorner">
              <a:avLst>
                <a:gd name="adj" fmla="val 125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b="0" i="1" noProof="0" dirty="0"/>
                <a:t>+ Change control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400" b="0" i="1" noProof="0" dirty="0"/>
                <a:t>Global bimonthly global meeting</a:t>
              </a:r>
            </a:p>
          </p:txBody>
        </p:sp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63B3C693-09A0-469E-8BB4-43DB19AF3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2331" y="2494881"/>
              <a:ext cx="1006475" cy="792162"/>
            </a:xfrm>
            <a:prstGeom prst="rect">
              <a:avLst/>
            </a:prstGeom>
            <a:solidFill>
              <a:schemeClr val="bg1">
                <a:alpha val="49019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/>
                <a:t>Global Leader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sz="1200" noProof="0" dirty="0" err="1"/>
                <a:t>Measur</a:t>
              </a:r>
              <a:endParaRPr lang="en-US" sz="1200" noProof="0" dirty="0"/>
            </a:p>
          </p:txBody>
        </p:sp>
      </p:grpSp>
      <p:sp>
        <p:nvSpPr>
          <p:cNvPr id="50" name="Rettangolo 49">
            <a:extLst>
              <a:ext uri="{FF2B5EF4-FFF2-40B4-BE49-F238E27FC236}">
                <a16:creationId xmlns:a16="http://schemas.microsoft.com/office/drawing/2014/main" id="{6FEE9EC4-3772-B67D-F400-2E248470C613}"/>
              </a:ext>
            </a:extLst>
          </p:cNvPr>
          <p:cNvSpPr/>
          <p:nvPr/>
        </p:nvSpPr>
        <p:spPr bwMode="auto">
          <a:xfrm>
            <a:off x="966431" y="6226290"/>
            <a:ext cx="458177" cy="487975"/>
          </a:xfrm>
          <a:prstGeom prst="rect">
            <a:avLst/>
          </a:prstGeom>
          <a:solidFill>
            <a:srgbClr val="FF9900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A32EA009-CDB3-D1D8-4369-F8A0C68A70F5}"/>
              </a:ext>
            </a:extLst>
          </p:cNvPr>
          <p:cNvSpPr txBox="1"/>
          <p:nvPr/>
        </p:nvSpPr>
        <p:spPr>
          <a:xfrm>
            <a:off x="1528499" y="6327941"/>
            <a:ext cx="201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Regional Deployment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85DA04D7-CDC6-77BD-2535-66D0FFA8D698}"/>
              </a:ext>
            </a:extLst>
          </p:cNvPr>
          <p:cNvSpPr/>
          <p:nvPr/>
        </p:nvSpPr>
        <p:spPr bwMode="auto">
          <a:xfrm>
            <a:off x="5697606" y="6301267"/>
            <a:ext cx="458177" cy="412997"/>
          </a:xfrm>
          <a:prstGeom prst="rect">
            <a:avLst/>
          </a:prstGeom>
          <a:solidFill>
            <a:schemeClr val="accent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8385C783-A42F-25CE-5E29-4F9508902F7E}"/>
              </a:ext>
            </a:extLst>
          </p:cNvPr>
          <p:cNvSpPr txBox="1"/>
          <p:nvPr/>
        </p:nvSpPr>
        <p:spPr>
          <a:xfrm>
            <a:off x="6201173" y="6301267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Product Development</a:t>
            </a:r>
          </a:p>
        </p:txBody>
      </p:sp>
    </p:spTree>
    <p:extLst>
      <p:ext uri="{BB962C8B-B14F-4D97-AF65-F5344CB8AC3E}">
        <p14:creationId xmlns:p14="http://schemas.microsoft.com/office/powerpoint/2010/main" val="3513470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7AD754-9469-4BD9-B942-5DCC2394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Project Organization: </a:t>
            </a:r>
            <a:br>
              <a:rPr lang="en-US" noProof="0" dirty="0"/>
            </a:br>
            <a:r>
              <a:rPr lang="en-US" noProof="0" dirty="0"/>
              <a:t>ERP project in a large  company (one location) </a:t>
            </a: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079F17E5-4B54-479E-BBBB-ABE93A37EC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6400" y="3249960"/>
            <a:ext cx="0" cy="27463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FBC6ED6F-993D-4EF3-BA28-CC31E66C2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3625" y="3256310"/>
            <a:ext cx="0" cy="26035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BEE6B6-B4A5-455F-8F94-25B7C0D50853}"/>
              </a:ext>
            </a:extLst>
          </p:cNvPr>
          <p:cNvGrpSpPr>
            <a:grpSpLocks/>
          </p:cNvGrpSpPr>
          <p:nvPr/>
        </p:nvGrpSpPr>
        <p:grpSpPr bwMode="auto">
          <a:xfrm>
            <a:off x="2635250" y="3249960"/>
            <a:ext cx="2043113" cy="274638"/>
            <a:chOff x="1660" y="1873"/>
            <a:chExt cx="1287" cy="173"/>
          </a:xfrm>
        </p:grpSpPr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D93EAC8B-EC4A-4259-A295-BEB7AAC17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0" y="1873"/>
              <a:ext cx="0" cy="17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564618A5-F661-41C2-B6A8-C08085CB83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1877"/>
              <a:ext cx="0" cy="164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noProof="0" dirty="0"/>
            </a:p>
          </p:txBody>
        </p:sp>
      </p:grpSp>
      <p:sp>
        <p:nvSpPr>
          <p:cNvPr id="9" name="Line 8">
            <a:extLst>
              <a:ext uri="{FF2B5EF4-FFF2-40B4-BE49-F238E27FC236}">
                <a16:creationId xmlns:a16="http://schemas.microsoft.com/office/drawing/2014/main" id="{DD042828-31F6-4CA9-A916-63366D3A9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7913" y="2059335"/>
            <a:ext cx="0" cy="97948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429CF903-D8AC-46FC-92F6-04D11A73DB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2059335"/>
            <a:ext cx="0" cy="9779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456F6BCB-26DE-4417-BB3A-492352EFA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1870423"/>
            <a:ext cx="0" cy="11684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12" name="Rectangle 11" descr="Wide upward diagonal">
            <a:extLst>
              <a:ext uri="{FF2B5EF4-FFF2-40B4-BE49-F238E27FC236}">
                <a16:creationId xmlns:a16="http://schemas.microsoft.com/office/drawing/2014/main" id="{60E41A99-D1C3-4950-BBDC-367AB98FB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2525" y="1268760"/>
            <a:ext cx="1604963" cy="5905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Engagement </a:t>
            </a:r>
          </a:p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Director</a:t>
            </a:r>
          </a:p>
        </p:txBody>
      </p:sp>
      <p:sp>
        <p:nvSpPr>
          <p:cNvPr id="13" name="Rectangle 12" descr="Wide upward diagonal">
            <a:extLst>
              <a:ext uri="{FF2B5EF4-FFF2-40B4-BE49-F238E27FC236}">
                <a16:creationId xmlns:a16="http://schemas.microsoft.com/office/drawing/2014/main" id="{4CFACEB4-C4AA-4ABA-8076-41CD60024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938" y="2406998"/>
            <a:ext cx="1604962" cy="531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Engagement </a:t>
            </a:r>
          </a:p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Manager</a:t>
            </a:r>
          </a:p>
        </p:txBody>
      </p:sp>
      <p:sp>
        <p:nvSpPr>
          <p:cNvPr id="14" name="Rectangle 13" descr="Wide upward diagonal">
            <a:extLst>
              <a:ext uri="{FF2B5EF4-FFF2-40B4-BE49-F238E27FC236}">
                <a16:creationId xmlns:a16="http://schemas.microsoft.com/office/drawing/2014/main" id="{09AFACFB-757B-40B8-A4A6-D42B22A05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363" y="2406998"/>
            <a:ext cx="2078037" cy="531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Engagement </a:t>
            </a:r>
          </a:p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Manager  / Accounting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B4AB5-720C-4D68-86A6-1E9B9C5F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475" y="2406998"/>
            <a:ext cx="1604963" cy="531812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808080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1300"/>
              </a:lnSpc>
            </a:pPr>
            <a:r>
              <a:rPr lang="en-US" noProof="0" dirty="0"/>
              <a:t>Engagement </a:t>
            </a:r>
          </a:p>
          <a:p>
            <a:pPr algn="ctr" eaLnBrk="1" hangingPunct="1">
              <a:lnSpc>
                <a:spcPts val="1300"/>
              </a:lnSpc>
            </a:pPr>
            <a:r>
              <a:rPr lang="en-US" noProof="0" dirty="0"/>
              <a:t>Manager /IT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FAC3E7-50D3-4C6F-85CD-541E8CD75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63" y="4042123"/>
            <a:ext cx="226536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1600" indent="-101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indent="-889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Activities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Coding rules (Act.1)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Chart (Act. 2)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Role: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Assure a top - down design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Assure accounting consistency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Unified Reporting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Staffing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Consultants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HQ </a:t>
            </a:r>
          </a:p>
        </p:txBody>
      </p:sp>
      <p:sp>
        <p:nvSpPr>
          <p:cNvPr id="17" name="Rectangle 16" descr="Wide upward diagonal">
            <a:extLst>
              <a:ext uri="{FF2B5EF4-FFF2-40B4-BE49-F238E27FC236}">
                <a16:creationId xmlns:a16="http://schemas.microsoft.com/office/drawing/2014/main" id="{616ED8F2-51F8-45F1-8C19-2096D7BE5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491260"/>
            <a:ext cx="1604963" cy="531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Accounting team </a:t>
            </a:r>
          </a:p>
        </p:txBody>
      </p:sp>
      <p:sp>
        <p:nvSpPr>
          <p:cNvPr id="18" name="Rectangle 17" descr="Wide upward diagonal">
            <a:extLst>
              <a:ext uri="{FF2B5EF4-FFF2-40B4-BE49-F238E27FC236}">
                <a16:creationId xmlns:a16="http://schemas.microsoft.com/office/drawing/2014/main" id="{13DC9E10-44C0-4B14-B9A3-32446E21D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363" y="3491260"/>
            <a:ext cx="1604962" cy="531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BI team</a:t>
            </a:r>
          </a:p>
        </p:txBody>
      </p:sp>
      <p:sp>
        <p:nvSpPr>
          <p:cNvPr id="19" name="Rectangle 18" descr="Wide upward diagonal">
            <a:extLst>
              <a:ext uri="{FF2B5EF4-FFF2-40B4-BE49-F238E27FC236}">
                <a16:creationId xmlns:a16="http://schemas.microsoft.com/office/drawing/2014/main" id="{4457B849-4893-4D62-BC2D-51659A19C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3491260"/>
            <a:ext cx="1604963" cy="531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Program Office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4D377-326A-4DFB-8E91-6FF8D2918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75" y="3462685"/>
            <a:ext cx="1604963" cy="531813"/>
          </a:xfrm>
          <a:prstGeom prst="rect">
            <a:avLst/>
          </a:prstGeom>
          <a:solidFill>
            <a:schemeClr val="bg1"/>
          </a:solidFill>
          <a:ln w="9525" cap="rnd">
            <a:solidFill>
              <a:srgbClr val="808080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ts val="1300"/>
              </a:lnSpc>
            </a:pPr>
            <a:r>
              <a:rPr lang="en-US" noProof="0" dirty="0"/>
              <a:t>IT</a:t>
            </a:r>
          </a:p>
        </p:txBody>
      </p:sp>
      <p:sp>
        <p:nvSpPr>
          <p:cNvPr id="21" name="Rectangle 20" descr="Wide upward diagonal">
            <a:extLst>
              <a:ext uri="{FF2B5EF4-FFF2-40B4-BE49-F238E27FC236}">
                <a16:creationId xmlns:a16="http://schemas.microsoft.com/office/drawing/2014/main" id="{DEC05D29-479C-4FB0-84F4-8CD76C52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3491260"/>
            <a:ext cx="1604963" cy="531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noProof="0" dirty="0">
                <a:solidFill>
                  <a:schemeClr val="tx2"/>
                </a:solidFill>
              </a:rPr>
              <a:t>Software Team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90A04C-B749-4DAA-B041-964AA068F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150" y="4042123"/>
            <a:ext cx="1892300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1600" indent="-101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1000" indent="-889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Activities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Chart (Act .3 )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Engines (Act.5)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Role: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 Implement the consolidate Chart of Accounts customize to Divisions 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Staffing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Consultants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Divisions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DB7476-E379-4124-A212-6EF47F3A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4042123"/>
            <a:ext cx="19097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1600" indent="-101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2600" indent="-1905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Activities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Test new BI software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Role: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Assess pilot engine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Integrate SAP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Staffing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Consultants</a:t>
            </a:r>
            <a:endParaRPr lang="en-US" sz="1200" i="1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7D66DB-087A-4C81-B248-D5D87ED52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163" y="4042123"/>
            <a:ext cx="169068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1600" indent="-101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2600" indent="-1905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Activities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Program Office 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Role :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Plan &amp; control time  and cost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Meeting scheduling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Document.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 err="1"/>
              <a:t>Communic</a:t>
            </a:r>
            <a:r>
              <a:rPr lang="en-US" sz="1200" noProof="0" dirty="0"/>
              <a:t>.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Staffing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Consultants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HQ</a:t>
            </a:r>
            <a:endParaRPr lang="en-US" sz="1200" i="1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F3898C-AACE-433F-89F4-F0F5A10A1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4042123"/>
            <a:ext cx="247015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01600" indent="-101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2600" indent="-1905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Activities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 err="1"/>
              <a:t>Sofwtare</a:t>
            </a:r>
            <a:r>
              <a:rPr lang="en-US" sz="1200" noProof="0" dirty="0"/>
              <a:t> Changes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EIS-DB and ETL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Infrastructure optimization 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Role: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Assure consistent IT </a:t>
            </a:r>
            <a:r>
              <a:rPr lang="en-US" sz="1200" noProof="0" dirty="0" err="1"/>
              <a:t>infratsructure</a:t>
            </a:r>
            <a:r>
              <a:rPr lang="en-US" sz="1200" noProof="0" dirty="0"/>
              <a:t>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Install new servers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Prepare test environment </a:t>
            </a:r>
          </a:p>
          <a:p>
            <a:pPr eaLnBrk="1" hangingPunct="1">
              <a:lnSpc>
                <a:spcPts val="1200"/>
              </a:lnSpc>
              <a:buFontTx/>
              <a:buChar char="•"/>
            </a:pPr>
            <a:r>
              <a:rPr lang="en-US" sz="1200" i="1" noProof="0" dirty="0"/>
              <a:t>Staffing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IT/Development </a:t>
            </a:r>
          </a:p>
          <a:p>
            <a:pPr lvl="1" eaLnBrk="1" hangingPunct="1">
              <a:lnSpc>
                <a:spcPts val="1200"/>
              </a:lnSpc>
              <a:buFont typeface="Wingdings" panose="05000000000000000000" pitchFamily="2" charset="2"/>
              <a:buChar char="Ø"/>
            </a:pPr>
            <a:r>
              <a:rPr lang="en-US" sz="1200" noProof="0" dirty="0"/>
              <a:t>IT/Operation</a:t>
            </a:r>
            <a:endParaRPr lang="en-US" sz="1200" i="1" noProof="0" dirty="0"/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2F15F3C0-6094-4D79-AB09-17AF36E0F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7913" y="2059335"/>
            <a:ext cx="4271962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B6F5B941-5E7C-4855-BA2B-A5DA20467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3256310"/>
            <a:ext cx="7878762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A139536C-B65B-44AF-9D52-E386E5C8C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325" y="3249960"/>
            <a:ext cx="0" cy="230188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8FE86712-6464-4E41-AF5C-CC531A352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3057873"/>
            <a:ext cx="4271963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09FB633F-A353-478A-8362-9293C384DB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89663" y="3067398"/>
            <a:ext cx="14287" cy="168275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5474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noProof="0" dirty="0"/>
              <a:t>Project Organization:</a:t>
            </a:r>
            <a:br>
              <a:rPr lang="en-US" noProof="0" dirty="0"/>
            </a:br>
            <a:r>
              <a:rPr lang="en-US" noProof="0" dirty="0"/>
              <a:t>Incident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4CD1CAC-8513-4CBA-AB0D-98290BF3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r>
              <a:rPr lang="en-US" noProof="0" dirty="0"/>
              <a:t>Put down a draft OBS of the project </a:t>
            </a:r>
          </a:p>
          <a:p>
            <a:r>
              <a:rPr lang="en-US" noProof="0" dirty="0"/>
              <a:t>You are free to ask information to the teacher  </a:t>
            </a:r>
          </a:p>
          <a:p>
            <a:r>
              <a:rPr lang="en-US" noProof="0" dirty="0"/>
              <a:t>Hint: start from the PBS list  </a:t>
            </a:r>
          </a:p>
          <a:p>
            <a:pPr lvl="1"/>
            <a:r>
              <a:rPr lang="en-US" noProof="0" dirty="0"/>
              <a:t>Identify the stakeholders of each PBS backlog, who shall be represented in the project governance (Project Steering Committee or equivalent)</a:t>
            </a:r>
          </a:p>
          <a:p>
            <a:pPr lvl="1"/>
            <a:r>
              <a:rPr lang="en-US" noProof="0" dirty="0"/>
              <a:t>Identify the possible teams for each PBS backlog, who shall be work teams in the project organization</a:t>
            </a:r>
          </a:p>
          <a:p>
            <a:pPr lvl="1"/>
            <a:r>
              <a:rPr lang="en-US" noProof="0" dirty="0"/>
              <a:t>Draw the project organization chart </a:t>
            </a:r>
          </a:p>
          <a:p>
            <a:pPr lvl="1"/>
            <a:r>
              <a:rPr lang="en-US" noProof="0" dirty="0"/>
              <a:t>Make sure that Privacy, Security and Legal requirements are planned and controlled in the project organization</a:t>
            </a:r>
          </a:p>
          <a:p>
            <a:pPr lvl="1"/>
            <a:r>
              <a:rPr lang="en-US" noProof="0" dirty="0"/>
              <a:t>Make sure that all user classes (sponsor, manager of user organizations, end user, key user) are properly represented by checking the </a:t>
            </a:r>
            <a:r>
              <a:rPr lang="en-US" noProof="0" dirty="0" err="1"/>
              <a:t>organizationn</a:t>
            </a:r>
            <a:r>
              <a:rPr lang="en-US" noProof="0" dirty="0"/>
              <a:t> reference model </a:t>
            </a:r>
          </a:p>
        </p:txBody>
      </p:sp>
    </p:spTree>
    <p:extLst>
      <p:ext uri="{BB962C8B-B14F-4D97-AF65-F5344CB8AC3E}">
        <p14:creationId xmlns:p14="http://schemas.microsoft.com/office/powerpoint/2010/main" val="4128515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b="1" u="sng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828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1564CEDF-EE01-4907-B0B3-BAF20715A618}"/>
              </a:ext>
            </a:extLst>
          </p:cNvPr>
          <p:cNvSpPr/>
          <p:nvPr/>
        </p:nvSpPr>
        <p:spPr bwMode="auto">
          <a:xfrm>
            <a:off x="4160912" y="1357754"/>
            <a:ext cx="2304256" cy="2539710"/>
          </a:xfrm>
          <a:prstGeom prst="rect">
            <a:avLst/>
          </a:prstGeom>
          <a:solidFill>
            <a:schemeClr val="bg1">
              <a:lumMod val="85000"/>
            </a:schemeClr>
          </a:solidFill>
          <a:ln w="12699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DB8D3E4F-6498-4AB1-A911-4F685E2D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Work Package (WP)</a:t>
            </a:r>
          </a:p>
        </p:txBody>
      </p:sp>
      <p:pic>
        <p:nvPicPr>
          <p:cNvPr id="16" name="Segnaposto contenuto 6">
            <a:extLst>
              <a:ext uri="{FF2B5EF4-FFF2-40B4-BE49-F238E27FC236}">
                <a16:creationId xmlns:a16="http://schemas.microsoft.com/office/drawing/2014/main" id="{0D60EEAD-E3B1-4A26-A003-23FF564CAF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0472" y="1462222"/>
            <a:ext cx="9610312" cy="4703082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E1BE46D8-A4B7-485A-965F-1378696F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2480" y="4437112"/>
            <a:ext cx="3816424" cy="2272737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/>
          <a:p>
            <a:r>
              <a:rPr lang="en-US" noProof="0" dirty="0"/>
              <a:t>A project includes a plurality of WPs </a:t>
            </a:r>
          </a:p>
          <a:p>
            <a:r>
              <a:rPr lang="en-US" noProof="0" dirty="0"/>
              <a:t>A WP is an assignment an organization should accomplish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24C8984-A83D-44DB-96FE-7BC1B8324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2" y="1556792"/>
            <a:ext cx="2824962" cy="133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8178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Work Package (WP) properties</a:t>
            </a:r>
          </a:p>
        </p:txBody>
      </p:sp>
      <p:sp>
        <p:nvSpPr>
          <p:cNvPr id="14" name="Segnaposto contenuto 13">
            <a:extLst>
              <a:ext uri="{FF2B5EF4-FFF2-40B4-BE49-F238E27FC236}">
                <a16:creationId xmlns:a16="http://schemas.microsoft.com/office/drawing/2014/main" id="{0EE85A3C-D7C4-49A8-9964-B005B10CDC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A WP ideally:</a:t>
            </a:r>
          </a:p>
          <a:p>
            <a:pPr lvl="1"/>
            <a:r>
              <a:rPr lang="en-US" noProof="0" dirty="0"/>
              <a:t>Is led by 1 Organization Unit </a:t>
            </a:r>
          </a:p>
          <a:p>
            <a:pPr lvl="1"/>
            <a:r>
              <a:rPr lang="en-US" noProof="0" dirty="0"/>
              <a:t>Produces a PBS element (1 at least)</a:t>
            </a:r>
          </a:p>
          <a:p>
            <a:pPr lvl="1"/>
            <a:r>
              <a:rPr lang="en-US" noProof="0" dirty="0"/>
              <a:t>Addresses 1 project domain </a:t>
            </a:r>
          </a:p>
          <a:p>
            <a:r>
              <a:rPr lang="en-US" noProof="0" dirty="0"/>
              <a:t>Ideally, WPs in a project are around 10-15</a:t>
            </a:r>
          </a:p>
          <a:p>
            <a:r>
              <a:rPr lang="en-US" noProof="0" dirty="0"/>
              <a:t>Project Management is a separate WP</a:t>
            </a:r>
          </a:p>
          <a:p>
            <a:r>
              <a:rPr lang="en-US" noProof="0" dirty="0"/>
              <a:t>Other WPs address execution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14168B-2FEB-4A8F-B8C3-334AA2574C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 fontScale="92500" lnSpcReduction="20000"/>
          </a:bodyPr>
          <a:lstStyle/>
          <a:p>
            <a:r>
              <a:rPr lang="en-US" noProof="0" dirty="0"/>
              <a:t>A WP contains multiple Activities (= Tasks) that </a:t>
            </a:r>
          </a:p>
          <a:p>
            <a:pPr lvl="1"/>
            <a:r>
              <a:rPr lang="en-US" noProof="0" dirty="0"/>
              <a:t>Can be realistically and confidently estimated;</a:t>
            </a:r>
          </a:p>
          <a:p>
            <a:pPr lvl="1"/>
            <a:r>
              <a:rPr lang="en-US" noProof="0" dirty="0"/>
              <a:t>Make no sense to break down any further;</a:t>
            </a:r>
          </a:p>
          <a:p>
            <a:pPr lvl="1"/>
            <a:r>
              <a:rPr lang="en-US" noProof="0" dirty="0"/>
              <a:t>Produce a measurable deliverable;</a:t>
            </a:r>
          </a:p>
          <a:p>
            <a:pPr lvl="1"/>
            <a:r>
              <a:rPr lang="en-US" noProof="0" dirty="0"/>
              <a:t>Form a unique package of work which can be outsourced or contracted out.</a:t>
            </a:r>
          </a:p>
          <a:p>
            <a:pPr lvl="1"/>
            <a:r>
              <a:rPr lang="en-US" noProof="0" dirty="0"/>
              <a:t>Are performed within a project control cycle, such as 1 month or 1 milestone</a:t>
            </a:r>
          </a:p>
        </p:txBody>
      </p:sp>
    </p:spTree>
    <p:extLst>
      <p:ext uri="{BB962C8B-B14F-4D97-AF65-F5344CB8AC3E}">
        <p14:creationId xmlns:p14="http://schemas.microsoft.com/office/powerpoint/2010/main" val="214533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964C-78B7-282C-44B2-D1B8A460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B0E232-195E-F2C8-9EAC-E5A9DB43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Work Package (WP) comments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810168A3-EE99-8710-9008-B429D7280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2800" noProof="0" dirty="0"/>
              <a:t>The  WP structure can fit Agile oriented approaches</a:t>
            </a:r>
          </a:p>
          <a:p>
            <a:r>
              <a:rPr lang="en-US" sz="2800" noProof="0" dirty="0"/>
              <a:t>Some WPs can be implemented by an Agile approach  while other WPs can be performed by a predictive approach </a:t>
            </a:r>
          </a:p>
          <a:p>
            <a:r>
              <a:rPr lang="en-US" sz="2800" noProof="0" dirty="0"/>
              <a:t>In an Agile approach </a:t>
            </a:r>
          </a:p>
          <a:p>
            <a:pPr lvl="1"/>
            <a:r>
              <a:rPr lang="en-US" sz="2400" noProof="0" dirty="0"/>
              <a:t>the Project Management Office  defines  the packages</a:t>
            </a:r>
          </a:p>
          <a:p>
            <a:pPr lvl="1"/>
            <a:r>
              <a:rPr lang="en-US" sz="2400" noProof="0" dirty="0"/>
              <a:t>the </a:t>
            </a:r>
            <a:r>
              <a:rPr lang="en-US" sz="2400" noProof="0" dirty="0" err="1"/>
              <a:t>Agile’s</a:t>
            </a:r>
            <a:r>
              <a:rPr lang="en-US" sz="2400" noProof="0" dirty="0"/>
              <a:t> Product Owner is the Organization </a:t>
            </a:r>
            <a:r>
              <a:rPr lang="en-US" sz="2400" noProof="0" dirty="0" err="1"/>
              <a:t>thay</a:t>
            </a:r>
            <a:r>
              <a:rPr lang="en-US" sz="2400" noProof="0" dirty="0"/>
              <a:t> leads the WP</a:t>
            </a:r>
          </a:p>
          <a:p>
            <a:pPr lvl="1"/>
            <a:r>
              <a:rPr lang="en-US" sz="2400" noProof="0" dirty="0"/>
              <a:t>A WP task is roughly equivalent  to a set of Sprints </a:t>
            </a:r>
          </a:p>
        </p:txBody>
      </p:sp>
    </p:spTree>
    <p:extLst>
      <p:ext uri="{BB962C8B-B14F-4D97-AF65-F5344CB8AC3E}">
        <p14:creationId xmlns:p14="http://schemas.microsoft.com/office/powerpoint/2010/main" val="226172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/1 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The WP template </a:t>
            </a:r>
            <a:r>
              <a:rPr lang="en-US" b="1" noProof="0" dirty="0"/>
              <a:t>DOES</a:t>
            </a:r>
            <a:r>
              <a:rPr lang="en-US" noProof="0" dirty="0"/>
              <a:t> describe project elements </a:t>
            </a:r>
          </a:p>
          <a:p>
            <a:r>
              <a:rPr lang="en-US" noProof="0" dirty="0"/>
              <a:t>That WP template </a:t>
            </a:r>
            <a:r>
              <a:rPr lang="en-US" b="1" noProof="0" dirty="0"/>
              <a:t>DOES NO</a:t>
            </a:r>
            <a:r>
              <a:rPr lang="en-US" noProof="0" dirty="0"/>
              <a:t>T describe nor mention techniques, tools or technologies used in performing the WP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3088748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4756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2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WP # &amp; Name </a:t>
            </a:r>
          </a:p>
          <a:p>
            <a:r>
              <a:rPr lang="en-US" noProof="0" dirty="0"/>
              <a:t>WP leader</a:t>
            </a:r>
          </a:p>
          <a:p>
            <a:r>
              <a:rPr lang="en-US" noProof="0" dirty="0"/>
              <a:t>Duration: from Month m to Month n </a:t>
            </a:r>
          </a:p>
          <a:p>
            <a:r>
              <a:rPr lang="en-US" noProof="0" dirty="0"/>
              <a:t>Participants &amp; Effort per  Participant (month-person or  FTE)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5164521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0636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3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Objectives are  results to be achieved </a:t>
            </a:r>
          </a:p>
          <a:p>
            <a:r>
              <a:rPr lang="en-US" noProof="0" dirty="0"/>
              <a:t>No more than 2 or  3 objectives </a:t>
            </a:r>
          </a:p>
          <a:p>
            <a:r>
              <a:rPr lang="en-US" noProof="0" dirty="0"/>
              <a:t>1-page description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5479342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74561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4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All the organizations involved in the work package (mentioned in the WP summary) should play a role</a:t>
            </a:r>
          </a:p>
          <a:p>
            <a:r>
              <a:rPr lang="en-US" noProof="0" dirty="0"/>
              <a:t>1-page description, with 1 line for each organization 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561930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5583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5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A short description of the rationale used to define and  sequence tasks </a:t>
            </a:r>
          </a:p>
          <a:p>
            <a:r>
              <a:rPr lang="en-US" noProof="0" dirty="0"/>
              <a:t>Tasks should be numbered within each WP: T4.1 is Task 1 in WP4</a:t>
            </a:r>
          </a:p>
          <a:p>
            <a:r>
              <a:rPr lang="en-US" noProof="0" dirty="0"/>
              <a:t>Task summary can be supported by  diagram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657203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50599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6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Each task is a step in accomplishing the WP </a:t>
            </a:r>
          </a:p>
          <a:p>
            <a:r>
              <a:rPr lang="en-US" noProof="0" dirty="0"/>
              <a:t>Task detail is a 1-page description of each task in plain English</a:t>
            </a:r>
          </a:p>
          <a:p>
            <a:r>
              <a:rPr lang="en-US" noProof="0" dirty="0"/>
              <a:t>The description can be supported  by a diagram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1991325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118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7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>
          <a:xfrm>
            <a:off x="776536" y="1524000"/>
            <a:ext cx="4248472" cy="4572000"/>
          </a:xfrm>
        </p:spPr>
        <p:txBody>
          <a:bodyPr anchor="ctr">
            <a:normAutofit fontScale="70000" lnSpcReduction="20000"/>
          </a:bodyPr>
          <a:lstStyle/>
          <a:p>
            <a:r>
              <a:rPr lang="en-US" noProof="0" dirty="0"/>
              <a:t>The list includes all the deliverables released by WP tasks </a:t>
            </a:r>
          </a:p>
          <a:p>
            <a:r>
              <a:rPr lang="en-US" noProof="0" dirty="0"/>
              <a:t>Each task should produce a deliverable (at least one)</a:t>
            </a:r>
          </a:p>
          <a:p>
            <a:r>
              <a:rPr lang="en-US" noProof="0" dirty="0"/>
              <a:t>Deliverables are classified e.g. </a:t>
            </a:r>
          </a:p>
          <a:p>
            <a:pPr lvl="1"/>
            <a:r>
              <a:rPr lang="en-US" noProof="0" dirty="0"/>
              <a:t>R: Document, report (excluding periodic and final reports) </a:t>
            </a:r>
          </a:p>
          <a:p>
            <a:pPr lvl="1"/>
            <a:r>
              <a:rPr lang="en-US" noProof="0" dirty="0"/>
              <a:t>DEM: Demonstrator, pilot, prototype, plan designs </a:t>
            </a:r>
          </a:p>
          <a:p>
            <a:pPr lvl="1"/>
            <a:r>
              <a:rPr lang="en-US" noProof="0" dirty="0"/>
              <a:t>DEC: Websites, patents filing, press &amp; media actions, videos, etc.</a:t>
            </a:r>
          </a:p>
          <a:p>
            <a:pPr lvl="1"/>
            <a:r>
              <a:rPr lang="en-US" noProof="0" dirty="0"/>
              <a:t>OTHER: Software, technical diagram, etc.</a:t>
            </a:r>
          </a:p>
          <a:p>
            <a:r>
              <a:rPr lang="en-US" noProof="0" dirty="0"/>
              <a:t> Deliverables should be numbered within the WP: D4.1 is deliverable 1 in WP4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6988904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3578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description template / 8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half" idx="1"/>
          </p:nvPr>
        </p:nvSpPr>
        <p:spPr/>
        <p:txBody>
          <a:bodyPr anchor="ctr">
            <a:normAutofit fontScale="85000" lnSpcReduction="20000"/>
          </a:bodyPr>
          <a:lstStyle/>
          <a:p>
            <a:r>
              <a:rPr lang="en-US" noProof="0" dirty="0"/>
              <a:t>Each WP can be  controlled by milestones = decision points where the customer decides whether to continue, repeat or stop</a:t>
            </a:r>
          </a:p>
          <a:p>
            <a:r>
              <a:rPr lang="en-US" noProof="0" dirty="0"/>
              <a:t>For each milestone you should define </a:t>
            </a:r>
          </a:p>
          <a:p>
            <a:pPr lvl="1"/>
            <a:r>
              <a:rPr lang="en-US" noProof="0" dirty="0"/>
              <a:t>date (= month  of the project as for example M06)</a:t>
            </a:r>
          </a:p>
          <a:p>
            <a:pPr lvl="1"/>
            <a:r>
              <a:rPr lang="en-US" noProof="0" dirty="0"/>
              <a:t>deliverable (</a:t>
            </a:r>
            <a:r>
              <a:rPr lang="en-US" noProof="0" dirty="0" err="1"/>
              <a:t>auch</a:t>
            </a:r>
            <a:r>
              <a:rPr lang="en-US" noProof="0" dirty="0"/>
              <a:t> as D4.1 = Deliverable  4.1)</a:t>
            </a:r>
          </a:p>
          <a:p>
            <a:r>
              <a:rPr lang="en-US" noProof="0" dirty="0"/>
              <a:t>Milestones should be reported in the project Gantt and/or in a Milestone Plan 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966BCA63-8BE4-4783-989F-D740DAE5153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22081425"/>
              </p:ext>
            </p:extLst>
          </p:nvPr>
        </p:nvGraphicFramePr>
        <p:xfrm>
          <a:off x="4953000" y="1524000"/>
          <a:ext cx="4210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6436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noProof="0" dirty="0"/>
              <a:t>WP (Work Package) </a:t>
            </a:r>
            <a:br>
              <a:rPr lang="en-US" noProof="0" dirty="0"/>
            </a:br>
            <a:r>
              <a:rPr lang="en-US" noProof="0" dirty="0"/>
              <a:t>Incident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4CD1CAC-8513-4CBA-AB0D-98290BF3C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noProof="0" dirty="0"/>
              <a:t>Put down a draft list of WPs of Elio project </a:t>
            </a:r>
          </a:p>
          <a:p>
            <a:r>
              <a:rPr lang="en-US" noProof="0" dirty="0"/>
              <a:t>You are free to ask information to the teacher  </a:t>
            </a:r>
          </a:p>
          <a:p>
            <a:r>
              <a:rPr lang="en-US" noProof="0" dirty="0"/>
              <a:t>You can sequence WPs</a:t>
            </a:r>
          </a:p>
          <a:p>
            <a:pPr lvl="1"/>
            <a:r>
              <a:rPr lang="en-US" noProof="0" dirty="0"/>
              <a:t>Based on PBS (=outcome driven);</a:t>
            </a:r>
          </a:p>
          <a:p>
            <a:pPr lvl="1"/>
            <a:r>
              <a:rPr lang="en-US" noProof="0" dirty="0"/>
              <a:t>Based on OBS (=organization driven);</a:t>
            </a:r>
          </a:p>
          <a:p>
            <a:pPr lvl="1"/>
            <a:r>
              <a:rPr lang="en-US" noProof="0" dirty="0"/>
              <a:t>Based on hybrid criteria </a:t>
            </a:r>
          </a:p>
          <a:p>
            <a:r>
              <a:rPr lang="en-US" noProof="0" dirty="0"/>
              <a:t>Project WPs are ideally around 10</a:t>
            </a:r>
          </a:p>
          <a:p>
            <a:r>
              <a:rPr lang="en-US" noProof="0" dirty="0"/>
              <a:t>If you cannot reduce WPs to 10 or so, you can split the project accordingly</a:t>
            </a:r>
          </a:p>
          <a:p>
            <a:r>
              <a:rPr lang="en-US" noProof="0" dirty="0"/>
              <a:t>Detail one WP at your choice </a:t>
            </a:r>
          </a:p>
        </p:txBody>
      </p:sp>
    </p:spTree>
    <p:extLst>
      <p:ext uri="{BB962C8B-B14F-4D97-AF65-F5344CB8AC3E}">
        <p14:creationId xmlns:p14="http://schemas.microsoft.com/office/powerpoint/2010/main" val="284054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b="1" u="sng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2524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14">
            <a:extLst>
              <a:ext uri="{FF2B5EF4-FFF2-40B4-BE49-F238E27FC236}">
                <a16:creationId xmlns:a16="http://schemas.microsoft.com/office/drawing/2014/main" id="{8DB7DB75-EEBF-40B0-9C57-245265E36B68}"/>
              </a:ext>
            </a:extLst>
          </p:cNvPr>
          <p:cNvSpPr txBox="1">
            <a:spLocks/>
          </p:cNvSpPr>
          <p:nvPr/>
        </p:nvSpPr>
        <p:spPr bwMode="auto">
          <a:xfrm>
            <a:off x="4160912" y="4725144"/>
            <a:ext cx="2232248" cy="15841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rgbClr val="00006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rgbClr val="000066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>
                <a:solidFill>
                  <a:srgbClr val="000066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1600">
                <a:solidFill>
                  <a:srgbClr val="000066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rgbClr val="000066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»"/>
              <a:defRPr sz="1600">
                <a:solidFill>
                  <a:schemeClr val="accent2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b="0" kern="0" noProof="0" dirty="0"/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E1BE46D8-A4B7-485A-965F-1378696F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472" y="4082752"/>
            <a:ext cx="3600400" cy="2514600"/>
          </a:xfrm>
          <a:solidFill>
            <a:schemeClr val="bg1">
              <a:lumMod val="85000"/>
            </a:schemeClr>
          </a:solidFill>
        </p:spPr>
        <p:txBody>
          <a:bodyPr anchor="ctr">
            <a:normAutofit fontScale="85000" lnSpcReduction="20000"/>
          </a:bodyPr>
          <a:lstStyle/>
          <a:p>
            <a:r>
              <a:rPr lang="en-US" noProof="0" dirty="0"/>
              <a:t>Gantt diagram provides a one-page project summary by displaying WPs and related Deliverables, Milestones, Organizations  </a:t>
            </a:r>
          </a:p>
          <a:p>
            <a:r>
              <a:rPr lang="en-US" noProof="0" dirty="0"/>
              <a:t>It can be modeled by various software e.g. Excel (very flexible), MS project (very powerful)</a:t>
            </a:r>
          </a:p>
        </p:txBody>
      </p:sp>
      <p:sp>
        <p:nvSpPr>
          <p:cNvPr id="9" name="Titolo 8">
            <a:extLst>
              <a:ext uri="{FF2B5EF4-FFF2-40B4-BE49-F238E27FC236}">
                <a16:creationId xmlns:a16="http://schemas.microsoft.com/office/drawing/2014/main" id="{DB8D3E4F-6498-4AB1-A911-4F685E2D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Gantt Diagram (WP)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79DD24FA-232F-4D53-BBE9-A8DC46E658B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0472" y="1462222"/>
            <a:ext cx="9610312" cy="470308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8265FEA-A1B3-4289-8C06-D5D950ECC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72" y="1556792"/>
            <a:ext cx="2824962" cy="1330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0895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Gantt diagram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pic>
        <p:nvPicPr>
          <p:cNvPr id="10" name="Picture 4"/>
          <p:cNvPicPr>
            <a:picLocks noGrp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488" y="2063552"/>
            <a:ext cx="4133850" cy="308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60512" y="955576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noProof="0" dirty="0"/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EBE381F9-F700-4414-AEEB-5C7268C00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29200" y="1524000"/>
            <a:ext cx="4676328" cy="4572000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i="1" noProof="0" dirty="0"/>
              <a:t>Project Gantt diagram displays the duration and tasks of the project of WPs </a:t>
            </a:r>
          </a:p>
          <a:p>
            <a:r>
              <a:rPr lang="en-US" i="1" noProof="0" dirty="0"/>
              <a:t>In our case study Gantt diagram shows:</a:t>
            </a:r>
          </a:p>
          <a:p>
            <a:pPr lvl="1"/>
            <a:r>
              <a:rPr lang="en-US" i="1" noProof="0" dirty="0"/>
              <a:t>WPs (blue) and related  leader organization</a:t>
            </a:r>
          </a:p>
          <a:p>
            <a:pPr lvl="1"/>
            <a:r>
              <a:rPr lang="en-US" i="1" noProof="0" dirty="0"/>
              <a:t>The tasks of each WP the leader of each WP and  the related organization  </a:t>
            </a:r>
          </a:p>
          <a:p>
            <a:pPr lvl="1"/>
            <a:r>
              <a:rPr lang="en-US" i="1" noProof="0" dirty="0"/>
              <a:t>The duration of each WP and task</a:t>
            </a:r>
          </a:p>
          <a:p>
            <a:pPr lvl="1"/>
            <a:r>
              <a:rPr lang="en-US" i="1" noProof="0" dirty="0"/>
              <a:t>The related deliverables </a:t>
            </a:r>
          </a:p>
          <a:p>
            <a:r>
              <a:rPr lang="en-US" i="1" noProof="0" dirty="0"/>
              <a:t>Our example is a DRAFT Gantt</a:t>
            </a:r>
          </a:p>
          <a:p>
            <a:r>
              <a:rPr lang="en-US" i="1" noProof="0" dirty="0"/>
              <a:t>A draft Gantt is a preliminary plan, and defines duration only</a:t>
            </a:r>
          </a:p>
        </p:txBody>
      </p:sp>
    </p:spTree>
    <p:extLst>
      <p:ext uri="{BB962C8B-B14F-4D97-AF65-F5344CB8AC3E}">
        <p14:creationId xmlns:p14="http://schemas.microsoft.com/office/powerpoint/2010/main" val="31896803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Gantt diagram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60512" y="955576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noProof="0" dirty="0"/>
          </a:p>
        </p:txBody>
      </p:sp>
      <p:pic>
        <p:nvPicPr>
          <p:cNvPr id="151553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40" y="1213270"/>
            <a:ext cx="9505056" cy="452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9485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b="1" u="sng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012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Milestones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50DE4BD3-A8AB-41CB-8380-DA9D1AEC164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en-US" noProof="0" dirty="0"/>
              <a:t>Milestones are key deadlines in a project life, where the project government either approve or reject the outcome of project work</a:t>
            </a:r>
          </a:p>
          <a:p>
            <a:r>
              <a:rPr lang="en-US" noProof="0" dirty="0"/>
              <a:t>Milestones can be at two levels </a:t>
            </a:r>
          </a:p>
          <a:p>
            <a:pPr lvl="1"/>
            <a:r>
              <a:rPr lang="en-US" noProof="0" dirty="0"/>
              <a:t>Work package milestones concern the approval (or rejection) of a work package task</a:t>
            </a:r>
          </a:p>
          <a:p>
            <a:pPr lvl="1"/>
            <a:r>
              <a:rPr lang="en-US" noProof="0" dirty="0"/>
              <a:t>Project milestones concern the approval (or rejection) of a  whole work package or project phase </a:t>
            </a:r>
          </a:p>
          <a:p>
            <a:r>
              <a:rPr lang="en-US" noProof="0" dirty="0"/>
              <a:t>We address project milestones, and we illustrate a </a:t>
            </a:r>
            <a:r>
              <a:rPr lang="en-US" b="1" noProof="0" dirty="0"/>
              <a:t>prototype-based milestone model</a:t>
            </a:r>
            <a:r>
              <a:rPr lang="en-US" noProof="0" dirty="0"/>
              <a:t>, oriented to large projects. </a:t>
            </a:r>
          </a:p>
        </p:txBody>
      </p:sp>
    </p:spTree>
    <p:extLst>
      <p:ext uri="{BB962C8B-B14F-4D97-AF65-F5344CB8AC3E}">
        <p14:creationId xmlns:p14="http://schemas.microsoft.com/office/powerpoint/2010/main" val="9190592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2798102" y="2382839"/>
            <a:ext cx="2168657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197" name="Rectangle 3"/>
          <p:cNvSpPr>
            <a:spLocks noChangeArrowheads="1"/>
          </p:cNvSpPr>
          <p:nvPr/>
        </p:nvSpPr>
        <p:spPr bwMode="auto">
          <a:xfrm>
            <a:off x="2806701" y="1893889"/>
            <a:ext cx="1021556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198" name="AutoShape 4"/>
          <p:cNvSpPr>
            <a:spLocks noChangeArrowheads="1"/>
          </p:cNvSpPr>
          <p:nvPr/>
        </p:nvSpPr>
        <p:spPr bwMode="auto">
          <a:xfrm>
            <a:off x="4846373" y="2354263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199" name="Rectangle 5"/>
          <p:cNvSpPr>
            <a:spLocks noChangeArrowheads="1"/>
          </p:cNvSpPr>
          <p:nvPr/>
        </p:nvSpPr>
        <p:spPr bwMode="auto">
          <a:xfrm>
            <a:off x="2421467" y="1420814"/>
            <a:ext cx="395552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0" name="Rectangle 6"/>
          <p:cNvSpPr>
            <a:spLocks noChangeArrowheads="1"/>
          </p:cNvSpPr>
          <p:nvPr/>
        </p:nvSpPr>
        <p:spPr bwMode="auto">
          <a:xfrm>
            <a:off x="3940044" y="3522664"/>
            <a:ext cx="1042194" cy="179387"/>
          </a:xfrm>
          <a:prstGeom prst="rect">
            <a:avLst/>
          </a:prstGeom>
          <a:solidFill>
            <a:srgbClr val="969696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1" name="AutoShape 7"/>
          <p:cNvSpPr>
            <a:spLocks noChangeArrowheads="1"/>
          </p:cNvSpPr>
          <p:nvPr/>
        </p:nvSpPr>
        <p:spPr bwMode="auto">
          <a:xfrm>
            <a:off x="4872171" y="3503613"/>
            <a:ext cx="214973" cy="215900"/>
          </a:xfrm>
          <a:prstGeom prst="diamond">
            <a:avLst/>
          </a:prstGeom>
          <a:solidFill>
            <a:schemeClr val="bg1"/>
          </a:solidFill>
          <a:ln w="254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02" name="Rectangle 8"/>
          <p:cNvSpPr>
            <a:spLocks noChangeArrowheads="1"/>
          </p:cNvSpPr>
          <p:nvPr/>
        </p:nvSpPr>
        <p:spPr bwMode="auto">
          <a:xfrm>
            <a:off x="2806700" y="2062164"/>
            <a:ext cx="1788583" cy="179387"/>
          </a:xfrm>
          <a:prstGeom prst="rect">
            <a:avLst/>
          </a:prstGeom>
          <a:solidFill>
            <a:srgbClr val="969696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3" name="AutoShape 9"/>
          <p:cNvSpPr>
            <a:spLocks noChangeArrowheads="1"/>
          </p:cNvSpPr>
          <p:nvPr/>
        </p:nvSpPr>
        <p:spPr bwMode="auto">
          <a:xfrm>
            <a:off x="4486938" y="2030413"/>
            <a:ext cx="214973" cy="215900"/>
          </a:xfrm>
          <a:prstGeom prst="diamond">
            <a:avLst/>
          </a:prstGeom>
          <a:solidFill>
            <a:schemeClr val="bg1"/>
          </a:solidFill>
          <a:ln w="254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04" name="Rectangle 10"/>
          <p:cNvSpPr>
            <a:spLocks noChangeArrowheads="1"/>
          </p:cNvSpPr>
          <p:nvPr/>
        </p:nvSpPr>
        <p:spPr bwMode="auto">
          <a:xfrm>
            <a:off x="2541852" y="2817814"/>
            <a:ext cx="299244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5" name="Rectangle 11"/>
          <p:cNvSpPr>
            <a:spLocks noChangeArrowheads="1"/>
          </p:cNvSpPr>
          <p:nvPr/>
        </p:nvSpPr>
        <p:spPr bwMode="auto">
          <a:xfrm>
            <a:off x="2534973" y="1601789"/>
            <a:ext cx="1499658" cy="17938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6" name="Rectangle 12"/>
          <p:cNvSpPr>
            <a:spLocks noChangeArrowheads="1"/>
          </p:cNvSpPr>
          <p:nvPr/>
        </p:nvSpPr>
        <p:spPr bwMode="auto">
          <a:xfrm>
            <a:off x="2799821" y="2063751"/>
            <a:ext cx="1630363" cy="1682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7" name="Rectangle 13"/>
          <p:cNvSpPr>
            <a:spLocks noChangeArrowheads="1"/>
          </p:cNvSpPr>
          <p:nvPr/>
        </p:nvSpPr>
        <p:spPr bwMode="auto">
          <a:xfrm>
            <a:off x="2553892" y="2981325"/>
            <a:ext cx="1350036" cy="179388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8" name="Rectangle 14"/>
          <p:cNvSpPr>
            <a:spLocks noChangeArrowheads="1"/>
          </p:cNvSpPr>
          <p:nvPr/>
        </p:nvSpPr>
        <p:spPr bwMode="auto">
          <a:xfrm>
            <a:off x="2858294" y="3354389"/>
            <a:ext cx="1681956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09" name="AutoShape 15"/>
          <p:cNvSpPr>
            <a:spLocks noChangeArrowheads="1"/>
          </p:cNvSpPr>
          <p:nvPr/>
        </p:nvSpPr>
        <p:spPr bwMode="auto">
          <a:xfrm>
            <a:off x="4430184" y="3335338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10" name="AutoShape 16"/>
          <p:cNvSpPr>
            <a:spLocks noChangeArrowheads="1"/>
          </p:cNvSpPr>
          <p:nvPr/>
        </p:nvSpPr>
        <p:spPr bwMode="auto">
          <a:xfrm>
            <a:off x="2720711" y="2794000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12" name="Rectangle 18"/>
          <p:cNvSpPr>
            <a:spLocks noGrp="1" noChangeArrowheads="1"/>
          </p:cNvSpPr>
          <p:nvPr>
            <p:ph type="title"/>
          </p:nvPr>
        </p:nvSpPr>
        <p:spPr>
          <a:xfrm>
            <a:off x="495300" y="122238"/>
            <a:ext cx="8002191" cy="523862"/>
          </a:xfrm>
          <a:noFill/>
        </p:spPr>
        <p:txBody>
          <a:bodyPr lIns="92075" tIns="46038" rIns="92075" bIns="46038" anchor="t">
            <a:spAutoFit/>
          </a:bodyPr>
          <a:lstStyle/>
          <a:p>
            <a:pPr eaLnBrk="1" hangingPunct="1"/>
            <a:r>
              <a:rPr lang="en-US" sz="2800" noProof="0" dirty="0"/>
              <a:t>Project Milestones: a case study in financial systems</a:t>
            </a:r>
            <a:endParaRPr lang="en-US" sz="2400" noProof="0" dirty="0"/>
          </a:p>
        </p:txBody>
      </p:sp>
      <p:sp>
        <p:nvSpPr>
          <p:cNvPr id="8214" name="Rectangle 20"/>
          <p:cNvSpPr>
            <a:spLocks noChangeArrowheads="1"/>
          </p:cNvSpPr>
          <p:nvPr/>
        </p:nvSpPr>
        <p:spPr bwMode="auto">
          <a:xfrm>
            <a:off x="5493015" y="984251"/>
            <a:ext cx="431209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Feb</a:t>
            </a:r>
          </a:p>
        </p:txBody>
      </p:sp>
      <p:sp>
        <p:nvSpPr>
          <p:cNvPr id="8215" name="Rectangle 21"/>
          <p:cNvSpPr>
            <a:spLocks noChangeArrowheads="1"/>
          </p:cNvSpPr>
          <p:nvPr/>
        </p:nvSpPr>
        <p:spPr bwMode="auto">
          <a:xfrm>
            <a:off x="6600561" y="984251"/>
            <a:ext cx="464872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May</a:t>
            </a:r>
          </a:p>
        </p:txBody>
      </p:sp>
      <p:sp>
        <p:nvSpPr>
          <p:cNvPr id="8216" name="Rectangle 22"/>
          <p:cNvSpPr>
            <a:spLocks noChangeArrowheads="1"/>
          </p:cNvSpPr>
          <p:nvPr/>
        </p:nvSpPr>
        <p:spPr bwMode="auto">
          <a:xfrm>
            <a:off x="2856575" y="973138"/>
            <a:ext cx="38792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Jul</a:t>
            </a:r>
          </a:p>
        </p:txBody>
      </p:sp>
      <p:sp>
        <p:nvSpPr>
          <p:cNvPr id="8217" name="Rectangle 23"/>
          <p:cNvSpPr>
            <a:spLocks noChangeArrowheads="1"/>
          </p:cNvSpPr>
          <p:nvPr/>
        </p:nvSpPr>
        <p:spPr bwMode="auto">
          <a:xfrm>
            <a:off x="3234929" y="973138"/>
            <a:ext cx="447239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/>
              <a:t>Aug</a:t>
            </a:r>
            <a:endParaRPr lang="en-US" sz="1200" i="1" noProof="0" dirty="0">
              <a:solidFill>
                <a:schemeClr val="tx1"/>
              </a:solidFill>
            </a:endParaRPr>
          </a:p>
        </p:txBody>
      </p:sp>
      <p:sp>
        <p:nvSpPr>
          <p:cNvPr id="8218" name="Rectangle 24"/>
          <p:cNvSpPr>
            <a:spLocks noChangeArrowheads="1"/>
          </p:cNvSpPr>
          <p:nvPr/>
        </p:nvSpPr>
        <p:spPr bwMode="auto">
          <a:xfrm>
            <a:off x="5107782" y="984251"/>
            <a:ext cx="421591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Jan</a:t>
            </a:r>
          </a:p>
        </p:txBody>
      </p:sp>
      <p:sp>
        <p:nvSpPr>
          <p:cNvPr id="8219" name="Rectangle 25"/>
          <p:cNvSpPr>
            <a:spLocks noChangeArrowheads="1"/>
          </p:cNvSpPr>
          <p:nvPr/>
        </p:nvSpPr>
        <p:spPr bwMode="auto">
          <a:xfrm>
            <a:off x="5862771" y="984251"/>
            <a:ext cx="455254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Mar</a:t>
            </a:r>
          </a:p>
        </p:txBody>
      </p:sp>
      <p:sp>
        <p:nvSpPr>
          <p:cNvPr id="8220" name="Rectangle 26"/>
          <p:cNvSpPr>
            <a:spLocks noChangeArrowheads="1"/>
          </p:cNvSpPr>
          <p:nvPr/>
        </p:nvSpPr>
        <p:spPr bwMode="auto">
          <a:xfrm>
            <a:off x="6222206" y="984251"/>
            <a:ext cx="421591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Apr</a:t>
            </a:r>
          </a:p>
        </p:txBody>
      </p:sp>
      <p:sp>
        <p:nvSpPr>
          <p:cNvPr id="8221" name="Rectangle 27"/>
          <p:cNvSpPr>
            <a:spLocks noChangeArrowheads="1"/>
          </p:cNvSpPr>
          <p:nvPr/>
        </p:nvSpPr>
        <p:spPr bwMode="auto">
          <a:xfrm>
            <a:off x="6978915" y="984251"/>
            <a:ext cx="42960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Jun</a:t>
            </a:r>
          </a:p>
        </p:txBody>
      </p:sp>
      <p:sp>
        <p:nvSpPr>
          <p:cNvPr id="8222" name="Rectangle 28"/>
          <p:cNvSpPr>
            <a:spLocks noChangeArrowheads="1"/>
          </p:cNvSpPr>
          <p:nvPr/>
        </p:nvSpPr>
        <p:spPr bwMode="auto">
          <a:xfrm>
            <a:off x="3630481" y="973138"/>
            <a:ext cx="413576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Sep</a:t>
            </a:r>
          </a:p>
        </p:txBody>
      </p:sp>
      <p:sp>
        <p:nvSpPr>
          <p:cNvPr id="8223" name="Rectangle 29"/>
          <p:cNvSpPr>
            <a:spLocks noChangeArrowheads="1"/>
          </p:cNvSpPr>
          <p:nvPr/>
        </p:nvSpPr>
        <p:spPr bwMode="auto">
          <a:xfrm>
            <a:off x="4395788" y="973138"/>
            <a:ext cx="439224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Nov</a:t>
            </a:r>
          </a:p>
        </p:txBody>
      </p:sp>
      <p:sp>
        <p:nvSpPr>
          <p:cNvPr id="8224" name="Rectangle 30"/>
          <p:cNvSpPr>
            <a:spLocks noChangeArrowheads="1"/>
          </p:cNvSpPr>
          <p:nvPr/>
        </p:nvSpPr>
        <p:spPr bwMode="auto">
          <a:xfrm>
            <a:off x="4036352" y="973138"/>
            <a:ext cx="405561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Oct</a:t>
            </a:r>
          </a:p>
        </p:txBody>
      </p:sp>
      <p:sp>
        <p:nvSpPr>
          <p:cNvPr id="8225" name="Rectangle 31"/>
          <p:cNvSpPr>
            <a:spLocks noChangeArrowheads="1"/>
          </p:cNvSpPr>
          <p:nvPr/>
        </p:nvSpPr>
        <p:spPr bwMode="auto">
          <a:xfrm>
            <a:off x="4760384" y="973138"/>
            <a:ext cx="431209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Dec</a:t>
            </a:r>
          </a:p>
        </p:txBody>
      </p:sp>
      <p:sp>
        <p:nvSpPr>
          <p:cNvPr id="8226" name="Rectangle 32"/>
          <p:cNvSpPr>
            <a:spLocks noChangeArrowheads="1"/>
          </p:cNvSpPr>
          <p:nvPr/>
        </p:nvSpPr>
        <p:spPr bwMode="auto">
          <a:xfrm>
            <a:off x="2196175" y="984251"/>
            <a:ext cx="572274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/>
              <a:t>Sem 0</a:t>
            </a:r>
            <a:endParaRPr lang="en-US" sz="1200" i="1" noProof="0" dirty="0">
              <a:solidFill>
                <a:schemeClr val="tx1"/>
              </a:solidFill>
            </a:endParaRPr>
          </a:p>
        </p:txBody>
      </p:sp>
      <p:sp>
        <p:nvSpPr>
          <p:cNvPr id="8227" name="Rectangle 33"/>
          <p:cNvSpPr>
            <a:spLocks noChangeArrowheads="1"/>
          </p:cNvSpPr>
          <p:nvPr/>
        </p:nvSpPr>
        <p:spPr bwMode="auto">
          <a:xfrm>
            <a:off x="7549078" y="996951"/>
            <a:ext cx="572274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/>
              <a:t>Sem 2</a:t>
            </a:r>
            <a:endParaRPr lang="en-US" sz="1200" i="1" noProof="0" dirty="0">
              <a:solidFill>
                <a:schemeClr val="tx1"/>
              </a:solidFill>
            </a:endParaRPr>
          </a:p>
        </p:txBody>
      </p:sp>
      <p:sp>
        <p:nvSpPr>
          <p:cNvPr id="8228" name="Rectangle 34"/>
          <p:cNvSpPr>
            <a:spLocks noChangeArrowheads="1"/>
          </p:cNvSpPr>
          <p:nvPr/>
        </p:nvSpPr>
        <p:spPr bwMode="auto">
          <a:xfrm>
            <a:off x="8222325" y="996951"/>
            <a:ext cx="572274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Sem 3</a:t>
            </a:r>
          </a:p>
        </p:txBody>
      </p:sp>
      <p:sp>
        <p:nvSpPr>
          <p:cNvPr id="8229" name="Rectangle 35"/>
          <p:cNvSpPr>
            <a:spLocks noChangeArrowheads="1"/>
          </p:cNvSpPr>
          <p:nvPr/>
        </p:nvSpPr>
        <p:spPr bwMode="auto">
          <a:xfrm>
            <a:off x="8958395" y="996951"/>
            <a:ext cx="336632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8230" name="Rectangle 36"/>
          <p:cNvSpPr>
            <a:spLocks noChangeArrowheads="1"/>
          </p:cNvSpPr>
          <p:nvPr/>
        </p:nvSpPr>
        <p:spPr bwMode="auto">
          <a:xfrm>
            <a:off x="318162" y="957263"/>
            <a:ext cx="9188846" cy="4025900"/>
          </a:xfrm>
          <a:prstGeom prst="rect">
            <a:avLst/>
          </a:prstGeom>
          <a:noFill/>
          <a:ln w="158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DD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1400" b="0" noProof="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231" name="Line 37"/>
          <p:cNvSpPr>
            <a:spLocks noChangeShapeType="1"/>
          </p:cNvSpPr>
          <p:nvPr/>
        </p:nvSpPr>
        <p:spPr bwMode="auto">
          <a:xfrm>
            <a:off x="7028789" y="9636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2" name="Line 38"/>
          <p:cNvSpPr>
            <a:spLocks noChangeShapeType="1"/>
          </p:cNvSpPr>
          <p:nvPr/>
        </p:nvSpPr>
        <p:spPr bwMode="auto">
          <a:xfrm>
            <a:off x="2904729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3" name="Line 39"/>
          <p:cNvSpPr>
            <a:spLocks noChangeShapeType="1"/>
          </p:cNvSpPr>
          <p:nvPr/>
        </p:nvSpPr>
        <p:spPr bwMode="auto">
          <a:xfrm>
            <a:off x="3279643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4" name="Line 40"/>
          <p:cNvSpPr>
            <a:spLocks noChangeShapeType="1"/>
          </p:cNvSpPr>
          <p:nvPr/>
        </p:nvSpPr>
        <p:spPr bwMode="auto">
          <a:xfrm>
            <a:off x="3656277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5" name="Line 41"/>
          <p:cNvSpPr>
            <a:spLocks noChangeShapeType="1"/>
          </p:cNvSpPr>
          <p:nvPr/>
        </p:nvSpPr>
        <p:spPr bwMode="auto">
          <a:xfrm>
            <a:off x="4430183" y="962025"/>
            <a:ext cx="0" cy="4040188"/>
          </a:xfrm>
          <a:prstGeom prst="line">
            <a:avLst/>
          </a:prstGeom>
          <a:noFill/>
          <a:ln w="381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6" name="Line 42"/>
          <p:cNvSpPr>
            <a:spLocks noChangeShapeType="1"/>
          </p:cNvSpPr>
          <p:nvPr/>
        </p:nvSpPr>
        <p:spPr bwMode="auto">
          <a:xfrm>
            <a:off x="4794779" y="974725"/>
            <a:ext cx="0" cy="4040188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7" name="Line 43"/>
          <p:cNvSpPr>
            <a:spLocks noChangeShapeType="1"/>
          </p:cNvSpPr>
          <p:nvPr/>
        </p:nvSpPr>
        <p:spPr bwMode="auto">
          <a:xfrm>
            <a:off x="5155935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8" name="Line 44"/>
          <p:cNvSpPr>
            <a:spLocks noChangeShapeType="1"/>
          </p:cNvSpPr>
          <p:nvPr/>
        </p:nvSpPr>
        <p:spPr bwMode="auto">
          <a:xfrm>
            <a:off x="5530850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39" name="Line 45"/>
          <p:cNvSpPr>
            <a:spLocks noChangeShapeType="1"/>
          </p:cNvSpPr>
          <p:nvPr/>
        </p:nvSpPr>
        <p:spPr bwMode="auto">
          <a:xfrm>
            <a:off x="5907485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0" name="Line 46"/>
          <p:cNvSpPr>
            <a:spLocks noChangeShapeType="1"/>
          </p:cNvSpPr>
          <p:nvPr/>
        </p:nvSpPr>
        <p:spPr bwMode="auto">
          <a:xfrm>
            <a:off x="6282400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1" name="Line 47"/>
          <p:cNvSpPr>
            <a:spLocks noChangeShapeType="1"/>
          </p:cNvSpPr>
          <p:nvPr/>
        </p:nvSpPr>
        <p:spPr bwMode="auto">
          <a:xfrm>
            <a:off x="6657314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2" name="Line 48"/>
          <p:cNvSpPr>
            <a:spLocks noChangeShapeType="1"/>
          </p:cNvSpPr>
          <p:nvPr/>
        </p:nvSpPr>
        <p:spPr bwMode="auto">
          <a:xfrm>
            <a:off x="7398544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3" name="Line 49"/>
          <p:cNvSpPr>
            <a:spLocks noChangeShapeType="1"/>
          </p:cNvSpPr>
          <p:nvPr/>
        </p:nvSpPr>
        <p:spPr bwMode="auto">
          <a:xfrm>
            <a:off x="8139775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4" name="Line 50"/>
          <p:cNvSpPr>
            <a:spLocks noChangeShapeType="1"/>
          </p:cNvSpPr>
          <p:nvPr/>
        </p:nvSpPr>
        <p:spPr bwMode="auto">
          <a:xfrm>
            <a:off x="8765779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5" name="Line 51"/>
          <p:cNvSpPr>
            <a:spLocks noChangeShapeType="1"/>
          </p:cNvSpPr>
          <p:nvPr/>
        </p:nvSpPr>
        <p:spPr bwMode="auto">
          <a:xfrm>
            <a:off x="4034631" y="957263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6" name="Line 52"/>
          <p:cNvSpPr>
            <a:spLocks noChangeShapeType="1"/>
          </p:cNvSpPr>
          <p:nvPr/>
        </p:nvSpPr>
        <p:spPr bwMode="auto">
          <a:xfrm>
            <a:off x="2135981" y="950914"/>
            <a:ext cx="0" cy="4040187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7" name="Line 53"/>
          <p:cNvSpPr>
            <a:spLocks noChangeShapeType="1"/>
          </p:cNvSpPr>
          <p:nvPr/>
        </p:nvSpPr>
        <p:spPr bwMode="auto">
          <a:xfrm>
            <a:off x="313003" y="1276350"/>
            <a:ext cx="919400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8" name="Line 54"/>
          <p:cNvSpPr>
            <a:spLocks noChangeShapeType="1"/>
          </p:cNvSpPr>
          <p:nvPr/>
        </p:nvSpPr>
        <p:spPr bwMode="auto">
          <a:xfrm>
            <a:off x="313003" y="1847850"/>
            <a:ext cx="919400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49" name="Line 55"/>
          <p:cNvSpPr>
            <a:spLocks noChangeShapeType="1"/>
          </p:cNvSpPr>
          <p:nvPr/>
        </p:nvSpPr>
        <p:spPr bwMode="auto">
          <a:xfrm>
            <a:off x="313003" y="2266950"/>
            <a:ext cx="919400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50" name="Line 56"/>
          <p:cNvSpPr>
            <a:spLocks noChangeShapeType="1"/>
          </p:cNvSpPr>
          <p:nvPr/>
        </p:nvSpPr>
        <p:spPr bwMode="auto">
          <a:xfrm>
            <a:off x="325041" y="2774950"/>
            <a:ext cx="919572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51" name="Line 57"/>
          <p:cNvSpPr>
            <a:spLocks noChangeShapeType="1"/>
          </p:cNvSpPr>
          <p:nvPr/>
        </p:nvSpPr>
        <p:spPr bwMode="auto">
          <a:xfrm>
            <a:off x="338800" y="3257550"/>
            <a:ext cx="919400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52" name="Rectangle 58"/>
          <p:cNvSpPr>
            <a:spLocks noChangeArrowheads="1"/>
          </p:cNvSpPr>
          <p:nvPr/>
        </p:nvSpPr>
        <p:spPr bwMode="auto">
          <a:xfrm>
            <a:off x="344488" y="1313716"/>
            <a:ext cx="1776544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Functional Acceptance  (= concept) </a:t>
            </a:r>
          </a:p>
        </p:txBody>
      </p:sp>
      <p:sp>
        <p:nvSpPr>
          <p:cNvPr id="8253" name="Rectangle 59"/>
          <p:cNvSpPr>
            <a:spLocks noChangeArrowheads="1"/>
          </p:cNvSpPr>
          <p:nvPr/>
        </p:nvSpPr>
        <p:spPr bwMode="auto">
          <a:xfrm>
            <a:off x="414471" y="1847851"/>
            <a:ext cx="1867694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Pilot </a:t>
            </a:r>
            <a:r>
              <a:rPr lang="en-US" sz="1200" i="1" noProof="0" dirty="0"/>
              <a:t>Acceptance  (= small case  experiment )</a:t>
            </a:r>
            <a:endParaRPr lang="en-US" sz="1200" i="1" noProof="0" dirty="0">
              <a:solidFill>
                <a:schemeClr val="tx1"/>
              </a:solidFill>
            </a:endParaRPr>
          </a:p>
        </p:txBody>
      </p:sp>
      <p:sp>
        <p:nvSpPr>
          <p:cNvPr id="8254" name="Rectangle 60"/>
          <p:cNvSpPr>
            <a:spLocks noChangeArrowheads="1"/>
          </p:cNvSpPr>
          <p:nvPr/>
        </p:nvSpPr>
        <p:spPr bwMode="auto">
          <a:xfrm>
            <a:off x="397273" y="2362478"/>
            <a:ext cx="173870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Approval of procedures</a:t>
            </a:r>
          </a:p>
        </p:txBody>
      </p:sp>
      <p:sp>
        <p:nvSpPr>
          <p:cNvPr id="8255" name="Rectangle 61"/>
          <p:cNvSpPr>
            <a:spLocks noChangeArrowheads="1"/>
          </p:cNvSpPr>
          <p:nvPr/>
        </p:nvSpPr>
        <p:spPr bwMode="auto">
          <a:xfrm>
            <a:off x="411031" y="2866534"/>
            <a:ext cx="1719792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1200" i="1" noProof="0" dirty="0"/>
              <a:t>A</a:t>
            </a:r>
            <a:r>
              <a:rPr lang="en-US" sz="1200" i="1" noProof="0" dirty="0">
                <a:solidFill>
                  <a:schemeClr val="tx1"/>
                </a:solidFill>
              </a:rPr>
              <a:t>uthorization to invest</a:t>
            </a:r>
          </a:p>
        </p:txBody>
      </p:sp>
      <p:sp>
        <p:nvSpPr>
          <p:cNvPr id="8256" name="Rectangle 62"/>
          <p:cNvSpPr>
            <a:spLocks noChangeArrowheads="1"/>
          </p:cNvSpPr>
          <p:nvPr/>
        </p:nvSpPr>
        <p:spPr bwMode="auto">
          <a:xfrm>
            <a:off x="414470" y="3341688"/>
            <a:ext cx="158908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Order Issue </a:t>
            </a:r>
          </a:p>
        </p:txBody>
      </p:sp>
      <p:sp>
        <p:nvSpPr>
          <p:cNvPr id="8257" name="Rectangle 63"/>
          <p:cNvSpPr>
            <a:spLocks noChangeArrowheads="1"/>
          </p:cNvSpPr>
          <p:nvPr/>
        </p:nvSpPr>
        <p:spPr bwMode="auto">
          <a:xfrm>
            <a:off x="349118" y="6254750"/>
            <a:ext cx="2084388" cy="179388"/>
          </a:xfrm>
          <a:prstGeom prst="rect">
            <a:avLst/>
          </a:prstGeom>
          <a:solidFill>
            <a:srgbClr val="969696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58" name="Rectangle 64"/>
          <p:cNvSpPr>
            <a:spLocks noChangeArrowheads="1"/>
          </p:cNvSpPr>
          <p:nvPr/>
        </p:nvSpPr>
        <p:spPr bwMode="auto">
          <a:xfrm>
            <a:off x="2541852" y="6242050"/>
            <a:ext cx="2297642" cy="192088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59" name="Rectangle 65"/>
          <p:cNvSpPr>
            <a:spLocks noChangeArrowheads="1"/>
          </p:cNvSpPr>
          <p:nvPr/>
        </p:nvSpPr>
        <p:spPr bwMode="auto">
          <a:xfrm>
            <a:off x="357717" y="6210301"/>
            <a:ext cx="1964002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en-US" sz="1200" i="1" noProof="0" dirty="0">
              <a:solidFill>
                <a:schemeClr val="tx1"/>
              </a:solidFill>
            </a:endParaRPr>
          </a:p>
        </p:txBody>
      </p:sp>
      <p:sp>
        <p:nvSpPr>
          <p:cNvPr id="8260" name="Rectangle 66"/>
          <p:cNvSpPr>
            <a:spLocks noChangeArrowheads="1"/>
          </p:cNvSpPr>
          <p:nvPr/>
        </p:nvSpPr>
        <p:spPr bwMode="auto">
          <a:xfrm>
            <a:off x="469504" y="6202363"/>
            <a:ext cx="1936485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Re-planned activity </a:t>
            </a:r>
          </a:p>
        </p:txBody>
      </p:sp>
      <p:sp>
        <p:nvSpPr>
          <p:cNvPr id="8261" name="Rectangle 67"/>
          <p:cNvSpPr>
            <a:spLocks noChangeArrowheads="1"/>
          </p:cNvSpPr>
          <p:nvPr/>
        </p:nvSpPr>
        <p:spPr bwMode="auto">
          <a:xfrm>
            <a:off x="2772305" y="6184901"/>
            <a:ext cx="2431785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Baseline</a:t>
            </a:r>
          </a:p>
        </p:txBody>
      </p:sp>
      <p:sp>
        <p:nvSpPr>
          <p:cNvPr id="8262" name="AutoShape 68"/>
          <p:cNvSpPr>
            <a:spLocks noChangeArrowheads="1"/>
          </p:cNvSpPr>
          <p:nvPr/>
        </p:nvSpPr>
        <p:spPr bwMode="auto">
          <a:xfrm>
            <a:off x="3922846" y="1581150"/>
            <a:ext cx="214973" cy="215900"/>
          </a:xfrm>
          <a:prstGeom prst="diamond">
            <a:avLst/>
          </a:prstGeom>
          <a:solidFill>
            <a:schemeClr val="bg1"/>
          </a:solidFill>
          <a:ln w="254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63" name="AutoShape 69"/>
          <p:cNvSpPr>
            <a:spLocks noChangeArrowheads="1"/>
          </p:cNvSpPr>
          <p:nvPr/>
        </p:nvSpPr>
        <p:spPr bwMode="auto">
          <a:xfrm>
            <a:off x="2717271" y="1395413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64" name="AutoShape 70"/>
          <p:cNvSpPr>
            <a:spLocks noChangeArrowheads="1"/>
          </p:cNvSpPr>
          <p:nvPr/>
        </p:nvSpPr>
        <p:spPr bwMode="auto">
          <a:xfrm>
            <a:off x="3740548" y="1873250"/>
            <a:ext cx="214973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65" name="Rectangle 71"/>
          <p:cNvSpPr>
            <a:spLocks noChangeArrowheads="1"/>
          </p:cNvSpPr>
          <p:nvPr/>
        </p:nvSpPr>
        <p:spPr bwMode="auto">
          <a:xfrm>
            <a:off x="2813580" y="2551114"/>
            <a:ext cx="2727590" cy="179387"/>
          </a:xfrm>
          <a:prstGeom prst="rect">
            <a:avLst/>
          </a:prstGeom>
          <a:solidFill>
            <a:srgbClr val="969696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66" name="AutoShape 72"/>
          <p:cNvSpPr>
            <a:spLocks noChangeArrowheads="1"/>
          </p:cNvSpPr>
          <p:nvPr/>
        </p:nvSpPr>
        <p:spPr bwMode="auto">
          <a:xfrm>
            <a:off x="5419065" y="2525713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67" name="Rectangle 73"/>
          <p:cNvSpPr>
            <a:spLocks noChangeArrowheads="1"/>
          </p:cNvSpPr>
          <p:nvPr/>
        </p:nvSpPr>
        <p:spPr bwMode="auto">
          <a:xfrm>
            <a:off x="2806701" y="2552700"/>
            <a:ext cx="1606285" cy="179388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68" name="AutoShape 74"/>
          <p:cNvSpPr>
            <a:spLocks noChangeArrowheads="1"/>
          </p:cNvSpPr>
          <p:nvPr/>
        </p:nvSpPr>
        <p:spPr bwMode="auto">
          <a:xfrm>
            <a:off x="3790421" y="2971800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rgbClr val="C0C0C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69" name="Rectangle 75"/>
          <p:cNvSpPr>
            <a:spLocks noChangeArrowheads="1"/>
          </p:cNvSpPr>
          <p:nvPr/>
        </p:nvSpPr>
        <p:spPr bwMode="auto">
          <a:xfrm>
            <a:off x="3943483" y="3524251"/>
            <a:ext cx="476382" cy="16827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70" name="Rectangle 76"/>
          <p:cNvSpPr>
            <a:spLocks noChangeArrowheads="1"/>
          </p:cNvSpPr>
          <p:nvPr/>
        </p:nvSpPr>
        <p:spPr bwMode="auto">
          <a:xfrm>
            <a:off x="4799939" y="3811589"/>
            <a:ext cx="3327796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71" name="AutoShape 77"/>
          <p:cNvSpPr>
            <a:spLocks noChangeArrowheads="1"/>
          </p:cNvSpPr>
          <p:nvPr/>
        </p:nvSpPr>
        <p:spPr bwMode="auto">
          <a:xfrm>
            <a:off x="8024548" y="3792538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72" name="Line 78"/>
          <p:cNvSpPr>
            <a:spLocks noChangeShapeType="1"/>
          </p:cNvSpPr>
          <p:nvPr/>
        </p:nvSpPr>
        <p:spPr bwMode="auto">
          <a:xfrm>
            <a:off x="313003" y="3714750"/>
            <a:ext cx="919400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73" name="Rectangle 79"/>
          <p:cNvSpPr>
            <a:spLocks noChangeArrowheads="1"/>
          </p:cNvSpPr>
          <p:nvPr/>
        </p:nvSpPr>
        <p:spPr bwMode="auto">
          <a:xfrm>
            <a:off x="414470" y="3802638"/>
            <a:ext cx="191928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Release I</a:t>
            </a:r>
          </a:p>
        </p:txBody>
      </p:sp>
      <p:sp>
        <p:nvSpPr>
          <p:cNvPr id="8274" name="Rectangle 80"/>
          <p:cNvSpPr>
            <a:spLocks noChangeArrowheads="1"/>
          </p:cNvSpPr>
          <p:nvPr/>
        </p:nvSpPr>
        <p:spPr bwMode="auto">
          <a:xfrm>
            <a:off x="8141494" y="4230689"/>
            <a:ext cx="627725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75" name="AutoShape 81"/>
          <p:cNvSpPr>
            <a:spLocks noChangeArrowheads="1"/>
          </p:cNvSpPr>
          <p:nvPr/>
        </p:nvSpPr>
        <p:spPr bwMode="auto">
          <a:xfrm>
            <a:off x="8659152" y="4211638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76" name="Line 82"/>
          <p:cNvSpPr>
            <a:spLocks noChangeShapeType="1"/>
          </p:cNvSpPr>
          <p:nvPr/>
        </p:nvSpPr>
        <p:spPr bwMode="auto">
          <a:xfrm>
            <a:off x="299244" y="4121150"/>
            <a:ext cx="9195727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77" name="Rectangle 83"/>
          <p:cNvSpPr>
            <a:spLocks noChangeArrowheads="1"/>
          </p:cNvSpPr>
          <p:nvPr/>
        </p:nvSpPr>
        <p:spPr bwMode="auto">
          <a:xfrm>
            <a:off x="8769218" y="4687889"/>
            <a:ext cx="749829" cy="17938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endParaRPr lang="en-US" noProof="0" dirty="0"/>
          </a:p>
        </p:txBody>
      </p:sp>
      <p:sp>
        <p:nvSpPr>
          <p:cNvPr id="8278" name="AutoShape 84"/>
          <p:cNvSpPr>
            <a:spLocks noChangeArrowheads="1"/>
          </p:cNvSpPr>
          <p:nvPr/>
        </p:nvSpPr>
        <p:spPr bwMode="auto">
          <a:xfrm>
            <a:off x="9408981" y="4668838"/>
            <a:ext cx="216694" cy="215900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noProof="0" dirty="0"/>
          </a:p>
        </p:txBody>
      </p:sp>
      <p:sp>
        <p:nvSpPr>
          <p:cNvPr id="8279" name="Line 85"/>
          <p:cNvSpPr>
            <a:spLocks noChangeShapeType="1"/>
          </p:cNvSpPr>
          <p:nvPr/>
        </p:nvSpPr>
        <p:spPr bwMode="auto">
          <a:xfrm>
            <a:off x="338800" y="4514850"/>
            <a:ext cx="9194006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" tIns="9144" rIns="9144" bIns="9144" anchor="ctr"/>
          <a:lstStyle/>
          <a:p>
            <a:endParaRPr lang="en-US" noProof="0" dirty="0"/>
          </a:p>
        </p:txBody>
      </p:sp>
      <p:sp>
        <p:nvSpPr>
          <p:cNvPr id="8280" name="Rectangle 86"/>
          <p:cNvSpPr>
            <a:spLocks noChangeArrowheads="1"/>
          </p:cNvSpPr>
          <p:nvPr/>
        </p:nvSpPr>
        <p:spPr bwMode="auto">
          <a:xfrm>
            <a:off x="414470" y="4221088"/>
            <a:ext cx="191928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i="1" noProof="0" dirty="0"/>
              <a:t>Release </a:t>
            </a:r>
            <a:r>
              <a:rPr lang="en-US" sz="1200" i="1" noProof="0" dirty="0">
                <a:solidFill>
                  <a:schemeClr val="tx1"/>
                </a:solidFill>
              </a:rPr>
              <a:t> II</a:t>
            </a:r>
          </a:p>
        </p:txBody>
      </p:sp>
      <p:sp>
        <p:nvSpPr>
          <p:cNvPr id="8281" name="Rectangle 87"/>
          <p:cNvSpPr>
            <a:spLocks noChangeArrowheads="1"/>
          </p:cNvSpPr>
          <p:nvPr/>
        </p:nvSpPr>
        <p:spPr bwMode="auto">
          <a:xfrm>
            <a:off x="402431" y="4594726"/>
            <a:ext cx="1919288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i="1" noProof="0" dirty="0"/>
              <a:t>Release </a:t>
            </a:r>
            <a:r>
              <a:rPr lang="en-US" sz="1200" i="1" noProof="0" dirty="0">
                <a:solidFill>
                  <a:schemeClr val="tx1"/>
                </a:solidFill>
              </a:rPr>
              <a:t>III</a:t>
            </a:r>
          </a:p>
        </p:txBody>
      </p:sp>
      <p:sp>
        <p:nvSpPr>
          <p:cNvPr id="8283" name="AutoShape 89"/>
          <p:cNvSpPr>
            <a:spLocks noChangeArrowheads="1"/>
          </p:cNvSpPr>
          <p:nvPr/>
        </p:nvSpPr>
        <p:spPr bwMode="auto">
          <a:xfrm>
            <a:off x="500460" y="5180014"/>
            <a:ext cx="1692275" cy="801687"/>
          </a:xfrm>
          <a:prstGeom prst="wedgeRoundRectCallout">
            <a:avLst>
              <a:gd name="adj1" fmla="val 20824"/>
              <a:gd name="adj2" fmla="val 79306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8000" rIns="18000" bIns="18000" anchor="ctr"/>
          <a:lstStyle/>
          <a:p>
            <a:r>
              <a:rPr lang="en-US" sz="1400" b="0" noProof="0" dirty="0">
                <a:solidFill>
                  <a:schemeClr val="tx1"/>
                </a:solidFill>
              </a:rPr>
              <a:t>Updated Plan</a:t>
            </a:r>
          </a:p>
        </p:txBody>
      </p:sp>
      <p:sp>
        <p:nvSpPr>
          <p:cNvPr id="8284" name="AutoShape 90"/>
          <p:cNvSpPr>
            <a:spLocks noChangeArrowheads="1"/>
          </p:cNvSpPr>
          <p:nvPr/>
        </p:nvSpPr>
        <p:spPr bwMode="auto">
          <a:xfrm>
            <a:off x="3019955" y="5105400"/>
            <a:ext cx="1766227" cy="927100"/>
          </a:xfrm>
          <a:prstGeom prst="wedgeRoundRectCallout">
            <a:avLst>
              <a:gd name="adj1" fmla="val -21069"/>
              <a:gd name="adj2" fmla="val 74144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8000" rIns="18000" bIns="18000" anchor="ctr"/>
          <a:lstStyle/>
          <a:p>
            <a:r>
              <a:rPr lang="en-US" sz="1400" b="0" noProof="0" dirty="0">
                <a:solidFill>
                  <a:schemeClr val="tx1"/>
                </a:solidFill>
              </a:rPr>
              <a:t>Baseline (plan used to approve and launch the project)</a:t>
            </a:r>
          </a:p>
        </p:txBody>
      </p:sp>
      <p:sp>
        <p:nvSpPr>
          <p:cNvPr id="8285" name="AutoShape 91"/>
          <p:cNvSpPr>
            <a:spLocks noChangeArrowheads="1"/>
          </p:cNvSpPr>
          <p:nvPr/>
        </p:nvSpPr>
        <p:spPr bwMode="auto">
          <a:xfrm>
            <a:off x="5926402" y="1382713"/>
            <a:ext cx="3847175" cy="1841500"/>
          </a:xfrm>
          <a:prstGeom prst="wedgeRoundRectCallout">
            <a:avLst>
              <a:gd name="adj1" fmla="val -58500"/>
              <a:gd name="adj2" fmla="val 1784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8000" rIns="18000" bIns="18000" anchor="ctr"/>
          <a:lstStyle/>
          <a:p>
            <a:pPr marL="100013" indent="-100013" algn="l"/>
            <a:r>
              <a:rPr lang="en-US" sz="1400" noProof="0" dirty="0">
                <a:solidFill>
                  <a:schemeClr val="tx1"/>
                </a:solidFill>
              </a:rPr>
              <a:t>Project Milestones  </a:t>
            </a:r>
            <a:r>
              <a:rPr lang="en-US" sz="1400" b="0" noProof="0" dirty="0">
                <a:solidFill>
                  <a:schemeClr val="tx1"/>
                </a:solidFill>
              </a:rPr>
              <a:t>=  relevant project events:</a:t>
            </a:r>
          </a:p>
          <a:p>
            <a:pPr marL="376238" lvl="1" indent="-85725" algn="l">
              <a:lnSpc>
                <a:spcPct val="110000"/>
              </a:lnSpc>
              <a:spcBef>
                <a:spcPct val="30000"/>
              </a:spcBef>
              <a:buClr>
                <a:schemeClr val="tx1"/>
              </a:buClr>
              <a:buFontTx/>
              <a:buChar char="•"/>
            </a:pPr>
            <a:r>
              <a:rPr lang="en-US" sz="1400" b="0" noProof="0" dirty="0">
                <a:solidFill>
                  <a:schemeClr val="tx1"/>
                </a:solidFill>
              </a:rPr>
              <a:t>End of project phases ;</a:t>
            </a:r>
          </a:p>
          <a:p>
            <a:pPr marL="376238" lvl="1" indent="-85725"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en-US" sz="1400" b="0" noProof="0" dirty="0">
                <a:solidFill>
                  <a:schemeClr val="tx1"/>
                </a:solidFill>
              </a:rPr>
              <a:t>Reaching key objectives;</a:t>
            </a:r>
          </a:p>
          <a:p>
            <a:pPr marL="376238" lvl="1" indent="-85725"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en-US" sz="1400" b="0" noProof="0" dirty="0">
                <a:solidFill>
                  <a:schemeClr val="tx1"/>
                </a:solidFill>
              </a:rPr>
              <a:t>Completion of key deliverables;</a:t>
            </a:r>
          </a:p>
          <a:p>
            <a:pPr marL="376238" lvl="1" indent="-85725" algn="l">
              <a:lnSpc>
                <a:spcPct val="110000"/>
              </a:lnSpc>
              <a:buClr>
                <a:schemeClr val="tx1"/>
              </a:buClr>
              <a:buFontTx/>
              <a:buChar char="•"/>
            </a:pPr>
            <a:r>
              <a:rPr lang="en-US" sz="1400" b="0" noProof="0" dirty="0">
                <a:solidFill>
                  <a:schemeClr val="tx1"/>
                </a:solidFill>
              </a:rPr>
              <a:t>Key decisions.</a:t>
            </a:r>
          </a:p>
        </p:txBody>
      </p:sp>
      <p:sp>
        <p:nvSpPr>
          <p:cNvPr id="8286" name="Rectangle 92"/>
          <p:cNvSpPr>
            <a:spLocks noChangeArrowheads="1"/>
          </p:cNvSpPr>
          <p:nvPr/>
        </p:nvSpPr>
        <p:spPr bwMode="auto">
          <a:xfrm>
            <a:off x="5198931" y="6243639"/>
            <a:ext cx="2928804" cy="179387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" tIns="9144" rIns="9144" bIns="9144" anchor="ctr"/>
          <a:lstStyle/>
          <a:p>
            <a:pPr algn="ctr"/>
            <a:endParaRPr lang="en-US" noProof="0" dirty="0"/>
          </a:p>
        </p:txBody>
      </p:sp>
      <p:sp>
        <p:nvSpPr>
          <p:cNvPr id="8287" name="Rectangle 93"/>
          <p:cNvSpPr>
            <a:spLocks noChangeArrowheads="1"/>
          </p:cNvSpPr>
          <p:nvPr/>
        </p:nvSpPr>
        <p:spPr bwMode="auto">
          <a:xfrm>
            <a:off x="5295239" y="6184901"/>
            <a:ext cx="2433505" cy="274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200" i="1" noProof="0" dirty="0">
                <a:solidFill>
                  <a:schemeClr val="tx1"/>
                </a:solidFill>
              </a:rPr>
              <a:t>Progress</a:t>
            </a:r>
          </a:p>
        </p:txBody>
      </p:sp>
      <p:sp>
        <p:nvSpPr>
          <p:cNvPr id="8288" name="AutoShape 94"/>
          <p:cNvSpPr>
            <a:spLocks noChangeArrowheads="1"/>
          </p:cNvSpPr>
          <p:nvPr/>
        </p:nvSpPr>
        <p:spPr bwMode="auto">
          <a:xfrm>
            <a:off x="5415625" y="5132388"/>
            <a:ext cx="3456781" cy="927100"/>
          </a:xfrm>
          <a:prstGeom prst="wedgeRoundRectCallout">
            <a:avLst>
              <a:gd name="adj1" fmla="val -17861"/>
              <a:gd name="adj2" fmla="val 6883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8000" rIns="18000" bIns="18000" anchor="ctr"/>
          <a:lstStyle/>
          <a:p>
            <a:pPr algn="ctr"/>
            <a:r>
              <a:rPr lang="en-US" sz="1400" b="0" noProof="0" dirty="0">
                <a:solidFill>
                  <a:schemeClr val="tx1"/>
                </a:solidFill>
              </a:rPr>
              <a:t>Progress against the updated  plan (assessed on the actual completion (earned value)) </a:t>
            </a:r>
          </a:p>
        </p:txBody>
      </p:sp>
    </p:spTree>
    <p:extLst>
      <p:ext uri="{BB962C8B-B14F-4D97-AF65-F5344CB8AC3E}">
        <p14:creationId xmlns:p14="http://schemas.microsoft.com/office/powerpoint/2010/main" val="382196408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Prototype-based milestone model</a:t>
            </a:r>
          </a:p>
        </p:txBody>
      </p:sp>
      <p:sp>
        <p:nvSpPr>
          <p:cNvPr id="33803" name="Rectangle 14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noProof="0" dirty="0"/>
              <a:t>We here illustrate a milestone model based on demo (prototype) and pilot phases, which is oriented to</a:t>
            </a:r>
          </a:p>
          <a:p>
            <a:pPr lvl="1"/>
            <a:r>
              <a:rPr lang="en-US" noProof="0" dirty="0"/>
              <a:t>Large enterprise projects, where pilot and demo foster the acceptance of the system   </a:t>
            </a:r>
          </a:p>
          <a:p>
            <a:pPr lvl="1"/>
            <a:r>
              <a:rPr lang="en-US" noProof="0" dirty="0"/>
              <a:t>Research projects, where demo and prototype allow to iterate development as needed </a:t>
            </a:r>
          </a:p>
          <a:p>
            <a:r>
              <a:rPr lang="en-US" noProof="0" dirty="0"/>
              <a:t>This model fits both Waterfall, Fit-gap and Agile; indeed, Agile approach can be used within pilot and stabilization segments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E61C4394-2F98-4E2B-9506-2DF1847E72FF}"/>
              </a:ext>
            </a:extLst>
          </p:cNvPr>
          <p:cNvGrpSpPr/>
          <p:nvPr/>
        </p:nvGrpSpPr>
        <p:grpSpPr>
          <a:xfrm>
            <a:off x="1280592" y="1346201"/>
            <a:ext cx="7776864" cy="2082799"/>
            <a:chOff x="596768" y="1333501"/>
            <a:chExt cx="8573161" cy="2082799"/>
          </a:xfrm>
        </p:grpSpPr>
        <p:sp>
          <p:nvSpPr>
            <p:cNvPr id="33797" name="AutoShape 5"/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 err="1"/>
                <a:t>Feasi-bility</a:t>
              </a:r>
              <a:r>
                <a:rPr lang="en-US" sz="1400" noProof="0" dirty="0"/>
                <a:t> </a:t>
              </a:r>
            </a:p>
            <a:p>
              <a:pPr algn="r"/>
              <a:r>
                <a:rPr lang="en-US" sz="1400" noProof="0" dirty="0"/>
                <a:t>(2-3 M) </a:t>
              </a:r>
            </a:p>
          </p:txBody>
        </p:sp>
        <p:sp>
          <p:nvSpPr>
            <p:cNvPr id="33798" name="AutoShape 6"/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33799" name="AutoShape 7"/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Pilot 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3800" name="AutoShape 8"/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3801" name="AutoShape 9"/>
            <p:cNvSpPr>
              <a:spLocks noChangeArrowheads="1"/>
            </p:cNvSpPr>
            <p:nvPr/>
          </p:nvSpPr>
          <p:spPr bwMode="auto">
            <a:xfrm>
              <a:off x="6058827" y="133508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r"/>
              <a:r>
                <a:rPr lang="en-US" sz="1400" noProof="0" dirty="0"/>
                <a:t>(variable)</a:t>
              </a:r>
            </a:p>
          </p:txBody>
        </p:sp>
        <p:sp>
          <p:nvSpPr>
            <p:cNvPr id="33802" name="AutoShape 10"/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62959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Prototype-based milestones: Feasibility </a:t>
            </a:r>
          </a:p>
        </p:txBody>
      </p:sp>
      <p:sp>
        <p:nvSpPr>
          <p:cNvPr id="33803" name="Rectangle 14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noProof="0" dirty="0"/>
              <a:t>Purpose: to gather technical, organizational and economic elements to decide whether to go or not to go</a:t>
            </a:r>
          </a:p>
          <a:p>
            <a:r>
              <a:rPr lang="en-US" noProof="0" dirty="0"/>
              <a:t>Characteristics: </a:t>
            </a:r>
          </a:p>
          <a:p>
            <a:pPr lvl="1"/>
            <a:r>
              <a:rPr lang="en-US" noProof="0" dirty="0"/>
              <a:t>Organization : to be architecture </a:t>
            </a:r>
          </a:p>
          <a:p>
            <a:pPr lvl="1"/>
            <a:r>
              <a:rPr lang="en-US" noProof="0" dirty="0"/>
              <a:t>Software: conceptual modeling (key elements) and software selection</a:t>
            </a:r>
          </a:p>
          <a:p>
            <a:pPr lvl="1"/>
            <a:r>
              <a:rPr lang="en-US" noProof="0" dirty="0"/>
              <a:t>Technology: architecture blocks, capacity planning and partners selection</a:t>
            </a:r>
          </a:p>
          <a:p>
            <a:r>
              <a:rPr lang="en-US" noProof="0" dirty="0"/>
              <a:t>Output: </a:t>
            </a:r>
          </a:p>
          <a:p>
            <a:pPr lvl="1"/>
            <a:r>
              <a:rPr lang="en-US" noProof="0" dirty="0"/>
              <a:t>To-be Architecture </a:t>
            </a:r>
          </a:p>
          <a:p>
            <a:pPr lvl="1"/>
            <a:r>
              <a:rPr lang="en-US" noProof="0" dirty="0"/>
              <a:t>Project Plan</a:t>
            </a:r>
          </a:p>
          <a:p>
            <a:pPr lvl="1"/>
            <a:r>
              <a:rPr lang="en-US" noProof="0" dirty="0"/>
              <a:t>Business Case / Cost-benefit  Analysis / Impact Analysis </a:t>
            </a:r>
          </a:p>
          <a:p>
            <a:pPr lvl="1"/>
            <a:r>
              <a:rPr lang="en-US" noProof="0" dirty="0"/>
              <a:t>Project Risk analysis 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E61C4394-2F98-4E2B-9506-2DF1847E72FF}"/>
              </a:ext>
            </a:extLst>
          </p:cNvPr>
          <p:cNvGrpSpPr/>
          <p:nvPr/>
        </p:nvGrpSpPr>
        <p:grpSpPr>
          <a:xfrm>
            <a:off x="1136576" y="1333501"/>
            <a:ext cx="7776864" cy="2082799"/>
            <a:chOff x="596768" y="1333501"/>
            <a:chExt cx="8573161" cy="2082799"/>
          </a:xfrm>
        </p:grpSpPr>
        <p:sp>
          <p:nvSpPr>
            <p:cNvPr id="33797" name="AutoShape 5"/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Feasi-bility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(2-3 M) </a:t>
              </a:r>
            </a:p>
          </p:txBody>
        </p:sp>
        <p:sp>
          <p:nvSpPr>
            <p:cNvPr id="33798" name="AutoShape 6"/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33799" name="AutoShape 7"/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Pilot 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3800" name="AutoShape 8"/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33801" name="AutoShape 9"/>
            <p:cNvSpPr>
              <a:spLocks noChangeArrowheads="1"/>
            </p:cNvSpPr>
            <p:nvPr/>
          </p:nvSpPr>
          <p:spPr bwMode="auto">
            <a:xfrm>
              <a:off x="6058827" y="133508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ctr"/>
              <a:r>
                <a:rPr lang="en-US" sz="1400" noProof="0" dirty="0"/>
                <a:t>(variable)</a:t>
              </a:r>
            </a:p>
          </p:txBody>
        </p:sp>
        <p:sp>
          <p:nvSpPr>
            <p:cNvPr id="33802" name="AutoShape 10"/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5161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Prototype-based milestones: Prototype </a:t>
            </a:r>
          </a:p>
        </p:txBody>
      </p:sp>
      <p:sp>
        <p:nvSpPr>
          <p:cNvPr id="34821" name="Rectangle 9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Purpose: to demonstrate the future system and assess its consistency </a:t>
            </a:r>
          </a:p>
          <a:p>
            <a:r>
              <a:rPr lang="en-US" noProof="0" dirty="0"/>
              <a:t>Characteristics: the prototype demonstrates only key points </a:t>
            </a:r>
          </a:p>
          <a:p>
            <a:pPr lvl="1"/>
            <a:r>
              <a:rPr lang="en-US" noProof="0" dirty="0"/>
              <a:t>Organization: few key points of the structure an activities</a:t>
            </a:r>
          </a:p>
          <a:p>
            <a:pPr lvl="1"/>
            <a:r>
              <a:rPr lang="en-US" noProof="0" dirty="0"/>
              <a:t>SW: only sample functions</a:t>
            </a:r>
          </a:p>
          <a:p>
            <a:pPr lvl="1"/>
            <a:r>
              <a:rPr lang="en-US" noProof="0" dirty="0"/>
              <a:t>Technology: integration issues / opportunities (NOT performances) </a:t>
            </a:r>
          </a:p>
          <a:p>
            <a:r>
              <a:rPr lang="en-US" noProof="0" dirty="0"/>
              <a:t>Output: </a:t>
            </a:r>
          </a:p>
          <a:p>
            <a:pPr lvl="1"/>
            <a:r>
              <a:rPr lang="en-US" noProof="0" dirty="0"/>
              <a:t>Prototype (from a running software or a simple  mock-up)</a:t>
            </a:r>
          </a:p>
          <a:p>
            <a:pPr lvl="1"/>
            <a:r>
              <a:rPr lang="en-US" noProof="0" dirty="0"/>
              <a:t>Gap analysis (i.e., modules to be fixed / changed)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07424C52-54C8-406B-BE52-DE6D014CB37C}"/>
              </a:ext>
            </a:extLst>
          </p:cNvPr>
          <p:cNvGrpSpPr/>
          <p:nvPr/>
        </p:nvGrpSpPr>
        <p:grpSpPr>
          <a:xfrm>
            <a:off x="992560" y="1418209"/>
            <a:ext cx="7776864" cy="2082799"/>
            <a:chOff x="596768" y="1333501"/>
            <a:chExt cx="8573161" cy="2082799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D36FD3ED-5A89-4CD7-A04E-45C5E8DD9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 err="1"/>
                <a:t>Feasi-bility</a:t>
              </a:r>
              <a:r>
                <a:rPr lang="en-US" sz="1400" noProof="0" dirty="0"/>
                <a:t> </a:t>
              </a:r>
            </a:p>
            <a:p>
              <a:pPr algn="r"/>
              <a:r>
                <a:rPr lang="en-US" sz="1400" noProof="0" dirty="0"/>
                <a:t>(2-3 M) </a:t>
              </a:r>
            </a:p>
          </p:txBody>
        </p:sp>
        <p:sp>
          <p:nvSpPr>
            <p:cNvPr id="18" name="AutoShape 6">
              <a:extLst>
                <a:ext uri="{FF2B5EF4-FFF2-40B4-BE49-F238E27FC236}">
                  <a16:creationId xmlns:a16="http://schemas.microsoft.com/office/drawing/2014/main" id="{0AE77D1C-266F-47EA-90CE-58C1CCFDB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7D609CC1-4582-41A6-9A14-D62CC9975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Pilot 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6CD0D9B9-4DFF-4581-BA43-0C4347A77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E82ECC26-5FB7-430B-9A3E-7E8C67A12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8827" y="133508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r"/>
              <a:r>
                <a:rPr lang="en-US" sz="1400" noProof="0" dirty="0"/>
                <a:t>(variable)</a:t>
              </a:r>
            </a:p>
          </p:txBody>
        </p:sp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D88D991E-4979-4957-A802-4C7A62A30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14711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Prototype-based milestones: Pilot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Purpose: test the running solution on a sample and get a quick win </a:t>
            </a:r>
          </a:p>
          <a:p>
            <a:r>
              <a:rPr lang="en-US" noProof="0" dirty="0"/>
              <a:t>Characteristics: </a:t>
            </a:r>
          </a:p>
          <a:p>
            <a:pPr lvl="1"/>
            <a:r>
              <a:rPr lang="en-US" noProof="0" dirty="0"/>
              <a:t>BPR and organization elements : pilot unit totally configured  (typically small size, easy to change) </a:t>
            </a:r>
          </a:p>
          <a:p>
            <a:pPr lvl="1"/>
            <a:r>
              <a:rPr lang="en-US" noProof="0" dirty="0"/>
              <a:t>Application SW: consumable</a:t>
            </a:r>
          </a:p>
          <a:p>
            <a:pPr lvl="1"/>
            <a:r>
              <a:rPr lang="en-US" noProof="0" dirty="0"/>
              <a:t>Infrastructure: functionally complete</a:t>
            </a:r>
          </a:p>
          <a:p>
            <a:r>
              <a:rPr lang="en-US" noProof="0" dirty="0"/>
              <a:t>Output: </a:t>
            </a:r>
          </a:p>
          <a:p>
            <a:pPr lvl="1"/>
            <a:r>
              <a:rPr lang="en-US" noProof="0" dirty="0"/>
              <a:t>Running process / system (preliminary installation) 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F02B4DAB-1F93-449D-93F6-28807AFB8E02}"/>
              </a:ext>
            </a:extLst>
          </p:cNvPr>
          <p:cNvGrpSpPr/>
          <p:nvPr/>
        </p:nvGrpSpPr>
        <p:grpSpPr>
          <a:xfrm>
            <a:off x="1169731" y="1514099"/>
            <a:ext cx="7776864" cy="2082799"/>
            <a:chOff x="596768" y="1333501"/>
            <a:chExt cx="8573161" cy="2082799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296E2D88-E04B-4CBA-A900-B54F97E20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 err="1"/>
                <a:t>Feasi-bility</a:t>
              </a:r>
              <a:r>
                <a:rPr lang="en-US" sz="1400" noProof="0" dirty="0"/>
                <a:t> </a:t>
              </a:r>
            </a:p>
            <a:p>
              <a:pPr algn="r"/>
              <a:r>
                <a:rPr lang="en-US" sz="1400" noProof="0" dirty="0"/>
                <a:t>(2-3 M) </a:t>
              </a:r>
            </a:p>
          </p:txBody>
        </p:sp>
        <p:sp>
          <p:nvSpPr>
            <p:cNvPr id="18" name="AutoShape 6">
              <a:extLst>
                <a:ext uri="{FF2B5EF4-FFF2-40B4-BE49-F238E27FC236}">
                  <a16:creationId xmlns:a16="http://schemas.microsoft.com/office/drawing/2014/main" id="{3A15F46C-7733-4455-A6B2-B89D109C8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04D0A816-D2F5-45EB-8F50-2ACC2A771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Pilot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A94DDA54-B84A-4AC6-8F20-AFE473307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E8B7C031-F20D-43B5-B18F-52D858CF7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8827" y="133508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ctr"/>
              <a:r>
                <a:rPr lang="en-US" sz="1400" noProof="0" dirty="0"/>
                <a:t>(variable)</a:t>
              </a:r>
            </a:p>
          </p:txBody>
        </p:sp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CB436CD2-F1D6-4634-A13F-B7F63F7C0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17022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Prototype-based milestones: Stabilization 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Stabilization </a:t>
            </a:r>
          </a:p>
          <a:p>
            <a:pPr lvl="1"/>
            <a:r>
              <a:rPr lang="en-US" noProof="0" dirty="0"/>
              <a:t>Purpose : to remove anomalies, tune performances, refine BPR, refine adoption plan (change management &amp;  education)</a:t>
            </a:r>
          </a:p>
          <a:p>
            <a:pPr lvl="1"/>
            <a:r>
              <a:rPr lang="en-US" noProof="0" dirty="0"/>
              <a:t>Characteristics: </a:t>
            </a:r>
          </a:p>
          <a:p>
            <a:pPr lvl="2"/>
            <a:r>
              <a:rPr lang="en-US" noProof="0" dirty="0"/>
              <a:t>BPR and organization elements : project review </a:t>
            </a:r>
          </a:p>
          <a:p>
            <a:pPr lvl="2"/>
            <a:r>
              <a:rPr lang="en-US" noProof="0" dirty="0"/>
              <a:t>Application software: changes (corrections &amp; improvements ) + tuning</a:t>
            </a:r>
          </a:p>
          <a:p>
            <a:pPr lvl="2"/>
            <a:r>
              <a:rPr lang="en-US" noProof="0" dirty="0"/>
              <a:t>Technology: tuning and fine capacity definition</a:t>
            </a:r>
          </a:p>
          <a:p>
            <a:pPr lvl="1"/>
            <a:r>
              <a:rPr lang="en-US" noProof="0" dirty="0"/>
              <a:t>Output: </a:t>
            </a:r>
          </a:p>
          <a:p>
            <a:pPr lvl="2"/>
            <a:r>
              <a:rPr lang="en-US" noProof="0" dirty="0"/>
              <a:t>Stabilized system</a:t>
            </a:r>
          </a:p>
          <a:p>
            <a:r>
              <a:rPr lang="en-US" noProof="0" dirty="0"/>
              <a:t>At the end of stabilization, the project team ceases 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928591E4-B9C2-4C25-9F20-397C8DD3978C}"/>
              </a:ext>
            </a:extLst>
          </p:cNvPr>
          <p:cNvGrpSpPr/>
          <p:nvPr/>
        </p:nvGrpSpPr>
        <p:grpSpPr>
          <a:xfrm>
            <a:off x="1064568" y="1562225"/>
            <a:ext cx="7776864" cy="2082799"/>
            <a:chOff x="596768" y="1333501"/>
            <a:chExt cx="8573161" cy="2082799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7403CF8E-F392-4F5A-9FF5-A4B07A5CB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 err="1"/>
                <a:t>Feasi-bility</a:t>
              </a:r>
              <a:r>
                <a:rPr lang="en-US" sz="1400" noProof="0" dirty="0"/>
                <a:t> </a:t>
              </a:r>
            </a:p>
            <a:p>
              <a:pPr algn="r"/>
              <a:r>
                <a:rPr lang="en-US" sz="1400" noProof="0" dirty="0"/>
                <a:t>(2-3 M) </a:t>
              </a:r>
            </a:p>
          </p:txBody>
        </p:sp>
        <p:sp>
          <p:nvSpPr>
            <p:cNvPr id="18" name="AutoShape 6">
              <a:extLst>
                <a:ext uri="{FF2B5EF4-FFF2-40B4-BE49-F238E27FC236}">
                  <a16:creationId xmlns:a16="http://schemas.microsoft.com/office/drawing/2014/main" id="{092166F3-748B-4ABA-AF49-8C191B848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1BED49F1-B521-4DF5-B503-8CB5017F3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Pilot 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35687329-7BD1-4385-BB3A-62E731091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7008C38F-1277-4DB4-920B-E4360DBD7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8827" y="133508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ctr"/>
              <a:r>
                <a:rPr lang="en-US" sz="1400" noProof="0" dirty="0"/>
                <a:t>(variable)</a:t>
              </a:r>
            </a:p>
          </p:txBody>
        </p:sp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95F5F947-5AB8-4AC6-A697-E0013A6B4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36963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Prototype-based milestones: Roll-out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200" noProof="0" dirty="0"/>
              <a:t>Purpose: deploy throughout the corporation / all intended users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noProof="0" dirty="0"/>
              <a:t>Characteristics: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noProof="0" dirty="0"/>
              <a:t>Typical to companies geographically distributed (banks, utilities, telecoms)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noProof="0" dirty="0"/>
              <a:t>Variable duration (years in MNCs)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noProof="0" dirty="0"/>
              <a:t>Typically run by region (for example 1 region a month)</a:t>
            </a:r>
          </a:p>
          <a:p>
            <a:pPr lvl="1" eaLnBrk="1" hangingPunct="1">
              <a:lnSpc>
                <a:spcPct val="90000"/>
              </a:lnSpc>
            </a:pPr>
            <a:r>
              <a:rPr lang="en-US" noProof="0" dirty="0"/>
              <a:t>Run by release teams guided by a release plan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noProof="0" dirty="0"/>
              <a:t>Output: fully operational business process / system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noProof="0" dirty="0"/>
              <a:t>Roll-out releases include training and help-desk</a:t>
            </a:r>
          </a:p>
          <a:p>
            <a:pPr eaLnBrk="1" hangingPunct="1">
              <a:lnSpc>
                <a:spcPct val="90000"/>
              </a:lnSpc>
            </a:pPr>
            <a:endParaRPr lang="en-US" sz="2200" noProof="0" dirty="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BC1752AC-B30C-4FE7-91C5-43285AB75237}"/>
              </a:ext>
            </a:extLst>
          </p:cNvPr>
          <p:cNvGrpSpPr/>
          <p:nvPr/>
        </p:nvGrpSpPr>
        <p:grpSpPr>
          <a:xfrm>
            <a:off x="1136576" y="1562225"/>
            <a:ext cx="7776864" cy="2082799"/>
            <a:chOff x="596768" y="1333501"/>
            <a:chExt cx="8573161" cy="2082799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AD58DB51-5C33-404F-AA00-5EF4055B4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sz="1400" noProof="0" dirty="0" err="1"/>
                <a:t>Feasi-bility</a:t>
              </a:r>
              <a:r>
                <a:rPr lang="en-US" sz="1400" noProof="0" dirty="0"/>
                <a:t> </a:t>
              </a:r>
            </a:p>
            <a:p>
              <a:pPr algn="ctr"/>
              <a:r>
                <a:rPr lang="en-US" sz="1400" noProof="0" dirty="0"/>
                <a:t>(2-3 M) </a:t>
              </a:r>
            </a:p>
          </p:txBody>
        </p:sp>
        <p:sp>
          <p:nvSpPr>
            <p:cNvPr id="18" name="AutoShape 6">
              <a:extLst>
                <a:ext uri="{FF2B5EF4-FFF2-40B4-BE49-F238E27FC236}">
                  <a16:creationId xmlns:a16="http://schemas.microsoft.com/office/drawing/2014/main" id="{DD940D82-019F-4F74-94FB-FA6F62222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ct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0C81969D-9070-42B3-9A66-D6796E635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sz="1400" noProof="0" dirty="0">
                  <a:solidFill>
                    <a:schemeClr val="tx1"/>
                  </a:solidFill>
                </a:rPr>
                <a:t>Pilot </a:t>
              </a:r>
            </a:p>
            <a:p>
              <a:pPr algn="ctr"/>
              <a:r>
                <a:rPr lang="en-US" sz="1400" noProof="0" dirty="0">
                  <a:solidFill>
                    <a:schemeClr val="tx1"/>
                  </a:solidFill>
                </a:rPr>
                <a:t>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8CDF9EE0-611D-4185-8092-C71C450E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5EBB680D-A292-4C9D-8E51-EBD6FDBCD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8827" y="1335088"/>
              <a:ext cx="1841004" cy="2074862"/>
            </a:xfrm>
            <a:prstGeom prst="chevron">
              <a:avLst>
                <a:gd name="adj" fmla="val 25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ctr"/>
              <a:r>
                <a:rPr lang="en-US" sz="1400" noProof="0" dirty="0"/>
                <a:t>(variable)</a:t>
              </a:r>
            </a:p>
          </p:txBody>
        </p:sp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45658014-17F9-4E9D-B938-09C4A9448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57362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Prototype-based milestones: Evolution</a:t>
            </a: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Purpose: the system / process fits changes arising from usage or  context / technology evolution  </a:t>
            </a:r>
          </a:p>
          <a:p>
            <a:r>
              <a:rPr lang="en-US" noProof="0" dirty="0"/>
              <a:t>Characteristics:</a:t>
            </a:r>
          </a:p>
          <a:p>
            <a:pPr lvl="1"/>
            <a:r>
              <a:rPr lang="en-US" noProof="0" dirty="0"/>
              <a:t>Typically performed by periodical releases (bi-monthly or  quarterly)</a:t>
            </a:r>
          </a:p>
          <a:p>
            <a:pPr lvl="1"/>
            <a:r>
              <a:rPr lang="en-US" noProof="0" dirty="0"/>
              <a:t>Each release = a set of modified or new functions or business activities </a:t>
            </a:r>
          </a:p>
          <a:p>
            <a:r>
              <a:rPr lang="en-US" noProof="0" dirty="0"/>
              <a:t>Output: updated system / business process 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EFE9ADF-249B-4DD9-8E7D-E6E5B47F9813}"/>
              </a:ext>
            </a:extLst>
          </p:cNvPr>
          <p:cNvGrpSpPr/>
          <p:nvPr/>
        </p:nvGrpSpPr>
        <p:grpSpPr>
          <a:xfrm>
            <a:off x="1136576" y="1562225"/>
            <a:ext cx="7776864" cy="2082799"/>
            <a:chOff x="596768" y="1333501"/>
            <a:chExt cx="8573161" cy="2082799"/>
          </a:xfrm>
        </p:grpSpPr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816815D1-BA0C-4B5F-A5DE-897E81CBC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768" y="134143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 err="1"/>
                <a:t>Feasi-bility</a:t>
              </a:r>
              <a:r>
                <a:rPr lang="en-US" sz="1400" noProof="0" dirty="0"/>
                <a:t> </a:t>
              </a:r>
            </a:p>
            <a:p>
              <a:pPr algn="r"/>
              <a:r>
                <a:rPr lang="en-US" sz="1400" noProof="0" dirty="0"/>
                <a:t>(2-3 M) </a:t>
              </a:r>
            </a:p>
          </p:txBody>
        </p:sp>
        <p:sp>
          <p:nvSpPr>
            <p:cNvPr id="18" name="AutoShape 6">
              <a:extLst>
                <a:ext uri="{FF2B5EF4-FFF2-40B4-BE49-F238E27FC236}">
                  <a16:creationId xmlns:a16="http://schemas.microsoft.com/office/drawing/2014/main" id="{20502731-52B2-42C9-8FA7-AC17DC2E0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283" y="133985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Proto-type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(1-2M)</a:t>
              </a:r>
            </a:p>
          </p:txBody>
        </p:sp>
        <p:sp>
          <p:nvSpPr>
            <p:cNvPr id="19" name="AutoShape 7">
              <a:extLst>
                <a:ext uri="{FF2B5EF4-FFF2-40B4-BE49-F238E27FC236}">
                  <a16:creationId xmlns:a16="http://schemas.microsoft.com/office/drawing/2014/main" id="{4264F24C-4316-45A3-9368-1B7190451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7797" y="1338263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Pilot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(4-6 M)</a:t>
              </a:r>
            </a:p>
            <a:p>
              <a:pPr algn="r"/>
              <a:endParaRPr lang="en-US" sz="1400" noProof="0" dirty="0">
                <a:solidFill>
                  <a:schemeClr val="tx1"/>
                </a:solidFill>
              </a:endParaRPr>
            </a:p>
          </p:txBody>
        </p:sp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4274C3EE-C707-4A74-8808-970DE0F1E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312" y="1336675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anchor="ctr"/>
            <a:lstStyle/>
            <a:p>
              <a:pPr algn="r"/>
              <a:r>
                <a:rPr lang="en-US" sz="1400" noProof="0" dirty="0" err="1">
                  <a:solidFill>
                    <a:schemeClr val="tx1"/>
                  </a:solidFill>
                </a:rPr>
                <a:t>Stabili-zation</a:t>
              </a:r>
              <a:r>
                <a:rPr lang="en-US" sz="1400" noProof="0" dirty="0">
                  <a:solidFill>
                    <a:schemeClr val="tx1"/>
                  </a:solidFill>
                </a:rPr>
                <a:t> </a:t>
              </a:r>
            </a:p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(1-3 M)</a:t>
              </a:r>
            </a:p>
          </p:txBody>
        </p:sp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0CF658C8-DD44-423C-B0B4-B7166A346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8827" y="1335088"/>
              <a:ext cx="1745588" cy="2074862"/>
            </a:xfrm>
            <a:prstGeom prst="chevron">
              <a:avLst>
                <a:gd name="adj" fmla="val 25000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ctr"/>
              <a:r>
                <a:rPr lang="en-US" sz="1400" noProof="0" dirty="0"/>
                <a:t>Roll-out</a:t>
              </a:r>
            </a:p>
            <a:p>
              <a:pPr algn="ctr"/>
              <a:r>
                <a:rPr lang="en-US" sz="1400" noProof="0" dirty="0"/>
                <a:t>(variable)</a:t>
              </a:r>
            </a:p>
          </p:txBody>
        </p:sp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AFFA9E20-C06C-4E34-9D0B-31BF3CA11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341" y="1333501"/>
              <a:ext cx="1745588" cy="2074863"/>
            </a:xfrm>
            <a:prstGeom prst="chevron">
              <a:avLst>
                <a:gd name="adj" fmla="val 25000"/>
              </a:avLst>
            </a:prstGeom>
            <a:solidFill>
              <a:srgbClr val="FFFF00"/>
            </a:solidFill>
            <a:ln w="9525" algn="ctr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 anchor="ctr">
              <a:normAutofit/>
            </a:bodyPr>
            <a:lstStyle/>
            <a:p>
              <a:pPr algn="r"/>
              <a:r>
                <a:rPr lang="en-US" sz="1400" noProof="0" dirty="0">
                  <a:solidFill>
                    <a:schemeClr val="tx1"/>
                  </a:solidFill>
                </a:rPr>
                <a:t>Evolution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4162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Milestones</a:t>
            </a:r>
            <a:br>
              <a:rPr lang="en-US" noProof="0" dirty="0"/>
            </a:br>
            <a:r>
              <a:rPr lang="en-US" noProof="0" dirty="0"/>
              <a:t>Incident</a:t>
            </a:r>
          </a:p>
        </p:txBody>
      </p:sp>
      <p:sp>
        <p:nvSpPr>
          <p:cNvPr id="23" name="Segnaposto contenuto 3">
            <a:extLst>
              <a:ext uri="{FF2B5EF4-FFF2-40B4-BE49-F238E27FC236}">
                <a16:creationId xmlns:a16="http://schemas.microsoft.com/office/drawing/2014/main" id="{50DE4BD3-A8AB-41CB-8380-DA9D1AEC164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en-US" noProof="0" dirty="0"/>
              <a:t>Put down a draft list of project milestones for Elio project or a project of your choice </a:t>
            </a:r>
          </a:p>
          <a:p>
            <a:r>
              <a:rPr lang="en-US" noProof="0" dirty="0"/>
              <a:t>You are free to ask information to the teacher  </a:t>
            </a:r>
          </a:p>
          <a:p>
            <a:r>
              <a:rPr lang="en-US" noProof="0" dirty="0"/>
              <a:t>You can sequence milestones </a:t>
            </a:r>
          </a:p>
          <a:p>
            <a:pPr lvl="1"/>
            <a:r>
              <a:rPr lang="en-US" noProof="0" dirty="0"/>
              <a:t>Based on prototype/pilot framework (illustrated before)</a:t>
            </a:r>
          </a:p>
          <a:p>
            <a:pPr lvl="1"/>
            <a:r>
              <a:rPr lang="en-US" noProof="0" dirty="0"/>
              <a:t>Waterfall and Big-bang approach</a:t>
            </a:r>
          </a:p>
          <a:p>
            <a:pPr lvl="1"/>
            <a:r>
              <a:rPr lang="en-US" noProof="0" dirty="0"/>
              <a:t>Any composite approach </a:t>
            </a:r>
          </a:p>
          <a:p>
            <a:r>
              <a:rPr lang="en-US" noProof="0" dirty="0"/>
              <a:t>Project milestones should be around 10</a:t>
            </a:r>
          </a:p>
          <a:p>
            <a:r>
              <a:rPr lang="en-US" noProof="0" dirty="0"/>
              <a:t>Detail one milestone at your choice</a:t>
            </a:r>
          </a:p>
        </p:txBody>
      </p:sp>
    </p:spTree>
    <p:extLst>
      <p:ext uri="{BB962C8B-B14F-4D97-AF65-F5344CB8AC3E}">
        <p14:creationId xmlns:p14="http://schemas.microsoft.com/office/powerpoint/2010/main" val="11380829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b="1" u="sng" noProof="0" dirty="0"/>
              <a:t>Summary</a:t>
            </a:r>
            <a:endParaRPr lang="en-US" sz="2400" b="1" u="sng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4194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Session Summary: Project Structure Roadmap  </a:t>
            </a:r>
          </a:p>
        </p:txBody>
      </p:sp>
      <p:pic>
        <p:nvPicPr>
          <p:cNvPr id="11" name="Segnaposto contenuto 11">
            <a:extLst>
              <a:ext uri="{FF2B5EF4-FFF2-40B4-BE49-F238E27FC236}">
                <a16:creationId xmlns:a16="http://schemas.microsoft.com/office/drawing/2014/main" id="{2BD29799-58A2-4118-8D3D-C87129A04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69" y="2052761"/>
            <a:ext cx="1440160" cy="18936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621564E-AA44-4130-B1F0-024B5C576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77" y="3564929"/>
            <a:ext cx="2592288" cy="527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C2588C4-9639-40EF-BD74-C9E391C58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344488" y="2052761"/>
            <a:ext cx="2553308" cy="12023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110B3D7-292E-4632-962B-D43B160DA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503" y="1944998"/>
            <a:ext cx="2448272" cy="1417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Segnaposto contenuto 11">
            <a:extLst>
              <a:ext uri="{FF2B5EF4-FFF2-40B4-BE49-F238E27FC236}">
                <a16:creationId xmlns:a16="http://schemas.microsoft.com/office/drawing/2014/main" id="{FD429E32-F8A5-404A-8452-181E011F9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57" y="2198935"/>
            <a:ext cx="1440160" cy="18936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1B800DC0-28A4-4E87-A50F-9223A6D5BD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502" y="3444507"/>
            <a:ext cx="1978934" cy="1296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4">
            <a:extLst>
              <a:ext uri="{FF2B5EF4-FFF2-40B4-BE49-F238E27FC236}">
                <a16:creationId xmlns:a16="http://schemas.microsoft.com/office/drawing/2014/main" id="{A143BFBE-EDE9-441D-AEDF-1056154AAE2F}"/>
              </a:ext>
            </a:extLst>
          </p:cNvPr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384" y="5127102"/>
            <a:ext cx="1624706" cy="125422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83DBE165-B94A-47DC-9504-EC44F77D1FB0}"/>
              </a:ext>
            </a:extLst>
          </p:cNvPr>
          <p:cNvSpPr/>
          <p:nvPr/>
        </p:nvSpPr>
        <p:spPr bwMode="auto">
          <a:xfrm>
            <a:off x="4949149" y="4177246"/>
            <a:ext cx="432048" cy="803682"/>
          </a:xfrm>
          <a:prstGeom prst="downArrow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3199E4C-F62D-4FA0-B92D-DD87EFFED71D}"/>
              </a:ext>
            </a:extLst>
          </p:cNvPr>
          <p:cNvSpPr txBox="1"/>
          <p:nvPr/>
        </p:nvSpPr>
        <p:spPr>
          <a:xfrm>
            <a:off x="3823106" y="4319877"/>
            <a:ext cx="268413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i="1" noProof="0" dirty="0"/>
              <a:t>Task Duration &amp; Milestones  </a:t>
            </a:r>
          </a:p>
        </p:txBody>
      </p:sp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286785CC-0142-43FE-90CD-8C0327D08BD8}"/>
              </a:ext>
            </a:extLst>
          </p:cNvPr>
          <p:cNvSpPr/>
          <p:nvPr/>
        </p:nvSpPr>
        <p:spPr bwMode="auto">
          <a:xfrm rot="16200000">
            <a:off x="3454788" y="3474714"/>
            <a:ext cx="432048" cy="803682"/>
          </a:xfrm>
          <a:prstGeom prst="downArrow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ccia in giù 21">
            <a:extLst>
              <a:ext uri="{FF2B5EF4-FFF2-40B4-BE49-F238E27FC236}">
                <a16:creationId xmlns:a16="http://schemas.microsoft.com/office/drawing/2014/main" id="{78C4020E-6317-4F15-B507-CBEDAC751E5B}"/>
              </a:ext>
            </a:extLst>
          </p:cNvPr>
          <p:cNvSpPr/>
          <p:nvPr/>
        </p:nvSpPr>
        <p:spPr bwMode="auto">
          <a:xfrm rot="16200000">
            <a:off x="3411033" y="2345776"/>
            <a:ext cx="432048" cy="803682"/>
          </a:xfrm>
          <a:prstGeom prst="downArrow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791A994-3655-43B4-AC31-EEEA573FE1FC}"/>
              </a:ext>
            </a:extLst>
          </p:cNvPr>
          <p:cNvSpPr txBox="1"/>
          <p:nvPr/>
        </p:nvSpPr>
        <p:spPr>
          <a:xfrm rot="5400000">
            <a:off x="3103839" y="3707279"/>
            <a:ext cx="109998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i="1" noProof="0" dirty="0"/>
              <a:t>Milestones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6E95184-DE3C-4A47-BE22-65BD59659F72}"/>
              </a:ext>
            </a:extLst>
          </p:cNvPr>
          <p:cNvSpPr txBox="1"/>
          <p:nvPr/>
        </p:nvSpPr>
        <p:spPr>
          <a:xfrm rot="5400000">
            <a:off x="3211412" y="2573383"/>
            <a:ext cx="70403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i="1" noProof="0" dirty="0"/>
              <a:t>Roles </a:t>
            </a:r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7E35E564-6631-4740-8B7B-6EA022FA1837}"/>
              </a:ext>
            </a:extLst>
          </p:cNvPr>
          <p:cNvSpPr/>
          <p:nvPr/>
        </p:nvSpPr>
        <p:spPr bwMode="auto">
          <a:xfrm rot="5400000">
            <a:off x="6169610" y="2337308"/>
            <a:ext cx="432048" cy="803682"/>
          </a:xfrm>
          <a:prstGeom prst="downArrow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Freccia in giù 25">
            <a:extLst>
              <a:ext uri="{FF2B5EF4-FFF2-40B4-BE49-F238E27FC236}">
                <a16:creationId xmlns:a16="http://schemas.microsoft.com/office/drawing/2014/main" id="{BA4DEE46-BE9C-44DB-8CDD-BEA0136917DC}"/>
              </a:ext>
            </a:extLst>
          </p:cNvPr>
          <p:cNvSpPr/>
          <p:nvPr/>
        </p:nvSpPr>
        <p:spPr bwMode="auto">
          <a:xfrm rot="5400000">
            <a:off x="6261008" y="3414673"/>
            <a:ext cx="432048" cy="803682"/>
          </a:xfrm>
          <a:prstGeom prst="downArrow">
            <a:avLst/>
          </a:prstGeom>
          <a:solidFill>
            <a:schemeClr val="bg1"/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FE8D43F3-1B50-4F5D-BDA2-CC8C09992657}"/>
              </a:ext>
            </a:extLst>
          </p:cNvPr>
          <p:cNvSpPr txBox="1"/>
          <p:nvPr/>
        </p:nvSpPr>
        <p:spPr>
          <a:xfrm rot="16200000">
            <a:off x="5949936" y="3659477"/>
            <a:ext cx="1236237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i="1" noProof="0" dirty="0"/>
              <a:t>Deliverables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3C0A254-8AF3-4B36-9888-CF5C1DA46864}"/>
              </a:ext>
            </a:extLst>
          </p:cNvPr>
          <p:cNvSpPr txBox="1"/>
          <p:nvPr/>
        </p:nvSpPr>
        <p:spPr>
          <a:xfrm rot="16200000">
            <a:off x="6148865" y="2426553"/>
            <a:ext cx="65633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i="1" noProof="0" dirty="0"/>
              <a:t>Tasks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362EDA0-0644-43C0-8117-710A185F324A}"/>
              </a:ext>
            </a:extLst>
          </p:cNvPr>
          <p:cNvSpPr txBox="1"/>
          <p:nvPr/>
        </p:nvSpPr>
        <p:spPr>
          <a:xfrm>
            <a:off x="4448944" y="2772217"/>
            <a:ext cx="134926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Work </a:t>
            </a:r>
          </a:p>
          <a:p>
            <a:pPr algn="ctr"/>
            <a:r>
              <a:rPr lang="en-US" noProof="0" dirty="0"/>
              <a:t>Packages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3B63DB-F99E-462B-A86B-77ADCABAA323}"/>
              </a:ext>
            </a:extLst>
          </p:cNvPr>
          <p:cNvSpPr txBox="1"/>
          <p:nvPr/>
        </p:nvSpPr>
        <p:spPr>
          <a:xfrm>
            <a:off x="803450" y="1843410"/>
            <a:ext cx="16353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Organization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FAEF35F-636E-4F50-8FA9-8DF24898A70E}"/>
              </a:ext>
            </a:extLst>
          </p:cNvPr>
          <p:cNvSpPr txBox="1"/>
          <p:nvPr/>
        </p:nvSpPr>
        <p:spPr>
          <a:xfrm>
            <a:off x="938617" y="3938797"/>
            <a:ext cx="135005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Milestones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9138A6C-B6B5-4B4F-81FF-097E1DC9A15E}"/>
              </a:ext>
            </a:extLst>
          </p:cNvPr>
          <p:cNvSpPr txBox="1"/>
          <p:nvPr/>
        </p:nvSpPr>
        <p:spPr>
          <a:xfrm>
            <a:off x="7632022" y="1722201"/>
            <a:ext cx="127150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Activities 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199D5B3-66BE-4EDE-ABC5-24293BB0F19C}"/>
              </a:ext>
            </a:extLst>
          </p:cNvPr>
          <p:cNvSpPr txBox="1"/>
          <p:nvPr/>
        </p:nvSpPr>
        <p:spPr>
          <a:xfrm>
            <a:off x="7376563" y="4514373"/>
            <a:ext cx="122681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Products 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477E5E5-11AC-48E5-9303-D51C943D4D26}"/>
              </a:ext>
            </a:extLst>
          </p:cNvPr>
          <p:cNvSpPr txBox="1"/>
          <p:nvPr/>
        </p:nvSpPr>
        <p:spPr>
          <a:xfrm>
            <a:off x="4694810" y="6148077"/>
            <a:ext cx="88838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noProof="0" dirty="0"/>
              <a:t>Gantt </a:t>
            </a:r>
          </a:p>
        </p:txBody>
      </p:sp>
    </p:spTree>
    <p:extLst>
      <p:ext uri="{BB962C8B-B14F-4D97-AF65-F5344CB8AC3E}">
        <p14:creationId xmlns:p14="http://schemas.microsoft.com/office/powerpoint/2010/main" val="31661355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Structure and PMBOK</a:t>
            </a:r>
          </a:p>
        </p:txBody>
      </p:sp>
      <p:graphicFrame>
        <p:nvGraphicFramePr>
          <p:cNvPr id="15" name="Segnaposto contenuto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942501"/>
              </p:ext>
            </p:extLst>
          </p:nvPr>
        </p:nvGraphicFramePr>
        <p:xfrm>
          <a:off x="2073275" y="1524000"/>
          <a:ext cx="7091025" cy="444246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12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0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PMBOK section</a:t>
                      </a:r>
                      <a:endParaRPr lang="en-US" sz="2000" noProof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PBS</a:t>
                      </a:r>
                      <a:endParaRPr lang="en-US" sz="2000" noProof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ABS</a:t>
                      </a:r>
                      <a:endParaRPr lang="en-US" sz="2000" noProof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OBS</a:t>
                      </a:r>
                      <a:endParaRPr lang="en-US" sz="2000" noProof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WP</a:t>
                      </a:r>
                      <a:endParaRPr lang="en-US" sz="2000" noProof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Integration 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Scope 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Time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Cost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Quality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HR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Communications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Risk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Procurement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070">
                <a:tc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+mj-lt"/>
                        <a:buNone/>
                      </a:pPr>
                      <a:r>
                        <a:rPr lang="en-US" sz="2000" noProof="0" dirty="0">
                          <a:effectLst/>
                        </a:rPr>
                        <a:t>Stakeholder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870" marR="508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noProof="0" dirty="0">
                          <a:effectLst/>
                        </a:rPr>
                        <a:t> </a:t>
                      </a:r>
                      <a:endParaRPr lang="en-US" sz="20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2" name="Gruppo 11">
            <a:extLst>
              <a:ext uri="{FF2B5EF4-FFF2-40B4-BE49-F238E27FC236}">
                <a16:creationId xmlns:a16="http://schemas.microsoft.com/office/drawing/2014/main" id="{9DF8BDC4-7129-4E6D-83AA-CAC710692358}"/>
              </a:ext>
            </a:extLst>
          </p:cNvPr>
          <p:cNvGrpSpPr/>
          <p:nvPr/>
        </p:nvGrpSpPr>
        <p:grpSpPr>
          <a:xfrm>
            <a:off x="263421" y="1412776"/>
            <a:ext cx="1305203" cy="4650500"/>
            <a:chOff x="200472" y="1730828"/>
            <a:chExt cx="1665243" cy="4899182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CEB24425-7728-4920-9B6B-586B3C495129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7A1667B1-7386-480C-99A8-7C13116E6F1D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Domains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A9A829F5-4E08-46C1-96DF-802C66EE93DF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Structures 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5324387F-987F-48BE-B5B3-C5DB9E504323}"/>
                </a:ext>
              </a:extLst>
            </p:cNvPr>
            <p:cNvSpPr/>
            <p:nvPr/>
          </p:nvSpPr>
          <p:spPr bwMode="auto">
            <a:xfrm>
              <a:off x="200472" y="4300601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Work Packages </a:t>
              </a:r>
            </a:p>
          </p:txBody>
        </p:sp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2345E48F-7D39-4D63-8D36-2DB2F3006474}"/>
                </a:ext>
              </a:extLst>
            </p:cNvPr>
            <p:cNvSpPr/>
            <p:nvPr/>
          </p:nvSpPr>
          <p:spPr bwMode="auto">
            <a:xfrm>
              <a:off x="200472" y="5157192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Milestones </a:t>
              </a:r>
            </a:p>
          </p:txBody>
        </p:sp>
        <p:sp>
          <p:nvSpPr>
            <p:cNvPr id="28" name="Rettangolo 27">
              <a:extLst>
                <a:ext uri="{FF2B5EF4-FFF2-40B4-BE49-F238E27FC236}">
                  <a16:creationId xmlns:a16="http://schemas.microsoft.com/office/drawing/2014/main" id="{496F44CD-CEBE-4F28-802D-EEDB1A09B7D5}"/>
                </a:ext>
              </a:extLst>
            </p:cNvPr>
            <p:cNvSpPr/>
            <p:nvPr/>
          </p:nvSpPr>
          <p:spPr bwMode="auto">
            <a:xfrm>
              <a:off x="210140" y="5990322"/>
              <a:ext cx="1655575" cy="639688"/>
            </a:xfrm>
            <a:prstGeom prst="rect">
              <a:avLst/>
            </a:prstGeom>
            <a:solidFill>
              <a:srgbClr val="FF99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noProof="0" dirty="0"/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5959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10" name="Segnaposto contenuto 9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noProof="0" dirty="0"/>
              <a:t>Illustrate project structures</a:t>
            </a:r>
          </a:p>
          <a:p>
            <a:pPr lvl="1"/>
            <a:r>
              <a:rPr lang="en-US" noProof="0" dirty="0"/>
              <a:t>PBS (Products / Deliverables) </a:t>
            </a:r>
          </a:p>
          <a:p>
            <a:pPr lvl="1"/>
            <a:r>
              <a:rPr lang="en-US" noProof="0" dirty="0"/>
              <a:t>ABS (Activities)</a:t>
            </a:r>
          </a:p>
          <a:p>
            <a:pPr lvl="1"/>
            <a:r>
              <a:rPr lang="en-US" noProof="0" dirty="0"/>
              <a:t>OBS (Organization)</a:t>
            </a:r>
          </a:p>
          <a:p>
            <a:pPr lvl="1"/>
            <a:r>
              <a:rPr lang="en-US" noProof="0" dirty="0"/>
              <a:t>WP (Work Package)</a:t>
            </a:r>
          </a:p>
          <a:p>
            <a:r>
              <a:rPr lang="en-US" noProof="0" dirty="0"/>
              <a:t>Illustrate the purpose of a WP and the content of its sections (Heading, Objectives, Tasks, Deliverables, Roles, Milestones) </a:t>
            </a:r>
          </a:p>
          <a:p>
            <a:r>
              <a:rPr lang="en-US" noProof="0" dirty="0"/>
              <a:t>Illustrate the relations of the WP with PBS, OBS, ABS</a:t>
            </a:r>
          </a:p>
          <a:p>
            <a:r>
              <a:rPr lang="en-US" noProof="0" dirty="0"/>
              <a:t>What is a project milestone? </a:t>
            </a:r>
          </a:p>
          <a:p>
            <a:r>
              <a:rPr lang="en-US" noProof="0" dirty="0"/>
              <a:t>Illustrate the main project milestones </a:t>
            </a:r>
          </a:p>
          <a:p>
            <a:pPr lvl="1"/>
            <a:r>
              <a:rPr lang="en-US" noProof="0" dirty="0"/>
              <a:t>Feasibility,</a:t>
            </a:r>
          </a:p>
          <a:p>
            <a:pPr lvl="1"/>
            <a:r>
              <a:rPr lang="en-US" noProof="0" dirty="0"/>
              <a:t>Prototype, </a:t>
            </a:r>
          </a:p>
          <a:p>
            <a:pPr lvl="1"/>
            <a:r>
              <a:rPr lang="en-US" noProof="0" dirty="0"/>
              <a:t>Pilot, </a:t>
            </a:r>
          </a:p>
          <a:p>
            <a:pPr lvl="1"/>
            <a:r>
              <a:rPr lang="en-US" noProof="0" dirty="0"/>
              <a:t>Stabilization, </a:t>
            </a:r>
          </a:p>
          <a:p>
            <a:pPr lvl="1"/>
            <a:r>
              <a:rPr lang="en-US" noProof="0" dirty="0"/>
              <a:t>Adoption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56D5D24-E02B-43AD-93CC-2BAAED8812E9}"/>
              </a:ext>
            </a:extLst>
          </p:cNvPr>
          <p:cNvGrpSpPr/>
          <p:nvPr/>
        </p:nvGrpSpPr>
        <p:grpSpPr>
          <a:xfrm>
            <a:off x="263421" y="1586812"/>
            <a:ext cx="1305203" cy="4650500"/>
            <a:chOff x="200472" y="1730828"/>
            <a:chExt cx="1665243" cy="4899182"/>
          </a:xfrm>
        </p:grpSpPr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CA3E8DA8-44BF-4A8F-AAA3-0EF912400163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22DCB7B7-C35D-4F27-ABA3-63D5618CD517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Domains </a:t>
              </a:r>
            </a:p>
          </p:txBody>
        </p:sp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3D2D68B5-483D-4352-BB83-7053A7E4AC2F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Structures </a:t>
              </a: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7CF3C9D8-FA1B-4821-BB99-5298767A6523}"/>
                </a:ext>
              </a:extLst>
            </p:cNvPr>
            <p:cNvSpPr/>
            <p:nvPr/>
          </p:nvSpPr>
          <p:spPr bwMode="auto">
            <a:xfrm>
              <a:off x="200472" y="4300601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Work Packages </a:t>
              </a:r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21EC4FC5-BDBF-4EEE-BBE8-1CA2EFBBA773}"/>
                </a:ext>
              </a:extLst>
            </p:cNvPr>
            <p:cNvSpPr/>
            <p:nvPr/>
          </p:nvSpPr>
          <p:spPr bwMode="auto">
            <a:xfrm>
              <a:off x="200472" y="5157192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Milestones </a:t>
              </a: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CF38EA91-FBE4-43B0-9204-001179221D81}"/>
                </a:ext>
              </a:extLst>
            </p:cNvPr>
            <p:cNvSpPr/>
            <p:nvPr/>
          </p:nvSpPr>
          <p:spPr bwMode="auto">
            <a:xfrm>
              <a:off x="210140" y="5990322"/>
              <a:ext cx="1655575" cy="639688"/>
            </a:xfrm>
            <a:prstGeom prst="rect">
              <a:avLst/>
            </a:prstGeom>
            <a:solidFill>
              <a:srgbClr val="FF99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noProof="0" dirty="0"/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57535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b="1" u="sng" noProof="0" dirty="0">
                <a:solidFill>
                  <a:srgbClr val="000066"/>
                </a:solidFill>
              </a:rPr>
              <a:t>Assignment</a:t>
            </a:r>
            <a:r>
              <a:rPr lang="en-US" sz="2400" noProof="0" dirty="0">
                <a:solidFill>
                  <a:srgbClr val="000066"/>
                </a:solidFill>
              </a:rPr>
              <a:t> </a:t>
            </a:r>
          </a:p>
          <a:p>
            <a:pPr lvl="1"/>
            <a:r>
              <a:rPr lang="en-US" sz="2400" noProof="0" dirty="0"/>
              <a:t>Appendix</a:t>
            </a:r>
            <a:endParaRPr lang="en-US" sz="2400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7018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/>
          <p:cNvSpPr>
            <a:spLocks noGrp="1" noChangeArrowheads="1"/>
          </p:cNvSpPr>
          <p:nvPr>
            <p:ph type="title"/>
          </p:nvPr>
        </p:nvSpPr>
        <p:spPr>
          <a:xfrm>
            <a:off x="742950" y="304800"/>
            <a:ext cx="8170863" cy="914400"/>
          </a:xfrm>
        </p:spPr>
        <p:txBody>
          <a:bodyPr/>
          <a:lstStyle/>
          <a:p>
            <a:r>
              <a:rPr lang="en-US" noProof="0" dirty="0"/>
              <a:t>Assignment Assessment 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E27DB14-E6DD-4D78-B48E-B8A2B0791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536" y="1524000"/>
            <a:ext cx="8386514" cy="4572000"/>
          </a:xfrm>
        </p:spPr>
        <p:txBody>
          <a:bodyPr anchor="ctr"/>
          <a:lstStyle/>
          <a:p>
            <a:r>
              <a:rPr lang="en-US" sz="2800" noProof="0" dirty="0"/>
              <a:t>The Assignment describes the Project Structure and Plan of the assigned project</a:t>
            </a:r>
          </a:p>
          <a:p>
            <a:r>
              <a:rPr lang="en-US" sz="2800" noProof="0" dirty="0"/>
              <a:t>The  assignment </a:t>
            </a:r>
            <a:r>
              <a:rPr lang="en-US" sz="2800" noProof="0"/>
              <a:t>is assessed in </a:t>
            </a:r>
            <a:r>
              <a:rPr lang="en-US" sz="2800" noProof="0" dirty="0"/>
              <a:t>terms  of:</a:t>
            </a:r>
          </a:p>
          <a:p>
            <a:pPr lvl="1"/>
            <a:r>
              <a:rPr lang="en-US" sz="2400" noProof="0" dirty="0"/>
              <a:t>Completeness: all assignment sections should be developed</a:t>
            </a:r>
          </a:p>
          <a:p>
            <a:pPr lvl="1"/>
            <a:r>
              <a:rPr lang="en-US" sz="2400" noProof="0" dirty="0"/>
              <a:t>Correctness: analysis / project diagrams and assignment structure should be well formed and not violate relevant syntax rules</a:t>
            </a:r>
          </a:p>
          <a:p>
            <a:pPr lvl="1"/>
            <a:r>
              <a:rPr lang="en-US" sz="2400" noProof="0" dirty="0"/>
              <a:t>Readability</a:t>
            </a:r>
          </a:p>
          <a:p>
            <a:pPr lvl="2"/>
            <a:r>
              <a:rPr lang="en-US" sz="2000" noProof="0" dirty="0"/>
              <a:t>Correct English </a:t>
            </a:r>
          </a:p>
          <a:p>
            <a:pPr lvl="2"/>
            <a:r>
              <a:rPr lang="en-US" sz="2000" noProof="0" dirty="0"/>
              <a:t>Visible colors (no Yellow, no Light Green)</a:t>
            </a:r>
          </a:p>
          <a:p>
            <a:pPr lvl="2"/>
            <a:r>
              <a:rPr lang="en-US" sz="2000" noProof="0" dirty="0"/>
              <a:t>Accessible font size </a:t>
            </a:r>
          </a:p>
        </p:txBody>
      </p:sp>
    </p:spTree>
    <p:extLst>
      <p:ext uri="{BB962C8B-B14F-4D97-AF65-F5344CB8AC3E}">
        <p14:creationId xmlns:p14="http://schemas.microsoft.com/office/powerpoint/2010/main" val="714825350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Assignment structure</a:t>
            </a:r>
            <a:endParaRPr lang="en-US" noProof="0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093BA24-50D2-44DB-984A-B367CEFE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2800" dirty="0"/>
              <a:t>A scope (project) is assigned to each student team</a:t>
            </a:r>
          </a:p>
          <a:p>
            <a:r>
              <a:rPr lang="en-US" sz="2800" dirty="0"/>
              <a:t>Students’ assignment should reflect contents illustrated in the previous pages </a:t>
            </a:r>
          </a:p>
          <a:p>
            <a:r>
              <a:rPr lang="en-US" sz="2800" dirty="0"/>
              <a:t>Cover page: Name and ID of team members; Assignment release</a:t>
            </a:r>
          </a:p>
          <a:p>
            <a:r>
              <a:rPr lang="en-US" sz="2800" dirty="0"/>
              <a:t>All pages: Authors (= who oversees the page) </a:t>
            </a:r>
          </a:p>
        </p:txBody>
      </p:sp>
      <p:graphicFrame>
        <p:nvGraphicFramePr>
          <p:cNvPr id="7" name="Segnaposto contenuto 1">
            <a:extLst>
              <a:ext uri="{FF2B5EF4-FFF2-40B4-BE49-F238E27FC236}">
                <a16:creationId xmlns:a16="http://schemas.microsoft.com/office/drawing/2014/main" id="{08E8EFE5-711F-4E5D-A4C9-27C353EA3D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763634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75019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AB6-FD2B-4295-6322-AA5D76D0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>
            <a:extLst>
              <a:ext uri="{FF2B5EF4-FFF2-40B4-BE49-F238E27FC236}">
                <a16:creationId xmlns:a16="http://schemas.microsoft.com/office/drawing/2014/main" id="{2DA06E26-9624-F39F-B05F-09DFCC7DE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noProof="0" dirty="0"/>
              <a:t>1. Products 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26B823B-77A8-943C-B25C-56DD87C19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sz="2800" noProof="0" dirty="0"/>
              <a:t>The Product Breakdown Structure (PBS) </a:t>
            </a:r>
          </a:p>
          <a:p>
            <a:pPr lvl="1"/>
            <a:r>
              <a:rPr lang="en-US" sz="2400" noProof="0" dirty="0"/>
              <a:t>Should list the outcomes of the assigned project for Software, Infrastructure, Organization </a:t>
            </a:r>
          </a:p>
          <a:p>
            <a:pPr lvl="1"/>
            <a:r>
              <a:rPr lang="en-US" sz="2400" noProof="0" dirty="0"/>
              <a:t>It may be sketched as a hierarchy or indented list</a:t>
            </a:r>
          </a:p>
          <a:p>
            <a:pPr lvl="1"/>
            <a:r>
              <a:rPr lang="en-US" sz="2400" noProof="0" dirty="0"/>
              <a:t>Can contain multiple levels (hint: 2-3)</a:t>
            </a:r>
          </a:p>
          <a:p>
            <a:pPr lvl="1"/>
            <a:r>
              <a:rPr lang="en-US" sz="2400" noProof="0" dirty="0"/>
              <a:t>Each product element should be specific to the assigned project, e.g. </a:t>
            </a:r>
          </a:p>
          <a:p>
            <a:pPr lvl="2"/>
            <a:r>
              <a:rPr lang="en-US" sz="2000" noProof="0" dirty="0"/>
              <a:t>Patient’s Android Mobile App for Visit Management) </a:t>
            </a:r>
          </a:p>
          <a:p>
            <a:pPr lvl="2"/>
            <a:r>
              <a:rPr lang="en-US" sz="2000" noProof="0" dirty="0"/>
              <a:t>Website for downloading Patient’s App</a:t>
            </a:r>
          </a:p>
          <a:p>
            <a:pPr lvl="2"/>
            <a:r>
              <a:rPr lang="en-US" sz="2000" noProof="0" dirty="0"/>
              <a:t>…..</a:t>
            </a:r>
          </a:p>
          <a:p>
            <a:r>
              <a:rPr lang="en-US" sz="2800" noProof="0" dirty="0"/>
              <a:t>Comments on the PBS are welcome</a:t>
            </a:r>
          </a:p>
        </p:txBody>
      </p:sp>
      <p:graphicFrame>
        <p:nvGraphicFramePr>
          <p:cNvPr id="2" name="Segnaposto contenuto 1">
            <a:extLst>
              <a:ext uri="{FF2B5EF4-FFF2-40B4-BE49-F238E27FC236}">
                <a16:creationId xmlns:a16="http://schemas.microsoft.com/office/drawing/2014/main" id="{868D097A-44B1-A1A8-A0E2-7A669902C6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758048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57615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noProof="0" dirty="0"/>
              <a:t>2. Product Activities 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093BA24-50D2-44DB-984A-B367CEFE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800" noProof="0" dirty="0"/>
              <a:t>The assignment</a:t>
            </a:r>
          </a:p>
          <a:p>
            <a:pPr lvl="1"/>
            <a:r>
              <a:rPr lang="en-US" sz="2400" noProof="0" dirty="0"/>
              <a:t>Should list the steps of the assigned project for each relevant Software, Technology, and Organization product</a:t>
            </a:r>
          </a:p>
          <a:p>
            <a:pPr lvl="1"/>
            <a:r>
              <a:rPr lang="en-US" sz="2400" noProof="0" dirty="0"/>
              <a:t>It may be sketched as a hierarchy or indented list</a:t>
            </a:r>
          </a:p>
          <a:p>
            <a:pPr lvl="1"/>
            <a:r>
              <a:rPr lang="en-US" sz="2400" noProof="0" dirty="0"/>
              <a:t>Can contain multiple levels (hint: 2-3)</a:t>
            </a:r>
          </a:p>
          <a:p>
            <a:pPr lvl="1"/>
            <a:r>
              <a:rPr lang="en-US" sz="2400" noProof="0" dirty="0"/>
              <a:t>Each element should be specific to the assigned  project </a:t>
            </a:r>
          </a:p>
          <a:p>
            <a:r>
              <a:rPr lang="en-US" sz="2800" noProof="0" dirty="0"/>
              <a:t>Comments on the structure of  Product Activities are welcome</a:t>
            </a:r>
          </a:p>
        </p:txBody>
      </p:sp>
      <p:graphicFrame>
        <p:nvGraphicFramePr>
          <p:cNvPr id="3" name="Segnaposto contenuto 1">
            <a:extLst>
              <a:ext uri="{FF2B5EF4-FFF2-40B4-BE49-F238E27FC236}">
                <a16:creationId xmlns:a16="http://schemas.microsoft.com/office/drawing/2014/main" id="{39C4FA89-DD16-B7EB-E874-BE525ECCB0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853829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58331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4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3. Organization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6C9F36C7-EDB7-4884-A36C-7FAAA8173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r>
              <a:rPr lang="en-US" sz="3200" noProof="0" dirty="0"/>
              <a:t>The Organization section </a:t>
            </a:r>
          </a:p>
          <a:p>
            <a:pPr lvl="1"/>
            <a:r>
              <a:rPr lang="en-US" sz="2800" noProof="0" dirty="0"/>
              <a:t>Should identify the organizations working/involved in the assigned project</a:t>
            </a:r>
          </a:p>
          <a:p>
            <a:pPr lvl="1"/>
            <a:r>
              <a:rPr lang="en-US" sz="2800" noProof="0" dirty="0"/>
              <a:t>Can be described by an organization chart or an indented list </a:t>
            </a:r>
          </a:p>
          <a:p>
            <a:pPr lvl="1"/>
            <a:r>
              <a:rPr lang="en-US" sz="2800" noProof="0" dirty="0"/>
              <a:t>The  project organization should be consistent with PBS: each PBS element should be related to an organization unit of the project (please show that relation by a double entry table) </a:t>
            </a:r>
          </a:p>
        </p:txBody>
      </p:sp>
      <p:graphicFrame>
        <p:nvGraphicFramePr>
          <p:cNvPr id="4" name="Segnaposto contenuto 1">
            <a:extLst>
              <a:ext uri="{FF2B5EF4-FFF2-40B4-BE49-F238E27FC236}">
                <a16:creationId xmlns:a16="http://schemas.microsoft.com/office/drawing/2014/main" id="{523CE961-1398-FD95-95B4-A24EED9E04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6378584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80602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4. Work Packages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7DA4BF-FADB-4B20-8BF4-BA2DDA57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US" sz="2800" noProof="0" dirty="0"/>
              <a:t>The assignment should describe at least 2 WPs:</a:t>
            </a:r>
          </a:p>
          <a:p>
            <a:pPr lvl="1"/>
            <a:r>
              <a:rPr lang="en-US" sz="2400" noProof="0" dirty="0"/>
              <a:t>Project Management</a:t>
            </a:r>
          </a:p>
          <a:p>
            <a:pPr lvl="1"/>
            <a:r>
              <a:rPr lang="en-US" sz="2400" noProof="0" dirty="0"/>
              <a:t>1 WP chosen by students </a:t>
            </a:r>
          </a:p>
          <a:p>
            <a:pPr marL="514350" indent="-457200" eaLnBrk="1" hangingPunct="1"/>
            <a:r>
              <a:rPr lang="en-US" sz="2800" noProof="0" dirty="0"/>
              <a:t>The WP description should follow the </a:t>
            </a:r>
            <a:r>
              <a:rPr lang="en-US" sz="2800" b="1" noProof="0" dirty="0"/>
              <a:t>Work Package template </a:t>
            </a:r>
          </a:p>
        </p:txBody>
      </p:sp>
      <p:graphicFrame>
        <p:nvGraphicFramePr>
          <p:cNvPr id="5" name="Segnaposto contenuto 1">
            <a:extLst>
              <a:ext uri="{FF2B5EF4-FFF2-40B4-BE49-F238E27FC236}">
                <a16:creationId xmlns:a16="http://schemas.microsoft.com/office/drawing/2014/main" id="{C0BF96F7-343C-488F-9AC1-0FE4CA8F5C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975071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56122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5. PERT Diagram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52B3944F-A605-41B1-A81A-F3C83025C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7085" y="1524000"/>
            <a:ext cx="4060903" cy="4572000"/>
          </a:xfrm>
        </p:spPr>
        <p:txBody>
          <a:bodyPr>
            <a:normAutofit fontScale="77500" lnSpcReduction="20000"/>
          </a:bodyPr>
          <a:lstStyle/>
          <a:p>
            <a:r>
              <a:rPr lang="en-US" noProof="0" dirty="0"/>
              <a:t>It shows the </a:t>
            </a:r>
            <a:r>
              <a:rPr lang="en-US" b="1" noProof="0" dirty="0"/>
              <a:t>sequence</a:t>
            </a:r>
            <a:r>
              <a:rPr lang="en-US" noProof="0" dirty="0"/>
              <a:t> of project Work Packages (WP), where: </a:t>
            </a:r>
          </a:p>
          <a:p>
            <a:pPr lvl="1"/>
            <a:r>
              <a:rPr lang="en-US" noProof="0" dirty="0"/>
              <a:t>WPs should be around 10 </a:t>
            </a:r>
          </a:p>
          <a:p>
            <a:pPr lvl="1"/>
            <a:r>
              <a:rPr lang="en-US" noProof="0" dirty="0"/>
              <a:t>Project Management is WP1</a:t>
            </a:r>
          </a:p>
          <a:p>
            <a:pPr lvl="1"/>
            <a:r>
              <a:rPr lang="en-US" noProof="0" dirty="0"/>
              <a:t>Other  WPs reflect any suitable combination of Activity, Product, and Organization.</a:t>
            </a:r>
          </a:p>
          <a:p>
            <a:r>
              <a:rPr lang="en-US" noProof="0" dirty="0"/>
              <a:t>It is modeled by an oriented diagram (or graph)</a:t>
            </a:r>
          </a:p>
          <a:p>
            <a:r>
              <a:rPr lang="en-US" noProof="0" dirty="0"/>
              <a:t>The diagram is supplemented by an </a:t>
            </a:r>
            <a:r>
              <a:rPr lang="en-US" b="1" noProof="0" dirty="0"/>
              <a:t>explanation</a:t>
            </a:r>
            <a:r>
              <a:rPr lang="en-US" noProof="0" dirty="0"/>
              <a:t> that illustrates the concepts followed in modeling the PERT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FB698AA-AB72-4BD7-BB88-093E24E46495}"/>
              </a:ext>
            </a:extLst>
          </p:cNvPr>
          <p:cNvSpPr/>
          <p:nvPr/>
        </p:nvSpPr>
        <p:spPr bwMode="auto">
          <a:xfrm>
            <a:off x="6323003" y="2662218"/>
            <a:ext cx="961391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 2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F8DB574-FC4C-4BB5-815F-997A615961BC}"/>
              </a:ext>
            </a:extLst>
          </p:cNvPr>
          <p:cNvSpPr/>
          <p:nvPr/>
        </p:nvSpPr>
        <p:spPr bwMode="auto">
          <a:xfrm>
            <a:off x="6346705" y="3645024"/>
            <a:ext cx="961391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WP5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1185FE7-59F3-43E6-8A95-4A757F578146}"/>
              </a:ext>
            </a:extLst>
          </p:cNvPr>
          <p:cNvSpPr/>
          <p:nvPr/>
        </p:nvSpPr>
        <p:spPr bwMode="auto">
          <a:xfrm>
            <a:off x="6344140" y="4941168"/>
            <a:ext cx="961391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 6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CFE1E7D1-B959-43F5-821F-1F9191852CB2}"/>
              </a:ext>
            </a:extLst>
          </p:cNvPr>
          <p:cNvSpPr/>
          <p:nvPr/>
        </p:nvSpPr>
        <p:spPr bwMode="auto">
          <a:xfrm>
            <a:off x="8096064" y="2659360"/>
            <a:ext cx="961391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WP3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F05ED0E-F385-4C01-81C1-479BBD58E0D3}"/>
              </a:ext>
            </a:extLst>
          </p:cNvPr>
          <p:cNvSpPr/>
          <p:nvPr/>
        </p:nvSpPr>
        <p:spPr bwMode="auto">
          <a:xfrm>
            <a:off x="8072332" y="4941168"/>
            <a:ext cx="961391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WP7 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967A5D5-7D03-492D-A15E-1944CB3AB329}"/>
              </a:ext>
            </a:extLst>
          </p:cNvPr>
          <p:cNvSpPr/>
          <p:nvPr/>
        </p:nvSpPr>
        <p:spPr bwMode="auto">
          <a:xfrm>
            <a:off x="8096065" y="3661758"/>
            <a:ext cx="961391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WP 4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A8D14A3-8687-4744-BE45-C1C23A5B6A82}"/>
              </a:ext>
            </a:extLst>
          </p:cNvPr>
          <p:cNvCxnSpPr>
            <a:stCxn id="11" idx="3"/>
            <a:endCxn id="15" idx="1"/>
          </p:cNvCxnSpPr>
          <p:nvPr/>
        </p:nvCxnSpPr>
        <p:spPr bwMode="auto">
          <a:xfrm flipV="1">
            <a:off x="7284394" y="2983396"/>
            <a:ext cx="811670" cy="285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8B610F31-7BF5-4BC2-B583-136905BCB644}"/>
              </a:ext>
            </a:extLst>
          </p:cNvPr>
          <p:cNvCxnSpPr>
            <a:stCxn id="15" idx="2"/>
            <a:endCxn id="17" idx="0"/>
          </p:cNvCxnSpPr>
          <p:nvPr/>
        </p:nvCxnSpPr>
        <p:spPr bwMode="auto">
          <a:xfrm>
            <a:off x="8576760" y="3307432"/>
            <a:ext cx="1" cy="35432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095947E4-F8B3-4339-805A-DAAE200DCA59}"/>
              </a:ext>
            </a:extLst>
          </p:cNvPr>
          <p:cNvCxnSpPr>
            <a:stCxn id="17" idx="1"/>
            <a:endCxn id="13" idx="3"/>
          </p:cNvCxnSpPr>
          <p:nvPr/>
        </p:nvCxnSpPr>
        <p:spPr bwMode="auto">
          <a:xfrm flipH="1" flipV="1">
            <a:off x="7308096" y="3969060"/>
            <a:ext cx="787969" cy="167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E2847819-6B2D-4504-BDC9-EEBB33D8F987}"/>
              </a:ext>
            </a:extLst>
          </p:cNvPr>
          <p:cNvCxnSpPr>
            <a:stCxn id="13" idx="2"/>
            <a:endCxn id="14" idx="0"/>
          </p:cNvCxnSpPr>
          <p:nvPr/>
        </p:nvCxnSpPr>
        <p:spPr bwMode="auto">
          <a:xfrm flipH="1">
            <a:off x="6824836" y="4293096"/>
            <a:ext cx="2565" cy="64807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66D84A23-C674-47A1-B84F-D6608D8401C3}"/>
              </a:ext>
            </a:extLst>
          </p:cNvPr>
          <p:cNvCxnSpPr>
            <a:stCxn id="14" idx="3"/>
            <a:endCxn id="16" idx="1"/>
          </p:cNvCxnSpPr>
          <p:nvPr/>
        </p:nvCxnSpPr>
        <p:spPr bwMode="auto">
          <a:xfrm>
            <a:off x="7305531" y="5265204"/>
            <a:ext cx="766801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ttangolo 46">
            <a:extLst>
              <a:ext uri="{FF2B5EF4-FFF2-40B4-BE49-F238E27FC236}">
                <a16:creationId xmlns:a16="http://schemas.microsoft.com/office/drawing/2014/main" id="{AB1AA3E9-3189-472B-A849-1CCD730FBD4A}"/>
              </a:ext>
            </a:extLst>
          </p:cNvPr>
          <p:cNvSpPr/>
          <p:nvPr/>
        </p:nvSpPr>
        <p:spPr bwMode="auto">
          <a:xfrm>
            <a:off x="6323003" y="1824338"/>
            <a:ext cx="2541417" cy="648072"/>
          </a:xfrm>
          <a:prstGeom prst="rect">
            <a:avLst/>
          </a:prstGeom>
          <a:solidFill>
            <a:schemeClr val="bg1">
              <a:lumMod val="75000"/>
            </a:schemeClr>
          </a:solidFill>
          <a:ln w="12699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noProof="0" dirty="0"/>
              <a:t>WP 1 Project Management</a:t>
            </a: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EA9637D1-5F4A-46D2-9619-7851C8D549EC}"/>
              </a:ext>
            </a:extLst>
          </p:cNvPr>
          <p:cNvCxnSpPr>
            <a:stCxn id="17" idx="2"/>
            <a:endCxn id="16" idx="0"/>
          </p:cNvCxnSpPr>
          <p:nvPr/>
        </p:nvCxnSpPr>
        <p:spPr bwMode="auto">
          <a:xfrm flipH="1">
            <a:off x="8553028" y="4309830"/>
            <a:ext cx="23733" cy="63133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6ECF830-3119-4EF2-AA81-3808611305C9}"/>
              </a:ext>
            </a:extLst>
          </p:cNvPr>
          <p:cNvSpPr txBox="1"/>
          <p:nvPr/>
        </p:nvSpPr>
        <p:spPr>
          <a:xfrm rot="19087244">
            <a:off x="6773937" y="3699693"/>
            <a:ext cx="1832553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pc="600" noProof="0" dirty="0"/>
              <a:t>Example </a:t>
            </a:r>
          </a:p>
        </p:txBody>
      </p:sp>
      <p:graphicFrame>
        <p:nvGraphicFramePr>
          <p:cNvPr id="5" name="Segnaposto contenuto 1">
            <a:extLst>
              <a:ext uri="{FF2B5EF4-FFF2-40B4-BE49-F238E27FC236}">
                <a16:creationId xmlns:a16="http://schemas.microsoft.com/office/drawing/2014/main" id="{46DD1206-65A7-D1D7-055D-29A15C55E4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080857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28017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5. Gantt diagram</a:t>
            </a:r>
          </a:p>
        </p:txBody>
      </p:sp>
      <p:pic>
        <p:nvPicPr>
          <p:cNvPr id="10" name="Picture 4"/>
          <p:cNvPicPr>
            <a:picLocks noGrp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13" y="2534805"/>
            <a:ext cx="3417887" cy="2550389"/>
          </a:xfrm>
        </p:spPr>
      </p:pic>
      <p:sp>
        <p:nvSpPr>
          <p:cNvPr id="8" name="Segnaposto testo 7"/>
          <p:cNvSpPr>
            <a:spLocks noGrp="1"/>
          </p:cNvSpPr>
          <p:nvPr>
            <p:ph sz="half" idx="2"/>
          </p:nvPr>
        </p:nvSpPr>
        <p:spPr>
          <a:xfrm>
            <a:off x="5495478" y="1524000"/>
            <a:ext cx="4066034" cy="4572000"/>
          </a:xfrm>
        </p:spPr>
        <p:txBody>
          <a:bodyPr>
            <a:normAutofit fontScale="85000" lnSpcReduction="20000"/>
          </a:bodyPr>
          <a:lstStyle/>
          <a:p>
            <a:r>
              <a:rPr lang="en-US" noProof="0" dirty="0"/>
              <a:t>The Gantt diagram displays the duration of WPs and WP tasks</a:t>
            </a:r>
          </a:p>
          <a:p>
            <a:r>
              <a:rPr lang="en-US" noProof="0" dirty="0"/>
              <a:t>Gantt diagram shows:</a:t>
            </a:r>
          </a:p>
          <a:p>
            <a:pPr lvl="1"/>
            <a:r>
              <a:rPr lang="en-US" noProof="0" dirty="0"/>
              <a:t>WPs (blue) and related  leader organization</a:t>
            </a:r>
          </a:p>
          <a:p>
            <a:pPr lvl="1"/>
            <a:r>
              <a:rPr lang="en-US" noProof="0" dirty="0"/>
              <a:t>The tasks of each WP</a:t>
            </a:r>
          </a:p>
          <a:p>
            <a:pPr lvl="1"/>
            <a:r>
              <a:rPr lang="en-US" noProof="0" dirty="0"/>
              <a:t>The leader of each WP and  his organization  </a:t>
            </a:r>
          </a:p>
          <a:p>
            <a:pPr lvl="1"/>
            <a:r>
              <a:rPr lang="en-US" noProof="0" dirty="0"/>
              <a:t>The duration of each WP and task</a:t>
            </a:r>
          </a:p>
          <a:p>
            <a:pPr lvl="1"/>
            <a:r>
              <a:rPr lang="en-US" noProof="0" dirty="0"/>
              <a:t>The WP and task deliverables </a:t>
            </a:r>
          </a:p>
          <a:p>
            <a:r>
              <a:rPr lang="en-US" noProof="0" dirty="0"/>
              <a:t>The Gantt is a baseline, and enumerates months  as  “M1, M2, … “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60512" y="955576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noProof="0" dirty="0"/>
          </a:p>
        </p:txBody>
      </p:sp>
      <p:graphicFrame>
        <p:nvGraphicFramePr>
          <p:cNvPr id="6" name="Segnaposto contenuto 1">
            <a:extLst>
              <a:ext uri="{FF2B5EF4-FFF2-40B4-BE49-F238E27FC236}">
                <a16:creationId xmlns:a16="http://schemas.microsoft.com/office/drawing/2014/main" id="{C5235B61-4A00-3AD7-3C1B-285D7AA479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8391472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7379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noProof="0" dirty="0"/>
              <a:t>B3. Milestones</a:t>
            </a:r>
          </a:p>
        </p:txBody>
      </p:sp>
      <p:graphicFrame>
        <p:nvGraphicFramePr>
          <p:cNvPr id="19" name="Segnaposto contenuto 13">
            <a:extLst>
              <a:ext uri="{FF2B5EF4-FFF2-40B4-BE49-F238E27FC236}">
                <a16:creationId xmlns:a16="http://schemas.microsoft.com/office/drawing/2014/main" id="{31F16F95-5AF3-48BF-A2EA-FBF08BDEB9A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12131840"/>
              </p:ext>
            </p:extLst>
          </p:nvPr>
        </p:nvGraphicFramePr>
        <p:xfrm>
          <a:off x="2073275" y="1524000"/>
          <a:ext cx="7089776" cy="2103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72444">
                  <a:extLst>
                    <a:ext uri="{9D8B030D-6E8A-4147-A177-3AD203B41FA5}">
                      <a16:colId xmlns:a16="http://schemas.microsoft.com/office/drawing/2014/main" val="1163083240"/>
                    </a:ext>
                  </a:extLst>
                </a:gridCol>
                <a:gridCol w="1772444">
                  <a:extLst>
                    <a:ext uri="{9D8B030D-6E8A-4147-A177-3AD203B41FA5}">
                      <a16:colId xmlns:a16="http://schemas.microsoft.com/office/drawing/2014/main" val="594490054"/>
                    </a:ext>
                  </a:extLst>
                </a:gridCol>
                <a:gridCol w="1772444">
                  <a:extLst>
                    <a:ext uri="{9D8B030D-6E8A-4147-A177-3AD203B41FA5}">
                      <a16:colId xmlns:a16="http://schemas.microsoft.com/office/drawing/2014/main" val="2270640357"/>
                    </a:ext>
                  </a:extLst>
                </a:gridCol>
                <a:gridCol w="1772444">
                  <a:extLst>
                    <a:ext uri="{9D8B030D-6E8A-4147-A177-3AD203B41FA5}">
                      <a16:colId xmlns:a16="http://schemas.microsoft.com/office/drawing/2014/main" val="2150192615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Milestone 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Deadline </a:t>
                      </a:r>
                    </a:p>
                    <a:p>
                      <a:pPr algn="ctr"/>
                      <a:r>
                        <a:rPr lang="en-US" sz="1800" noProof="0" dirty="0"/>
                        <a:t>YYMMDD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Actions 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Decisions to be made </a:t>
                      </a:r>
                    </a:p>
                  </a:txBody>
                  <a:tcPr marL="98927" marR="98927"/>
                </a:tc>
                <a:extLst>
                  <a:ext uri="{0D108BD9-81ED-4DB2-BD59-A6C34878D82A}">
                    <a16:rowId xmlns:a16="http://schemas.microsoft.com/office/drawing/2014/main" val="3369014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Milestone 1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extLst>
                  <a:ext uri="{0D108BD9-81ED-4DB2-BD59-A6C34878D82A}">
                    <a16:rowId xmlns:a16="http://schemas.microsoft.com/office/drawing/2014/main" val="633452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Milestone 2 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extLst>
                  <a:ext uri="{0D108BD9-81ED-4DB2-BD59-A6C34878D82A}">
                    <a16:rowId xmlns:a16="http://schemas.microsoft.com/office/drawing/2014/main" val="218297480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…….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extLst>
                  <a:ext uri="{0D108BD9-81ED-4DB2-BD59-A6C34878D82A}">
                    <a16:rowId xmlns:a16="http://schemas.microsoft.com/office/drawing/2014/main" val="121790621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r>
                        <a:rPr lang="en-US" sz="1800" noProof="0" dirty="0" err="1"/>
                        <a:t>Miestone</a:t>
                      </a:r>
                      <a:r>
                        <a:rPr lang="en-US" sz="1800" noProof="0" dirty="0"/>
                        <a:t> n</a:t>
                      </a:r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tc>
                  <a:txBody>
                    <a:bodyPr/>
                    <a:lstStyle/>
                    <a:p>
                      <a:endParaRPr lang="en-US" sz="1800" noProof="0" dirty="0"/>
                    </a:p>
                  </a:txBody>
                  <a:tcPr marL="98927" marR="98927"/>
                </a:tc>
                <a:extLst>
                  <a:ext uri="{0D108BD9-81ED-4DB2-BD59-A6C34878D82A}">
                    <a16:rowId xmlns:a16="http://schemas.microsoft.com/office/drawing/2014/main" val="1001741814"/>
                  </a:ext>
                </a:extLst>
              </a:tr>
            </a:tbl>
          </a:graphicData>
        </a:graphic>
      </p:graphicFrame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28E0799-9727-4396-A908-0B3836DE1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noProof="0" dirty="0"/>
              <a:t>The Milestone Grid </a:t>
            </a:r>
          </a:p>
          <a:p>
            <a:pPr lvl="1"/>
            <a:r>
              <a:rPr lang="en-US" noProof="0" dirty="0"/>
              <a:t>lists all milestones of the project </a:t>
            </a:r>
          </a:p>
          <a:p>
            <a:pPr lvl="1"/>
            <a:r>
              <a:rPr lang="en-US" noProof="0" dirty="0"/>
              <a:t>should be consistent with PERT and WPs</a:t>
            </a:r>
          </a:p>
          <a:p>
            <a:pPr lvl="1"/>
            <a:r>
              <a:rPr lang="en-US" noProof="0" dirty="0"/>
              <a:t>deadlines shall be relative: days/months after the day/month 0</a:t>
            </a:r>
          </a:p>
          <a:p>
            <a:pPr lvl="1"/>
            <a:r>
              <a:rPr lang="en-US" noProof="0" dirty="0"/>
              <a:t>deadlines are to be displayed in the project Gantt</a:t>
            </a:r>
          </a:p>
          <a:p>
            <a:endParaRPr lang="en-US" noProof="0" dirty="0"/>
          </a:p>
        </p:txBody>
      </p:sp>
      <p:sp>
        <p:nvSpPr>
          <p:cNvPr id="55301" name="Rectangle 3"/>
          <p:cNvSpPr>
            <a:spLocks noChangeArrowheads="1"/>
          </p:cNvSpPr>
          <p:nvPr/>
        </p:nvSpPr>
        <p:spPr bwMode="auto">
          <a:xfrm>
            <a:off x="0" y="-200055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noProof="0" dirty="0"/>
          </a:p>
        </p:txBody>
      </p:sp>
      <p:graphicFrame>
        <p:nvGraphicFramePr>
          <p:cNvPr id="4" name="Segnaposto contenuto 1">
            <a:extLst>
              <a:ext uri="{FF2B5EF4-FFF2-40B4-BE49-F238E27FC236}">
                <a16:creationId xmlns:a16="http://schemas.microsoft.com/office/drawing/2014/main" id="{9CE5A0D5-151B-768A-3E5B-E98F0F99C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9897273"/>
              </p:ext>
            </p:extLst>
          </p:nvPr>
        </p:nvGraphicFramePr>
        <p:xfrm>
          <a:off x="56456" y="1340768"/>
          <a:ext cx="1656283" cy="485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74331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908720"/>
            <a:ext cx="8420100" cy="1470025"/>
          </a:xfrm>
        </p:spPr>
        <p:txBody>
          <a:bodyPr/>
          <a:lstStyle/>
          <a:p>
            <a:r>
              <a:rPr lang="en-US" sz="4400" noProof="0" dirty="0"/>
              <a:t>PROJECT STRUCTURE </a:t>
            </a:r>
            <a:br>
              <a:rPr lang="en-US" sz="4400" noProof="0" dirty="0"/>
            </a:br>
            <a:r>
              <a:rPr lang="en-US" sz="2800" noProof="0" dirty="0"/>
              <a:t>R 210917</a:t>
            </a:r>
            <a:endParaRPr lang="en-US" sz="4400" noProof="0" dirty="0"/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3913E88D-A236-440D-9CB5-A80BD485C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2564904"/>
            <a:ext cx="6934200" cy="4104456"/>
          </a:xfrm>
        </p:spPr>
        <p:txBody>
          <a:bodyPr anchor="ctr">
            <a:normAutofit lnSpcReduction="10000"/>
          </a:bodyPr>
          <a:lstStyle/>
          <a:p>
            <a:pPr lvl="1"/>
            <a:r>
              <a:rPr lang="en-US" sz="2400" noProof="0" dirty="0"/>
              <a:t>Project structure roadmap</a:t>
            </a:r>
            <a:endParaRPr lang="en-US" sz="2400" b="1" noProof="0" dirty="0"/>
          </a:p>
          <a:p>
            <a:pPr lvl="1"/>
            <a:r>
              <a:rPr lang="en-US" sz="2400" noProof="0" dirty="0"/>
              <a:t>Step 1 From Requirements to Project Products </a:t>
            </a:r>
          </a:p>
          <a:p>
            <a:pPr lvl="1"/>
            <a:r>
              <a:rPr lang="en-US" sz="2400" noProof="0" dirty="0"/>
              <a:t>Step 2 From Project Products to Project Activities</a:t>
            </a:r>
          </a:p>
          <a:p>
            <a:pPr lvl="1"/>
            <a:r>
              <a:rPr lang="en-US" sz="2400" noProof="0" dirty="0"/>
              <a:t>Step 3 Organizing the project </a:t>
            </a:r>
          </a:p>
          <a:p>
            <a:pPr lvl="1"/>
            <a:r>
              <a:rPr lang="en-US" sz="2400" noProof="0" dirty="0"/>
              <a:t>Step 4 Defining project work packages </a:t>
            </a:r>
          </a:p>
          <a:p>
            <a:pPr lvl="1"/>
            <a:r>
              <a:rPr lang="en-US" sz="2400" noProof="0" dirty="0"/>
              <a:t>Step 5 Timelining the project</a:t>
            </a:r>
          </a:p>
          <a:p>
            <a:pPr lvl="1"/>
            <a:r>
              <a:rPr lang="en-US" sz="2400" noProof="0" dirty="0"/>
              <a:t>Step 6 Setting the milestones </a:t>
            </a:r>
          </a:p>
          <a:p>
            <a:pPr lvl="1"/>
            <a:r>
              <a:rPr lang="en-US" sz="2400" noProof="0" dirty="0"/>
              <a:t>Summary</a:t>
            </a:r>
            <a:endParaRPr lang="en-US" sz="2400" noProof="0" dirty="0">
              <a:solidFill>
                <a:srgbClr val="000066"/>
              </a:solidFill>
            </a:endParaRPr>
          </a:p>
          <a:p>
            <a:pPr lvl="1"/>
            <a:r>
              <a:rPr lang="en-US" sz="2400" noProof="0" dirty="0">
                <a:solidFill>
                  <a:srgbClr val="000066"/>
                </a:solidFill>
              </a:rPr>
              <a:t>Assignment </a:t>
            </a:r>
          </a:p>
          <a:p>
            <a:pPr lvl="1"/>
            <a:r>
              <a:rPr lang="en-US" sz="2400" b="1" u="sng" noProof="0" dirty="0"/>
              <a:t>Appendix</a:t>
            </a:r>
            <a:endParaRPr lang="en-US" sz="2400" b="1" u="sng" noProof="0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1948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IRMA case study: 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idx="1"/>
          </p:nvPr>
        </p:nvSpPr>
        <p:spPr>
          <a:xfrm>
            <a:off x="2072680" y="1524000"/>
            <a:ext cx="7488832" cy="4929336"/>
          </a:xfrm>
        </p:spPr>
        <p:txBody>
          <a:bodyPr>
            <a:normAutofit fontScale="77500" lnSpcReduction="20000"/>
          </a:bodyPr>
          <a:lstStyle/>
          <a:p>
            <a:r>
              <a:rPr lang="en-US" i="1" noProof="0" dirty="0"/>
              <a:t>IRMA is integrated ecosystem to support a full range of mobility services for multiple stakeholders - municipalities, transport providers, third parties, and individuals.</a:t>
            </a:r>
          </a:p>
          <a:p>
            <a:r>
              <a:rPr lang="en-US" i="1" noProof="0" dirty="0"/>
              <a:t>Objectives :</a:t>
            </a:r>
          </a:p>
          <a:p>
            <a:pPr lvl="1"/>
            <a:r>
              <a:rPr lang="en-US" i="1" noProof="0" dirty="0"/>
              <a:t>Information integration: </a:t>
            </a:r>
          </a:p>
          <a:p>
            <a:pPr lvl="2"/>
            <a:r>
              <a:rPr lang="en-US" i="1" noProof="0" dirty="0"/>
              <a:t>publication of geo-referenced mobility data; </a:t>
            </a:r>
          </a:p>
          <a:p>
            <a:pPr lvl="2"/>
            <a:r>
              <a:rPr lang="en-US" i="1" noProof="0" dirty="0"/>
              <a:t>integration of multiple sources (open data, crowd data, social network, sensor/IOT ); </a:t>
            </a:r>
          </a:p>
          <a:p>
            <a:pPr lvl="2"/>
            <a:r>
              <a:rPr lang="en-US" i="1" noProof="0" dirty="0"/>
              <a:t>structural and real time operational interoperability across geographical areas.</a:t>
            </a:r>
          </a:p>
          <a:p>
            <a:pPr lvl="1"/>
            <a:r>
              <a:rPr lang="en-US" i="1" noProof="0" dirty="0"/>
              <a:t>Services to multiple stakeholders: </a:t>
            </a:r>
          </a:p>
          <a:p>
            <a:pPr lvl="2"/>
            <a:r>
              <a:rPr lang="en-US" i="1" noProof="0" dirty="0"/>
              <a:t>individual users who move using multimodal transport systems; </a:t>
            </a:r>
          </a:p>
          <a:p>
            <a:pPr lvl="2"/>
            <a:r>
              <a:rPr lang="en-US" i="1" noProof="0" dirty="0"/>
              <a:t>elderly and disabled users with specific mobility needs; </a:t>
            </a:r>
          </a:p>
          <a:p>
            <a:pPr lvl="2"/>
            <a:r>
              <a:rPr lang="en-US" i="1" noProof="0" dirty="0"/>
              <a:t>municipalities for integrated management of long and short term, and emergency mobility, and for control of mobility related pollution; </a:t>
            </a:r>
          </a:p>
          <a:p>
            <a:pPr lvl="2"/>
            <a:r>
              <a:rPr lang="en-US" i="1" noProof="0" dirty="0"/>
              <a:t>transport providers for the analysis of mobility flows and demand..</a:t>
            </a:r>
          </a:p>
          <a:p>
            <a:r>
              <a:rPr lang="en-US" i="1" noProof="0" dirty="0"/>
              <a:t>Scenarios: </a:t>
            </a:r>
          </a:p>
          <a:p>
            <a:pPr lvl="1"/>
            <a:r>
              <a:rPr lang="en-US" i="1" noProof="0" dirty="0"/>
              <a:t>Pavia (targeting individual mobility services); </a:t>
            </a:r>
          </a:p>
          <a:p>
            <a:pPr lvl="1"/>
            <a:r>
              <a:rPr lang="en-US" i="1" noProof="0" dirty="0"/>
              <a:t>Clermont-Ferrand (targeting disabled users); </a:t>
            </a:r>
          </a:p>
          <a:p>
            <a:pPr lvl="1"/>
            <a:r>
              <a:rPr lang="en-US" i="1" noProof="0" dirty="0"/>
              <a:t>Barcelona (targeting municipal mobility services including pollution). </a:t>
            </a:r>
          </a:p>
          <a:p>
            <a:pPr lvl="1"/>
            <a:r>
              <a:rPr lang="en-US" i="1" noProof="0" dirty="0"/>
              <a:t>International deployment: Brazil and China</a:t>
            </a:r>
          </a:p>
          <a:p>
            <a:endParaRPr lang="en-US" noProof="0" dirty="0"/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7CDAAA83-7167-4EB9-8CF3-528756ED08F7}"/>
              </a:ext>
            </a:extLst>
          </p:cNvPr>
          <p:cNvGrpSpPr/>
          <p:nvPr/>
        </p:nvGrpSpPr>
        <p:grpSpPr>
          <a:xfrm>
            <a:off x="324040" y="1628800"/>
            <a:ext cx="1297625" cy="4320480"/>
            <a:chOff x="200472" y="1730828"/>
            <a:chExt cx="1655575" cy="2433262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48D53A37-3AA0-41F2-9AB9-77C028A57F46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F95749A-52EA-4B84-9330-88684C218AF4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B6DDBAC9-D54E-44C8-A4C1-4CD9780DAED7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26074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2" descr="IRMA GANTT PERT v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394" y="873224"/>
            <a:ext cx="6317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1928664" y="5445224"/>
            <a:ext cx="7833320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i="1" noProof="0" dirty="0"/>
              <a:t>IRMA’s WPS reflect both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0" i="1" noProof="0" dirty="0"/>
              <a:t>ABS lifecycle (Requirements, Implementation and Integration, etc.)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b="0" i="1" noProof="0" dirty="0"/>
              <a:t>OBS (Pavia, Clermont Ferrand, Barcelona, etc.)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0" i="1" noProof="0" dirty="0"/>
              <a:t>Project Management is a separate WP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42950" y="266700"/>
            <a:ext cx="8170863" cy="914400"/>
          </a:xfrm>
        </p:spPr>
        <p:txBody>
          <a:bodyPr/>
          <a:lstStyle/>
          <a:p>
            <a:r>
              <a:rPr lang="en-US" noProof="0" dirty="0"/>
              <a:t>IRMA case study: WP map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030A01D4-214A-40B7-BD07-30B40978435F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68E1BC13-9034-40FA-AE73-86D0B3E08CDD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268ED121-2684-410C-8E37-A5D3EB41CE30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93797006-9AC1-42A6-AB6B-79A79E9475BB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73734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1D597C2-15FC-4952-95AA-9981ED17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Summary 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graphicFrame>
        <p:nvGraphicFramePr>
          <p:cNvPr id="15" name="Segnaposto contenuto 14">
            <a:extLst>
              <a:ext uri="{FF2B5EF4-FFF2-40B4-BE49-F238E27FC236}">
                <a16:creationId xmlns:a16="http://schemas.microsoft.com/office/drawing/2014/main" id="{BC86616D-9575-447A-B40F-903D57F21E1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61467065"/>
              </p:ext>
            </p:extLst>
          </p:nvPr>
        </p:nvGraphicFramePr>
        <p:xfrm>
          <a:off x="2504728" y="1556792"/>
          <a:ext cx="7089776" cy="1685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31604584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128052119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031410959"/>
                    </a:ext>
                  </a:extLst>
                </a:gridCol>
                <a:gridCol w="363117">
                  <a:extLst>
                    <a:ext uri="{9D8B030D-6E8A-4147-A177-3AD203B41FA5}">
                      <a16:colId xmlns:a16="http://schemas.microsoft.com/office/drawing/2014/main" val="561837035"/>
                    </a:ext>
                  </a:extLst>
                </a:gridCol>
                <a:gridCol w="356963">
                  <a:extLst>
                    <a:ext uri="{9D8B030D-6E8A-4147-A177-3AD203B41FA5}">
                      <a16:colId xmlns:a16="http://schemas.microsoft.com/office/drawing/2014/main" val="54518615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67214275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64034863"/>
                    </a:ext>
                  </a:extLst>
                </a:gridCol>
                <a:gridCol w="586663">
                  <a:extLst>
                    <a:ext uri="{9D8B030D-6E8A-4147-A177-3AD203B41FA5}">
                      <a16:colId xmlns:a16="http://schemas.microsoft.com/office/drawing/2014/main" val="3633837893"/>
                    </a:ext>
                  </a:extLst>
                </a:gridCol>
                <a:gridCol w="133417">
                  <a:extLst>
                    <a:ext uri="{9D8B030D-6E8A-4147-A177-3AD203B41FA5}">
                      <a16:colId xmlns:a16="http://schemas.microsoft.com/office/drawing/2014/main" val="80666814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266524179"/>
                    </a:ext>
                  </a:extLst>
                </a:gridCol>
                <a:gridCol w="825080">
                  <a:extLst>
                    <a:ext uri="{9D8B030D-6E8A-4147-A177-3AD203B41FA5}">
                      <a16:colId xmlns:a16="http://schemas.microsoft.com/office/drawing/2014/main" val="2212438348"/>
                    </a:ext>
                  </a:extLst>
                </a:gridCol>
              </a:tblGrid>
              <a:tr h="162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WP #: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Start date or starting event: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  <a:highlight>
                            <a:srgbClr val="FFFF00"/>
                          </a:highlight>
                        </a:rPr>
                        <a:t>M05 (End: M36)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19700"/>
                  </a:ext>
                </a:extLst>
              </a:tr>
              <a:tr h="162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WP title: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0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Pilot Deployment &amp; Testing (Pavia)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71099"/>
                  </a:ext>
                </a:extLst>
              </a:tr>
              <a:tr h="162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Participant</a:t>
                      </a:r>
                      <a:r>
                        <a:rPr lang="en-US" sz="1200" baseline="0" noProof="0" dirty="0">
                          <a:effectLst/>
                        </a:rPr>
                        <a:t> #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2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3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4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5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6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7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8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30811"/>
                  </a:ext>
                </a:extLst>
              </a:tr>
              <a:tr h="2090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Participant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SYS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ESP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UNIPV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FRANCE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MILAN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GREECE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ESP2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CONS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603455"/>
                  </a:ext>
                </a:extLst>
              </a:tr>
              <a:tr h="162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Effort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0103"/>
                  </a:ext>
                </a:extLst>
              </a:tr>
              <a:tr h="162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Participant #: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9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10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11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12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13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14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15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16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9"/>
                  </a:ext>
                </a:extLst>
              </a:tr>
              <a:tr h="2938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Participant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PAVIA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TRANSP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BLIND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x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x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PRC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BRA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175316"/>
                  </a:ext>
                </a:extLst>
              </a:tr>
              <a:tr h="167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Effort 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7745" marR="5774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noProof="0" dirty="0">
                          <a:effectLst/>
                        </a:rPr>
                        <a:t> </a:t>
                      </a:r>
                      <a:endParaRPr lang="en-US" sz="12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42682"/>
                  </a:ext>
                </a:extLst>
              </a:tr>
            </a:tbl>
          </a:graphicData>
        </a:graphic>
      </p:graphicFrame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81D2CA70-3FBC-4295-BC3B-6281716D8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786044"/>
              </p:ext>
            </p:extLst>
          </p:nvPr>
        </p:nvGraphicFramePr>
        <p:xfrm>
          <a:off x="2504728" y="3303811"/>
          <a:ext cx="7089776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5715">
                  <a:extLst>
                    <a:ext uri="{9D8B030D-6E8A-4147-A177-3AD203B41FA5}">
                      <a16:colId xmlns:a16="http://schemas.microsoft.com/office/drawing/2014/main" val="3169939149"/>
                    </a:ext>
                  </a:extLst>
                </a:gridCol>
                <a:gridCol w="4500155">
                  <a:extLst>
                    <a:ext uri="{9D8B030D-6E8A-4147-A177-3AD203B41FA5}">
                      <a16:colId xmlns:a16="http://schemas.microsoft.com/office/drawing/2014/main" val="291452666"/>
                    </a:ext>
                  </a:extLst>
                </a:gridCol>
                <a:gridCol w="1253906">
                  <a:extLst>
                    <a:ext uri="{9D8B030D-6E8A-4147-A177-3AD203B41FA5}">
                      <a16:colId xmlns:a16="http://schemas.microsoft.com/office/drawing/2014/main" val="2852042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Participant #.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Participant name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Country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86651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 (Coordinator)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SYS Systems Integration  Company. (SYS)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Spain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6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2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Supercomputing Center (ESP)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Spain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40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3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Pavia University (UNIPV)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Italy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57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4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French Research Lab (FRANCE)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France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16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5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Milan University (MILAN)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Italy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658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6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University (GREECE)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Greece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347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7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Municipality (ESP2)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Spain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1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8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Public Transit Consulting, S.L. (CONS)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Spain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33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9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PAVIA Municipality (PAVIA)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Italy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53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10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Municipal Transport Authority  (TRANSP)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France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333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11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Blind society (BLIND)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France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34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12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Long distance (railway) transport operator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 err="1">
                          <a:effectLst/>
                        </a:rPr>
                        <a:t>TbC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691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13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Shared transport operator (car manufacturer)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 err="1">
                          <a:effectLst/>
                        </a:rPr>
                        <a:t>TbC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96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14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Institute of Technology (PRC)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China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59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15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 err="1">
                          <a:effectLst/>
                        </a:rPr>
                        <a:t>Brazlian</a:t>
                      </a:r>
                      <a:r>
                        <a:rPr lang="en-US" sz="1100" noProof="0" dirty="0">
                          <a:effectLst/>
                        </a:rPr>
                        <a:t> University (BRA)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noProof="0" dirty="0">
                          <a:effectLst/>
                        </a:rPr>
                        <a:t>Brazil</a:t>
                      </a:r>
                      <a:endParaRPr lang="en-US" sz="1100" noProof="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361235"/>
                  </a:ext>
                </a:extLst>
              </a:tr>
            </a:tbl>
          </a:graphicData>
        </a:graphic>
      </p:graphicFrame>
      <p:grpSp>
        <p:nvGrpSpPr>
          <p:cNvPr id="21" name="Gruppo 20">
            <a:extLst>
              <a:ext uri="{FF2B5EF4-FFF2-40B4-BE49-F238E27FC236}">
                <a16:creationId xmlns:a16="http://schemas.microsoft.com/office/drawing/2014/main" id="{48307909-9297-4E06-9BA0-92E2CA0AE350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140423D5-303C-4241-B3C4-E382960D22B0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BA835DB3-8729-49AD-AD8C-3ED0E2B9B808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2B45F4B2-30E3-4CB2-A8AB-4F3B6157B463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97540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B1EC36-8779-4F8F-AD83-2B26BDA1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Objectives</a:t>
            </a:r>
            <a:br>
              <a:rPr lang="en-US" noProof="0" dirty="0"/>
            </a:br>
            <a:r>
              <a:rPr lang="en-US" noProof="0" dirty="0"/>
              <a:t>IRMA case study 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6862FFCF-D6BC-49F3-8E68-9A281479E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indent="0" eaLnBrk="1" fontAlgn="t" hangingPunct="1">
              <a:buNone/>
            </a:pPr>
            <a:r>
              <a:rPr lang="en-US" noProof="0" dirty="0"/>
              <a:t>1. Implement, deploy and validate services for Pavia municipality by using a wide range of information sources: </a:t>
            </a:r>
          </a:p>
          <a:p>
            <a:pPr eaLnBrk="1" fontAlgn="t" hangingPunct="1"/>
            <a:r>
              <a:rPr lang="en-US" noProof="0" dirty="0"/>
              <a:t>Open data: bus timetables, availability of shared bikes, street maps, indoor maps;</a:t>
            </a:r>
          </a:p>
          <a:p>
            <a:pPr eaLnBrk="1" fontAlgn="t" hangingPunct="1"/>
            <a:r>
              <a:rPr lang="en-US" noProof="0" dirty="0"/>
              <a:t>Crowd data</a:t>
            </a:r>
            <a:r>
              <a:rPr lang="en-US" dirty="0"/>
              <a:t>: </a:t>
            </a:r>
            <a:r>
              <a:rPr lang="en-US" noProof="0" dirty="0"/>
              <a:t>feeds from users, as feeds from dedicated collaborative applications;   </a:t>
            </a:r>
          </a:p>
          <a:p>
            <a:pPr eaLnBrk="1" fontAlgn="t" hangingPunct="1"/>
            <a:r>
              <a:rPr lang="en-US" noProof="0" dirty="0"/>
              <a:t>Social data:  tweets that are used for alert management;</a:t>
            </a:r>
          </a:p>
          <a:p>
            <a:pPr eaLnBrk="1" fontAlgn="t" hangingPunct="1"/>
            <a:r>
              <a:rPr lang="en-US" noProof="0" dirty="0"/>
              <a:t>Mobile network data</a:t>
            </a:r>
            <a:r>
              <a:rPr lang="en-US" dirty="0"/>
              <a:t>:</a:t>
            </a:r>
            <a:r>
              <a:rPr lang="en-US" noProof="0" dirty="0"/>
              <a:t> network events from 4G mobile radio cellular network;</a:t>
            </a:r>
          </a:p>
          <a:p>
            <a:pPr eaLnBrk="1" fontAlgn="t" hangingPunct="1"/>
            <a:r>
              <a:rPr lang="en-US" noProof="0" dirty="0"/>
              <a:t>Sensor data: real-time position of buses, parking lots, etc. </a:t>
            </a:r>
          </a:p>
          <a:p>
            <a:pPr marL="0" indent="0" eaLnBrk="1" fontAlgn="t" hangingPunct="1">
              <a:buNone/>
            </a:pPr>
            <a:r>
              <a:rPr lang="en-US" noProof="0" dirty="0"/>
              <a:t>2. Test an interoperability data model on a sample of services. </a:t>
            </a:r>
          </a:p>
          <a:p>
            <a:pPr marL="0" indent="0" eaLnBrk="1" fontAlgn="t" hangingPunct="1">
              <a:buNone/>
            </a:pPr>
            <a:r>
              <a:rPr lang="en-US" noProof="0" dirty="0"/>
              <a:t>3. Evaluate the usage profile of services in Pavia pilot by service level analysis and focus groups. </a:t>
            </a: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276DAC8A-5CEE-4CE8-BA51-23C08D30D2FC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D451CAB6-EA05-4061-B722-E6C4131348AD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5587FAA0-4137-4A21-BDB4-3E0420A90D49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12E4D9F7-DAD7-40B8-A54A-ECD04FD0129A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37151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Roles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UNIPV leads the work package.</a:t>
            </a:r>
          </a:p>
          <a:p>
            <a:r>
              <a:rPr lang="en-US" noProof="0" dirty="0"/>
              <a:t>PAVIA cooperates in validating the plan (Task 4.1) and in user test by focus groups (Task 4.2, 4.3, 4.4). </a:t>
            </a:r>
          </a:p>
          <a:p>
            <a:r>
              <a:rPr lang="en-US" noProof="0" dirty="0"/>
              <a:t>PAVIA leads Task 4.5 with the cooperation of UNIPV, that involves also SYS as a project manager. </a:t>
            </a:r>
          </a:p>
          <a:p>
            <a:r>
              <a:rPr lang="en-US" noProof="0" dirty="0"/>
              <a:t>SYS will focus on Task 4.2 that involves data on mobility taken from cells and cooperates as needed in the evaluation of technology and user impact. 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DF09A192-E25E-4235-B858-BD70308CF6EF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6B83D5A4-011E-41B8-954C-2FE48CCD46D8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D748E2A0-C1B5-4AE2-ADC9-D3984C160BD3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B75E7FC-1AAE-4F63-B4CF-02A2CE0C62C1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94232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Tasks  summary 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The WP 4 includes two releases: </a:t>
            </a:r>
          </a:p>
          <a:p>
            <a:pPr lvl="1"/>
            <a:r>
              <a:rPr lang="en-US" noProof="0" dirty="0"/>
              <a:t>simpler business services</a:t>
            </a:r>
          </a:p>
          <a:p>
            <a:pPr lvl="1"/>
            <a:r>
              <a:rPr lang="en-US" noProof="0" dirty="0"/>
              <a:t>complex business services</a:t>
            </a:r>
          </a:p>
          <a:p>
            <a:r>
              <a:rPr lang="en-US" noProof="0" dirty="0"/>
              <a:t>Each release embraces the whole software lifecycle, namely:  </a:t>
            </a:r>
          </a:p>
          <a:p>
            <a:pPr lvl="1"/>
            <a:r>
              <a:rPr lang="en-US" noProof="0" dirty="0"/>
              <a:t>Development </a:t>
            </a:r>
          </a:p>
          <a:p>
            <a:pPr lvl="1"/>
            <a:r>
              <a:rPr lang="en-US" noProof="0" dirty="0"/>
              <a:t>Test focus group: use the service, stress the software, report shortcomings and faults</a:t>
            </a:r>
          </a:p>
          <a:p>
            <a:pPr lvl="1"/>
            <a:r>
              <a:rPr lang="en-US" noProof="0" dirty="0"/>
              <a:t>Deployment: release to Pavia end users, and deployment n the cloud. 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9A2AC4D4-1DCD-4FE6-B723-A5599CA9FDC8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BEF6EB62-F86D-4E31-B9E7-1474C9050B10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78C91A47-177D-40DA-BE22-AF97EDD29AC5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BD425DFC-6FFF-4F6B-BEC4-387D85164BA1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4516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tasks detail 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noProof="0" dirty="0"/>
              <a:t>Task 4.1 Pilot plan (M05-M06, PAVIA)</a:t>
            </a:r>
            <a:endParaRPr lang="en-US" noProof="0" dirty="0"/>
          </a:p>
          <a:p>
            <a:r>
              <a:rPr lang="en-US" noProof="0" dirty="0"/>
              <a:t>The plan will detail: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WBS (Work Breakdown Structure).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GANTT and check points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Reporting system on WP progress (monthly control).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Technology infrastructure for development, test, and operation.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The agenda of the WP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032B628-56BE-4F95-A0E7-E7C213850DCD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8C8DB884-8F66-47EF-B1CC-E21E3DC5AC0F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EA43A2C-25B1-4AEC-B8F6-2FD9702ABB6B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138BF977-644B-407A-998B-6F597C76419B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65512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tasks detail 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noProof="0" dirty="0"/>
              <a:t>Task 4.2 Pilot Services V1 (M07-M12, UNIPV)</a:t>
            </a:r>
            <a:endParaRPr lang="en-US" noProof="0" dirty="0"/>
          </a:p>
          <a:p>
            <a:r>
              <a:rPr lang="en-US" noProof="0" dirty="0"/>
              <a:t>Pavia’s Trip Planner on bus and shared bikes, and, partially, shared cars. </a:t>
            </a:r>
          </a:p>
          <a:p>
            <a:r>
              <a:rPr lang="en-US" noProof="0" dirty="0"/>
              <a:t>City Feed and Alert Manager, to process social generated feeds on transport (jams, road bumps, any mobility disruption, etc.). </a:t>
            </a:r>
          </a:p>
          <a:p>
            <a:r>
              <a:rPr lang="en-US" noProof="0" dirty="0"/>
              <a:t>Mobility Analyzer, a business intelligence application for Pavia’s Municipality, that tracks flows and delays of transport systems, and processes both real-time information and time i.e. </a:t>
            </a:r>
          </a:p>
          <a:p>
            <a:pPr lvl="1"/>
            <a:r>
              <a:rPr lang="en-US" noProof="0" dirty="0"/>
              <a:t>Data from public transports </a:t>
            </a:r>
          </a:p>
          <a:p>
            <a:pPr lvl="1"/>
            <a:r>
              <a:rPr lang="en-US" noProof="0" dirty="0"/>
              <a:t>Data from shared transports </a:t>
            </a:r>
          </a:p>
          <a:p>
            <a:pPr lvl="1"/>
            <a:r>
              <a:rPr lang="en-US" noProof="0" dirty="0"/>
              <a:t>Feeds from open social network (Twitter) or community network (City Feed) </a:t>
            </a:r>
          </a:p>
          <a:p>
            <a:pPr lvl="1"/>
            <a:r>
              <a:rPr lang="en-US" noProof="0" dirty="0"/>
              <a:t>Alerts generated by Municipality on public events </a:t>
            </a:r>
          </a:p>
          <a:p>
            <a:pPr lvl="1"/>
            <a:r>
              <a:rPr lang="en-US" noProof="0" dirty="0"/>
              <a:t>Transit data from Municipality sensors (WIFI, Traffic jam etc.) that will be positioned in critical city points </a:t>
            </a:r>
          </a:p>
          <a:p>
            <a:pPr lvl="1"/>
            <a:r>
              <a:rPr lang="en-US" noProof="0" dirty="0"/>
              <a:t>Aggregated traffic information on flows of vehicles and pedestrian in terms of transit time, speed and direction based on the cellular data (3G or 4G)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CF78BD95-AA34-4DFE-9608-2D37BFBF9414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7A66B8AF-0C75-4025-93A7-32BB55DD41A4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8FB3D490-227D-4F32-A2D6-1E18C573D7A1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44C10AF2-AA20-4B0F-9B08-7E0E7439E293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30896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WP tasks detail 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0" dirty="0"/>
              <a:t>Task 4.3 Development and Deployment of Pilot Services V2 (M13-M24, UNIPV)</a:t>
            </a:r>
            <a:endParaRPr lang="en-US" noProof="0" dirty="0"/>
          </a:p>
          <a:p>
            <a:r>
              <a:rPr lang="en-US" noProof="0" dirty="0"/>
              <a:t>Elderly services to select points of interest and itineraries for older people </a:t>
            </a:r>
          </a:p>
          <a:p>
            <a:r>
              <a:rPr lang="en-US" noProof="0" dirty="0"/>
              <a:t>Accessible routing to select accessible itineraries</a:t>
            </a:r>
          </a:p>
          <a:p>
            <a:r>
              <a:rPr lang="en-US" noProof="0" dirty="0"/>
              <a:t>Indoor Navigation, for  navigation inside complex buildings, based on indoor maps and specific orientation technology (Wi-Fi, Magnetic Fields, Vision).</a:t>
            </a:r>
          </a:p>
          <a:p>
            <a:r>
              <a:rPr lang="en-US" noProof="0" dirty="0"/>
              <a:t>Reengineered Pavia’s Trip Planner to fit the interoperability data model V1.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4743E3F7-99DC-4CA8-B154-D504697C8D4F}"/>
              </a:ext>
            </a:extLst>
          </p:cNvPr>
          <p:cNvGrpSpPr/>
          <p:nvPr/>
        </p:nvGrpSpPr>
        <p:grpSpPr>
          <a:xfrm>
            <a:off x="263421" y="1700808"/>
            <a:ext cx="1305203" cy="4650500"/>
            <a:chOff x="200472" y="1730828"/>
            <a:chExt cx="1665243" cy="4899182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BA50727F-223E-4C3B-9DE3-BA92C8299A4F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36FE4E7B-7097-4ED2-B72D-AB1378358B7B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Domains </a:t>
              </a: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DF9A913-C329-4C94-A0DE-EDCE9E4AFB9C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Project Structures </a:t>
              </a: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428AB1A-867C-4EE6-8AC7-47B9ACDB88AC}"/>
                </a:ext>
              </a:extLst>
            </p:cNvPr>
            <p:cNvSpPr/>
            <p:nvPr/>
          </p:nvSpPr>
          <p:spPr bwMode="auto">
            <a:xfrm>
              <a:off x="200472" y="4300601"/>
              <a:ext cx="1655575" cy="720080"/>
            </a:xfrm>
            <a:prstGeom prst="rect">
              <a:avLst/>
            </a:prstGeom>
            <a:solidFill>
              <a:srgbClr val="FF99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noProof="0" dirty="0"/>
                <a:t>Project Work Packages </a:t>
              </a:r>
            </a:p>
          </p:txBody>
        </p:sp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00A591BA-AEF7-4B32-890A-DA2EE9CF5C97}"/>
                </a:ext>
              </a:extLst>
            </p:cNvPr>
            <p:cNvSpPr/>
            <p:nvPr/>
          </p:nvSpPr>
          <p:spPr bwMode="auto">
            <a:xfrm>
              <a:off x="200472" y="5157192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Project Milestones </a:t>
              </a:r>
            </a:p>
          </p:txBody>
        </p:sp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8B4B24B0-D59C-47C8-84B2-DB4397634034}"/>
                </a:ext>
              </a:extLst>
            </p:cNvPr>
            <p:cNvSpPr/>
            <p:nvPr/>
          </p:nvSpPr>
          <p:spPr bwMode="auto">
            <a:xfrm>
              <a:off x="210140" y="5990322"/>
              <a:ext cx="1655575" cy="639688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22455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58147"/>
            <a:ext cx="8170863" cy="914400"/>
          </a:xfrm>
        </p:spPr>
        <p:txBody>
          <a:bodyPr/>
          <a:lstStyle/>
          <a:p>
            <a:r>
              <a:rPr lang="en-US" noProof="0" dirty="0"/>
              <a:t>WP tasks detail 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80" y="1524000"/>
            <a:ext cx="7090370" cy="4572000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b="1" noProof="0" dirty="0"/>
              <a:t>Task 4.4 Continuous Improvement, Operation and Maintenance (M07-M36, UNIPV) (</a:t>
            </a:r>
            <a:r>
              <a:rPr lang="en-US" noProof="0" dirty="0"/>
              <a:t>throughout the whole WP)</a:t>
            </a:r>
          </a:p>
          <a:p>
            <a:r>
              <a:rPr lang="en-US" noProof="0" dirty="0"/>
              <a:t>Configuration and version management to make sure that original requirements, actual software implementation and deployment instructions and procedures are maintained and updated.</a:t>
            </a:r>
          </a:p>
          <a:p>
            <a:r>
              <a:rPr lang="en-US" noProof="0" dirty="0"/>
              <a:t>Continuous improvement. </a:t>
            </a:r>
          </a:p>
          <a:p>
            <a:pPr lvl="1"/>
            <a:r>
              <a:rPr lang="en-US" noProof="0" dirty="0"/>
              <a:t>Software bugs or analysis errors are identified, evaluated and fixed.</a:t>
            </a:r>
          </a:p>
          <a:p>
            <a:pPr lvl="1"/>
            <a:r>
              <a:rPr lang="en-US" noProof="0" dirty="0"/>
              <a:t>Improvement requests on beta versions are processed and implemented as needed (some can be implemented in the integration work package)</a:t>
            </a:r>
          </a:p>
          <a:p>
            <a:pPr marL="0" indent="0">
              <a:buNone/>
            </a:pPr>
            <a:r>
              <a:rPr lang="en-US" b="1" noProof="0" dirty="0"/>
              <a:t>Task 4.5 Usage and Impact Analysis (M13-M24, PAVIA)</a:t>
            </a:r>
            <a:endParaRPr lang="en-US" noProof="0" dirty="0"/>
          </a:p>
          <a:p>
            <a:r>
              <a:rPr lang="en-US" noProof="0" dirty="0"/>
              <a:t>Focus group tests </a:t>
            </a:r>
          </a:p>
          <a:p>
            <a:r>
              <a:rPr lang="en-US" noProof="0" dirty="0"/>
              <a:t>Dashboard systems to report  usage information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EEC78375-3776-49FC-9276-9B1DBB8814FD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DE58B292-19E6-479E-8EC9-D953A7B57AFD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6EB4B396-CE88-41A7-82E8-E67DAD3D0F87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7D5524EE-E5B8-4AAC-8AF7-3DA3EB108660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41965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WP Deliverables </a:t>
            </a:r>
            <a:r>
              <a:rPr lang="en-US" i="1" noProof="0" dirty="0"/>
              <a:t>(1 task = 1 deliverable at least)</a:t>
            </a:r>
            <a:br>
              <a:rPr lang="en-US" noProof="0" dirty="0"/>
            </a:br>
            <a:r>
              <a:rPr lang="en-US" noProof="0" dirty="0"/>
              <a:t>IRMA case study</a:t>
            </a:r>
            <a:endParaRPr lang="en-US" i="1" noProof="0" dirty="0"/>
          </a:p>
        </p:txBody>
      </p:sp>
      <p:sp>
        <p:nvSpPr>
          <p:cNvPr id="17" name="Segnaposto contenuto 8">
            <a:extLst>
              <a:ext uri="{FF2B5EF4-FFF2-40B4-BE49-F238E27FC236}">
                <a16:creationId xmlns:a16="http://schemas.microsoft.com/office/drawing/2014/main" id="{09D81C9E-196E-41E4-BAFA-DB59D1BC2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72680" y="1844824"/>
            <a:ext cx="5184576" cy="4464496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noProof="0" dirty="0"/>
              <a:t>D4.1 Pavia Pilot Plan (UNIPV, R, CO, M06)</a:t>
            </a:r>
          </a:p>
          <a:p>
            <a:r>
              <a:rPr lang="en-US" noProof="0" dirty="0"/>
              <a:t>Plan of deployment and test, focus group, task details, </a:t>
            </a:r>
          </a:p>
          <a:p>
            <a:r>
              <a:rPr lang="en-US" noProof="0" dirty="0"/>
              <a:t> Data sources  </a:t>
            </a:r>
          </a:p>
          <a:p>
            <a:pPr marL="0" indent="0">
              <a:buNone/>
            </a:pPr>
            <a:r>
              <a:rPr lang="en-US" noProof="0" dirty="0"/>
              <a:t>D4.2 1st level services (UNIPV, DEM, PU, M12)</a:t>
            </a:r>
          </a:p>
          <a:p>
            <a:r>
              <a:rPr lang="en-US" noProof="0" dirty="0"/>
              <a:t>Downloadable App for Android</a:t>
            </a:r>
          </a:p>
          <a:p>
            <a:r>
              <a:rPr lang="en-US" noProof="0" dirty="0"/>
              <a:t>Source code </a:t>
            </a:r>
          </a:p>
          <a:p>
            <a:r>
              <a:rPr lang="en-US" noProof="0" dirty="0"/>
              <a:t>Analysis manual and User manual </a:t>
            </a:r>
          </a:p>
          <a:p>
            <a:r>
              <a:rPr lang="en-US" noProof="0" dirty="0"/>
              <a:t>Deployment guide.</a:t>
            </a:r>
          </a:p>
          <a:p>
            <a:pPr marL="0" indent="0">
              <a:buNone/>
            </a:pPr>
            <a:r>
              <a:rPr lang="en-US" noProof="0" dirty="0"/>
              <a:t>D4.3 2nd level services (UNIPV, DEM, PU, M24)</a:t>
            </a:r>
          </a:p>
          <a:p>
            <a:r>
              <a:rPr lang="en-US" noProof="0" dirty="0"/>
              <a:t>The second level services rely on the common data model. They include the evidence as the first level services.</a:t>
            </a:r>
          </a:p>
          <a:p>
            <a:pPr marL="0" indent="0">
              <a:buNone/>
            </a:pPr>
            <a:r>
              <a:rPr lang="en-US" noProof="0" dirty="0"/>
              <a:t>D4.4 Usage and Impact Analysis (PAV, DEC+R+DEM, PU, M24)</a:t>
            </a:r>
          </a:p>
          <a:p>
            <a:r>
              <a:rPr lang="en-US" noProof="0" dirty="0"/>
              <a:t>Dashboard software on the usage of released services, clips with interviews to key users, a report</a:t>
            </a:r>
          </a:p>
          <a:p>
            <a:pPr marL="0" indent="0">
              <a:buNone/>
            </a:pPr>
            <a:r>
              <a:rPr lang="en-US" noProof="0" dirty="0"/>
              <a:t>D4.5 Final pilot report (UNIPV, R, PU, M36)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500F884-0ACE-416B-A65F-EA933C077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7256" y="1647552"/>
            <a:ext cx="2520280" cy="4905648"/>
          </a:xfrm>
          <a:solidFill>
            <a:schemeClr val="bg1">
              <a:lumMod val="8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i="1" noProof="0" dirty="0"/>
              <a:t>Nature keys:</a:t>
            </a:r>
          </a:p>
          <a:p>
            <a:r>
              <a:rPr lang="en-US" i="1" noProof="0" dirty="0"/>
              <a:t>R: Document, report (excluding periodic and final reports) </a:t>
            </a:r>
          </a:p>
          <a:p>
            <a:r>
              <a:rPr lang="en-US" i="1" noProof="0" dirty="0"/>
              <a:t>DEM: Demonstrator, pilot, prototype, plan designs </a:t>
            </a:r>
          </a:p>
          <a:p>
            <a:r>
              <a:rPr lang="en-US" i="1" noProof="0" dirty="0"/>
              <a:t>DEC: Websites, patents filing, press &amp; media actions, videos, etc.</a:t>
            </a:r>
          </a:p>
          <a:p>
            <a:r>
              <a:rPr lang="en-US" i="1" noProof="0" dirty="0"/>
              <a:t>OTHER: Software, technical diagram, etc.</a:t>
            </a:r>
          </a:p>
          <a:p>
            <a:pPr marL="0" indent="0">
              <a:buNone/>
            </a:pPr>
            <a:r>
              <a:rPr lang="en-US" i="1" noProof="0" dirty="0"/>
              <a:t>Dissemination keys:</a:t>
            </a:r>
          </a:p>
          <a:p>
            <a:r>
              <a:rPr lang="en-US" i="1" noProof="0" dirty="0"/>
              <a:t>PU = Public, fully open, e.g. web </a:t>
            </a:r>
          </a:p>
          <a:p>
            <a:r>
              <a:rPr lang="en-US" i="1" noProof="0" dirty="0"/>
              <a:t>CO = Confidential, restricted under conditions set out in Model Grant Agreement</a:t>
            </a:r>
          </a:p>
          <a:p>
            <a:r>
              <a:rPr lang="en-US" i="1" noProof="0" dirty="0"/>
              <a:t>CI = Classified, information as referred to in Commission Decision 2001/844/EC</a:t>
            </a:r>
          </a:p>
          <a:p>
            <a:endParaRPr lang="en-US" noProof="0" dirty="0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E83D3ADB-0BEC-4F3F-9096-DE2C95EE5997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A87F320-577D-4A5F-A8E2-BB49CBF014FB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983F3FD2-744A-4451-AA3E-59B4445D5F86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C5BCA525-11A2-4C85-B78A-C53FECF632B8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02212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597695-AF32-4C19-B2B7-6436C03C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 WP Milestones</a:t>
            </a:r>
            <a:br>
              <a:rPr lang="en-US" noProof="0" dirty="0"/>
            </a:br>
            <a:r>
              <a:rPr lang="en-US" noProof="0" dirty="0"/>
              <a:t>IRMA case study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E600-3C46-4A40-89C6-90540838E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72680" y="1524000"/>
            <a:ext cx="3816424" cy="4572000"/>
          </a:xfrm>
        </p:spPr>
        <p:txBody>
          <a:bodyPr anchor="ctr">
            <a:normAutofit fontScale="77500" lnSpcReduction="20000"/>
          </a:bodyPr>
          <a:lstStyle/>
          <a:p>
            <a:pPr marL="514350" indent="-457200"/>
            <a:r>
              <a:rPr lang="en-US" noProof="0" dirty="0"/>
              <a:t>M4.1 Pavia Pilot Plan (M06) (D4.1)</a:t>
            </a:r>
          </a:p>
          <a:p>
            <a:pPr marL="514350" indent="-457200"/>
            <a:r>
              <a:rPr lang="en-US" noProof="0" dirty="0"/>
              <a:t>M4.2 Pilot Implementation 1 (M12) (D4.2)</a:t>
            </a:r>
          </a:p>
          <a:p>
            <a:pPr marL="514350" indent="-457200"/>
            <a:r>
              <a:rPr lang="en-US" noProof="0" dirty="0"/>
              <a:t>M4.3 Pilot Implementation 2  (M24) (D4.5)</a:t>
            </a:r>
          </a:p>
          <a:p>
            <a:pPr marL="514350" indent="-457200"/>
            <a:r>
              <a:rPr lang="en-US" noProof="0" dirty="0"/>
              <a:t>M4.4 End (M36) (D4.5)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2DCB958-C499-451C-969C-9C926F034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5168" y="1524000"/>
            <a:ext cx="2769890" cy="4572000"/>
          </a:xfrm>
          <a:solidFill>
            <a:schemeClr val="bg1">
              <a:lumMod val="85000"/>
            </a:schemeClr>
          </a:solidFill>
        </p:spPr>
        <p:txBody>
          <a:bodyPr anchor="ctr">
            <a:normAutofit fontScale="77500" lnSpcReduction="20000"/>
          </a:bodyPr>
          <a:lstStyle/>
          <a:p>
            <a:r>
              <a:rPr lang="en-US" i="1" noProof="0" dirty="0"/>
              <a:t>A WP contains milestones, i.e. a decision point where the customer decides whether to continue, revise or stop</a:t>
            </a:r>
          </a:p>
          <a:p>
            <a:r>
              <a:rPr lang="en-US" i="1" noProof="0" dirty="0"/>
              <a:t>For each milestone are defined  </a:t>
            </a:r>
          </a:p>
          <a:p>
            <a:pPr lvl="1"/>
            <a:r>
              <a:rPr lang="en-US" i="1" noProof="0" dirty="0"/>
              <a:t>date (i.e. month  of the project, e.g. M06 = 6</a:t>
            </a:r>
            <a:r>
              <a:rPr lang="en-US" i="1" baseline="30000" noProof="0" dirty="0"/>
              <a:t>th</a:t>
            </a:r>
            <a:r>
              <a:rPr lang="en-US" i="1" noProof="0" dirty="0"/>
              <a:t> Month) </a:t>
            </a:r>
          </a:p>
          <a:p>
            <a:pPr lvl="1"/>
            <a:r>
              <a:rPr lang="en-US" i="1" noProof="0" dirty="0"/>
              <a:t>deliverable (e.g. D4.1 = deliverable  4.1)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E32635B7-107B-477F-ABA3-5F7566750311}"/>
              </a:ext>
            </a:extLst>
          </p:cNvPr>
          <p:cNvGrpSpPr/>
          <p:nvPr/>
        </p:nvGrpSpPr>
        <p:grpSpPr>
          <a:xfrm>
            <a:off x="333174" y="1648738"/>
            <a:ext cx="1297625" cy="4320480"/>
            <a:chOff x="200472" y="1730828"/>
            <a:chExt cx="1655575" cy="2433262"/>
          </a:xfrm>
        </p:grpSpPr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D34BB3D0-053B-44B5-8C65-C4BD02A208A8}"/>
                </a:ext>
              </a:extLst>
            </p:cNvPr>
            <p:cNvSpPr/>
            <p:nvPr/>
          </p:nvSpPr>
          <p:spPr bwMode="auto">
            <a:xfrm>
              <a:off x="200472" y="1730828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Introduction </a:t>
              </a:r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C17CD6-954F-48B7-85CC-DEA28263A1BD}"/>
                </a:ext>
              </a:extLst>
            </p:cNvPr>
            <p:cNvSpPr/>
            <p:nvPr/>
          </p:nvSpPr>
          <p:spPr bwMode="auto">
            <a:xfrm>
              <a:off x="200472" y="2587419"/>
              <a:ext cx="1655575" cy="720080"/>
            </a:xfrm>
            <a:prstGeom prst="rect">
              <a:avLst/>
            </a:prstGeom>
            <a:solidFill>
              <a:schemeClr val="bg1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map</a:t>
              </a: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A2982DD1-D65C-4407-9932-6D49E6123BDC}"/>
                </a:ext>
              </a:extLst>
            </p:cNvPr>
            <p:cNvSpPr/>
            <p:nvPr/>
          </p:nvSpPr>
          <p:spPr bwMode="auto">
            <a:xfrm>
              <a:off x="200472" y="3444010"/>
              <a:ext cx="1655575" cy="720080"/>
            </a:xfrm>
            <a:prstGeom prst="rect">
              <a:avLst/>
            </a:prstGeom>
            <a:solidFill>
              <a:srgbClr val="FFC000"/>
            </a:solidFill>
            <a:ln w="12699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400" b="0" noProof="0" dirty="0"/>
                <a:t>WP </a:t>
              </a:r>
            </a:p>
            <a:p>
              <a:pPr algn="ctr"/>
              <a:r>
                <a:rPr lang="en-US" sz="1400" b="0" noProof="0" dirty="0"/>
                <a:t>description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01282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3D32DA-78A5-4C14-8519-E0A9DB890D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noProof="0" dirty="0"/>
              <a:t>Appendix</a:t>
            </a:r>
            <a:r>
              <a:rPr lang="en-US" sz="4400" noProof="0" dirty="0"/>
              <a:t> </a:t>
            </a:r>
          </a:p>
        </p:txBody>
      </p:sp>
      <p:sp>
        <p:nvSpPr>
          <p:cNvPr id="4" name="Sottotitolo 3">
            <a:extLst>
              <a:ext uri="{FF2B5EF4-FFF2-40B4-BE49-F238E27FC236}">
                <a16:creationId xmlns:a16="http://schemas.microsoft.com/office/drawing/2014/main" id="{9436D8CB-3628-45B6-8C26-3393D421C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sz="3200" dirty="0"/>
              <a:t>Project lifecycle in enterprises</a:t>
            </a:r>
            <a:br>
              <a:rPr lang="en-US" sz="3200" dirty="0"/>
            </a:br>
            <a:r>
              <a:rPr lang="en-US" sz="3200" dirty="0"/>
              <a:t>A case in Telecommunications</a:t>
            </a:r>
            <a:endParaRPr lang="en-US" sz="3200" noProof="0" dirty="0"/>
          </a:p>
        </p:txBody>
      </p:sp>
    </p:spTree>
    <p:extLst>
      <p:ext uri="{BB962C8B-B14F-4D97-AF65-F5344CB8AC3E}">
        <p14:creationId xmlns:p14="http://schemas.microsoft.com/office/powerpoint/2010/main" val="2789294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146" name="Freeform 2">
            <a:extLst>
              <a:ext uri="{FF2B5EF4-FFF2-40B4-BE49-F238E27FC236}">
                <a16:creationId xmlns:a16="http://schemas.microsoft.com/office/drawing/2014/main" id="{89ECEC0F-CC47-4CB7-90B6-CDE0ADE9DF48}"/>
              </a:ext>
            </a:extLst>
          </p:cNvPr>
          <p:cNvSpPr>
            <a:spLocks/>
          </p:cNvSpPr>
          <p:nvPr/>
        </p:nvSpPr>
        <p:spPr bwMode="auto">
          <a:xfrm>
            <a:off x="357188" y="2185988"/>
            <a:ext cx="8990012" cy="14716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15" y="138"/>
              </a:cxn>
              <a:cxn ang="0">
                <a:pos x="5663" y="854"/>
              </a:cxn>
              <a:cxn ang="0">
                <a:pos x="378" y="927"/>
              </a:cxn>
              <a:cxn ang="0">
                <a:pos x="0" y="0"/>
              </a:cxn>
            </a:cxnLst>
            <a:rect l="0" t="0" r="r" b="b"/>
            <a:pathLst>
              <a:path w="5663" h="927">
                <a:moveTo>
                  <a:pt x="0" y="0"/>
                </a:moveTo>
                <a:lnTo>
                  <a:pt x="415" y="138"/>
                </a:lnTo>
                <a:lnTo>
                  <a:pt x="5663" y="854"/>
                </a:lnTo>
                <a:lnTo>
                  <a:pt x="378" y="92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08548" name="Group 3">
            <a:extLst>
              <a:ext uri="{FF2B5EF4-FFF2-40B4-BE49-F238E27FC236}">
                <a16:creationId xmlns:a16="http://schemas.microsoft.com/office/drawing/2014/main" id="{097B8852-A99C-4306-8C27-E238C33DBB27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08549" name="Text Box 4">
              <a:extLst>
                <a:ext uri="{FF2B5EF4-FFF2-40B4-BE49-F238E27FC236}">
                  <a16:creationId xmlns:a16="http://schemas.microsoft.com/office/drawing/2014/main" id="{7E45C540-3FC2-4E2F-AB67-4312E0113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38149" name="AutoShape 5">
              <a:extLst>
                <a:ext uri="{FF2B5EF4-FFF2-40B4-BE49-F238E27FC236}">
                  <a16:creationId xmlns:a16="http://schemas.microsoft.com/office/drawing/2014/main" id="{81192F19-FCC0-41B5-B54F-0BCB978E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08551" name="Group 6">
            <a:extLst>
              <a:ext uri="{FF2B5EF4-FFF2-40B4-BE49-F238E27FC236}">
                <a16:creationId xmlns:a16="http://schemas.microsoft.com/office/drawing/2014/main" id="{877B9FB1-98A0-4123-94C3-CA23753E6118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08552" name="Text Box 7">
              <a:extLst>
                <a:ext uri="{FF2B5EF4-FFF2-40B4-BE49-F238E27FC236}">
                  <a16:creationId xmlns:a16="http://schemas.microsoft.com/office/drawing/2014/main" id="{C755EA1A-113A-425F-9160-BB631D255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38152" name="AutoShape 8">
              <a:extLst>
                <a:ext uri="{FF2B5EF4-FFF2-40B4-BE49-F238E27FC236}">
                  <a16:creationId xmlns:a16="http://schemas.microsoft.com/office/drawing/2014/main" id="{186D7E0D-66C6-454F-92F8-B27267A5B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08554" name="Group 9">
            <a:extLst>
              <a:ext uri="{FF2B5EF4-FFF2-40B4-BE49-F238E27FC236}">
                <a16:creationId xmlns:a16="http://schemas.microsoft.com/office/drawing/2014/main" id="{50F84EC3-FB39-4B38-AB3A-8CD087D593BE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38154" name="AutoShape 10">
              <a:extLst>
                <a:ext uri="{FF2B5EF4-FFF2-40B4-BE49-F238E27FC236}">
                  <a16:creationId xmlns:a16="http://schemas.microsoft.com/office/drawing/2014/main" id="{D2064827-CF64-48B1-8B93-5E448A0A3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08556" name="Rectangle 11">
              <a:extLst>
                <a:ext uri="{FF2B5EF4-FFF2-40B4-BE49-F238E27FC236}">
                  <a16:creationId xmlns:a16="http://schemas.microsoft.com/office/drawing/2014/main" id="{611F8D0A-0863-478C-B72A-5D57B5177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08557" name="Group 12">
            <a:extLst>
              <a:ext uri="{FF2B5EF4-FFF2-40B4-BE49-F238E27FC236}">
                <a16:creationId xmlns:a16="http://schemas.microsoft.com/office/drawing/2014/main" id="{AF831C98-2A38-498A-BB46-74B7DB8C79EB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38157" name="AutoShape 13">
              <a:extLst>
                <a:ext uri="{FF2B5EF4-FFF2-40B4-BE49-F238E27FC236}">
                  <a16:creationId xmlns:a16="http://schemas.microsoft.com/office/drawing/2014/main" id="{F6D81369-FAA3-4344-B8F4-A47F91C0A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08559" name="Rectangle 14">
              <a:extLst>
                <a:ext uri="{FF2B5EF4-FFF2-40B4-BE49-F238E27FC236}">
                  <a16:creationId xmlns:a16="http://schemas.microsoft.com/office/drawing/2014/main" id="{66735F79-DC7C-439B-95EF-F307B412D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08560" name="Group 15">
            <a:extLst>
              <a:ext uri="{FF2B5EF4-FFF2-40B4-BE49-F238E27FC236}">
                <a16:creationId xmlns:a16="http://schemas.microsoft.com/office/drawing/2014/main" id="{6BC64E17-AB98-4BDC-9522-822AB2F0F853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297" y="1117"/>
            <a:chExt cx="609" cy="470"/>
          </a:xfrm>
        </p:grpSpPr>
        <p:sp>
          <p:nvSpPr>
            <p:cNvPr id="2438160" name="AutoShape 16">
              <a:extLst>
                <a:ext uri="{FF2B5EF4-FFF2-40B4-BE49-F238E27FC236}">
                  <a16:creationId xmlns:a16="http://schemas.microsoft.com/office/drawing/2014/main" id="{5FF38C15-2C5C-4A12-B28E-C4171F58D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" y="1117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05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38161" name="Rectangle 17">
              <a:extLst>
                <a:ext uri="{FF2B5EF4-FFF2-40B4-BE49-F238E27FC236}">
                  <a16:creationId xmlns:a16="http://schemas.microsoft.com/office/drawing/2014/main" id="{07C605CE-82CC-4B2C-B802-9DAF16B3C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1215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1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08563" name="Group 18">
            <a:extLst>
              <a:ext uri="{FF2B5EF4-FFF2-40B4-BE49-F238E27FC236}">
                <a16:creationId xmlns:a16="http://schemas.microsoft.com/office/drawing/2014/main" id="{FF5718CA-40F7-46E5-8AC4-A3E2FA39788F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38163" name="AutoShape 19">
              <a:extLst>
                <a:ext uri="{FF2B5EF4-FFF2-40B4-BE49-F238E27FC236}">
                  <a16:creationId xmlns:a16="http://schemas.microsoft.com/office/drawing/2014/main" id="{777D8749-52DA-4D7C-A44D-567BAC465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08565" name="Rectangle 20">
              <a:extLst>
                <a:ext uri="{FF2B5EF4-FFF2-40B4-BE49-F238E27FC236}">
                  <a16:creationId xmlns:a16="http://schemas.microsoft.com/office/drawing/2014/main" id="{93D4EF1F-44E5-4ABF-A04E-4FFD8BC2A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08566" name="Group 21">
            <a:extLst>
              <a:ext uri="{FF2B5EF4-FFF2-40B4-BE49-F238E27FC236}">
                <a16:creationId xmlns:a16="http://schemas.microsoft.com/office/drawing/2014/main" id="{63F791B8-1B35-44CF-BF98-EE930A1319E6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38166" name="AutoShape 22">
              <a:extLst>
                <a:ext uri="{FF2B5EF4-FFF2-40B4-BE49-F238E27FC236}">
                  <a16:creationId xmlns:a16="http://schemas.microsoft.com/office/drawing/2014/main" id="{97C0A082-A703-45DD-8DA4-64D563416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08568" name="Rectangle 23">
              <a:extLst>
                <a:ext uri="{FF2B5EF4-FFF2-40B4-BE49-F238E27FC236}">
                  <a16:creationId xmlns:a16="http://schemas.microsoft.com/office/drawing/2014/main" id="{6135B6D5-F5EF-402E-93EE-539B025E6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08569" name="Group 24">
            <a:extLst>
              <a:ext uri="{FF2B5EF4-FFF2-40B4-BE49-F238E27FC236}">
                <a16:creationId xmlns:a16="http://schemas.microsoft.com/office/drawing/2014/main" id="{7F1B30EB-DBF3-4E9B-8772-A0CB93C564CC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38169" name="AutoShape 25">
              <a:extLst>
                <a:ext uri="{FF2B5EF4-FFF2-40B4-BE49-F238E27FC236}">
                  <a16:creationId xmlns:a16="http://schemas.microsoft.com/office/drawing/2014/main" id="{998744F1-32A0-4B3A-A6F1-EC7AFCD1E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08571" name="Rectangle 26">
              <a:extLst>
                <a:ext uri="{FF2B5EF4-FFF2-40B4-BE49-F238E27FC236}">
                  <a16:creationId xmlns:a16="http://schemas.microsoft.com/office/drawing/2014/main" id="{522555BC-9E82-429E-A537-FE44C1B45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38171" name="AutoShape 27">
            <a:extLst>
              <a:ext uri="{FF2B5EF4-FFF2-40B4-BE49-F238E27FC236}">
                <a16:creationId xmlns:a16="http://schemas.microsoft.com/office/drawing/2014/main" id="{760C7B1F-E128-49FB-8A77-904694B9DF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8172" name="AutoShape 28">
            <a:extLst>
              <a:ext uri="{FF2B5EF4-FFF2-40B4-BE49-F238E27FC236}">
                <a16:creationId xmlns:a16="http://schemas.microsoft.com/office/drawing/2014/main" id="{CB6A78CF-0F23-41F3-B69A-F38E3D1758B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8173" name="AutoShape 29">
            <a:extLst>
              <a:ext uri="{FF2B5EF4-FFF2-40B4-BE49-F238E27FC236}">
                <a16:creationId xmlns:a16="http://schemas.microsoft.com/office/drawing/2014/main" id="{A5280EEA-F997-455E-AFB4-0358A9E2A80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8174" name="AutoShape 30">
            <a:extLst>
              <a:ext uri="{FF2B5EF4-FFF2-40B4-BE49-F238E27FC236}">
                <a16:creationId xmlns:a16="http://schemas.microsoft.com/office/drawing/2014/main" id="{D61BC74A-7A62-4FDE-B562-9B0C5FA3131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8175" name="AutoShape 31">
            <a:extLst>
              <a:ext uri="{FF2B5EF4-FFF2-40B4-BE49-F238E27FC236}">
                <a16:creationId xmlns:a16="http://schemas.microsoft.com/office/drawing/2014/main" id="{4112035B-E72F-4E15-9179-935411486B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08577" name="Text Box 32">
            <a:extLst>
              <a:ext uri="{FF2B5EF4-FFF2-40B4-BE49-F238E27FC236}">
                <a16:creationId xmlns:a16="http://schemas.microsoft.com/office/drawing/2014/main" id="{9D5A9AF2-F116-41D9-B63C-B15D06201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2486025"/>
            <a:ext cx="85613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FontTx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Definition of the implementation road-map</a:t>
            </a:r>
          </a:p>
          <a:p>
            <a:pPr algn="l">
              <a:lnSpc>
                <a:spcPct val="100000"/>
              </a:lnSpc>
              <a:buFontTx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User Requirements Document Acquisition</a:t>
            </a:r>
            <a:endParaRPr lang="en-US" b="0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>
              <a:lnSpc>
                <a:spcPct val="100000"/>
              </a:lnSpc>
              <a:buFontTx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Validation of Internal Client’s requirements</a:t>
            </a:r>
            <a:endParaRPr lang="en-US" b="0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>
              <a:lnSpc>
                <a:spcPct val="100000"/>
              </a:lnSpc>
              <a:buFontTx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Need Classification: e.g.  change request, new project, kit, etc.</a:t>
            </a:r>
            <a:endParaRPr lang="en-US" b="0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>
              <a:lnSpc>
                <a:spcPct val="100000"/>
              </a:lnSpc>
              <a:buFontTx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Methodology and document standards usage and evidence of the meeting of the issued requirements. </a:t>
            </a:r>
          </a:p>
        </p:txBody>
      </p:sp>
      <p:sp>
        <p:nvSpPr>
          <p:cNvPr id="108578" name="Text Box 33">
            <a:extLst>
              <a:ext uri="{FF2B5EF4-FFF2-40B4-BE49-F238E27FC236}">
                <a16:creationId xmlns:a16="http://schemas.microsoft.com/office/drawing/2014/main" id="{41D1E28A-A709-4638-A6DA-127648F51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8863"/>
            <a:ext cx="2641600" cy="1800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The internal customer defines a product concept driven by local innovation, customers needs and market analysis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Internal customers work with IT management to support ideas and ensure completeness of requirements</a:t>
            </a:r>
          </a:p>
        </p:txBody>
      </p:sp>
      <p:sp>
        <p:nvSpPr>
          <p:cNvPr id="108579" name="AutoShape 34">
            <a:extLst>
              <a:ext uri="{FF2B5EF4-FFF2-40B4-BE49-F238E27FC236}">
                <a16:creationId xmlns:a16="http://schemas.microsoft.com/office/drawing/2014/main" id="{EEFD9CEB-7AC8-4A2F-A12D-DA49E1BEF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125" y="4003675"/>
            <a:ext cx="1008063" cy="503238"/>
          </a:xfrm>
          <a:prstGeom prst="flowChartDocumen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Concept</a:t>
            </a:r>
          </a:p>
        </p:txBody>
      </p:sp>
      <p:sp>
        <p:nvSpPr>
          <p:cNvPr id="2438179" name="AutoShape 35">
            <a:extLst>
              <a:ext uri="{FF2B5EF4-FFF2-40B4-BE49-F238E27FC236}">
                <a16:creationId xmlns:a16="http://schemas.microsoft.com/office/drawing/2014/main" id="{FC55E050-94FD-44C0-948C-826962F6B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344805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Concept Definition</a:t>
            </a:r>
          </a:p>
        </p:txBody>
      </p:sp>
      <p:sp>
        <p:nvSpPr>
          <p:cNvPr id="108581" name="Text Box 36">
            <a:extLst>
              <a:ext uri="{FF2B5EF4-FFF2-40B4-BE49-F238E27FC236}">
                <a16:creationId xmlns:a16="http://schemas.microsoft.com/office/drawing/2014/main" id="{E7A6F39E-0946-4558-AEAB-617660EF3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4868863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User requirements document acquisition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Needs classification: e. g. change request, new project, kit, etc.</a:t>
            </a:r>
          </a:p>
        </p:txBody>
      </p:sp>
      <p:sp>
        <p:nvSpPr>
          <p:cNvPr id="108582" name="AutoShape 37">
            <a:extLst>
              <a:ext uri="{FF2B5EF4-FFF2-40B4-BE49-F238E27FC236}">
                <a16:creationId xmlns:a16="http://schemas.microsoft.com/office/drawing/2014/main" id="{D730D147-FAF8-48D5-A2F9-B6B22E799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4525" y="4005263"/>
            <a:ext cx="1008063" cy="503237"/>
          </a:xfrm>
          <a:prstGeom prst="flowChartDocumen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User Requirement</a:t>
            </a:r>
          </a:p>
        </p:txBody>
      </p:sp>
      <p:sp>
        <p:nvSpPr>
          <p:cNvPr id="2438182" name="AutoShape 38">
            <a:extLst>
              <a:ext uri="{FF2B5EF4-FFF2-40B4-BE49-F238E27FC236}">
                <a16:creationId xmlns:a16="http://schemas.microsoft.com/office/drawing/2014/main" id="{CB11E5DA-4C59-4FD1-9C95-2E73AE14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344805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Requests acquisition and classification</a:t>
            </a:r>
          </a:p>
        </p:txBody>
      </p:sp>
      <p:sp>
        <p:nvSpPr>
          <p:cNvPr id="108584" name="Text Box 39">
            <a:extLst>
              <a:ext uri="{FF2B5EF4-FFF2-40B4-BE49-F238E27FC236}">
                <a16:creationId xmlns:a16="http://schemas.microsoft.com/office/drawing/2014/main" id="{4C29828A-9516-43CD-B2E7-C35722455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775" y="4868863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Internal customer’s requirements validation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Standard methodology  and template documents to highlight requirements which can or cannot be satisfied</a:t>
            </a:r>
          </a:p>
        </p:txBody>
      </p:sp>
      <p:grpSp>
        <p:nvGrpSpPr>
          <p:cNvPr id="108585" name="Group 40">
            <a:extLst>
              <a:ext uri="{FF2B5EF4-FFF2-40B4-BE49-F238E27FC236}">
                <a16:creationId xmlns:a16="http://schemas.microsoft.com/office/drawing/2014/main" id="{5C0927C9-818F-4129-ACB5-83A6C3AC4149}"/>
              </a:ext>
            </a:extLst>
          </p:cNvPr>
          <p:cNvGrpSpPr>
            <a:grpSpLocks/>
          </p:cNvGrpSpPr>
          <p:nvPr/>
        </p:nvGrpSpPr>
        <p:grpSpPr bwMode="auto">
          <a:xfrm>
            <a:off x="7213600" y="3860800"/>
            <a:ext cx="866775" cy="819150"/>
            <a:chOff x="2179" y="2218"/>
            <a:chExt cx="499" cy="438"/>
          </a:xfrm>
        </p:grpSpPr>
        <p:sp>
          <p:nvSpPr>
            <p:cNvPr id="108586" name="Rectangle 41">
              <a:extLst>
                <a:ext uri="{FF2B5EF4-FFF2-40B4-BE49-F238E27FC236}">
                  <a16:creationId xmlns:a16="http://schemas.microsoft.com/office/drawing/2014/main" id="{7A165A55-9E67-41F7-BF1C-D10262D8E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2218"/>
              <a:ext cx="499" cy="43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endParaRPr lang="en-US" sz="800" b="0" noProof="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lnSpc>
                  <a:spcPct val="100000"/>
                </a:lnSpc>
              </a:pPr>
              <a:endParaRPr lang="en-US" sz="800" b="0" noProof="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rPr>
                <a:t>User requirement </a:t>
              </a:r>
            </a:p>
            <a:p>
              <a:pPr>
                <a:lnSpc>
                  <a:spcPct val="100000"/>
                </a:lnSpc>
              </a:pPr>
              <a:r>
                <a: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rPr>
                <a:t>refining</a:t>
              </a:r>
            </a:p>
          </p:txBody>
        </p:sp>
        <p:grpSp>
          <p:nvGrpSpPr>
            <p:cNvPr id="108587" name="Group 42">
              <a:extLst>
                <a:ext uri="{FF2B5EF4-FFF2-40B4-BE49-F238E27FC236}">
                  <a16:creationId xmlns:a16="http://schemas.microsoft.com/office/drawing/2014/main" id="{0D129021-FE4B-4979-A5A8-8C1336FB1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3" y="2265"/>
              <a:ext cx="421" cy="122"/>
              <a:chOff x="682" y="2440"/>
              <a:chExt cx="651" cy="122"/>
            </a:xfrm>
          </p:grpSpPr>
          <p:sp>
            <p:nvSpPr>
              <p:cNvPr id="2438187" name="Line 43">
                <a:extLst>
                  <a:ext uri="{FF2B5EF4-FFF2-40B4-BE49-F238E27FC236}">
                    <a16:creationId xmlns:a16="http://schemas.microsoft.com/office/drawing/2014/main" id="{05F480E0-D06E-41BB-AB06-2A0E31093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2497"/>
                <a:ext cx="6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8188" name="Line 44">
                <a:extLst>
                  <a:ext uri="{FF2B5EF4-FFF2-40B4-BE49-F238E27FC236}">
                    <a16:creationId xmlns:a16="http://schemas.microsoft.com/office/drawing/2014/main" id="{33927C8F-58DB-46E4-99B6-6ECBF6762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2" y="2562"/>
                <a:ext cx="6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8189" name="Line 45">
                <a:extLst>
                  <a:ext uri="{FF2B5EF4-FFF2-40B4-BE49-F238E27FC236}">
                    <a16:creationId xmlns:a16="http://schemas.microsoft.com/office/drawing/2014/main" id="{A82683BE-F8C5-4019-B560-572020347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2440"/>
                <a:ext cx="6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</p:grpSp>
      <p:sp>
        <p:nvSpPr>
          <p:cNvPr id="2438190" name="AutoShape 46">
            <a:extLst>
              <a:ext uri="{FF2B5EF4-FFF2-40B4-BE49-F238E27FC236}">
                <a16:creationId xmlns:a16="http://schemas.microsoft.com/office/drawing/2014/main" id="{DE22E2E8-C8EF-4309-A11B-50A2F3EF9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5" y="344805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wrap="none"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User requirement validation</a:t>
            </a:r>
          </a:p>
        </p:txBody>
      </p:sp>
      <p:sp>
        <p:nvSpPr>
          <p:cNvPr id="108592" name="Rectangle 47">
            <a:extLst>
              <a:ext uri="{FF2B5EF4-FFF2-40B4-BE49-F238E27FC236}">
                <a16:creationId xmlns:a16="http://schemas.microsoft.com/office/drawing/2014/main" id="{F38CDE3F-67FD-487D-9555-6609593316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(1/9)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B2ACE26-E0CF-4C9D-B211-CA2E58B88E38}"/>
              </a:ext>
            </a:extLst>
          </p:cNvPr>
          <p:cNvSpPr txBox="1"/>
          <p:nvPr/>
        </p:nvSpPr>
        <p:spPr>
          <a:xfrm rot="5400000">
            <a:off x="-1121875" y="4872795"/>
            <a:ext cx="3014736" cy="5271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1400" i="1" noProof="0" dirty="0"/>
              <a:t>UR = User </a:t>
            </a:r>
            <a:r>
              <a:rPr lang="en-US" sz="1400" i="1" noProof="0" dirty="0" err="1"/>
              <a:t>Requirememts</a:t>
            </a:r>
            <a:r>
              <a:rPr lang="en-US" sz="1400" i="1" noProof="0" dirty="0"/>
              <a:t> </a:t>
            </a:r>
          </a:p>
          <a:p>
            <a:r>
              <a:rPr lang="en-US" sz="1400" i="1" noProof="0" dirty="0"/>
              <a:t>PR = Product  Requirements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170" name="Freeform 2">
            <a:extLst>
              <a:ext uri="{FF2B5EF4-FFF2-40B4-BE49-F238E27FC236}">
                <a16:creationId xmlns:a16="http://schemas.microsoft.com/office/drawing/2014/main" id="{54DBE095-AF61-4312-A0DE-445A612DEAD3}"/>
              </a:ext>
            </a:extLst>
          </p:cNvPr>
          <p:cNvSpPr>
            <a:spLocks/>
          </p:cNvSpPr>
          <p:nvPr/>
        </p:nvSpPr>
        <p:spPr bwMode="auto">
          <a:xfrm>
            <a:off x="725488" y="2308225"/>
            <a:ext cx="8782050" cy="1233488"/>
          </a:xfrm>
          <a:custGeom>
            <a:avLst/>
            <a:gdLst/>
            <a:ahLst/>
            <a:cxnLst>
              <a:cxn ang="0">
                <a:pos x="997" y="0"/>
              </a:cxn>
              <a:cxn ang="0">
                <a:pos x="1125" y="64"/>
              </a:cxn>
              <a:cxn ang="0">
                <a:pos x="5532" y="759"/>
              </a:cxn>
              <a:cxn ang="0">
                <a:pos x="28" y="777"/>
              </a:cxn>
              <a:cxn ang="0">
                <a:pos x="0" y="740"/>
              </a:cxn>
              <a:cxn ang="0">
                <a:pos x="997" y="0"/>
              </a:cxn>
            </a:cxnLst>
            <a:rect l="0" t="0" r="r" b="b"/>
            <a:pathLst>
              <a:path w="5532" h="777">
                <a:moveTo>
                  <a:pt x="997" y="0"/>
                </a:moveTo>
                <a:lnTo>
                  <a:pt x="1125" y="64"/>
                </a:lnTo>
                <a:lnTo>
                  <a:pt x="5532" y="759"/>
                </a:lnTo>
                <a:lnTo>
                  <a:pt x="28" y="777"/>
                </a:lnTo>
                <a:lnTo>
                  <a:pt x="0" y="740"/>
                </a:lnTo>
                <a:lnTo>
                  <a:pt x="997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0596" name="Group 3">
            <a:extLst>
              <a:ext uri="{FF2B5EF4-FFF2-40B4-BE49-F238E27FC236}">
                <a16:creationId xmlns:a16="http://schemas.microsoft.com/office/drawing/2014/main" id="{0F76F29E-B496-4CD8-B27C-3E5BBF44D1C1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10597" name="Text Box 4">
              <a:extLst>
                <a:ext uri="{FF2B5EF4-FFF2-40B4-BE49-F238E27FC236}">
                  <a16:creationId xmlns:a16="http://schemas.microsoft.com/office/drawing/2014/main" id="{506D1451-EFC2-4671-B857-2F6D9C50A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39173" name="AutoShape 5">
              <a:extLst>
                <a:ext uri="{FF2B5EF4-FFF2-40B4-BE49-F238E27FC236}">
                  <a16:creationId xmlns:a16="http://schemas.microsoft.com/office/drawing/2014/main" id="{A5AA965C-B9C4-4AF2-82B1-837D5281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0599" name="Group 6">
            <a:extLst>
              <a:ext uri="{FF2B5EF4-FFF2-40B4-BE49-F238E27FC236}">
                <a16:creationId xmlns:a16="http://schemas.microsoft.com/office/drawing/2014/main" id="{7348D0A5-6126-4176-84B5-C04AA6FD8BE9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10600" name="Text Box 7">
              <a:extLst>
                <a:ext uri="{FF2B5EF4-FFF2-40B4-BE49-F238E27FC236}">
                  <a16:creationId xmlns:a16="http://schemas.microsoft.com/office/drawing/2014/main" id="{19B6F799-D26E-4E76-9EAB-03EFB3DF9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39176" name="AutoShape 8">
              <a:extLst>
                <a:ext uri="{FF2B5EF4-FFF2-40B4-BE49-F238E27FC236}">
                  <a16:creationId xmlns:a16="http://schemas.microsoft.com/office/drawing/2014/main" id="{8EA0FF68-1110-4B95-B87D-077424809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0602" name="Group 9">
            <a:extLst>
              <a:ext uri="{FF2B5EF4-FFF2-40B4-BE49-F238E27FC236}">
                <a16:creationId xmlns:a16="http://schemas.microsoft.com/office/drawing/2014/main" id="{6121219A-0313-4666-A06F-3C1F5BF58F10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39178" name="AutoShape 10">
              <a:extLst>
                <a:ext uri="{FF2B5EF4-FFF2-40B4-BE49-F238E27FC236}">
                  <a16:creationId xmlns:a16="http://schemas.microsoft.com/office/drawing/2014/main" id="{685319A8-3510-4308-A86B-CEF3987F6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04" name="Rectangle 11">
              <a:extLst>
                <a:ext uri="{FF2B5EF4-FFF2-40B4-BE49-F238E27FC236}">
                  <a16:creationId xmlns:a16="http://schemas.microsoft.com/office/drawing/2014/main" id="{807FFB2B-9743-42D8-96F4-68A3877D8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10605" name="Group 12">
            <a:extLst>
              <a:ext uri="{FF2B5EF4-FFF2-40B4-BE49-F238E27FC236}">
                <a16:creationId xmlns:a16="http://schemas.microsoft.com/office/drawing/2014/main" id="{C0420B0B-1C4F-4FD6-8EB8-3F3600F93EB0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39181" name="AutoShape 13">
              <a:extLst>
                <a:ext uri="{FF2B5EF4-FFF2-40B4-BE49-F238E27FC236}">
                  <a16:creationId xmlns:a16="http://schemas.microsoft.com/office/drawing/2014/main" id="{45ADB2D7-FB8E-4715-AE60-462E6FEDC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07" name="Rectangle 14">
              <a:extLst>
                <a:ext uri="{FF2B5EF4-FFF2-40B4-BE49-F238E27FC236}">
                  <a16:creationId xmlns:a16="http://schemas.microsoft.com/office/drawing/2014/main" id="{908B6E51-CED9-4D5B-AAB8-73A5FD3F0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10608" name="Group 15">
            <a:extLst>
              <a:ext uri="{FF2B5EF4-FFF2-40B4-BE49-F238E27FC236}">
                <a16:creationId xmlns:a16="http://schemas.microsoft.com/office/drawing/2014/main" id="{3EE49695-C459-4BE0-AAB7-6CF6F596ECC4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39184" name="AutoShape 16">
              <a:extLst>
                <a:ext uri="{FF2B5EF4-FFF2-40B4-BE49-F238E27FC236}">
                  <a16:creationId xmlns:a16="http://schemas.microsoft.com/office/drawing/2014/main" id="{C931E555-BBA1-4A94-91DC-359DE5014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05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39185" name="Rectangle 17">
              <a:extLst>
                <a:ext uri="{FF2B5EF4-FFF2-40B4-BE49-F238E27FC236}">
                  <a16:creationId xmlns:a16="http://schemas.microsoft.com/office/drawing/2014/main" id="{798B7EBF-B2B5-4ECF-A4C6-6F55C1D11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1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0611" name="Group 18">
            <a:extLst>
              <a:ext uri="{FF2B5EF4-FFF2-40B4-BE49-F238E27FC236}">
                <a16:creationId xmlns:a16="http://schemas.microsoft.com/office/drawing/2014/main" id="{FA2DB01B-82A3-4881-8B08-8BC1FA14F7E5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39187" name="AutoShape 19">
              <a:extLst>
                <a:ext uri="{FF2B5EF4-FFF2-40B4-BE49-F238E27FC236}">
                  <a16:creationId xmlns:a16="http://schemas.microsoft.com/office/drawing/2014/main" id="{11C3F194-6C3F-4C6A-8C5C-5BC0FD266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13" name="Rectangle 20">
              <a:extLst>
                <a:ext uri="{FF2B5EF4-FFF2-40B4-BE49-F238E27FC236}">
                  <a16:creationId xmlns:a16="http://schemas.microsoft.com/office/drawing/2014/main" id="{351F03B9-C3C8-4466-9989-0DE6E2AAD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10614" name="Group 21">
            <a:extLst>
              <a:ext uri="{FF2B5EF4-FFF2-40B4-BE49-F238E27FC236}">
                <a16:creationId xmlns:a16="http://schemas.microsoft.com/office/drawing/2014/main" id="{BCC9B18F-C356-4957-A078-B69FFB8CAB83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39190" name="AutoShape 22">
              <a:extLst>
                <a:ext uri="{FF2B5EF4-FFF2-40B4-BE49-F238E27FC236}">
                  <a16:creationId xmlns:a16="http://schemas.microsoft.com/office/drawing/2014/main" id="{722D1277-616E-4E0B-96DC-B68EF7A95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16" name="Rectangle 23">
              <a:extLst>
                <a:ext uri="{FF2B5EF4-FFF2-40B4-BE49-F238E27FC236}">
                  <a16:creationId xmlns:a16="http://schemas.microsoft.com/office/drawing/2014/main" id="{CCF9C161-AAA1-45DE-9C01-E24E1C759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10617" name="Group 24">
            <a:extLst>
              <a:ext uri="{FF2B5EF4-FFF2-40B4-BE49-F238E27FC236}">
                <a16:creationId xmlns:a16="http://schemas.microsoft.com/office/drawing/2014/main" id="{A629CD9D-22DC-4FDB-80C9-E3287FFA43E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39193" name="AutoShape 25">
              <a:extLst>
                <a:ext uri="{FF2B5EF4-FFF2-40B4-BE49-F238E27FC236}">
                  <a16:creationId xmlns:a16="http://schemas.microsoft.com/office/drawing/2014/main" id="{01297D25-0B98-4F66-8057-1893030B2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19" name="Rectangle 26">
              <a:extLst>
                <a:ext uri="{FF2B5EF4-FFF2-40B4-BE49-F238E27FC236}">
                  <a16:creationId xmlns:a16="http://schemas.microsoft.com/office/drawing/2014/main" id="{95942C68-D39D-43DC-BA4D-7622603AB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39195" name="AutoShape 27">
            <a:extLst>
              <a:ext uri="{FF2B5EF4-FFF2-40B4-BE49-F238E27FC236}">
                <a16:creationId xmlns:a16="http://schemas.microsoft.com/office/drawing/2014/main" id="{E2670BC6-6B13-4F8E-BA28-F4D19F8E226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9196" name="AutoShape 28">
            <a:extLst>
              <a:ext uri="{FF2B5EF4-FFF2-40B4-BE49-F238E27FC236}">
                <a16:creationId xmlns:a16="http://schemas.microsoft.com/office/drawing/2014/main" id="{DDFA8852-E7CE-42CC-97D5-87350AE8AD4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9197" name="AutoShape 29">
            <a:extLst>
              <a:ext uri="{FF2B5EF4-FFF2-40B4-BE49-F238E27FC236}">
                <a16:creationId xmlns:a16="http://schemas.microsoft.com/office/drawing/2014/main" id="{5C2E3775-4A71-4323-8850-81CDE633923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9198" name="AutoShape 30">
            <a:extLst>
              <a:ext uri="{FF2B5EF4-FFF2-40B4-BE49-F238E27FC236}">
                <a16:creationId xmlns:a16="http://schemas.microsoft.com/office/drawing/2014/main" id="{7A63E3CD-392F-4DCE-8336-D6970345F8B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39199" name="AutoShape 31">
            <a:extLst>
              <a:ext uri="{FF2B5EF4-FFF2-40B4-BE49-F238E27FC236}">
                <a16:creationId xmlns:a16="http://schemas.microsoft.com/office/drawing/2014/main" id="{22312DFF-EA91-4780-A7D5-D10E9DEBC23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10625" name="Text Box 32">
            <a:extLst>
              <a:ext uri="{FF2B5EF4-FFF2-40B4-BE49-F238E27FC236}">
                <a16:creationId xmlns:a16="http://schemas.microsoft.com/office/drawing/2014/main" id="{F4F4BD2F-75AD-4193-A6A2-F34C5508D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2486025"/>
            <a:ext cx="57245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 the presentation of the investment request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Approval of macro- solution and effort proposed in feasibility analysis</a:t>
            </a:r>
          </a:p>
        </p:txBody>
      </p:sp>
      <p:sp>
        <p:nvSpPr>
          <p:cNvPr id="2439201" name="AutoShape 33">
            <a:extLst>
              <a:ext uri="{FF2B5EF4-FFF2-40B4-BE49-F238E27FC236}">
                <a16:creationId xmlns:a16="http://schemas.microsoft.com/office/drawing/2014/main" id="{E83C91A5-8242-46CB-985F-B89581EAB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Developing Business Metrics</a:t>
            </a:r>
          </a:p>
        </p:txBody>
      </p:sp>
      <p:sp>
        <p:nvSpPr>
          <p:cNvPr id="110627" name="Text Box 34">
            <a:extLst>
              <a:ext uri="{FF2B5EF4-FFF2-40B4-BE49-F238E27FC236}">
                <a16:creationId xmlns:a16="http://schemas.microsoft.com/office/drawing/2014/main" id="{FEB76AE4-1621-4BA0-AE40-250CBE361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016500"/>
            <a:ext cx="3287713" cy="157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The soundness and commercial rationale of the product idea are proofed via a broad business case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ARPU (Average Revenue Per Unit ) analysis and broad risk assessment are performed to establish marketing and investment gains</a:t>
            </a:r>
          </a:p>
        </p:txBody>
      </p:sp>
      <p:grpSp>
        <p:nvGrpSpPr>
          <p:cNvPr id="110628" name="Group 35">
            <a:extLst>
              <a:ext uri="{FF2B5EF4-FFF2-40B4-BE49-F238E27FC236}">
                <a16:creationId xmlns:a16="http://schemas.microsoft.com/office/drawing/2014/main" id="{3BAF7A2B-A5F1-465B-BFA6-9DD26DA04590}"/>
              </a:ext>
            </a:extLst>
          </p:cNvPr>
          <p:cNvGrpSpPr>
            <a:grpSpLocks/>
          </p:cNvGrpSpPr>
          <p:nvPr/>
        </p:nvGrpSpPr>
        <p:grpSpPr bwMode="auto">
          <a:xfrm>
            <a:off x="1333500" y="3895725"/>
            <a:ext cx="1876425" cy="1122363"/>
            <a:chOff x="1190" y="2454"/>
            <a:chExt cx="1182" cy="707"/>
          </a:xfrm>
        </p:grpSpPr>
        <p:sp>
          <p:nvSpPr>
            <p:cNvPr id="2439204" name="Freeform 36">
              <a:extLst>
                <a:ext uri="{FF2B5EF4-FFF2-40B4-BE49-F238E27FC236}">
                  <a16:creationId xmlns:a16="http://schemas.microsoft.com/office/drawing/2014/main" id="{D54A265D-8B3B-47EA-94AA-8ECBE562E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2650"/>
              <a:ext cx="525" cy="154"/>
            </a:xfrm>
            <a:custGeom>
              <a:avLst/>
              <a:gdLst/>
              <a:ahLst/>
              <a:cxnLst>
                <a:cxn ang="0">
                  <a:pos x="1516" y="441"/>
                </a:cxn>
                <a:cxn ang="0">
                  <a:pos x="1516" y="0"/>
                </a:cxn>
                <a:cxn ang="0">
                  <a:pos x="1403" y="0"/>
                </a:cxn>
                <a:cxn ang="0">
                  <a:pos x="1103" y="10"/>
                </a:cxn>
                <a:cxn ang="0">
                  <a:pos x="911" y="11"/>
                </a:cxn>
                <a:cxn ang="0">
                  <a:pos x="707" y="29"/>
                </a:cxn>
                <a:cxn ang="0">
                  <a:pos x="521" y="71"/>
                </a:cxn>
                <a:cxn ang="0">
                  <a:pos x="395" y="125"/>
                </a:cxn>
                <a:cxn ang="0">
                  <a:pos x="239" y="227"/>
                </a:cxn>
                <a:cxn ang="0">
                  <a:pos x="79" y="381"/>
                </a:cxn>
                <a:cxn ang="0">
                  <a:pos x="0" y="445"/>
                </a:cxn>
                <a:cxn ang="0">
                  <a:pos x="1516" y="441"/>
                </a:cxn>
              </a:cxnLst>
              <a:rect l="0" t="0" r="r" b="b"/>
              <a:pathLst>
                <a:path w="1516" h="445">
                  <a:moveTo>
                    <a:pt x="1516" y="441"/>
                  </a:moveTo>
                  <a:lnTo>
                    <a:pt x="1516" y="0"/>
                  </a:lnTo>
                  <a:lnTo>
                    <a:pt x="1403" y="0"/>
                  </a:lnTo>
                  <a:lnTo>
                    <a:pt x="1103" y="10"/>
                  </a:lnTo>
                  <a:lnTo>
                    <a:pt x="911" y="11"/>
                  </a:lnTo>
                  <a:lnTo>
                    <a:pt x="707" y="29"/>
                  </a:lnTo>
                  <a:lnTo>
                    <a:pt x="521" y="71"/>
                  </a:lnTo>
                  <a:lnTo>
                    <a:pt x="395" y="125"/>
                  </a:lnTo>
                  <a:lnTo>
                    <a:pt x="239" y="227"/>
                  </a:lnTo>
                  <a:lnTo>
                    <a:pt x="79" y="381"/>
                  </a:lnTo>
                  <a:lnTo>
                    <a:pt x="0" y="445"/>
                  </a:lnTo>
                  <a:lnTo>
                    <a:pt x="1516" y="441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39205" name="Freeform 37">
              <a:extLst>
                <a:ext uri="{FF2B5EF4-FFF2-40B4-BE49-F238E27FC236}">
                  <a16:creationId xmlns:a16="http://schemas.microsoft.com/office/drawing/2014/main" id="{A2E7FD59-0E8B-4CA6-B04C-192554B1B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804"/>
              <a:ext cx="438" cy="192"/>
            </a:xfrm>
            <a:custGeom>
              <a:avLst/>
              <a:gdLst/>
              <a:ahLst/>
              <a:cxnLst>
                <a:cxn ang="0">
                  <a:pos x="2061" y="0"/>
                </a:cxn>
                <a:cxn ang="0">
                  <a:pos x="0" y="0"/>
                </a:cxn>
                <a:cxn ang="0">
                  <a:pos x="100" y="187"/>
                </a:cxn>
                <a:cxn ang="0">
                  <a:pos x="193" y="352"/>
                </a:cxn>
                <a:cxn ang="0">
                  <a:pos x="298" y="517"/>
                </a:cxn>
                <a:cxn ang="0">
                  <a:pos x="397" y="638"/>
                </a:cxn>
                <a:cxn ang="0">
                  <a:pos x="458" y="705"/>
                </a:cxn>
                <a:cxn ang="0">
                  <a:pos x="546" y="782"/>
                </a:cxn>
                <a:cxn ang="0">
                  <a:pos x="623" y="837"/>
                </a:cxn>
                <a:cxn ang="0">
                  <a:pos x="706" y="870"/>
                </a:cxn>
                <a:cxn ang="0">
                  <a:pos x="794" y="897"/>
                </a:cxn>
                <a:cxn ang="0">
                  <a:pos x="865" y="903"/>
                </a:cxn>
                <a:cxn ang="0">
                  <a:pos x="948" y="892"/>
                </a:cxn>
                <a:cxn ang="0">
                  <a:pos x="1058" y="853"/>
                </a:cxn>
                <a:cxn ang="0">
                  <a:pos x="1229" y="749"/>
                </a:cxn>
                <a:cxn ang="0">
                  <a:pos x="1438" y="583"/>
                </a:cxn>
                <a:cxn ang="0">
                  <a:pos x="1675" y="369"/>
                </a:cxn>
                <a:cxn ang="0">
                  <a:pos x="1951" y="110"/>
                </a:cxn>
                <a:cxn ang="0">
                  <a:pos x="2061" y="0"/>
                </a:cxn>
              </a:cxnLst>
              <a:rect l="0" t="0" r="r" b="b"/>
              <a:pathLst>
                <a:path w="2061" h="903">
                  <a:moveTo>
                    <a:pt x="2061" y="0"/>
                  </a:moveTo>
                  <a:lnTo>
                    <a:pt x="0" y="0"/>
                  </a:lnTo>
                  <a:lnTo>
                    <a:pt x="100" y="187"/>
                  </a:lnTo>
                  <a:lnTo>
                    <a:pt x="193" y="352"/>
                  </a:lnTo>
                  <a:lnTo>
                    <a:pt x="298" y="517"/>
                  </a:lnTo>
                  <a:lnTo>
                    <a:pt x="397" y="638"/>
                  </a:lnTo>
                  <a:lnTo>
                    <a:pt x="458" y="705"/>
                  </a:lnTo>
                  <a:lnTo>
                    <a:pt x="546" y="782"/>
                  </a:lnTo>
                  <a:lnTo>
                    <a:pt x="623" y="837"/>
                  </a:lnTo>
                  <a:lnTo>
                    <a:pt x="706" y="870"/>
                  </a:lnTo>
                  <a:lnTo>
                    <a:pt x="794" y="897"/>
                  </a:lnTo>
                  <a:lnTo>
                    <a:pt x="865" y="903"/>
                  </a:lnTo>
                  <a:lnTo>
                    <a:pt x="948" y="892"/>
                  </a:lnTo>
                  <a:lnTo>
                    <a:pt x="1058" y="853"/>
                  </a:lnTo>
                  <a:lnTo>
                    <a:pt x="1229" y="749"/>
                  </a:lnTo>
                  <a:lnTo>
                    <a:pt x="1438" y="583"/>
                  </a:lnTo>
                  <a:lnTo>
                    <a:pt x="1675" y="369"/>
                  </a:lnTo>
                  <a:lnTo>
                    <a:pt x="1951" y="110"/>
                  </a:lnTo>
                  <a:lnTo>
                    <a:pt x="2061" y="0"/>
                  </a:lnTo>
                  <a:close/>
                </a:path>
              </a:pathLst>
            </a:custGeom>
            <a:solidFill>
              <a:srgbClr val="E2E1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grpSp>
          <p:nvGrpSpPr>
            <p:cNvPr id="110631" name="Group 38">
              <a:extLst>
                <a:ext uri="{FF2B5EF4-FFF2-40B4-BE49-F238E27FC236}">
                  <a16:creationId xmlns:a16="http://schemas.microsoft.com/office/drawing/2014/main" id="{0BF21AAE-8807-4ACE-B2C0-671AF3ADBA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4" y="2598"/>
              <a:ext cx="13" cy="420"/>
              <a:chOff x="866" y="1619"/>
              <a:chExt cx="61" cy="1982"/>
            </a:xfrm>
          </p:grpSpPr>
          <p:sp>
            <p:nvSpPr>
              <p:cNvPr id="2439207" name="Line 39">
                <a:extLst>
                  <a:ext uri="{FF2B5EF4-FFF2-40B4-BE49-F238E27FC236}">
                    <a16:creationId xmlns:a16="http://schemas.microsoft.com/office/drawing/2014/main" id="{B82BE492-6693-4DEC-9C69-6E5C3A5C1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4" y="1661"/>
                <a:ext cx="0" cy="1897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08" name="Freeform 40">
                <a:extLst>
                  <a:ext uri="{FF2B5EF4-FFF2-40B4-BE49-F238E27FC236}">
                    <a16:creationId xmlns:a16="http://schemas.microsoft.com/office/drawing/2014/main" id="{0DEF9B52-F1A4-4BE4-A9BC-7ADB7DF12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" y="1619"/>
                <a:ext cx="61" cy="61"/>
              </a:xfrm>
              <a:custGeom>
                <a:avLst/>
                <a:gdLst/>
                <a:ahLst/>
                <a:cxnLst>
                  <a:cxn ang="0">
                    <a:pos x="61" y="60"/>
                  </a:cxn>
                  <a:cxn ang="0">
                    <a:pos x="33" y="0"/>
                  </a:cxn>
                  <a:cxn ang="0">
                    <a:pos x="0" y="60"/>
                  </a:cxn>
                  <a:cxn ang="0">
                    <a:pos x="61" y="60"/>
                  </a:cxn>
                </a:cxnLst>
                <a:rect l="0" t="0" r="r" b="b"/>
                <a:pathLst>
                  <a:path w="61" h="60">
                    <a:moveTo>
                      <a:pt x="61" y="60"/>
                    </a:moveTo>
                    <a:lnTo>
                      <a:pt x="33" y="0"/>
                    </a:lnTo>
                    <a:lnTo>
                      <a:pt x="0" y="60"/>
                    </a:lnTo>
                    <a:lnTo>
                      <a:pt x="61" y="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09" name="Freeform 41">
                <a:extLst>
                  <a:ext uri="{FF2B5EF4-FFF2-40B4-BE49-F238E27FC236}">
                    <a16:creationId xmlns:a16="http://schemas.microsoft.com/office/drawing/2014/main" id="{49D81C6E-963A-4BA8-9B63-425CE0CC89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" y="3544"/>
                <a:ext cx="6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55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55">
                    <a:moveTo>
                      <a:pt x="0" y="0"/>
                    </a:moveTo>
                    <a:lnTo>
                      <a:pt x="33" y="55"/>
                    </a:lnTo>
                    <a:lnTo>
                      <a:pt x="6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grpSp>
          <p:nvGrpSpPr>
            <p:cNvPr id="110635" name="Group 42">
              <a:extLst>
                <a:ext uri="{FF2B5EF4-FFF2-40B4-BE49-F238E27FC236}">
                  <a16:creationId xmlns:a16="http://schemas.microsoft.com/office/drawing/2014/main" id="{0E96511E-B0E4-45BE-BF0F-FD048F08A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2" y="2712"/>
              <a:ext cx="12" cy="84"/>
              <a:chOff x="2926" y="2159"/>
              <a:chExt cx="61" cy="396"/>
            </a:xfrm>
          </p:grpSpPr>
          <p:sp>
            <p:nvSpPr>
              <p:cNvPr id="2439211" name="Line 43">
                <a:extLst>
                  <a:ext uri="{FF2B5EF4-FFF2-40B4-BE49-F238E27FC236}">
                    <a16:creationId xmlns:a16="http://schemas.microsoft.com/office/drawing/2014/main" id="{2E802B15-BE65-45F6-9457-CD7AF6D10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7" y="2159"/>
                <a:ext cx="0" cy="354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12" name="Freeform 44">
                <a:extLst>
                  <a:ext uri="{FF2B5EF4-FFF2-40B4-BE49-F238E27FC236}">
                    <a16:creationId xmlns:a16="http://schemas.microsoft.com/office/drawing/2014/main" id="{2BB795B5-3263-4E09-BD5B-BC2BE4622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2498"/>
                <a:ext cx="61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55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61" h="55">
                    <a:moveTo>
                      <a:pt x="0" y="0"/>
                    </a:moveTo>
                    <a:lnTo>
                      <a:pt x="33" y="55"/>
                    </a:lnTo>
                    <a:lnTo>
                      <a:pt x="6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grpSp>
          <p:nvGrpSpPr>
            <p:cNvPr id="110638" name="Group 45">
              <a:extLst>
                <a:ext uri="{FF2B5EF4-FFF2-40B4-BE49-F238E27FC236}">
                  <a16:creationId xmlns:a16="http://schemas.microsoft.com/office/drawing/2014/main" id="{7CFDB3E4-A330-4268-85CD-FAE615BEAE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2598"/>
              <a:ext cx="12" cy="51"/>
              <a:chOff x="4932" y="1619"/>
              <a:chExt cx="60" cy="242"/>
            </a:xfrm>
          </p:grpSpPr>
          <p:sp>
            <p:nvSpPr>
              <p:cNvPr id="2439214" name="Line 46">
                <a:extLst>
                  <a:ext uri="{FF2B5EF4-FFF2-40B4-BE49-F238E27FC236}">
                    <a16:creationId xmlns:a16="http://schemas.microsoft.com/office/drawing/2014/main" id="{E017DA7C-9AC7-492B-971D-4D7981F9E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7" y="1619"/>
                <a:ext cx="5" cy="199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15" name="Freeform 47">
                <a:extLst>
                  <a:ext uri="{FF2B5EF4-FFF2-40B4-BE49-F238E27FC236}">
                    <a16:creationId xmlns:a16="http://schemas.microsoft.com/office/drawing/2014/main" id="{3AC0303D-6757-4D59-8E3C-7A99DB48C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2" y="1804"/>
                <a:ext cx="60" cy="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3" y="55"/>
                  </a:cxn>
                  <a:cxn ang="0">
                    <a:pos x="60" y="0"/>
                  </a:cxn>
                  <a:cxn ang="0">
                    <a:pos x="0" y="0"/>
                  </a:cxn>
                </a:cxnLst>
                <a:rect l="0" t="0" r="r" b="b"/>
                <a:pathLst>
                  <a:path w="60" h="55">
                    <a:moveTo>
                      <a:pt x="0" y="0"/>
                    </a:moveTo>
                    <a:lnTo>
                      <a:pt x="33" y="55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sp>
          <p:nvSpPr>
            <p:cNvPr id="2439216" name="Rectangle 48">
              <a:extLst>
                <a:ext uri="{FF2B5EF4-FFF2-40B4-BE49-F238E27FC236}">
                  <a16:creationId xmlns:a16="http://schemas.microsoft.com/office/drawing/2014/main" id="{B0B26273-DB79-4E9E-A00B-08A004CB3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667"/>
              <a:ext cx="88" cy="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42" name="Rectangle 49">
              <a:extLst>
                <a:ext uri="{FF2B5EF4-FFF2-40B4-BE49-F238E27FC236}">
                  <a16:creationId xmlns:a16="http://schemas.microsoft.com/office/drawing/2014/main" id="{ED1AAECD-7267-41F0-A502-E7E01E986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" y="2545"/>
              <a:ext cx="1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7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Going</a:t>
              </a:r>
              <a:br>
                <a:rPr lang="en-US" sz="7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sz="7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Live</a:t>
              </a:r>
            </a:p>
          </p:txBody>
        </p:sp>
        <p:sp>
          <p:nvSpPr>
            <p:cNvPr id="110643" name="Rectangle 50">
              <a:extLst>
                <a:ext uri="{FF2B5EF4-FFF2-40B4-BE49-F238E27FC236}">
                  <a16:creationId xmlns:a16="http://schemas.microsoft.com/office/drawing/2014/main" id="{4974A56C-8559-4200-A2C5-86A158FEA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2668"/>
              <a:ext cx="13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500" b="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-</a:t>
              </a:r>
              <a:endParaRPr lang="en-US" sz="700" b="0" noProof="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39219" name="Rectangle 51">
              <a:extLst>
                <a:ext uri="{FF2B5EF4-FFF2-40B4-BE49-F238E27FC236}">
                  <a16:creationId xmlns:a16="http://schemas.microsoft.com/office/drawing/2014/main" id="{A5045482-6686-4E2F-812A-E895CFB3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1" y="2547"/>
              <a:ext cx="46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45" name="Rectangle 52">
              <a:extLst>
                <a:ext uri="{FF2B5EF4-FFF2-40B4-BE49-F238E27FC236}">
                  <a16:creationId xmlns:a16="http://schemas.microsoft.com/office/drawing/2014/main" id="{EA7D5328-E082-42EB-8539-ABD91E81C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9" y="2549"/>
              <a:ext cx="13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500" b="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-</a:t>
              </a:r>
              <a:endParaRPr lang="en-US" sz="700" b="0" noProof="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39221" name="Rectangle 53">
              <a:extLst>
                <a:ext uri="{FF2B5EF4-FFF2-40B4-BE49-F238E27FC236}">
                  <a16:creationId xmlns:a16="http://schemas.microsoft.com/office/drawing/2014/main" id="{2D9ECAEC-9953-4CF2-B73D-4E5110069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4" y="2809"/>
              <a:ext cx="124" cy="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grpSp>
          <p:nvGrpSpPr>
            <p:cNvPr id="110647" name="Group 54">
              <a:extLst>
                <a:ext uri="{FF2B5EF4-FFF2-40B4-BE49-F238E27FC236}">
                  <a16:creationId xmlns:a16="http://schemas.microsoft.com/office/drawing/2014/main" id="{EDCAEFB8-61A2-4A86-9402-319DC00984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1" y="2798"/>
              <a:ext cx="981" cy="12"/>
              <a:chOff x="899" y="2561"/>
              <a:chExt cx="4617" cy="60"/>
            </a:xfrm>
          </p:grpSpPr>
          <p:sp>
            <p:nvSpPr>
              <p:cNvPr id="2439223" name="Line 55">
                <a:extLst>
                  <a:ext uri="{FF2B5EF4-FFF2-40B4-BE49-F238E27FC236}">
                    <a16:creationId xmlns:a16="http://schemas.microsoft.com/office/drawing/2014/main" id="{4994903F-C339-4AAF-A381-0EF717A19C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9" y="2586"/>
                <a:ext cx="4565" cy="5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24" name="Freeform 56">
                <a:extLst>
                  <a:ext uri="{FF2B5EF4-FFF2-40B4-BE49-F238E27FC236}">
                    <a16:creationId xmlns:a16="http://schemas.microsoft.com/office/drawing/2014/main" id="{9A82B9FD-2987-4F06-A451-12A1342D8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5" y="2561"/>
                <a:ext cx="61" cy="60"/>
              </a:xfrm>
              <a:custGeom>
                <a:avLst/>
                <a:gdLst/>
                <a:ahLst/>
                <a:cxnLst>
                  <a:cxn ang="0">
                    <a:pos x="0" y="60"/>
                  </a:cxn>
                  <a:cxn ang="0">
                    <a:pos x="61" y="27"/>
                  </a:cxn>
                  <a:cxn ang="0">
                    <a:pos x="0" y="0"/>
                  </a:cxn>
                  <a:cxn ang="0">
                    <a:pos x="0" y="60"/>
                  </a:cxn>
                </a:cxnLst>
                <a:rect l="0" t="0" r="r" b="b"/>
                <a:pathLst>
                  <a:path w="61" h="60">
                    <a:moveTo>
                      <a:pt x="0" y="60"/>
                    </a:moveTo>
                    <a:lnTo>
                      <a:pt x="61" y="27"/>
                    </a:lnTo>
                    <a:lnTo>
                      <a:pt x="0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sp>
          <p:nvSpPr>
            <p:cNvPr id="2439225" name="Freeform 57">
              <a:extLst>
                <a:ext uri="{FF2B5EF4-FFF2-40B4-BE49-F238E27FC236}">
                  <a16:creationId xmlns:a16="http://schemas.microsoft.com/office/drawing/2014/main" id="{082A9A81-54D7-4EEB-82E3-8F248179F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637"/>
              <a:ext cx="964" cy="377"/>
            </a:xfrm>
            <a:custGeom>
              <a:avLst/>
              <a:gdLst/>
              <a:ahLst/>
              <a:cxnLst>
                <a:cxn ang="0">
                  <a:pos x="0" y="141"/>
                </a:cxn>
                <a:cxn ang="0">
                  <a:pos x="169" y="305"/>
                </a:cxn>
                <a:cxn ang="0">
                  <a:pos x="492" y="49"/>
                </a:cxn>
                <a:cxn ang="0">
                  <a:pos x="824" y="12"/>
                </a:cxn>
              </a:cxnLst>
              <a:rect l="0" t="0" r="r" b="b"/>
              <a:pathLst>
                <a:path w="824" h="322">
                  <a:moveTo>
                    <a:pt x="0" y="141"/>
                  </a:moveTo>
                  <a:cubicBezTo>
                    <a:pt x="18" y="179"/>
                    <a:pt x="85" y="322"/>
                    <a:pt x="169" y="305"/>
                  </a:cubicBezTo>
                  <a:cubicBezTo>
                    <a:pt x="254" y="288"/>
                    <a:pt x="404" y="91"/>
                    <a:pt x="492" y="49"/>
                  </a:cubicBezTo>
                  <a:cubicBezTo>
                    <a:pt x="601" y="0"/>
                    <a:pt x="757" y="14"/>
                    <a:pt x="824" y="1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0651" name="Rectangle 58">
              <a:extLst>
                <a:ext uri="{FF2B5EF4-FFF2-40B4-BE49-F238E27FC236}">
                  <a16:creationId xmlns:a16="http://schemas.microsoft.com/office/drawing/2014/main" id="{F79CAC3D-B9B3-4D49-B31A-85C35BEE9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0" y="2454"/>
              <a:ext cx="15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7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Break</a:t>
              </a:r>
              <a:br>
                <a:rPr lang="en-US" sz="7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sz="7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Even</a:t>
              </a:r>
            </a:p>
          </p:txBody>
        </p:sp>
        <p:sp>
          <p:nvSpPr>
            <p:cNvPr id="110652" name="Rectangle 59">
              <a:extLst>
                <a:ext uri="{FF2B5EF4-FFF2-40B4-BE49-F238E27FC236}">
                  <a16:creationId xmlns:a16="http://schemas.microsoft.com/office/drawing/2014/main" id="{2D9CCCCC-BFFE-403E-9593-029A4A1F4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" y="3027"/>
              <a:ext cx="19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70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Project</a:t>
              </a:r>
              <a:br>
                <a:rPr lang="en-US" sz="70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sz="70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Costs</a:t>
              </a:r>
            </a:p>
          </p:txBody>
        </p:sp>
        <p:sp>
          <p:nvSpPr>
            <p:cNvPr id="110653" name="Rectangle 60">
              <a:extLst>
                <a:ext uri="{FF2B5EF4-FFF2-40B4-BE49-F238E27FC236}">
                  <a16:creationId xmlns:a16="http://schemas.microsoft.com/office/drawing/2014/main" id="{86A77833-DAE3-4DE7-A116-E1B82153C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0" y="2456"/>
              <a:ext cx="40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70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Customer or </a:t>
              </a:r>
              <a:br>
                <a:rPr lang="en-US" sz="70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sz="70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internal Benefit</a:t>
              </a:r>
            </a:p>
          </p:txBody>
        </p:sp>
      </p:grpSp>
      <p:sp>
        <p:nvSpPr>
          <p:cNvPr id="110654" name="Text Box 61">
            <a:extLst>
              <a:ext uri="{FF2B5EF4-FFF2-40B4-BE49-F238E27FC236}">
                <a16:creationId xmlns:a16="http://schemas.microsoft.com/office/drawing/2014/main" id="{041EC87B-B98A-42AA-9C90-CAFBAC4A0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9663" y="5016500"/>
            <a:ext cx="264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A technical review is performed in order to identify technical constraints and evaluate technical feasibility  (e.g. major impeding issues and rough costs)</a:t>
            </a:r>
          </a:p>
        </p:txBody>
      </p:sp>
      <p:grpSp>
        <p:nvGrpSpPr>
          <p:cNvPr id="110655" name="Group 62">
            <a:extLst>
              <a:ext uri="{FF2B5EF4-FFF2-40B4-BE49-F238E27FC236}">
                <a16:creationId xmlns:a16="http://schemas.microsoft.com/office/drawing/2014/main" id="{48B56AEE-CC28-473D-BF1D-BF930637C97E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3965575"/>
            <a:ext cx="1417638" cy="866775"/>
            <a:chOff x="3167" y="2498"/>
            <a:chExt cx="893" cy="546"/>
          </a:xfrm>
        </p:grpSpPr>
        <p:grpSp>
          <p:nvGrpSpPr>
            <p:cNvPr id="110656" name="Group 63">
              <a:extLst>
                <a:ext uri="{FF2B5EF4-FFF2-40B4-BE49-F238E27FC236}">
                  <a16:creationId xmlns:a16="http://schemas.microsoft.com/office/drawing/2014/main" id="{7838A47F-DB5E-4DF3-AA9A-E569F1409D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7" y="2498"/>
              <a:ext cx="493" cy="438"/>
              <a:chOff x="4029" y="4171"/>
              <a:chExt cx="493" cy="438"/>
            </a:xfrm>
          </p:grpSpPr>
          <p:sp>
            <p:nvSpPr>
              <p:cNvPr id="110657" name="Rectangle 64">
                <a:extLst>
                  <a:ext uri="{FF2B5EF4-FFF2-40B4-BE49-F238E27FC236}">
                    <a16:creationId xmlns:a16="http://schemas.microsoft.com/office/drawing/2014/main" id="{A5D9EDE7-DE73-4FA1-8B6E-96AF14327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9" y="4171"/>
                <a:ext cx="493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IT Risks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Analysis</a:t>
                </a:r>
              </a:p>
            </p:txBody>
          </p:sp>
          <p:graphicFrame>
            <p:nvGraphicFramePr>
              <p:cNvPr id="110658" name="Object 65">
                <a:extLst>
                  <a:ext uri="{FF2B5EF4-FFF2-40B4-BE49-F238E27FC236}">
                    <a16:creationId xmlns:a16="http://schemas.microsoft.com/office/drawing/2014/main" id="{76E56F47-914A-4EA1-A3B8-8922350B198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38" y="4178"/>
              <a:ext cx="322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" imgW="4016520" imgH="3945240" progId="MS_ClipArt_Gallery.2">
                      <p:embed/>
                    </p:oleObj>
                  </mc:Choice>
                  <mc:Fallback>
                    <p:oleObj name="ClipArt" r:id="rId2" imgW="4016520" imgH="3945240" progId="MS_ClipArt_Gallery.2">
                      <p:embed/>
                      <p:pic>
                        <p:nvPicPr>
                          <p:cNvPr id="110658" name="Object 65">
                            <a:extLst>
                              <a:ext uri="{FF2B5EF4-FFF2-40B4-BE49-F238E27FC236}">
                                <a16:creationId xmlns:a16="http://schemas.microsoft.com/office/drawing/2014/main" id="{76E56F47-914A-4EA1-A3B8-8922350B198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8" y="4178"/>
                            <a:ext cx="322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>
                                    <a:alpha val="50000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0659" name="Group 66">
              <a:extLst>
                <a:ext uri="{FF2B5EF4-FFF2-40B4-BE49-F238E27FC236}">
                  <a16:creationId xmlns:a16="http://schemas.microsoft.com/office/drawing/2014/main" id="{53B2864A-89CD-4FA1-91A7-A8E2CEE9F1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7" y="2606"/>
              <a:ext cx="494" cy="438"/>
              <a:chOff x="2918" y="4171"/>
              <a:chExt cx="494" cy="438"/>
            </a:xfrm>
          </p:grpSpPr>
          <p:sp>
            <p:nvSpPr>
              <p:cNvPr id="110660" name="Rectangle 67">
                <a:extLst>
                  <a:ext uri="{FF2B5EF4-FFF2-40B4-BE49-F238E27FC236}">
                    <a16:creationId xmlns:a16="http://schemas.microsoft.com/office/drawing/2014/main" id="{CB5592C1-BAD5-4D15-8B93-FA56BE9BCD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8" y="4171"/>
                <a:ext cx="494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Costs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Analysis</a:t>
                </a:r>
              </a:p>
            </p:txBody>
          </p:sp>
          <p:graphicFrame>
            <p:nvGraphicFramePr>
              <p:cNvPr id="110661" name="Object 68">
                <a:extLst>
                  <a:ext uri="{FF2B5EF4-FFF2-40B4-BE49-F238E27FC236}">
                    <a16:creationId xmlns:a16="http://schemas.microsoft.com/office/drawing/2014/main" id="{4A9805B0-846A-404A-A195-39B55F68F6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54" y="4175"/>
              <a:ext cx="396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Worksheet" r:id="rId4" imgW="7020151" imgH="3915137" progId="Excel.Sheet.8">
                      <p:embed/>
                    </p:oleObj>
                  </mc:Choice>
                  <mc:Fallback>
                    <p:oleObj name="Worksheet" r:id="rId4" imgW="7020151" imgH="3915137" progId="Excel.Sheet.8">
                      <p:embed/>
                      <p:pic>
                        <p:nvPicPr>
                          <p:cNvPr id="110661" name="Object 68">
                            <a:extLst>
                              <a:ext uri="{FF2B5EF4-FFF2-40B4-BE49-F238E27FC236}">
                                <a16:creationId xmlns:a16="http://schemas.microsoft.com/office/drawing/2014/main" id="{4A9805B0-846A-404A-A195-39B55F68F6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4" y="4175"/>
                            <a:ext cx="396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BEE486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39237" name="AutoShape 69">
            <a:extLst>
              <a:ext uri="{FF2B5EF4-FFF2-40B4-BE49-F238E27FC236}">
                <a16:creationId xmlns:a16="http://schemas.microsoft.com/office/drawing/2014/main" id="{67F717F0-4882-487E-ABC1-BA3505F66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Technical Involvement</a:t>
            </a:r>
          </a:p>
        </p:txBody>
      </p:sp>
      <p:sp>
        <p:nvSpPr>
          <p:cNvPr id="110663" name="Text Box 70">
            <a:extLst>
              <a:ext uri="{FF2B5EF4-FFF2-40B4-BE49-F238E27FC236}">
                <a16:creationId xmlns:a16="http://schemas.microsoft.com/office/drawing/2014/main" id="{6B1C5E10-97A1-44DD-93F5-C39B2684F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0" y="5018088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Investment request approval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Macro-solution approval and booking of budget forecasted by feasibility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Definition of an implementation road-map</a:t>
            </a:r>
          </a:p>
        </p:txBody>
      </p:sp>
      <p:grpSp>
        <p:nvGrpSpPr>
          <p:cNvPr id="110664" name="Group 71">
            <a:extLst>
              <a:ext uri="{FF2B5EF4-FFF2-40B4-BE49-F238E27FC236}">
                <a16:creationId xmlns:a16="http://schemas.microsoft.com/office/drawing/2014/main" id="{FB766CA3-DE8F-485F-9D00-FC817DAAC9F2}"/>
              </a:ext>
            </a:extLst>
          </p:cNvPr>
          <p:cNvGrpSpPr>
            <a:grpSpLocks/>
          </p:cNvGrpSpPr>
          <p:nvPr/>
        </p:nvGrpSpPr>
        <p:grpSpPr bwMode="auto">
          <a:xfrm>
            <a:off x="6727825" y="4029075"/>
            <a:ext cx="1884363" cy="804863"/>
            <a:chOff x="4527" y="2538"/>
            <a:chExt cx="1187" cy="507"/>
          </a:xfrm>
        </p:grpSpPr>
        <p:grpSp>
          <p:nvGrpSpPr>
            <p:cNvPr id="110665" name="Group 72">
              <a:extLst>
                <a:ext uri="{FF2B5EF4-FFF2-40B4-BE49-F238E27FC236}">
                  <a16:creationId xmlns:a16="http://schemas.microsoft.com/office/drawing/2014/main" id="{27EF3420-50AF-407C-AA66-2E89E98B467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5501" y="2822"/>
              <a:ext cx="134" cy="290"/>
              <a:chOff x="288" y="3303"/>
              <a:chExt cx="179" cy="393"/>
            </a:xfrm>
          </p:grpSpPr>
          <p:sp>
            <p:nvSpPr>
              <p:cNvPr id="2439241" name="Rectangle 73">
                <a:extLst>
                  <a:ext uri="{FF2B5EF4-FFF2-40B4-BE49-F238E27FC236}">
                    <a16:creationId xmlns:a16="http://schemas.microsoft.com/office/drawing/2014/main" id="{CA0DD07B-9044-418C-A64C-202426B24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303"/>
                <a:ext cx="179" cy="393"/>
              </a:xfrm>
              <a:prstGeom prst="rect">
                <a:avLst/>
              </a:prstGeom>
              <a:solidFill>
                <a:srgbClr val="83C2E5"/>
              </a:solidFill>
              <a:ln w="6350">
                <a:solidFill>
                  <a:srgbClr val="0066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42" name="Oval 74">
                <a:extLst>
                  <a:ext uri="{FF2B5EF4-FFF2-40B4-BE49-F238E27FC236}">
                    <a16:creationId xmlns:a16="http://schemas.microsoft.com/office/drawing/2014/main" id="{4E4393F7-FFE9-4368-8C9F-B3011D8B5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" y="3323"/>
                <a:ext cx="123" cy="118"/>
              </a:xfrm>
              <a:prstGeom prst="ellipse">
                <a:avLst/>
              </a:prstGeom>
              <a:solidFill>
                <a:srgbClr val="FF0000"/>
              </a:solidFill>
              <a:ln w="6350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43" name="Oval 75">
                <a:extLst>
                  <a:ext uri="{FF2B5EF4-FFF2-40B4-BE49-F238E27FC236}">
                    <a16:creationId xmlns:a16="http://schemas.microsoft.com/office/drawing/2014/main" id="{71A765A4-3BC2-4228-9FB3-5DFE5EE87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" y="3440"/>
                <a:ext cx="123" cy="118"/>
              </a:xfrm>
              <a:prstGeom prst="ellipse">
                <a:avLst/>
              </a:prstGeom>
              <a:solidFill>
                <a:srgbClr val="000000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44" name="Oval 76">
                <a:extLst>
                  <a:ext uri="{FF2B5EF4-FFF2-40B4-BE49-F238E27FC236}">
                    <a16:creationId xmlns:a16="http://schemas.microsoft.com/office/drawing/2014/main" id="{14C951EE-248C-45EF-B865-F0FC24B6C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" y="3556"/>
                <a:ext cx="123" cy="118"/>
              </a:xfrm>
              <a:prstGeom prst="ellipse">
                <a:avLst/>
              </a:prstGeom>
              <a:solidFill>
                <a:srgbClr val="000000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grpSp>
          <p:nvGrpSpPr>
            <p:cNvPr id="110670" name="Group 77">
              <a:extLst>
                <a:ext uri="{FF2B5EF4-FFF2-40B4-BE49-F238E27FC236}">
                  <a16:creationId xmlns:a16="http://schemas.microsoft.com/office/drawing/2014/main" id="{5489A102-5AD3-4296-A896-31B218C503F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5501" y="2644"/>
              <a:ext cx="134" cy="292"/>
              <a:chOff x="624" y="3303"/>
              <a:chExt cx="179" cy="393"/>
            </a:xfrm>
          </p:grpSpPr>
          <p:sp>
            <p:nvSpPr>
              <p:cNvPr id="2439246" name="Rectangle 78">
                <a:extLst>
                  <a:ext uri="{FF2B5EF4-FFF2-40B4-BE49-F238E27FC236}">
                    <a16:creationId xmlns:a16="http://schemas.microsoft.com/office/drawing/2014/main" id="{FB621F4F-48AC-43F9-B313-75C07CA1EE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3303"/>
                <a:ext cx="179" cy="393"/>
              </a:xfrm>
              <a:prstGeom prst="rect">
                <a:avLst/>
              </a:prstGeom>
              <a:solidFill>
                <a:srgbClr val="83C2E5"/>
              </a:solidFill>
              <a:ln w="6350">
                <a:solidFill>
                  <a:srgbClr val="0066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47" name="Oval 79">
                <a:extLst>
                  <a:ext uri="{FF2B5EF4-FFF2-40B4-BE49-F238E27FC236}">
                    <a16:creationId xmlns:a16="http://schemas.microsoft.com/office/drawing/2014/main" id="{1B1F85E9-CAEB-4B1A-9DBE-6489BDCB2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3323"/>
                <a:ext cx="123" cy="117"/>
              </a:xfrm>
              <a:prstGeom prst="ellipse">
                <a:avLst/>
              </a:prstGeom>
              <a:solidFill>
                <a:srgbClr val="000000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48" name="Oval 80">
                <a:extLst>
                  <a:ext uri="{FF2B5EF4-FFF2-40B4-BE49-F238E27FC236}">
                    <a16:creationId xmlns:a16="http://schemas.microsoft.com/office/drawing/2014/main" id="{CB21D7CF-77A4-4DEF-ABC3-73F4AC837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3440"/>
                <a:ext cx="123" cy="117"/>
              </a:xfrm>
              <a:prstGeom prst="ellipse">
                <a:avLst/>
              </a:prstGeom>
              <a:solidFill>
                <a:srgbClr val="FFFF00"/>
              </a:solidFill>
              <a:ln w="6350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49" name="Oval 81">
                <a:extLst>
                  <a:ext uri="{FF2B5EF4-FFF2-40B4-BE49-F238E27FC236}">
                    <a16:creationId xmlns:a16="http://schemas.microsoft.com/office/drawing/2014/main" id="{E7682154-CFB2-4D15-A724-CC52D1F13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3556"/>
                <a:ext cx="123" cy="117"/>
              </a:xfrm>
              <a:prstGeom prst="ellipse">
                <a:avLst/>
              </a:prstGeom>
              <a:solidFill>
                <a:srgbClr val="000000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grpSp>
          <p:nvGrpSpPr>
            <p:cNvPr id="110675" name="Group 82">
              <a:extLst>
                <a:ext uri="{FF2B5EF4-FFF2-40B4-BE49-F238E27FC236}">
                  <a16:creationId xmlns:a16="http://schemas.microsoft.com/office/drawing/2014/main" id="{F381E83B-9B1D-4BA1-8482-7F8676CB2AB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5501" y="2467"/>
              <a:ext cx="134" cy="292"/>
              <a:chOff x="965" y="3303"/>
              <a:chExt cx="179" cy="393"/>
            </a:xfrm>
          </p:grpSpPr>
          <p:sp>
            <p:nvSpPr>
              <p:cNvPr id="2439251" name="Rectangle 83">
                <a:extLst>
                  <a:ext uri="{FF2B5EF4-FFF2-40B4-BE49-F238E27FC236}">
                    <a16:creationId xmlns:a16="http://schemas.microsoft.com/office/drawing/2014/main" id="{FE9BFBFB-58D8-4C25-87BA-EA716B1DE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3303"/>
                <a:ext cx="179" cy="393"/>
              </a:xfrm>
              <a:prstGeom prst="rect">
                <a:avLst/>
              </a:prstGeom>
              <a:solidFill>
                <a:srgbClr val="83C2E5"/>
              </a:solidFill>
              <a:ln w="6350">
                <a:solidFill>
                  <a:srgbClr val="006699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52" name="Oval 84">
                <a:extLst>
                  <a:ext uri="{FF2B5EF4-FFF2-40B4-BE49-F238E27FC236}">
                    <a16:creationId xmlns:a16="http://schemas.microsoft.com/office/drawing/2014/main" id="{CC7812F0-6656-49B4-9711-4BE59121EB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323"/>
                <a:ext cx="123" cy="117"/>
              </a:xfrm>
              <a:prstGeom prst="ellipse">
                <a:avLst/>
              </a:prstGeom>
              <a:solidFill>
                <a:srgbClr val="000000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53" name="Oval 85">
                <a:extLst>
                  <a:ext uri="{FF2B5EF4-FFF2-40B4-BE49-F238E27FC236}">
                    <a16:creationId xmlns:a16="http://schemas.microsoft.com/office/drawing/2014/main" id="{22BD6107-2445-4105-962B-36E241CF1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440"/>
                <a:ext cx="123" cy="117"/>
              </a:xfrm>
              <a:prstGeom prst="ellipse">
                <a:avLst/>
              </a:prstGeom>
              <a:solidFill>
                <a:srgbClr val="000000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39254" name="Oval 86">
                <a:extLst>
                  <a:ext uri="{FF2B5EF4-FFF2-40B4-BE49-F238E27FC236}">
                    <a16:creationId xmlns:a16="http://schemas.microsoft.com/office/drawing/2014/main" id="{399FAA01-1E35-4066-A05B-A2D6D2AFC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556"/>
                <a:ext cx="123" cy="117"/>
              </a:xfrm>
              <a:prstGeom prst="ellipse">
                <a:avLst/>
              </a:prstGeom>
              <a:solidFill>
                <a:srgbClr val="00CC00"/>
              </a:solidFill>
              <a:ln w="6350">
                <a:solidFill>
                  <a:srgbClr val="0066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sp>
          <p:nvSpPr>
            <p:cNvPr id="110680" name="Text Box 87">
              <a:extLst>
                <a:ext uri="{FF2B5EF4-FFF2-40B4-BE49-F238E27FC236}">
                  <a16:creationId xmlns:a16="http://schemas.microsoft.com/office/drawing/2014/main" id="{4012B83F-217F-457E-9128-6B3A7022C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5" y="2538"/>
              <a:ext cx="85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sz="1200" b="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Project Approved</a:t>
              </a:r>
            </a:p>
          </p:txBody>
        </p:sp>
        <p:sp>
          <p:nvSpPr>
            <p:cNvPr id="110681" name="Text Box 88">
              <a:extLst>
                <a:ext uri="{FF2B5EF4-FFF2-40B4-BE49-F238E27FC236}">
                  <a16:creationId xmlns:a16="http://schemas.microsoft.com/office/drawing/2014/main" id="{5875D377-09A7-48E7-AC75-4E88342F3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2707"/>
              <a:ext cx="91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sz="1200" b="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Under examination</a:t>
              </a:r>
            </a:p>
          </p:txBody>
        </p:sp>
        <p:sp>
          <p:nvSpPr>
            <p:cNvPr id="110682" name="Text Box 89">
              <a:extLst>
                <a:ext uri="{FF2B5EF4-FFF2-40B4-BE49-F238E27FC236}">
                  <a16:creationId xmlns:a16="http://schemas.microsoft.com/office/drawing/2014/main" id="{FC67E033-10C7-4412-90A0-E4975CCCE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2" y="2872"/>
              <a:ext cx="4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sz="1200" b="0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Rejected</a:t>
              </a:r>
            </a:p>
          </p:txBody>
        </p:sp>
      </p:grpSp>
      <p:sp>
        <p:nvSpPr>
          <p:cNvPr id="2439258" name="AutoShape 90">
            <a:extLst>
              <a:ext uri="{FF2B5EF4-FFF2-40B4-BE49-F238E27FC236}">
                <a16:creationId xmlns:a16="http://schemas.microsoft.com/office/drawing/2014/main" id="{03CB1B9A-0A32-44CF-9D95-7E6CF529E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Development approval</a:t>
            </a:r>
          </a:p>
        </p:txBody>
      </p:sp>
      <p:sp>
        <p:nvSpPr>
          <p:cNvPr id="110684" name="Rectangle 91">
            <a:extLst>
              <a:ext uri="{FF2B5EF4-FFF2-40B4-BE49-F238E27FC236}">
                <a16:creationId xmlns:a16="http://schemas.microsoft.com/office/drawing/2014/main" id="{DB9316B1-9D60-47FD-84FE-8A296A4711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(2/9)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194" name="Freeform 2">
            <a:extLst>
              <a:ext uri="{FF2B5EF4-FFF2-40B4-BE49-F238E27FC236}">
                <a16:creationId xmlns:a16="http://schemas.microsoft.com/office/drawing/2014/main" id="{F04C9292-8EBC-4BF4-8BDC-003A8AFFC74B}"/>
              </a:ext>
            </a:extLst>
          </p:cNvPr>
          <p:cNvSpPr>
            <a:spLocks/>
          </p:cNvSpPr>
          <p:nvPr/>
        </p:nvSpPr>
        <p:spPr bwMode="auto">
          <a:xfrm>
            <a:off x="231775" y="2351088"/>
            <a:ext cx="9115425" cy="1277937"/>
          </a:xfrm>
          <a:custGeom>
            <a:avLst/>
            <a:gdLst/>
            <a:ahLst/>
            <a:cxnLst>
              <a:cxn ang="0">
                <a:pos x="2432" y="9"/>
              </a:cxn>
              <a:cxn ang="0">
                <a:pos x="2469" y="0"/>
              </a:cxn>
              <a:cxn ang="0">
                <a:pos x="5742" y="750"/>
              </a:cxn>
              <a:cxn ang="0">
                <a:pos x="0" y="805"/>
              </a:cxn>
              <a:cxn ang="0">
                <a:pos x="2432" y="9"/>
              </a:cxn>
            </a:cxnLst>
            <a:rect l="0" t="0" r="r" b="b"/>
            <a:pathLst>
              <a:path w="5742" h="805">
                <a:moveTo>
                  <a:pt x="2432" y="9"/>
                </a:moveTo>
                <a:lnTo>
                  <a:pt x="2469" y="0"/>
                </a:lnTo>
                <a:lnTo>
                  <a:pt x="5742" y="750"/>
                </a:lnTo>
                <a:lnTo>
                  <a:pt x="0" y="805"/>
                </a:lnTo>
                <a:lnTo>
                  <a:pt x="2432" y="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2644" name="Group 3">
            <a:extLst>
              <a:ext uri="{FF2B5EF4-FFF2-40B4-BE49-F238E27FC236}">
                <a16:creationId xmlns:a16="http://schemas.microsoft.com/office/drawing/2014/main" id="{E6D203FD-1CED-416F-BC97-EF02BAB2C9CB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12645" name="Text Box 4">
              <a:extLst>
                <a:ext uri="{FF2B5EF4-FFF2-40B4-BE49-F238E27FC236}">
                  <a16:creationId xmlns:a16="http://schemas.microsoft.com/office/drawing/2014/main" id="{015D6EC3-067D-4047-AD02-FAED6B22F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0197" name="AutoShape 5">
              <a:extLst>
                <a:ext uri="{FF2B5EF4-FFF2-40B4-BE49-F238E27FC236}">
                  <a16:creationId xmlns:a16="http://schemas.microsoft.com/office/drawing/2014/main" id="{27D58FDD-D6EA-422B-9CB8-096D575B1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2647" name="Group 6">
            <a:extLst>
              <a:ext uri="{FF2B5EF4-FFF2-40B4-BE49-F238E27FC236}">
                <a16:creationId xmlns:a16="http://schemas.microsoft.com/office/drawing/2014/main" id="{576A22FD-BB21-4D4B-99B3-C5084A4EF3BC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12648" name="Text Box 7">
              <a:extLst>
                <a:ext uri="{FF2B5EF4-FFF2-40B4-BE49-F238E27FC236}">
                  <a16:creationId xmlns:a16="http://schemas.microsoft.com/office/drawing/2014/main" id="{FC0EDA6A-BB46-48E2-8318-671F37655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0200" name="AutoShape 8">
              <a:extLst>
                <a:ext uri="{FF2B5EF4-FFF2-40B4-BE49-F238E27FC236}">
                  <a16:creationId xmlns:a16="http://schemas.microsoft.com/office/drawing/2014/main" id="{111D60FC-D8BC-408C-9FA6-692533DA1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2650" name="Group 9">
            <a:extLst>
              <a:ext uri="{FF2B5EF4-FFF2-40B4-BE49-F238E27FC236}">
                <a16:creationId xmlns:a16="http://schemas.microsoft.com/office/drawing/2014/main" id="{0884496D-B883-4DB7-B345-5304AE799C83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40202" name="AutoShape 10">
              <a:extLst>
                <a:ext uri="{FF2B5EF4-FFF2-40B4-BE49-F238E27FC236}">
                  <a16:creationId xmlns:a16="http://schemas.microsoft.com/office/drawing/2014/main" id="{76205B00-D4D1-422E-80F8-2A824BB03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2652" name="Rectangle 11">
              <a:extLst>
                <a:ext uri="{FF2B5EF4-FFF2-40B4-BE49-F238E27FC236}">
                  <a16:creationId xmlns:a16="http://schemas.microsoft.com/office/drawing/2014/main" id="{01E514FB-3BC8-43DA-8B4D-E76C0D6AE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12653" name="Group 12">
            <a:extLst>
              <a:ext uri="{FF2B5EF4-FFF2-40B4-BE49-F238E27FC236}">
                <a16:creationId xmlns:a16="http://schemas.microsoft.com/office/drawing/2014/main" id="{B07369C5-E3F6-49AC-A449-057BC7029819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40205" name="AutoShape 13">
              <a:extLst>
                <a:ext uri="{FF2B5EF4-FFF2-40B4-BE49-F238E27FC236}">
                  <a16:creationId xmlns:a16="http://schemas.microsoft.com/office/drawing/2014/main" id="{7B430782-5326-4807-82C2-65DE1E30F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2655" name="Rectangle 14">
              <a:extLst>
                <a:ext uri="{FF2B5EF4-FFF2-40B4-BE49-F238E27FC236}">
                  <a16:creationId xmlns:a16="http://schemas.microsoft.com/office/drawing/2014/main" id="{34EB4AFE-2E93-422E-8F2D-AF6FD6C37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12656" name="Group 15">
            <a:extLst>
              <a:ext uri="{FF2B5EF4-FFF2-40B4-BE49-F238E27FC236}">
                <a16:creationId xmlns:a16="http://schemas.microsoft.com/office/drawing/2014/main" id="{40D7527A-A15F-4BF5-8BAD-0530957AC4BF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40208" name="AutoShape 16">
              <a:extLst>
                <a:ext uri="{FF2B5EF4-FFF2-40B4-BE49-F238E27FC236}">
                  <a16:creationId xmlns:a16="http://schemas.microsoft.com/office/drawing/2014/main" id="{281BC8BC-04A9-422D-AC32-EFD5D151F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09" name="Rectangle 17">
              <a:extLst>
                <a:ext uri="{FF2B5EF4-FFF2-40B4-BE49-F238E27FC236}">
                  <a16:creationId xmlns:a16="http://schemas.microsoft.com/office/drawing/2014/main" id="{2F83855D-5DE8-4D20-A866-7090B9B53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2659" name="Group 18">
            <a:extLst>
              <a:ext uri="{FF2B5EF4-FFF2-40B4-BE49-F238E27FC236}">
                <a16:creationId xmlns:a16="http://schemas.microsoft.com/office/drawing/2014/main" id="{EB13198E-6D16-4D2F-AE9F-0D5880235E76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40211" name="AutoShape 19">
              <a:extLst>
                <a:ext uri="{FF2B5EF4-FFF2-40B4-BE49-F238E27FC236}">
                  <a16:creationId xmlns:a16="http://schemas.microsoft.com/office/drawing/2014/main" id="{DEC6D140-C8F1-4145-8299-F0AD2CB23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2661" name="Rectangle 20">
              <a:extLst>
                <a:ext uri="{FF2B5EF4-FFF2-40B4-BE49-F238E27FC236}">
                  <a16:creationId xmlns:a16="http://schemas.microsoft.com/office/drawing/2014/main" id="{D5F78E8B-1889-4A8C-818A-E7ADA07D9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12662" name="Group 21">
            <a:extLst>
              <a:ext uri="{FF2B5EF4-FFF2-40B4-BE49-F238E27FC236}">
                <a16:creationId xmlns:a16="http://schemas.microsoft.com/office/drawing/2014/main" id="{8695114E-D326-4D66-81CA-B8E468ADCA78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40214" name="AutoShape 22">
              <a:extLst>
                <a:ext uri="{FF2B5EF4-FFF2-40B4-BE49-F238E27FC236}">
                  <a16:creationId xmlns:a16="http://schemas.microsoft.com/office/drawing/2014/main" id="{A964E36C-0FF6-4A55-ACE5-AAE888437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2664" name="Rectangle 23">
              <a:extLst>
                <a:ext uri="{FF2B5EF4-FFF2-40B4-BE49-F238E27FC236}">
                  <a16:creationId xmlns:a16="http://schemas.microsoft.com/office/drawing/2014/main" id="{0CEF7E57-14FD-470E-8BE7-9C3D55B60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12665" name="Group 24">
            <a:extLst>
              <a:ext uri="{FF2B5EF4-FFF2-40B4-BE49-F238E27FC236}">
                <a16:creationId xmlns:a16="http://schemas.microsoft.com/office/drawing/2014/main" id="{5F85EC60-582F-4F97-B2EB-A1FB70BC0E8A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40217" name="AutoShape 25">
              <a:extLst>
                <a:ext uri="{FF2B5EF4-FFF2-40B4-BE49-F238E27FC236}">
                  <a16:creationId xmlns:a16="http://schemas.microsoft.com/office/drawing/2014/main" id="{3724F02F-5C0E-4371-B6EC-5D371F3D5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2667" name="Rectangle 26">
              <a:extLst>
                <a:ext uri="{FF2B5EF4-FFF2-40B4-BE49-F238E27FC236}">
                  <a16:creationId xmlns:a16="http://schemas.microsoft.com/office/drawing/2014/main" id="{D5B036B8-CCC1-4073-88F8-8C5D1213A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40219" name="AutoShape 27">
            <a:extLst>
              <a:ext uri="{FF2B5EF4-FFF2-40B4-BE49-F238E27FC236}">
                <a16:creationId xmlns:a16="http://schemas.microsoft.com/office/drawing/2014/main" id="{E7E45083-A8D0-487F-837E-D4D7490B5B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0220" name="AutoShape 28">
            <a:extLst>
              <a:ext uri="{FF2B5EF4-FFF2-40B4-BE49-F238E27FC236}">
                <a16:creationId xmlns:a16="http://schemas.microsoft.com/office/drawing/2014/main" id="{EA5587B0-29BF-40B9-AFD8-CCDAFF1DC59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0221" name="AutoShape 29">
            <a:extLst>
              <a:ext uri="{FF2B5EF4-FFF2-40B4-BE49-F238E27FC236}">
                <a16:creationId xmlns:a16="http://schemas.microsoft.com/office/drawing/2014/main" id="{B6880DC4-297F-4E1F-A9F8-AD3AEA3068E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0222" name="AutoShape 30">
            <a:extLst>
              <a:ext uri="{FF2B5EF4-FFF2-40B4-BE49-F238E27FC236}">
                <a16:creationId xmlns:a16="http://schemas.microsoft.com/office/drawing/2014/main" id="{93530E6E-CB57-4152-A5AB-963AD26F2D8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0223" name="AutoShape 31">
            <a:extLst>
              <a:ext uri="{FF2B5EF4-FFF2-40B4-BE49-F238E27FC236}">
                <a16:creationId xmlns:a16="http://schemas.microsoft.com/office/drawing/2014/main" id="{48628266-4067-4107-91A5-5F47C2B3562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aphicFrame>
        <p:nvGraphicFramePr>
          <p:cNvPr id="112673" name="Object 32">
            <a:extLst>
              <a:ext uri="{FF2B5EF4-FFF2-40B4-BE49-F238E27FC236}">
                <a16:creationId xmlns:a16="http://schemas.microsoft.com/office/drawing/2014/main" id="{F0CDA255-1BE8-48A3-900B-571BD7C4D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9488" y="3944938"/>
          <a:ext cx="25844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rganigramma" r:id="rId2" imgW="6705360" imgH="1828800" progId="OrgPlusWOPX.4">
                  <p:embed followColorScheme="full"/>
                </p:oleObj>
              </mc:Choice>
              <mc:Fallback>
                <p:oleObj name="Organigramma" r:id="rId2" imgW="6705360" imgH="1828800" progId="OrgPlusWOPX.4">
                  <p:embed followColorScheme="full"/>
                  <p:pic>
                    <p:nvPicPr>
                      <p:cNvPr id="112673" name="Object 32">
                        <a:extLst>
                          <a:ext uri="{FF2B5EF4-FFF2-40B4-BE49-F238E27FC236}">
                            <a16:creationId xmlns:a16="http://schemas.microsoft.com/office/drawing/2014/main" id="{F0CDA255-1BE8-48A3-900B-571BD7C4D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3944938"/>
                        <a:ext cx="2584450" cy="7921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4" name="Text Box 33">
            <a:extLst>
              <a:ext uri="{FF2B5EF4-FFF2-40B4-BE49-F238E27FC236}">
                <a16:creationId xmlns:a16="http://schemas.microsoft.com/office/drawing/2014/main" id="{F703C4E8-3B86-4B96-A304-06FBBF34D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5014913"/>
            <a:ext cx="313055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Work Breakdown Structure break downs a project into several levels of work packages and tasks so to </a:t>
            </a:r>
            <a:r>
              <a:rPr lang="en-US" sz="1100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optimise</a:t>
            </a: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process planning and control 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WBS is produced by Project Manager using a top-down approach</a:t>
            </a:r>
          </a:p>
        </p:txBody>
      </p:sp>
      <p:sp>
        <p:nvSpPr>
          <p:cNvPr id="2440226" name="AutoShape 34">
            <a:extLst>
              <a:ext uri="{FF2B5EF4-FFF2-40B4-BE49-F238E27FC236}">
                <a16:creationId xmlns:a16="http://schemas.microsoft.com/office/drawing/2014/main" id="{0F7D0995-C83E-4D73-9B4B-508A36437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WBS definition</a:t>
            </a:r>
          </a:p>
        </p:txBody>
      </p:sp>
      <p:graphicFrame>
        <p:nvGraphicFramePr>
          <p:cNvPr id="112676" name="Object 35">
            <a:extLst>
              <a:ext uri="{FF2B5EF4-FFF2-40B4-BE49-F238E27FC236}">
                <a16:creationId xmlns:a16="http://schemas.microsoft.com/office/drawing/2014/main" id="{2DC652D2-7C4D-4397-BCB0-3224BBA343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3625" y="3933825"/>
          <a:ext cx="2722563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rganigramma" r:id="rId4" imgW="6521400" imgH="1803240" progId="OrgPlusWOPX.4">
                  <p:embed followColorScheme="full"/>
                </p:oleObj>
              </mc:Choice>
              <mc:Fallback>
                <p:oleObj name="Organigramma" r:id="rId4" imgW="6521400" imgH="1803240" progId="OrgPlusWOPX.4">
                  <p:embed followColorScheme="full"/>
                  <p:pic>
                    <p:nvPicPr>
                      <p:cNvPr id="112676" name="Object 35">
                        <a:extLst>
                          <a:ext uri="{FF2B5EF4-FFF2-40B4-BE49-F238E27FC236}">
                            <a16:creationId xmlns:a16="http://schemas.microsoft.com/office/drawing/2014/main" id="{2DC652D2-7C4D-4397-BCB0-3224BBA343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25" y="3933825"/>
                        <a:ext cx="2722563" cy="817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7" name="Text Box 36">
            <a:extLst>
              <a:ext uri="{FF2B5EF4-FFF2-40B4-BE49-F238E27FC236}">
                <a16:creationId xmlns:a16="http://schemas.microsoft.com/office/drawing/2014/main" id="{F6AE9FA8-0AFD-44DA-94A5-D7230F133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5014913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Organisation</a:t>
            </a: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Breakdown Structure identifies which work packages must be assigned to a particular sub-structure of the </a:t>
            </a:r>
            <a:r>
              <a:rPr lang="en-US" sz="1100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organisation</a:t>
            </a:r>
            <a:endParaRPr lang="en-US" sz="1100" b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OBS design helps Project Manager to correctly manage and monitor project development</a:t>
            </a:r>
          </a:p>
        </p:txBody>
      </p:sp>
      <p:sp>
        <p:nvSpPr>
          <p:cNvPr id="2440229" name="AutoShape 37">
            <a:extLst>
              <a:ext uri="{FF2B5EF4-FFF2-40B4-BE49-F238E27FC236}">
                <a16:creationId xmlns:a16="http://schemas.microsoft.com/office/drawing/2014/main" id="{E42F924A-FDF1-44FF-B01A-08A7811CD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4888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OBS definition</a:t>
            </a:r>
          </a:p>
        </p:txBody>
      </p:sp>
      <p:sp>
        <p:nvSpPr>
          <p:cNvPr id="112679" name="Text Box 38">
            <a:extLst>
              <a:ext uri="{FF2B5EF4-FFF2-40B4-BE49-F238E27FC236}">
                <a16:creationId xmlns:a16="http://schemas.microsoft.com/office/drawing/2014/main" id="{07EAC6D4-70AE-4189-AECD-CBA1EF5AB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888" y="5014913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Resource Assignment Matrix is the instrument which assigns the ownerships of project work packages to people belonging to project OBS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RAM allows to univocally identify project work packages ownerships 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endParaRPr lang="en-US" sz="1100" b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2680" name="Group 39">
            <a:extLst>
              <a:ext uri="{FF2B5EF4-FFF2-40B4-BE49-F238E27FC236}">
                <a16:creationId xmlns:a16="http://schemas.microsoft.com/office/drawing/2014/main" id="{C174BBA6-E958-4484-AE90-7A4FD0DE38D5}"/>
              </a:ext>
            </a:extLst>
          </p:cNvPr>
          <p:cNvGrpSpPr>
            <a:grpSpLocks/>
          </p:cNvGrpSpPr>
          <p:nvPr/>
        </p:nvGrpSpPr>
        <p:grpSpPr bwMode="auto">
          <a:xfrm>
            <a:off x="6573838" y="3879850"/>
            <a:ext cx="2170112" cy="935038"/>
            <a:chOff x="720" y="1206"/>
            <a:chExt cx="5424" cy="2682"/>
          </a:xfrm>
        </p:grpSpPr>
        <p:graphicFrame>
          <p:nvGraphicFramePr>
            <p:cNvPr id="112681" name="Object 40">
              <a:extLst>
                <a:ext uri="{FF2B5EF4-FFF2-40B4-BE49-F238E27FC236}">
                  <a16:creationId xmlns:a16="http://schemas.microsoft.com/office/drawing/2014/main" id="{279590BA-1674-4A9D-A50A-92C03735B9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1206"/>
            <a:ext cx="3563" cy="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rganigramma" r:id="rId6" imgW="4819320" imgH="552240" progId="OrgPlusWOPX.4">
                    <p:embed followColorScheme="full"/>
                  </p:oleObj>
                </mc:Choice>
                <mc:Fallback>
                  <p:oleObj name="Organigramma" r:id="rId6" imgW="4819320" imgH="552240" progId="OrgPlusWOPX.4">
                    <p:embed followColorScheme="full"/>
                    <p:pic>
                      <p:nvPicPr>
                        <p:cNvPr id="112681" name="Object 40">
                          <a:extLst>
                            <a:ext uri="{FF2B5EF4-FFF2-40B4-BE49-F238E27FC236}">
                              <a16:creationId xmlns:a16="http://schemas.microsoft.com/office/drawing/2014/main" id="{279590BA-1674-4A9D-A50A-92C03735B9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206"/>
                          <a:ext cx="3563" cy="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2" name="Object 41">
              <a:extLst>
                <a:ext uri="{FF2B5EF4-FFF2-40B4-BE49-F238E27FC236}">
                  <a16:creationId xmlns:a16="http://schemas.microsoft.com/office/drawing/2014/main" id="{27BFF9A7-9E8E-4753-85AA-1CED8B9D77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2112"/>
            <a:ext cx="878" cy="17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Organigramma" r:id="rId8" imgW="349200" imgH="647640" progId="OrgPlusWOPX.4">
                    <p:embed followColorScheme="full"/>
                  </p:oleObj>
                </mc:Choice>
                <mc:Fallback>
                  <p:oleObj name="Organigramma" r:id="rId8" imgW="349200" imgH="647640" progId="OrgPlusWOPX.4">
                    <p:embed followColorScheme="full"/>
                    <p:pic>
                      <p:nvPicPr>
                        <p:cNvPr id="112682" name="Object 41">
                          <a:extLst>
                            <a:ext uri="{FF2B5EF4-FFF2-40B4-BE49-F238E27FC236}">
                              <a16:creationId xmlns:a16="http://schemas.microsoft.com/office/drawing/2014/main" id="{27BFF9A7-9E8E-4753-85AA-1CED8B9D77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2112"/>
                          <a:ext cx="878" cy="17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40234" name="Line 42">
              <a:extLst>
                <a:ext uri="{FF2B5EF4-FFF2-40B4-BE49-F238E27FC236}">
                  <a16:creationId xmlns:a16="http://schemas.microsoft.com/office/drawing/2014/main" id="{17A5A8C6-5769-4AC3-AE30-06F369415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640"/>
              <a:ext cx="4416" cy="0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35" name="Line 43">
              <a:extLst>
                <a:ext uri="{FF2B5EF4-FFF2-40B4-BE49-F238E27FC236}">
                  <a16:creationId xmlns:a16="http://schemas.microsoft.com/office/drawing/2014/main" id="{0A4348F5-2B12-45E9-A9BA-83B4C9BBD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882"/>
              <a:ext cx="4416" cy="0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36" name="Line 44">
              <a:extLst>
                <a:ext uri="{FF2B5EF4-FFF2-40B4-BE49-F238E27FC236}">
                  <a16:creationId xmlns:a16="http://schemas.microsoft.com/office/drawing/2014/main" id="{43A259B7-5559-4510-A29A-945D35D612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118"/>
              <a:ext cx="4416" cy="0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37" name="Line 45">
              <a:extLst>
                <a:ext uri="{FF2B5EF4-FFF2-40B4-BE49-F238E27FC236}">
                  <a16:creationId xmlns:a16="http://schemas.microsoft.com/office/drawing/2014/main" id="{677F3AFE-7AC3-41AD-90A6-4844B8A03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647"/>
              <a:ext cx="4416" cy="0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38" name="Line 46">
              <a:extLst>
                <a:ext uri="{FF2B5EF4-FFF2-40B4-BE49-F238E27FC236}">
                  <a16:creationId xmlns:a16="http://schemas.microsoft.com/office/drawing/2014/main" id="{0A5C61D7-8274-4DE3-A0AC-73D100372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838"/>
              <a:ext cx="4416" cy="0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39" name="Line 47">
              <a:extLst>
                <a:ext uri="{FF2B5EF4-FFF2-40B4-BE49-F238E27FC236}">
                  <a16:creationId xmlns:a16="http://schemas.microsoft.com/office/drawing/2014/main" id="{CAA07C5C-D2EA-40B4-BB7C-5B22F8D4C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5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0" name="Line 48">
              <a:extLst>
                <a:ext uri="{FF2B5EF4-FFF2-40B4-BE49-F238E27FC236}">
                  <a16:creationId xmlns:a16="http://schemas.microsoft.com/office/drawing/2014/main" id="{95C06FEE-0977-402D-B168-01BE633E6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9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1" name="Line 49">
              <a:extLst>
                <a:ext uri="{FF2B5EF4-FFF2-40B4-BE49-F238E27FC236}">
                  <a16:creationId xmlns:a16="http://schemas.microsoft.com/office/drawing/2014/main" id="{7822D03A-9478-4B0A-9A40-1AC9F3E87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2" name="Line 50">
              <a:extLst>
                <a:ext uri="{FF2B5EF4-FFF2-40B4-BE49-F238E27FC236}">
                  <a16:creationId xmlns:a16="http://schemas.microsoft.com/office/drawing/2014/main" id="{4189D5C1-9348-4A4D-94F1-32C2A13EA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6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3" name="Line 51">
              <a:extLst>
                <a:ext uri="{FF2B5EF4-FFF2-40B4-BE49-F238E27FC236}">
                  <a16:creationId xmlns:a16="http://schemas.microsoft.com/office/drawing/2014/main" id="{12C5FB8C-D26A-4974-84A2-96E0EF749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1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4" name="Line 52">
              <a:extLst>
                <a:ext uri="{FF2B5EF4-FFF2-40B4-BE49-F238E27FC236}">
                  <a16:creationId xmlns:a16="http://schemas.microsoft.com/office/drawing/2014/main" id="{0816C68E-B278-4093-A12E-5294995A0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1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5" name="Line 53">
              <a:extLst>
                <a:ext uri="{FF2B5EF4-FFF2-40B4-BE49-F238E27FC236}">
                  <a16:creationId xmlns:a16="http://schemas.microsoft.com/office/drawing/2014/main" id="{1CF24F5C-A9BD-46B2-AFD1-4AEE8DFF6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7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6" name="Line 54">
              <a:extLst>
                <a:ext uri="{FF2B5EF4-FFF2-40B4-BE49-F238E27FC236}">
                  <a16:creationId xmlns:a16="http://schemas.microsoft.com/office/drawing/2014/main" id="{91A73C98-1E11-427A-B539-ACC982313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1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7" name="Line 55">
              <a:extLst>
                <a:ext uri="{FF2B5EF4-FFF2-40B4-BE49-F238E27FC236}">
                  <a16:creationId xmlns:a16="http://schemas.microsoft.com/office/drawing/2014/main" id="{2275E14F-723B-4E6B-9CDF-2878CBCCF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8" name="Line 56">
              <a:extLst>
                <a:ext uri="{FF2B5EF4-FFF2-40B4-BE49-F238E27FC236}">
                  <a16:creationId xmlns:a16="http://schemas.microsoft.com/office/drawing/2014/main" id="{A81D7E77-4620-42EE-B793-154138B53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8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49" name="Line 57">
              <a:extLst>
                <a:ext uri="{FF2B5EF4-FFF2-40B4-BE49-F238E27FC236}">
                  <a16:creationId xmlns:a16="http://schemas.microsoft.com/office/drawing/2014/main" id="{6459FF58-B2AD-41B9-B619-1BEB82C53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0" name="Line 58">
              <a:extLst>
                <a:ext uri="{FF2B5EF4-FFF2-40B4-BE49-F238E27FC236}">
                  <a16:creationId xmlns:a16="http://schemas.microsoft.com/office/drawing/2014/main" id="{D17E4324-3D2D-4925-A21D-1460B59F2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2162"/>
              <a:ext cx="0" cy="1726"/>
            </a:xfrm>
            <a:prstGeom prst="line">
              <a:avLst/>
            </a:prstGeom>
            <a:noFill/>
            <a:ln w="6350">
              <a:solidFill>
                <a:srgbClr val="FEDC5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1" name="Oval 59">
              <a:extLst>
                <a:ext uri="{FF2B5EF4-FFF2-40B4-BE49-F238E27FC236}">
                  <a16:creationId xmlns:a16="http://schemas.microsoft.com/office/drawing/2014/main" id="{13DE8CEC-B09A-47B2-97B9-0DF2AB184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" y="2590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2" name="Oval 60">
              <a:extLst>
                <a:ext uri="{FF2B5EF4-FFF2-40B4-BE49-F238E27FC236}">
                  <a16:creationId xmlns:a16="http://schemas.microsoft.com/office/drawing/2014/main" id="{361F851C-0307-473E-8272-6B5FEC940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" y="2832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3" name="Oval 61">
              <a:extLst>
                <a:ext uri="{FF2B5EF4-FFF2-40B4-BE49-F238E27FC236}">
                  <a16:creationId xmlns:a16="http://schemas.microsoft.com/office/drawing/2014/main" id="{8CEE91D3-7062-44B6-A081-AD805933B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" y="2832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4" name="Oval 62">
              <a:extLst>
                <a:ext uri="{FF2B5EF4-FFF2-40B4-BE49-F238E27FC236}">
                  <a16:creationId xmlns:a16="http://schemas.microsoft.com/office/drawing/2014/main" id="{9F4A77BF-32AC-4F3A-80D9-8F666ED2A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" y="2590"/>
              <a:ext cx="99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5" name="Oval 63">
              <a:extLst>
                <a:ext uri="{FF2B5EF4-FFF2-40B4-BE49-F238E27FC236}">
                  <a16:creationId xmlns:a16="http://schemas.microsoft.com/office/drawing/2014/main" id="{2C5639D8-5B4A-42FB-9D88-E70959032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073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6" name="Oval 64">
              <a:extLst>
                <a:ext uri="{FF2B5EF4-FFF2-40B4-BE49-F238E27FC236}">
                  <a16:creationId xmlns:a16="http://schemas.microsoft.com/office/drawing/2014/main" id="{3193276E-FD02-4D29-BD68-0E3DEA063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3073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7" name="Oval 65">
              <a:extLst>
                <a:ext uri="{FF2B5EF4-FFF2-40B4-BE49-F238E27FC236}">
                  <a16:creationId xmlns:a16="http://schemas.microsoft.com/office/drawing/2014/main" id="{9DAF0F57-93A8-4ABB-B34E-45575701A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1" y="2590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8" name="Oval 66">
              <a:extLst>
                <a:ext uri="{FF2B5EF4-FFF2-40B4-BE49-F238E27FC236}">
                  <a16:creationId xmlns:a16="http://schemas.microsoft.com/office/drawing/2014/main" id="{5006833A-298F-4424-98A3-9B8A89B1E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1" y="2590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59" name="Oval 67">
              <a:extLst>
                <a:ext uri="{FF2B5EF4-FFF2-40B4-BE49-F238E27FC236}">
                  <a16:creationId xmlns:a16="http://schemas.microsoft.com/office/drawing/2014/main" id="{D52E887C-E222-454B-83CC-56E71F549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3601"/>
              <a:ext cx="99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60" name="Oval 68">
              <a:extLst>
                <a:ext uri="{FF2B5EF4-FFF2-40B4-BE49-F238E27FC236}">
                  <a16:creationId xmlns:a16="http://schemas.microsoft.com/office/drawing/2014/main" id="{731F4428-7608-4D47-B9C5-DEDC6AA79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3792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61" name="Oval 69">
              <a:extLst>
                <a:ext uri="{FF2B5EF4-FFF2-40B4-BE49-F238E27FC236}">
                  <a16:creationId xmlns:a16="http://schemas.microsoft.com/office/drawing/2014/main" id="{56297E0B-25CF-448D-8808-642548370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3" y="3073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0262" name="Oval 70">
              <a:extLst>
                <a:ext uri="{FF2B5EF4-FFF2-40B4-BE49-F238E27FC236}">
                  <a16:creationId xmlns:a16="http://schemas.microsoft.com/office/drawing/2014/main" id="{B1ABFBE8-F6B1-4492-9C02-9F1298197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9" y="3792"/>
              <a:ext cx="95" cy="96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2440263" name="AutoShape 71">
            <a:extLst>
              <a:ext uri="{FF2B5EF4-FFF2-40B4-BE49-F238E27FC236}">
                <a16:creationId xmlns:a16="http://schemas.microsoft.com/office/drawing/2014/main" id="{17AA9B92-4C63-42A1-AD20-3C27D2AD7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75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RAM definition</a:t>
            </a:r>
          </a:p>
        </p:txBody>
      </p:sp>
      <p:sp>
        <p:nvSpPr>
          <p:cNvPr id="112713" name="Rectangle 72">
            <a:extLst>
              <a:ext uri="{FF2B5EF4-FFF2-40B4-BE49-F238E27FC236}">
                <a16:creationId xmlns:a16="http://schemas.microsoft.com/office/drawing/2014/main" id="{B7AB5DDA-C10E-4DCD-BA51-A601276CB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565400"/>
            <a:ext cx="78882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Business milestones verification and prioritization of initiatives.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Verification of operational planning,  IT priorities, available capacity within IT to manage the customer’s needs.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Definition of the main projects planning, based on the Customer’s priorities and IT capacity.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Identification of economical and physical resource needs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Budget Building and Allocation </a:t>
            </a:r>
          </a:p>
        </p:txBody>
      </p:sp>
      <p:sp>
        <p:nvSpPr>
          <p:cNvPr id="112714" name="Rectangle 73">
            <a:extLst>
              <a:ext uri="{FF2B5EF4-FFF2-40B4-BE49-F238E27FC236}">
                <a16:creationId xmlns:a16="http://schemas.microsoft.com/office/drawing/2014/main" id="{08466487-5160-413D-9E63-70D3227196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(3/9)</a:t>
            </a:r>
          </a:p>
        </p:txBody>
      </p:sp>
      <p:sp>
        <p:nvSpPr>
          <p:cNvPr id="2440266" name="AutoShape 74">
            <a:extLst>
              <a:ext uri="{FF2B5EF4-FFF2-40B4-BE49-F238E27FC236}">
                <a16:creationId xmlns:a16="http://schemas.microsoft.com/office/drawing/2014/main" id="{5D1EB029-EA21-4A3F-B785-FA6E0402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3522663"/>
            <a:ext cx="252413" cy="171450"/>
          </a:xfrm>
          <a:prstGeom prst="chevron">
            <a:avLst>
              <a:gd name="adj" fmla="val 4166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218" name="Freeform 2">
            <a:extLst>
              <a:ext uri="{FF2B5EF4-FFF2-40B4-BE49-F238E27FC236}">
                <a16:creationId xmlns:a16="http://schemas.microsoft.com/office/drawing/2014/main" id="{F8E7ACFF-3842-40C0-A247-13EEDF4D665F}"/>
              </a:ext>
            </a:extLst>
          </p:cNvPr>
          <p:cNvSpPr>
            <a:spLocks/>
          </p:cNvSpPr>
          <p:nvPr/>
        </p:nvSpPr>
        <p:spPr bwMode="auto">
          <a:xfrm>
            <a:off x="231775" y="2351088"/>
            <a:ext cx="9115425" cy="1277937"/>
          </a:xfrm>
          <a:custGeom>
            <a:avLst/>
            <a:gdLst/>
            <a:ahLst/>
            <a:cxnLst>
              <a:cxn ang="0">
                <a:pos x="2432" y="9"/>
              </a:cxn>
              <a:cxn ang="0">
                <a:pos x="2469" y="0"/>
              </a:cxn>
              <a:cxn ang="0">
                <a:pos x="5742" y="750"/>
              </a:cxn>
              <a:cxn ang="0">
                <a:pos x="0" y="805"/>
              </a:cxn>
              <a:cxn ang="0">
                <a:pos x="2432" y="9"/>
              </a:cxn>
            </a:cxnLst>
            <a:rect l="0" t="0" r="r" b="b"/>
            <a:pathLst>
              <a:path w="5742" h="805">
                <a:moveTo>
                  <a:pt x="2432" y="9"/>
                </a:moveTo>
                <a:lnTo>
                  <a:pt x="2469" y="0"/>
                </a:lnTo>
                <a:lnTo>
                  <a:pt x="5742" y="750"/>
                </a:lnTo>
                <a:lnTo>
                  <a:pt x="0" y="805"/>
                </a:lnTo>
                <a:lnTo>
                  <a:pt x="2432" y="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3668" name="Group 3">
            <a:extLst>
              <a:ext uri="{FF2B5EF4-FFF2-40B4-BE49-F238E27FC236}">
                <a16:creationId xmlns:a16="http://schemas.microsoft.com/office/drawing/2014/main" id="{58C08F82-11E6-4A5A-8CA8-461F6B688E44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13669" name="Text Box 4">
              <a:extLst>
                <a:ext uri="{FF2B5EF4-FFF2-40B4-BE49-F238E27FC236}">
                  <a16:creationId xmlns:a16="http://schemas.microsoft.com/office/drawing/2014/main" id="{6EBDB153-08A7-495E-93EA-39420AAD2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1221" name="AutoShape 5">
              <a:extLst>
                <a:ext uri="{FF2B5EF4-FFF2-40B4-BE49-F238E27FC236}">
                  <a16:creationId xmlns:a16="http://schemas.microsoft.com/office/drawing/2014/main" id="{D2140AF8-1712-4ECE-852A-4BD957FAE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3671" name="Group 6">
            <a:extLst>
              <a:ext uri="{FF2B5EF4-FFF2-40B4-BE49-F238E27FC236}">
                <a16:creationId xmlns:a16="http://schemas.microsoft.com/office/drawing/2014/main" id="{B6D9FABD-27CF-4B80-A1DC-8A6EAD8C47E3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13672" name="Text Box 7">
              <a:extLst>
                <a:ext uri="{FF2B5EF4-FFF2-40B4-BE49-F238E27FC236}">
                  <a16:creationId xmlns:a16="http://schemas.microsoft.com/office/drawing/2014/main" id="{C6EAC146-BD15-4596-825D-9926B98B9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1224" name="AutoShape 8">
              <a:extLst>
                <a:ext uri="{FF2B5EF4-FFF2-40B4-BE49-F238E27FC236}">
                  <a16:creationId xmlns:a16="http://schemas.microsoft.com/office/drawing/2014/main" id="{C07B0F23-E882-4A5D-BEB6-E10905464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3674" name="Group 9">
            <a:extLst>
              <a:ext uri="{FF2B5EF4-FFF2-40B4-BE49-F238E27FC236}">
                <a16:creationId xmlns:a16="http://schemas.microsoft.com/office/drawing/2014/main" id="{0D4915EE-C8B7-403B-A530-C715FE8C9056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41226" name="AutoShape 10">
              <a:extLst>
                <a:ext uri="{FF2B5EF4-FFF2-40B4-BE49-F238E27FC236}">
                  <a16:creationId xmlns:a16="http://schemas.microsoft.com/office/drawing/2014/main" id="{73AC0BE6-E95F-48FF-963B-9D9E03BAC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3676" name="Rectangle 11">
              <a:extLst>
                <a:ext uri="{FF2B5EF4-FFF2-40B4-BE49-F238E27FC236}">
                  <a16:creationId xmlns:a16="http://schemas.microsoft.com/office/drawing/2014/main" id="{27B73985-D7A0-4A66-883D-A206493CE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13677" name="Group 12">
            <a:extLst>
              <a:ext uri="{FF2B5EF4-FFF2-40B4-BE49-F238E27FC236}">
                <a16:creationId xmlns:a16="http://schemas.microsoft.com/office/drawing/2014/main" id="{758A0499-90A9-46D0-A0B3-43487A4F38D4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41229" name="AutoShape 13">
              <a:extLst>
                <a:ext uri="{FF2B5EF4-FFF2-40B4-BE49-F238E27FC236}">
                  <a16:creationId xmlns:a16="http://schemas.microsoft.com/office/drawing/2014/main" id="{13E34871-FDBA-49EA-A58A-500D60A98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3679" name="Rectangle 14">
              <a:extLst>
                <a:ext uri="{FF2B5EF4-FFF2-40B4-BE49-F238E27FC236}">
                  <a16:creationId xmlns:a16="http://schemas.microsoft.com/office/drawing/2014/main" id="{F1C39588-45D6-472F-9769-64708C454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13680" name="Group 15">
            <a:extLst>
              <a:ext uri="{FF2B5EF4-FFF2-40B4-BE49-F238E27FC236}">
                <a16:creationId xmlns:a16="http://schemas.microsoft.com/office/drawing/2014/main" id="{DBE0838B-CBCE-4771-AA1D-800A9D97DDE0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41232" name="AutoShape 16">
              <a:extLst>
                <a:ext uri="{FF2B5EF4-FFF2-40B4-BE49-F238E27FC236}">
                  <a16:creationId xmlns:a16="http://schemas.microsoft.com/office/drawing/2014/main" id="{C4E319D5-C1CD-4597-997D-D7E25D6A9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33" name="Rectangle 17">
              <a:extLst>
                <a:ext uri="{FF2B5EF4-FFF2-40B4-BE49-F238E27FC236}">
                  <a16:creationId xmlns:a16="http://schemas.microsoft.com/office/drawing/2014/main" id="{E9D60698-E710-492C-A88B-094E30664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4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4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3683" name="Group 18">
            <a:extLst>
              <a:ext uri="{FF2B5EF4-FFF2-40B4-BE49-F238E27FC236}">
                <a16:creationId xmlns:a16="http://schemas.microsoft.com/office/drawing/2014/main" id="{E2C869C0-CA74-4DE6-B8D5-A2BFBF7F76BC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41235" name="AutoShape 19">
              <a:extLst>
                <a:ext uri="{FF2B5EF4-FFF2-40B4-BE49-F238E27FC236}">
                  <a16:creationId xmlns:a16="http://schemas.microsoft.com/office/drawing/2014/main" id="{DEB4A8B0-CF12-4959-B406-122AF4A2D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3685" name="Rectangle 20">
              <a:extLst>
                <a:ext uri="{FF2B5EF4-FFF2-40B4-BE49-F238E27FC236}">
                  <a16:creationId xmlns:a16="http://schemas.microsoft.com/office/drawing/2014/main" id="{0B62D3C0-F71D-4905-9488-5B4A523E2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13686" name="Group 21">
            <a:extLst>
              <a:ext uri="{FF2B5EF4-FFF2-40B4-BE49-F238E27FC236}">
                <a16:creationId xmlns:a16="http://schemas.microsoft.com/office/drawing/2014/main" id="{7E752A13-395D-47FE-A295-304E7B49A99C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41238" name="AutoShape 22">
              <a:extLst>
                <a:ext uri="{FF2B5EF4-FFF2-40B4-BE49-F238E27FC236}">
                  <a16:creationId xmlns:a16="http://schemas.microsoft.com/office/drawing/2014/main" id="{18E847E0-3877-4901-8293-4C7CA067A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3688" name="Rectangle 23">
              <a:extLst>
                <a:ext uri="{FF2B5EF4-FFF2-40B4-BE49-F238E27FC236}">
                  <a16:creationId xmlns:a16="http://schemas.microsoft.com/office/drawing/2014/main" id="{B8750FCB-321E-41E8-B731-15209E6EB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13689" name="Group 24">
            <a:extLst>
              <a:ext uri="{FF2B5EF4-FFF2-40B4-BE49-F238E27FC236}">
                <a16:creationId xmlns:a16="http://schemas.microsoft.com/office/drawing/2014/main" id="{1BD3FD09-DADE-4521-8D0B-F73ECB3D129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41241" name="AutoShape 25">
              <a:extLst>
                <a:ext uri="{FF2B5EF4-FFF2-40B4-BE49-F238E27FC236}">
                  <a16:creationId xmlns:a16="http://schemas.microsoft.com/office/drawing/2014/main" id="{8E6528A2-F1D0-412A-BC30-645F67D43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3691" name="Rectangle 26">
              <a:extLst>
                <a:ext uri="{FF2B5EF4-FFF2-40B4-BE49-F238E27FC236}">
                  <a16:creationId xmlns:a16="http://schemas.microsoft.com/office/drawing/2014/main" id="{24FCA608-FFAD-47B2-B975-116EEB3B1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41243" name="AutoShape 27">
            <a:extLst>
              <a:ext uri="{FF2B5EF4-FFF2-40B4-BE49-F238E27FC236}">
                <a16:creationId xmlns:a16="http://schemas.microsoft.com/office/drawing/2014/main" id="{05EA8C09-8588-4A05-96C8-F71536915E4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1244" name="AutoShape 28">
            <a:extLst>
              <a:ext uri="{FF2B5EF4-FFF2-40B4-BE49-F238E27FC236}">
                <a16:creationId xmlns:a16="http://schemas.microsoft.com/office/drawing/2014/main" id="{5DFA3644-589B-47DB-A397-3975CAB5CA0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1245" name="AutoShape 29">
            <a:extLst>
              <a:ext uri="{FF2B5EF4-FFF2-40B4-BE49-F238E27FC236}">
                <a16:creationId xmlns:a16="http://schemas.microsoft.com/office/drawing/2014/main" id="{80171732-F5DE-4460-8F4F-024EA5A363C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1246" name="AutoShape 30">
            <a:extLst>
              <a:ext uri="{FF2B5EF4-FFF2-40B4-BE49-F238E27FC236}">
                <a16:creationId xmlns:a16="http://schemas.microsoft.com/office/drawing/2014/main" id="{E977FA20-80E7-4DA3-9EF7-86812BDA240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1247" name="AutoShape 31">
            <a:extLst>
              <a:ext uri="{FF2B5EF4-FFF2-40B4-BE49-F238E27FC236}">
                <a16:creationId xmlns:a16="http://schemas.microsoft.com/office/drawing/2014/main" id="{A1ADD49B-7E46-4F39-A001-D77574358A3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3697" name="Group 32">
            <a:extLst>
              <a:ext uri="{FF2B5EF4-FFF2-40B4-BE49-F238E27FC236}">
                <a16:creationId xmlns:a16="http://schemas.microsoft.com/office/drawing/2014/main" id="{09FEB2BB-9CA3-48F5-9DE0-8934137E4A19}"/>
              </a:ext>
            </a:extLst>
          </p:cNvPr>
          <p:cNvGrpSpPr>
            <a:grpSpLocks/>
          </p:cNvGrpSpPr>
          <p:nvPr/>
        </p:nvGrpSpPr>
        <p:grpSpPr bwMode="auto">
          <a:xfrm>
            <a:off x="1311275" y="4114800"/>
            <a:ext cx="1951038" cy="752475"/>
            <a:chOff x="288" y="1872"/>
            <a:chExt cx="1584" cy="672"/>
          </a:xfrm>
        </p:grpSpPr>
        <p:sp>
          <p:nvSpPr>
            <p:cNvPr id="2441249" name="Freeform 33">
              <a:extLst>
                <a:ext uri="{FF2B5EF4-FFF2-40B4-BE49-F238E27FC236}">
                  <a16:creationId xmlns:a16="http://schemas.microsoft.com/office/drawing/2014/main" id="{7F1E2B3A-9C34-49A0-895F-032167A25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1872"/>
              <a:ext cx="214" cy="1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" y="0"/>
                </a:cxn>
                <a:cxn ang="0">
                  <a:pos x="539" y="207"/>
                </a:cxn>
                <a:cxn ang="0">
                  <a:pos x="0" y="207"/>
                </a:cxn>
                <a:cxn ang="0">
                  <a:pos x="0" y="0"/>
                </a:cxn>
              </a:cxnLst>
              <a:rect l="0" t="0" r="r" b="b"/>
              <a:pathLst>
                <a:path w="540" h="208">
                  <a:moveTo>
                    <a:pt x="0" y="0"/>
                  </a:moveTo>
                  <a:lnTo>
                    <a:pt x="539" y="0"/>
                  </a:lnTo>
                  <a:lnTo>
                    <a:pt x="539" y="207"/>
                  </a:lnTo>
                  <a:lnTo>
                    <a:pt x="0" y="207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0" name="Line 34">
              <a:extLst>
                <a:ext uri="{FF2B5EF4-FFF2-40B4-BE49-F238E27FC236}">
                  <a16:creationId xmlns:a16="http://schemas.microsoft.com/office/drawing/2014/main" id="{0CB9D08C-B12A-48BC-BC60-501D3A335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932"/>
              <a:ext cx="95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1" name="Freeform 35">
              <a:extLst>
                <a:ext uri="{FF2B5EF4-FFF2-40B4-BE49-F238E27FC236}">
                  <a16:creationId xmlns:a16="http://schemas.microsoft.com/office/drawing/2014/main" id="{5F95267D-BA90-4FFA-B824-162706443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1872"/>
              <a:ext cx="214" cy="1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" y="0"/>
                </a:cxn>
                <a:cxn ang="0">
                  <a:pos x="539" y="207"/>
                </a:cxn>
                <a:cxn ang="0">
                  <a:pos x="0" y="207"/>
                </a:cxn>
                <a:cxn ang="0">
                  <a:pos x="0" y="0"/>
                </a:cxn>
              </a:cxnLst>
              <a:rect l="0" t="0" r="r" b="b"/>
              <a:pathLst>
                <a:path w="540" h="208">
                  <a:moveTo>
                    <a:pt x="0" y="0"/>
                  </a:moveTo>
                  <a:lnTo>
                    <a:pt x="539" y="0"/>
                  </a:lnTo>
                  <a:lnTo>
                    <a:pt x="539" y="207"/>
                  </a:lnTo>
                  <a:lnTo>
                    <a:pt x="0" y="207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2" name="Freeform 36">
              <a:extLst>
                <a:ext uri="{FF2B5EF4-FFF2-40B4-BE49-F238E27FC236}">
                  <a16:creationId xmlns:a16="http://schemas.microsoft.com/office/drawing/2014/main" id="{566235D4-1418-489E-B073-C80F52B10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1941"/>
              <a:ext cx="43" cy="2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" y="0"/>
                </a:cxn>
                <a:cxn ang="0">
                  <a:pos x="106" y="374"/>
                </a:cxn>
              </a:cxnLst>
              <a:rect l="0" t="0" r="r" b="b"/>
              <a:pathLst>
                <a:path w="107" h="375">
                  <a:moveTo>
                    <a:pt x="0" y="0"/>
                  </a:moveTo>
                  <a:lnTo>
                    <a:pt x="106" y="0"/>
                  </a:lnTo>
                  <a:lnTo>
                    <a:pt x="106" y="374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3" name="Freeform 37" descr="70%">
              <a:extLst>
                <a:ext uri="{FF2B5EF4-FFF2-40B4-BE49-F238E27FC236}">
                  <a16:creationId xmlns:a16="http://schemas.microsoft.com/office/drawing/2014/main" id="{05052E89-0ABE-4E08-9DB3-76CB15075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29"/>
              <a:ext cx="214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" y="0"/>
                </a:cxn>
                <a:cxn ang="0">
                  <a:pos x="539" y="208"/>
                </a:cxn>
                <a:cxn ang="0">
                  <a:pos x="0" y="208"/>
                </a:cxn>
                <a:cxn ang="0">
                  <a:pos x="0" y="0"/>
                </a:cxn>
              </a:cxnLst>
              <a:rect l="0" t="0" r="r" b="b"/>
              <a:pathLst>
                <a:path w="540" h="209">
                  <a:moveTo>
                    <a:pt x="0" y="0"/>
                  </a:moveTo>
                  <a:lnTo>
                    <a:pt x="539" y="0"/>
                  </a:lnTo>
                  <a:lnTo>
                    <a:pt x="539" y="208"/>
                  </a:lnTo>
                  <a:lnTo>
                    <a:pt x="0" y="208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4" name="Freeform 38">
              <a:extLst>
                <a:ext uri="{FF2B5EF4-FFF2-40B4-BE49-F238E27FC236}">
                  <a16:creationId xmlns:a16="http://schemas.microsoft.com/office/drawing/2014/main" id="{AC3678CA-A219-40A9-884D-F1ACF1D6D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136"/>
              <a:ext cx="214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" y="0"/>
                </a:cxn>
                <a:cxn ang="0">
                  <a:pos x="539" y="208"/>
                </a:cxn>
                <a:cxn ang="0">
                  <a:pos x="0" y="208"/>
                </a:cxn>
                <a:cxn ang="0">
                  <a:pos x="0" y="0"/>
                </a:cxn>
              </a:cxnLst>
              <a:rect l="0" t="0" r="r" b="b"/>
              <a:pathLst>
                <a:path w="540" h="209">
                  <a:moveTo>
                    <a:pt x="0" y="0"/>
                  </a:moveTo>
                  <a:lnTo>
                    <a:pt x="539" y="0"/>
                  </a:lnTo>
                  <a:lnTo>
                    <a:pt x="539" y="208"/>
                  </a:lnTo>
                  <a:lnTo>
                    <a:pt x="0" y="208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5" name="Freeform 39">
              <a:extLst>
                <a:ext uri="{FF2B5EF4-FFF2-40B4-BE49-F238E27FC236}">
                  <a16:creationId xmlns:a16="http://schemas.microsoft.com/office/drawing/2014/main" id="{04E4D193-C887-4060-8CB4-43CF2B378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129"/>
              <a:ext cx="214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8" y="0"/>
                </a:cxn>
                <a:cxn ang="0">
                  <a:pos x="538" y="208"/>
                </a:cxn>
                <a:cxn ang="0">
                  <a:pos x="0" y="208"/>
                </a:cxn>
                <a:cxn ang="0">
                  <a:pos x="0" y="0"/>
                </a:cxn>
              </a:cxnLst>
              <a:rect l="0" t="0" r="r" b="b"/>
              <a:pathLst>
                <a:path w="539" h="209">
                  <a:moveTo>
                    <a:pt x="0" y="0"/>
                  </a:moveTo>
                  <a:lnTo>
                    <a:pt x="538" y="0"/>
                  </a:lnTo>
                  <a:lnTo>
                    <a:pt x="538" y="208"/>
                  </a:lnTo>
                  <a:lnTo>
                    <a:pt x="0" y="208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6" name="Freeform 40" descr="70%">
              <a:extLst>
                <a:ext uri="{FF2B5EF4-FFF2-40B4-BE49-F238E27FC236}">
                  <a16:creationId xmlns:a16="http://schemas.microsoft.com/office/drawing/2014/main" id="{549E4D8C-97BB-45C8-A769-12495D82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129"/>
              <a:ext cx="213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8" y="0"/>
                </a:cxn>
                <a:cxn ang="0">
                  <a:pos x="538" y="208"/>
                </a:cxn>
                <a:cxn ang="0">
                  <a:pos x="0" y="208"/>
                </a:cxn>
                <a:cxn ang="0">
                  <a:pos x="0" y="0"/>
                </a:cxn>
              </a:cxnLst>
              <a:rect l="0" t="0" r="r" b="b"/>
              <a:pathLst>
                <a:path w="539" h="209">
                  <a:moveTo>
                    <a:pt x="0" y="0"/>
                  </a:moveTo>
                  <a:lnTo>
                    <a:pt x="538" y="0"/>
                  </a:lnTo>
                  <a:lnTo>
                    <a:pt x="538" y="208"/>
                  </a:lnTo>
                  <a:lnTo>
                    <a:pt x="0" y="208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7" name="Freeform 41" descr="70%">
              <a:extLst>
                <a:ext uri="{FF2B5EF4-FFF2-40B4-BE49-F238E27FC236}">
                  <a16:creationId xmlns:a16="http://schemas.microsoft.com/office/drawing/2014/main" id="{046B41A8-F068-408F-82C1-4FDE24257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" y="2399"/>
              <a:ext cx="214" cy="1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9" y="0"/>
                </a:cxn>
                <a:cxn ang="0">
                  <a:pos x="539" y="208"/>
                </a:cxn>
                <a:cxn ang="0">
                  <a:pos x="0" y="208"/>
                </a:cxn>
                <a:cxn ang="0">
                  <a:pos x="0" y="0"/>
                </a:cxn>
              </a:cxnLst>
              <a:rect l="0" t="0" r="r" b="b"/>
              <a:pathLst>
                <a:path w="540" h="209">
                  <a:moveTo>
                    <a:pt x="0" y="0"/>
                  </a:moveTo>
                  <a:lnTo>
                    <a:pt x="539" y="0"/>
                  </a:lnTo>
                  <a:lnTo>
                    <a:pt x="539" y="208"/>
                  </a:lnTo>
                  <a:lnTo>
                    <a:pt x="0" y="208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8" name="Line 42">
              <a:extLst>
                <a:ext uri="{FF2B5EF4-FFF2-40B4-BE49-F238E27FC236}">
                  <a16:creationId xmlns:a16="http://schemas.microsoft.com/office/drawing/2014/main" id="{FFFE0B9F-6E20-4BA7-B05B-24FC2E2FE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2" y="2460"/>
              <a:ext cx="7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59" name="Freeform 43" descr="70%">
              <a:extLst>
                <a:ext uri="{FF2B5EF4-FFF2-40B4-BE49-F238E27FC236}">
                  <a16:creationId xmlns:a16="http://schemas.microsoft.com/office/drawing/2014/main" id="{7CFC1ED9-0CB5-4EF9-AE34-83F6970AF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2387"/>
              <a:ext cx="214" cy="14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38" y="0"/>
                </a:cxn>
                <a:cxn ang="0">
                  <a:pos x="538" y="208"/>
                </a:cxn>
                <a:cxn ang="0">
                  <a:pos x="0" y="208"/>
                </a:cxn>
                <a:cxn ang="0">
                  <a:pos x="0" y="0"/>
                </a:cxn>
              </a:cxnLst>
              <a:rect l="0" t="0" r="r" b="b"/>
              <a:pathLst>
                <a:path w="539" h="209">
                  <a:moveTo>
                    <a:pt x="0" y="0"/>
                  </a:moveTo>
                  <a:lnTo>
                    <a:pt x="538" y="0"/>
                  </a:lnTo>
                  <a:lnTo>
                    <a:pt x="538" y="208"/>
                  </a:lnTo>
                  <a:lnTo>
                    <a:pt x="0" y="208"/>
                  </a:lnTo>
                  <a:lnTo>
                    <a:pt x="0" y="0"/>
                  </a:lnTo>
                </a:path>
              </a:pathLst>
            </a:custGeom>
            <a:noFill/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0" name="Oval 44" descr="70%">
              <a:extLst>
                <a:ext uri="{FF2B5EF4-FFF2-40B4-BE49-F238E27FC236}">
                  <a16:creationId xmlns:a16="http://schemas.microsoft.com/office/drawing/2014/main" id="{BF1A8B71-9A47-4781-8C0D-98C1CDBB5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090"/>
              <a:ext cx="137" cy="221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1" name="Oval 45" descr="70%">
              <a:extLst>
                <a:ext uri="{FF2B5EF4-FFF2-40B4-BE49-F238E27FC236}">
                  <a16:creationId xmlns:a16="http://schemas.microsoft.com/office/drawing/2014/main" id="{D38329D4-562D-49B7-B268-69D609FA0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2097"/>
              <a:ext cx="137" cy="220"/>
            </a:xfrm>
            <a:prstGeom prst="ellips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2" name="Line 46">
              <a:extLst>
                <a:ext uri="{FF2B5EF4-FFF2-40B4-BE49-F238E27FC236}">
                  <a16:creationId xmlns:a16="http://schemas.microsoft.com/office/drawing/2014/main" id="{533A5CBA-52D0-4019-B47F-CE92CB9B1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2197"/>
              <a:ext cx="115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3" name="Line 47">
              <a:extLst>
                <a:ext uri="{FF2B5EF4-FFF2-40B4-BE49-F238E27FC236}">
                  <a16:creationId xmlns:a16="http://schemas.microsoft.com/office/drawing/2014/main" id="{37C20D1E-1733-4A0B-8040-42BCF1F7B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197"/>
              <a:ext cx="95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4" name="Line 48">
              <a:extLst>
                <a:ext uri="{FF2B5EF4-FFF2-40B4-BE49-F238E27FC236}">
                  <a16:creationId xmlns:a16="http://schemas.microsoft.com/office/drawing/2014/main" id="{6D3C24CD-915F-4015-8779-B28B95197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" y="2202"/>
              <a:ext cx="7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5" name="Line 49">
              <a:extLst>
                <a:ext uri="{FF2B5EF4-FFF2-40B4-BE49-F238E27FC236}">
                  <a16:creationId xmlns:a16="http://schemas.microsoft.com/office/drawing/2014/main" id="{A4AE74DC-AA47-47E7-A09D-A51894CC7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7" y="2460"/>
              <a:ext cx="7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6" name="Line 50">
              <a:extLst>
                <a:ext uri="{FF2B5EF4-FFF2-40B4-BE49-F238E27FC236}">
                  <a16:creationId xmlns:a16="http://schemas.microsoft.com/office/drawing/2014/main" id="{2307DBFD-EC34-4638-A495-86B864241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" y="2197"/>
              <a:ext cx="0" cy="26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7" name="Line 51">
              <a:extLst>
                <a:ext uri="{FF2B5EF4-FFF2-40B4-BE49-F238E27FC236}">
                  <a16:creationId xmlns:a16="http://schemas.microsoft.com/office/drawing/2014/main" id="{D80AE797-C2B7-40C6-A0FD-77ED1CD0D5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197"/>
              <a:ext cx="95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8" name="Line 52">
              <a:extLst>
                <a:ext uri="{FF2B5EF4-FFF2-40B4-BE49-F238E27FC236}">
                  <a16:creationId xmlns:a16="http://schemas.microsoft.com/office/drawing/2014/main" id="{2848F0B4-06DC-4C63-8D18-3BDE7ED000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" y="1932"/>
              <a:ext cx="0" cy="26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69" name="Line 53">
              <a:extLst>
                <a:ext uri="{FF2B5EF4-FFF2-40B4-BE49-F238E27FC236}">
                  <a16:creationId xmlns:a16="http://schemas.microsoft.com/office/drawing/2014/main" id="{8722589D-45DB-4845-9F22-D16E3C881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" y="1932"/>
              <a:ext cx="7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70" name="Line 54">
              <a:extLst>
                <a:ext uri="{FF2B5EF4-FFF2-40B4-BE49-F238E27FC236}">
                  <a16:creationId xmlns:a16="http://schemas.microsoft.com/office/drawing/2014/main" id="{FD86B107-85DB-42A6-8609-DEBAA8259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460"/>
              <a:ext cx="37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71" name="Line 55">
              <a:extLst>
                <a:ext uri="{FF2B5EF4-FFF2-40B4-BE49-F238E27FC236}">
                  <a16:creationId xmlns:a16="http://schemas.microsoft.com/office/drawing/2014/main" id="{077A3D6C-24B0-4E63-BDF5-EEB807709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5" y="2197"/>
              <a:ext cx="0" cy="26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72" name="Line 56">
              <a:extLst>
                <a:ext uri="{FF2B5EF4-FFF2-40B4-BE49-F238E27FC236}">
                  <a16:creationId xmlns:a16="http://schemas.microsoft.com/office/drawing/2014/main" id="{DFFD6E23-D328-440B-854F-0507EB8F2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1" y="2197"/>
              <a:ext cx="94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113722" name="Text Box 57">
            <a:extLst>
              <a:ext uri="{FF2B5EF4-FFF2-40B4-BE49-F238E27FC236}">
                <a16:creationId xmlns:a16="http://schemas.microsoft.com/office/drawing/2014/main" id="{B89FDCAB-07CC-47FD-A2B6-7BA4F3C8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5051425"/>
            <a:ext cx="264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Critical Path is a method to manage  work packages and tasks whose completing cannot be postponed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Critical Paths can be identified by project network analysis</a:t>
            </a:r>
          </a:p>
        </p:txBody>
      </p:sp>
      <p:sp>
        <p:nvSpPr>
          <p:cNvPr id="2441274" name="AutoShape 58">
            <a:extLst>
              <a:ext uri="{FF2B5EF4-FFF2-40B4-BE49-F238E27FC236}">
                <a16:creationId xmlns:a16="http://schemas.microsoft.com/office/drawing/2014/main" id="{0152ECEB-AD2E-4AA1-97D9-3B7C0344E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88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Critical path definition</a:t>
            </a:r>
          </a:p>
        </p:txBody>
      </p:sp>
      <p:grpSp>
        <p:nvGrpSpPr>
          <p:cNvPr id="113724" name="Group 59">
            <a:extLst>
              <a:ext uri="{FF2B5EF4-FFF2-40B4-BE49-F238E27FC236}">
                <a16:creationId xmlns:a16="http://schemas.microsoft.com/office/drawing/2014/main" id="{172BC4C3-92F3-4390-9A5B-7E5E74C66DFF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3938588"/>
            <a:ext cx="1944687" cy="955675"/>
            <a:chOff x="1850" y="2094"/>
            <a:chExt cx="1225" cy="602"/>
          </a:xfrm>
        </p:grpSpPr>
        <p:sp>
          <p:nvSpPr>
            <p:cNvPr id="2441276" name="Rectangle 60">
              <a:extLst>
                <a:ext uri="{FF2B5EF4-FFF2-40B4-BE49-F238E27FC236}">
                  <a16:creationId xmlns:a16="http://schemas.microsoft.com/office/drawing/2014/main" id="{FCDAFA0E-A7CE-4602-9AD1-EFB59D170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" y="2094"/>
              <a:ext cx="1196" cy="600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77" name="Rectangle 61">
              <a:extLst>
                <a:ext uri="{FF2B5EF4-FFF2-40B4-BE49-F238E27FC236}">
                  <a16:creationId xmlns:a16="http://schemas.microsoft.com/office/drawing/2014/main" id="{7E87CA36-5231-4400-82A9-7DD6C5E7A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095"/>
              <a:ext cx="322" cy="600"/>
            </a:xfrm>
            <a:prstGeom prst="rect">
              <a:avLst/>
            </a:prstGeom>
            <a:solidFill>
              <a:srgbClr val="BEE486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78" name="Rectangle 62">
              <a:extLst>
                <a:ext uri="{FF2B5EF4-FFF2-40B4-BE49-F238E27FC236}">
                  <a16:creationId xmlns:a16="http://schemas.microsoft.com/office/drawing/2014/main" id="{91EFD489-B76D-4588-9E8C-12B7E0AB3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2203"/>
              <a:ext cx="486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79" name="Rectangle 63">
              <a:extLst>
                <a:ext uri="{FF2B5EF4-FFF2-40B4-BE49-F238E27FC236}">
                  <a16:creationId xmlns:a16="http://schemas.microsoft.com/office/drawing/2014/main" id="{5B32915E-6E43-4092-9F5A-6952764C9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4" y="2313"/>
              <a:ext cx="359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0" name="Rectangle 64">
              <a:extLst>
                <a:ext uri="{FF2B5EF4-FFF2-40B4-BE49-F238E27FC236}">
                  <a16:creationId xmlns:a16="http://schemas.microsoft.com/office/drawing/2014/main" id="{3A7F2E26-123A-4198-B750-EF8A499E6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2402"/>
              <a:ext cx="324" cy="41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1" name="Rectangle 65">
              <a:extLst>
                <a:ext uri="{FF2B5EF4-FFF2-40B4-BE49-F238E27FC236}">
                  <a16:creationId xmlns:a16="http://schemas.microsoft.com/office/drawing/2014/main" id="{85D7A337-036D-442C-AF35-747BD21D8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" y="2501"/>
              <a:ext cx="58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2" name="Rectangle 66">
              <a:extLst>
                <a:ext uri="{FF2B5EF4-FFF2-40B4-BE49-F238E27FC236}">
                  <a16:creationId xmlns:a16="http://schemas.microsoft.com/office/drawing/2014/main" id="{1AA42667-44E6-40FB-B900-63D85D8B9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2601"/>
              <a:ext cx="178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3732" name="Rectangle 67">
              <a:extLst>
                <a:ext uri="{FF2B5EF4-FFF2-40B4-BE49-F238E27FC236}">
                  <a16:creationId xmlns:a16="http://schemas.microsoft.com/office/drawing/2014/main" id="{79E5510A-748B-4A7C-8645-EF83180F9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0" y="2160"/>
              <a:ext cx="415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1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2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3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4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5</a:t>
              </a:r>
            </a:p>
          </p:txBody>
        </p:sp>
        <p:sp>
          <p:nvSpPr>
            <p:cNvPr id="2441284" name="Rectangle 68">
              <a:extLst>
                <a:ext uri="{FF2B5EF4-FFF2-40B4-BE49-F238E27FC236}">
                  <a16:creationId xmlns:a16="http://schemas.microsoft.com/office/drawing/2014/main" id="{65CAA3C6-1C29-4B99-AD39-837D2C1EC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2094"/>
              <a:ext cx="91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5" name="Rectangle 69">
              <a:extLst>
                <a:ext uri="{FF2B5EF4-FFF2-40B4-BE49-F238E27FC236}">
                  <a16:creationId xmlns:a16="http://schemas.microsoft.com/office/drawing/2014/main" id="{7C0A8372-BB40-4513-88CA-AD05B1A1E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" y="2094"/>
              <a:ext cx="82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6" name="Rectangle 70">
              <a:extLst>
                <a:ext uri="{FF2B5EF4-FFF2-40B4-BE49-F238E27FC236}">
                  <a16:creationId xmlns:a16="http://schemas.microsoft.com/office/drawing/2014/main" id="{0581AB24-351F-405E-B395-3E2CF16B2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094"/>
              <a:ext cx="82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7" name="Rectangle 71">
              <a:extLst>
                <a:ext uri="{FF2B5EF4-FFF2-40B4-BE49-F238E27FC236}">
                  <a16:creationId xmlns:a16="http://schemas.microsoft.com/office/drawing/2014/main" id="{83209B26-D0DB-4927-94CE-C3226F53B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1" y="2094"/>
              <a:ext cx="92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8" name="Line 72">
              <a:extLst>
                <a:ext uri="{FF2B5EF4-FFF2-40B4-BE49-F238E27FC236}">
                  <a16:creationId xmlns:a16="http://schemas.microsoft.com/office/drawing/2014/main" id="{F46ED461-589C-4A08-A635-657E83506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" y="2094"/>
              <a:ext cx="0" cy="60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1289" name="Line 73">
              <a:extLst>
                <a:ext uri="{FF2B5EF4-FFF2-40B4-BE49-F238E27FC236}">
                  <a16:creationId xmlns:a16="http://schemas.microsoft.com/office/drawing/2014/main" id="{2B1DA5B8-D844-4449-A542-FF51D78EF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9" y="2094"/>
              <a:ext cx="87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113739" name="Text Box 74">
            <a:extLst>
              <a:ext uri="{FF2B5EF4-FFF2-40B4-BE49-F238E27FC236}">
                <a16:creationId xmlns:a16="http://schemas.microsoft.com/office/drawing/2014/main" id="{40C7AFD7-69DB-46DC-B745-20552BFF5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5051425"/>
            <a:ext cx="264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Gantt Diagram allows to define project milestones and work elapsed times; it helps Project Manager to monitor project status update and to re-design project plan in case of effort updates</a:t>
            </a:r>
          </a:p>
        </p:txBody>
      </p:sp>
      <p:sp>
        <p:nvSpPr>
          <p:cNvPr id="2441291" name="AutoShape 75">
            <a:extLst>
              <a:ext uri="{FF2B5EF4-FFF2-40B4-BE49-F238E27FC236}">
                <a16:creationId xmlns:a16="http://schemas.microsoft.com/office/drawing/2014/main" id="{8FAA0367-681F-4C8B-83A7-013E2AF4A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Gantt Design</a:t>
            </a:r>
          </a:p>
        </p:txBody>
      </p:sp>
      <p:sp>
        <p:nvSpPr>
          <p:cNvPr id="113741" name="Text Box 76">
            <a:extLst>
              <a:ext uri="{FF2B5EF4-FFF2-40B4-BE49-F238E27FC236}">
                <a16:creationId xmlns:a16="http://schemas.microsoft.com/office/drawing/2014/main" id="{C7F4C0F4-DE14-4A2B-A5FB-DB003C584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950" y="5051425"/>
            <a:ext cx="264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Resources MGMT focuses on the resources effort calculation aimed to complete work package on time and on budget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Cost Planning allows to assign costs to each WP, define project budget and design costs S curve</a:t>
            </a:r>
          </a:p>
        </p:txBody>
      </p:sp>
      <p:grpSp>
        <p:nvGrpSpPr>
          <p:cNvPr id="113742" name="Group 77">
            <a:extLst>
              <a:ext uri="{FF2B5EF4-FFF2-40B4-BE49-F238E27FC236}">
                <a16:creationId xmlns:a16="http://schemas.microsoft.com/office/drawing/2014/main" id="{B09D500D-C075-4B00-8D10-DD5AD330CAAE}"/>
              </a:ext>
            </a:extLst>
          </p:cNvPr>
          <p:cNvGrpSpPr>
            <a:grpSpLocks/>
          </p:cNvGrpSpPr>
          <p:nvPr/>
        </p:nvGrpSpPr>
        <p:grpSpPr bwMode="auto">
          <a:xfrm>
            <a:off x="6496050" y="3940175"/>
            <a:ext cx="2311400" cy="1014413"/>
            <a:chOff x="3595" y="2482"/>
            <a:chExt cx="1456" cy="639"/>
          </a:xfrm>
        </p:grpSpPr>
        <p:grpSp>
          <p:nvGrpSpPr>
            <p:cNvPr id="113743" name="Group 78">
              <a:extLst>
                <a:ext uri="{FF2B5EF4-FFF2-40B4-BE49-F238E27FC236}">
                  <a16:creationId xmlns:a16="http://schemas.microsoft.com/office/drawing/2014/main" id="{E8105FF9-92D5-49DC-B719-18D88F36DB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5" y="2482"/>
              <a:ext cx="926" cy="443"/>
              <a:chOff x="3595" y="2482"/>
              <a:chExt cx="926" cy="443"/>
            </a:xfrm>
          </p:grpSpPr>
          <p:sp>
            <p:nvSpPr>
              <p:cNvPr id="2441295" name="Rectangle 79">
                <a:extLst>
                  <a:ext uri="{FF2B5EF4-FFF2-40B4-BE49-F238E27FC236}">
                    <a16:creationId xmlns:a16="http://schemas.microsoft.com/office/drawing/2014/main" id="{654AC2AB-AD3F-4047-A977-CC321E212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5" y="2482"/>
                <a:ext cx="926" cy="44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grpSp>
            <p:nvGrpSpPr>
              <p:cNvPr id="113745" name="Group 80">
                <a:extLst>
                  <a:ext uri="{FF2B5EF4-FFF2-40B4-BE49-F238E27FC236}">
                    <a16:creationId xmlns:a16="http://schemas.microsoft.com/office/drawing/2014/main" id="{9C9E8B72-0D64-4364-AAC9-845287B266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2" y="2531"/>
                <a:ext cx="792" cy="344"/>
                <a:chOff x="1095" y="3264"/>
                <a:chExt cx="1743" cy="528"/>
              </a:xfrm>
            </p:grpSpPr>
            <p:sp>
              <p:nvSpPr>
                <p:cNvPr id="2441297" name="Rectangle 81" descr="10%">
                  <a:extLst>
                    <a:ext uri="{FF2B5EF4-FFF2-40B4-BE49-F238E27FC236}">
                      <a16:creationId xmlns:a16="http://schemas.microsoft.com/office/drawing/2014/main" id="{F7A3CF9F-7B9F-42EF-B61F-1E45971A0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7" y="3471"/>
                  <a:ext cx="147" cy="75"/>
                </a:xfrm>
                <a:prstGeom prst="rect">
                  <a:avLst/>
                </a:prstGeom>
                <a:pattFill prst="pct10">
                  <a:fgClr>
                    <a:srgbClr val="000000"/>
                  </a:fgClr>
                  <a:bgClr>
                    <a:srgbClr val="FF0000"/>
                  </a:bgClr>
                </a:patt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298" name="Rectangle 82" descr="10%">
                  <a:extLst>
                    <a:ext uri="{FF2B5EF4-FFF2-40B4-BE49-F238E27FC236}">
                      <a16:creationId xmlns:a16="http://schemas.microsoft.com/office/drawing/2014/main" id="{93628162-91E8-4D38-A0BF-0AD29BE832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3" y="3471"/>
                  <a:ext cx="145" cy="75"/>
                </a:xfrm>
                <a:prstGeom prst="rect">
                  <a:avLst/>
                </a:prstGeom>
                <a:pattFill prst="pct10">
                  <a:fgClr>
                    <a:srgbClr val="000000"/>
                  </a:fgClr>
                  <a:bgClr>
                    <a:srgbClr val="FF0000"/>
                  </a:bgClr>
                </a:patt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299" name="Rectangle 83">
                  <a:extLst>
                    <a:ext uri="{FF2B5EF4-FFF2-40B4-BE49-F238E27FC236}">
                      <a16:creationId xmlns:a16="http://schemas.microsoft.com/office/drawing/2014/main" id="{81A89C31-5B9B-499A-9E5C-0B2B93C750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2" y="3553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0" name="Rectangle 84">
                  <a:extLst>
                    <a:ext uri="{FF2B5EF4-FFF2-40B4-BE49-F238E27FC236}">
                      <a16:creationId xmlns:a16="http://schemas.microsoft.com/office/drawing/2014/main" id="{C781EA35-D61C-4E1F-BF6D-176F48367C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8" y="3553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1" name="Rectangle 85">
                  <a:extLst>
                    <a:ext uri="{FF2B5EF4-FFF2-40B4-BE49-F238E27FC236}">
                      <a16:creationId xmlns:a16="http://schemas.microsoft.com/office/drawing/2014/main" id="{4DDF7A2B-0FCA-467E-BD56-B87135E42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7" y="3553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2" name="Rectangle 86">
                  <a:extLst>
                    <a:ext uri="{FF2B5EF4-FFF2-40B4-BE49-F238E27FC236}">
                      <a16:creationId xmlns:a16="http://schemas.microsoft.com/office/drawing/2014/main" id="{C339F602-4445-4929-9D6F-0151B27177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3" y="3553"/>
                  <a:ext cx="145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3" name="Rectangle 87">
                  <a:extLst>
                    <a:ext uri="{FF2B5EF4-FFF2-40B4-BE49-F238E27FC236}">
                      <a16:creationId xmlns:a16="http://schemas.microsoft.com/office/drawing/2014/main" id="{0736AD94-FAB8-4C02-9013-A179AF2CC1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39" y="3553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4" name="Rectangle 88">
                  <a:extLst>
                    <a:ext uri="{FF2B5EF4-FFF2-40B4-BE49-F238E27FC236}">
                      <a16:creationId xmlns:a16="http://schemas.microsoft.com/office/drawing/2014/main" id="{CDBD6F37-A13E-4E37-9028-2B60A51E79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2" y="3632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5" name="Rectangle 89">
                  <a:extLst>
                    <a:ext uri="{FF2B5EF4-FFF2-40B4-BE49-F238E27FC236}">
                      <a16:creationId xmlns:a16="http://schemas.microsoft.com/office/drawing/2014/main" id="{D6BF89E7-93D0-45E2-86B3-BD12631335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8" y="3632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6" name="Rectangle 90">
                  <a:extLst>
                    <a:ext uri="{FF2B5EF4-FFF2-40B4-BE49-F238E27FC236}">
                      <a16:creationId xmlns:a16="http://schemas.microsoft.com/office/drawing/2014/main" id="{80D7BF4A-97A7-4CD1-B8E2-55230D47D0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7" y="3632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7" name="Rectangle 91">
                  <a:extLst>
                    <a:ext uri="{FF2B5EF4-FFF2-40B4-BE49-F238E27FC236}">
                      <a16:creationId xmlns:a16="http://schemas.microsoft.com/office/drawing/2014/main" id="{1E0A4FA4-E153-4A81-8E27-D97F8BD62B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3" y="3632"/>
                  <a:ext cx="145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8" name="Rectangle 92">
                  <a:extLst>
                    <a:ext uri="{FF2B5EF4-FFF2-40B4-BE49-F238E27FC236}">
                      <a16:creationId xmlns:a16="http://schemas.microsoft.com/office/drawing/2014/main" id="{3B027505-63D8-4F78-B58E-DDD383314A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39" y="3632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09" name="Rectangle 93">
                  <a:extLst>
                    <a:ext uri="{FF2B5EF4-FFF2-40B4-BE49-F238E27FC236}">
                      <a16:creationId xmlns:a16="http://schemas.microsoft.com/office/drawing/2014/main" id="{F781564B-8771-43BD-866F-44DEC44E3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3632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0" name="Rectangle 94">
                  <a:extLst>
                    <a:ext uri="{FF2B5EF4-FFF2-40B4-BE49-F238E27FC236}">
                      <a16:creationId xmlns:a16="http://schemas.microsoft.com/office/drawing/2014/main" id="{9C068FB2-202D-4EAE-A6E8-9EC40209E5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9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1" name="Rectangle 95">
                  <a:extLst>
                    <a:ext uri="{FF2B5EF4-FFF2-40B4-BE49-F238E27FC236}">
                      <a16:creationId xmlns:a16="http://schemas.microsoft.com/office/drawing/2014/main" id="{900B5B23-BF58-47B4-93B9-927565368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6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2" name="Rectangle 96">
                  <a:extLst>
                    <a:ext uri="{FF2B5EF4-FFF2-40B4-BE49-F238E27FC236}">
                      <a16:creationId xmlns:a16="http://schemas.microsoft.com/office/drawing/2014/main" id="{777532AB-041F-41A0-BAAC-7A8447E354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2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3" name="Rectangle 97">
                  <a:extLst>
                    <a:ext uri="{FF2B5EF4-FFF2-40B4-BE49-F238E27FC236}">
                      <a16:creationId xmlns:a16="http://schemas.microsoft.com/office/drawing/2014/main" id="{92400409-4B1F-4A5C-8A54-20A38F9637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8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4" name="Rectangle 98">
                  <a:extLst>
                    <a:ext uri="{FF2B5EF4-FFF2-40B4-BE49-F238E27FC236}">
                      <a16:creationId xmlns:a16="http://schemas.microsoft.com/office/drawing/2014/main" id="{A7A84252-32B4-4804-97A1-13839416C1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7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5" name="Rectangle 99">
                  <a:extLst>
                    <a:ext uri="{FF2B5EF4-FFF2-40B4-BE49-F238E27FC236}">
                      <a16:creationId xmlns:a16="http://schemas.microsoft.com/office/drawing/2014/main" id="{B952F079-751E-4932-9A6D-2C44A810B9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83" y="3714"/>
                  <a:ext cx="145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6" name="Rectangle 100">
                  <a:extLst>
                    <a:ext uri="{FF2B5EF4-FFF2-40B4-BE49-F238E27FC236}">
                      <a16:creationId xmlns:a16="http://schemas.microsoft.com/office/drawing/2014/main" id="{2C4E02B1-D8EE-4E5D-AA04-25939056C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39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7" name="Rectangle 101">
                  <a:extLst>
                    <a:ext uri="{FF2B5EF4-FFF2-40B4-BE49-F238E27FC236}">
                      <a16:creationId xmlns:a16="http://schemas.microsoft.com/office/drawing/2014/main" id="{EDAB10C6-F05D-47D8-8641-3E0097AEDD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8" name="Rectangle 102">
                  <a:extLst>
                    <a:ext uri="{FF2B5EF4-FFF2-40B4-BE49-F238E27FC236}">
                      <a16:creationId xmlns:a16="http://schemas.microsoft.com/office/drawing/2014/main" id="{CD213B11-FF90-4AA5-B84B-5292B5636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2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19" name="Rectangle 103">
                  <a:extLst>
                    <a:ext uri="{FF2B5EF4-FFF2-40B4-BE49-F238E27FC236}">
                      <a16:creationId xmlns:a16="http://schemas.microsoft.com/office/drawing/2014/main" id="{A28F098A-617D-4B8F-8C22-614E81E428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08" y="3714"/>
                  <a:ext cx="147" cy="75"/>
                </a:xfrm>
                <a:prstGeom prst="rect">
                  <a:avLst/>
                </a:prstGeom>
                <a:noFill/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20" name="Line 104">
                  <a:extLst>
                    <a:ext uri="{FF2B5EF4-FFF2-40B4-BE49-F238E27FC236}">
                      <a16:creationId xmlns:a16="http://schemas.microsoft.com/office/drawing/2014/main" id="{33C6AFF3-F369-47E8-B6E3-514A85480C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95" y="3264"/>
                  <a:ext cx="0" cy="523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21" name="Line 105">
                  <a:extLst>
                    <a:ext uri="{FF2B5EF4-FFF2-40B4-BE49-F238E27FC236}">
                      <a16:creationId xmlns:a16="http://schemas.microsoft.com/office/drawing/2014/main" id="{98C71329-B121-4D12-A4EF-588CDEFBEB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6" y="3792"/>
                  <a:ext cx="1732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22" name="Line 106">
                  <a:extLst>
                    <a:ext uri="{FF2B5EF4-FFF2-40B4-BE49-F238E27FC236}">
                      <a16:creationId xmlns:a16="http://schemas.microsoft.com/office/drawing/2014/main" id="{74B08820-852A-49F2-8121-34482F2A57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15" y="3549"/>
                  <a:ext cx="1541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23" name="Rectangle 107" descr="10%">
                  <a:extLst>
                    <a:ext uri="{FF2B5EF4-FFF2-40B4-BE49-F238E27FC236}">
                      <a16:creationId xmlns:a16="http://schemas.microsoft.com/office/drawing/2014/main" id="{1B9F3421-D683-4361-8B1D-8EC9DE0EF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7" y="3388"/>
                  <a:ext cx="143" cy="75"/>
                </a:xfrm>
                <a:prstGeom prst="rect">
                  <a:avLst/>
                </a:prstGeom>
                <a:pattFill prst="pct10">
                  <a:fgClr>
                    <a:srgbClr val="000000"/>
                  </a:fgClr>
                  <a:bgClr>
                    <a:srgbClr val="FF0000"/>
                  </a:bgClr>
                </a:patt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</p:grpSp>
        </p:grpSp>
        <p:grpSp>
          <p:nvGrpSpPr>
            <p:cNvPr id="113773" name="Group 108">
              <a:extLst>
                <a:ext uri="{FF2B5EF4-FFF2-40B4-BE49-F238E27FC236}">
                  <a16:creationId xmlns:a16="http://schemas.microsoft.com/office/drawing/2014/main" id="{00159929-9BE6-40A7-894D-205F53DB6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" y="2772"/>
              <a:ext cx="752" cy="349"/>
              <a:chOff x="4844" y="2658"/>
              <a:chExt cx="752" cy="349"/>
            </a:xfrm>
          </p:grpSpPr>
          <p:sp>
            <p:nvSpPr>
              <p:cNvPr id="2441325" name="Rectangle 109">
                <a:extLst>
                  <a:ext uri="{FF2B5EF4-FFF2-40B4-BE49-F238E27FC236}">
                    <a16:creationId xmlns:a16="http://schemas.microsoft.com/office/drawing/2014/main" id="{2719BBB8-5897-4E73-B64A-93CB48763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4" y="2658"/>
                <a:ext cx="752" cy="3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grpSp>
            <p:nvGrpSpPr>
              <p:cNvPr id="113775" name="Group 110">
                <a:extLst>
                  <a:ext uri="{FF2B5EF4-FFF2-40B4-BE49-F238E27FC236}">
                    <a16:creationId xmlns:a16="http://schemas.microsoft.com/office/drawing/2014/main" id="{B9DEEDB8-BBD5-4DF6-9F26-070932DFF2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8" y="2708"/>
                <a:ext cx="644" cy="250"/>
                <a:chOff x="4649" y="3456"/>
                <a:chExt cx="1371" cy="480"/>
              </a:xfrm>
            </p:grpSpPr>
            <p:sp>
              <p:nvSpPr>
                <p:cNvPr id="2441327" name="Line 111">
                  <a:extLst>
                    <a:ext uri="{FF2B5EF4-FFF2-40B4-BE49-F238E27FC236}">
                      <a16:creationId xmlns:a16="http://schemas.microsoft.com/office/drawing/2014/main" id="{32E7ECF9-009D-40FE-8623-B83848E9EE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9" y="3456"/>
                  <a:ext cx="0" cy="4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28" name="Line 112">
                  <a:extLst>
                    <a:ext uri="{FF2B5EF4-FFF2-40B4-BE49-F238E27FC236}">
                      <a16:creationId xmlns:a16="http://schemas.microsoft.com/office/drawing/2014/main" id="{46B6076A-BB91-4A32-B6B3-D348FE53A1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58" y="3936"/>
                  <a:ext cx="1362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29" name="Line 113">
                  <a:extLst>
                    <a:ext uri="{FF2B5EF4-FFF2-40B4-BE49-F238E27FC236}">
                      <a16:creationId xmlns:a16="http://schemas.microsoft.com/office/drawing/2014/main" id="{EB744D52-BAD9-40F2-92FC-24AEAD729A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49" y="3900"/>
                  <a:ext cx="194" cy="25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0" name="Line 114">
                  <a:extLst>
                    <a:ext uri="{FF2B5EF4-FFF2-40B4-BE49-F238E27FC236}">
                      <a16:creationId xmlns:a16="http://schemas.microsoft.com/office/drawing/2014/main" id="{03CA3692-C67A-47A1-B9FF-86261DC206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3" y="3875"/>
                  <a:ext cx="115" cy="25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1" name="Line 115">
                  <a:extLst>
                    <a:ext uri="{FF2B5EF4-FFF2-40B4-BE49-F238E27FC236}">
                      <a16:creationId xmlns:a16="http://schemas.microsoft.com/office/drawing/2014/main" id="{88FE459E-2EED-4A99-AF6A-DB31C0077E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958" y="3825"/>
                  <a:ext cx="117" cy="50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2" name="Line 116">
                  <a:extLst>
                    <a:ext uri="{FF2B5EF4-FFF2-40B4-BE49-F238E27FC236}">
                      <a16:creationId xmlns:a16="http://schemas.microsoft.com/office/drawing/2014/main" id="{2229973B-8213-4472-A251-49513B6696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75" y="3777"/>
                  <a:ext cx="77" cy="48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3" name="Line 117">
                  <a:extLst>
                    <a:ext uri="{FF2B5EF4-FFF2-40B4-BE49-F238E27FC236}">
                      <a16:creationId xmlns:a16="http://schemas.microsoft.com/office/drawing/2014/main" id="{71A5F8B5-5A18-498E-B0A0-44F6B94844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51" y="3713"/>
                  <a:ext cx="57" cy="63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4" name="Line 118">
                  <a:extLst>
                    <a:ext uri="{FF2B5EF4-FFF2-40B4-BE49-F238E27FC236}">
                      <a16:creationId xmlns:a16="http://schemas.microsoft.com/office/drawing/2014/main" id="{77D914C8-5015-4F57-90E8-52BB0A1A9E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09" y="3665"/>
                  <a:ext cx="57" cy="48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5" name="Line 119">
                  <a:extLst>
                    <a:ext uri="{FF2B5EF4-FFF2-40B4-BE49-F238E27FC236}">
                      <a16:creationId xmlns:a16="http://schemas.microsoft.com/office/drawing/2014/main" id="{B17EA906-1D21-44C8-9279-D8801FCF66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266" y="3615"/>
                  <a:ext cx="77" cy="50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6" name="Line 120">
                  <a:extLst>
                    <a:ext uri="{FF2B5EF4-FFF2-40B4-BE49-F238E27FC236}">
                      <a16:creationId xmlns:a16="http://schemas.microsoft.com/office/drawing/2014/main" id="{7D250782-8413-4CBD-A953-91CF5FE62D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343" y="3579"/>
                  <a:ext cx="117" cy="36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7" name="Line 121">
                  <a:extLst>
                    <a:ext uri="{FF2B5EF4-FFF2-40B4-BE49-F238E27FC236}">
                      <a16:creationId xmlns:a16="http://schemas.microsoft.com/office/drawing/2014/main" id="{94FD3173-D293-4CB1-B223-5C7BCC308A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60" y="3554"/>
                  <a:ext cx="134" cy="25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1338" name="Line 122">
                  <a:extLst>
                    <a:ext uri="{FF2B5EF4-FFF2-40B4-BE49-F238E27FC236}">
                      <a16:creationId xmlns:a16="http://schemas.microsoft.com/office/drawing/2014/main" id="{908DC33E-65F2-48A0-AF56-9899716212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94" y="3542"/>
                  <a:ext cx="155" cy="12"/>
                </a:xfrm>
                <a:prstGeom prst="line">
                  <a:avLst/>
                </a:prstGeom>
                <a:noFill/>
                <a:ln w="5715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</p:grpSp>
        </p:grpSp>
      </p:grpSp>
      <p:sp>
        <p:nvSpPr>
          <p:cNvPr id="2441339" name="AutoShape 123">
            <a:extLst>
              <a:ext uri="{FF2B5EF4-FFF2-40B4-BE49-F238E27FC236}">
                <a16:creationId xmlns:a16="http://schemas.microsoft.com/office/drawing/2014/main" id="{06102C53-555F-4629-AAAB-3B887CCC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938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Resources MGMT &amp; Costs Planning</a:t>
            </a:r>
          </a:p>
        </p:txBody>
      </p:sp>
      <p:sp>
        <p:nvSpPr>
          <p:cNvPr id="113789" name="Rectangle 124">
            <a:extLst>
              <a:ext uri="{FF2B5EF4-FFF2-40B4-BE49-F238E27FC236}">
                <a16:creationId xmlns:a16="http://schemas.microsoft.com/office/drawing/2014/main" id="{1C892D04-22E8-4BEA-A672-68109096A8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(4/9)</a:t>
            </a:r>
          </a:p>
        </p:txBody>
      </p:sp>
      <p:sp>
        <p:nvSpPr>
          <p:cNvPr id="2441341" name="AutoShape 125">
            <a:extLst>
              <a:ext uri="{FF2B5EF4-FFF2-40B4-BE49-F238E27FC236}">
                <a16:creationId xmlns:a16="http://schemas.microsoft.com/office/drawing/2014/main" id="{500512A7-BF7F-45CB-9533-CA99B55B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3522663"/>
            <a:ext cx="252413" cy="171450"/>
          </a:xfrm>
          <a:prstGeom prst="chevron">
            <a:avLst>
              <a:gd name="adj" fmla="val 4166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13791" name="Rectangle 126">
            <a:extLst>
              <a:ext uri="{FF2B5EF4-FFF2-40B4-BE49-F238E27FC236}">
                <a16:creationId xmlns:a16="http://schemas.microsoft.com/office/drawing/2014/main" id="{99F73F3B-412F-4421-A585-1E00066F1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2565400"/>
            <a:ext cx="78882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Business milestones verification and prioritization of initiatives.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Verification of operational planning,  IT priorities, available capacity within IT to manage the customer’s needs.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Definition of the main projects planning, based on the Customer’s priorities and IT capacity.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Identification of economical and physical resource needs </a:t>
            </a:r>
          </a:p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Budget Building and Allocation 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242" name="Freeform 2">
            <a:extLst>
              <a:ext uri="{FF2B5EF4-FFF2-40B4-BE49-F238E27FC236}">
                <a16:creationId xmlns:a16="http://schemas.microsoft.com/office/drawing/2014/main" id="{B7C94614-74B3-4D03-B090-C9D62B8C05C2}"/>
              </a:ext>
            </a:extLst>
          </p:cNvPr>
          <p:cNvSpPr>
            <a:spLocks/>
          </p:cNvSpPr>
          <p:nvPr/>
        </p:nvSpPr>
        <p:spPr bwMode="auto">
          <a:xfrm>
            <a:off x="1770063" y="2438400"/>
            <a:ext cx="5965825" cy="1089025"/>
          </a:xfrm>
          <a:custGeom>
            <a:avLst/>
            <a:gdLst/>
            <a:ahLst/>
            <a:cxnLst>
              <a:cxn ang="0">
                <a:pos x="2405" y="0"/>
              </a:cxn>
              <a:cxn ang="0">
                <a:pos x="2698" y="18"/>
              </a:cxn>
              <a:cxn ang="0">
                <a:pos x="3758" y="686"/>
              </a:cxn>
              <a:cxn ang="0">
                <a:pos x="0" y="686"/>
              </a:cxn>
              <a:cxn ang="0">
                <a:pos x="2405" y="0"/>
              </a:cxn>
            </a:cxnLst>
            <a:rect l="0" t="0" r="r" b="b"/>
            <a:pathLst>
              <a:path w="3758" h="686">
                <a:moveTo>
                  <a:pt x="2405" y="0"/>
                </a:moveTo>
                <a:lnTo>
                  <a:pt x="2698" y="18"/>
                </a:lnTo>
                <a:lnTo>
                  <a:pt x="3758" y="686"/>
                </a:lnTo>
                <a:lnTo>
                  <a:pt x="0" y="686"/>
                </a:lnTo>
                <a:lnTo>
                  <a:pt x="2405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5716" name="Group 3">
            <a:extLst>
              <a:ext uri="{FF2B5EF4-FFF2-40B4-BE49-F238E27FC236}">
                <a16:creationId xmlns:a16="http://schemas.microsoft.com/office/drawing/2014/main" id="{79CF53A0-FBA0-40D2-AD78-DF6F3ED489B0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15717" name="Text Box 4">
              <a:extLst>
                <a:ext uri="{FF2B5EF4-FFF2-40B4-BE49-F238E27FC236}">
                  <a16:creationId xmlns:a16="http://schemas.microsoft.com/office/drawing/2014/main" id="{83D9B92B-BF6A-420B-9965-08581CF59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2245" name="AutoShape 5">
              <a:extLst>
                <a:ext uri="{FF2B5EF4-FFF2-40B4-BE49-F238E27FC236}">
                  <a16:creationId xmlns:a16="http://schemas.microsoft.com/office/drawing/2014/main" id="{B0685D7D-6131-40C1-9A9D-F0A086CDB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5719" name="Group 6">
            <a:extLst>
              <a:ext uri="{FF2B5EF4-FFF2-40B4-BE49-F238E27FC236}">
                <a16:creationId xmlns:a16="http://schemas.microsoft.com/office/drawing/2014/main" id="{F0C06478-83B5-4C11-8687-26E16354820C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15720" name="Text Box 7">
              <a:extLst>
                <a:ext uri="{FF2B5EF4-FFF2-40B4-BE49-F238E27FC236}">
                  <a16:creationId xmlns:a16="http://schemas.microsoft.com/office/drawing/2014/main" id="{4E694913-E289-49F5-959F-C23538E9B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2248" name="AutoShape 8">
              <a:extLst>
                <a:ext uri="{FF2B5EF4-FFF2-40B4-BE49-F238E27FC236}">
                  <a16:creationId xmlns:a16="http://schemas.microsoft.com/office/drawing/2014/main" id="{3D93BEFF-470A-4B77-AFFE-331F14F6F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5722" name="Group 9">
            <a:extLst>
              <a:ext uri="{FF2B5EF4-FFF2-40B4-BE49-F238E27FC236}">
                <a16:creationId xmlns:a16="http://schemas.microsoft.com/office/drawing/2014/main" id="{DEC007E5-7AA6-40B4-B633-D0B5F738F6F0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42250" name="AutoShape 10">
              <a:extLst>
                <a:ext uri="{FF2B5EF4-FFF2-40B4-BE49-F238E27FC236}">
                  <a16:creationId xmlns:a16="http://schemas.microsoft.com/office/drawing/2014/main" id="{81898AA9-9146-4292-8CC1-CE77EDBBD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5724" name="Rectangle 11">
              <a:extLst>
                <a:ext uri="{FF2B5EF4-FFF2-40B4-BE49-F238E27FC236}">
                  <a16:creationId xmlns:a16="http://schemas.microsoft.com/office/drawing/2014/main" id="{85ACEFFE-C4EA-48EF-AB29-10FED50C4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15725" name="Group 12">
            <a:extLst>
              <a:ext uri="{FF2B5EF4-FFF2-40B4-BE49-F238E27FC236}">
                <a16:creationId xmlns:a16="http://schemas.microsoft.com/office/drawing/2014/main" id="{9817C49F-0180-45D0-8CFF-7934C4222BC9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42253" name="AutoShape 13">
              <a:extLst>
                <a:ext uri="{FF2B5EF4-FFF2-40B4-BE49-F238E27FC236}">
                  <a16:creationId xmlns:a16="http://schemas.microsoft.com/office/drawing/2014/main" id="{C10CA9EA-2E65-4347-A770-61355FC61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5727" name="Rectangle 14">
              <a:extLst>
                <a:ext uri="{FF2B5EF4-FFF2-40B4-BE49-F238E27FC236}">
                  <a16:creationId xmlns:a16="http://schemas.microsoft.com/office/drawing/2014/main" id="{B0143B88-A9FC-48A8-AC17-0E6B8D2D6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15728" name="Group 15">
            <a:extLst>
              <a:ext uri="{FF2B5EF4-FFF2-40B4-BE49-F238E27FC236}">
                <a16:creationId xmlns:a16="http://schemas.microsoft.com/office/drawing/2014/main" id="{59ED9B90-DBEE-46EE-A526-5798052D4A36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42256" name="AutoShape 16">
              <a:extLst>
                <a:ext uri="{FF2B5EF4-FFF2-40B4-BE49-F238E27FC236}">
                  <a16:creationId xmlns:a16="http://schemas.microsoft.com/office/drawing/2014/main" id="{1A42EFBD-CECC-49DC-A5CD-B653E300F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05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2257" name="Rectangle 17">
              <a:extLst>
                <a:ext uri="{FF2B5EF4-FFF2-40B4-BE49-F238E27FC236}">
                  <a16:creationId xmlns:a16="http://schemas.microsoft.com/office/drawing/2014/main" id="{AFCBA036-B6EC-4F7F-BBD4-04C498A66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1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5731" name="Group 18">
            <a:extLst>
              <a:ext uri="{FF2B5EF4-FFF2-40B4-BE49-F238E27FC236}">
                <a16:creationId xmlns:a16="http://schemas.microsoft.com/office/drawing/2014/main" id="{2881899A-DBBB-4AA3-B563-3F6EB4F9E406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42259" name="AutoShape 19">
              <a:extLst>
                <a:ext uri="{FF2B5EF4-FFF2-40B4-BE49-F238E27FC236}">
                  <a16:creationId xmlns:a16="http://schemas.microsoft.com/office/drawing/2014/main" id="{FBEC64A2-14A3-46EB-84B4-8B3409C47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5733" name="Rectangle 20">
              <a:extLst>
                <a:ext uri="{FF2B5EF4-FFF2-40B4-BE49-F238E27FC236}">
                  <a16:creationId xmlns:a16="http://schemas.microsoft.com/office/drawing/2014/main" id="{DBBB8A2D-2FFC-4D48-AF75-11D091207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15734" name="Group 21">
            <a:extLst>
              <a:ext uri="{FF2B5EF4-FFF2-40B4-BE49-F238E27FC236}">
                <a16:creationId xmlns:a16="http://schemas.microsoft.com/office/drawing/2014/main" id="{5D7E45BE-F1C3-44BF-A763-C84649B69CE2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42262" name="AutoShape 22">
              <a:extLst>
                <a:ext uri="{FF2B5EF4-FFF2-40B4-BE49-F238E27FC236}">
                  <a16:creationId xmlns:a16="http://schemas.microsoft.com/office/drawing/2014/main" id="{70D978AB-B7F7-4C83-BC79-7E87B525A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5736" name="Rectangle 23">
              <a:extLst>
                <a:ext uri="{FF2B5EF4-FFF2-40B4-BE49-F238E27FC236}">
                  <a16:creationId xmlns:a16="http://schemas.microsoft.com/office/drawing/2014/main" id="{4721AC76-F8F6-405F-8CB4-0AD91D0EA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15737" name="Group 24">
            <a:extLst>
              <a:ext uri="{FF2B5EF4-FFF2-40B4-BE49-F238E27FC236}">
                <a16:creationId xmlns:a16="http://schemas.microsoft.com/office/drawing/2014/main" id="{6C6CE29B-EBA2-450B-932E-0B8AFB91D719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42265" name="AutoShape 25">
              <a:extLst>
                <a:ext uri="{FF2B5EF4-FFF2-40B4-BE49-F238E27FC236}">
                  <a16:creationId xmlns:a16="http://schemas.microsoft.com/office/drawing/2014/main" id="{E73EECCF-E9E6-477D-889F-B7476B6ED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5739" name="Rectangle 26">
              <a:extLst>
                <a:ext uri="{FF2B5EF4-FFF2-40B4-BE49-F238E27FC236}">
                  <a16:creationId xmlns:a16="http://schemas.microsoft.com/office/drawing/2014/main" id="{70BE0351-92AD-4573-A623-3F1BBE7B6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42267" name="AutoShape 27">
            <a:extLst>
              <a:ext uri="{FF2B5EF4-FFF2-40B4-BE49-F238E27FC236}">
                <a16:creationId xmlns:a16="http://schemas.microsoft.com/office/drawing/2014/main" id="{2917B7F5-A5B8-472C-A49D-7AE80517F59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2268" name="AutoShape 28">
            <a:extLst>
              <a:ext uri="{FF2B5EF4-FFF2-40B4-BE49-F238E27FC236}">
                <a16:creationId xmlns:a16="http://schemas.microsoft.com/office/drawing/2014/main" id="{5E70B37F-10AC-44D2-9DCA-48799189778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2269" name="AutoShape 29">
            <a:extLst>
              <a:ext uri="{FF2B5EF4-FFF2-40B4-BE49-F238E27FC236}">
                <a16:creationId xmlns:a16="http://schemas.microsoft.com/office/drawing/2014/main" id="{8B9584BA-A6E3-40DE-97DA-43D500B38BD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2270" name="AutoShape 30">
            <a:extLst>
              <a:ext uri="{FF2B5EF4-FFF2-40B4-BE49-F238E27FC236}">
                <a16:creationId xmlns:a16="http://schemas.microsoft.com/office/drawing/2014/main" id="{3878E2F2-32ED-4A14-9CDB-1351A3E7E72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2271" name="AutoShape 31">
            <a:extLst>
              <a:ext uri="{FF2B5EF4-FFF2-40B4-BE49-F238E27FC236}">
                <a16:creationId xmlns:a16="http://schemas.microsoft.com/office/drawing/2014/main" id="{A660CCF8-C3D2-4C35-AEAD-01D5C4ACD0B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15745" name="Text Box 32">
            <a:extLst>
              <a:ext uri="{FF2B5EF4-FFF2-40B4-BE49-F238E27FC236}">
                <a16:creationId xmlns:a16="http://schemas.microsoft.com/office/drawing/2014/main" id="{D9342001-C5F7-4CA7-8FF0-A2B30EE9E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063" y="5087938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Solution definition (functional architecture)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Evaluation of technical and economic feasibility of proposed solution</a:t>
            </a:r>
          </a:p>
        </p:txBody>
      </p:sp>
      <p:grpSp>
        <p:nvGrpSpPr>
          <p:cNvPr id="115746" name="Group 33">
            <a:extLst>
              <a:ext uri="{FF2B5EF4-FFF2-40B4-BE49-F238E27FC236}">
                <a16:creationId xmlns:a16="http://schemas.microsoft.com/office/drawing/2014/main" id="{3A678CB9-B0FF-4E1C-8481-993150C21741}"/>
              </a:ext>
            </a:extLst>
          </p:cNvPr>
          <p:cNvGrpSpPr>
            <a:grpSpLocks/>
          </p:cNvGrpSpPr>
          <p:nvPr/>
        </p:nvGrpSpPr>
        <p:grpSpPr bwMode="auto">
          <a:xfrm>
            <a:off x="2606675" y="3851275"/>
            <a:ext cx="1982788" cy="1108075"/>
            <a:chOff x="1440" y="2426"/>
            <a:chExt cx="1249" cy="698"/>
          </a:xfrm>
        </p:grpSpPr>
        <p:grpSp>
          <p:nvGrpSpPr>
            <p:cNvPr id="115747" name="Group 34">
              <a:extLst>
                <a:ext uri="{FF2B5EF4-FFF2-40B4-BE49-F238E27FC236}">
                  <a16:creationId xmlns:a16="http://schemas.microsoft.com/office/drawing/2014/main" id="{5F90ADF8-E4DF-4F80-92E6-214B36D3B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6" y="2430"/>
              <a:ext cx="493" cy="438"/>
              <a:chOff x="4029" y="4171"/>
              <a:chExt cx="493" cy="438"/>
            </a:xfrm>
          </p:grpSpPr>
          <p:sp>
            <p:nvSpPr>
              <p:cNvPr id="115748" name="Rectangle 35">
                <a:extLst>
                  <a:ext uri="{FF2B5EF4-FFF2-40B4-BE49-F238E27FC236}">
                    <a16:creationId xmlns:a16="http://schemas.microsoft.com/office/drawing/2014/main" id="{4A5752A2-8A7C-49E8-AF94-9ABA8151F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9" y="4171"/>
                <a:ext cx="493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Analisi</a:t>
                </a: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Rischi IT</a:t>
                </a:r>
              </a:p>
            </p:txBody>
          </p:sp>
          <p:graphicFrame>
            <p:nvGraphicFramePr>
              <p:cNvPr id="115749" name="Object 36">
                <a:extLst>
                  <a:ext uri="{FF2B5EF4-FFF2-40B4-BE49-F238E27FC236}">
                    <a16:creationId xmlns:a16="http://schemas.microsoft.com/office/drawing/2014/main" id="{D1407CA4-651D-490C-9A7F-77C6980E35F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38" y="4178"/>
              <a:ext cx="322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" imgW="4016520" imgH="3945240" progId="MS_ClipArt_Gallery.2">
                      <p:embed/>
                    </p:oleObj>
                  </mc:Choice>
                  <mc:Fallback>
                    <p:oleObj name="ClipArt" r:id="rId2" imgW="4016520" imgH="3945240" progId="MS_ClipArt_Gallery.2">
                      <p:embed/>
                      <p:pic>
                        <p:nvPicPr>
                          <p:cNvPr id="115749" name="Object 36">
                            <a:extLst>
                              <a:ext uri="{FF2B5EF4-FFF2-40B4-BE49-F238E27FC236}">
                                <a16:creationId xmlns:a16="http://schemas.microsoft.com/office/drawing/2014/main" id="{D1407CA4-651D-490C-9A7F-77C6980E35F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38" y="4178"/>
                            <a:ext cx="322" cy="2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>
                                    <a:alpha val="50000"/>
                                  </a:srgbClr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5750" name="Group 37">
              <a:extLst>
                <a:ext uri="{FF2B5EF4-FFF2-40B4-BE49-F238E27FC236}">
                  <a16:creationId xmlns:a16="http://schemas.microsoft.com/office/drawing/2014/main" id="{438D28F5-0C87-472E-912A-38C1957933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1" y="2426"/>
              <a:ext cx="492" cy="438"/>
              <a:chOff x="2372" y="4171"/>
              <a:chExt cx="492" cy="438"/>
            </a:xfrm>
          </p:grpSpPr>
          <p:sp>
            <p:nvSpPr>
              <p:cNvPr id="115751" name="Rectangle 38">
                <a:extLst>
                  <a:ext uri="{FF2B5EF4-FFF2-40B4-BE49-F238E27FC236}">
                    <a16:creationId xmlns:a16="http://schemas.microsoft.com/office/drawing/2014/main" id="{8C9F03EA-F59B-47A3-BA00-9448998B29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2" y="4171"/>
                <a:ext cx="492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Analisi</a:t>
                </a: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Tempi</a:t>
                </a:r>
              </a:p>
            </p:txBody>
          </p:sp>
          <p:grpSp>
            <p:nvGrpSpPr>
              <p:cNvPr id="115752" name="Group 39">
                <a:extLst>
                  <a:ext uri="{FF2B5EF4-FFF2-40B4-BE49-F238E27FC236}">
                    <a16:creationId xmlns:a16="http://schemas.microsoft.com/office/drawing/2014/main" id="{F8ADFAC5-CE1C-46C3-8218-50DC082BFD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6" y="4258"/>
                <a:ext cx="373" cy="137"/>
                <a:chOff x="2103" y="2278"/>
                <a:chExt cx="590" cy="205"/>
              </a:xfrm>
            </p:grpSpPr>
            <p:sp>
              <p:nvSpPr>
                <p:cNvPr id="2442280" name="Rectangle 40">
                  <a:extLst>
                    <a:ext uri="{FF2B5EF4-FFF2-40B4-BE49-F238E27FC236}">
                      <a16:creationId xmlns:a16="http://schemas.microsoft.com/office/drawing/2014/main" id="{68DB30CB-91F8-4A01-B914-915AF2442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3" y="2278"/>
                  <a:ext cx="590" cy="205"/>
                </a:xfrm>
                <a:prstGeom prst="rect">
                  <a:avLst/>
                </a:prstGeom>
                <a:solidFill>
                  <a:srgbClr val="00FA8F"/>
                </a:solidFill>
                <a:ln w="7938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1" name="Rectangle 41">
                  <a:extLst>
                    <a:ext uri="{FF2B5EF4-FFF2-40B4-BE49-F238E27FC236}">
                      <a16:creationId xmlns:a16="http://schemas.microsoft.com/office/drawing/2014/main" id="{734F6094-1D44-45FC-B7FE-93612E5EEE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4" y="2378"/>
                  <a:ext cx="180" cy="1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2" name="Rectangle 42">
                  <a:extLst>
                    <a:ext uri="{FF2B5EF4-FFF2-40B4-BE49-F238E27FC236}">
                      <a16:creationId xmlns:a16="http://schemas.microsoft.com/office/drawing/2014/main" id="{8A2E5354-8A8D-4B47-9E8C-744FBD6D62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9" y="2446"/>
                  <a:ext cx="196" cy="9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3" name="Freeform 43">
                  <a:extLst>
                    <a:ext uri="{FF2B5EF4-FFF2-40B4-BE49-F238E27FC236}">
                      <a16:creationId xmlns:a16="http://schemas.microsoft.com/office/drawing/2014/main" id="{93080BA4-CD8C-45CF-8B66-FA5E495DAF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9" y="2339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26" y="74"/>
                    </a:cxn>
                    <a:cxn ang="0">
                      <a:pos x="0" y="0"/>
                    </a:cxn>
                    <a:cxn ang="0">
                      <a:pos x="59" y="0"/>
                    </a:cxn>
                    <a:cxn ang="0">
                      <a:pos x="26" y="74"/>
                    </a:cxn>
                  </a:cxnLst>
                  <a:rect l="0" t="0" r="r" b="b"/>
                  <a:pathLst>
                    <a:path w="59" h="74">
                      <a:moveTo>
                        <a:pt x="26" y="74"/>
                      </a:moveTo>
                      <a:lnTo>
                        <a:pt x="0" y="0"/>
                      </a:lnTo>
                      <a:lnTo>
                        <a:pt x="59" y="0"/>
                      </a:lnTo>
                      <a:lnTo>
                        <a:pt x="26" y="74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4" name="Freeform 44">
                  <a:extLst>
                    <a:ext uri="{FF2B5EF4-FFF2-40B4-BE49-F238E27FC236}">
                      <a16:creationId xmlns:a16="http://schemas.microsoft.com/office/drawing/2014/main" id="{1BE531DC-C653-402C-B4B8-1574354246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77" y="2413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29" y="75"/>
                    </a:cxn>
                    <a:cxn ang="0">
                      <a:pos x="0" y="0"/>
                    </a:cxn>
                    <a:cxn ang="0">
                      <a:pos x="60" y="0"/>
                    </a:cxn>
                    <a:cxn ang="0">
                      <a:pos x="29" y="75"/>
                    </a:cxn>
                  </a:cxnLst>
                  <a:rect l="0" t="0" r="r" b="b"/>
                  <a:pathLst>
                    <a:path w="60" h="75">
                      <a:moveTo>
                        <a:pt x="29" y="75"/>
                      </a:moveTo>
                      <a:lnTo>
                        <a:pt x="0" y="0"/>
                      </a:lnTo>
                      <a:lnTo>
                        <a:pt x="60" y="0"/>
                      </a:lnTo>
                      <a:lnTo>
                        <a:pt x="29" y="75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5" name="Freeform 45">
                  <a:extLst>
                    <a:ext uri="{FF2B5EF4-FFF2-40B4-BE49-F238E27FC236}">
                      <a16:creationId xmlns:a16="http://schemas.microsoft.com/office/drawing/2014/main" id="{8C16D81D-698C-4987-8592-7AF00F995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4" y="2410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27" y="75"/>
                    </a:cxn>
                    <a:cxn ang="0">
                      <a:pos x="0" y="0"/>
                    </a:cxn>
                    <a:cxn ang="0">
                      <a:pos x="60" y="0"/>
                    </a:cxn>
                    <a:cxn ang="0">
                      <a:pos x="27" y="75"/>
                    </a:cxn>
                  </a:cxnLst>
                  <a:rect l="0" t="0" r="r" b="b"/>
                  <a:pathLst>
                    <a:path w="60" h="75">
                      <a:moveTo>
                        <a:pt x="27" y="75"/>
                      </a:moveTo>
                      <a:lnTo>
                        <a:pt x="0" y="0"/>
                      </a:lnTo>
                      <a:lnTo>
                        <a:pt x="60" y="0"/>
                      </a:lnTo>
                      <a:lnTo>
                        <a:pt x="27" y="75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6" name="Freeform 46">
                  <a:extLst>
                    <a:ext uri="{FF2B5EF4-FFF2-40B4-BE49-F238E27FC236}">
                      <a16:creationId xmlns:a16="http://schemas.microsoft.com/office/drawing/2014/main" id="{1F20C5E2-A637-4C7D-BC67-123066C806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2" y="2333"/>
                  <a:ext cx="30" cy="37"/>
                </a:xfrm>
                <a:custGeom>
                  <a:avLst/>
                  <a:gdLst/>
                  <a:ahLst/>
                  <a:cxnLst>
                    <a:cxn ang="0">
                      <a:pos x="35" y="74"/>
                    </a:cxn>
                    <a:cxn ang="0">
                      <a:pos x="0" y="0"/>
                    </a:cxn>
                    <a:cxn ang="0">
                      <a:pos x="59" y="0"/>
                    </a:cxn>
                    <a:cxn ang="0">
                      <a:pos x="35" y="74"/>
                    </a:cxn>
                  </a:cxnLst>
                  <a:rect l="0" t="0" r="r" b="b"/>
                  <a:pathLst>
                    <a:path w="59" h="74">
                      <a:moveTo>
                        <a:pt x="35" y="74"/>
                      </a:moveTo>
                      <a:lnTo>
                        <a:pt x="0" y="0"/>
                      </a:lnTo>
                      <a:lnTo>
                        <a:pt x="59" y="0"/>
                      </a:lnTo>
                      <a:lnTo>
                        <a:pt x="35" y="74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7" name="Rectangle 47">
                  <a:extLst>
                    <a:ext uri="{FF2B5EF4-FFF2-40B4-BE49-F238E27FC236}">
                      <a16:creationId xmlns:a16="http://schemas.microsoft.com/office/drawing/2014/main" id="{4EB51A48-FCDB-4F31-BA00-A80165D366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3" y="2278"/>
                  <a:ext cx="590" cy="205"/>
                </a:xfrm>
                <a:prstGeom prst="rect">
                  <a:avLst/>
                </a:prstGeom>
                <a:solidFill>
                  <a:srgbClr val="FFFFFF"/>
                </a:solidFill>
                <a:ln w="7938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8" name="Rectangle 48">
                  <a:extLst>
                    <a:ext uri="{FF2B5EF4-FFF2-40B4-BE49-F238E27FC236}">
                      <a16:creationId xmlns:a16="http://schemas.microsoft.com/office/drawing/2014/main" id="{8648F3FA-5ABB-4008-AE1C-9335D1183A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4" y="2378"/>
                  <a:ext cx="180" cy="10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89" name="Rectangle 49">
                  <a:extLst>
                    <a:ext uri="{FF2B5EF4-FFF2-40B4-BE49-F238E27FC236}">
                      <a16:creationId xmlns:a16="http://schemas.microsoft.com/office/drawing/2014/main" id="{5799FEE8-7902-44E8-9A78-1A6D718F71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89" y="2446"/>
                  <a:ext cx="196" cy="9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90" name="Freeform 50">
                  <a:extLst>
                    <a:ext uri="{FF2B5EF4-FFF2-40B4-BE49-F238E27FC236}">
                      <a16:creationId xmlns:a16="http://schemas.microsoft.com/office/drawing/2014/main" id="{25D655B6-6D57-46EE-807E-59AADD3CF5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9" y="2339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26" y="74"/>
                    </a:cxn>
                    <a:cxn ang="0">
                      <a:pos x="0" y="0"/>
                    </a:cxn>
                    <a:cxn ang="0">
                      <a:pos x="59" y="0"/>
                    </a:cxn>
                    <a:cxn ang="0">
                      <a:pos x="26" y="74"/>
                    </a:cxn>
                  </a:cxnLst>
                  <a:rect l="0" t="0" r="r" b="b"/>
                  <a:pathLst>
                    <a:path w="59" h="74">
                      <a:moveTo>
                        <a:pt x="26" y="74"/>
                      </a:moveTo>
                      <a:lnTo>
                        <a:pt x="0" y="0"/>
                      </a:lnTo>
                      <a:lnTo>
                        <a:pt x="59" y="0"/>
                      </a:lnTo>
                      <a:lnTo>
                        <a:pt x="26" y="74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91" name="Freeform 51">
                  <a:extLst>
                    <a:ext uri="{FF2B5EF4-FFF2-40B4-BE49-F238E27FC236}">
                      <a16:creationId xmlns:a16="http://schemas.microsoft.com/office/drawing/2014/main" id="{66031F47-410C-490D-BF6E-FA7E281948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77" y="2413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29" y="75"/>
                    </a:cxn>
                    <a:cxn ang="0">
                      <a:pos x="0" y="0"/>
                    </a:cxn>
                    <a:cxn ang="0">
                      <a:pos x="60" y="0"/>
                    </a:cxn>
                    <a:cxn ang="0">
                      <a:pos x="29" y="75"/>
                    </a:cxn>
                  </a:cxnLst>
                  <a:rect l="0" t="0" r="r" b="b"/>
                  <a:pathLst>
                    <a:path w="60" h="75">
                      <a:moveTo>
                        <a:pt x="29" y="75"/>
                      </a:moveTo>
                      <a:lnTo>
                        <a:pt x="0" y="0"/>
                      </a:lnTo>
                      <a:lnTo>
                        <a:pt x="60" y="0"/>
                      </a:lnTo>
                      <a:lnTo>
                        <a:pt x="29" y="75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92" name="Freeform 52">
                  <a:extLst>
                    <a:ext uri="{FF2B5EF4-FFF2-40B4-BE49-F238E27FC236}">
                      <a16:creationId xmlns:a16="http://schemas.microsoft.com/office/drawing/2014/main" id="{D707CFA2-26A3-4827-B2E0-34CE39E964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4" y="2410"/>
                  <a:ext cx="30" cy="36"/>
                </a:xfrm>
                <a:custGeom>
                  <a:avLst/>
                  <a:gdLst/>
                  <a:ahLst/>
                  <a:cxnLst>
                    <a:cxn ang="0">
                      <a:pos x="27" y="75"/>
                    </a:cxn>
                    <a:cxn ang="0">
                      <a:pos x="0" y="0"/>
                    </a:cxn>
                    <a:cxn ang="0">
                      <a:pos x="60" y="0"/>
                    </a:cxn>
                    <a:cxn ang="0">
                      <a:pos x="27" y="75"/>
                    </a:cxn>
                  </a:cxnLst>
                  <a:rect l="0" t="0" r="r" b="b"/>
                  <a:pathLst>
                    <a:path w="60" h="75">
                      <a:moveTo>
                        <a:pt x="27" y="75"/>
                      </a:moveTo>
                      <a:lnTo>
                        <a:pt x="0" y="0"/>
                      </a:lnTo>
                      <a:lnTo>
                        <a:pt x="60" y="0"/>
                      </a:lnTo>
                      <a:lnTo>
                        <a:pt x="27" y="75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293" name="Freeform 53">
                  <a:extLst>
                    <a:ext uri="{FF2B5EF4-FFF2-40B4-BE49-F238E27FC236}">
                      <a16:creationId xmlns:a16="http://schemas.microsoft.com/office/drawing/2014/main" id="{0DFCFA04-8671-4FAF-A395-098F237D7D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2" y="2333"/>
                  <a:ext cx="30" cy="37"/>
                </a:xfrm>
                <a:custGeom>
                  <a:avLst/>
                  <a:gdLst/>
                  <a:ahLst/>
                  <a:cxnLst>
                    <a:cxn ang="0">
                      <a:pos x="35" y="74"/>
                    </a:cxn>
                    <a:cxn ang="0">
                      <a:pos x="0" y="0"/>
                    </a:cxn>
                    <a:cxn ang="0">
                      <a:pos x="59" y="0"/>
                    </a:cxn>
                    <a:cxn ang="0">
                      <a:pos x="35" y="74"/>
                    </a:cxn>
                  </a:cxnLst>
                  <a:rect l="0" t="0" r="r" b="b"/>
                  <a:pathLst>
                    <a:path w="59" h="74">
                      <a:moveTo>
                        <a:pt x="35" y="74"/>
                      </a:moveTo>
                      <a:lnTo>
                        <a:pt x="0" y="0"/>
                      </a:lnTo>
                      <a:lnTo>
                        <a:pt x="59" y="0"/>
                      </a:lnTo>
                      <a:lnTo>
                        <a:pt x="35" y="74"/>
                      </a:lnTo>
                      <a:close/>
                    </a:path>
                  </a:pathLst>
                </a:custGeom>
                <a:solidFill>
                  <a:srgbClr val="3366CC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</p:grpSp>
        </p:grpSp>
        <p:grpSp>
          <p:nvGrpSpPr>
            <p:cNvPr id="115767" name="Group 54">
              <a:extLst>
                <a:ext uri="{FF2B5EF4-FFF2-40B4-BE49-F238E27FC236}">
                  <a16:creationId xmlns:a16="http://schemas.microsoft.com/office/drawing/2014/main" id="{D9309A19-FD61-4779-B9B9-BA2EEA5AB5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1" y="2563"/>
              <a:ext cx="494" cy="438"/>
              <a:chOff x="2918" y="4171"/>
              <a:chExt cx="494" cy="438"/>
            </a:xfrm>
          </p:grpSpPr>
          <p:sp>
            <p:nvSpPr>
              <p:cNvPr id="115768" name="Rectangle 55">
                <a:extLst>
                  <a:ext uri="{FF2B5EF4-FFF2-40B4-BE49-F238E27FC236}">
                    <a16:creationId xmlns:a16="http://schemas.microsoft.com/office/drawing/2014/main" id="{FE108280-9C29-4579-B84D-1AD0744DB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8" y="4171"/>
                <a:ext cx="494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Analisi</a:t>
                </a: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Costi</a:t>
                </a:r>
              </a:p>
            </p:txBody>
          </p:sp>
          <p:graphicFrame>
            <p:nvGraphicFramePr>
              <p:cNvPr id="115769" name="Object 56">
                <a:extLst>
                  <a:ext uri="{FF2B5EF4-FFF2-40B4-BE49-F238E27FC236}">
                    <a16:creationId xmlns:a16="http://schemas.microsoft.com/office/drawing/2014/main" id="{37338C4E-BAFC-4B6F-B3BC-EB958163F5F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54" y="4175"/>
              <a:ext cx="396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Worksheet" r:id="rId4" imgW="7020151" imgH="3915137" progId="Excel.Sheet.8">
                      <p:embed/>
                    </p:oleObj>
                  </mc:Choice>
                  <mc:Fallback>
                    <p:oleObj name="Worksheet" r:id="rId4" imgW="7020151" imgH="3915137" progId="Excel.Sheet.8">
                      <p:embed/>
                      <p:pic>
                        <p:nvPicPr>
                          <p:cNvPr id="115769" name="Object 56">
                            <a:extLst>
                              <a:ext uri="{FF2B5EF4-FFF2-40B4-BE49-F238E27FC236}">
                                <a16:creationId xmlns:a16="http://schemas.microsoft.com/office/drawing/2014/main" id="{37338C4E-BAFC-4B6F-B3BC-EB958163F5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54" y="4175"/>
                            <a:ext cx="396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BEE486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5770" name="Group 57">
              <a:extLst>
                <a:ext uri="{FF2B5EF4-FFF2-40B4-BE49-F238E27FC236}">
                  <a16:creationId xmlns:a16="http://schemas.microsoft.com/office/drawing/2014/main" id="{8EA8E21E-E92D-4345-AA66-F8234BE84D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4" y="2546"/>
              <a:ext cx="493" cy="438"/>
              <a:chOff x="4024" y="3655"/>
              <a:chExt cx="493" cy="438"/>
            </a:xfrm>
          </p:grpSpPr>
          <p:sp>
            <p:nvSpPr>
              <p:cNvPr id="115771" name="Rectangle 58">
                <a:extLst>
                  <a:ext uri="{FF2B5EF4-FFF2-40B4-BE49-F238E27FC236}">
                    <a16:creationId xmlns:a16="http://schemas.microsoft.com/office/drawing/2014/main" id="{683A378D-6EA5-443B-89A1-FC8677575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4" y="3655"/>
                <a:ext cx="493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Modello</a:t>
                </a: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r>
                  <a:rPr lang="en-US" sz="800" b="0" noProof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dati</a:t>
                </a: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 err="1">
                    <a:solidFill>
                      <a:srgbClr val="000000"/>
                    </a:solidFill>
                    <a:latin typeface="Tahoma" panose="020B0604030504040204" pitchFamily="34" charset="0"/>
                  </a:rPr>
                  <a:t>concettuale</a:t>
                </a: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grpSp>
            <p:nvGrpSpPr>
              <p:cNvPr id="115772" name="Group 59">
                <a:extLst>
                  <a:ext uri="{FF2B5EF4-FFF2-40B4-BE49-F238E27FC236}">
                    <a16:creationId xmlns:a16="http://schemas.microsoft.com/office/drawing/2014/main" id="{553C2BD8-F223-4574-AB86-656549FC74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3" y="3705"/>
                <a:ext cx="443" cy="166"/>
                <a:chOff x="939" y="1527"/>
                <a:chExt cx="2006" cy="670"/>
              </a:xfrm>
            </p:grpSpPr>
            <p:sp>
              <p:nvSpPr>
                <p:cNvPr id="2442300" name="Rectangle 60">
                  <a:extLst>
                    <a:ext uri="{FF2B5EF4-FFF2-40B4-BE49-F238E27FC236}">
                      <a16:creationId xmlns:a16="http://schemas.microsoft.com/office/drawing/2014/main" id="{AFC84762-1713-4A2F-AD01-3E503CB703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6" y="1539"/>
                  <a:ext cx="634" cy="634"/>
                </a:xfrm>
                <a:prstGeom prst="rect">
                  <a:avLst/>
                </a:prstGeom>
                <a:solidFill>
                  <a:srgbClr val="FFFFCC"/>
                </a:solidFill>
                <a:ln w="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115774" name="Rectangle 61">
                  <a:extLst>
                    <a:ext uri="{FF2B5EF4-FFF2-40B4-BE49-F238E27FC236}">
                      <a16:creationId xmlns:a16="http://schemas.microsoft.com/office/drawing/2014/main" id="{CA33F9D2-1BAF-4081-BDF5-910FBAD752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0" y="1648"/>
                  <a:ext cx="656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Answers Repository</a:t>
                  </a:r>
                </a:p>
              </p:txBody>
            </p:sp>
            <p:sp>
              <p:nvSpPr>
                <p:cNvPr id="115775" name="Rectangle 62">
                  <a:extLst>
                    <a:ext uri="{FF2B5EF4-FFF2-40B4-BE49-F238E27FC236}">
                      <a16:creationId xmlns:a16="http://schemas.microsoft.com/office/drawing/2014/main" id="{CFA3713E-41D5-4F33-86DE-1017ECC105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2" y="1575"/>
                  <a:ext cx="421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&lt;&lt;entity&gt;&gt;</a:t>
                  </a:r>
                </a:p>
              </p:txBody>
            </p:sp>
            <p:sp>
              <p:nvSpPr>
                <p:cNvPr id="2442303" name="Rectangle 63">
                  <a:extLst>
                    <a:ext uri="{FF2B5EF4-FFF2-40B4-BE49-F238E27FC236}">
                      <a16:creationId xmlns:a16="http://schemas.microsoft.com/office/drawing/2014/main" id="{166D9951-7D58-46A4-B451-3B0408296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6" y="1705"/>
                  <a:ext cx="634" cy="468"/>
                </a:xfrm>
                <a:prstGeom prst="rect">
                  <a:avLst/>
                </a:prstGeom>
                <a:noFill/>
                <a:ln w="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04" name="Rectangle 64">
                  <a:extLst>
                    <a:ext uri="{FF2B5EF4-FFF2-40B4-BE49-F238E27FC236}">
                      <a16:creationId xmlns:a16="http://schemas.microsoft.com/office/drawing/2014/main" id="{6F490646-844B-4513-8523-A5E77EFBAB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6" y="1814"/>
                  <a:ext cx="634" cy="359"/>
                </a:xfrm>
                <a:prstGeom prst="rect">
                  <a:avLst/>
                </a:prstGeom>
                <a:noFill/>
                <a:ln w="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115778" name="Rectangle 65">
                  <a:extLst>
                    <a:ext uri="{FF2B5EF4-FFF2-40B4-BE49-F238E27FC236}">
                      <a16:creationId xmlns:a16="http://schemas.microsoft.com/office/drawing/2014/main" id="{41A7CA2A-B8AB-42FA-B8B1-8DECCED16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3" y="1741"/>
                  <a:ext cx="630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 err="1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answerText</a:t>
                  </a: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 : BLOB</a:t>
                  </a:r>
                </a:p>
              </p:txBody>
            </p:sp>
            <p:sp>
              <p:nvSpPr>
                <p:cNvPr id="115779" name="Rectangle 66">
                  <a:extLst>
                    <a:ext uri="{FF2B5EF4-FFF2-40B4-BE49-F238E27FC236}">
                      <a16:creationId xmlns:a16="http://schemas.microsoft.com/office/drawing/2014/main" id="{E68B1A5F-36B7-463D-866E-C6BA703BF6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7" y="1882"/>
                  <a:ext cx="507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Retrieve Data()</a:t>
                  </a:r>
                </a:p>
              </p:txBody>
            </p:sp>
            <p:sp>
              <p:nvSpPr>
                <p:cNvPr id="115780" name="Rectangle 67">
                  <a:extLst>
                    <a:ext uri="{FF2B5EF4-FFF2-40B4-BE49-F238E27FC236}">
                      <a16:creationId xmlns:a16="http://schemas.microsoft.com/office/drawing/2014/main" id="{45D4FB9D-CB05-419F-B02C-C913CD257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7" y="1955"/>
                  <a:ext cx="598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Retrieve Answer()</a:t>
                  </a:r>
                </a:p>
              </p:txBody>
            </p:sp>
            <p:sp>
              <p:nvSpPr>
                <p:cNvPr id="115781" name="Rectangle 68">
                  <a:extLst>
                    <a:ext uri="{FF2B5EF4-FFF2-40B4-BE49-F238E27FC236}">
                      <a16:creationId xmlns:a16="http://schemas.microsoft.com/office/drawing/2014/main" id="{C0CAECED-A2FB-4814-86A9-45602465CE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2" y="2027"/>
                  <a:ext cx="507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Store Answer()</a:t>
                  </a:r>
                </a:p>
              </p:txBody>
            </p:sp>
            <p:sp>
              <p:nvSpPr>
                <p:cNvPr id="115782" name="Rectangle 69">
                  <a:extLst>
                    <a:ext uri="{FF2B5EF4-FFF2-40B4-BE49-F238E27FC236}">
                      <a16:creationId xmlns:a16="http://schemas.microsoft.com/office/drawing/2014/main" id="{E0ABEA71-95FF-410F-8023-5EB8C7DF29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8" y="2096"/>
                  <a:ext cx="625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Schedule Answer()</a:t>
                  </a:r>
                </a:p>
              </p:txBody>
            </p:sp>
            <p:sp>
              <p:nvSpPr>
                <p:cNvPr id="2442310" name="Rectangle 70">
                  <a:extLst>
                    <a:ext uri="{FF2B5EF4-FFF2-40B4-BE49-F238E27FC236}">
                      <a16:creationId xmlns:a16="http://schemas.microsoft.com/office/drawing/2014/main" id="{8AAA6CF3-5905-4667-BBFB-A7F1DBB4A4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6" y="1527"/>
                  <a:ext cx="720" cy="642"/>
                </a:xfrm>
                <a:prstGeom prst="rect">
                  <a:avLst/>
                </a:prstGeom>
                <a:solidFill>
                  <a:srgbClr val="FFFFCC"/>
                </a:solidFill>
                <a:ln w="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115784" name="Rectangle 71">
                  <a:extLst>
                    <a:ext uri="{FF2B5EF4-FFF2-40B4-BE49-F238E27FC236}">
                      <a16:creationId xmlns:a16="http://schemas.microsoft.com/office/drawing/2014/main" id="{E5698A0B-0C94-4FEF-B72E-23C94310B7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2" y="1640"/>
                  <a:ext cx="684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Feedback Repository</a:t>
                  </a:r>
                </a:p>
              </p:txBody>
            </p:sp>
            <p:sp>
              <p:nvSpPr>
                <p:cNvPr id="115785" name="Rectangle 72">
                  <a:extLst>
                    <a:ext uri="{FF2B5EF4-FFF2-40B4-BE49-F238E27FC236}">
                      <a16:creationId xmlns:a16="http://schemas.microsoft.com/office/drawing/2014/main" id="{03EE5023-C824-4196-A87D-D1178FC7F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0" y="1567"/>
                  <a:ext cx="421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&lt;&lt;entity&gt;&gt;</a:t>
                  </a:r>
                </a:p>
              </p:txBody>
            </p:sp>
            <p:sp>
              <p:nvSpPr>
                <p:cNvPr id="2442313" name="Rectangle 73">
                  <a:extLst>
                    <a:ext uri="{FF2B5EF4-FFF2-40B4-BE49-F238E27FC236}">
                      <a16:creationId xmlns:a16="http://schemas.microsoft.com/office/drawing/2014/main" id="{D402832B-8090-4FD3-9F4E-35485A170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6" y="1697"/>
                  <a:ext cx="720" cy="472"/>
                </a:xfrm>
                <a:prstGeom prst="rect">
                  <a:avLst/>
                </a:prstGeom>
                <a:noFill/>
                <a:ln w="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14" name="Rectangle 74">
                  <a:extLst>
                    <a:ext uri="{FF2B5EF4-FFF2-40B4-BE49-F238E27FC236}">
                      <a16:creationId xmlns:a16="http://schemas.microsoft.com/office/drawing/2014/main" id="{42E94F30-1705-4230-972B-82D988347B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6" y="1955"/>
                  <a:ext cx="720" cy="214"/>
                </a:xfrm>
                <a:prstGeom prst="rect">
                  <a:avLst/>
                </a:prstGeom>
                <a:noFill/>
                <a:ln w="0">
                  <a:solidFill>
                    <a:srgbClr val="990033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115788" name="Rectangle 75">
                  <a:extLst>
                    <a:ext uri="{FF2B5EF4-FFF2-40B4-BE49-F238E27FC236}">
                      <a16:creationId xmlns:a16="http://schemas.microsoft.com/office/drawing/2014/main" id="{3C2972A0-68CE-4C38-9B69-E2859937C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6" y="1733"/>
                  <a:ext cx="838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 err="1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articleRelevance</a:t>
                  </a: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 : Integer</a:t>
                  </a:r>
                </a:p>
              </p:txBody>
            </p:sp>
            <p:sp>
              <p:nvSpPr>
                <p:cNvPr id="115789" name="Rectangle 76">
                  <a:extLst>
                    <a:ext uri="{FF2B5EF4-FFF2-40B4-BE49-F238E27FC236}">
                      <a16:creationId xmlns:a16="http://schemas.microsoft.com/office/drawing/2014/main" id="{19B55FC1-244B-4C32-8405-2D6EEB29EA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2" y="1805"/>
                  <a:ext cx="855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 err="1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articleUsefulness</a:t>
                  </a: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 : Integer</a:t>
                  </a:r>
                </a:p>
              </p:txBody>
            </p:sp>
            <p:sp>
              <p:nvSpPr>
                <p:cNvPr id="115790" name="Rectangle 77">
                  <a:extLst>
                    <a:ext uri="{FF2B5EF4-FFF2-40B4-BE49-F238E27FC236}">
                      <a16:creationId xmlns:a16="http://schemas.microsoft.com/office/drawing/2014/main" id="{4D48262F-7EA8-416A-82D1-0F484735B1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93" y="1874"/>
                  <a:ext cx="589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comments : BLOB</a:t>
                  </a:r>
                </a:p>
              </p:txBody>
            </p:sp>
            <p:sp>
              <p:nvSpPr>
                <p:cNvPr id="115791" name="Rectangle 78">
                  <a:extLst>
                    <a:ext uri="{FF2B5EF4-FFF2-40B4-BE49-F238E27FC236}">
                      <a16:creationId xmlns:a16="http://schemas.microsoft.com/office/drawing/2014/main" id="{775037B9-FEBC-4568-963E-CA9E71DE0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43" y="2019"/>
                  <a:ext cx="507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Retrieve Data()</a:t>
                  </a:r>
                </a:p>
              </p:txBody>
            </p:sp>
            <p:sp>
              <p:nvSpPr>
                <p:cNvPr id="115792" name="Rectangle 79">
                  <a:extLst>
                    <a:ext uri="{FF2B5EF4-FFF2-40B4-BE49-F238E27FC236}">
                      <a16:creationId xmlns:a16="http://schemas.microsoft.com/office/drawing/2014/main" id="{6930A323-DABC-4608-A842-02DB0E20B6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39" y="2088"/>
                  <a:ext cx="892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Store Customer Feedback()</a:t>
                  </a:r>
                </a:p>
              </p:txBody>
            </p:sp>
            <p:sp>
              <p:nvSpPr>
                <p:cNvPr id="2442320" name="Line 80">
                  <a:extLst>
                    <a:ext uri="{FF2B5EF4-FFF2-40B4-BE49-F238E27FC236}">
                      <a16:creationId xmlns:a16="http://schemas.microsoft.com/office/drawing/2014/main" id="{B561D480-50AD-4EC7-B035-6F15D66AB5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736" y="1850"/>
                  <a:ext cx="426" cy="0"/>
                </a:xfrm>
                <a:prstGeom prst="line">
                  <a:avLst/>
                </a:prstGeom>
                <a:noFill/>
                <a:ln w="0">
                  <a:solidFill>
                    <a:srgbClr val="990033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115794" name="Rectangle 81">
                  <a:extLst>
                    <a:ext uri="{FF2B5EF4-FFF2-40B4-BE49-F238E27FC236}">
                      <a16:creationId xmlns:a16="http://schemas.microsoft.com/office/drawing/2014/main" id="{1E50907D-444E-42A2-8CF9-581627F91F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4" y="1838"/>
                  <a:ext cx="154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0..n</a:t>
                  </a:r>
                </a:p>
              </p:txBody>
            </p:sp>
            <p:sp>
              <p:nvSpPr>
                <p:cNvPr id="115795" name="Rectangle 82">
                  <a:extLst>
                    <a:ext uri="{FF2B5EF4-FFF2-40B4-BE49-F238E27FC236}">
                      <a16:creationId xmlns:a16="http://schemas.microsoft.com/office/drawing/2014/main" id="{767B1CEC-94DA-4004-88E4-D6325CF4B5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90" y="1789"/>
                  <a:ext cx="155" cy="101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200" b="0" noProof="0" dirty="0">
                      <a:solidFill>
                        <a:srgbClr val="000000"/>
                      </a:solidFill>
                      <a:latin typeface="Tahoma" panose="020B0604030504040204" pitchFamily="34" charset="0"/>
                    </a:rPr>
                    <a:t>0..n</a:t>
                  </a:r>
                </a:p>
              </p:txBody>
            </p:sp>
          </p:grpSp>
        </p:grpSp>
        <p:grpSp>
          <p:nvGrpSpPr>
            <p:cNvPr id="115796" name="Group 83">
              <a:extLst>
                <a:ext uri="{FF2B5EF4-FFF2-40B4-BE49-F238E27FC236}">
                  <a16:creationId xmlns:a16="http://schemas.microsoft.com/office/drawing/2014/main" id="{CEF21918-8C49-4514-BC85-94A0C7C115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" y="2682"/>
              <a:ext cx="492" cy="438"/>
              <a:chOff x="3478" y="3655"/>
              <a:chExt cx="492" cy="438"/>
            </a:xfrm>
          </p:grpSpPr>
          <p:sp>
            <p:nvSpPr>
              <p:cNvPr id="115797" name="Rectangle 84">
                <a:extLst>
                  <a:ext uri="{FF2B5EF4-FFF2-40B4-BE49-F238E27FC236}">
                    <a16:creationId xmlns:a16="http://schemas.microsoft.com/office/drawing/2014/main" id="{E6A47E43-5CE0-4FDA-80EF-912A4E499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8" y="3655"/>
                <a:ext cx="492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Architecture</a:t>
                </a:r>
              </a:p>
            </p:txBody>
          </p:sp>
          <p:grpSp>
            <p:nvGrpSpPr>
              <p:cNvPr id="115798" name="Group 85">
                <a:extLst>
                  <a:ext uri="{FF2B5EF4-FFF2-40B4-BE49-F238E27FC236}">
                    <a16:creationId xmlns:a16="http://schemas.microsoft.com/office/drawing/2014/main" id="{C380B43E-02A8-4B86-8A0D-77B53EFC80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8" y="3684"/>
                <a:ext cx="394" cy="243"/>
                <a:chOff x="1023" y="2304"/>
                <a:chExt cx="642" cy="386"/>
              </a:xfrm>
            </p:grpSpPr>
            <p:sp>
              <p:nvSpPr>
                <p:cNvPr id="2442326" name="Rectangle 86">
                  <a:extLst>
                    <a:ext uri="{FF2B5EF4-FFF2-40B4-BE49-F238E27FC236}">
                      <a16:creationId xmlns:a16="http://schemas.microsoft.com/office/drawing/2014/main" id="{97D13D79-58E2-495F-BAA0-C47A08F53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3" y="2304"/>
                  <a:ext cx="78" cy="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27" name="Rectangle 87">
                  <a:extLst>
                    <a:ext uri="{FF2B5EF4-FFF2-40B4-BE49-F238E27FC236}">
                      <a16:creationId xmlns:a16="http://schemas.microsoft.com/office/drawing/2014/main" id="{88F5B424-78F0-4346-9EF8-EAA6E933CB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89" y="2304"/>
                  <a:ext cx="78" cy="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28" name="Rectangle 88">
                  <a:extLst>
                    <a:ext uri="{FF2B5EF4-FFF2-40B4-BE49-F238E27FC236}">
                      <a16:creationId xmlns:a16="http://schemas.microsoft.com/office/drawing/2014/main" id="{F80392FB-7B68-4401-9EC8-2C3677523C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09" y="2304"/>
                  <a:ext cx="78" cy="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29" name="Rectangle 89">
                  <a:extLst>
                    <a:ext uri="{FF2B5EF4-FFF2-40B4-BE49-F238E27FC236}">
                      <a16:creationId xmlns:a16="http://schemas.microsoft.com/office/drawing/2014/main" id="{4E045F8C-4A0D-44DA-8DB4-B0E15D6BA3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4" y="2555"/>
                  <a:ext cx="78" cy="2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30" name="Line 90">
                  <a:extLst>
                    <a:ext uri="{FF2B5EF4-FFF2-40B4-BE49-F238E27FC236}">
                      <a16:creationId xmlns:a16="http://schemas.microsoft.com/office/drawing/2014/main" id="{6D65E11D-B1BD-422B-8133-1DDE7A39F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1" y="2445"/>
                  <a:ext cx="313" cy="192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prstDash val="dash"/>
                  <a:round/>
                  <a:headEnd type="triangle" w="sm" len="sm"/>
                  <a:tailEnd type="triangle" w="sm" len="sm"/>
                </a:ln>
                <a:effectLst/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31" name="Line 91">
                  <a:extLst>
                    <a:ext uri="{FF2B5EF4-FFF2-40B4-BE49-F238E27FC236}">
                      <a16:creationId xmlns:a16="http://schemas.microsoft.com/office/drawing/2014/main" id="{4A1E9D43-C687-448B-85E7-044C5F0225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79" y="2390"/>
                  <a:ext cx="109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triangle" w="sm" len="sm"/>
                </a:ln>
                <a:effectLst/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32" name="Line 92">
                  <a:extLst>
                    <a:ext uri="{FF2B5EF4-FFF2-40B4-BE49-F238E27FC236}">
                      <a16:creationId xmlns:a16="http://schemas.microsoft.com/office/drawing/2014/main" id="{AB7C30C9-33AB-41FA-9BAE-CD26A1BD2B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5" y="2390"/>
                  <a:ext cx="64" cy="0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prstDash val="dash"/>
                  <a:round/>
                  <a:headEnd type="triangl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2442333" name="Line 93">
                  <a:extLst>
                    <a:ext uri="{FF2B5EF4-FFF2-40B4-BE49-F238E27FC236}">
                      <a16:creationId xmlns:a16="http://schemas.microsoft.com/office/drawing/2014/main" id="{4D4FD34D-10CF-477E-8A22-C63863E005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23" y="2445"/>
                  <a:ext cx="64" cy="138"/>
                </a:xfrm>
                <a:prstGeom prst="line">
                  <a:avLst/>
                </a:prstGeom>
                <a:noFill/>
                <a:ln w="3175">
                  <a:solidFill>
                    <a:srgbClr val="000000"/>
                  </a:solidFill>
                  <a:round/>
                  <a:headEnd type="triangle" w="sm" len="sm"/>
                  <a:tailEnd type="triangle" w="sm" len="sm"/>
                </a:ln>
                <a:effectLst/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sp>
              <p:nvSpPr>
                <p:cNvPr id="115807" name="Text Box 94">
                  <a:extLst>
                    <a:ext uri="{FF2B5EF4-FFF2-40B4-BE49-F238E27FC236}">
                      <a16:creationId xmlns:a16="http://schemas.microsoft.com/office/drawing/2014/main" id="{0DBF42BA-078D-4975-9BDC-15A981C957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3" y="2332"/>
                  <a:ext cx="156" cy="1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endParaRPr lang="en-US" sz="200" b="0" noProof="0" dirty="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15808" name="Text Box 95">
                  <a:extLst>
                    <a:ext uri="{FF2B5EF4-FFF2-40B4-BE49-F238E27FC236}">
                      <a16:creationId xmlns:a16="http://schemas.microsoft.com/office/drawing/2014/main" id="{145431A9-C8C3-4465-BBB5-3EBD550AF3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89" y="2332"/>
                  <a:ext cx="157" cy="1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endParaRPr lang="en-US" sz="200" b="0" noProof="0" dirty="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15809" name="Text Box 96">
                  <a:extLst>
                    <a:ext uri="{FF2B5EF4-FFF2-40B4-BE49-F238E27FC236}">
                      <a16:creationId xmlns:a16="http://schemas.microsoft.com/office/drawing/2014/main" id="{916C22E1-459F-44B9-8E77-0060FE42A1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09" y="2332"/>
                  <a:ext cx="156" cy="1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endParaRPr lang="en-US" sz="200" b="0" noProof="0" dirty="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15810" name="Text Box 97">
                  <a:extLst>
                    <a:ext uri="{FF2B5EF4-FFF2-40B4-BE49-F238E27FC236}">
                      <a16:creationId xmlns:a16="http://schemas.microsoft.com/office/drawing/2014/main" id="{7DF76F92-F7AC-4503-A0B9-ECCE921DCC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14" y="2580"/>
                  <a:ext cx="157" cy="11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lnSpc>
                      <a:spcPct val="105000"/>
                    </a:lnSpc>
                    <a:spcBef>
                      <a:spcPct val="0"/>
                    </a:spcBef>
                    <a:spcAft>
                      <a:spcPct val="0"/>
                    </a:spcAft>
                    <a:defRPr sz="1000" b="1">
                      <a:solidFill>
                        <a:srgbClr val="003E74"/>
                      </a:solidFill>
                      <a:latin typeface="Lucida Sans" panose="020B0602030504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endParaRPr lang="en-US" sz="200" b="0" noProof="0" dirty="0">
                    <a:solidFill>
                      <a:schemeClr val="tx1"/>
                    </a:solidFill>
                    <a:latin typeface="Tahoma" panose="020B0604030504040204" pitchFamily="34" charset="0"/>
                  </a:endParaRPr>
                </a:p>
              </p:txBody>
            </p:sp>
          </p:grpSp>
        </p:grpSp>
        <p:grpSp>
          <p:nvGrpSpPr>
            <p:cNvPr id="115811" name="Group 98">
              <a:extLst>
                <a:ext uri="{FF2B5EF4-FFF2-40B4-BE49-F238E27FC236}">
                  <a16:creationId xmlns:a16="http://schemas.microsoft.com/office/drawing/2014/main" id="{8DD922D8-8E58-42BB-A3C5-79AE5286D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686"/>
              <a:ext cx="511" cy="438"/>
              <a:chOff x="3457" y="4171"/>
              <a:chExt cx="511" cy="438"/>
            </a:xfrm>
          </p:grpSpPr>
          <p:sp>
            <p:nvSpPr>
              <p:cNvPr id="115812" name="Rectangle 99">
                <a:extLst>
                  <a:ext uri="{FF2B5EF4-FFF2-40B4-BE49-F238E27FC236}">
                    <a16:creationId xmlns:a16="http://schemas.microsoft.com/office/drawing/2014/main" id="{0EA6F81C-5C6F-4765-B0E5-ADB7613F8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" y="4171"/>
                <a:ext cx="492" cy="43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lnSpc>
                    <a:spcPct val="105000"/>
                  </a:lnSpc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rgbClr val="003E74"/>
                    </a:solidFill>
                    <a:latin typeface="Lucida Sans" panose="020B0602030504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800" b="0" noProof="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Costs/Benefits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800" b="0" noProof="0" dirty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Analysis</a:t>
                </a:r>
              </a:p>
            </p:txBody>
          </p:sp>
          <p:grpSp>
            <p:nvGrpSpPr>
              <p:cNvPr id="115813" name="Group 100">
                <a:extLst>
                  <a:ext uri="{FF2B5EF4-FFF2-40B4-BE49-F238E27FC236}">
                    <a16:creationId xmlns:a16="http://schemas.microsoft.com/office/drawing/2014/main" id="{BCA3E59B-004F-4E1C-A47B-B7EE98F70F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7" y="4182"/>
                <a:ext cx="449" cy="217"/>
                <a:chOff x="3461" y="3085"/>
                <a:chExt cx="729" cy="339"/>
              </a:xfrm>
            </p:grpSpPr>
            <p:sp>
              <p:nvSpPr>
                <p:cNvPr id="2442341" name="Rectangle 101">
                  <a:extLst>
                    <a:ext uri="{FF2B5EF4-FFF2-40B4-BE49-F238E27FC236}">
                      <a16:creationId xmlns:a16="http://schemas.microsoft.com/office/drawing/2014/main" id="{A729D844-994B-4741-BF62-C854DB98D1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61" y="3085"/>
                  <a:ext cx="729" cy="1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grpSp>
              <p:nvGrpSpPr>
                <p:cNvPr id="115815" name="Group 102">
                  <a:extLst>
                    <a:ext uri="{FF2B5EF4-FFF2-40B4-BE49-F238E27FC236}">
                      <a16:creationId xmlns:a16="http://schemas.microsoft.com/office/drawing/2014/main" id="{B83A0AF7-18E6-4D58-A34F-FD63BBCF9E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0" y="3203"/>
                  <a:ext cx="565" cy="221"/>
                  <a:chOff x="3600" y="2275"/>
                  <a:chExt cx="565" cy="221"/>
                </a:xfrm>
              </p:grpSpPr>
              <p:sp>
                <p:nvSpPr>
                  <p:cNvPr id="2442343" name="Rectangle 103">
                    <a:extLst>
                      <a:ext uri="{FF2B5EF4-FFF2-40B4-BE49-F238E27FC236}">
                        <a16:creationId xmlns:a16="http://schemas.microsoft.com/office/drawing/2014/main" id="{B6D78FDD-C328-4BFC-8FD1-D46B664436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01" y="2276"/>
                    <a:ext cx="565" cy="220"/>
                  </a:xfrm>
                  <a:prstGeom prst="rect">
                    <a:avLst/>
                  </a:prstGeom>
                  <a:solidFill>
                    <a:srgbClr val="FFFDFD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  <p:sp>
                <p:nvSpPr>
                  <p:cNvPr id="2442344" name="Rectangle 104">
                    <a:extLst>
                      <a:ext uri="{FF2B5EF4-FFF2-40B4-BE49-F238E27FC236}">
                        <a16:creationId xmlns:a16="http://schemas.microsoft.com/office/drawing/2014/main" id="{D6ECE609-4093-4EC3-B3FB-F9650082FE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01" y="2276"/>
                    <a:ext cx="565" cy="220"/>
                  </a:xfrm>
                  <a:prstGeom prst="rect">
                    <a:avLst/>
                  </a:prstGeom>
                  <a:noFill/>
                  <a:ln w="793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</p:grpSp>
            <p:grpSp>
              <p:nvGrpSpPr>
                <p:cNvPr id="115818" name="Group 105">
                  <a:extLst>
                    <a:ext uri="{FF2B5EF4-FFF2-40B4-BE49-F238E27FC236}">
                      <a16:creationId xmlns:a16="http://schemas.microsoft.com/office/drawing/2014/main" id="{06397E61-9955-473C-A7F3-5233C020F9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0" y="3241"/>
                  <a:ext cx="456" cy="150"/>
                  <a:chOff x="3620" y="2313"/>
                  <a:chExt cx="456" cy="150"/>
                </a:xfrm>
              </p:grpSpPr>
              <p:sp>
                <p:nvSpPr>
                  <p:cNvPr id="2442346" name="Freeform 106">
                    <a:extLst>
                      <a:ext uri="{FF2B5EF4-FFF2-40B4-BE49-F238E27FC236}">
                        <a16:creationId xmlns:a16="http://schemas.microsoft.com/office/drawing/2014/main" id="{F172A9BC-6FC9-4E74-BBDE-EE722AEBE3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0" y="2313"/>
                    <a:ext cx="456" cy="1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01"/>
                      </a:cxn>
                      <a:cxn ang="0">
                        <a:pos x="912" y="30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912" h="301">
                        <a:moveTo>
                          <a:pt x="0" y="0"/>
                        </a:moveTo>
                        <a:lnTo>
                          <a:pt x="0" y="301"/>
                        </a:lnTo>
                        <a:lnTo>
                          <a:pt x="912" y="30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DFD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  <p:sp>
                <p:nvSpPr>
                  <p:cNvPr id="2442347" name="Freeform 107">
                    <a:extLst>
                      <a:ext uri="{FF2B5EF4-FFF2-40B4-BE49-F238E27FC236}">
                        <a16:creationId xmlns:a16="http://schemas.microsoft.com/office/drawing/2014/main" id="{A39CCF26-5EC0-457F-AB9D-229F6A58103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0" y="2313"/>
                    <a:ext cx="456" cy="1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01"/>
                      </a:cxn>
                      <a:cxn ang="0">
                        <a:pos x="912" y="301"/>
                      </a:cxn>
                    </a:cxnLst>
                    <a:rect l="0" t="0" r="r" b="b"/>
                    <a:pathLst>
                      <a:path w="912" h="301">
                        <a:moveTo>
                          <a:pt x="0" y="0"/>
                        </a:moveTo>
                        <a:lnTo>
                          <a:pt x="0" y="301"/>
                        </a:lnTo>
                        <a:lnTo>
                          <a:pt x="912" y="301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</p:grpSp>
            <p:sp>
              <p:nvSpPr>
                <p:cNvPr id="2442348" name="Line 108">
                  <a:extLst>
                    <a:ext uri="{FF2B5EF4-FFF2-40B4-BE49-F238E27FC236}">
                      <a16:creationId xmlns:a16="http://schemas.microsoft.com/office/drawing/2014/main" id="{85E38510-32C8-44C8-ADF3-561608D36A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65" y="3247"/>
                  <a:ext cx="0" cy="14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grpSp>
              <p:nvGrpSpPr>
                <p:cNvPr id="115822" name="Group 109">
                  <a:extLst>
                    <a:ext uri="{FF2B5EF4-FFF2-40B4-BE49-F238E27FC236}">
                      <a16:creationId xmlns:a16="http://schemas.microsoft.com/office/drawing/2014/main" id="{141D2595-EA0F-41D2-A11B-453AB425B7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6" y="3228"/>
                  <a:ext cx="443" cy="156"/>
                  <a:chOff x="3616" y="2300"/>
                  <a:chExt cx="443" cy="156"/>
                </a:xfrm>
              </p:grpSpPr>
              <p:sp>
                <p:nvSpPr>
                  <p:cNvPr id="2442350" name="Freeform 110">
                    <a:extLst>
                      <a:ext uri="{FF2B5EF4-FFF2-40B4-BE49-F238E27FC236}">
                        <a16:creationId xmlns:a16="http://schemas.microsoft.com/office/drawing/2014/main" id="{D94E44DF-A52D-4B50-ABDF-DE7F4C2383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5" y="2301"/>
                    <a:ext cx="443" cy="155"/>
                  </a:xfrm>
                  <a:custGeom>
                    <a:avLst/>
                    <a:gdLst/>
                    <a:ahLst/>
                    <a:cxnLst>
                      <a:cxn ang="0">
                        <a:pos x="857" y="0"/>
                      </a:cxn>
                      <a:cxn ang="0">
                        <a:pos x="784" y="0"/>
                      </a:cxn>
                      <a:cxn ang="0">
                        <a:pos x="702" y="4"/>
                      </a:cxn>
                      <a:cxn ang="0">
                        <a:pos x="618" y="10"/>
                      </a:cxn>
                      <a:cxn ang="0">
                        <a:pos x="543" y="24"/>
                      </a:cxn>
                      <a:cxn ang="0">
                        <a:pos x="486" y="44"/>
                      </a:cxn>
                      <a:cxn ang="0">
                        <a:pos x="446" y="65"/>
                      </a:cxn>
                      <a:cxn ang="0">
                        <a:pos x="406" y="89"/>
                      </a:cxn>
                      <a:cxn ang="0">
                        <a:pos x="366" y="119"/>
                      </a:cxn>
                      <a:cxn ang="0">
                        <a:pos x="327" y="149"/>
                      </a:cxn>
                      <a:cxn ang="0">
                        <a:pos x="280" y="186"/>
                      </a:cxn>
                      <a:cxn ang="0">
                        <a:pos x="273" y="191"/>
                      </a:cxn>
                      <a:cxn ang="0">
                        <a:pos x="264" y="196"/>
                      </a:cxn>
                      <a:cxn ang="0">
                        <a:pos x="255" y="202"/>
                      </a:cxn>
                      <a:cxn ang="0">
                        <a:pos x="244" y="208"/>
                      </a:cxn>
                      <a:cxn ang="0">
                        <a:pos x="235" y="214"/>
                      </a:cxn>
                      <a:cxn ang="0">
                        <a:pos x="213" y="227"/>
                      </a:cxn>
                      <a:cxn ang="0">
                        <a:pos x="177" y="245"/>
                      </a:cxn>
                      <a:cxn ang="0">
                        <a:pos x="138" y="261"/>
                      </a:cxn>
                      <a:cxn ang="0">
                        <a:pos x="101" y="275"/>
                      </a:cxn>
                      <a:cxn ang="0">
                        <a:pos x="64" y="286"/>
                      </a:cxn>
                      <a:cxn ang="0">
                        <a:pos x="34" y="293"/>
                      </a:cxn>
                      <a:cxn ang="0">
                        <a:pos x="28" y="296"/>
                      </a:cxn>
                      <a:cxn ang="0">
                        <a:pos x="22" y="302"/>
                      </a:cxn>
                      <a:cxn ang="0">
                        <a:pos x="15" y="307"/>
                      </a:cxn>
                      <a:cxn ang="0">
                        <a:pos x="8" y="313"/>
                      </a:cxn>
                      <a:cxn ang="0">
                        <a:pos x="0" y="314"/>
                      </a:cxn>
                      <a:cxn ang="0">
                        <a:pos x="31" y="311"/>
                      </a:cxn>
                      <a:cxn ang="0">
                        <a:pos x="71" y="304"/>
                      </a:cxn>
                      <a:cxn ang="0">
                        <a:pos x="112" y="295"/>
                      </a:cxn>
                      <a:cxn ang="0">
                        <a:pos x="153" y="286"/>
                      </a:cxn>
                      <a:cxn ang="0">
                        <a:pos x="196" y="275"/>
                      </a:cxn>
                      <a:cxn ang="0">
                        <a:pos x="230" y="267"/>
                      </a:cxn>
                      <a:cxn ang="0">
                        <a:pos x="266" y="245"/>
                      </a:cxn>
                      <a:cxn ang="0">
                        <a:pos x="312" y="214"/>
                      </a:cxn>
                      <a:cxn ang="0">
                        <a:pos x="359" y="178"/>
                      </a:cxn>
                      <a:cxn ang="0">
                        <a:pos x="401" y="145"/>
                      </a:cxn>
                      <a:cxn ang="0">
                        <a:pos x="431" y="123"/>
                      </a:cxn>
                      <a:cxn ang="0">
                        <a:pos x="458" y="108"/>
                      </a:cxn>
                      <a:cxn ang="0">
                        <a:pos x="485" y="95"/>
                      </a:cxn>
                      <a:cxn ang="0">
                        <a:pos x="513" y="83"/>
                      </a:cxn>
                      <a:cxn ang="0">
                        <a:pos x="539" y="72"/>
                      </a:cxn>
                      <a:cxn ang="0">
                        <a:pos x="571" y="60"/>
                      </a:cxn>
                      <a:cxn ang="0">
                        <a:pos x="608" y="51"/>
                      </a:cxn>
                      <a:cxn ang="0">
                        <a:pos x="668" y="40"/>
                      </a:cxn>
                      <a:cxn ang="0">
                        <a:pos x="738" y="29"/>
                      </a:cxn>
                      <a:cxn ang="0">
                        <a:pos x="807" y="17"/>
                      </a:cxn>
                      <a:cxn ang="0">
                        <a:pos x="861" y="6"/>
                      </a:cxn>
                    </a:cxnLst>
                    <a:rect l="0" t="0" r="r" b="b"/>
                    <a:pathLst>
                      <a:path w="886" h="314">
                        <a:moveTo>
                          <a:pt x="886" y="0"/>
                        </a:moveTo>
                        <a:lnTo>
                          <a:pt x="876" y="0"/>
                        </a:lnTo>
                        <a:lnTo>
                          <a:pt x="857" y="0"/>
                        </a:lnTo>
                        <a:lnTo>
                          <a:pt x="834" y="0"/>
                        </a:lnTo>
                        <a:lnTo>
                          <a:pt x="810" y="0"/>
                        </a:lnTo>
                        <a:lnTo>
                          <a:pt x="784" y="0"/>
                        </a:lnTo>
                        <a:lnTo>
                          <a:pt x="758" y="1"/>
                        </a:lnTo>
                        <a:lnTo>
                          <a:pt x="730" y="2"/>
                        </a:lnTo>
                        <a:lnTo>
                          <a:pt x="702" y="4"/>
                        </a:lnTo>
                        <a:lnTo>
                          <a:pt x="674" y="6"/>
                        </a:lnTo>
                        <a:lnTo>
                          <a:pt x="646" y="8"/>
                        </a:lnTo>
                        <a:lnTo>
                          <a:pt x="618" y="10"/>
                        </a:lnTo>
                        <a:lnTo>
                          <a:pt x="592" y="14"/>
                        </a:lnTo>
                        <a:lnTo>
                          <a:pt x="566" y="20"/>
                        </a:lnTo>
                        <a:lnTo>
                          <a:pt x="543" y="24"/>
                        </a:lnTo>
                        <a:lnTo>
                          <a:pt x="521" y="30"/>
                        </a:lnTo>
                        <a:lnTo>
                          <a:pt x="493" y="42"/>
                        </a:lnTo>
                        <a:lnTo>
                          <a:pt x="486" y="44"/>
                        </a:lnTo>
                        <a:lnTo>
                          <a:pt x="472" y="51"/>
                        </a:lnTo>
                        <a:lnTo>
                          <a:pt x="459" y="57"/>
                        </a:lnTo>
                        <a:lnTo>
                          <a:pt x="446" y="65"/>
                        </a:lnTo>
                        <a:lnTo>
                          <a:pt x="431" y="72"/>
                        </a:lnTo>
                        <a:lnTo>
                          <a:pt x="418" y="81"/>
                        </a:lnTo>
                        <a:lnTo>
                          <a:pt x="406" y="89"/>
                        </a:lnTo>
                        <a:lnTo>
                          <a:pt x="393" y="99"/>
                        </a:lnTo>
                        <a:lnTo>
                          <a:pt x="379" y="108"/>
                        </a:lnTo>
                        <a:lnTo>
                          <a:pt x="366" y="119"/>
                        </a:lnTo>
                        <a:lnTo>
                          <a:pt x="353" y="129"/>
                        </a:lnTo>
                        <a:lnTo>
                          <a:pt x="339" y="138"/>
                        </a:lnTo>
                        <a:lnTo>
                          <a:pt x="327" y="149"/>
                        </a:lnTo>
                        <a:lnTo>
                          <a:pt x="314" y="159"/>
                        </a:lnTo>
                        <a:lnTo>
                          <a:pt x="300" y="170"/>
                        </a:lnTo>
                        <a:lnTo>
                          <a:pt x="280" y="186"/>
                        </a:lnTo>
                        <a:lnTo>
                          <a:pt x="279" y="186"/>
                        </a:lnTo>
                        <a:lnTo>
                          <a:pt x="277" y="188"/>
                        </a:lnTo>
                        <a:lnTo>
                          <a:pt x="273" y="191"/>
                        </a:lnTo>
                        <a:lnTo>
                          <a:pt x="271" y="193"/>
                        </a:lnTo>
                        <a:lnTo>
                          <a:pt x="267" y="195"/>
                        </a:lnTo>
                        <a:lnTo>
                          <a:pt x="264" y="196"/>
                        </a:lnTo>
                        <a:lnTo>
                          <a:pt x="262" y="199"/>
                        </a:lnTo>
                        <a:lnTo>
                          <a:pt x="258" y="201"/>
                        </a:lnTo>
                        <a:lnTo>
                          <a:pt x="255" y="202"/>
                        </a:lnTo>
                        <a:lnTo>
                          <a:pt x="251" y="205"/>
                        </a:lnTo>
                        <a:lnTo>
                          <a:pt x="248" y="206"/>
                        </a:lnTo>
                        <a:lnTo>
                          <a:pt x="244" y="208"/>
                        </a:lnTo>
                        <a:lnTo>
                          <a:pt x="241" y="210"/>
                        </a:lnTo>
                        <a:lnTo>
                          <a:pt x="237" y="211"/>
                        </a:lnTo>
                        <a:lnTo>
                          <a:pt x="235" y="214"/>
                        </a:lnTo>
                        <a:lnTo>
                          <a:pt x="230" y="216"/>
                        </a:lnTo>
                        <a:lnTo>
                          <a:pt x="224" y="220"/>
                        </a:lnTo>
                        <a:lnTo>
                          <a:pt x="213" y="227"/>
                        </a:lnTo>
                        <a:lnTo>
                          <a:pt x="201" y="232"/>
                        </a:lnTo>
                        <a:lnTo>
                          <a:pt x="188" y="239"/>
                        </a:lnTo>
                        <a:lnTo>
                          <a:pt x="177" y="245"/>
                        </a:lnTo>
                        <a:lnTo>
                          <a:pt x="164" y="251"/>
                        </a:lnTo>
                        <a:lnTo>
                          <a:pt x="151" y="257"/>
                        </a:lnTo>
                        <a:lnTo>
                          <a:pt x="138" y="261"/>
                        </a:lnTo>
                        <a:lnTo>
                          <a:pt x="127" y="267"/>
                        </a:lnTo>
                        <a:lnTo>
                          <a:pt x="114" y="271"/>
                        </a:lnTo>
                        <a:lnTo>
                          <a:pt x="101" y="275"/>
                        </a:lnTo>
                        <a:lnTo>
                          <a:pt x="88" y="279"/>
                        </a:lnTo>
                        <a:lnTo>
                          <a:pt x="77" y="282"/>
                        </a:lnTo>
                        <a:lnTo>
                          <a:pt x="64" y="286"/>
                        </a:lnTo>
                        <a:lnTo>
                          <a:pt x="52" y="289"/>
                        </a:lnTo>
                        <a:lnTo>
                          <a:pt x="35" y="293"/>
                        </a:lnTo>
                        <a:lnTo>
                          <a:pt x="34" y="293"/>
                        </a:lnTo>
                        <a:lnTo>
                          <a:pt x="33" y="294"/>
                        </a:lnTo>
                        <a:lnTo>
                          <a:pt x="29" y="295"/>
                        </a:lnTo>
                        <a:lnTo>
                          <a:pt x="28" y="296"/>
                        </a:lnTo>
                        <a:lnTo>
                          <a:pt x="26" y="299"/>
                        </a:lnTo>
                        <a:lnTo>
                          <a:pt x="23" y="300"/>
                        </a:lnTo>
                        <a:lnTo>
                          <a:pt x="22" y="302"/>
                        </a:lnTo>
                        <a:lnTo>
                          <a:pt x="20" y="303"/>
                        </a:lnTo>
                        <a:lnTo>
                          <a:pt x="17" y="306"/>
                        </a:lnTo>
                        <a:lnTo>
                          <a:pt x="15" y="307"/>
                        </a:lnTo>
                        <a:lnTo>
                          <a:pt x="13" y="309"/>
                        </a:lnTo>
                        <a:lnTo>
                          <a:pt x="11" y="310"/>
                        </a:lnTo>
                        <a:lnTo>
                          <a:pt x="8" y="313"/>
                        </a:lnTo>
                        <a:lnTo>
                          <a:pt x="6" y="314"/>
                        </a:lnTo>
                        <a:lnTo>
                          <a:pt x="4" y="314"/>
                        </a:lnTo>
                        <a:lnTo>
                          <a:pt x="0" y="314"/>
                        </a:lnTo>
                        <a:lnTo>
                          <a:pt x="6" y="314"/>
                        </a:lnTo>
                        <a:lnTo>
                          <a:pt x="19" y="313"/>
                        </a:lnTo>
                        <a:lnTo>
                          <a:pt x="31" y="311"/>
                        </a:lnTo>
                        <a:lnTo>
                          <a:pt x="44" y="309"/>
                        </a:lnTo>
                        <a:lnTo>
                          <a:pt x="57" y="307"/>
                        </a:lnTo>
                        <a:lnTo>
                          <a:pt x="71" y="304"/>
                        </a:lnTo>
                        <a:lnTo>
                          <a:pt x="85" y="302"/>
                        </a:lnTo>
                        <a:lnTo>
                          <a:pt x="98" y="299"/>
                        </a:lnTo>
                        <a:lnTo>
                          <a:pt x="112" y="295"/>
                        </a:lnTo>
                        <a:lnTo>
                          <a:pt x="126" y="292"/>
                        </a:lnTo>
                        <a:lnTo>
                          <a:pt x="140" y="289"/>
                        </a:lnTo>
                        <a:lnTo>
                          <a:pt x="153" y="286"/>
                        </a:lnTo>
                        <a:lnTo>
                          <a:pt x="167" y="282"/>
                        </a:lnTo>
                        <a:lnTo>
                          <a:pt x="181" y="279"/>
                        </a:lnTo>
                        <a:lnTo>
                          <a:pt x="196" y="275"/>
                        </a:lnTo>
                        <a:lnTo>
                          <a:pt x="217" y="271"/>
                        </a:lnTo>
                        <a:lnTo>
                          <a:pt x="221" y="271"/>
                        </a:lnTo>
                        <a:lnTo>
                          <a:pt x="230" y="267"/>
                        </a:lnTo>
                        <a:lnTo>
                          <a:pt x="241" y="261"/>
                        </a:lnTo>
                        <a:lnTo>
                          <a:pt x="253" y="254"/>
                        </a:lnTo>
                        <a:lnTo>
                          <a:pt x="266" y="245"/>
                        </a:lnTo>
                        <a:lnTo>
                          <a:pt x="281" y="236"/>
                        </a:lnTo>
                        <a:lnTo>
                          <a:pt x="296" y="225"/>
                        </a:lnTo>
                        <a:lnTo>
                          <a:pt x="312" y="214"/>
                        </a:lnTo>
                        <a:lnTo>
                          <a:pt x="328" y="202"/>
                        </a:lnTo>
                        <a:lnTo>
                          <a:pt x="343" y="189"/>
                        </a:lnTo>
                        <a:lnTo>
                          <a:pt x="359" y="178"/>
                        </a:lnTo>
                        <a:lnTo>
                          <a:pt x="373" y="166"/>
                        </a:lnTo>
                        <a:lnTo>
                          <a:pt x="387" y="156"/>
                        </a:lnTo>
                        <a:lnTo>
                          <a:pt x="401" y="145"/>
                        </a:lnTo>
                        <a:lnTo>
                          <a:pt x="413" y="137"/>
                        </a:lnTo>
                        <a:lnTo>
                          <a:pt x="428" y="126"/>
                        </a:lnTo>
                        <a:lnTo>
                          <a:pt x="431" y="123"/>
                        </a:lnTo>
                        <a:lnTo>
                          <a:pt x="439" y="117"/>
                        </a:lnTo>
                        <a:lnTo>
                          <a:pt x="449" y="113"/>
                        </a:lnTo>
                        <a:lnTo>
                          <a:pt x="458" y="108"/>
                        </a:lnTo>
                        <a:lnTo>
                          <a:pt x="467" y="103"/>
                        </a:lnTo>
                        <a:lnTo>
                          <a:pt x="475" y="99"/>
                        </a:lnTo>
                        <a:lnTo>
                          <a:pt x="485" y="95"/>
                        </a:lnTo>
                        <a:lnTo>
                          <a:pt x="494" y="91"/>
                        </a:lnTo>
                        <a:lnTo>
                          <a:pt x="503" y="86"/>
                        </a:lnTo>
                        <a:lnTo>
                          <a:pt x="513" y="83"/>
                        </a:lnTo>
                        <a:lnTo>
                          <a:pt x="522" y="79"/>
                        </a:lnTo>
                        <a:lnTo>
                          <a:pt x="530" y="76"/>
                        </a:lnTo>
                        <a:lnTo>
                          <a:pt x="539" y="72"/>
                        </a:lnTo>
                        <a:lnTo>
                          <a:pt x="549" y="69"/>
                        </a:lnTo>
                        <a:lnTo>
                          <a:pt x="558" y="66"/>
                        </a:lnTo>
                        <a:lnTo>
                          <a:pt x="571" y="60"/>
                        </a:lnTo>
                        <a:lnTo>
                          <a:pt x="576" y="59"/>
                        </a:lnTo>
                        <a:lnTo>
                          <a:pt x="590" y="55"/>
                        </a:lnTo>
                        <a:lnTo>
                          <a:pt x="608" y="51"/>
                        </a:lnTo>
                        <a:lnTo>
                          <a:pt x="626" y="48"/>
                        </a:lnTo>
                        <a:lnTo>
                          <a:pt x="646" y="43"/>
                        </a:lnTo>
                        <a:lnTo>
                          <a:pt x="668" y="40"/>
                        </a:lnTo>
                        <a:lnTo>
                          <a:pt x="692" y="36"/>
                        </a:lnTo>
                        <a:lnTo>
                          <a:pt x="715" y="33"/>
                        </a:lnTo>
                        <a:lnTo>
                          <a:pt x="738" y="29"/>
                        </a:lnTo>
                        <a:lnTo>
                          <a:pt x="761" y="24"/>
                        </a:lnTo>
                        <a:lnTo>
                          <a:pt x="784" y="21"/>
                        </a:lnTo>
                        <a:lnTo>
                          <a:pt x="807" y="17"/>
                        </a:lnTo>
                        <a:lnTo>
                          <a:pt x="826" y="13"/>
                        </a:lnTo>
                        <a:lnTo>
                          <a:pt x="845" y="10"/>
                        </a:lnTo>
                        <a:lnTo>
                          <a:pt x="861" y="6"/>
                        </a:lnTo>
                        <a:lnTo>
                          <a:pt x="881" y="0"/>
                        </a:lnTo>
                        <a:lnTo>
                          <a:pt x="88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  <p:sp>
                <p:nvSpPr>
                  <p:cNvPr id="2442351" name="Freeform 111">
                    <a:extLst>
                      <a:ext uri="{FF2B5EF4-FFF2-40B4-BE49-F238E27FC236}">
                        <a16:creationId xmlns:a16="http://schemas.microsoft.com/office/drawing/2014/main" id="{2F7AAB8B-1274-44A5-90BA-77C6873FE3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5" y="2301"/>
                    <a:ext cx="443" cy="155"/>
                  </a:xfrm>
                  <a:custGeom>
                    <a:avLst/>
                    <a:gdLst/>
                    <a:ahLst/>
                    <a:cxnLst>
                      <a:cxn ang="0">
                        <a:pos x="857" y="0"/>
                      </a:cxn>
                      <a:cxn ang="0">
                        <a:pos x="784" y="0"/>
                      </a:cxn>
                      <a:cxn ang="0">
                        <a:pos x="702" y="4"/>
                      </a:cxn>
                      <a:cxn ang="0">
                        <a:pos x="618" y="10"/>
                      </a:cxn>
                      <a:cxn ang="0">
                        <a:pos x="543" y="24"/>
                      </a:cxn>
                      <a:cxn ang="0">
                        <a:pos x="486" y="44"/>
                      </a:cxn>
                      <a:cxn ang="0">
                        <a:pos x="446" y="65"/>
                      </a:cxn>
                      <a:cxn ang="0">
                        <a:pos x="406" y="89"/>
                      </a:cxn>
                      <a:cxn ang="0">
                        <a:pos x="366" y="119"/>
                      </a:cxn>
                      <a:cxn ang="0">
                        <a:pos x="327" y="149"/>
                      </a:cxn>
                      <a:cxn ang="0">
                        <a:pos x="280" y="186"/>
                      </a:cxn>
                      <a:cxn ang="0">
                        <a:pos x="273" y="191"/>
                      </a:cxn>
                      <a:cxn ang="0">
                        <a:pos x="264" y="196"/>
                      </a:cxn>
                      <a:cxn ang="0">
                        <a:pos x="255" y="202"/>
                      </a:cxn>
                      <a:cxn ang="0">
                        <a:pos x="244" y="208"/>
                      </a:cxn>
                      <a:cxn ang="0">
                        <a:pos x="235" y="214"/>
                      </a:cxn>
                      <a:cxn ang="0">
                        <a:pos x="213" y="227"/>
                      </a:cxn>
                      <a:cxn ang="0">
                        <a:pos x="177" y="245"/>
                      </a:cxn>
                      <a:cxn ang="0">
                        <a:pos x="138" y="261"/>
                      </a:cxn>
                      <a:cxn ang="0">
                        <a:pos x="101" y="275"/>
                      </a:cxn>
                      <a:cxn ang="0">
                        <a:pos x="64" y="286"/>
                      </a:cxn>
                      <a:cxn ang="0">
                        <a:pos x="34" y="293"/>
                      </a:cxn>
                      <a:cxn ang="0">
                        <a:pos x="28" y="296"/>
                      </a:cxn>
                      <a:cxn ang="0">
                        <a:pos x="22" y="302"/>
                      </a:cxn>
                      <a:cxn ang="0">
                        <a:pos x="15" y="307"/>
                      </a:cxn>
                      <a:cxn ang="0">
                        <a:pos x="8" y="313"/>
                      </a:cxn>
                      <a:cxn ang="0">
                        <a:pos x="0" y="314"/>
                      </a:cxn>
                      <a:cxn ang="0">
                        <a:pos x="31" y="311"/>
                      </a:cxn>
                      <a:cxn ang="0">
                        <a:pos x="71" y="304"/>
                      </a:cxn>
                      <a:cxn ang="0">
                        <a:pos x="112" y="295"/>
                      </a:cxn>
                      <a:cxn ang="0">
                        <a:pos x="153" y="286"/>
                      </a:cxn>
                      <a:cxn ang="0">
                        <a:pos x="196" y="275"/>
                      </a:cxn>
                      <a:cxn ang="0">
                        <a:pos x="230" y="267"/>
                      </a:cxn>
                      <a:cxn ang="0">
                        <a:pos x="266" y="245"/>
                      </a:cxn>
                      <a:cxn ang="0">
                        <a:pos x="312" y="214"/>
                      </a:cxn>
                      <a:cxn ang="0">
                        <a:pos x="359" y="178"/>
                      </a:cxn>
                      <a:cxn ang="0">
                        <a:pos x="401" y="145"/>
                      </a:cxn>
                      <a:cxn ang="0">
                        <a:pos x="431" y="123"/>
                      </a:cxn>
                      <a:cxn ang="0">
                        <a:pos x="458" y="108"/>
                      </a:cxn>
                      <a:cxn ang="0">
                        <a:pos x="485" y="95"/>
                      </a:cxn>
                      <a:cxn ang="0">
                        <a:pos x="513" y="83"/>
                      </a:cxn>
                      <a:cxn ang="0">
                        <a:pos x="539" y="72"/>
                      </a:cxn>
                      <a:cxn ang="0">
                        <a:pos x="571" y="60"/>
                      </a:cxn>
                      <a:cxn ang="0">
                        <a:pos x="608" y="51"/>
                      </a:cxn>
                      <a:cxn ang="0">
                        <a:pos x="668" y="40"/>
                      </a:cxn>
                      <a:cxn ang="0">
                        <a:pos x="738" y="29"/>
                      </a:cxn>
                      <a:cxn ang="0">
                        <a:pos x="807" y="17"/>
                      </a:cxn>
                      <a:cxn ang="0">
                        <a:pos x="861" y="6"/>
                      </a:cxn>
                    </a:cxnLst>
                    <a:rect l="0" t="0" r="r" b="b"/>
                    <a:pathLst>
                      <a:path w="886" h="314">
                        <a:moveTo>
                          <a:pt x="886" y="0"/>
                        </a:moveTo>
                        <a:lnTo>
                          <a:pt x="876" y="0"/>
                        </a:lnTo>
                        <a:lnTo>
                          <a:pt x="857" y="0"/>
                        </a:lnTo>
                        <a:lnTo>
                          <a:pt x="834" y="0"/>
                        </a:lnTo>
                        <a:lnTo>
                          <a:pt x="810" y="0"/>
                        </a:lnTo>
                        <a:lnTo>
                          <a:pt x="784" y="0"/>
                        </a:lnTo>
                        <a:lnTo>
                          <a:pt x="758" y="1"/>
                        </a:lnTo>
                        <a:lnTo>
                          <a:pt x="730" y="2"/>
                        </a:lnTo>
                        <a:lnTo>
                          <a:pt x="702" y="4"/>
                        </a:lnTo>
                        <a:lnTo>
                          <a:pt x="674" y="6"/>
                        </a:lnTo>
                        <a:lnTo>
                          <a:pt x="646" y="8"/>
                        </a:lnTo>
                        <a:lnTo>
                          <a:pt x="618" y="10"/>
                        </a:lnTo>
                        <a:lnTo>
                          <a:pt x="592" y="14"/>
                        </a:lnTo>
                        <a:lnTo>
                          <a:pt x="566" y="20"/>
                        </a:lnTo>
                        <a:lnTo>
                          <a:pt x="543" y="24"/>
                        </a:lnTo>
                        <a:lnTo>
                          <a:pt x="521" y="30"/>
                        </a:lnTo>
                        <a:lnTo>
                          <a:pt x="493" y="42"/>
                        </a:lnTo>
                        <a:lnTo>
                          <a:pt x="486" y="44"/>
                        </a:lnTo>
                        <a:lnTo>
                          <a:pt x="472" y="51"/>
                        </a:lnTo>
                        <a:lnTo>
                          <a:pt x="459" y="57"/>
                        </a:lnTo>
                        <a:lnTo>
                          <a:pt x="446" y="65"/>
                        </a:lnTo>
                        <a:lnTo>
                          <a:pt x="431" y="72"/>
                        </a:lnTo>
                        <a:lnTo>
                          <a:pt x="418" y="81"/>
                        </a:lnTo>
                        <a:lnTo>
                          <a:pt x="406" y="89"/>
                        </a:lnTo>
                        <a:lnTo>
                          <a:pt x="393" y="99"/>
                        </a:lnTo>
                        <a:lnTo>
                          <a:pt x="379" y="108"/>
                        </a:lnTo>
                        <a:lnTo>
                          <a:pt x="366" y="119"/>
                        </a:lnTo>
                        <a:lnTo>
                          <a:pt x="353" y="129"/>
                        </a:lnTo>
                        <a:lnTo>
                          <a:pt x="339" y="138"/>
                        </a:lnTo>
                        <a:lnTo>
                          <a:pt x="327" y="149"/>
                        </a:lnTo>
                        <a:lnTo>
                          <a:pt x="314" y="159"/>
                        </a:lnTo>
                        <a:lnTo>
                          <a:pt x="300" y="170"/>
                        </a:lnTo>
                        <a:lnTo>
                          <a:pt x="280" y="186"/>
                        </a:lnTo>
                        <a:lnTo>
                          <a:pt x="279" y="186"/>
                        </a:lnTo>
                        <a:lnTo>
                          <a:pt x="277" y="188"/>
                        </a:lnTo>
                        <a:lnTo>
                          <a:pt x="273" y="191"/>
                        </a:lnTo>
                        <a:lnTo>
                          <a:pt x="271" y="193"/>
                        </a:lnTo>
                        <a:lnTo>
                          <a:pt x="267" y="195"/>
                        </a:lnTo>
                        <a:lnTo>
                          <a:pt x="264" y="196"/>
                        </a:lnTo>
                        <a:lnTo>
                          <a:pt x="262" y="199"/>
                        </a:lnTo>
                        <a:lnTo>
                          <a:pt x="258" y="201"/>
                        </a:lnTo>
                        <a:lnTo>
                          <a:pt x="255" y="202"/>
                        </a:lnTo>
                        <a:lnTo>
                          <a:pt x="251" y="205"/>
                        </a:lnTo>
                        <a:lnTo>
                          <a:pt x="248" y="206"/>
                        </a:lnTo>
                        <a:lnTo>
                          <a:pt x="244" y="208"/>
                        </a:lnTo>
                        <a:lnTo>
                          <a:pt x="241" y="210"/>
                        </a:lnTo>
                        <a:lnTo>
                          <a:pt x="237" y="211"/>
                        </a:lnTo>
                        <a:lnTo>
                          <a:pt x="235" y="214"/>
                        </a:lnTo>
                        <a:lnTo>
                          <a:pt x="230" y="216"/>
                        </a:lnTo>
                        <a:lnTo>
                          <a:pt x="224" y="220"/>
                        </a:lnTo>
                        <a:lnTo>
                          <a:pt x="213" y="227"/>
                        </a:lnTo>
                        <a:lnTo>
                          <a:pt x="201" y="232"/>
                        </a:lnTo>
                        <a:lnTo>
                          <a:pt x="188" y="239"/>
                        </a:lnTo>
                        <a:lnTo>
                          <a:pt x="177" y="245"/>
                        </a:lnTo>
                        <a:lnTo>
                          <a:pt x="164" y="251"/>
                        </a:lnTo>
                        <a:lnTo>
                          <a:pt x="151" y="257"/>
                        </a:lnTo>
                        <a:lnTo>
                          <a:pt x="138" y="261"/>
                        </a:lnTo>
                        <a:lnTo>
                          <a:pt x="127" y="267"/>
                        </a:lnTo>
                        <a:lnTo>
                          <a:pt x="114" y="271"/>
                        </a:lnTo>
                        <a:lnTo>
                          <a:pt x="101" y="275"/>
                        </a:lnTo>
                        <a:lnTo>
                          <a:pt x="88" y="279"/>
                        </a:lnTo>
                        <a:lnTo>
                          <a:pt x="77" y="282"/>
                        </a:lnTo>
                        <a:lnTo>
                          <a:pt x="64" y="286"/>
                        </a:lnTo>
                        <a:lnTo>
                          <a:pt x="52" y="289"/>
                        </a:lnTo>
                        <a:lnTo>
                          <a:pt x="35" y="293"/>
                        </a:lnTo>
                        <a:lnTo>
                          <a:pt x="34" y="293"/>
                        </a:lnTo>
                        <a:lnTo>
                          <a:pt x="33" y="294"/>
                        </a:lnTo>
                        <a:lnTo>
                          <a:pt x="29" y="295"/>
                        </a:lnTo>
                        <a:lnTo>
                          <a:pt x="28" y="296"/>
                        </a:lnTo>
                        <a:lnTo>
                          <a:pt x="26" y="299"/>
                        </a:lnTo>
                        <a:lnTo>
                          <a:pt x="23" y="300"/>
                        </a:lnTo>
                        <a:lnTo>
                          <a:pt x="22" y="302"/>
                        </a:lnTo>
                        <a:lnTo>
                          <a:pt x="20" y="303"/>
                        </a:lnTo>
                        <a:lnTo>
                          <a:pt x="17" y="306"/>
                        </a:lnTo>
                        <a:lnTo>
                          <a:pt x="15" y="307"/>
                        </a:lnTo>
                        <a:lnTo>
                          <a:pt x="13" y="309"/>
                        </a:lnTo>
                        <a:lnTo>
                          <a:pt x="11" y="310"/>
                        </a:lnTo>
                        <a:lnTo>
                          <a:pt x="8" y="313"/>
                        </a:lnTo>
                        <a:lnTo>
                          <a:pt x="6" y="314"/>
                        </a:lnTo>
                        <a:lnTo>
                          <a:pt x="4" y="314"/>
                        </a:lnTo>
                        <a:lnTo>
                          <a:pt x="0" y="314"/>
                        </a:lnTo>
                        <a:lnTo>
                          <a:pt x="6" y="314"/>
                        </a:lnTo>
                        <a:lnTo>
                          <a:pt x="19" y="313"/>
                        </a:lnTo>
                        <a:lnTo>
                          <a:pt x="31" y="311"/>
                        </a:lnTo>
                        <a:lnTo>
                          <a:pt x="44" y="309"/>
                        </a:lnTo>
                        <a:lnTo>
                          <a:pt x="57" y="307"/>
                        </a:lnTo>
                        <a:lnTo>
                          <a:pt x="71" y="304"/>
                        </a:lnTo>
                        <a:lnTo>
                          <a:pt x="85" y="302"/>
                        </a:lnTo>
                        <a:lnTo>
                          <a:pt x="98" y="299"/>
                        </a:lnTo>
                        <a:lnTo>
                          <a:pt x="112" y="295"/>
                        </a:lnTo>
                        <a:lnTo>
                          <a:pt x="126" y="292"/>
                        </a:lnTo>
                        <a:lnTo>
                          <a:pt x="140" y="289"/>
                        </a:lnTo>
                        <a:lnTo>
                          <a:pt x="153" y="286"/>
                        </a:lnTo>
                        <a:lnTo>
                          <a:pt x="167" y="282"/>
                        </a:lnTo>
                        <a:lnTo>
                          <a:pt x="181" y="279"/>
                        </a:lnTo>
                        <a:lnTo>
                          <a:pt x="196" y="275"/>
                        </a:lnTo>
                        <a:lnTo>
                          <a:pt x="217" y="271"/>
                        </a:lnTo>
                        <a:lnTo>
                          <a:pt x="221" y="271"/>
                        </a:lnTo>
                        <a:lnTo>
                          <a:pt x="230" y="267"/>
                        </a:lnTo>
                        <a:lnTo>
                          <a:pt x="241" y="261"/>
                        </a:lnTo>
                        <a:lnTo>
                          <a:pt x="253" y="254"/>
                        </a:lnTo>
                        <a:lnTo>
                          <a:pt x="266" y="245"/>
                        </a:lnTo>
                        <a:lnTo>
                          <a:pt x="281" y="236"/>
                        </a:lnTo>
                        <a:lnTo>
                          <a:pt x="296" y="225"/>
                        </a:lnTo>
                        <a:lnTo>
                          <a:pt x="312" y="214"/>
                        </a:lnTo>
                        <a:lnTo>
                          <a:pt x="328" y="202"/>
                        </a:lnTo>
                        <a:lnTo>
                          <a:pt x="343" y="189"/>
                        </a:lnTo>
                        <a:lnTo>
                          <a:pt x="359" y="178"/>
                        </a:lnTo>
                        <a:lnTo>
                          <a:pt x="373" y="166"/>
                        </a:lnTo>
                        <a:lnTo>
                          <a:pt x="387" y="156"/>
                        </a:lnTo>
                        <a:lnTo>
                          <a:pt x="401" y="145"/>
                        </a:lnTo>
                        <a:lnTo>
                          <a:pt x="413" y="137"/>
                        </a:lnTo>
                        <a:lnTo>
                          <a:pt x="428" y="126"/>
                        </a:lnTo>
                        <a:lnTo>
                          <a:pt x="431" y="123"/>
                        </a:lnTo>
                        <a:lnTo>
                          <a:pt x="439" y="117"/>
                        </a:lnTo>
                        <a:lnTo>
                          <a:pt x="449" y="113"/>
                        </a:lnTo>
                        <a:lnTo>
                          <a:pt x="458" y="108"/>
                        </a:lnTo>
                        <a:lnTo>
                          <a:pt x="467" y="103"/>
                        </a:lnTo>
                        <a:lnTo>
                          <a:pt x="475" y="99"/>
                        </a:lnTo>
                        <a:lnTo>
                          <a:pt x="485" y="95"/>
                        </a:lnTo>
                        <a:lnTo>
                          <a:pt x="494" y="91"/>
                        </a:lnTo>
                        <a:lnTo>
                          <a:pt x="503" y="86"/>
                        </a:lnTo>
                        <a:lnTo>
                          <a:pt x="513" y="83"/>
                        </a:lnTo>
                        <a:lnTo>
                          <a:pt x="522" y="79"/>
                        </a:lnTo>
                        <a:lnTo>
                          <a:pt x="530" y="76"/>
                        </a:lnTo>
                        <a:lnTo>
                          <a:pt x="539" y="72"/>
                        </a:lnTo>
                        <a:lnTo>
                          <a:pt x="549" y="69"/>
                        </a:lnTo>
                        <a:lnTo>
                          <a:pt x="558" y="66"/>
                        </a:lnTo>
                        <a:lnTo>
                          <a:pt x="571" y="60"/>
                        </a:lnTo>
                        <a:lnTo>
                          <a:pt x="576" y="59"/>
                        </a:lnTo>
                        <a:lnTo>
                          <a:pt x="590" y="55"/>
                        </a:lnTo>
                        <a:lnTo>
                          <a:pt x="608" y="51"/>
                        </a:lnTo>
                        <a:lnTo>
                          <a:pt x="626" y="48"/>
                        </a:lnTo>
                        <a:lnTo>
                          <a:pt x="646" y="43"/>
                        </a:lnTo>
                        <a:lnTo>
                          <a:pt x="668" y="40"/>
                        </a:lnTo>
                        <a:lnTo>
                          <a:pt x="692" y="36"/>
                        </a:lnTo>
                        <a:lnTo>
                          <a:pt x="715" y="33"/>
                        </a:lnTo>
                        <a:lnTo>
                          <a:pt x="738" y="29"/>
                        </a:lnTo>
                        <a:lnTo>
                          <a:pt x="761" y="24"/>
                        </a:lnTo>
                        <a:lnTo>
                          <a:pt x="784" y="21"/>
                        </a:lnTo>
                        <a:lnTo>
                          <a:pt x="807" y="17"/>
                        </a:lnTo>
                        <a:lnTo>
                          <a:pt x="826" y="13"/>
                        </a:lnTo>
                        <a:lnTo>
                          <a:pt x="845" y="10"/>
                        </a:lnTo>
                        <a:lnTo>
                          <a:pt x="861" y="6"/>
                        </a:lnTo>
                        <a:lnTo>
                          <a:pt x="881" y="0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</p:grpSp>
            <p:grpSp>
              <p:nvGrpSpPr>
                <p:cNvPr id="115825" name="Group 112">
                  <a:extLst>
                    <a:ext uri="{FF2B5EF4-FFF2-40B4-BE49-F238E27FC236}">
                      <a16:creationId xmlns:a16="http://schemas.microsoft.com/office/drawing/2014/main" id="{9E04CA3A-D555-40BD-8FA2-C195A0397E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00" y="3203"/>
                  <a:ext cx="565" cy="221"/>
                  <a:chOff x="3600" y="2275"/>
                  <a:chExt cx="565" cy="221"/>
                </a:xfrm>
              </p:grpSpPr>
              <p:sp>
                <p:nvSpPr>
                  <p:cNvPr id="2442353" name="Rectangle 113">
                    <a:extLst>
                      <a:ext uri="{FF2B5EF4-FFF2-40B4-BE49-F238E27FC236}">
                        <a16:creationId xmlns:a16="http://schemas.microsoft.com/office/drawing/2014/main" id="{AF5A9EE4-01DF-41BE-800B-499841FB7D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01" y="2276"/>
                    <a:ext cx="565" cy="220"/>
                  </a:xfrm>
                  <a:prstGeom prst="rect">
                    <a:avLst/>
                  </a:prstGeom>
                  <a:solidFill>
                    <a:srgbClr val="FFFDFD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  <p:sp>
                <p:nvSpPr>
                  <p:cNvPr id="2442354" name="Rectangle 114">
                    <a:extLst>
                      <a:ext uri="{FF2B5EF4-FFF2-40B4-BE49-F238E27FC236}">
                        <a16:creationId xmlns:a16="http://schemas.microsoft.com/office/drawing/2014/main" id="{81B73F3A-0C39-48BE-86E0-599E141020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01" y="2276"/>
                    <a:ext cx="565" cy="220"/>
                  </a:xfrm>
                  <a:prstGeom prst="rect">
                    <a:avLst/>
                  </a:prstGeom>
                  <a:noFill/>
                  <a:ln w="793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</p:grpSp>
            <p:grpSp>
              <p:nvGrpSpPr>
                <p:cNvPr id="115828" name="Group 115">
                  <a:extLst>
                    <a:ext uri="{FF2B5EF4-FFF2-40B4-BE49-F238E27FC236}">
                      <a16:creationId xmlns:a16="http://schemas.microsoft.com/office/drawing/2014/main" id="{50225983-C8C6-4461-A52B-9920AB6AEF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0" y="3241"/>
                  <a:ext cx="456" cy="150"/>
                  <a:chOff x="3620" y="2313"/>
                  <a:chExt cx="456" cy="150"/>
                </a:xfrm>
              </p:grpSpPr>
              <p:sp>
                <p:nvSpPr>
                  <p:cNvPr id="2442356" name="Freeform 116">
                    <a:extLst>
                      <a:ext uri="{FF2B5EF4-FFF2-40B4-BE49-F238E27FC236}">
                        <a16:creationId xmlns:a16="http://schemas.microsoft.com/office/drawing/2014/main" id="{88D5D965-6F5E-431C-A06A-0534344159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0" y="2313"/>
                    <a:ext cx="456" cy="1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01"/>
                      </a:cxn>
                      <a:cxn ang="0">
                        <a:pos x="912" y="30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912" h="301">
                        <a:moveTo>
                          <a:pt x="0" y="0"/>
                        </a:moveTo>
                        <a:lnTo>
                          <a:pt x="0" y="301"/>
                        </a:lnTo>
                        <a:lnTo>
                          <a:pt x="912" y="30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DFD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  <p:sp>
                <p:nvSpPr>
                  <p:cNvPr id="2442357" name="Freeform 117">
                    <a:extLst>
                      <a:ext uri="{FF2B5EF4-FFF2-40B4-BE49-F238E27FC236}">
                        <a16:creationId xmlns:a16="http://schemas.microsoft.com/office/drawing/2014/main" id="{501EDEF2-D5D9-4414-963D-9B7114521D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20" y="2313"/>
                    <a:ext cx="456" cy="1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301"/>
                      </a:cxn>
                      <a:cxn ang="0">
                        <a:pos x="912" y="301"/>
                      </a:cxn>
                    </a:cxnLst>
                    <a:rect l="0" t="0" r="r" b="b"/>
                    <a:pathLst>
                      <a:path w="912" h="301">
                        <a:moveTo>
                          <a:pt x="0" y="0"/>
                        </a:moveTo>
                        <a:lnTo>
                          <a:pt x="0" y="301"/>
                        </a:lnTo>
                        <a:lnTo>
                          <a:pt x="912" y="301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</p:grpSp>
            <p:sp>
              <p:nvSpPr>
                <p:cNvPr id="2442358" name="Line 118">
                  <a:extLst>
                    <a:ext uri="{FF2B5EF4-FFF2-40B4-BE49-F238E27FC236}">
                      <a16:creationId xmlns:a16="http://schemas.microsoft.com/office/drawing/2014/main" id="{AF64E8AF-59CE-4709-88EF-8F71448D4C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65" y="3247"/>
                  <a:ext cx="0" cy="14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l" eaLnBrk="0" hangingPunct="0">
                    <a:lnSpc>
                      <a:spcPct val="100000"/>
                    </a:lnSpc>
                    <a:defRPr/>
                  </a:pPr>
                  <a:endParaRPr lang="en-US" sz="1800" b="0" i="1" noProof="0" dirty="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charset="0"/>
                    <a:cs typeface="+mn-cs"/>
                  </a:endParaRPr>
                </a:p>
              </p:txBody>
            </p:sp>
            <p:grpSp>
              <p:nvGrpSpPr>
                <p:cNvPr id="115832" name="Group 119">
                  <a:extLst>
                    <a:ext uri="{FF2B5EF4-FFF2-40B4-BE49-F238E27FC236}">
                      <a16:creationId xmlns:a16="http://schemas.microsoft.com/office/drawing/2014/main" id="{223FC6A8-6915-4C00-B07A-3D66B3F930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6" y="3228"/>
                  <a:ext cx="443" cy="156"/>
                  <a:chOff x="3616" y="2300"/>
                  <a:chExt cx="443" cy="156"/>
                </a:xfrm>
              </p:grpSpPr>
              <p:sp>
                <p:nvSpPr>
                  <p:cNvPr id="2442360" name="Freeform 120">
                    <a:extLst>
                      <a:ext uri="{FF2B5EF4-FFF2-40B4-BE49-F238E27FC236}">
                        <a16:creationId xmlns:a16="http://schemas.microsoft.com/office/drawing/2014/main" id="{080313B7-A7EF-4DD6-8BA2-1DCCAF740D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5" y="2301"/>
                    <a:ext cx="443" cy="155"/>
                  </a:xfrm>
                  <a:custGeom>
                    <a:avLst/>
                    <a:gdLst/>
                    <a:ahLst/>
                    <a:cxnLst>
                      <a:cxn ang="0">
                        <a:pos x="857" y="0"/>
                      </a:cxn>
                      <a:cxn ang="0">
                        <a:pos x="784" y="0"/>
                      </a:cxn>
                      <a:cxn ang="0">
                        <a:pos x="702" y="4"/>
                      </a:cxn>
                      <a:cxn ang="0">
                        <a:pos x="618" y="10"/>
                      </a:cxn>
                      <a:cxn ang="0">
                        <a:pos x="543" y="24"/>
                      </a:cxn>
                      <a:cxn ang="0">
                        <a:pos x="486" y="44"/>
                      </a:cxn>
                      <a:cxn ang="0">
                        <a:pos x="446" y="65"/>
                      </a:cxn>
                      <a:cxn ang="0">
                        <a:pos x="406" y="89"/>
                      </a:cxn>
                      <a:cxn ang="0">
                        <a:pos x="366" y="119"/>
                      </a:cxn>
                      <a:cxn ang="0">
                        <a:pos x="327" y="149"/>
                      </a:cxn>
                      <a:cxn ang="0">
                        <a:pos x="280" y="186"/>
                      </a:cxn>
                      <a:cxn ang="0">
                        <a:pos x="273" y="191"/>
                      </a:cxn>
                      <a:cxn ang="0">
                        <a:pos x="264" y="196"/>
                      </a:cxn>
                      <a:cxn ang="0">
                        <a:pos x="255" y="202"/>
                      </a:cxn>
                      <a:cxn ang="0">
                        <a:pos x="244" y="208"/>
                      </a:cxn>
                      <a:cxn ang="0">
                        <a:pos x="235" y="214"/>
                      </a:cxn>
                      <a:cxn ang="0">
                        <a:pos x="213" y="227"/>
                      </a:cxn>
                      <a:cxn ang="0">
                        <a:pos x="177" y="245"/>
                      </a:cxn>
                      <a:cxn ang="0">
                        <a:pos x="138" y="261"/>
                      </a:cxn>
                      <a:cxn ang="0">
                        <a:pos x="101" y="275"/>
                      </a:cxn>
                      <a:cxn ang="0">
                        <a:pos x="64" y="286"/>
                      </a:cxn>
                      <a:cxn ang="0">
                        <a:pos x="34" y="293"/>
                      </a:cxn>
                      <a:cxn ang="0">
                        <a:pos x="28" y="296"/>
                      </a:cxn>
                      <a:cxn ang="0">
                        <a:pos x="22" y="302"/>
                      </a:cxn>
                      <a:cxn ang="0">
                        <a:pos x="15" y="307"/>
                      </a:cxn>
                      <a:cxn ang="0">
                        <a:pos x="8" y="313"/>
                      </a:cxn>
                      <a:cxn ang="0">
                        <a:pos x="0" y="314"/>
                      </a:cxn>
                      <a:cxn ang="0">
                        <a:pos x="31" y="311"/>
                      </a:cxn>
                      <a:cxn ang="0">
                        <a:pos x="71" y="304"/>
                      </a:cxn>
                      <a:cxn ang="0">
                        <a:pos x="112" y="295"/>
                      </a:cxn>
                      <a:cxn ang="0">
                        <a:pos x="153" y="286"/>
                      </a:cxn>
                      <a:cxn ang="0">
                        <a:pos x="196" y="275"/>
                      </a:cxn>
                      <a:cxn ang="0">
                        <a:pos x="230" y="267"/>
                      </a:cxn>
                      <a:cxn ang="0">
                        <a:pos x="266" y="245"/>
                      </a:cxn>
                      <a:cxn ang="0">
                        <a:pos x="312" y="214"/>
                      </a:cxn>
                      <a:cxn ang="0">
                        <a:pos x="359" y="178"/>
                      </a:cxn>
                      <a:cxn ang="0">
                        <a:pos x="401" y="145"/>
                      </a:cxn>
                      <a:cxn ang="0">
                        <a:pos x="431" y="123"/>
                      </a:cxn>
                      <a:cxn ang="0">
                        <a:pos x="458" y="108"/>
                      </a:cxn>
                      <a:cxn ang="0">
                        <a:pos x="485" y="95"/>
                      </a:cxn>
                      <a:cxn ang="0">
                        <a:pos x="513" y="83"/>
                      </a:cxn>
                      <a:cxn ang="0">
                        <a:pos x="539" y="72"/>
                      </a:cxn>
                      <a:cxn ang="0">
                        <a:pos x="571" y="60"/>
                      </a:cxn>
                      <a:cxn ang="0">
                        <a:pos x="608" y="51"/>
                      </a:cxn>
                      <a:cxn ang="0">
                        <a:pos x="668" y="40"/>
                      </a:cxn>
                      <a:cxn ang="0">
                        <a:pos x="738" y="29"/>
                      </a:cxn>
                      <a:cxn ang="0">
                        <a:pos x="807" y="17"/>
                      </a:cxn>
                      <a:cxn ang="0">
                        <a:pos x="861" y="6"/>
                      </a:cxn>
                    </a:cxnLst>
                    <a:rect l="0" t="0" r="r" b="b"/>
                    <a:pathLst>
                      <a:path w="886" h="314">
                        <a:moveTo>
                          <a:pt x="886" y="0"/>
                        </a:moveTo>
                        <a:lnTo>
                          <a:pt x="876" y="0"/>
                        </a:lnTo>
                        <a:lnTo>
                          <a:pt x="857" y="0"/>
                        </a:lnTo>
                        <a:lnTo>
                          <a:pt x="834" y="0"/>
                        </a:lnTo>
                        <a:lnTo>
                          <a:pt x="810" y="0"/>
                        </a:lnTo>
                        <a:lnTo>
                          <a:pt x="784" y="0"/>
                        </a:lnTo>
                        <a:lnTo>
                          <a:pt x="758" y="1"/>
                        </a:lnTo>
                        <a:lnTo>
                          <a:pt x="730" y="2"/>
                        </a:lnTo>
                        <a:lnTo>
                          <a:pt x="702" y="4"/>
                        </a:lnTo>
                        <a:lnTo>
                          <a:pt x="674" y="6"/>
                        </a:lnTo>
                        <a:lnTo>
                          <a:pt x="646" y="8"/>
                        </a:lnTo>
                        <a:lnTo>
                          <a:pt x="618" y="10"/>
                        </a:lnTo>
                        <a:lnTo>
                          <a:pt x="592" y="14"/>
                        </a:lnTo>
                        <a:lnTo>
                          <a:pt x="566" y="20"/>
                        </a:lnTo>
                        <a:lnTo>
                          <a:pt x="543" y="24"/>
                        </a:lnTo>
                        <a:lnTo>
                          <a:pt x="521" y="30"/>
                        </a:lnTo>
                        <a:lnTo>
                          <a:pt x="493" y="42"/>
                        </a:lnTo>
                        <a:lnTo>
                          <a:pt x="486" y="44"/>
                        </a:lnTo>
                        <a:lnTo>
                          <a:pt x="472" y="51"/>
                        </a:lnTo>
                        <a:lnTo>
                          <a:pt x="459" y="57"/>
                        </a:lnTo>
                        <a:lnTo>
                          <a:pt x="446" y="65"/>
                        </a:lnTo>
                        <a:lnTo>
                          <a:pt x="431" y="72"/>
                        </a:lnTo>
                        <a:lnTo>
                          <a:pt x="418" y="81"/>
                        </a:lnTo>
                        <a:lnTo>
                          <a:pt x="406" y="89"/>
                        </a:lnTo>
                        <a:lnTo>
                          <a:pt x="393" y="99"/>
                        </a:lnTo>
                        <a:lnTo>
                          <a:pt x="379" y="108"/>
                        </a:lnTo>
                        <a:lnTo>
                          <a:pt x="366" y="119"/>
                        </a:lnTo>
                        <a:lnTo>
                          <a:pt x="353" y="129"/>
                        </a:lnTo>
                        <a:lnTo>
                          <a:pt x="339" y="138"/>
                        </a:lnTo>
                        <a:lnTo>
                          <a:pt x="327" y="149"/>
                        </a:lnTo>
                        <a:lnTo>
                          <a:pt x="314" y="159"/>
                        </a:lnTo>
                        <a:lnTo>
                          <a:pt x="300" y="170"/>
                        </a:lnTo>
                        <a:lnTo>
                          <a:pt x="280" y="186"/>
                        </a:lnTo>
                        <a:lnTo>
                          <a:pt x="279" y="186"/>
                        </a:lnTo>
                        <a:lnTo>
                          <a:pt x="277" y="188"/>
                        </a:lnTo>
                        <a:lnTo>
                          <a:pt x="273" y="191"/>
                        </a:lnTo>
                        <a:lnTo>
                          <a:pt x="271" y="193"/>
                        </a:lnTo>
                        <a:lnTo>
                          <a:pt x="267" y="195"/>
                        </a:lnTo>
                        <a:lnTo>
                          <a:pt x="264" y="196"/>
                        </a:lnTo>
                        <a:lnTo>
                          <a:pt x="262" y="199"/>
                        </a:lnTo>
                        <a:lnTo>
                          <a:pt x="258" y="201"/>
                        </a:lnTo>
                        <a:lnTo>
                          <a:pt x="255" y="202"/>
                        </a:lnTo>
                        <a:lnTo>
                          <a:pt x="251" y="205"/>
                        </a:lnTo>
                        <a:lnTo>
                          <a:pt x="248" y="206"/>
                        </a:lnTo>
                        <a:lnTo>
                          <a:pt x="244" y="208"/>
                        </a:lnTo>
                        <a:lnTo>
                          <a:pt x="241" y="210"/>
                        </a:lnTo>
                        <a:lnTo>
                          <a:pt x="237" y="211"/>
                        </a:lnTo>
                        <a:lnTo>
                          <a:pt x="235" y="214"/>
                        </a:lnTo>
                        <a:lnTo>
                          <a:pt x="230" y="216"/>
                        </a:lnTo>
                        <a:lnTo>
                          <a:pt x="224" y="220"/>
                        </a:lnTo>
                        <a:lnTo>
                          <a:pt x="213" y="227"/>
                        </a:lnTo>
                        <a:lnTo>
                          <a:pt x="201" y="232"/>
                        </a:lnTo>
                        <a:lnTo>
                          <a:pt x="188" y="239"/>
                        </a:lnTo>
                        <a:lnTo>
                          <a:pt x="177" y="245"/>
                        </a:lnTo>
                        <a:lnTo>
                          <a:pt x="164" y="251"/>
                        </a:lnTo>
                        <a:lnTo>
                          <a:pt x="151" y="257"/>
                        </a:lnTo>
                        <a:lnTo>
                          <a:pt x="138" y="261"/>
                        </a:lnTo>
                        <a:lnTo>
                          <a:pt x="127" y="267"/>
                        </a:lnTo>
                        <a:lnTo>
                          <a:pt x="114" y="271"/>
                        </a:lnTo>
                        <a:lnTo>
                          <a:pt x="101" y="275"/>
                        </a:lnTo>
                        <a:lnTo>
                          <a:pt x="88" y="279"/>
                        </a:lnTo>
                        <a:lnTo>
                          <a:pt x="77" y="282"/>
                        </a:lnTo>
                        <a:lnTo>
                          <a:pt x="64" y="286"/>
                        </a:lnTo>
                        <a:lnTo>
                          <a:pt x="52" y="289"/>
                        </a:lnTo>
                        <a:lnTo>
                          <a:pt x="35" y="293"/>
                        </a:lnTo>
                        <a:lnTo>
                          <a:pt x="34" y="293"/>
                        </a:lnTo>
                        <a:lnTo>
                          <a:pt x="33" y="294"/>
                        </a:lnTo>
                        <a:lnTo>
                          <a:pt x="29" y="295"/>
                        </a:lnTo>
                        <a:lnTo>
                          <a:pt x="28" y="296"/>
                        </a:lnTo>
                        <a:lnTo>
                          <a:pt x="26" y="299"/>
                        </a:lnTo>
                        <a:lnTo>
                          <a:pt x="23" y="300"/>
                        </a:lnTo>
                        <a:lnTo>
                          <a:pt x="22" y="302"/>
                        </a:lnTo>
                        <a:lnTo>
                          <a:pt x="20" y="303"/>
                        </a:lnTo>
                        <a:lnTo>
                          <a:pt x="17" y="306"/>
                        </a:lnTo>
                        <a:lnTo>
                          <a:pt x="15" y="307"/>
                        </a:lnTo>
                        <a:lnTo>
                          <a:pt x="13" y="309"/>
                        </a:lnTo>
                        <a:lnTo>
                          <a:pt x="11" y="310"/>
                        </a:lnTo>
                        <a:lnTo>
                          <a:pt x="8" y="313"/>
                        </a:lnTo>
                        <a:lnTo>
                          <a:pt x="6" y="314"/>
                        </a:lnTo>
                        <a:lnTo>
                          <a:pt x="4" y="314"/>
                        </a:lnTo>
                        <a:lnTo>
                          <a:pt x="0" y="314"/>
                        </a:lnTo>
                        <a:lnTo>
                          <a:pt x="6" y="314"/>
                        </a:lnTo>
                        <a:lnTo>
                          <a:pt x="19" y="313"/>
                        </a:lnTo>
                        <a:lnTo>
                          <a:pt x="31" y="311"/>
                        </a:lnTo>
                        <a:lnTo>
                          <a:pt x="44" y="309"/>
                        </a:lnTo>
                        <a:lnTo>
                          <a:pt x="57" y="307"/>
                        </a:lnTo>
                        <a:lnTo>
                          <a:pt x="71" y="304"/>
                        </a:lnTo>
                        <a:lnTo>
                          <a:pt x="85" y="302"/>
                        </a:lnTo>
                        <a:lnTo>
                          <a:pt x="98" y="299"/>
                        </a:lnTo>
                        <a:lnTo>
                          <a:pt x="112" y="295"/>
                        </a:lnTo>
                        <a:lnTo>
                          <a:pt x="126" y="292"/>
                        </a:lnTo>
                        <a:lnTo>
                          <a:pt x="140" y="289"/>
                        </a:lnTo>
                        <a:lnTo>
                          <a:pt x="153" y="286"/>
                        </a:lnTo>
                        <a:lnTo>
                          <a:pt x="167" y="282"/>
                        </a:lnTo>
                        <a:lnTo>
                          <a:pt x="181" y="279"/>
                        </a:lnTo>
                        <a:lnTo>
                          <a:pt x="196" y="275"/>
                        </a:lnTo>
                        <a:lnTo>
                          <a:pt x="217" y="271"/>
                        </a:lnTo>
                        <a:lnTo>
                          <a:pt x="221" y="271"/>
                        </a:lnTo>
                        <a:lnTo>
                          <a:pt x="230" y="267"/>
                        </a:lnTo>
                        <a:lnTo>
                          <a:pt x="241" y="261"/>
                        </a:lnTo>
                        <a:lnTo>
                          <a:pt x="253" y="254"/>
                        </a:lnTo>
                        <a:lnTo>
                          <a:pt x="266" y="245"/>
                        </a:lnTo>
                        <a:lnTo>
                          <a:pt x="281" y="236"/>
                        </a:lnTo>
                        <a:lnTo>
                          <a:pt x="296" y="225"/>
                        </a:lnTo>
                        <a:lnTo>
                          <a:pt x="312" y="214"/>
                        </a:lnTo>
                        <a:lnTo>
                          <a:pt x="328" y="202"/>
                        </a:lnTo>
                        <a:lnTo>
                          <a:pt x="343" y="189"/>
                        </a:lnTo>
                        <a:lnTo>
                          <a:pt x="359" y="178"/>
                        </a:lnTo>
                        <a:lnTo>
                          <a:pt x="373" y="166"/>
                        </a:lnTo>
                        <a:lnTo>
                          <a:pt x="387" y="156"/>
                        </a:lnTo>
                        <a:lnTo>
                          <a:pt x="401" y="145"/>
                        </a:lnTo>
                        <a:lnTo>
                          <a:pt x="413" y="137"/>
                        </a:lnTo>
                        <a:lnTo>
                          <a:pt x="428" y="126"/>
                        </a:lnTo>
                        <a:lnTo>
                          <a:pt x="431" y="123"/>
                        </a:lnTo>
                        <a:lnTo>
                          <a:pt x="439" y="117"/>
                        </a:lnTo>
                        <a:lnTo>
                          <a:pt x="449" y="113"/>
                        </a:lnTo>
                        <a:lnTo>
                          <a:pt x="458" y="108"/>
                        </a:lnTo>
                        <a:lnTo>
                          <a:pt x="467" y="103"/>
                        </a:lnTo>
                        <a:lnTo>
                          <a:pt x="475" y="99"/>
                        </a:lnTo>
                        <a:lnTo>
                          <a:pt x="485" y="95"/>
                        </a:lnTo>
                        <a:lnTo>
                          <a:pt x="494" y="91"/>
                        </a:lnTo>
                        <a:lnTo>
                          <a:pt x="503" y="86"/>
                        </a:lnTo>
                        <a:lnTo>
                          <a:pt x="513" y="83"/>
                        </a:lnTo>
                        <a:lnTo>
                          <a:pt x="522" y="79"/>
                        </a:lnTo>
                        <a:lnTo>
                          <a:pt x="530" y="76"/>
                        </a:lnTo>
                        <a:lnTo>
                          <a:pt x="539" y="72"/>
                        </a:lnTo>
                        <a:lnTo>
                          <a:pt x="549" y="69"/>
                        </a:lnTo>
                        <a:lnTo>
                          <a:pt x="558" y="66"/>
                        </a:lnTo>
                        <a:lnTo>
                          <a:pt x="571" y="60"/>
                        </a:lnTo>
                        <a:lnTo>
                          <a:pt x="576" y="59"/>
                        </a:lnTo>
                        <a:lnTo>
                          <a:pt x="590" y="55"/>
                        </a:lnTo>
                        <a:lnTo>
                          <a:pt x="608" y="51"/>
                        </a:lnTo>
                        <a:lnTo>
                          <a:pt x="626" y="48"/>
                        </a:lnTo>
                        <a:lnTo>
                          <a:pt x="646" y="43"/>
                        </a:lnTo>
                        <a:lnTo>
                          <a:pt x="668" y="40"/>
                        </a:lnTo>
                        <a:lnTo>
                          <a:pt x="692" y="36"/>
                        </a:lnTo>
                        <a:lnTo>
                          <a:pt x="715" y="33"/>
                        </a:lnTo>
                        <a:lnTo>
                          <a:pt x="738" y="29"/>
                        </a:lnTo>
                        <a:lnTo>
                          <a:pt x="761" y="24"/>
                        </a:lnTo>
                        <a:lnTo>
                          <a:pt x="784" y="21"/>
                        </a:lnTo>
                        <a:lnTo>
                          <a:pt x="807" y="17"/>
                        </a:lnTo>
                        <a:lnTo>
                          <a:pt x="826" y="13"/>
                        </a:lnTo>
                        <a:lnTo>
                          <a:pt x="845" y="10"/>
                        </a:lnTo>
                        <a:lnTo>
                          <a:pt x="861" y="6"/>
                        </a:lnTo>
                        <a:lnTo>
                          <a:pt x="881" y="0"/>
                        </a:lnTo>
                        <a:lnTo>
                          <a:pt x="88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  <p:sp>
                <p:nvSpPr>
                  <p:cNvPr id="2442361" name="Freeform 121">
                    <a:extLst>
                      <a:ext uri="{FF2B5EF4-FFF2-40B4-BE49-F238E27FC236}">
                        <a16:creationId xmlns:a16="http://schemas.microsoft.com/office/drawing/2014/main" id="{D2CF2870-6FCD-4621-B586-B6C9E4F3D9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5" y="2301"/>
                    <a:ext cx="443" cy="155"/>
                  </a:xfrm>
                  <a:custGeom>
                    <a:avLst/>
                    <a:gdLst/>
                    <a:ahLst/>
                    <a:cxnLst>
                      <a:cxn ang="0">
                        <a:pos x="857" y="0"/>
                      </a:cxn>
                      <a:cxn ang="0">
                        <a:pos x="784" y="0"/>
                      </a:cxn>
                      <a:cxn ang="0">
                        <a:pos x="702" y="4"/>
                      </a:cxn>
                      <a:cxn ang="0">
                        <a:pos x="618" y="10"/>
                      </a:cxn>
                      <a:cxn ang="0">
                        <a:pos x="543" y="24"/>
                      </a:cxn>
                      <a:cxn ang="0">
                        <a:pos x="486" y="44"/>
                      </a:cxn>
                      <a:cxn ang="0">
                        <a:pos x="446" y="65"/>
                      </a:cxn>
                      <a:cxn ang="0">
                        <a:pos x="406" y="89"/>
                      </a:cxn>
                      <a:cxn ang="0">
                        <a:pos x="366" y="119"/>
                      </a:cxn>
                      <a:cxn ang="0">
                        <a:pos x="327" y="149"/>
                      </a:cxn>
                      <a:cxn ang="0">
                        <a:pos x="280" y="186"/>
                      </a:cxn>
                      <a:cxn ang="0">
                        <a:pos x="273" y="191"/>
                      </a:cxn>
                      <a:cxn ang="0">
                        <a:pos x="264" y="196"/>
                      </a:cxn>
                      <a:cxn ang="0">
                        <a:pos x="255" y="202"/>
                      </a:cxn>
                      <a:cxn ang="0">
                        <a:pos x="244" y="208"/>
                      </a:cxn>
                      <a:cxn ang="0">
                        <a:pos x="235" y="214"/>
                      </a:cxn>
                      <a:cxn ang="0">
                        <a:pos x="213" y="227"/>
                      </a:cxn>
                      <a:cxn ang="0">
                        <a:pos x="177" y="245"/>
                      </a:cxn>
                      <a:cxn ang="0">
                        <a:pos x="138" y="261"/>
                      </a:cxn>
                      <a:cxn ang="0">
                        <a:pos x="101" y="275"/>
                      </a:cxn>
                      <a:cxn ang="0">
                        <a:pos x="64" y="286"/>
                      </a:cxn>
                      <a:cxn ang="0">
                        <a:pos x="34" y="293"/>
                      </a:cxn>
                      <a:cxn ang="0">
                        <a:pos x="28" y="296"/>
                      </a:cxn>
                      <a:cxn ang="0">
                        <a:pos x="22" y="302"/>
                      </a:cxn>
                      <a:cxn ang="0">
                        <a:pos x="15" y="307"/>
                      </a:cxn>
                      <a:cxn ang="0">
                        <a:pos x="8" y="313"/>
                      </a:cxn>
                      <a:cxn ang="0">
                        <a:pos x="0" y="314"/>
                      </a:cxn>
                      <a:cxn ang="0">
                        <a:pos x="31" y="311"/>
                      </a:cxn>
                      <a:cxn ang="0">
                        <a:pos x="71" y="304"/>
                      </a:cxn>
                      <a:cxn ang="0">
                        <a:pos x="112" y="295"/>
                      </a:cxn>
                      <a:cxn ang="0">
                        <a:pos x="153" y="286"/>
                      </a:cxn>
                      <a:cxn ang="0">
                        <a:pos x="196" y="275"/>
                      </a:cxn>
                      <a:cxn ang="0">
                        <a:pos x="230" y="267"/>
                      </a:cxn>
                      <a:cxn ang="0">
                        <a:pos x="266" y="245"/>
                      </a:cxn>
                      <a:cxn ang="0">
                        <a:pos x="312" y="214"/>
                      </a:cxn>
                      <a:cxn ang="0">
                        <a:pos x="359" y="178"/>
                      </a:cxn>
                      <a:cxn ang="0">
                        <a:pos x="401" y="145"/>
                      </a:cxn>
                      <a:cxn ang="0">
                        <a:pos x="431" y="123"/>
                      </a:cxn>
                      <a:cxn ang="0">
                        <a:pos x="458" y="108"/>
                      </a:cxn>
                      <a:cxn ang="0">
                        <a:pos x="485" y="95"/>
                      </a:cxn>
                      <a:cxn ang="0">
                        <a:pos x="513" y="83"/>
                      </a:cxn>
                      <a:cxn ang="0">
                        <a:pos x="539" y="72"/>
                      </a:cxn>
                      <a:cxn ang="0">
                        <a:pos x="571" y="60"/>
                      </a:cxn>
                      <a:cxn ang="0">
                        <a:pos x="608" y="51"/>
                      </a:cxn>
                      <a:cxn ang="0">
                        <a:pos x="668" y="40"/>
                      </a:cxn>
                      <a:cxn ang="0">
                        <a:pos x="738" y="29"/>
                      </a:cxn>
                      <a:cxn ang="0">
                        <a:pos x="807" y="17"/>
                      </a:cxn>
                      <a:cxn ang="0">
                        <a:pos x="861" y="6"/>
                      </a:cxn>
                    </a:cxnLst>
                    <a:rect l="0" t="0" r="r" b="b"/>
                    <a:pathLst>
                      <a:path w="886" h="314">
                        <a:moveTo>
                          <a:pt x="886" y="0"/>
                        </a:moveTo>
                        <a:lnTo>
                          <a:pt x="876" y="0"/>
                        </a:lnTo>
                        <a:lnTo>
                          <a:pt x="857" y="0"/>
                        </a:lnTo>
                        <a:lnTo>
                          <a:pt x="834" y="0"/>
                        </a:lnTo>
                        <a:lnTo>
                          <a:pt x="810" y="0"/>
                        </a:lnTo>
                        <a:lnTo>
                          <a:pt x="784" y="0"/>
                        </a:lnTo>
                        <a:lnTo>
                          <a:pt x="758" y="1"/>
                        </a:lnTo>
                        <a:lnTo>
                          <a:pt x="730" y="2"/>
                        </a:lnTo>
                        <a:lnTo>
                          <a:pt x="702" y="4"/>
                        </a:lnTo>
                        <a:lnTo>
                          <a:pt x="674" y="6"/>
                        </a:lnTo>
                        <a:lnTo>
                          <a:pt x="646" y="8"/>
                        </a:lnTo>
                        <a:lnTo>
                          <a:pt x="618" y="10"/>
                        </a:lnTo>
                        <a:lnTo>
                          <a:pt x="592" y="14"/>
                        </a:lnTo>
                        <a:lnTo>
                          <a:pt x="566" y="20"/>
                        </a:lnTo>
                        <a:lnTo>
                          <a:pt x="543" y="24"/>
                        </a:lnTo>
                        <a:lnTo>
                          <a:pt x="521" y="30"/>
                        </a:lnTo>
                        <a:lnTo>
                          <a:pt x="493" y="42"/>
                        </a:lnTo>
                        <a:lnTo>
                          <a:pt x="486" y="44"/>
                        </a:lnTo>
                        <a:lnTo>
                          <a:pt x="472" y="51"/>
                        </a:lnTo>
                        <a:lnTo>
                          <a:pt x="459" y="57"/>
                        </a:lnTo>
                        <a:lnTo>
                          <a:pt x="446" y="65"/>
                        </a:lnTo>
                        <a:lnTo>
                          <a:pt x="431" y="72"/>
                        </a:lnTo>
                        <a:lnTo>
                          <a:pt x="418" y="81"/>
                        </a:lnTo>
                        <a:lnTo>
                          <a:pt x="406" y="89"/>
                        </a:lnTo>
                        <a:lnTo>
                          <a:pt x="393" y="99"/>
                        </a:lnTo>
                        <a:lnTo>
                          <a:pt x="379" y="108"/>
                        </a:lnTo>
                        <a:lnTo>
                          <a:pt x="366" y="119"/>
                        </a:lnTo>
                        <a:lnTo>
                          <a:pt x="353" y="129"/>
                        </a:lnTo>
                        <a:lnTo>
                          <a:pt x="339" y="138"/>
                        </a:lnTo>
                        <a:lnTo>
                          <a:pt x="327" y="149"/>
                        </a:lnTo>
                        <a:lnTo>
                          <a:pt x="314" y="159"/>
                        </a:lnTo>
                        <a:lnTo>
                          <a:pt x="300" y="170"/>
                        </a:lnTo>
                        <a:lnTo>
                          <a:pt x="280" y="186"/>
                        </a:lnTo>
                        <a:lnTo>
                          <a:pt x="279" y="186"/>
                        </a:lnTo>
                        <a:lnTo>
                          <a:pt x="277" y="188"/>
                        </a:lnTo>
                        <a:lnTo>
                          <a:pt x="273" y="191"/>
                        </a:lnTo>
                        <a:lnTo>
                          <a:pt x="271" y="193"/>
                        </a:lnTo>
                        <a:lnTo>
                          <a:pt x="267" y="195"/>
                        </a:lnTo>
                        <a:lnTo>
                          <a:pt x="264" y="196"/>
                        </a:lnTo>
                        <a:lnTo>
                          <a:pt x="262" y="199"/>
                        </a:lnTo>
                        <a:lnTo>
                          <a:pt x="258" y="201"/>
                        </a:lnTo>
                        <a:lnTo>
                          <a:pt x="255" y="202"/>
                        </a:lnTo>
                        <a:lnTo>
                          <a:pt x="251" y="205"/>
                        </a:lnTo>
                        <a:lnTo>
                          <a:pt x="248" y="206"/>
                        </a:lnTo>
                        <a:lnTo>
                          <a:pt x="244" y="208"/>
                        </a:lnTo>
                        <a:lnTo>
                          <a:pt x="241" y="210"/>
                        </a:lnTo>
                        <a:lnTo>
                          <a:pt x="237" y="211"/>
                        </a:lnTo>
                        <a:lnTo>
                          <a:pt x="235" y="214"/>
                        </a:lnTo>
                        <a:lnTo>
                          <a:pt x="230" y="216"/>
                        </a:lnTo>
                        <a:lnTo>
                          <a:pt x="224" y="220"/>
                        </a:lnTo>
                        <a:lnTo>
                          <a:pt x="213" y="227"/>
                        </a:lnTo>
                        <a:lnTo>
                          <a:pt x="201" y="232"/>
                        </a:lnTo>
                        <a:lnTo>
                          <a:pt x="188" y="239"/>
                        </a:lnTo>
                        <a:lnTo>
                          <a:pt x="177" y="245"/>
                        </a:lnTo>
                        <a:lnTo>
                          <a:pt x="164" y="251"/>
                        </a:lnTo>
                        <a:lnTo>
                          <a:pt x="151" y="257"/>
                        </a:lnTo>
                        <a:lnTo>
                          <a:pt x="138" y="261"/>
                        </a:lnTo>
                        <a:lnTo>
                          <a:pt x="127" y="267"/>
                        </a:lnTo>
                        <a:lnTo>
                          <a:pt x="114" y="271"/>
                        </a:lnTo>
                        <a:lnTo>
                          <a:pt x="101" y="275"/>
                        </a:lnTo>
                        <a:lnTo>
                          <a:pt x="88" y="279"/>
                        </a:lnTo>
                        <a:lnTo>
                          <a:pt x="77" y="282"/>
                        </a:lnTo>
                        <a:lnTo>
                          <a:pt x="64" y="286"/>
                        </a:lnTo>
                        <a:lnTo>
                          <a:pt x="52" y="289"/>
                        </a:lnTo>
                        <a:lnTo>
                          <a:pt x="35" y="293"/>
                        </a:lnTo>
                        <a:lnTo>
                          <a:pt x="34" y="293"/>
                        </a:lnTo>
                        <a:lnTo>
                          <a:pt x="33" y="294"/>
                        </a:lnTo>
                        <a:lnTo>
                          <a:pt x="29" y="295"/>
                        </a:lnTo>
                        <a:lnTo>
                          <a:pt x="28" y="296"/>
                        </a:lnTo>
                        <a:lnTo>
                          <a:pt x="26" y="299"/>
                        </a:lnTo>
                        <a:lnTo>
                          <a:pt x="23" y="300"/>
                        </a:lnTo>
                        <a:lnTo>
                          <a:pt x="22" y="302"/>
                        </a:lnTo>
                        <a:lnTo>
                          <a:pt x="20" y="303"/>
                        </a:lnTo>
                        <a:lnTo>
                          <a:pt x="17" y="306"/>
                        </a:lnTo>
                        <a:lnTo>
                          <a:pt x="15" y="307"/>
                        </a:lnTo>
                        <a:lnTo>
                          <a:pt x="13" y="309"/>
                        </a:lnTo>
                        <a:lnTo>
                          <a:pt x="11" y="310"/>
                        </a:lnTo>
                        <a:lnTo>
                          <a:pt x="8" y="313"/>
                        </a:lnTo>
                        <a:lnTo>
                          <a:pt x="6" y="314"/>
                        </a:lnTo>
                        <a:lnTo>
                          <a:pt x="4" y="314"/>
                        </a:lnTo>
                        <a:lnTo>
                          <a:pt x="0" y="314"/>
                        </a:lnTo>
                        <a:lnTo>
                          <a:pt x="6" y="314"/>
                        </a:lnTo>
                        <a:lnTo>
                          <a:pt x="19" y="313"/>
                        </a:lnTo>
                        <a:lnTo>
                          <a:pt x="31" y="311"/>
                        </a:lnTo>
                        <a:lnTo>
                          <a:pt x="44" y="309"/>
                        </a:lnTo>
                        <a:lnTo>
                          <a:pt x="57" y="307"/>
                        </a:lnTo>
                        <a:lnTo>
                          <a:pt x="71" y="304"/>
                        </a:lnTo>
                        <a:lnTo>
                          <a:pt x="85" y="302"/>
                        </a:lnTo>
                        <a:lnTo>
                          <a:pt x="98" y="299"/>
                        </a:lnTo>
                        <a:lnTo>
                          <a:pt x="112" y="295"/>
                        </a:lnTo>
                        <a:lnTo>
                          <a:pt x="126" y="292"/>
                        </a:lnTo>
                        <a:lnTo>
                          <a:pt x="140" y="289"/>
                        </a:lnTo>
                        <a:lnTo>
                          <a:pt x="153" y="286"/>
                        </a:lnTo>
                        <a:lnTo>
                          <a:pt x="167" y="282"/>
                        </a:lnTo>
                        <a:lnTo>
                          <a:pt x="181" y="279"/>
                        </a:lnTo>
                        <a:lnTo>
                          <a:pt x="196" y="275"/>
                        </a:lnTo>
                        <a:lnTo>
                          <a:pt x="217" y="271"/>
                        </a:lnTo>
                        <a:lnTo>
                          <a:pt x="221" y="271"/>
                        </a:lnTo>
                        <a:lnTo>
                          <a:pt x="230" y="267"/>
                        </a:lnTo>
                        <a:lnTo>
                          <a:pt x="241" y="261"/>
                        </a:lnTo>
                        <a:lnTo>
                          <a:pt x="253" y="254"/>
                        </a:lnTo>
                        <a:lnTo>
                          <a:pt x="266" y="245"/>
                        </a:lnTo>
                        <a:lnTo>
                          <a:pt x="281" y="236"/>
                        </a:lnTo>
                        <a:lnTo>
                          <a:pt x="296" y="225"/>
                        </a:lnTo>
                        <a:lnTo>
                          <a:pt x="312" y="214"/>
                        </a:lnTo>
                        <a:lnTo>
                          <a:pt x="328" y="202"/>
                        </a:lnTo>
                        <a:lnTo>
                          <a:pt x="343" y="189"/>
                        </a:lnTo>
                        <a:lnTo>
                          <a:pt x="359" y="178"/>
                        </a:lnTo>
                        <a:lnTo>
                          <a:pt x="373" y="166"/>
                        </a:lnTo>
                        <a:lnTo>
                          <a:pt x="387" y="156"/>
                        </a:lnTo>
                        <a:lnTo>
                          <a:pt x="401" y="145"/>
                        </a:lnTo>
                        <a:lnTo>
                          <a:pt x="413" y="137"/>
                        </a:lnTo>
                        <a:lnTo>
                          <a:pt x="428" y="126"/>
                        </a:lnTo>
                        <a:lnTo>
                          <a:pt x="431" y="123"/>
                        </a:lnTo>
                        <a:lnTo>
                          <a:pt x="439" y="117"/>
                        </a:lnTo>
                        <a:lnTo>
                          <a:pt x="449" y="113"/>
                        </a:lnTo>
                        <a:lnTo>
                          <a:pt x="458" y="108"/>
                        </a:lnTo>
                        <a:lnTo>
                          <a:pt x="467" y="103"/>
                        </a:lnTo>
                        <a:lnTo>
                          <a:pt x="475" y="99"/>
                        </a:lnTo>
                        <a:lnTo>
                          <a:pt x="485" y="95"/>
                        </a:lnTo>
                        <a:lnTo>
                          <a:pt x="494" y="91"/>
                        </a:lnTo>
                        <a:lnTo>
                          <a:pt x="503" y="86"/>
                        </a:lnTo>
                        <a:lnTo>
                          <a:pt x="513" y="83"/>
                        </a:lnTo>
                        <a:lnTo>
                          <a:pt x="522" y="79"/>
                        </a:lnTo>
                        <a:lnTo>
                          <a:pt x="530" y="76"/>
                        </a:lnTo>
                        <a:lnTo>
                          <a:pt x="539" y="72"/>
                        </a:lnTo>
                        <a:lnTo>
                          <a:pt x="549" y="69"/>
                        </a:lnTo>
                        <a:lnTo>
                          <a:pt x="558" y="66"/>
                        </a:lnTo>
                        <a:lnTo>
                          <a:pt x="571" y="60"/>
                        </a:lnTo>
                        <a:lnTo>
                          <a:pt x="576" y="59"/>
                        </a:lnTo>
                        <a:lnTo>
                          <a:pt x="590" y="55"/>
                        </a:lnTo>
                        <a:lnTo>
                          <a:pt x="608" y="51"/>
                        </a:lnTo>
                        <a:lnTo>
                          <a:pt x="626" y="48"/>
                        </a:lnTo>
                        <a:lnTo>
                          <a:pt x="646" y="43"/>
                        </a:lnTo>
                        <a:lnTo>
                          <a:pt x="668" y="40"/>
                        </a:lnTo>
                        <a:lnTo>
                          <a:pt x="692" y="36"/>
                        </a:lnTo>
                        <a:lnTo>
                          <a:pt x="715" y="33"/>
                        </a:lnTo>
                        <a:lnTo>
                          <a:pt x="738" y="29"/>
                        </a:lnTo>
                        <a:lnTo>
                          <a:pt x="761" y="24"/>
                        </a:lnTo>
                        <a:lnTo>
                          <a:pt x="784" y="21"/>
                        </a:lnTo>
                        <a:lnTo>
                          <a:pt x="807" y="17"/>
                        </a:lnTo>
                        <a:lnTo>
                          <a:pt x="826" y="13"/>
                        </a:lnTo>
                        <a:lnTo>
                          <a:pt x="845" y="10"/>
                        </a:lnTo>
                        <a:lnTo>
                          <a:pt x="861" y="6"/>
                        </a:lnTo>
                        <a:lnTo>
                          <a:pt x="881" y="0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algn="l" eaLnBrk="0" hangingPunct="0">
                      <a:lnSpc>
                        <a:spcPct val="100000"/>
                      </a:lnSpc>
                      <a:defRPr/>
                    </a:pPr>
                    <a:endParaRPr lang="en-US" sz="1800" b="0" i="1" noProof="0" dirty="0">
                      <a:solidFill>
                        <a:schemeClr val="tx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Arial" charset="0"/>
                      <a:cs typeface="+mn-cs"/>
                    </a:endParaRPr>
                  </a:p>
                </p:txBody>
              </p:sp>
            </p:grpSp>
          </p:grpSp>
        </p:grpSp>
      </p:grpSp>
      <p:sp>
        <p:nvSpPr>
          <p:cNvPr id="2442362" name="AutoShape 122">
            <a:extLst>
              <a:ext uri="{FF2B5EF4-FFF2-40B4-BE49-F238E27FC236}">
                <a16:creationId xmlns:a16="http://schemas.microsoft.com/office/drawing/2014/main" id="{DDAD8B75-58F3-4443-9A16-65015D219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6463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Feasibility</a:t>
            </a:r>
          </a:p>
        </p:txBody>
      </p:sp>
      <p:sp>
        <p:nvSpPr>
          <p:cNvPr id="115836" name="Text Box 123">
            <a:extLst>
              <a:ext uri="{FF2B5EF4-FFF2-40B4-BE49-F238E27FC236}">
                <a16:creationId xmlns:a16="http://schemas.microsoft.com/office/drawing/2014/main" id="{33159025-595D-4064-84E5-F91D23B99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863" y="5087938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Compose application technical specification and perform functional quality assurance about designed technical solution</a:t>
            </a:r>
          </a:p>
        </p:txBody>
      </p:sp>
      <p:grpSp>
        <p:nvGrpSpPr>
          <p:cNvPr id="115837" name="Group 124">
            <a:extLst>
              <a:ext uri="{FF2B5EF4-FFF2-40B4-BE49-F238E27FC236}">
                <a16:creationId xmlns:a16="http://schemas.microsoft.com/office/drawing/2014/main" id="{155B4B91-5303-42C5-B7D8-33E59C192DF8}"/>
              </a:ext>
            </a:extLst>
          </p:cNvPr>
          <p:cNvGrpSpPr>
            <a:grpSpLocks/>
          </p:cNvGrpSpPr>
          <p:nvPr/>
        </p:nvGrpSpPr>
        <p:grpSpPr bwMode="auto">
          <a:xfrm>
            <a:off x="5884863" y="3876675"/>
            <a:ext cx="863600" cy="992188"/>
            <a:chOff x="910" y="1991"/>
            <a:chExt cx="577" cy="759"/>
          </a:xfrm>
        </p:grpSpPr>
        <p:pic>
          <p:nvPicPr>
            <p:cNvPr id="115838" name="Picture 125">
              <a:extLst>
                <a:ext uri="{FF2B5EF4-FFF2-40B4-BE49-F238E27FC236}">
                  <a16:creationId xmlns:a16="http://schemas.microsoft.com/office/drawing/2014/main" id="{3FA9E96E-0F98-4BE4-B639-3C6B89B411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2" y="2106"/>
              <a:ext cx="525" cy="644"/>
            </a:xfrm>
            <a:prstGeom prst="rect">
              <a:avLst/>
            </a:prstGeom>
            <a:noFill/>
            <a:ln w="12700" algn="ctr">
              <a:solidFill>
                <a:srgbClr val="77918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839" name="Picture 126">
              <a:extLst>
                <a:ext uri="{FF2B5EF4-FFF2-40B4-BE49-F238E27FC236}">
                  <a16:creationId xmlns:a16="http://schemas.microsoft.com/office/drawing/2014/main" id="{8833F8B6-A280-4ADA-914E-9B8E3B57C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" y="1991"/>
              <a:ext cx="525" cy="643"/>
            </a:xfrm>
            <a:prstGeom prst="rect">
              <a:avLst/>
            </a:prstGeom>
            <a:noFill/>
            <a:ln w="12700" algn="ctr">
              <a:solidFill>
                <a:srgbClr val="77918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42367" name="AutoShape 127">
            <a:extLst>
              <a:ext uri="{FF2B5EF4-FFF2-40B4-BE49-F238E27FC236}">
                <a16:creationId xmlns:a16="http://schemas.microsoft.com/office/drawing/2014/main" id="{80EFBD8D-ECEE-4BF9-A4F7-446B9E6DF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Technical Analysis</a:t>
            </a:r>
          </a:p>
        </p:txBody>
      </p:sp>
      <p:sp>
        <p:nvSpPr>
          <p:cNvPr id="115841" name="Rectangle 128">
            <a:extLst>
              <a:ext uri="{FF2B5EF4-FFF2-40B4-BE49-F238E27FC236}">
                <a16:creationId xmlns:a16="http://schemas.microsoft.com/office/drawing/2014/main" id="{937909D1-8559-40D5-A441-D5D2FA5056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(5/9)</a:t>
            </a:r>
          </a:p>
        </p:txBody>
      </p:sp>
      <p:sp>
        <p:nvSpPr>
          <p:cNvPr id="115842" name="Rectangle 129">
            <a:extLst>
              <a:ext uri="{FF2B5EF4-FFF2-40B4-BE49-F238E27FC236}">
                <a16:creationId xmlns:a16="http://schemas.microsoft.com/office/drawing/2014/main" id="{8547A7D0-0117-45AB-9927-3075992C6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025" y="2565400"/>
            <a:ext cx="481806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 the definition of the solution to be implemented (functional architecture)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Evaluation of the technical/economical feasibility of the solution </a:t>
            </a:r>
            <a:r>
              <a:rPr lang="en-US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hypothesys</a:t>
            </a:r>
            <a:endParaRPr lang="en-US" b="0" noProof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266" name="Freeform 2">
            <a:extLst>
              <a:ext uri="{FF2B5EF4-FFF2-40B4-BE49-F238E27FC236}">
                <a16:creationId xmlns:a16="http://schemas.microsoft.com/office/drawing/2014/main" id="{E810A73C-A1C9-4AA0-B089-1D1EE80CFCDE}"/>
              </a:ext>
            </a:extLst>
          </p:cNvPr>
          <p:cNvSpPr>
            <a:spLocks/>
          </p:cNvSpPr>
          <p:nvPr/>
        </p:nvSpPr>
        <p:spPr bwMode="auto">
          <a:xfrm>
            <a:off x="1770063" y="2278063"/>
            <a:ext cx="6053137" cy="1249362"/>
          </a:xfrm>
          <a:custGeom>
            <a:avLst/>
            <a:gdLst/>
            <a:ahLst/>
            <a:cxnLst>
              <a:cxn ang="0">
                <a:pos x="3658" y="0"/>
              </a:cxn>
              <a:cxn ang="0">
                <a:pos x="3813" y="83"/>
              </a:cxn>
              <a:cxn ang="0">
                <a:pos x="3621" y="787"/>
              </a:cxn>
              <a:cxn ang="0">
                <a:pos x="0" y="787"/>
              </a:cxn>
              <a:cxn ang="0">
                <a:pos x="3658" y="0"/>
              </a:cxn>
            </a:cxnLst>
            <a:rect l="0" t="0" r="r" b="b"/>
            <a:pathLst>
              <a:path w="3813" h="787">
                <a:moveTo>
                  <a:pt x="3658" y="0"/>
                </a:moveTo>
                <a:lnTo>
                  <a:pt x="3813" y="83"/>
                </a:lnTo>
                <a:lnTo>
                  <a:pt x="3621" y="787"/>
                </a:lnTo>
                <a:lnTo>
                  <a:pt x="0" y="787"/>
                </a:lnTo>
                <a:lnTo>
                  <a:pt x="3658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7764" name="Group 3">
            <a:extLst>
              <a:ext uri="{FF2B5EF4-FFF2-40B4-BE49-F238E27FC236}">
                <a16:creationId xmlns:a16="http://schemas.microsoft.com/office/drawing/2014/main" id="{9A4F2645-94E2-4FE6-9B45-24A33CD8AA68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17765" name="Text Box 4">
              <a:extLst>
                <a:ext uri="{FF2B5EF4-FFF2-40B4-BE49-F238E27FC236}">
                  <a16:creationId xmlns:a16="http://schemas.microsoft.com/office/drawing/2014/main" id="{E75057C6-F817-4144-A7C0-19354A3C2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3269" name="AutoShape 5">
              <a:extLst>
                <a:ext uri="{FF2B5EF4-FFF2-40B4-BE49-F238E27FC236}">
                  <a16:creationId xmlns:a16="http://schemas.microsoft.com/office/drawing/2014/main" id="{19DF4A25-89C0-481E-B632-353975DB6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7767" name="Group 6">
            <a:extLst>
              <a:ext uri="{FF2B5EF4-FFF2-40B4-BE49-F238E27FC236}">
                <a16:creationId xmlns:a16="http://schemas.microsoft.com/office/drawing/2014/main" id="{82303B2A-E92C-403F-8EFC-72775B5F7819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17768" name="Text Box 7">
              <a:extLst>
                <a:ext uri="{FF2B5EF4-FFF2-40B4-BE49-F238E27FC236}">
                  <a16:creationId xmlns:a16="http://schemas.microsoft.com/office/drawing/2014/main" id="{2E97EA59-80E0-4D50-9634-AF324BBEE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3272" name="AutoShape 8">
              <a:extLst>
                <a:ext uri="{FF2B5EF4-FFF2-40B4-BE49-F238E27FC236}">
                  <a16:creationId xmlns:a16="http://schemas.microsoft.com/office/drawing/2014/main" id="{658757D7-AC4B-45F5-A91B-90F492407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7770" name="Group 9">
            <a:extLst>
              <a:ext uri="{FF2B5EF4-FFF2-40B4-BE49-F238E27FC236}">
                <a16:creationId xmlns:a16="http://schemas.microsoft.com/office/drawing/2014/main" id="{73170971-A7FC-4C5B-9A2D-90A48F03AD18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43274" name="AutoShape 10">
              <a:extLst>
                <a:ext uri="{FF2B5EF4-FFF2-40B4-BE49-F238E27FC236}">
                  <a16:creationId xmlns:a16="http://schemas.microsoft.com/office/drawing/2014/main" id="{32EB844C-73F9-44DF-9388-14D871326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7772" name="Rectangle 11">
              <a:extLst>
                <a:ext uri="{FF2B5EF4-FFF2-40B4-BE49-F238E27FC236}">
                  <a16:creationId xmlns:a16="http://schemas.microsoft.com/office/drawing/2014/main" id="{06D93B68-163A-436F-9492-0E008B84E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17773" name="Group 12">
            <a:extLst>
              <a:ext uri="{FF2B5EF4-FFF2-40B4-BE49-F238E27FC236}">
                <a16:creationId xmlns:a16="http://schemas.microsoft.com/office/drawing/2014/main" id="{6AAFB196-1A9D-4753-BB81-72427BECBE81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43277" name="AutoShape 13">
              <a:extLst>
                <a:ext uri="{FF2B5EF4-FFF2-40B4-BE49-F238E27FC236}">
                  <a16:creationId xmlns:a16="http://schemas.microsoft.com/office/drawing/2014/main" id="{236C0C27-8B02-4DDB-8C4B-4800684C3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7775" name="Rectangle 14">
              <a:extLst>
                <a:ext uri="{FF2B5EF4-FFF2-40B4-BE49-F238E27FC236}">
                  <a16:creationId xmlns:a16="http://schemas.microsoft.com/office/drawing/2014/main" id="{5533710E-EA65-4F83-9E0E-CCF5BD267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17776" name="Group 15">
            <a:extLst>
              <a:ext uri="{FF2B5EF4-FFF2-40B4-BE49-F238E27FC236}">
                <a16:creationId xmlns:a16="http://schemas.microsoft.com/office/drawing/2014/main" id="{97E93A51-1958-4FDD-9C9A-207E3FA967A1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43280" name="AutoShape 16">
              <a:extLst>
                <a:ext uri="{FF2B5EF4-FFF2-40B4-BE49-F238E27FC236}">
                  <a16:creationId xmlns:a16="http://schemas.microsoft.com/office/drawing/2014/main" id="{D80433D5-65EC-41C5-AFC1-D82EF5E63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3281" name="Rectangle 17">
              <a:extLst>
                <a:ext uri="{FF2B5EF4-FFF2-40B4-BE49-F238E27FC236}">
                  <a16:creationId xmlns:a16="http://schemas.microsoft.com/office/drawing/2014/main" id="{0199D636-47D8-4968-B444-F301D0766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7779" name="Group 18">
            <a:extLst>
              <a:ext uri="{FF2B5EF4-FFF2-40B4-BE49-F238E27FC236}">
                <a16:creationId xmlns:a16="http://schemas.microsoft.com/office/drawing/2014/main" id="{B1FEDC80-F64D-4608-A06A-066B63A2CB58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43283" name="AutoShape 19">
              <a:extLst>
                <a:ext uri="{FF2B5EF4-FFF2-40B4-BE49-F238E27FC236}">
                  <a16:creationId xmlns:a16="http://schemas.microsoft.com/office/drawing/2014/main" id="{67CE7AB1-30B7-4C3C-A976-6AEA1E729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7781" name="Rectangle 20">
              <a:extLst>
                <a:ext uri="{FF2B5EF4-FFF2-40B4-BE49-F238E27FC236}">
                  <a16:creationId xmlns:a16="http://schemas.microsoft.com/office/drawing/2014/main" id="{D0877386-CA4E-4766-80D4-290E4D9FA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17782" name="Group 21">
            <a:extLst>
              <a:ext uri="{FF2B5EF4-FFF2-40B4-BE49-F238E27FC236}">
                <a16:creationId xmlns:a16="http://schemas.microsoft.com/office/drawing/2014/main" id="{583303CE-5C10-4247-A217-7D9EAACEB80A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43286" name="AutoShape 22">
              <a:extLst>
                <a:ext uri="{FF2B5EF4-FFF2-40B4-BE49-F238E27FC236}">
                  <a16:creationId xmlns:a16="http://schemas.microsoft.com/office/drawing/2014/main" id="{39B9C8E2-6D64-4868-9279-5B2E4AD35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7784" name="Rectangle 23">
              <a:extLst>
                <a:ext uri="{FF2B5EF4-FFF2-40B4-BE49-F238E27FC236}">
                  <a16:creationId xmlns:a16="http://schemas.microsoft.com/office/drawing/2014/main" id="{036C7930-21A5-4F2B-8A3F-0E22421E4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17785" name="Group 24">
            <a:extLst>
              <a:ext uri="{FF2B5EF4-FFF2-40B4-BE49-F238E27FC236}">
                <a16:creationId xmlns:a16="http://schemas.microsoft.com/office/drawing/2014/main" id="{D1D39870-2FBD-4A88-9F73-F169F26C282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43289" name="AutoShape 25">
              <a:extLst>
                <a:ext uri="{FF2B5EF4-FFF2-40B4-BE49-F238E27FC236}">
                  <a16:creationId xmlns:a16="http://schemas.microsoft.com/office/drawing/2014/main" id="{6A1D7286-A026-409E-A807-03207B00A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7787" name="Rectangle 26">
              <a:extLst>
                <a:ext uri="{FF2B5EF4-FFF2-40B4-BE49-F238E27FC236}">
                  <a16:creationId xmlns:a16="http://schemas.microsoft.com/office/drawing/2014/main" id="{A51CC2AC-2AC1-4CB7-869F-ADB6EADFD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43291" name="AutoShape 27">
            <a:extLst>
              <a:ext uri="{FF2B5EF4-FFF2-40B4-BE49-F238E27FC236}">
                <a16:creationId xmlns:a16="http://schemas.microsoft.com/office/drawing/2014/main" id="{EEC3A092-F786-44A4-9C16-0268D416B09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3292" name="AutoShape 28">
            <a:extLst>
              <a:ext uri="{FF2B5EF4-FFF2-40B4-BE49-F238E27FC236}">
                <a16:creationId xmlns:a16="http://schemas.microsoft.com/office/drawing/2014/main" id="{0A6B5935-AD65-4F69-99D3-4268DE1EFC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3293" name="AutoShape 29">
            <a:extLst>
              <a:ext uri="{FF2B5EF4-FFF2-40B4-BE49-F238E27FC236}">
                <a16:creationId xmlns:a16="http://schemas.microsoft.com/office/drawing/2014/main" id="{5F5E7EF7-7CED-46A7-84EF-75A7D61ACD1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3294" name="AutoShape 30">
            <a:extLst>
              <a:ext uri="{FF2B5EF4-FFF2-40B4-BE49-F238E27FC236}">
                <a16:creationId xmlns:a16="http://schemas.microsoft.com/office/drawing/2014/main" id="{5BA186A7-34D7-4C35-AABE-0AEA984B33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3295" name="AutoShape 31">
            <a:extLst>
              <a:ext uri="{FF2B5EF4-FFF2-40B4-BE49-F238E27FC236}">
                <a16:creationId xmlns:a16="http://schemas.microsoft.com/office/drawing/2014/main" id="{6ED69C17-9390-40AB-B741-038DB018A57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17793" name="Text Box 32">
            <a:extLst>
              <a:ext uri="{FF2B5EF4-FFF2-40B4-BE49-F238E27FC236}">
                <a16:creationId xmlns:a16="http://schemas.microsoft.com/office/drawing/2014/main" id="{9AB6F1DE-01BA-449E-9B11-7AC68B0D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25" y="5087938"/>
            <a:ext cx="264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5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Develop product software code and perform functional quality assurance on implemented solution</a:t>
            </a:r>
          </a:p>
        </p:txBody>
      </p:sp>
      <p:grpSp>
        <p:nvGrpSpPr>
          <p:cNvPr id="117794" name="Group 33">
            <a:extLst>
              <a:ext uri="{FF2B5EF4-FFF2-40B4-BE49-F238E27FC236}">
                <a16:creationId xmlns:a16="http://schemas.microsoft.com/office/drawing/2014/main" id="{4151A9F6-6A1E-4021-B1B9-D89E8C22BE5C}"/>
              </a:ext>
            </a:extLst>
          </p:cNvPr>
          <p:cNvGrpSpPr>
            <a:grpSpLocks/>
          </p:cNvGrpSpPr>
          <p:nvPr/>
        </p:nvGrpSpPr>
        <p:grpSpPr bwMode="auto">
          <a:xfrm>
            <a:off x="2611438" y="4121150"/>
            <a:ext cx="1984375" cy="639763"/>
            <a:chOff x="10" y="1651"/>
            <a:chExt cx="6194" cy="1995"/>
          </a:xfrm>
        </p:grpSpPr>
        <p:grpSp>
          <p:nvGrpSpPr>
            <p:cNvPr id="117795" name="Group 34">
              <a:extLst>
                <a:ext uri="{FF2B5EF4-FFF2-40B4-BE49-F238E27FC236}">
                  <a16:creationId xmlns:a16="http://schemas.microsoft.com/office/drawing/2014/main" id="{A86E89AC-A80B-479F-86C5-225BA06C6D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" y="1752"/>
              <a:ext cx="2167" cy="1873"/>
              <a:chOff x="10" y="1752"/>
              <a:chExt cx="2167" cy="1873"/>
            </a:xfrm>
          </p:grpSpPr>
          <p:sp>
            <p:nvSpPr>
              <p:cNvPr id="2443299" name="Freeform 35">
                <a:extLst>
                  <a:ext uri="{FF2B5EF4-FFF2-40B4-BE49-F238E27FC236}">
                    <a16:creationId xmlns:a16="http://schemas.microsoft.com/office/drawing/2014/main" id="{96AC282A-D737-4776-9E97-A2F66FDE7520}"/>
                  </a:ext>
                </a:extLst>
              </p:cNvPr>
              <p:cNvSpPr>
                <a:spLocks/>
              </p:cNvSpPr>
              <p:nvPr/>
            </p:nvSpPr>
            <p:spPr bwMode="auto">
              <a:xfrm rot="-813871">
                <a:off x="10" y="1750"/>
                <a:ext cx="2165" cy="1876"/>
              </a:xfrm>
              <a:custGeom>
                <a:avLst/>
                <a:gdLst/>
                <a:ahLst/>
                <a:cxnLst>
                  <a:cxn ang="0">
                    <a:pos x="165" y="0"/>
                  </a:cxn>
                  <a:cxn ang="0">
                    <a:pos x="167" y="28"/>
                  </a:cxn>
                  <a:cxn ang="0">
                    <a:pos x="190" y="34"/>
                  </a:cxn>
                  <a:cxn ang="0">
                    <a:pos x="236" y="27"/>
                  </a:cxn>
                  <a:cxn ang="0">
                    <a:pos x="244" y="72"/>
                  </a:cxn>
                  <a:cxn ang="0">
                    <a:pos x="287" y="89"/>
                  </a:cxn>
                  <a:cxn ang="0">
                    <a:pos x="264" y="107"/>
                  </a:cxn>
                  <a:cxn ang="0">
                    <a:pos x="270" y="128"/>
                  </a:cxn>
                  <a:cxn ang="0">
                    <a:pos x="298" y="164"/>
                  </a:cxn>
                  <a:cxn ang="0">
                    <a:pos x="270" y="169"/>
                  </a:cxn>
                  <a:cxn ang="0">
                    <a:pos x="264" y="192"/>
                  </a:cxn>
                  <a:cxn ang="0">
                    <a:pos x="271" y="238"/>
                  </a:cxn>
                  <a:cxn ang="0">
                    <a:pos x="246" y="225"/>
                  </a:cxn>
                  <a:cxn ang="0">
                    <a:pos x="236" y="272"/>
                  </a:cxn>
                  <a:cxn ang="0">
                    <a:pos x="190" y="265"/>
                  </a:cxn>
                  <a:cxn ang="0">
                    <a:pos x="166" y="271"/>
                  </a:cxn>
                  <a:cxn ang="0">
                    <a:pos x="164" y="299"/>
                  </a:cxn>
                  <a:cxn ang="0">
                    <a:pos x="128" y="271"/>
                  </a:cxn>
                  <a:cxn ang="0">
                    <a:pos x="106" y="264"/>
                  </a:cxn>
                  <a:cxn ang="0">
                    <a:pos x="87" y="286"/>
                  </a:cxn>
                  <a:cxn ang="0">
                    <a:pos x="70" y="244"/>
                  </a:cxn>
                  <a:cxn ang="0">
                    <a:pos x="53" y="225"/>
                  </a:cxn>
                  <a:cxn ang="0">
                    <a:pos x="10" y="208"/>
                  </a:cxn>
                  <a:cxn ang="0">
                    <a:pos x="34" y="191"/>
                  </a:cxn>
                  <a:cxn ang="0">
                    <a:pos x="0" y="164"/>
                  </a:cxn>
                  <a:cxn ang="0">
                    <a:pos x="28" y="128"/>
                  </a:cxn>
                  <a:cxn ang="0">
                    <a:pos x="34" y="108"/>
                  </a:cxn>
                  <a:cxn ang="0">
                    <a:pos x="27" y="63"/>
                  </a:cxn>
                  <a:cxn ang="0">
                    <a:pos x="72" y="54"/>
                  </a:cxn>
                  <a:cxn ang="0">
                    <a:pos x="89" y="12"/>
                  </a:cxn>
                  <a:cxn ang="0">
                    <a:pos x="107" y="34"/>
                  </a:cxn>
                  <a:cxn ang="0">
                    <a:pos x="129" y="28"/>
                  </a:cxn>
                </a:cxnLst>
                <a:rect l="0" t="0" r="r" b="b"/>
                <a:pathLst>
                  <a:path w="298" h="299">
                    <a:moveTo>
                      <a:pt x="135" y="0"/>
                    </a:moveTo>
                    <a:lnTo>
                      <a:pt x="165" y="0"/>
                    </a:lnTo>
                    <a:lnTo>
                      <a:pt x="171" y="28"/>
                    </a:lnTo>
                    <a:lnTo>
                      <a:pt x="167" y="28"/>
                    </a:lnTo>
                    <a:cubicBezTo>
                      <a:pt x="175" y="29"/>
                      <a:pt x="183" y="31"/>
                      <a:pt x="191" y="34"/>
                    </a:cubicBezTo>
                    <a:lnTo>
                      <a:pt x="190" y="34"/>
                    </a:lnTo>
                    <a:lnTo>
                      <a:pt x="210" y="12"/>
                    </a:lnTo>
                    <a:lnTo>
                      <a:pt x="236" y="27"/>
                    </a:lnTo>
                    <a:lnTo>
                      <a:pt x="226" y="55"/>
                    </a:lnTo>
                    <a:cubicBezTo>
                      <a:pt x="233" y="60"/>
                      <a:pt x="239" y="66"/>
                      <a:pt x="244" y="72"/>
                    </a:cubicBezTo>
                    <a:lnTo>
                      <a:pt x="272" y="63"/>
                    </a:lnTo>
                    <a:lnTo>
                      <a:pt x="287" y="89"/>
                    </a:lnTo>
                    <a:lnTo>
                      <a:pt x="265" y="109"/>
                    </a:lnTo>
                    <a:lnTo>
                      <a:pt x="264" y="107"/>
                    </a:lnTo>
                    <a:cubicBezTo>
                      <a:pt x="267" y="115"/>
                      <a:pt x="269" y="122"/>
                      <a:pt x="270" y="130"/>
                    </a:cubicBezTo>
                    <a:lnTo>
                      <a:pt x="270" y="128"/>
                    </a:lnTo>
                    <a:lnTo>
                      <a:pt x="298" y="134"/>
                    </a:lnTo>
                    <a:lnTo>
                      <a:pt x="298" y="164"/>
                    </a:lnTo>
                    <a:lnTo>
                      <a:pt x="270" y="170"/>
                    </a:lnTo>
                    <a:lnTo>
                      <a:pt x="270" y="169"/>
                    </a:lnTo>
                    <a:cubicBezTo>
                      <a:pt x="268" y="178"/>
                      <a:pt x="266" y="187"/>
                      <a:pt x="263" y="195"/>
                    </a:cubicBezTo>
                    <a:lnTo>
                      <a:pt x="264" y="192"/>
                    </a:lnTo>
                    <a:lnTo>
                      <a:pt x="286" y="212"/>
                    </a:lnTo>
                    <a:lnTo>
                      <a:pt x="271" y="238"/>
                    </a:lnTo>
                    <a:lnTo>
                      <a:pt x="243" y="229"/>
                    </a:lnTo>
                    <a:lnTo>
                      <a:pt x="246" y="225"/>
                    </a:lnTo>
                    <a:cubicBezTo>
                      <a:pt x="240" y="232"/>
                      <a:pt x="234" y="239"/>
                      <a:pt x="226" y="244"/>
                    </a:cubicBezTo>
                    <a:lnTo>
                      <a:pt x="236" y="272"/>
                    </a:lnTo>
                    <a:lnTo>
                      <a:pt x="210" y="287"/>
                    </a:lnTo>
                    <a:lnTo>
                      <a:pt x="190" y="265"/>
                    </a:lnTo>
                    <a:lnTo>
                      <a:pt x="191" y="265"/>
                    </a:lnTo>
                    <a:cubicBezTo>
                      <a:pt x="183" y="268"/>
                      <a:pt x="175" y="270"/>
                      <a:pt x="166" y="271"/>
                    </a:cubicBezTo>
                    <a:lnTo>
                      <a:pt x="170" y="271"/>
                    </a:lnTo>
                    <a:lnTo>
                      <a:pt x="164" y="299"/>
                    </a:lnTo>
                    <a:lnTo>
                      <a:pt x="134" y="299"/>
                    </a:lnTo>
                    <a:lnTo>
                      <a:pt x="128" y="271"/>
                    </a:lnTo>
                    <a:lnTo>
                      <a:pt x="131" y="271"/>
                    </a:lnTo>
                    <a:cubicBezTo>
                      <a:pt x="123" y="270"/>
                      <a:pt x="114" y="267"/>
                      <a:pt x="106" y="264"/>
                    </a:cubicBezTo>
                    <a:lnTo>
                      <a:pt x="106" y="265"/>
                    </a:lnTo>
                    <a:lnTo>
                      <a:pt x="87" y="286"/>
                    </a:lnTo>
                    <a:lnTo>
                      <a:pt x="61" y="271"/>
                    </a:lnTo>
                    <a:lnTo>
                      <a:pt x="70" y="244"/>
                    </a:lnTo>
                    <a:lnTo>
                      <a:pt x="72" y="245"/>
                    </a:lnTo>
                    <a:cubicBezTo>
                      <a:pt x="65" y="239"/>
                      <a:pt x="58" y="232"/>
                      <a:pt x="53" y="225"/>
                    </a:cubicBezTo>
                    <a:lnTo>
                      <a:pt x="25" y="234"/>
                    </a:lnTo>
                    <a:lnTo>
                      <a:pt x="10" y="208"/>
                    </a:lnTo>
                    <a:lnTo>
                      <a:pt x="32" y="189"/>
                    </a:lnTo>
                    <a:lnTo>
                      <a:pt x="34" y="191"/>
                    </a:lnTo>
                    <a:cubicBezTo>
                      <a:pt x="31" y="184"/>
                      <a:pt x="29" y="177"/>
                      <a:pt x="28" y="170"/>
                    </a:cubicBezTo>
                    <a:lnTo>
                      <a:pt x="0" y="164"/>
                    </a:lnTo>
                    <a:lnTo>
                      <a:pt x="0" y="134"/>
                    </a:lnTo>
                    <a:lnTo>
                      <a:pt x="28" y="128"/>
                    </a:lnTo>
                    <a:lnTo>
                      <a:pt x="28" y="128"/>
                    </a:lnTo>
                    <a:cubicBezTo>
                      <a:pt x="29" y="121"/>
                      <a:pt x="31" y="114"/>
                      <a:pt x="34" y="108"/>
                    </a:cubicBezTo>
                    <a:lnTo>
                      <a:pt x="12" y="89"/>
                    </a:lnTo>
                    <a:lnTo>
                      <a:pt x="27" y="63"/>
                    </a:lnTo>
                    <a:lnTo>
                      <a:pt x="54" y="72"/>
                    </a:lnTo>
                    <a:cubicBezTo>
                      <a:pt x="60" y="65"/>
                      <a:pt x="66" y="59"/>
                      <a:pt x="72" y="54"/>
                    </a:cubicBezTo>
                    <a:lnTo>
                      <a:pt x="63" y="27"/>
                    </a:lnTo>
                    <a:lnTo>
                      <a:pt x="89" y="12"/>
                    </a:lnTo>
                    <a:lnTo>
                      <a:pt x="108" y="33"/>
                    </a:lnTo>
                    <a:lnTo>
                      <a:pt x="107" y="34"/>
                    </a:lnTo>
                    <a:cubicBezTo>
                      <a:pt x="115" y="31"/>
                      <a:pt x="123" y="29"/>
                      <a:pt x="131" y="28"/>
                    </a:cubicBezTo>
                    <a:lnTo>
                      <a:pt x="129" y="28"/>
                    </a:lnTo>
                    <a:lnTo>
                      <a:pt x="135" y="0"/>
                    </a:lnTo>
                  </a:path>
                </a:pathLst>
              </a:custGeom>
              <a:solidFill>
                <a:srgbClr val="FFFFFF"/>
              </a:solidFill>
              <a:ln w="0">
                <a:solidFill>
                  <a:srgbClr val="25221E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43300" name="Oval 36">
                <a:extLst>
                  <a:ext uri="{FF2B5EF4-FFF2-40B4-BE49-F238E27FC236}">
                    <a16:creationId xmlns:a16="http://schemas.microsoft.com/office/drawing/2014/main" id="{9E44F97D-5CB1-4825-99A6-0574670CE9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2295"/>
                <a:ext cx="887" cy="787"/>
              </a:xfrm>
              <a:prstGeom prst="ellipse">
                <a:avLst/>
              </a:prstGeom>
              <a:solidFill>
                <a:srgbClr val="FFFFFF"/>
              </a:solidFill>
              <a:ln w="3175" algn="ctr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grpSp>
          <p:nvGrpSpPr>
            <p:cNvPr id="117798" name="Group 37">
              <a:extLst>
                <a:ext uri="{FF2B5EF4-FFF2-40B4-BE49-F238E27FC236}">
                  <a16:creationId xmlns:a16="http://schemas.microsoft.com/office/drawing/2014/main" id="{E21D6CDF-7E4F-4C21-A243-F7A81DCED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7" y="1706"/>
              <a:ext cx="2167" cy="1873"/>
              <a:chOff x="398" y="1901"/>
              <a:chExt cx="1769" cy="1633"/>
            </a:xfrm>
          </p:grpSpPr>
          <p:sp>
            <p:nvSpPr>
              <p:cNvPr id="2443302" name="Freeform 38">
                <a:extLst>
                  <a:ext uri="{FF2B5EF4-FFF2-40B4-BE49-F238E27FC236}">
                    <a16:creationId xmlns:a16="http://schemas.microsoft.com/office/drawing/2014/main" id="{A07B1C2F-3F15-4A03-A49A-4CD48C6709A7}"/>
                  </a:ext>
                </a:extLst>
              </p:cNvPr>
              <p:cNvSpPr>
                <a:spLocks/>
              </p:cNvSpPr>
              <p:nvPr/>
            </p:nvSpPr>
            <p:spPr bwMode="auto">
              <a:xfrm rot="-813871">
                <a:off x="399" y="1901"/>
                <a:ext cx="1768" cy="1631"/>
              </a:xfrm>
              <a:custGeom>
                <a:avLst/>
                <a:gdLst/>
                <a:ahLst/>
                <a:cxnLst>
                  <a:cxn ang="0">
                    <a:pos x="165" y="0"/>
                  </a:cxn>
                  <a:cxn ang="0">
                    <a:pos x="167" y="28"/>
                  </a:cxn>
                  <a:cxn ang="0">
                    <a:pos x="190" y="34"/>
                  </a:cxn>
                  <a:cxn ang="0">
                    <a:pos x="236" y="27"/>
                  </a:cxn>
                  <a:cxn ang="0">
                    <a:pos x="244" y="72"/>
                  </a:cxn>
                  <a:cxn ang="0">
                    <a:pos x="287" y="89"/>
                  </a:cxn>
                  <a:cxn ang="0">
                    <a:pos x="264" y="107"/>
                  </a:cxn>
                  <a:cxn ang="0">
                    <a:pos x="270" y="128"/>
                  </a:cxn>
                  <a:cxn ang="0">
                    <a:pos x="298" y="164"/>
                  </a:cxn>
                  <a:cxn ang="0">
                    <a:pos x="270" y="169"/>
                  </a:cxn>
                  <a:cxn ang="0">
                    <a:pos x="264" y="192"/>
                  </a:cxn>
                  <a:cxn ang="0">
                    <a:pos x="271" y="238"/>
                  </a:cxn>
                  <a:cxn ang="0">
                    <a:pos x="246" y="225"/>
                  </a:cxn>
                  <a:cxn ang="0">
                    <a:pos x="236" y="272"/>
                  </a:cxn>
                  <a:cxn ang="0">
                    <a:pos x="190" y="265"/>
                  </a:cxn>
                  <a:cxn ang="0">
                    <a:pos x="166" y="271"/>
                  </a:cxn>
                  <a:cxn ang="0">
                    <a:pos x="164" y="299"/>
                  </a:cxn>
                  <a:cxn ang="0">
                    <a:pos x="128" y="271"/>
                  </a:cxn>
                  <a:cxn ang="0">
                    <a:pos x="106" y="264"/>
                  </a:cxn>
                  <a:cxn ang="0">
                    <a:pos x="87" y="286"/>
                  </a:cxn>
                  <a:cxn ang="0">
                    <a:pos x="70" y="244"/>
                  </a:cxn>
                  <a:cxn ang="0">
                    <a:pos x="53" y="225"/>
                  </a:cxn>
                  <a:cxn ang="0">
                    <a:pos x="10" y="208"/>
                  </a:cxn>
                  <a:cxn ang="0">
                    <a:pos x="34" y="191"/>
                  </a:cxn>
                  <a:cxn ang="0">
                    <a:pos x="0" y="164"/>
                  </a:cxn>
                  <a:cxn ang="0">
                    <a:pos x="28" y="128"/>
                  </a:cxn>
                  <a:cxn ang="0">
                    <a:pos x="34" y="108"/>
                  </a:cxn>
                  <a:cxn ang="0">
                    <a:pos x="27" y="63"/>
                  </a:cxn>
                  <a:cxn ang="0">
                    <a:pos x="72" y="54"/>
                  </a:cxn>
                  <a:cxn ang="0">
                    <a:pos x="89" y="12"/>
                  </a:cxn>
                  <a:cxn ang="0">
                    <a:pos x="107" y="34"/>
                  </a:cxn>
                  <a:cxn ang="0">
                    <a:pos x="129" y="28"/>
                  </a:cxn>
                </a:cxnLst>
                <a:rect l="0" t="0" r="r" b="b"/>
                <a:pathLst>
                  <a:path w="298" h="299">
                    <a:moveTo>
                      <a:pt x="135" y="0"/>
                    </a:moveTo>
                    <a:lnTo>
                      <a:pt x="165" y="0"/>
                    </a:lnTo>
                    <a:lnTo>
                      <a:pt x="171" y="28"/>
                    </a:lnTo>
                    <a:lnTo>
                      <a:pt x="167" y="28"/>
                    </a:lnTo>
                    <a:cubicBezTo>
                      <a:pt x="175" y="29"/>
                      <a:pt x="183" y="31"/>
                      <a:pt x="191" y="34"/>
                    </a:cubicBezTo>
                    <a:lnTo>
                      <a:pt x="190" y="34"/>
                    </a:lnTo>
                    <a:lnTo>
                      <a:pt x="210" y="12"/>
                    </a:lnTo>
                    <a:lnTo>
                      <a:pt x="236" y="27"/>
                    </a:lnTo>
                    <a:lnTo>
                      <a:pt x="226" y="55"/>
                    </a:lnTo>
                    <a:cubicBezTo>
                      <a:pt x="233" y="60"/>
                      <a:pt x="239" y="66"/>
                      <a:pt x="244" y="72"/>
                    </a:cubicBezTo>
                    <a:lnTo>
                      <a:pt x="272" y="63"/>
                    </a:lnTo>
                    <a:lnTo>
                      <a:pt x="287" y="89"/>
                    </a:lnTo>
                    <a:lnTo>
                      <a:pt x="265" y="109"/>
                    </a:lnTo>
                    <a:lnTo>
                      <a:pt x="264" y="107"/>
                    </a:lnTo>
                    <a:cubicBezTo>
                      <a:pt x="267" y="115"/>
                      <a:pt x="269" y="122"/>
                      <a:pt x="270" y="130"/>
                    </a:cubicBezTo>
                    <a:lnTo>
                      <a:pt x="270" y="128"/>
                    </a:lnTo>
                    <a:lnTo>
                      <a:pt x="298" y="134"/>
                    </a:lnTo>
                    <a:lnTo>
                      <a:pt x="298" y="164"/>
                    </a:lnTo>
                    <a:lnTo>
                      <a:pt x="270" y="170"/>
                    </a:lnTo>
                    <a:lnTo>
                      <a:pt x="270" y="169"/>
                    </a:lnTo>
                    <a:cubicBezTo>
                      <a:pt x="268" y="178"/>
                      <a:pt x="266" y="187"/>
                      <a:pt x="263" y="195"/>
                    </a:cubicBezTo>
                    <a:lnTo>
                      <a:pt x="264" y="192"/>
                    </a:lnTo>
                    <a:lnTo>
                      <a:pt x="286" y="212"/>
                    </a:lnTo>
                    <a:lnTo>
                      <a:pt x="271" y="238"/>
                    </a:lnTo>
                    <a:lnTo>
                      <a:pt x="243" y="229"/>
                    </a:lnTo>
                    <a:lnTo>
                      <a:pt x="246" y="225"/>
                    </a:lnTo>
                    <a:cubicBezTo>
                      <a:pt x="240" y="232"/>
                      <a:pt x="234" y="239"/>
                      <a:pt x="226" y="244"/>
                    </a:cubicBezTo>
                    <a:lnTo>
                      <a:pt x="236" y="272"/>
                    </a:lnTo>
                    <a:lnTo>
                      <a:pt x="210" y="287"/>
                    </a:lnTo>
                    <a:lnTo>
                      <a:pt x="190" y="265"/>
                    </a:lnTo>
                    <a:lnTo>
                      <a:pt x="191" y="265"/>
                    </a:lnTo>
                    <a:cubicBezTo>
                      <a:pt x="183" y="268"/>
                      <a:pt x="175" y="270"/>
                      <a:pt x="166" y="271"/>
                    </a:cubicBezTo>
                    <a:lnTo>
                      <a:pt x="170" y="271"/>
                    </a:lnTo>
                    <a:lnTo>
                      <a:pt x="164" y="299"/>
                    </a:lnTo>
                    <a:lnTo>
                      <a:pt x="134" y="299"/>
                    </a:lnTo>
                    <a:lnTo>
                      <a:pt x="128" y="271"/>
                    </a:lnTo>
                    <a:lnTo>
                      <a:pt x="131" y="271"/>
                    </a:lnTo>
                    <a:cubicBezTo>
                      <a:pt x="123" y="270"/>
                      <a:pt x="114" y="267"/>
                      <a:pt x="106" y="264"/>
                    </a:cubicBezTo>
                    <a:lnTo>
                      <a:pt x="106" y="265"/>
                    </a:lnTo>
                    <a:lnTo>
                      <a:pt x="87" y="286"/>
                    </a:lnTo>
                    <a:lnTo>
                      <a:pt x="61" y="271"/>
                    </a:lnTo>
                    <a:lnTo>
                      <a:pt x="70" y="244"/>
                    </a:lnTo>
                    <a:lnTo>
                      <a:pt x="72" y="245"/>
                    </a:lnTo>
                    <a:cubicBezTo>
                      <a:pt x="65" y="239"/>
                      <a:pt x="58" y="232"/>
                      <a:pt x="53" y="225"/>
                    </a:cubicBezTo>
                    <a:lnTo>
                      <a:pt x="25" y="234"/>
                    </a:lnTo>
                    <a:lnTo>
                      <a:pt x="10" y="208"/>
                    </a:lnTo>
                    <a:lnTo>
                      <a:pt x="32" y="189"/>
                    </a:lnTo>
                    <a:lnTo>
                      <a:pt x="34" y="191"/>
                    </a:lnTo>
                    <a:cubicBezTo>
                      <a:pt x="31" y="184"/>
                      <a:pt x="29" y="177"/>
                      <a:pt x="28" y="170"/>
                    </a:cubicBezTo>
                    <a:lnTo>
                      <a:pt x="0" y="164"/>
                    </a:lnTo>
                    <a:lnTo>
                      <a:pt x="0" y="134"/>
                    </a:lnTo>
                    <a:lnTo>
                      <a:pt x="28" y="128"/>
                    </a:lnTo>
                    <a:lnTo>
                      <a:pt x="28" y="128"/>
                    </a:lnTo>
                    <a:cubicBezTo>
                      <a:pt x="29" y="121"/>
                      <a:pt x="31" y="114"/>
                      <a:pt x="34" y="108"/>
                    </a:cubicBezTo>
                    <a:lnTo>
                      <a:pt x="12" y="89"/>
                    </a:lnTo>
                    <a:lnTo>
                      <a:pt x="27" y="63"/>
                    </a:lnTo>
                    <a:lnTo>
                      <a:pt x="54" y="72"/>
                    </a:lnTo>
                    <a:cubicBezTo>
                      <a:pt x="60" y="65"/>
                      <a:pt x="66" y="59"/>
                      <a:pt x="72" y="54"/>
                    </a:cubicBezTo>
                    <a:lnTo>
                      <a:pt x="63" y="27"/>
                    </a:lnTo>
                    <a:lnTo>
                      <a:pt x="89" y="12"/>
                    </a:lnTo>
                    <a:lnTo>
                      <a:pt x="108" y="33"/>
                    </a:lnTo>
                    <a:lnTo>
                      <a:pt x="107" y="34"/>
                    </a:lnTo>
                    <a:cubicBezTo>
                      <a:pt x="115" y="31"/>
                      <a:pt x="123" y="29"/>
                      <a:pt x="131" y="28"/>
                    </a:cubicBezTo>
                    <a:lnTo>
                      <a:pt x="129" y="28"/>
                    </a:lnTo>
                    <a:lnTo>
                      <a:pt x="135" y="0"/>
                    </a:lnTo>
                  </a:path>
                </a:pathLst>
              </a:custGeom>
              <a:solidFill>
                <a:srgbClr val="FFFFFF"/>
              </a:solidFill>
              <a:ln w="0">
                <a:solidFill>
                  <a:srgbClr val="25221E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43303" name="Oval 39">
                <a:extLst>
                  <a:ext uri="{FF2B5EF4-FFF2-40B4-BE49-F238E27FC236}">
                    <a16:creationId xmlns:a16="http://schemas.microsoft.com/office/drawing/2014/main" id="{B8AD6612-C774-49B7-B04D-6BE07955D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7" y="2375"/>
                <a:ext cx="724" cy="682"/>
              </a:xfrm>
              <a:prstGeom prst="ellipse">
                <a:avLst/>
              </a:prstGeom>
              <a:solidFill>
                <a:srgbClr val="FFFFFF"/>
              </a:solidFill>
              <a:ln w="3175" algn="ctr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  <p:grpSp>
          <p:nvGrpSpPr>
            <p:cNvPr id="117801" name="Group 40">
              <a:extLst>
                <a:ext uri="{FF2B5EF4-FFF2-40B4-BE49-F238E27FC236}">
                  <a16:creationId xmlns:a16="http://schemas.microsoft.com/office/drawing/2014/main" id="{92C6C645-6E0A-4948-99D6-C4F72040C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0" y="1651"/>
              <a:ext cx="2120" cy="1995"/>
              <a:chOff x="2030" y="1651"/>
              <a:chExt cx="2120" cy="1995"/>
            </a:xfrm>
          </p:grpSpPr>
          <p:sp>
            <p:nvSpPr>
              <p:cNvPr id="2443305" name="Freeform 41">
                <a:extLst>
                  <a:ext uri="{FF2B5EF4-FFF2-40B4-BE49-F238E27FC236}">
                    <a16:creationId xmlns:a16="http://schemas.microsoft.com/office/drawing/2014/main" id="{FA077EB5-4705-425D-8E8D-5A2A5D24B8DF}"/>
                  </a:ext>
                </a:extLst>
              </p:cNvPr>
              <p:cNvSpPr>
                <a:spLocks/>
              </p:cNvSpPr>
              <p:nvPr/>
            </p:nvSpPr>
            <p:spPr bwMode="auto">
              <a:xfrm rot="-1898877">
                <a:off x="2032" y="1651"/>
                <a:ext cx="2116" cy="1995"/>
              </a:xfrm>
              <a:custGeom>
                <a:avLst/>
                <a:gdLst/>
                <a:ahLst/>
                <a:cxnLst>
                  <a:cxn ang="0">
                    <a:pos x="165" y="0"/>
                  </a:cxn>
                  <a:cxn ang="0">
                    <a:pos x="167" y="28"/>
                  </a:cxn>
                  <a:cxn ang="0">
                    <a:pos x="190" y="34"/>
                  </a:cxn>
                  <a:cxn ang="0">
                    <a:pos x="236" y="27"/>
                  </a:cxn>
                  <a:cxn ang="0">
                    <a:pos x="244" y="72"/>
                  </a:cxn>
                  <a:cxn ang="0">
                    <a:pos x="287" y="89"/>
                  </a:cxn>
                  <a:cxn ang="0">
                    <a:pos x="264" y="107"/>
                  </a:cxn>
                  <a:cxn ang="0">
                    <a:pos x="270" y="128"/>
                  </a:cxn>
                  <a:cxn ang="0">
                    <a:pos x="298" y="164"/>
                  </a:cxn>
                  <a:cxn ang="0">
                    <a:pos x="270" y="169"/>
                  </a:cxn>
                  <a:cxn ang="0">
                    <a:pos x="264" y="192"/>
                  </a:cxn>
                  <a:cxn ang="0">
                    <a:pos x="271" y="238"/>
                  </a:cxn>
                  <a:cxn ang="0">
                    <a:pos x="246" y="225"/>
                  </a:cxn>
                  <a:cxn ang="0">
                    <a:pos x="236" y="272"/>
                  </a:cxn>
                  <a:cxn ang="0">
                    <a:pos x="190" y="265"/>
                  </a:cxn>
                  <a:cxn ang="0">
                    <a:pos x="166" y="271"/>
                  </a:cxn>
                  <a:cxn ang="0">
                    <a:pos x="164" y="299"/>
                  </a:cxn>
                  <a:cxn ang="0">
                    <a:pos x="128" y="271"/>
                  </a:cxn>
                  <a:cxn ang="0">
                    <a:pos x="106" y="264"/>
                  </a:cxn>
                  <a:cxn ang="0">
                    <a:pos x="87" y="286"/>
                  </a:cxn>
                  <a:cxn ang="0">
                    <a:pos x="70" y="244"/>
                  </a:cxn>
                  <a:cxn ang="0">
                    <a:pos x="53" y="225"/>
                  </a:cxn>
                  <a:cxn ang="0">
                    <a:pos x="10" y="208"/>
                  </a:cxn>
                  <a:cxn ang="0">
                    <a:pos x="34" y="191"/>
                  </a:cxn>
                  <a:cxn ang="0">
                    <a:pos x="0" y="164"/>
                  </a:cxn>
                  <a:cxn ang="0">
                    <a:pos x="28" y="128"/>
                  </a:cxn>
                  <a:cxn ang="0">
                    <a:pos x="34" y="108"/>
                  </a:cxn>
                  <a:cxn ang="0">
                    <a:pos x="27" y="63"/>
                  </a:cxn>
                  <a:cxn ang="0">
                    <a:pos x="72" y="54"/>
                  </a:cxn>
                  <a:cxn ang="0">
                    <a:pos x="89" y="12"/>
                  </a:cxn>
                  <a:cxn ang="0">
                    <a:pos x="107" y="34"/>
                  </a:cxn>
                  <a:cxn ang="0">
                    <a:pos x="129" y="28"/>
                  </a:cxn>
                </a:cxnLst>
                <a:rect l="0" t="0" r="r" b="b"/>
                <a:pathLst>
                  <a:path w="298" h="299">
                    <a:moveTo>
                      <a:pt x="135" y="0"/>
                    </a:moveTo>
                    <a:lnTo>
                      <a:pt x="165" y="0"/>
                    </a:lnTo>
                    <a:lnTo>
                      <a:pt x="171" y="28"/>
                    </a:lnTo>
                    <a:lnTo>
                      <a:pt x="167" y="28"/>
                    </a:lnTo>
                    <a:cubicBezTo>
                      <a:pt x="175" y="29"/>
                      <a:pt x="183" y="31"/>
                      <a:pt x="191" y="34"/>
                    </a:cubicBezTo>
                    <a:lnTo>
                      <a:pt x="190" y="34"/>
                    </a:lnTo>
                    <a:lnTo>
                      <a:pt x="210" y="12"/>
                    </a:lnTo>
                    <a:lnTo>
                      <a:pt x="236" y="27"/>
                    </a:lnTo>
                    <a:lnTo>
                      <a:pt x="226" y="55"/>
                    </a:lnTo>
                    <a:cubicBezTo>
                      <a:pt x="233" y="60"/>
                      <a:pt x="239" y="66"/>
                      <a:pt x="244" y="72"/>
                    </a:cubicBezTo>
                    <a:lnTo>
                      <a:pt x="272" y="63"/>
                    </a:lnTo>
                    <a:lnTo>
                      <a:pt x="287" y="89"/>
                    </a:lnTo>
                    <a:lnTo>
                      <a:pt x="265" y="109"/>
                    </a:lnTo>
                    <a:lnTo>
                      <a:pt x="264" y="107"/>
                    </a:lnTo>
                    <a:cubicBezTo>
                      <a:pt x="267" y="115"/>
                      <a:pt x="269" y="122"/>
                      <a:pt x="270" y="130"/>
                    </a:cubicBezTo>
                    <a:lnTo>
                      <a:pt x="270" y="128"/>
                    </a:lnTo>
                    <a:lnTo>
                      <a:pt x="298" y="134"/>
                    </a:lnTo>
                    <a:lnTo>
                      <a:pt x="298" y="164"/>
                    </a:lnTo>
                    <a:lnTo>
                      <a:pt x="270" y="170"/>
                    </a:lnTo>
                    <a:lnTo>
                      <a:pt x="270" y="169"/>
                    </a:lnTo>
                    <a:cubicBezTo>
                      <a:pt x="268" y="178"/>
                      <a:pt x="266" y="187"/>
                      <a:pt x="263" y="195"/>
                    </a:cubicBezTo>
                    <a:lnTo>
                      <a:pt x="264" y="192"/>
                    </a:lnTo>
                    <a:lnTo>
                      <a:pt x="286" y="212"/>
                    </a:lnTo>
                    <a:lnTo>
                      <a:pt x="271" y="238"/>
                    </a:lnTo>
                    <a:lnTo>
                      <a:pt x="243" y="229"/>
                    </a:lnTo>
                    <a:lnTo>
                      <a:pt x="246" y="225"/>
                    </a:lnTo>
                    <a:cubicBezTo>
                      <a:pt x="240" y="232"/>
                      <a:pt x="234" y="239"/>
                      <a:pt x="226" y="244"/>
                    </a:cubicBezTo>
                    <a:lnTo>
                      <a:pt x="236" y="272"/>
                    </a:lnTo>
                    <a:lnTo>
                      <a:pt x="210" y="287"/>
                    </a:lnTo>
                    <a:lnTo>
                      <a:pt x="190" y="265"/>
                    </a:lnTo>
                    <a:lnTo>
                      <a:pt x="191" y="265"/>
                    </a:lnTo>
                    <a:cubicBezTo>
                      <a:pt x="183" y="268"/>
                      <a:pt x="175" y="270"/>
                      <a:pt x="166" y="271"/>
                    </a:cubicBezTo>
                    <a:lnTo>
                      <a:pt x="170" y="271"/>
                    </a:lnTo>
                    <a:lnTo>
                      <a:pt x="164" y="299"/>
                    </a:lnTo>
                    <a:lnTo>
                      <a:pt x="134" y="299"/>
                    </a:lnTo>
                    <a:lnTo>
                      <a:pt x="128" y="271"/>
                    </a:lnTo>
                    <a:lnTo>
                      <a:pt x="131" y="271"/>
                    </a:lnTo>
                    <a:cubicBezTo>
                      <a:pt x="123" y="270"/>
                      <a:pt x="114" y="267"/>
                      <a:pt x="106" y="264"/>
                    </a:cubicBezTo>
                    <a:lnTo>
                      <a:pt x="106" y="265"/>
                    </a:lnTo>
                    <a:lnTo>
                      <a:pt x="87" y="286"/>
                    </a:lnTo>
                    <a:lnTo>
                      <a:pt x="61" y="271"/>
                    </a:lnTo>
                    <a:lnTo>
                      <a:pt x="70" y="244"/>
                    </a:lnTo>
                    <a:lnTo>
                      <a:pt x="72" y="245"/>
                    </a:lnTo>
                    <a:cubicBezTo>
                      <a:pt x="65" y="239"/>
                      <a:pt x="58" y="232"/>
                      <a:pt x="53" y="225"/>
                    </a:cubicBezTo>
                    <a:lnTo>
                      <a:pt x="25" y="234"/>
                    </a:lnTo>
                    <a:lnTo>
                      <a:pt x="10" y="208"/>
                    </a:lnTo>
                    <a:lnTo>
                      <a:pt x="32" y="189"/>
                    </a:lnTo>
                    <a:lnTo>
                      <a:pt x="34" y="191"/>
                    </a:lnTo>
                    <a:cubicBezTo>
                      <a:pt x="31" y="184"/>
                      <a:pt x="29" y="177"/>
                      <a:pt x="28" y="170"/>
                    </a:cubicBezTo>
                    <a:lnTo>
                      <a:pt x="0" y="164"/>
                    </a:lnTo>
                    <a:lnTo>
                      <a:pt x="0" y="134"/>
                    </a:lnTo>
                    <a:lnTo>
                      <a:pt x="28" y="128"/>
                    </a:lnTo>
                    <a:lnTo>
                      <a:pt x="28" y="128"/>
                    </a:lnTo>
                    <a:cubicBezTo>
                      <a:pt x="29" y="121"/>
                      <a:pt x="31" y="114"/>
                      <a:pt x="34" y="108"/>
                    </a:cubicBezTo>
                    <a:lnTo>
                      <a:pt x="12" y="89"/>
                    </a:lnTo>
                    <a:lnTo>
                      <a:pt x="27" y="63"/>
                    </a:lnTo>
                    <a:lnTo>
                      <a:pt x="54" y="72"/>
                    </a:lnTo>
                    <a:cubicBezTo>
                      <a:pt x="60" y="65"/>
                      <a:pt x="66" y="59"/>
                      <a:pt x="72" y="54"/>
                    </a:cubicBezTo>
                    <a:lnTo>
                      <a:pt x="63" y="27"/>
                    </a:lnTo>
                    <a:lnTo>
                      <a:pt x="89" y="12"/>
                    </a:lnTo>
                    <a:lnTo>
                      <a:pt x="108" y="33"/>
                    </a:lnTo>
                    <a:lnTo>
                      <a:pt x="107" y="34"/>
                    </a:lnTo>
                    <a:cubicBezTo>
                      <a:pt x="115" y="31"/>
                      <a:pt x="123" y="29"/>
                      <a:pt x="131" y="28"/>
                    </a:cubicBezTo>
                    <a:lnTo>
                      <a:pt x="129" y="28"/>
                    </a:lnTo>
                    <a:lnTo>
                      <a:pt x="135" y="0"/>
                    </a:lnTo>
                  </a:path>
                </a:pathLst>
              </a:custGeom>
              <a:solidFill>
                <a:srgbClr val="EAEAEA"/>
              </a:solidFill>
              <a:ln w="0">
                <a:solidFill>
                  <a:srgbClr val="25221E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  <p:sp>
            <p:nvSpPr>
              <p:cNvPr id="2443306" name="Oval 42">
                <a:extLst>
                  <a:ext uri="{FF2B5EF4-FFF2-40B4-BE49-F238E27FC236}">
                    <a16:creationId xmlns:a16="http://schemas.microsoft.com/office/drawing/2014/main" id="{D205909C-1217-4421-948D-95B76CEB6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85006">
                <a:off x="2656" y="2230"/>
                <a:ext cx="862" cy="837"/>
              </a:xfrm>
              <a:prstGeom prst="ellipse">
                <a:avLst/>
              </a:prstGeom>
              <a:solidFill>
                <a:srgbClr val="FFFFFF"/>
              </a:solidFill>
              <a:ln w="3175" algn="ctr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/>
              <a:lstStyle/>
              <a:p>
                <a:pPr algn="l" eaLnBrk="0" hangingPunct="0">
                  <a:lnSpc>
                    <a:spcPct val="100000"/>
                  </a:lnSpc>
                  <a:defRPr/>
                </a:pPr>
                <a:endParaRPr lang="en-US" sz="1800" b="0" i="1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endParaRPr>
              </a:p>
            </p:txBody>
          </p:sp>
        </p:grpSp>
      </p:grpSp>
      <p:sp>
        <p:nvSpPr>
          <p:cNvPr id="117804" name="Text Box 43">
            <a:extLst>
              <a:ext uri="{FF2B5EF4-FFF2-40B4-BE49-F238E27FC236}">
                <a16:creationId xmlns:a16="http://schemas.microsoft.com/office/drawing/2014/main" id="{0BD2199A-AEA1-4AA4-8245-E71B41F31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5087938"/>
            <a:ext cx="3151188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7313" indent="-8731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5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Execute integration test 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5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Perform User Acceptance Test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5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Check, prioritize and solve anomalies experienced during test</a:t>
            </a:r>
          </a:p>
        </p:txBody>
      </p:sp>
      <p:pic>
        <p:nvPicPr>
          <p:cNvPr id="117805" name="Picture 44" descr="Crash test dummy">
            <a:extLst>
              <a:ext uri="{FF2B5EF4-FFF2-40B4-BE49-F238E27FC236}">
                <a16:creationId xmlns:a16="http://schemas.microsoft.com/office/drawing/2014/main" id="{5C036A29-46D0-4373-8F3F-D1033E757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388" y="3930650"/>
            <a:ext cx="8858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3309" name="AutoShape 45">
            <a:extLst>
              <a:ext uri="{FF2B5EF4-FFF2-40B4-BE49-F238E27FC236}">
                <a16:creationId xmlns:a16="http://schemas.microsoft.com/office/drawing/2014/main" id="{06C5BF9E-F2A7-429F-B367-6F57AFE1D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Solution Development</a:t>
            </a:r>
          </a:p>
        </p:txBody>
      </p:sp>
      <p:sp>
        <p:nvSpPr>
          <p:cNvPr id="2443310" name="AutoShape 46">
            <a:extLst>
              <a:ext uri="{FF2B5EF4-FFF2-40B4-BE49-F238E27FC236}">
                <a16:creationId xmlns:a16="http://schemas.microsoft.com/office/drawing/2014/main" id="{5E9D4301-9319-467D-AA21-C85C9891C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Testing</a:t>
            </a:r>
          </a:p>
        </p:txBody>
      </p:sp>
      <p:sp>
        <p:nvSpPr>
          <p:cNvPr id="117808" name="Rectangle 47">
            <a:extLst>
              <a:ext uri="{FF2B5EF4-FFF2-40B4-BE49-F238E27FC236}">
                <a16:creationId xmlns:a16="http://schemas.microsoft.com/office/drawing/2014/main" id="{78AFA735-9B83-4C8C-9261-8C77DB805B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(6/9)</a:t>
            </a:r>
          </a:p>
        </p:txBody>
      </p:sp>
      <p:sp>
        <p:nvSpPr>
          <p:cNvPr id="117809" name="Rectangle 48">
            <a:extLst>
              <a:ext uri="{FF2B5EF4-FFF2-40B4-BE49-F238E27FC236}">
                <a16:creationId xmlns:a16="http://schemas.microsoft.com/office/drawing/2014/main" id="{2335DD40-CD8C-4D00-B76D-8D638EA84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2492375"/>
            <a:ext cx="49133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Functional support to the detailed application technical specifications 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Coordination and functional quality assurance of the technical solution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Communication enabler between Users and Development departments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Functional Quality Assurance on the developed solution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 to the user test plan engineering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Date Placeholder 3">
            <a:extLst>
              <a:ext uri="{FF2B5EF4-FFF2-40B4-BE49-F238E27FC236}">
                <a16:creationId xmlns:a16="http://schemas.microsoft.com/office/drawing/2014/main" id="{C94C42DD-C816-40B0-80F4-2E0EE73DEF6E}"/>
              </a:ext>
            </a:extLst>
          </p:cNvPr>
          <p:cNvSpPr txBox="1">
            <a:spLocks noGrp="1"/>
          </p:cNvSpPr>
          <p:nvPr/>
        </p:nvSpPr>
        <p:spPr bwMode="auto">
          <a:xfrm>
            <a:off x="4419600" y="6591300"/>
            <a:ext cx="20891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b="0" noProof="0" dirty="0">
                <a:solidFill>
                  <a:schemeClr val="tx1"/>
                </a:solidFill>
                <a:latin typeface="Arial" panose="020B0604020202020204" pitchFamily="34" charset="0"/>
              </a:rPr>
              <a:t>(23-09-10) - Pag. </a:t>
            </a:r>
            <a:fld id="{1511D3CA-C0AE-4A19-B0F7-4FD86A9A2D44}" type="slidenum">
              <a:rPr lang="en-US" b="0" noProof="0">
                <a:solidFill>
                  <a:schemeClr val="tx1"/>
                </a:solidFill>
                <a:latin typeface="Arial" panose="020B0604020202020204" pitchFamily="34" charset="0"/>
              </a:rPr>
              <a:pPr algn="l">
                <a:lnSpc>
                  <a:spcPct val="100000"/>
                </a:lnSpc>
              </a:pPr>
              <a:t>101</a:t>
            </a:fld>
            <a:endParaRPr lang="en-US" b="0" noProof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44290" name="Freeform 2">
            <a:extLst>
              <a:ext uri="{FF2B5EF4-FFF2-40B4-BE49-F238E27FC236}">
                <a16:creationId xmlns:a16="http://schemas.microsoft.com/office/drawing/2014/main" id="{B4646A4F-0B3A-44FD-A462-862BFA32B549}"/>
              </a:ext>
            </a:extLst>
          </p:cNvPr>
          <p:cNvSpPr>
            <a:spLocks/>
          </p:cNvSpPr>
          <p:nvPr/>
        </p:nvSpPr>
        <p:spPr bwMode="auto">
          <a:xfrm>
            <a:off x="1639888" y="2278063"/>
            <a:ext cx="7896225" cy="1249362"/>
          </a:xfrm>
          <a:custGeom>
            <a:avLst/>
            <a:gdLst/>
            <a:ahLst/>
            <a:cxnLst>
              <a:cxn ang="0">
                <a:pos x="4809" y="0"/>
              </a:cxn>
              <a:cxn ang="0">
                <a:pos x="4974" y="64"/>
              </a:cxn>
              <a:cxn ang="0">
                <a:pos x="3840" y="787"/>
              </a:cxn>
              <a:cxn ang="0">
                <a:pos x="0" y="750"/>
              </a:cxn>
              <a:cxn ang="0">
                <a:pos x="4809" y="0"/>
              </a:cxn>
            </a:cxnLst>
            <a:rect l="0" t="0" r="r" b="b"/>
            <a:pathLst>
              <a:path w="4974" h="787">
                <a:moveTo>
                  <a:pt x="4809" y="0"/>
                </a:moveTo>
                <a:lnTo>
                  <a:pt x="4974" y="64"/>
                </a:lnTo>
                <a:lnTo>
                  <a:pt x="3840" y="787"/>
                </a:lnTo>
                <a:lnTo>
                  <a:pt x="0" y="750"/>
                </a:lnTo>
                <a:lnTo>
                  <a:pt x="4809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19812" name="Group 3">
            <a:extLst>
              <a:ext uri="{FF2B5EF4-FFF2-40B4-BE49-F238E27FC236}">
                <a16:creationId xmlns:a16="http://schemas.microsoft.com/office/drawing/2014/main" id="{69537C83-B4A1-4038-AEB6-C484D47D3B86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486525" cy="550862"/>
            <a:chOff x="1937" y="2478"/>
            <a:chExt cx="4086" cy="347"/>
          </a:xfrm>
        </p:grpSpPr>
        <p:sp>
          <p:nvSpPr>
            <p:cNvPr id="119813" name="Text Box 4">
              <a:extLst>
                <a:ext uri="{FF2B5EF4-FFF2-40B4-BE49-F238E27FC236}">
                  <a16:creationId xmlns:a16="http://schemas.microsoft.com/office/drawing/2014/main" id="{67BCAA91-2350-4A4B-AF6B-18A5E3B52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3" y="2478"/>
              <a:ext cx="80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4293" name="AutoShape 5">
              <a:extLst>
                <a:ext uri="{FF2B5EF4-FFF2-40B4-BE49-F238E27FC236}">
                  <a16:creationId xmlns:a16="http://schemas.microsoft.com/office/drawing/2014/main" id="{15994CFA-13C5-4730-91FC-EEC90AF52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9815" name="Group 6">
            <a:extLst>
              <a:ext uri="{FF2B5EF4-FFF2-40B4-BE49-F238E27FC236}">
                <a16:creationId xmlns:a16="http://schemas.microsoft.com/office/drawing/2014/main" id="{FEFA7455-9BB1-4DF7-8540-A1914C414B16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19816" name="Text Box 7">
              <a:extLst>
                <a:ext uri="{FF2B5EF4-FFF2-40B4-BE49-F238E27FC236}">
                  <a16:creationId xmlns:a16="http://schemas.microsoft.com/office/drawing/2014/main" id="{EC9CB942-2B16-4C2B-AB51-4128E1CB1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4296" name="AutoShape 8">
              <a:extLst>
                <a:ext uri="{FF2B5EF4-FFF2-40B4-BE49-F238E27FC236}">
                  <a16:creationId xmlns:a16="http://schemas.microsoft.com/office/drawing/2014/main" id="{4A4AA704-5500-4A5C-B2A4-E72996B01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9818" name="Group 9">
            <a:extLst>
              <a:ext uri="{FF2B5EF4-FFF2-40B4-BE49-F238E27FC236}">
                <a16:creationId xmlns:a16="http://schemas.microsoft.com/office/drawing/2014/main" id="{0680891A-A261-4C12-8199-A5F33900EEE7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44298" name="AutoShape 10">
              <a:extLst>
                <a:ext uri="{FF2B5EF4-FFF2-40B4-BE49-F238E27FC236}">
                  <a16:creationId xmlns:a16="http://schemas.microsoft.com/office/drawing/2014/main" id="{E2F9C2FA-D0E1-4871-80EF-4655DE01D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9820" name="Rectangle 11">
              <a:extLst>
                <a:ext uri="{FF2B5EF4-FFF2-40B4-BE49-F238E27FC236}">
                  <a16:creationId xmlns:a16="http://schemas.microsoft.com/office/drawing/2014/main" id="{8F85C300-2AFD-455C-A620-400AC050F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19821" name="Group 12">
            <a:extLst>
              <a:ext uri="{FF2B5EF4-FFF2-40B4-BE49-F238E27FC236}">
                <a16:creationId xmlns:a16="http://schemas.microsoft.com/office/drawing/2014/main" id="{56974F01-DEB7-429E-96E1-8B53BF74ED7D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44301" name="AutoShape 13">
              <a:extLst>
                <a:ext uri="{FF2B5EF4-FFF2-40B4-BE49-F238E27FC236}">
                  <a16:creationId xmlns:a16="http://schemas.microsoft.com/office/drawing/2014/main" id="{35862822-F2BE-41F2-AF62-40FDEBE02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9823" name="Rectangle 14">
              <a:extLst>
                <a:ext uri="{FF2B5EF4-FFF2-40B4-BE49-F238E27FC236}">
                  <a16:creationId xmlns:a16="http://schemas.microsoft.com/office/drawing/2014/main" id="{DD762033-932B-48CD-853C-608077D69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19824" name="Group 15">
            <a:extLst>
              <a:ext uri="{FF2B5EF4-FFF2-40B4-BE49-F238E27FC236}">
                <a16:creationId xmlns:a16="http://schemas.microsoft.com/office/drawing/2014/main" id="{90C6EE90-4EE6-4E7A-8B5C-64FAD57D8999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44304" name="AutoShape 16">
              <a:extLst>
                <a:ext uri="{FF2B5EF4-FFF2-40B4-BE49-F238E27FC236}">
                  <a16:creationId xmlns:a16="http://schemas.microsoft.com/office/drawing/2014/main" id="{2717ECCC-B56D-4081-A94A-2FE0C593C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05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4305" name="Rectangle 17">
              <a:extLst>
                <a:ext uri="{FF2B5EF4-FFF2-40B4-BE49-F238E27FC236}">
                  <a16:creationId xmlns:a16="http://schemas.microsoft.com/office/drawing/2014/main" id="{F4B0E949-E63E-4E37-883E-F1F5E8949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1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19827" name="Group 18">
            <a:extLst>
              <a:ext uri="{FF2B5EF4-FFF2-40B4-BE49-F238E27FC236}">
                <a16:creationId xmlns:a16="http://schemas.microsoft.com/office/drawing/2014/main" id="{96B120A7-28A9-46DF-AD8D-4556803383D5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44307" name="AutoShape 19">
              <a:extLst>
                <a:ext uri="{FF2B5EF4-FFF2-40B4-BE49-F238E27FC236}">
                  <a16:creationId xmlns:a16="http://schemas.microsoft.com/office/drawing/2014/main" id="{52FE90A5-9F8D-4B50-B969-E0B606E23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9829" name="Rectangle 20">
              <a:extLst>
                <a:ext uri="{FF2B5EF4-FFF2-40B4-BE49-F238E27FC236}">
                  <a16:creationId xmlns:a16="http://schemas.microsoft.com/office/drawing/2014/main" id="{6E7509CE-B08E-4327-916E-51ADA44E9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19830" name="Group 21">
            <a:extLst>
              <a:ext uri="{FF2B5EF4-FFF2-40B4-BE49-F238E27FC236}">
                <a16:creationId xmlns:a16="http://schemas.microsoft.com/office/drawing/2014/main" id="{2CD815BC-4DCC-4A55-8FE5-1CF818B4F89D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44310" name="AutoShape 22">
              <a:extLst>
                <a:ext uri="{FF2B5EF4-FFF2-40B4-BE49-F238E27FC236}">
                  <a16:creationId xmlns:a16="http://schemas.microsoft.com/office/drawing/2014/main" id="{601763CA-E13B-4AD2-AD4C-01082AA43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9832" name="Rectangle 23">
              <a:extLst>
                <a:ext uri="{FF2B5EF4-FFF2-40B4-BE49-F238E27FC236}">
                  <a16:creationId xmlns:a16="http://schemas.microsoft.com/office/drawing/2014/main" id="{DC7FD133-3B9D-4949-9110-C496A2249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19833" name="Group 24">
            <a:extLst>
              <a:ext uri="{FF2B5EF4-FFF2-40B4-BE49-F238E27FC236}">
                <a16:creationId xmlns:a16="http://schemas.microsoft.com/office/drawing/2014/main" id="{EC051E80-3263-4CA4-80FB-FABEC6EA83B5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44313" name="AutoShape 25">
              <a:extLst>
                <a:ext uri="{FF2B5EF4-FFF2-40B4-BE49-F238E27FC236}">
                  <a16:creationId xmlns:a16="http://schemas.microsoft.com/office/drawing/2014/main" id="{FDF2506E-7E01-4560-BFA0-A13CFC48B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19835" name="Rectangle 26">
              <a:extLst>
                <a:ext uri="{FF2B5EF4-FFF2-40B4-BE49-F238E27FC236}">
                  <a16:creationId xmlns:a16="http://schemas.microsoft.com/office/drawing/2014/main" id="{4A094C40-5FEC-4591-B917-C136C0A86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44315" name="AutoShape 27">
            <a:extLst>
              <a:ext uri="{FF2B5EF4-FFF2-40B4-BE49-F238E27FC236}">
                <a16:creationId xmlns:a16="http://schemas.microsoft.com/office/drawing/2014/main" id="{743AEFEA-74C4-44C6-81D5-763663AD9D7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4316" name="AutoShape 28">
            <a:extLst>
              <a:ext uri="{FF2B5EF4-FFF2-40B4-BE49-F238E27FC236}">
                <a16:creationId xmlns:a16="http://schemas.microsoft.com/office/drawing/2014/main" id="{BF96AEF3-C6A4-405C-9460-54F28A7796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4317" name="AutoShape 29">
            <a:extLst>
              <a:ext uri="{FF2B5EF4-FFF2-40B4-BE49-F238E27FC236}">
                <a16:creationId xmlns:a16="http://schemas.microsoft.com/office/drawing/2014/main" id="{8B0069CE-FBA3-44B3-AAB2-EC6DFF9533B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4318" name="AutoShape 30">
            <a:extLst>
              <a:ext uri="{FF2B5EF4-FFF2-40B4-BE49-F238E27FC236}">
                <a16:creationId xmlns:a16="http://schemas.microsoft.com/office/drawing/2014/main" id="{5F7D68F6-C3D9-485D-84BF-E19BDA442BD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4319" name="AutoShape 31">
            <a:extLst>
              <a:ext uri="{FF2B5EF4-FFF2-40B4-BE49-F238E27FC236}">
                <a16:creationId xmlns:a16="http://schemas.microsoft.com/office/drawing/2014/main" id="{220D5BE7-E5AA-4CEB-86C9-370195FD99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19841" name="Text Box 32">
            <a:extLst>
              <a:ext uri="{FF2B5EF4-FFF2-40B4-BE49-F238E27FC236}">
                <a16:creationId xmlns:a16="http://schemas.microsoft.com/office/drawing/2014/main" id="{368EF1AB-AA08-4FFD-91EF-B354FBF6E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5067300"/>
            <a:ext cx="348138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Plan release definition and deployment 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Provide training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Perform operation support</a:t>
            </a:r>
          </a:p>
        </p:txBody>
      </p:sp>
      <p:pic>
        <p:nvPicPr>
          <p:cNvPr id="119842" name="Picture 33" descr="j0239001">
            <a:extLst>
              <a:ext uri="{FF2B5EF4-FFF2-40B4-BE49-F238E27FC236}">
                <a16:creationId xmlns:a16="http://schemas.microsoft.com/office/drawing/2014/main" id="{61B2D7BA-AA78-4117-A146-532C4C2FA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41750"/>
            <a:ext cx="141128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43" name="Text Box 34">
            <a:extLst>
              <a:ext uri="{FF2B5EF4-FFF2-40B4-BE49-F238E27FC236}">
                <a16:creationId xmlns:a16="http://schemas.microsoft.com/office/drawing/2014/main" id="{C088E4F5-FFEC-4936-B297-8D82B9ED5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5067300"/>
            <a:ext cx="3541712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Client tests product functionalities identifying  possible issues or features not compliant with requirements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If client completely approves, product can be deployed</a:t>
            </a:r>
          </a:p>
        </p:txBody>
      </p:sp>
      <p:pic>
        <p:nvPicPr>
          <p:cNvPr id="119844" name="Picture 35" descr="MCj03334040000[1]">
            <a:extLst>
              <a:ext uri="{FF2B5EF4-FFF2-40B4-BE49-F238E27FC236}">
                <a16:creationId xmlns:a16="http://schemas.microsoft.com/office/drawing/2014/main" id="{5F31251B-F876-40C3-A854-C6DD83A1B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4059238"/>
            <a:ext cx="14859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44324" name="AutoShape 36">
            <a:extLst>
              <a:ext uri="{FF2B5EF4-FFF2-40B4-BE49-F238E27FC236}">
                <a16:creationId xmlns:a16="http://schemas.microsoft.com/office/drawing/2014/main" id="{3C3E5FCB-74D2-4746-8B69-C0EEDCDF6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User Acceptance Test</a:t>
            </a:r>
          </a:p>
        </p:txBody>
      </p:sp>
      <p:sp>
        <p:nvSpPr>
          <p:cNvPr id="2444325" name="AutoShape 37">
            <a:extLst>
              <a:ext uri="{FF2B5EF4-FFF2-40B4-BE49-F238E27FC236}">
                <a16:creationId xmlns:a16="http://schemas.microsoft.com/office/drawing/2014/main" id="{E825FB7A-E856-49B0-8C25-1E5618F1F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429000"/>
            <a:ext cx="2841625" cy="361950"/>
          </a:xfrm>
          <a:prstGeom prst="chevron">
            <a:avLst>
              <a:gd name="adj" fmla="val 57282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20000"/>
                  <a:invGamma/>
                </a:schemeClr>
              </a:gs>
            </a:gsLst>
            <a:lin ang="5400000" scaled="1"/>
          </a:gradFill>
          <a:ln w="12700" algn="ctr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eaLnBrk="0" hangingPunct="0">
              <a:lnSpc>
                <a:spcPct val="100000"/>
              </a:lnSpc>
              <a:spcBef>
                <a:spcPct val="15000"/>
              </a:spcBef>
              <a:defRPr/>
            </a:pPr>
            <a:r>
              <a:rPr lang="en-US" sz="1200" noProof="0" dirty="0">
                <a:solidFill>
                  <a:schemeClr val="tx1"/>
                </a:solidFill>
                <a:latin typeface="Arial" charset="0"/>
                <a:cs typeface="+mn-cs"/>
              </a:rPr>
              <a:t>Deployment</a:t>
            </a:r>
          </a:p>
        </p:txBody>
      </p:sp>
      <p:sp>
        <p:nvSpPr>
          <p:cNvPr id="119847" name="Rectangle 38">
            <a:extLst>
              <a:ext uri="{FF2B5EF4-FFF2-40B4-BE49-F238E27FC236}">
                <a16:creationId xmlns:a16="http://schemas.microsoft.com/office/drawing/2014/main" id="{D2818EDC-4AB9-4BDC-BD01-8708E1F23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38" y="2486025"/>
            <a:ext cx="49133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latin typeface="Arial" panose="020B0604020202020204" pitchFamily="34" charset="0"/>
              </a:rPr>
              <a:t>Functional Support to Integration Tests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 during User Acceptance Tests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Support, verify and prioritization on bugs experienced during tests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 to the design of release and deployment plan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rgbClr val="000000"/>
                </a:solidFill>
                <a:latin typeface="Arial" panose="020B0604020202020204" pitchFamily="34" charset="0"/>
              </a:rPr>
              <a:t>Support to training</a:t>
            </a:r>
          </a:p>
        </p:txBody>
      </p:sp>
      <p:sp>
        <p:nvSpPr>
          <p:cNvPr id="119848" name="Rectangle 39">
            <a:extLst>
              <a:ext uri="{FF2B5EF4-FFF2-40B4-BE49-F238E27FC236}">
                <a16:creationId xmlns:a16="http://schemas.microsoft.com/office/drawing/2014/main" id="{0CCFFDE4-A53D-4D8B-A06B-C407DC01AE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(7/9)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314" name="Freeform 2">
            <a:extLst>
              <a:ext uri="{FF2B5EF4-FFF2-40B4-BE49-F238E27FC236}">
                <a16:creationId xmlns:a16="http://schemas.microsoft.com/office/drawing/2014/main" id="{40F70728-D0A3-4E0B-B21A-03E8B31E9C24}"/>
              </a:ext>
            </a:extLst>
          </p:cNvPr>
          <p:cNvSpPr>
            <a:spLocks/>
          </p:cNvSpPr>
          <p:nvPr/>
        </p:nvSpPr>
        <p:spPr bwMode="auto">
          <a:xfrm>
            <a:off x="533400" y="1490663"/>
            <a:ext cx="7251700" cy="2065337"/>
          </a:xfrm>
          <a:custGeom>
            <a:avLst/>
            <a:gdLst/>
            <a:ahLst/>
            <a:cxnLst>
              <a:cxn ang="0">
                <a:pos x="0" y="269"/>
              </a:cxn>
              <a:cxn ang="0">
                <a:pos x="2160" y="0"/>
              </a:cxn>
              <a:cxn ang="0">
                <a:pos x="4568" y="1301"/>
              </a:cxn>
              <a:cxn ang="0">
                <a:pos x="1192" y="1277"/>
              </a:cxn>
              <a:cxn ang="0">
                <a:pos x="0" y="269"/>
              </a:cxn>
            </a:cxnLst>
            <a:rect l="0" t="0" r="r" b="b"/>
            <a:pathLst>
              <a:path w="4568" h="1301">
                <a:moveTo>
                  <a:pt x="0" y="269"/>
                </a:moveTo>
                <a:lnTo>
                  <a:pt x="2160" y="0"/>
                </a:lnTo>
                <a:lnTo>
                  <a:pt x="4568" y="1301"/>
                </a:lnTo>
                <a:lnTo>
                  <a:pt x="1192" y="1277"/>
                </a:lnTo>
                <a:lnTo>
                  <a:pt x="0" y="26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rgbClr val="8EB8D4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5317" name="AutoShape 5">
            <a:extLst>
              <a:ext uri="{FF2B5EF4-FFF2-40B4-BE49-F238E27FC236}">
                <a16:creationId xmlns:a16="http://schemas.microsoft.com/office/drawing/2014/main" id="{D13B88E6-67CE-40EB-A3C5-52626AEC7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1544638"/>
            <a:ext cx="6340475" cy="274637"/>
          </a:xfrm>
          <a:prstGeom prst="roundRect">
            <a:avLst>
              <a:gd name="adj" fmla="val 773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A4C5DC"/>
            </a:extrusionClr>
          </a:sp3d>
        </p:spPr>
        <p:txBody>
          <a:bodyPr wrap="none" anchor="ctr">
            <a:flatTx/>
          </a:bodyPr>
          <a:lstStyle/>
          <a:p>
            <a:pPr algn="l" eaLnBrk="0" hangingPunct="0">
              <a:lnSpc>
                <a:spcPct val="100000"/>
              </a:lnSpc>
            </a:pPr>
            <a:endParaRPr lang="en-US" sz="14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20839" name="Group 6">
            <a:extLst>
              <a:ext uri="{FF2B5EF4-FFF2-40B4-BE49-F238E27FC236}">
                <a16:creationId xmlns:a16="http://schemas.microsoft.com/office/drawing/2014/main" id="{A4C08EF0-2755-4799-A14C-C0EE2163E6E3}"/>
              </a:ext>
            </a:extLst>
          </p:cNvPr>
          <p:cNvGrpSpPr>
            <a:grpSpLocks/>
          </p:cNvGrpSpPr>
          <p:nvPr/>
        </p:nvGrpSpPr>
        <p:grpSpPr bwMode="auto">
          <a:xfrm>
            <a:off x="488951" y="1382713"/>
            <a:ext cx="4148138" cy="563562"/>
            <a:chOff x="308" y="871"/>
            <a:chExt cx="2613" cy="355"/>
          </a:xfrm>
        </p:grpSpPr>
        <p:sp>
          <p:nvSpPr>
            <p:cNvPr id="120840" name="Text Box 7">
              <a:extLst>
                <a:ext uri="{FF2B5EF4-FFF2-40B4-BE49-F238E27FC236}">
                  <a16:creationId xmlns:a16="http://schemas.microsoft.com/office/drawing/2014/main" id="{8231F32B-86ED-4F47-A1BF-0B664610B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" y="871"/>
              <a:ext cx="116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endParaRPr lang="en-US" sz="1400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45320" name="AutoShape 8">
              <a:extLst>
                <a:ext uri="{FF2B5EF4-FFF2-40B4-BE49-F238E27FC236}">
                  <a16:creationId xmlns:a16="http://schemas.microsoft.com/office/drawing/2014/main" id="{49A45C58-F734-4A35-B7B4-DFF38A9E0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1053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4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0842" name="Group 9">
            <a:extLst>
              <a:ext uri="{FF2B5EF4-FFF2-40B4-BE49-F238E27FC236}">
                <a16:creationId xmlns:a16="http://schemas.microsoft.com/office/drawing/2014/main" id="{1651B556-3A3B-417D-90E3-03F4216C2E1D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445322" name="AutoShape 10">
              <a:extLst>
                <a:ext uri="{FF2B5EF4-FFF2-40B4-BE49-F238E27FC236}">
                  <a16:creationId xmlns:a16="http://schemas.microsoft.com/office/drawing/2014/main" id="{3F0C1C27-FC99-4F4D-BFB0-C60E99867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0844" name="Rectangle 11">
              <a:extLst>
                <a:ext uri="{FF2B5EF4-FFF2-40B4-BE49-F238E27FC236}">
                  <a16:creationId xmlns:a16="http://schemas.microsoft.com/office/drawing/2014/main" id="{CAC038D0-3430-4B2B-BC46-4F8526EC2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20845" name="Group 12">
            <a:extLst>
              <a:ext uri="{FF2B5EF4-FFF2-40B4-BE49-F238E27FC236}">
                <a16:creationId xmlns:a16="http://schemas.microsoft.com/office/drawing/2014/main" id="{E586C176-FE16-4DA2-80F2-402461EE6064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445325" name="AutoShape 13">
              <a:extLst>
                <a:ext uri="{FF2B5EF4-FFF2-40B4-BE49-F238E27FC236}">
                  <a16:creationId xmlns:a16="http://schemas.microsoft.com/office/drawing/2014/main" id="{5E4A1A71-83AD-466D-B151-6F9986756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0847" name="Rectangle 14">
              <a:extLst>
                <a:ext uri="{FF2B5EF4-FFF2-40B4-BE49-F238E27FC236}">
                  <a16:creationId xmlns:a16="http://schemas.microsoft.com/office/drawing/2014/main" id="{4C77F173-E179-448F-9296-C9E399298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20848" name="Group 15">
            <a:extLst>
              <a:ext uri="{FF2B5EF4-FFF2-40B4-BE49-F238E27FC236}">
                <a16:creationId xmlns:a16="http://schemas.microsoft.com/office/drawing/2014/main" id="{16222410-4B1D-4CC9-A61A-558C015E42EB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445328" name="AutoShape 16">
              <a:extLst>
                <a:ext uri="{FF2B5EF4-FFF2-40B4-BE49-F238E27FC236}">
                  <a16:creationId xmlns:a16="http://schemas.microsoft.com/office/drawing/2014/main" id="{745A1913-A551-4178-A073-E57395ABC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445329" name="Rectangle 17">
              <a:extLst>
                <a:ext uri="{FF2B5EF4-FFF2-40B4-BE49-F238E27FC236}">
                  <a16:creationId xmlns:a16="http://schemas.microsoft.com/office/drawing/2014/main" id="{93D7BCA3-B617-4DC3-A586-C98D57B97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0851" name="Group 18">
            <a:extLst>
              <a:ext uri="{FF2B5EF4-FFF2-40B4-BE49-F238E27FC236}">
                <a16:creationId xmlns:a16="http://schemas.microsoft.com/office/drawing/2014/main" id="{60D8574F-7CA0-4876-AE9E-579E9BD6B252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445331" name="AutoShape 19">
              <a:extLst>
                <a:ext uri="{FF2B5EF4-FFF2-40B4-BE49-F238E27FC236}">
                  <a16:creationId xmlns:a16="http://schemas.microsoft.com/office/drawing/2014/main" id="{3C8E0CE6-700E-4AB3-A436-C8D7992E9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0853" name="Rectangle 20">
              <a:extLst>
                <a:ext uri="{FF2B5EF4-FFF2-40B4-BE49-F238E27FC236}">
                  <a16:creationId xmlns:a16="http://schemas.microsoft.com/office/drawing/2014/main" id="{493675DC-94FB-49CA-ACEB-508CED5C7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20854" name="Group 21">
            <a:extLst>
              <a:ext uri="{FF2B5EF4-FFF2-40B4-BE49-F238E27FC236}">
                <a16:creationId xmlns:a16="http://schemas.microsoft.com/office/drawing/2014/main" id="{19C77493-C697-4EA1-81F8-6F6F222936F0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445334" name="AutoShape 22">
              <a:extLst>
                <a:ext uri="{FF2B5EF4-FFF2-40B4-BE49-F238E27FC236}">
                  <a16:creationId xmlns:a16="http://schemas.microsoft.com/office/drawing/2014/main" id="{4665F906-0B67-4C57-80C7-C034E27B2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0856" name="Rectangle 23">
              <a:extLst>
                <a:ext uri="{FF2B5EF4-FFF2-40B4-BE49-F238E27FC236}">
                  <a16:creationId xmlns:a16="http://schemas.microsoft.com/office/drawing/2014/main" id="{EDAE2F4D-FA7E-44A0-AF88-273C772E3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20857" name="Group 24">
            <a:extLst>
              <a:ext uri="{FF2B5EF4-FFF2-40B4-BE49-F238E27FC236}">
                <a16:creationId xmlns:a16="http://schemas.microsoft.com/office/drawing/2014/main" id="{E0308889-4815-483A-8013-D967905B6FC0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445337" name="AutoShape 25">
              <a:extLst>
                <a:ext uri="{FF2B5EF4-FFF2-40B4-BE49-F238E27FC236}">
                  <a16:creationId xmlns:a16="http://schemas.microsoft.com/office/drawing/2014/main" id="{DB3B3D12-519F-4147-902E-9381FC7FE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0859" name="Rectangle 26">
              <a:extLst>
                <a:ext uri="{FF2B5EF4-FFF2-40B4-BE49-F238E27FC236}">
                  <a16:creationId xmlns:a16="http://schemas.microsoft.com/office/drawing/2014/main" id="{DE5AEB7A-54A2-433F-B3AF-EA5902057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445339" name="AutoShape 27">
            <a:extLst>
              <a:ext uri="{FF2B5EF4-FFF2-40B4-BE49-F238E27FC236}">
                <a16:creationId xmlns:a16="http://schemas.microsoft.com/office/drawing/2014/main" id="{3EDB8AE4-EE28-45CF-8E14-E82C34327AF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5340" name="AutoShape 28">
            <a:extLst>
              <a:ext uri="{FF2B5EF4-FFF2-40B4-BE49-F238E27FC236}">
                <a16:creationId xmlns:a16="http://schemas.microsoft.com/office/drawing/2014/main" id="{E8FBD8E8-EC93-4051-B3A8-448A63A4F83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5341" name="AutoShape 29">
            <a:extLst>
              <a:ext uri="{FF2B5EF4-FFF2-40B4-BE49-F238E27FC236}">
                <a16:creationId xmlns:a16="http://schemas.microsoft.com/office/drawing/2014/main" id="{3BD22275-39C8-422A-864C-45BBF177E6F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5342" name="AutoShape 30">
            <a:extLst>
              <a:ext uri="{FF2B5EF4-FFF2-40B4-BE49-F238E27FC236}">
                <a16:creationId xmlns:a16="http://schemas.microsoft.com/office/drawing/2014/main" id="{865007DD-9E34-4B7C-BE71-174B7A8368B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445343" name="AutoShape 31">
            <a:extLst>
              <a:ext uri="{FF2B5EF4-FFF2-40B4-BE49-F238E27FC236}">
                <a16:creationId xmlns:a16="http://schemas.microsoft.com/office/drawing/2014/main" id="{B2A3DC24-2A64-483D-9D23-E5D2E43C7EE7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20865" name="Rectangle 32">
            <a:extLst>
              <a:ext uri="{FF2B5EF4-FFF2-40B4-BE49-F238E27FC236}">
                <a16:creationId xmlns:a16="http://schemas.microsoft.com/office/drawing/2014/main" id="{AE4100A3-76F1-461C-8B28-8ED98C172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556000"/>
            <a:ext cx="8201025" cy="174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Overview of technical contents in order to identify </a:t>
            </a:r>
            <a:r>
              <a:rPr lang="en-US" sz="1600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stratecic</a:t>
            </a:r>
            <a:r>
              <a:rPr lang="en-US" sz="16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and synergic implementation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Coordination of </a:t>
            </a:r>
            <a:r>
              <a:rPr lang="en-US" sz="1600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multifunxtional</a:t>
            </a:r>
            <a:r>
              <a:rPr lang="en-US" sz="16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working teams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Identification of cross customer synergies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Definition of integrated planning approaches</a:t>
            </a:r>
          </a:p>
        </p:txBody>
      </p:sp>
      <p:sp>
        <p:nvSpPr>
          <p:cNvPr id="120866" name="Rectangle 39">
            <a:extLst>
              <a:ext uri="{FF2B5EF4-FFF2-40B4-BE49-F238E27FC236}">
                <a16:creationId xmlns:a16="http://schemas.microsoft.com/office/drawing/2014/main" id="{DED8DB63-6E18-4F93-9213-528EBBB78B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(8/9)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14848D-4321-4407-A9D5-AC9A4206580C}"/>
              </a:ext>
            </a:extLst>
          </p:cNvPr>
          <p:cNvSpPr/>
          <p:nvPr/>
        </p:nvSpPr>
        <p:spPr>
          <a:xfrm>
            <a:off x="7290086" y="1078425"/>
            <a:ext cx="2071401" cy="3307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noProof="0" dirty="0"/>
              <a:t>Control &amp; Manage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0B6C9-E132-4213-8C94-3F43020794C7}"/>
              </a:ext>
            </a:extLst>
          </p:cNvPr>
          <p:cNvSpPr/>
          <p:nvPr/>
        </p:nvSpPr>
        <p:spPr>
          <a:xfrm>
            <a:off x="544513" y="1243823"/>
            <a:ext cx="2201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noProof="0" dirty="0">
                <a:solidFill>
                  <a:schemeClr val="tx1"/>
                </a:solidFill>
                <a:latin typeface="Arial" panose="020B0604020202020204" pitchFamily="34" charset="0"/>
              </a:rPr>
              <a:t>Synergies Identification</a:t>
            </a:r>
            <a:endParaRPr lang="en-US" sz="1400" baseline="30000" noProof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Date Placeholder 3">
            <a:extLst>
              <a:ext uri="{FF2B5EF4-FFF2-40B4-BE49-F238E27FC236}">
                <a16:creationId xmlns:a16="http://schemas.microsoft.com/office/drawing/2014/main" id="{08DCF0D9-8D75-4889-B844-81C16C082F6B}"/>
              </a:ext>
            </a:extLst>
          </p:cNvPr>
          <p:cNvSpPr txBox="1">
            <a:spLocks noGrp="1"/>
          </p:cNvSpPr>
          <p:nvPr/>
        </p:nvSpPr>
        <p:spPr bwMode="auto">
          <a:xfrm>
            <a:off x="4419600" y="6591300"/>
            <a:ext cx="20891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b="0" noProof="0" dirty="0">
                <a:solidFill>
                  <a:schemeClr val="tx1"/>
                </a:solidFill>
                <a:latin typeface="Arial" panose="020B0604020202020204" pitchFamily="34" charset="0"/>
              </a:rPr>
              <a:t>(23-09-10) - Pag. </a:t>
            </a:r>
            <a:fld id="{92CF2CD5-B21C-4ED1-BCA2-E1044619490D}" type="slidenum">
              <a:rPr lang="en-US" b="0" noProof="0">
                <a:solidFill>
                  <a:schemeClr val="tx1"/>
                </a:solidFill>
                <a:latin typeface="Arial" panose="020B0604020202020204" pitchFamily="34" charset="0"/>
              </a:rPr>
              <a:pPr algn="l">
                <a:lnSpc>
                  <a:spcPct val="100000"/>
                </a:lnSpc>
              </a:pPr>
              <a:t>103</a:t>
            </a:fld>
            <a:endParaRPr lang="en-US" b="0" noProof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65411" name="Freeform 3">
            <a:extLst>
              <a:ext uri="{FF2B5EF4-FFF2-40B4-BE49-F238E27FC236}">
                <a16:creationId xmlns:a16="http://schemas.microsoft.com/office/drawing/2014/main" id="{59141861-8C99-49CB-A38A-ACA9E009AE27}"/>
              </a:ext>
            </a:extLst>
          </p:cNvPr>
          <p:cNvSpPr>
            <a:spLocks/>
          </p:cNvSpPr>
          <p:nvPr/>
        </p:nvSpPr>
        <p:spPr bwMode="auto">
          <a:xfrm>
            <a:off x="533400" y="1490663"/>
            <a:ext cx="7251700" cy="2065337"/>
          </a:xfrm>
          <a:custGeom>
            <a:avLst/>
            <a:gdLst/>
            <a:ahLst/>
            <a:cxnLst>
              <a:cxn ang="0">
                <a:pos x="0" y="269"/>
              </a:cxn>
              <a:cxn ang="0">
                <a:pos x="2160" y="0"/>
              </a:cxn>
              <a:cxn ang="0">
                <a:pos x="4568" y="1301"/>
              </a:cxn>
              <a:cxn ang="0">
                <a:pos x="1192" y="1277"/>
              </a:cxn>
              <a:cxn ang="0">
                <a:pos x="0" y="269"/>
              </a:cxn>
            </a:cxnLst>
            <a:rect l="0" t="0" r="r" b="b"/>
            <a:pathLst>
              <a:path w="4568" h="1301">
                <a:moveTo>
                  <a:pt x="0" y="269"/>
                </a:moveTo>
                <a:lnTo>
                  <a:pt x="2160" y="0"/>
                </a:lnTo>
                <a:lnTo>
                  <a:pt x="4568" y="1301"/>
                </a:lnTo>
                <a:lnTo>
                  <a:pt x="1192" y="1277"/>
                </a:lnTo>
                <a:lnTo>
                  <a:pt x="0" y="26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rgbClr val="8EB8D4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21860" name="Group 4">
            <a:extLst>
              <a:ext uri="{FF2B5EF4-FFF2-40B4-BE49-F238E27FC236}">
                <a16:creationId xmlns:a16="http://schemas.microsoft.com/office/drawing/2014/main" id="{39C4D6BE-65A6-4A59-9C67-0F76A467BEBE}"/>
              </a:ext>
            </a:extLst>
          </p:cNvPr>
          <p:cNvGrpSpPr>
            <a:grpSpLocks/>
          </p:cNvGrpSpPr>
          <p:nvPr/>
        </p:nvGrpSpPr>
        <p:grpSpPr bwMode="auto">
          <a:xfrm>
            <a:off x="3074988" y="1268413"/>
            <a:ext cx="6819901" cy="550862"/>
            <a:chOff x="1937" y="2478"/>
            <a:chExt cx="4296" cy="347"/>
          </a:xfrm>
        </p:grpSpPr>
        <p:sp>
          <p:nvSpPr>
            <p:cNvPr id="121861" name="Text Box 5">
              <a:extLst>
                <a:ext uri="{FF2B5EF4-FFF2-40B4-BE49-F238E27FC236}">
                  <a16:creationId xmlns:a16="http://schemas.microsoft.com/office/drawing/2014/main" id="{EA63DEFC-B278-466D-AC53-19704FC2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" y="2478"/>
              <a:ext cx="122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600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Control &amp; Manage</a:t>
              </a:r>
              <a:endParaRPr lang="en-US" sz="1600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5414" name="AutoShape 6">
              <a:extLst>
                <a:ext uri="{FF2B5EF4-FFF2-40B4-BE49-F238E27FC236}">
                  <a16:creationId xmlns:a16="http://schemas.microsoft.com/office/drawing/2014/main" id="{489E3E82-FACA-4698-B973-5C68E9798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652"/>
              <a:ext cx="3994" cy="173"/>
            </a:xfrm>
            <a:prstGeom prst="roundRect">
              <a:avLst>
                <a:gd name="adj" fmla="val 7736"/>
              </a:avLst>
            </a:prstGeom>
            <a:solidFill>
              <a:srgbClr val="70A4C8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70A4C8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1863" name="Group 40">
            <a:extLst>
              <a:ext uri="{FF2B5EF4-FFF2-40B4-BE49-F238E27FC236}">
                <a16:creationId xmlns:a16="http://schemas.microsoft.com/office/drawing/2014/main" id="{5781DB42-74F2-460B-9B5E-1B35875A0F8C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196975"/>
            <a:ext cx="4175125" cy="749299"/>
            <a:chOff x="291" y="754"/>
            <a:chExt cx="2630" cy="472"/>
          </a:xfrm>
        </p:grpSpPr>
        <p:sp>
          <p:nvSpPr>
            <p:cNvPr id="121864" name="Text Box 8">
              <a:extLst>
                <a:ext uri="{FF2B5EF4-FFF2-40B4-BE49-F238E27FC236}">
                  <a16:creationId xmlns:a16="http://schemas.microsoft.com/office/drawing/2014/main" id="{E98F1819-8DE3-49C1-9A74-914C415D8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754"/>
              <a:ext cx="169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sz="1400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sz="1400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5417" name="AutoShape 9">
              <a:extLst>
                <a:ext uri="{FF2B5EF4-FFF2-40B4-BE49-F238E27FC236}">
                  <a16:creationId xmlns:a16="http://schemas.microsoft.com/office/drawing/2014/main" id="{D33EC13E-85B2-4396-985E-5868E9DC0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1053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1866" name="Group 10">
            <a:extLst>
              <a:ext uri="{FF2B5EF4-FFF2-40B4-BE49-F238E27FC236}">
                <a16:creationId xmlns:a16="http://schemas.microsoft.com/office/drawing/2014/main" id="{B4035D5B-FB7D-4151-AB7C-15BA40A1D82E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065419" name="AutoShape 11">
              <a:extLst>
                <a:ext uri="{FF2B5EF4-FFF2-40B4-BE49-F238E27FC236}">
                  <a16:creationId xmlns:a16="http://schemas.microsoft.com/office/drawing/2014/main" id="{CF7765BC-8944-4545-899A-9B0F6A795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1868" name="Rectangle 12">
              <a:extLst>
                <a:ext uri="{FF2B5EF4-FFF2-40B4-BE49-F238E27FC236}">
                  <a16:creationId xmlns:a16="http://schemas.microsoft.com/office/drawing/2014/main" id="{A40113B1-5F48-41B9-9B22-D9385A02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21869" name="Group 13">
            <a:extLst>
              <a:ext uri="{FF2B5EF4-FFF2-40B4-BE49-F238E27FC236}">
                <a16:creationId xmlns:a16="http://schemas.microsoft.com/office/drawing/2014/main" id="{E89CFE27-29A4-41E7-85AE-70A385FB7B8C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065422" name="AutoShape 14">
              <a:extLst>
                <a:ext uri="{FF2B5EF4-FFF2-40B4-BE49-F238E27FC236}">
                  <a16:creationId xmlns:a16="http://schemas.microsoft.com/office/drawing/2014/main" id="{7EC0CB6F-880F-4DF8-9913-9DF2C4F94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1871" name="Rectangle 15">
              <a:extLst>
                <a:ext uri="{FF2B5EF4-FFF2-40B4-BE49-F238E27FC236}">
                  <a16:creationId xmlns:a16="http://schemas.microsoft.com/office/drawing/2014/main" id="{0D53A8C0-C062-4A2A-B7A4-8DE1D1AC6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21872" name="Group 16">
            <a:extLst>
              <a:ext uri="{FF2B5EF4-FFF2-40B4-BE49-F238E27FC236}">
                <a16:creationId xmlns:a16="http://schemas.microsoft.com/office/drawing/2014/main" id="{F4CB0D3C-5591-4990-8F17-39997A7BF8AA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065425" name="AutoShape 17">
              <a:extLst>
                <a:ext uri="{FF2B5EF4-FFF2-40B4-BE49-F238E27FC236}">
                  <a16:creationId xmlns:a16="http://schemas.microsoft.com/office/drawing/2014/main" id="{FAAF9FD1-D55A-49F7-8B5B-3F80752BA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5426" name="Rectangle 18">
              <a:extLst>
                <a:ext uri="{FF2B5EF4-FFF2-40B4-BE49-F238E27FC236}">
                  <a16:creationId xmlns:a16="http://schemas.microsoft.com/office/drawing/2014/main" id="{8B08F1CE-E021-4AA7-B0D6-F76298C12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1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1875" name="Group 19">
            <a:extLst>
              <a:ext uri="{FF2B5EF4-FFF2-40B4-BE49-F238E27FC236}">
                <a16:creationId xmlns:a16="http://schemas.microsoft.com/office/drawing/2014/main" id="{E8F2E818-25D9-4587-A9EF-327F3B678DD2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065428" name="AutoShape 20">
              <a:extLst>
                <a:ext uri="{FF2B5EF4-FFF2-40B4-BE49-F238E27FC236}">
                  <a16:creationId xmlns:a16="http://schemas.microsoft.com/office/drawing/2014/main" id="{0AA5A693-3EC9-457A-BE87-1CC85E876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1877" name="Rectangle 21">
              <a:extLst>
                <a:ext uri="{FF2B5EF4-FFF2-40B4-BE49-F238E27FC236}">
                  <a16:creationId xmlns:a16="http://schemas.microsoft.com/office/drawing/2014/main" id="{C51471F3-36C1-41E1-A5F9-D8D2A79D6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21878" name="Group 22">
            <a:extLst>
              <a:ext uri="{FF2B5EF4-FFF2-40B4-BE49-F238E27FC236}">
                <a16:creationId xmlns:a16="http://schemas.microsoft.com/office/drawing/2014/main" id="{7BC12AF4-46BB-444C-9723-37C9E4B138DF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065431" name="AutoShape 23">
              <a:extLst>
                <a:ext uri="{FF2B5EF4-FFF2-40B4-BE49-F238E27FC236}">
                  <a16:creationId xmlns:a16="http://schemas.microsoft.com/office/drawing/2014/main" id="{E3F8DDEB-E7E2-4F4D-8827-792C7CF13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1880" name="Rectangle 24">
              <a:extLst>
                <a:ext uri="{FF2B5EF4-FFF2-40B4-BE49-F238E27FC236}">
                  <a16:creationId xmlns:a16="http://schemas.microsoft.com/office/drawing/2014/main" id="{C46ECFF8-1163-4B0C-A806-471BBB6AF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21881" name="Group 25">
            <a:extLst>
              <a:ext uri="{FF2B5EF4-FFF2-40B4-BE49-F238E27FC236}">
                <a16:creationId xmlns:a16="http://schemas.microsoft.com/office/drawing/2014/main" id="{455E2DCF-417B-4E37-879C-66257E79A0C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065434" name="AutoShape 26">
              <a:extLst>
                <a:ext uri="{FF2B5EF4-FFF2-40B4-BE49-F238E27FC236}">
                  <a16:creationId xmlns:a16="http://schemas.microsoft.com/office/drawing/2014/main" id="{B1F4CC87-E250-47C1-97FD-142E1417E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1883" name="Rectangle 27">
              <a:extLst>
                <a:ext uri="{FF2B5EF4-FFF2-40B4-BE49-F238E27FC236}">
                  <a16:creationId xmlns:a16="http://schemas.microsoft.com/office/drawing/2014/main" id="{9613E890-C679-4235-B29D-981BF69FA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065436" name="AutoShape 28">
            <a:extLst>
              <a:ext uri="{FF2B5EF4-FFF2-40B4-BE49-F238E27FC236}">
                <a16:creationId xmlns:a16="http://schemas.microsoft.com/office/drawing/2014/main" id="{DF059686-FCF5-49D3-A9F1-4EC0B6587D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5437" name="AutoShape 29">
            <a:extLst>
              <a:ext uri="{FF2B5EF4-FFF2-40B4-BE49-F238E27FC236}">
                <a16:creationId xmlns:a16="http://schemas.microsoft.com/office/drawing/2014/main" id="{63D0E6A4-B246-42A3-864A-2BDF7900727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5438" name="AutoShape 30">
            <a:extLst>
              <a:ext uri="{FF2B5EF4-FFF2-40B4-BE49-F238E27FC236}">
                <a16:creationId xmlns:a16="http://schemas.microsoft.com/office/drawing/2014/main" id="{D0DD01D5-B927-4AB3-B409-89F2574AAF4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5439" name="AutoShape 31">
            <a:extLst>
              <a:ext uri="{FF2B5EF4-FFF2-40B4-BE49-F238E27FC236}">
                <a16:creationId xmlns:a16="http://schemas.microsoft.com/office/drawing/2014/main" id="{A9E1B359-3C06-4DC4-9A71-046980BAF3A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5440" name="AutoShape 32">
            <a:extLst>
              <a:ext uri="{FF2B5EF4-FFF2-40B4-BE49-F238E27FC236}">
                <a16:creationId xmlns:a16="http://schemas.microsoft.com/office/drawing/2014/main" id="{157215FB-391D-41B7-99E5-7D6C50C83E3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21889" name="Rectangle 2">
            <a:extLst>
              <a:ext uri="{FF2B5EF4-FFF2-40B4-BE49-F238E27FC236}">
                <a16:creationId xmlns:a16="http://schemas.microsoft.com/office/drawing/2014/main" id="{DDA0ADC0-935B-473D-9343-AB09FE576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688" y="2486025"/>
            <a:ext cx="536892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Overview of technical contents in order to identify </a:t>
            </a:r>
            <a:r>
              <a:rPr lang="en-US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stratecic</a:t>
            </a: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and synergic implementation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Coordination of </a:t>
            </a:r>
            <a:r>
              <a:rPr lang="en-US" b="0" noProof="0" dirty="0" err="1">
                <a:solidFill>
                  <a:srgbClr val="000000"/>
                </a:solidFill>
                <a:latin typeface="Arial" panose="020B0604020202020204" pitchFamily="34" charset="0"/>
              </a:rPr>
              <a:t>multifunxtional</a:t>
            </a: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 working teams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Identification of cross customer synergies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Definition of integrated planning approaches</a:t>
            </a:r>
          </a:p>
        </p:txBody>
      </p:sp>
      <p:sp>
        <p:nvSpPr>
          <p:cNvPr id="121890" name="Text Box 33">
            <a:extLst>
              <a:ext uri="{FF2B5EF4-FFF2-40B4-BE49-F238E27FC236}">
                <a16:creationId xmlns:a16="http://schemas.microsoft.com/office/drawing/2014/main" id="{6C7C67E7-8547-4247-8614-E9C426C80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8" y="5067300"/>
            <a:ext cx="348138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In accordance with Customer’s priorities, define integrated approach to avoid extra costs and useless architectural redundancy</a:t>
            </a:r>
          </a:p>
        </p:txBody>
      </p:sp>
      <p:pic>
        <p:nvPicPr>
          <p:cNvPr id="121891" name="Picture 34" descr="j0239001">
            <a:extLst>
              <a:ext uri="{FF2B5EF4-FFF2-40B4-BE49-F238E27FC236}">
                <a16:creationId xmlns:a16="http://schemas.microsoft.com/office/drawing/2014/main" id="{09924002-E3AC-4727-A3DA-588FFA63B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841750"/>
            <a:ext cx="141128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92" name="Text Box 35">
            <a:extLst>
              <a:ext uri="{FF2B5EF4-FFF2-40B4-BE49-F238E27FC236}">
                <a16:creationId xmlns:a16="http://schemas.microsoft.com/office/drawing/2014/main" id="{3EF8B3B8-29FA-4EE9-BD83-58760C733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5067300"/>
            <a:ext cx="3541712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88900" indent="-889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3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From the  very beginning, ICT Architectural Function identifies potential synergic solution in order to get an integrated approach</a:t>
            </a:r>
          </a:p>
        </p:txBody>
      </p:sp>
      <p:pic>
        <p:nvPicPr>
          <p:cNvPr id="121893" name="Picture 36" descr="MCj03334040000[1]">
            <a:extLst>
              <a:ext uri="{FF2B5EF4-FFF2-40B4-BE49-F238E27FC236}">
                <a16:creationId xmlns:a16="http://schemas.microsoft.com/office/drawing/2014/main" id="{3BB2AD08-8034-4D58-9C7E-5348F4C9F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4059238"/>
            <a:ext cx="14859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894" name="AutoShape 37">
            <a:extLst>
              <a:ext uri="{FF2B5EF4-FFF2-40B4-BE49-F238E27FC236}">
                <a16:creationId xmlns:a16="http://schemas.microsoft.com/office/drawing/2014/main" id="{FA676FC5-233C-46E9-8B34-C1FD7F936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3429000"/>
            <a:ext cx="2841625" cy="361950"/>
          </a:xfrm>
          <a:prstGeom prst="chevron">
            <a:avLst>
              <a:gd name="adj" fmla="val 57282"/>
            </a:avLst>
          </a:prstGeom>
          <a:solidFill>
            <a:srgbClr val="A4C5D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A4C5DC"/>
            </a:extrusionClr>
            <a:contourClr>
              <a:srgbClr val="A4C5DC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</a:pPr>
            <a:r>
              <a:rPr lang="en-US" sz="1200" noProof="0" dirty="0">
                <a:solidFill>
                  <a:schemeClr val="bg1"/>
                </a:solidFill>
                <a:latin typeface="Arial" panose="020B0604020202020204" pitchFamily="34" charset="0"/>
              </a:rPr>
              <a:t>Architectural Review</a:t>
            </a:r>
          </a:p>
        </p:txBody>
      </p:sp>
      <p:sp>
        <p:nvSpPr>
          <p:cNvPr id="121895" name="AutoShape 38">
            <a:extLst>
              <a:ext uri="{FF2B5EF4-FFF2-40B4-BE49-F238E27FC236}">
                <a16:creationId xmlns:a16="http://schemas.microsoft.com/office/drawing/2014/main" id="{BA6690AB-1AC4-41C4-9C2F-C14DCDE82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425" y="3429000"/>
            <a:ext cx="2841625" cy="361950"/>
          </a:xfrm>
          <a:prstGeom prst="chevron">
            <a:avLst>
              <a:gd name="adj" fmla="val 57282"/>
            </a:avLst>
          </a:prstGeom>
          <a:solidFill>
            <a:srgbClr val="A4C5D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A4C5DC"/>
            </a:extrusionClr>
            <a:contourClr>
              <a:srgbClr val="A4C5DC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</a:pPr>
            <a:r>
              <a:rPr lang="en-US" sz="1200" noProof="0" dirty="0">
                <a:solidFill>
                  <a:schemeClr val="bg1"/>
                </a:solidFill>
                <a:latin typeface="Arial" panose="020B0604020202020204" pitchFamily="34" charset="0"/>
              </a:rPr>
              <a:t>Integrated Approach Definition</a:t>
            </a:r>
          </a:p>
        </p:txBody>
      </p:sp>
      <p:sp>
        <p:nvSpPr>
          <p:cNvPr id="121896" name="Rectangle 39">
            <a:extLst>
              <a:ext uri="{FF2B5EF4-FFF2-40B4-BE49-F238E27FC236}">
                <a16:creationId xmlns:a16="http://schemas.microsoft.com/office/drawing/2014/main" id="{D2B869ED-0D46-47C3-91BE-FEDEFBBE50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(8/9)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435" name="Freeform 3">
            <a:extLst>
              <a:ext uri="{FF2B5EF4-FFF2-40B4-BE49-F238E27FC236}">
                <a16:creationId xmlns:a16="http://schemas.microsoft.com/office/drawing/2014/main" id="{EB866184-47AF-4F3C-9424-66766BCB6FE7}"/>
              </a:ext>
            </a:extLst>
          </p:cNvPr>
          <p:cNvSpPr>
            <a:spLocks/>
          </p:cNvSpPr>
          <p:nvPr/>
        </p:nvSpPr>
        <p:spPr bwMode="auto">
          <a:xfrm>
            <a:off x="2120900" y="1439863"/>
            <a:ext cx="7462838" cy="2217737"/>
          </a:xfrm>
          <a:custGeom>
            <a:avLst/>
            <a:gdLst/>
            <a:ahLst/>
            <a:cxnLst>
              <a:cxn ang="0">
                <a:pos x="776" y="0"/>
              </a:cxn>
              <a:cxn ang="0">
                <a:pos x="4701" y="53"/>
              </a:cxn>
              <a:cxn ang="0">
                <a:pos x="3545" y="1397"/>
              </a:cxn>
              <a:cxn ang="0">
                <a:pos x="0" y="1317"/>
              </a:cxn>
              <a:cxn ang="0">
                <a:pos x="776" y="0"/>
              </a:cxn>
            </a:cxnLst>
            <a:rect l="0" t="0" r="r" b="b"/>
            <a:pathLst>
              <a:path w="4701" h="1397">
                <a:moveTo>
                  <a:pt x="776" y="0"/>
                </a:moveTo>
                <a:lnTo>
                  <a:pt x="4701" y="53"/>
                </a:lnTo>
                <a:lnTo>
                  <a:pt x="3545" y="1397"/>
                </a:lnTo>
                <a:lnTo>
                  <a:pt x="0" y="1317"/>
                </a:lnTo>
                <a:lnTo>
                  <a:pt x="776" y="0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50000">
                <a:srgbClr val="70A4C8"/>
              </a:gs>
              <a:gs pos="100000">
                <a:schemeClr val="bg1"/>
              </a:gs>
            </a:gsLst>
            <a:lin ang="5400000" scaled="1"/>
          </a:gradFill>
          <a:ln w="12700" cap="flat" cmpd="sng">
            <a:noFill/>
            <a:prstDash val="solid"/>
            <a:round/>
            <a:headEnd/>
            <a:tailEnd/>
          </a:ln>
          <a:effectLst/>
        </p:spPr>
        <p:txBody>
          <a:bodyPr wrap="none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23908" name="Text Box 5">
            <a:extLst>
              <a:ext uri="{FF2B5EF4-FFF2-40B4-BE49-F238E27FC236}">
                <a16:creationId xmlns:a16="http://schemas.microsoft.com/office/drawing/2014/main" id="{C8F7B7F0-6481-4134-A04D-180408A68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1513" y="1268413"/>
            <a:ext cx="1270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noProof="0" dirty="0">
                <a:solidFill>
                  <a:schemeClr val="tx1"/>
                </a:solidFill>
                <a:latin typeface="Arial" panose="020B0604020202020204" pitchFamily="34" charset="0"/>
              </a:rPr>
              <a:t>Control &amp; Manage</a:t>
            </a:r>
            <a:endParaRPr lang="en-US" baseline="30000" noProof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66438" name="AutoShape 6">
            <a:extLst>
              <a:ext uri="{FF2B5EF4-FFF2-40B4-BE49-F238E27FC236}">
                <a16:creationId xmlns:a16="http://schemas.microsoft.com/office/drawing/2014/main" id="{8400E390-F548-4BA6-981F-6D8408AE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1544638"/>
            <a:ext cx="6340475" cy="274637"/>
          </a:xfrm>
          <a:prstGeom prst="roundRect">
            <a:avLst>
              <a:gd name="adj" fmla="val 7736"/>
            </a:avLst>
          </a:prstGeom>
          <a:solidFill>
            <a:srgbClr val="70A4C8"/>
          </a:solidFill>
          <a:ln w="12700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70A4C8"/>
            </a:extrusionClr>
          </a:sp3d>
        </p:spPr>
        <p:txBody>
          <a:bodyPr wrap="none" anchor="ctr">
            <a:flatTx/>
          </a:bodyPr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grpSp>
        <p:nvGrpSpPr>
          <p:cNvPr id="123910" name="Group 7">
            <a:extLst>
              <a:ext uri="{FF2B5EF4-FFF2-40B4-BE49-F238E27FC236}">
                <a16:creationId xmlns:a16="http://schemas.microsoft.com/office/drawing/2014/main" id="{B2E3014F-18E5-45E0-9BB2-55B40B7B1134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1382713"/>
            <a:ext cx="4175125" cy="563562"/>
            <a:chOff x="291" y="2550"/>
            <a:chExt cx="2630" cy="355"/>
          </a:xfrm>
        </p:grpSpPr>
        <p:sp>
          <p:nvSpPr>
            <p:cNvPr id="123911" name="Text Box 8">
              <a:extLst>
                <a:ext uri="{FF2B5EF4-FFF2-40B4-BE49-F238E27FC236}">
                  <a16:creationId xmlns:a16="http://schemas.microsoft.com/office/drawing/2014/main" id="{9DC436B4-DC37-4EC0-8AD7-A05CD52B1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2550"/>
              <a:ext cx="101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Synergies Identification</a:t>
              </a:r>
              <a:endParaRPr lang="en-US" baseline="30000" noProof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6441" name="AutoShape 9">
              <a:extLst>
                <a:ext uri="{FF2B5EF4-FFF2-40B4-BE49-F238E27FC236}">
                  <a16:creationId xmlns:a16="http://schemas.microsoft.com/office/drawing/2014/main" id="{28BA043D-B72A-422D-88FF-24A7B46F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" y="2732"/>
              <a:ext cx="2613" cy="173"/>
            </a:xfrm>
            <a:prstGeom prst="roundRect">
              <a:avLst>
                <a:gd name="adj" fmla="val 8208"/>
              </a:avLst>
            </a:prstGeom>
            <a:solidFill>
              <a:srgbClr val="A4C5DC"/>
            </a:solidFill>
            <a:ln w="12700"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rgbClr val="A4C5DC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3913" name="Group 10">
            <a:extLst>
              <a:ext uri="{FF2B5EF4-FFF2-40B4-BE49-F238E27FC236}">
                <a16:creationId xmlns:a16="http://schemas.microsoft.com/office/drawing/2014/main" id="{4FE75805-CF8F-4CFA-9824-C94B73B61B38}"/>
              </a:ext>
            </a:extLst>
          </p:cNvPr>
          <p:cNvGrpSpPr>
            <a:grpSpLocks/>
          </p:cNvGrpSpPr>
          <p:nvPr/>
        </p:nvGrpSpPr>
        <p:grpSpPr bwMode="auto">
          <a:xfrm>
            <a:off x="8450263" y="1773238"/>
            <a:ext cx="966787" cy="746125"/>
            <a:chOff x="4822" y="2825"/>
            <a:chExt cx="609" cy="470"/>
          </a:xfrm>
        </p:grpSpPr>
        <p:sp>
          <p:nvSpPr>
            <p:cNvPr id="2066443" name="AutoShape 11">
              <a:extLst>
                <a:ext uri="{FF2B5EF4-FFF2-40B4-BE49-F238E27FC236}">
                  <a16:creationId xmlns:a16="http://schemas.microsoft.com/office/drawing/2014/main" id="{7EC2791C-C953-4723-BE22-125F290D3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3915" name="Rectangle 12">
              <a:extLst>
                <a:ext uri="{FF2B5EF4-FFF2-40B4-BE49-F238E27FC236}">
                  <a16:creationId xmlns:a16="http://schemas.microsoft.com/office/drawing/2014/main" id="{C18A920D-9339-4865-BE3A-40BA16A8C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User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Acceptance</a:t>
              </a:r>
            </a:p>
          </p:txBody>
        </p:sp>
      </p:grpSp>
      <p:grpSp>
        <p:nvGrpSpPr>
          <p:cNvPr id="123916" name="Group 13">
            <a:extLst>
              <a:ext uri="{FF2B5EF4-FFF2-40B4-BE49-F238E27FC236}">
                <a16:creationId xmlns:a16="http://schemas.microsoft.com/office/drawing/2014/main" id="{0EF65F4C-1145-4C84-870F-E1687FB95BCE}"/>
              </a:ext>
            </a:extLst>
          </p:cNvPr>
          <p:cNvGrpSpPr>
            <a:grpSpLocks/>
          </p:cNvGrpSpPr>
          <p:nvPr/>
        </p:nvGrpSpPr>
        <p:grpSpPr bwMode="auto">
          <a:xfrm>
            <a:off x="6853238" y="1773238"/>
            <a:ext cx="968375" cy="746125"/>
            <a:chOff x="3991" y="2825"/>
            <a:chExt cx="610" cy="470"/>
          </a:xfrm>
        </p:grpSpPr>
        <p:sp>
          <p:nvSpPr>
            <p:cNvPr id="2066446" name="AutoShape 14">
              <a:extLst>
                <a:ext uri="{FF2B5EF4-FFF2-40B4-BE49-F238E27FC236}">
                  <a16:creationId xmlns:a16="http://schemas.microsoft.com/office/drawing/2014/main" id="{D330B823-3004-4368-8D29-E69F5C89B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1" y="2825"/>
              <a:ext cx="610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3918" name="Rectangle 15">
              <a:extLst>
                <a:ext uri="{FF2B5EF4-FFF2-40B4-BE49-F238E27FC236}">
                  <a16:creationId xmlns:a16="http://schemas.microsoft.com/office/drawing/2014/main" id="{C2A074AB-8876-49A6-9F1B-8D37D8C1E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Development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 &amp; Test</a:t>
              </a:r>
            </a:p>
          </p:txBody>
        </p:sp>
      </p:grpSp>
      <p:grpSp>
        <p:nvGrpSpPr>
          <p:cNvPr id="123919" name="Group 16">
            <a:extLst>
              <a:ext uri="{FF2B5EF4-FFF2-40B4-BE49-F238E27FC236}">
                <a16:creationId xmlns:a16="http://schemas.microsoft.com/office/drawing/2014/main" id="{F6595E8F-AB4B-4842-9C8B-88E0A0447294}"/>
              </a:ext>
            </a:extLst>
          </p:cNvPr>
          <p:cNvGrpSpPr>
            <a:grpSpLocks/>
          </p:cNvGrpSpPr>
          <p:nvPr/>
        </p:nvGrpSpPr>
        <p:grpSpPr bwMode="auto">
          <a:xfrm>
            <a:off x="471488" y="1773238"/>
            <a:ext cx="966787" cy="746125"/>
            <a:chOff x="551" y="2825"/>
            <a:chExt cx="609" cy="470"/>
          </a:xfrm>
        </p:grpSpPr>
        <p:sp>
          <p:nvSpPr>
            <p:cNvPr id="2066449" name="AutoShape 17">
              <a:extLst>
                <a:ext uri="{FF2B5EF4-FFF2-40B4-BE49-F238E27FC236}">
                  <a16:creationId xmlns:a16="http://schemas.microsoft.com/office/drawing/2014/main" id="{35661BD1-6569-48CA-8C7F-791C61F17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2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50" name="Rectangle 18">
              <a:extLst>
                <a:ext uri="{FF2B5EF4-FFF2-40B4-BE49-F238E27FC236}">
                  <a16:creationId xmlns:a16="http://schemas.microsoft.com/office/drawing/2014/main" id="{B56137B4-CDF6-40A1-92CC-A3D1B7D08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923"/>
              <a:ext cx="539" cy="2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UR/PR</a:t>
              </a:r>
            </a:p>
            <a:p>
              <a:pPr eaLnBrk="0" hangingPunct="0">
                <a:lnSpc>
                  <a:spcPct val="100000"/>
                </a:lnSpc>
                <a:defRPr/>
              </a:pPr>
              <a:r>
                <a:rPr lang="en-US" sz="1100" noProof="0" dirty="0">
                  <a:solidFill>
                    <a:schemeClr val="tx1"/>
                  </a:solidFill>
                  <a:latin typeface="Arial" charset="0"/>
                  <a:cs typeface="+mn-cs"/>
                </a:rPr>
                <a:t>Definitions</a:t>
              </a:r>
              <a:endParaRPr lang="en-US" sz="1100" b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123922" name="Group 19">
            <a:extLst>
              <a:ext uri="{FF2B5EF4-FFF2-40B4-BE49-F238E27FC236}">
                <a16:creationId xmlns:a16="http://schemas.microsoft.com/office/drawing/2014/main" id="{353A71AE-215E-4F2E-9E7A-D30BB8F6E9FE}"/>
              </a:ext>
            </a:extLst>
          </p:cNvPr>
          <p:cNvGrpSpPr>
            <a:grpSpLocks/>
          </p:cNvGrpSpPr>
          <p:nvPr/>
        </p:nvGrpSpPr>
        <p:grpSpPr bwMode="auto">
          <a:xfrm>
            <a:off x="2066925" y="1773238"/>
            <a:ext cx="966788" cy="746125"/>
            <a:chOff x="1402" y="2825"/>
            <a:chExt cx="609" cy="470"/>
          </a:xfrm>
        </p:grpSpPr>
        <p:sp>
          <p:nvSpPr>
            <p:cNvPr id="2066452" name="AutoShape 20">
              <a:extLst>
                <a:ext uri="{FF2B5EF4-FFF2-40B4-BE49-F238E27FC236}">
                  <a16:creationId xmlns:a16="http://schemas.microsoft.com/office/drawing/2014/main" id="{C5AC5F45-0CFF-4F09-8ED3-1E2711522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3924" name="Rectangle 21">
              <a:extLst>
                <a:ext uri="{FF2B5EF4-FFF2-40B4-BE49-F238E27FC236}">
                  <a16:creationId xmlns:a16="http://schemas.microsoft.com/office/drawing/2014/main" id="{ECC60B6E-E300-4D85-867D-A05590842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Technical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 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Business Case</a:t>
              </a:r>
            </a:p>
          </p:txBody>
        </p:sp>
      </p:grpSp>
      <p:grpSp>
        <p:nvGrpSpPr>
          <p:cNvPr id="123925" name="Group 22">
            <a:extLst>
              <a:ext uri="{FF2B5EF4-FFF2-40B4-BE49-F238E27FC236}">
                <a16:creationId xmlns:a16="http://schemas.microsoft.com/office/drawing/2014/main" id="{B5B632CC-951D-426F-B28D-9EB35981B758}"/>
              </a:ext>
            </a:extLst>
          </p:cNvPr>
          <p:cNvGrpSpPr>
            <a:grpSpLocks/>
          </p:cNvGrpSpPr>
          <p:nvPr/>
        </p:nvGrpSpPr>
        <p:grpSpPr bwMode="auto">
          <a:xfrm>
            <a:off x="3662363" y="1773238"/>
            <a:ext cx="966787" cy="746125"/>
            <a:chOff x="2255" y="2825"/>
            <a:chExt cx="609" cy="470"/>
          </a:xfrm>
        </p:grpSpPr>
        <p:sp>
          <p:nvSpPr>
            <p:cNvPr id="2066455" name="AutoShape 23">
              <a:extLst>
                <a:ext uri="{FF2B5EF4-FFF2-40B4-BE49-F238E27FC236}">
                  <a16:creationId xmlns:a16="http://schemas.microsoft.com/office/drawing/2014/main" id="{49565997-7645-460D-8CAD-38ED68FCD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" y="2825"/>
              <a:ext cx="609" cy="47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3927" name="Rectangle 24">
              <a:extLst>
                <a:ext uri="{FF2B5EF4-FFF2-40B4-BE49-F238E27FC236}">
                  <a16:creationId xmlns:a16="http://schemas.microsoft.com/office/drawing/2014/main" id="{6385F975-1C02-4FEE-84F8-5FEB0A850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23"/>
              <a:ext cx="53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Planning</a:t>
              </a:r>
            </a:p>
          </p:txBody>
        </p:sp>
      </p:grpSp>
      <p:grpSp>
        <p:nvGrpSpPr>
          <p:cNvPr id="123928" name="Group 25">
            <a:extLst>
              <a:ext uri="{FF2B5EF4-FFF2-40B4-BE49-F238E27FC236}">
                <a16:creationId xmlns:a16="http://schemas.microsoft.com/office/drawing/2014/main" id="{3B1873F6-8812-4079-A545-223C7567F042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773238"/>
            <a:ext cx="966788" cy="744537"/>
            <a:chOff x="3128" y="2825"/>
            <a:chExt cx="609" cy="469"/>
          </a:xfrm>
        </p:grpSpPr>
        <p:sp>
          <p:nvSpPr>
            <p:cNvPr id="2066458" name="AutoShape 26">
              <a:extLst>
                <a:ext uri="{FF2B5EF4-FFF2-40B4-BE49-F238E27FC236}">
                  <a16:creationId xmlns:a16="http://schemas.microsoft.com/office/drawing/2014/main" id="{28552BD9-C0F5-4F38-86B1-50EE65623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8" y="2825"/>
              <a:ext cx="609" cy="46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alpha val="80000"/>
                  </a:schemeClr>
                </a:gs>
                <a:gs pos="100000">
                  <a:schemeClr val="accent1">
                    <a:gamma/>
                    <a:tint val="0"/>
                    <a:invGamma/>
                    <a:alpha val="89999"/>
                  </a:schemeClr>
                </a:gs>
              </a:gsLst>
              <a:lin ang="5400000" scaled="1"/>
            </a:gradFill>
            <a:ln w="12700">
              <a:noFill/>
              <a:round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635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3930" name="Rectangle 27">
              <a:extLst>
                <a:ext uri="{FF2B5EF4-FFF2-40B4-BE49-F238E27FC236}">
                  <a16:creationId xmlns:a16="http://schemas.microsoft.com/office/drawing/2014/main" id="{F8A4186C-5B67-4829-BBA7-483F3ECE4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2923"/>
              <a:ext cx="53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Feasibility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Analysis &amp;</a:t>
              </a:r>
            </a:p>
            <a:p>
              <a:pPr>
                <a:lnSpc>
                  <a:spcPct val="100000"/>
                </a:lnSpc>
              </a:pPr>
              <a:r>
                <a:rPr lang="en-US" noProof="0" dirty="0">
                  <a:solidFill>
                    <a:schemeClr val="tx1"/>
                  </a:solidFill>
                  <a:latin typeface="Arial" panose="020B0604020202020204" pitchFamily="34" charset="0"/>
                </a:rPr>
                <a:t>Functional Specs</a:t>
              </a:r>
            </a:p>
          </p:txBody>
        </p:sp>
      </p:grpSp>
      <p:sp>
        <p:nvSpPr>
          <p:cNvPr id="2066460" name="AutoShape 28">
            <a:extLst>
              <a:ext uri="{FF2B5EF4-FFF2-40B4-BE49-F238E27FC236}">
                <a16:creationId xmlns:a16="http://schemas.microsoft.com/office/drawing/2014/main" id="{A72DC978-6679-4DBC-B82E-52B61AD7BDA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681957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6461" name="AutoShape 29">
            <a:extLst>
              <a:ext uri="{FF2B5EF4-FFF2-40B4-BE49-F238E27FC236}">
                <a16:creationId xmlns:a16="http://schemas.microsoft.com/office/drawing/2014/main" id="{BDC5C484-61C3-4D5F-BBDC-0F74C3F05F3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67869" y="2074069"/>
            <a:ext cx="304800" cy="1000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6462" name="AutoShape 30">
            <a:extLst>
              <a:ext uri="{FF2B5EF4-FFF2-40B4-BE49-F238E27FC236}">
                <a16:creationId xmlns:a16="http://schemas.microsoft.com/office/drawing/2014/main" id="{890FACEC-C377-41D8-AC1F-1D82A45EBF3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872038" y="2057400"/>
            <a:ext cx="304800" cy="1333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6463" name="AutoShape 31">
            <a:extLst>
              <a:ext uri="{FF2B5EF4-FFF2-40B4-BE49-F238E27FC236}">
                <a16:creationId xmlns:a16="http://schemas.microsoft.com/office/drawing/2014/main" id="{2CBF6663-1944-4613-BC86-E4929F98D75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777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066464" name="AutoShape 32">
            <a:extLst>
              <a:ext uri="{FF2B5EF4-FFF2-40B4-BE49-F238E27FC236}">
                <a16:creationId xmlns:a16="http://schemas.microsoft.com/office/drawing/2014/main" id="{868AA59F-1E1D-42F7-A03F-0430A958EF4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65295" y="2075656"/>
            <a:ext cx="303212" cy="984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0" hangingPunct="0">
              <a:lnSpc>
                <a:spcPct val="100000"/>
              </a:lnSpc>
              <a:defRPr/>
            </a:pPr>
            <a:endParaRPr lang="en-US" sz="1800" b="0" i="1" noProof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123936" name="Rectangle 2">
            <a:extLst>
              <a:ext uri="{FF2B5EF4-FFF2-40B4-BE49-F238E27FC236}">
                <a16:creationId xmlns:a16="http://schemas.microsoft.com/office/drawing/2014/main" id="{2F441215-7251-45C0-9B80-B4B94D767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2486025"/>
            <a:ext cx="573881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93663" indent="-93663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Planning, issues and resources analysis on several projects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Data verification and control on project approval phase and variances during project lifecycle</a:t>
            </a:r>
          </a:p>
          <a:p>
            <a:pPr algn="l">
              <a:lnSpc>
                <a:spcPct val="10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Problem management and definition of recovering actions (even if cross projects)</a:t>
            </a:r>
          </a:p>
        </p:txBody>
      </p:sp>
      <p:sp>
        <p:nvSpPr>
          <p:cNvPr id="123937" name="Rectangle 40">
            <a:extLst>
              <a:ext uri="{FF2B5EF4-FFF2-40B4-BE49-F238E27FC236}">
                <a16:creationId xmlns:a16="http://schemas.microsoft.com/office/drawing/2014/main" id="{78A6A07A-A9B6-4A64-BF76-B16F337431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04800"/>
            <a:ext cx="9271000" cy="3810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3200" b="1" noProof="0" dirty="0">
                <a:solidFill>
                  <a:srgbClr val="292929"/>
                </a:solidFill>
                <a:latin typeface="Arial" panose="020B0604020202020204" pitchFamily="34" charset="0"/>
              </a:rPr>
              <a:t>Product Development Process (9/9)</a:t>
            </a:r>
          </a:p>
        </p:txBody>
      </p:sp>
      <p:grpSp>
        <p:nvGrpSpPr>
          <p:cNvPr id="123938" name="Group 114">
            <a:extLst>
              <a:ext uri="{FF2B5EF4-FFF2-40B4-BE49-F238E27FC236}">
                <a16:creationId xmlns:a16="http://schemas.microsoft.com/office/drawing/2014/main" id="{CC5F656E-E429-4D18-8627-3641B41698EA}"/>
              </a:ext>
            </a:extLst>
          </p:cNvPr>
          <p:cNvGrpSpPr>
            <a:grpSpLocks/>
          </p:cNvGrpSpPr>
          <p:nvPr/>
        </p:nvGrpSpPr>
        <p:grpSpPr bwMode="auto">
          <a:xfrm>
            <a:off x="2647950" y="3938588"/>
            <a:ext cx="1944688" cy="955675"/>
            <a:chOff x="1724" y="2481"/>
            <a:chExt cx="1225" cy="602"/>
          </a:xfrm>
        </p:grpSpPr>
        <p:sp>
          <p:nvSpPr>
            <p:cNvPr id="2066545" name="Rectangle 113">
              <a:extLst>
                <a:ext uri="{FF2B5EF4-FFF2-40B4-BE49-F238E27FC236}">
                  <a16:creationId xmlns:a16="http://schemas.microsoft.com/office/drawing/2014/main" id="{6DAFCF8B-ADCE-44ED-BC2E-999B9B3A3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2988"/>
              <a:ext cx="178" cy="36"/>
            </a:xfrm>
            <a:prstGeom prst="rect">
              <a:avLst/>
            </a:prstGeom>
            <a:solidFill>
              <a:schemeClr val="folHlink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544" name="Rectangle 112">
              <a:extLst>
                <a:ext uri="{FF2B5EF4-FFF2-40B4-BE49-F238E27FC236}">
                  <a16:creationId xmlns:a16="http://schemas.microsoft.com/office/drawing/2014/main" id="{ADBA9BF8-201A-4C19-BCCD-B6FAE217A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2888"/>
              <a:ext cx="58" cy="36"/>
            </a:xfrm>
            <a:prstGeom prst="rect">
              <a:avLst/>
            </a:prstGeom>
            <a:solidFill>
              <a:schemeClr val="folHlink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543" name="Rectangle 111">
              <a:extLst>
                <a:ext uri="{FF2B5EF4-FFF2-40B4-BE49-F238E27FC236}">
                  <a16:creationId xmlns:a16="http://schemas.microsoft.com/office/drawing/2014/main" id="{771A8431-2A9E-4629-A930-923798812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789"/>
              <a:ext cx="324" cy="41"/>
            </a:xfrm>
            <a:prstGeom prst="rect">
              <a:avLst/>
            </a:prstGeom>
            <a:solidFill>
              <a:schemeClr val="folHlink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542" name="Rectangle 110">
              <a:extLst>
                <a:ext uri="{FF2B5EF4-FFF2-40B4-BE49-F238E27FC236}">
                  <a16:creationId xmlns:a16="http://schemas.microsoft.com/office/drawing/2014/main" id="{1EE0909F-106C-4A73-9DF8-9D0926E63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5" y="2700"/>
              <a:ext cx="359" cy="36"/>
            </a:xfrm>
            <a:prstGeom prst="rect">
              <a:avLst/>
            </a:prstGeom>
            <a:solidFill>
              <a:schemeClr val="folHlink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541" name="Rectangle 109">
              <a:extLst>
                <a:ext uri="{FF2B5EF4-FFF2-40B4-BE49-F238E27FC236}">
                  <a16:creationId xmlns:a16="http://schemas.microsoft.com/office/drawing/2014/main" id="{EE29D74B-1EBC-4054-A4F0-FC7227E99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9" y="2590"/>
              <a:ext cx="486" cy="36"/>
            </a:xfrm>
            <a:prstGeom prst="rect">
              <a:avLst/>
            </a:prstGeom>
            <a:solidFill>
              <a:schemeClr val="folHlink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76" name="Rectangle 44">
              <a:extLst>
                <a:ext uri="{FF2B5EF4-FFF2-40B4-BE49-F238E27FC236}">
                  <a16:creationId xmlns:a16="http://schemas.microsoft.com/office/drawing/2014/main" id="{EB8439F1-7615-4791-8B8D-692AF3BC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481"/>
              <a:ext cx="1196" cy="600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77" name="Rectangle 45">
              <a:extLst>
                <a:ext uri="{FF2B5EF4-FFF2-40B4-BE49-F238E27FC236}">
                  <a16:creationId xmlns:a16="http://schemas.microsoft.com/office/drawing/2014/main" id="{3DBF2FF8-601B-4F79-8792-B77EA1850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" y="2482"/>
              <a:ext cx="322" cy="600"/>
            </a:xfrm>
            <a:prstGeom prst="rect">
              <a:avLst/>
            </a:prstGeom>
            <a:solidFill>
              <a:srgbClr val="BEE486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78" name="Rectangle 46">
              <a:extLst>
                <a:ext uri="{FF2B5EF4-FFF2-40B4-BE49-F238E27FC236}">
                  <a16:creationId xmlns:a16="http://schemas.microsoft.com/office/drawing/2014/main" id="{E9D9B462-F2CF-4870-AB60-F5D206B8A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590"/>
              <a:ext cx="486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79" name="Rectangle 47">
              <a:extLst>
                <a:ext uri="{FF2B5EF4-FFF2-40B4-BE49-F238E27FC236}">
                  <a16:creationId xmlns:a16="http://schemas.microsoft.com/office/drawing/2014/main" id="{166B2949-03CB-4ABA-AFD9-B1C52E30D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8" y="2700"/>
              <a:ext cx="359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0" name="Rectangle 48">
              <a:extLst>
                <a:ext uri="{FF2B5EF4-FFF2-40B4-BE49-F238E27FC236}">
                  <a16:creationId xmlns:a16="http://schemas.microsoft.com/office/drawing/2014/main" id="{4C17FA9C-5B6F-4B2E-962C-6F1EC4B6C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" y="2789"/>
              <a:ext cx="324" cy="41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1" name="Rectangle 49">
              <a:extLst>
                <a:ext uri="{FF2B5EF4-FFF2-40B4-BE49-F238E27FC236}">
                  <a16:creationId xmlns:a16="http://schemas.microsoft.com/office/drawing/2014/main" id="{E7808ACC-EA0D-461C-BC50-F30C82655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888"/>
              <a:ext cx="58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2" name="Rectangle 50">
              <a:extLst>
                <a:ext uri="{FF2B5EF4-FFF2-40B4-BE49-F238E27FC236}">
                  <a16:creationId xmlns:a16="http://schemas.microsoft.com/office/drawing/2014/main" id="{B03E495A-A97A-4634-BFB5-8C259145F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2988"/>
              <a:ext cx="178" cy="36"/>
            </a:xfrm>
            <a:prstGeom prst="rect">
              <a:avLst/>
            </a:prstGeom>
            <a:solidFill>
              <a:srgbClr val="88C7D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123951" name="Rectangle 51">
              <a:extLst>
                <a:ext uri="{FF2B5EF4-FFF2-40B4-BE49-F238E27FC236}">
                  <a16:creationId xmlns:a16="http://schemas.microsoft.com/office/drawing/2014/main" id="{6E7BB54B-9BF0-4C91-8FB2-C1BF4546B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547"/>
              <a:ext cx="415" cy="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1pPr>
              <a:lvl2pPr marL="742950" indent="-28575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2pPr>
              <a:lvl3pPr marL="1143000" indent="-22860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3pPr>
              <a:lvl4pPr marL="1600200" indent="-22860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4pPr>
              <a:lvl5pPr marL="2057400" indent="-228600" defTabSz="969963" eaLnBrk="0" hangingPunct="0"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5pPr>
              <a:lvl6pPr marL="25146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6pPr>
              <a:lvl7pPr marL="29718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7pPr>
              <a:lvl8pPr marL="34290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8pPr>
              <a:lvl9pPr marL="3886200" indent="-228600" algn="ctr" defTabSz="969963" eaLnBrk="0" fontAlgn="base" hangingPunct="0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tabLst>
                  <a:tab pos="228600" algn="l"/>
                </a:tabLst>
                <a:defRPr sz="1000" b="1">
                  <a:solidFill>
                    <a:srgbClr val="003E74"/>
                  </a:solidFill>
                  <a:latin typeface="Lucida Sans" panose="020B0602030504020204" pitchFamily="34" charset="0"/>
                  <a:cs typeface="Arial" panose="020B0604020202020204" pitchFamily="34" charset="0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1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2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3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4</a:t>
              </a:r>
            </a:p>
            <a:p>
              <a:pPr algn="l">
                <a:lnSpc>
                  <a:spcPct val="100000"/>
                </a:lnSpc>
                <a:spcBef>
                  <a:spcPct val="60000"/>
                </a:spcBef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None/>
              </a:pPr>
              <a:r>
                <a:rPr lang="en-US" sz="600" i="1" noProof="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Attività</a:t>
              </a:r>
              <a:r>
                <a:rPr lang="en-US" sz="600" i="1" noProof="0" dirty="0">
                  <a:solidFill>
                    <a:srgbClr val="000000"/>
                  </a:solidFill>
                  <a:latin typeface="Arial" panose="020B0604020202020204" pitchFamily="34" charset="0"/>
                </a:rPr>
                <a:t> 5</a:t>
              </a:r>
            </a:p>
          </p:txBody>
        </p:sp>
        <p:sp>
          <p:nvSpPr>
            <p:cNvPr id="2066484" name="Rectangle 52">
              <a:extLst>
                <a:ext uri="{FF2B5EF4-FFF2-40B4-BE49-F238E27FC236}">
                  <a16:creationId xmlns:a16="http://schemas.microsoft.com/office/drawing/2014/main" id="{D578C4BD-DD30-4E86-954C-13AF3094E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481"/>
              <a:ext cx="91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5" name="Rectangle 53">
              <a:extLst>
                <a:ext uri="{FF2B5EF4-FFF2-40B4-BE49-F238E27FC236}">
                  <a16:creationId xmlns:a16="http://schemas.microsoft.com/office/drawing/2014/main" id="{B9380ADF-A4F6-44AA-A50D-EE8C361A2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2481"/>
              <a:ext cx="82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6" name="Rectangle 54">
              <a:extLst>
                <a:ext uri="{FF2B5EF4-FFF2-40B4-BE49-F238E27FC236}">
                  <a16:creationId xmlns:a16="http://schemas.microsoft.com/office/drawing/2014/main" id="{AAD1F0DB-BE40-449B-80A3-5F00B83E2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2481"/>
              <a:ext cx="82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7" name="Rectangle 55">
              <a:extLst>
                <a:ext uri="{FF2B5EF4-FFF2-40B4-BE49-F238E27FC236}">
                  <a16:creationId xmlns:a16="http://schemas.microsoft.com/office/drawing/2014/main" id="{D0157686-142A-4245-9BA4-0C16F72FF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2481"/>
              <a:ext cx="92" cy="60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8" name="Line 56">
              <a:extLst>
                <a:ext uri="{FF2B5EF4-FFF2-40B4-BE49-F238E27FC236}">
                  <a16:creationId xmlns:a16="http://schemas.microsoft.com/office/drawing/2014/main" id="{4EB831E1-3DB4-4D1C-89B8-BE89E27CD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481"/>
              <a:ext cx="0" cy="60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2066489" name="Line 57">
              <a:extLst>
                <a:ext uri="{FF2B5EF4-FFF2-40B4-BE49-F238E27FC236}">
                  <a16:creationId xmlns:a16="http://schemas.microsoft.com/office/drawing/2014/main" id="{64C55A89-54DD-4A2A-BDEE-7B165C6AD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2481"/>
              <a:ext cx="876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l" eaLnBrk="0" hangingPunct="0">
                <a:lnSpc>
                  <a:spcPct val="100000"/>
                </a:lnSpc>
                <a:defRPr/>
              </a:pPr>
              <a:endParaRPr lang="en-US" sz="1800" b="0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123958" name="Text Box 58">
            <a:extLst>
              <a:ext uri="{FF2B5EF4-FFF2-40B4-BE49-F238E27FC236}">
                <a16:creationId xmlns:a16="http://schemas.microsoft.com/office/drawing/2014/main" id="{C3AA44F9-7883-4218-B2AF-ABDCFB9E3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051425"/>
            <a:ext cx="264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Control and react on milestones and activities delay, on project rescheduling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Monitor external projects impacting project plan and cooperate with external Project Manager to identify common milestones and priorities</a:t>
            </a:r>
          </a:p>
        </p:txBody>
      </p:sp>
      <p:sp>
        <p:nvSpPr>
          <p:cNvPr id="123959" name="AutoShape 59">
            <a:extLst>
              <a:ext uri="{FF2B5EF4-FFF2-40B4-BE49-F238E27FC236}">
                <a16:creationId xmlns:a16="http://schemas.microsoft.com/office/drawing/2014/main" id="{EF0A5874-90FF-4FF6-A837-95BB44C05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0275" y="3429000"/>
            <a:ext cx="2841625" cy="361950"/>
          </a:xfrm>
          <a:prstGeom prst="chevron">
            <a:avLst>
              <a:gd name="adj" fmla="val 57282"/>
            </a:avLst>
          </a:prstGeom>
          <a:solidFill>
            <a:srgbClr val="70A4C8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70A4C8"/>
            </a:extrusionClr>
            <a:contourClr>
              <a:srgbClr val="70A4C8"/>
            </a:contourClr>
          </a:sp3d>
        </p:spPr>
        <p:txBody>
          <a:bodyPr lIns="126000" rIns="126000" anchor="ctr">
            <a:flatTx/>
          </a:bodyPr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</a:pPr>
            <a:r>
              <a:rPr lang="en-US" sz="1200" noProof="0" dirty="0">
                <a:solidFill>
                  <a:schemeClr val="bg1"/>
                </a:solidFill>
                <a:latin typeface="Arial" panose="020B0604020202020204" pitchFamily="34" charset="0"/>
              </a:rPr>
              <a:t>Planning Control and Management</a:t>
            </a:r>
          </a:p>
        </p:txBody>
      </p:sp>
      <p:sp>
        <p:nvSpPr>
          <p:cNvPr id="123960" name="Text Box 61">
            <a:extLst>
              <a:ext uri="{FF2B5EF4-FFF2-40B4-BE49-F238E27FC236}">
                <a16:creationId xmlns:a16="http://schemas.microsoft.com/office/drawing/2014/main" id="{DC5D67A2-BD48-46EF-8B95-4AD3034EF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163" y="5051425"/>
            <a:ext cx="26416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Resources MGMT focuses on the resources effort calculation aimed to complete work package on time and on budget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lang="en-US" sz="1100" b="0" noProof="0" dirty="0">
                <a:solidFill>
                  <a:srgbClr val="000000"/>
                </a:solidFill>
                <a:latin typeface="Arial" panose="020B0604020202020204" pitchFamily="34" charset="0"/>
              </a:rPr>
              <a:t>Cost Planning allows to assign costs to each WP, define project budget and design costs S curve</a:t>
            </a:r>
          </a:p>
        </p:txBody>
      </p:sp>
      <p:sp>
        <p:nvSpPr>
          <p:cNvPr id="123961" name="AutoShape 108">
            <a:extLst>
              <a:ext uri="{FF2B5EF4-FFF2-40B4-BE49-F238E27FC236}">
                <a16:creationId xmlns:a16="http://schemas.microsoft.com/office/drawing/2014/main" id="{D69A2285-8E0F-40CB-89D4-20C68A329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6175" y="3429000"/>
            <a:ext cx="2841625" cy="361950"/>
          </a:xfrm>
          <a:prstGeom prst="chevron">
            <a:avLst>
              <a:gd name="adj" fmla="val 57282"/>
            </a:avLst>
          </a:prstGeom>
          <a:solidFill>
            <a:srgbClr val="70A4C8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63500" prstMaterial="legacyMatte">
            <a:bevelT w="13500" h="13500" prst="angle"/>
            <a:bevelB w="13500" h="13500" prst="angle"/>
            <a:extrusionClr>
              <a:srgbClr val="70A4C8"/>
            </a:extrusionClr>
            <a:contourClr>
              <a:srgbClr val="70A4C8"/>
            </a:contourClr>
          </a:sp3d>
        </p:spPr>
        <p:txBody>
          <a:bodyPr lIns="126000" rIns="126000" anchor="ctr">
            <a:flatTx/>
          </a:bodyPr>
          <a:lstStyle>
            <a:lvl1pPr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003E74"/>
                </a:solidFill>
                <a:latin typeface="Lucida Sans" panose="020B0602030504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</a:pPr>
            <a:r>
              <a:rPr lang="en-US" sz="1200" noProof="0" dirty="0">
                <a:solidFill>
                  <a:schemeClr val="bg1"/>
                </a:solidFill>
                <a:latin typeface="Arial" panose="020B0604020202020204" pitchFamily="34" charset="0"/>
              </a:rPr>
              <a:t>Resources, Costs and Project Issue/Risk Management</a:t>
            </a:r>
          </a:p>
        </p:txBody>
      </p:sp>
      <p:graphicFrame>
        <p:nvGraphicFramePr>
          <p:cNvPr id="123962" name="Object 117">
            <a:extLst>
              <a:ext uri="{FF2B5EF4-FFF2-40B4-BE49-F238E27FC236}">
                <a16:creationId xmlns:a16="http://schemas.microsoft.com/office/drawing/2014/main" id="{1E9D79C0-F2AB-469F-BC1B-F63E4BA2781D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48921085"/>
              </p:ext>
            </p:extLst>
          </p:nvPr>
        </p:nvGraphicFramePr>
        <p:xfrm>
          <a:off x="5185568" y="3886200"/>
          <a:ext cx="1357313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715722" imgH="6572382" progId="MSGraph.Chart.8">
                  <p:embed followColorScheme="full"/>
                </p:oleObj>
              </mc:Choice>
              <mc:Fallback>
                <p:oleObj name="Chart" r:id="rId2" imgW="9715722" imgH="6572382" progId="MSGraph.Chart.8">
                  <p:embed followColorScheme="full"/>
                  <p:pic>
                    <p:nvPicPr>
                      <p:cNvPr id="123962" name="Object 117">
                        <a:extLst>
                          <a:ext uri="{FF2B5EF4-FFF2-40B4-BE49-F238E27FC236}">
                            <a16:creationId xmlns:a16="http://schemas.microsoft.com/office/drawing/2014/main" id="{1E9D79C0-F2AB-469F-BC1B-F63E4BA2781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5568" y="3886200"/>
                        <a:ext cx="1357313" cy="8810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963" name="Picture 116">
            <a:extLst>
              <a:ext uri="{FF2B5EF4-FFF2-40B4-BE49-F238E27FC236}">
                <a16:creationId xmlns:a16="http://schemas.microsoft.com/office/drawing/2014/main" id="{2F1379B0-4410-4D65-BEC9-5835E05DD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" t="2454" r="1263" b="6192"/>
          <a:stretch>
            <a:fillRect/>
          </a:stretch>
        </p:blipFill>
        <p:spPr bwMode="auto">
          <a:xfrm>
            <a:off x="6042025" y="4146550"/>
            <a:ext cx="1441450" cy="847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Office\Templates\Blank Presentation.pot</Template>
  <TotalTime>6966</TotalTime>
  <Words>9164</Words>
  <Application>Microsoft Office PowerPoint</Application>
  <PresentationFormat>A4 (21x29,7 cm)</PresentationFormat>
  <Paragraphs>1938</Paragraphs>
  <Slides>104</Slides>
  <Notes>37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Server OLE incorporati</vt:lpstr>
      </vt:variant>
      <vt:variant>
        <vt:i4>5</vt:i4>
      </vt:variant>
      <vt:variant>
        <vt:lpstr>Titoli diapositive</vt:lpstr>
      </vt:variant>
      <vt:variant>
        <vt:i4>104</vt:i4>
      </vt:variant>
    </vt:vector>
  </HeadingPairs>
  <TitlesOfParts>
    <vt:vector size="117" baseType="lpstr">
      <vt:lpstr>Arial</vt:lpstr>
      <vt:lpstr>AvantGarde Bk BT</vt:lpstr>
      <vt:lpstr>Calibri</vt:lpstr>
      <vt:lpstr>Tahoma</vt:lpstr>
      <vt:lpstr>Times New Roman</vt:lpstr>
      <vt:lpstr>Wingdings</vt:lpstr>
      <vt:lpstr>Blank Presentation</vt:lpstr>
      <vt:lpstr>1_Blank Presentation</vt:lpstr>
      <vt:lpstr>Fotografia di Photo Editor</vt:lpstr>
      <vt:lpstr>ClipArt</vt:lpstr>
      <vt:lpstr>Worksheet</vt:lpstr>
      <vt:lpstr>Organigramma</vt:lpstr>
      <vt:lpstr>Chart</vt:lpstr>
      <vt:lpstr>PROJECT STRUCTURE  R 251102</vt:lpstr>
      <vt:lpstr>Project structure roadmap</vt:lpstr>
      <vt:lpstr>Project Structure Roadmap</vt:lpstr>
      <vt:lpstr>PROJECT STRUCTURE </vt:lpstr>
      <vt:lpstr>Product Breakdown Structure</vt:lpstr>
      <vt:lpstr>From Requirements to Project Products </vt:lpstr>
      <vt:lpstr>Product Breakdown Structure Step 1.1 Candidate deliverables by domain</vt:lpstr>
      <vt:lpstr>Product Breakdown Structure Step 1.1 Candidate deliverables: comments </vt:lpstr>
      <vt:lpstr>Product Breakdown Structure Step 1.2 Aggregation / Division</vt:lpstr>
      <vt:lpstr>Product Breakdown Structure Step 1.3 Product List </vt:lpstr>
      <vt:lpstr>Product Breakdown Structure Check  </vt:lpstr>
      <vt:lpstr>PBS (Product Breakdown Structure)  Incident</vt:lpstr>
      <vt:lpstr>PROJECT STRUCTURE  R 210917</vt:lpstr>
      <vt:lpstr>Activity Breakdown Structure</vt:lpstr>
      <vt:lpstr>From Project Products to Product Activities</vt:lpstr>
      <vt:lpstr>From Project Products to Product Activities: 2.1.1  Software </vt:lpstr>
      <vt:lpstr>From Project Products to Product Activities: 2.1.2  Organization </vt:lpstr>
      <vt:lpstr>From Project Products to Product Activities: 2.1.3 Infrastructure  </vt:lpstr>
      <vt:lpstr>2.2 Customize / detail the lifecycle models</vt:lpstr>
      <vt:lpstr>Activity Breakdown Structure Incident</vt:lpstr>
      <vt:lpstr>PROJECT STRUCTURE  R 210917</vt:lpstr>
      <vt:lpstr>Step3 Organizing the project </vt:lpstr>
      <vt:lpstr>Project Organization: reference model </vt:lpstr>
      <vt:lpstr>Project Organization :  political governance   </vt:lpstr>
      <vt:lpstr>Project Organization:  technical and legal governance   </vt:lpstr>
      <vt:lpstr>Project Organization :  Project Administration</vt:lpstr>
      <vt:lpstr>Project Organization :  Administration: Plan/control </vt:lpstr>
      <vt:lpstr>Project Organization :  Administration: Accounting and Quality</vt:lpstr>
      <vt:lpstr>Project Organization :  Execution</vt:lpstr>
      <vt:lpstr>Project Organization :  Execution: Software </vt:lpstr>
      <vt:lpstr>Project Organization :  Execution: Technology</vt:lpstr>
      <vt:lpstr>Project Organization :  Execution: Business</vt:lpstr>
      <vt:lpstr>Project Organization :  Execution: Organization Change </vt:lpstr>
      <vt:lpstr>Project Organization :  a large enterprise system project </vt:lpstr>
      <vt:lpstr>Project Organization :  a large enterprise system project (one location) </vt:lpstr>
      <vt:lpstr>Project Organization:  a multinational ERP project (multilocation) </vt:lpstr>
      <vt:lpstr>Project Organization:  ERP project in a large  company (one location) </vt:lpstr>
      <vt:lpstr>Project Organization: Incident</vt:lpstr>
      <vt:lpstr>PROJECT STRUCTURE  R 210917</vt:lpstr>
      <vt:lpstr>The Work Package (WP)</vt:lpstr>
      <vt:lpstr>Work Package (WP) properties</vt:lpstr>
      <vt:lpstr>Work Package (WP) comments</vt:lpstr>
      <vt:lpstr>WP description template /1 </vt:lpstr>
      <vt:lpstr>WP description template / 2</vt:lpstr>
      <vt:lpstr>WP description template / 3</vt:lpstr>
      <vt:lpstr>WP description template / 4</vt:lpstr>
      <vt:lpstr>WP description template / 5</vt:lpstr>
      <vt:lpstr>WP description template / 6</vt:lpstr>
      <vt:lpstr>WP description template / 7</vt:lpstr>
      <vt:lpstr>WP description template / 8</vt:lpstr>
      <vt:lpstr>WP (Work Package)  Incident</vt:lpstr>
      <vt:lpstr>PROJECT STRUCTURE  R 210917</vt:lpstr>
      <vt:lpstr>The Gantt Diagram (WP)</vt:lpstr>
      <vt:lpstr>Gantt diagram IRMA case study</vt:lpstr>
      <vt:lpstr>Gantt diagram IRMA case study</vt:lpstr>
      <vt:lpstr>PROJECT STRUCTURE  R 210917</vt:lpstr>
      <vt:lpstr>Project Milestones</vt:lpstr>
      <vt:lpstr>Project Milestones: a case study in financial systems</vt:lpstr>
      <vt:lpstr>Prototype-based milestone model</vt:lpstr>
      <vt:lpstr>Prototype-based milestones: Feasibility </vt:lpstr>
      <vt:lpstr>Prototype-based milestones: Prototype </vt:lpstr>
      <vt:lpstr>Prototype-based milestones: Pilot</vt:lpstr>
      <vt:lpstr>Prototype-based milestones: Stabilization </vt:lpstr>
      <vt:lpstr>Prototype-based milestones: Roll-out</vt:lpstr>
      <vt:lpstr>Prototype-based milestones: Evolution</vt:lpstr>
      <vt:lpstr>Project Milestones Incident</vt:lpstr>
      <vt:lpstr>PROJECT STRUCTURE  R 210917</vt:lpstr>
      <vt:lpstr>Session Summary: Project Structure Roadmap  </vt:lpstr>
      <vt:lpstr>Project Structure and PMBOK</vt:lpstr>
      <vt:lpstr>Review questions</vt:lpstr>
      <vt:lpstr>PROJECT STRUCTURE  R 210917</vt:lpstr>
      <vt:lpstr>Assignment Assessment </vt:lpstr>
      <vt:lpstr>Assignment structure</vt:lpstr>
      <vt:lpstr>1. Products </vt:lpstr>
      <vt:lpstr>2. Product Activities </vt:lpstr>
      <vt:lpstr>3. Organization</vt:lpstr>
      <vt:lpstr>4. Work Packages</vt:lpstr>
      <vt:lpstr>5. PERT Diagram</vt:lpstr>
      <vt:lpstr>5. Gantt diagram</vt:lpstr>
      <vt:lpstr>B3. Milestones</vt:lpstr>
      <vt:lpstr>PROJECT STRUCTURE  R 210917</vt:lpstr>
      <vt:lpstr>IRMA case study: </vt:lpstr>
      <vt:lpstr>IRMA case study: WP map</vt:lpstr>
      <vt:lpstr>WP Summary  IRMA case study</vt:lpstr>
      <vt:lpstr>WP Objectives IRMA case study </vt:lpstr>
      <vt:lpstr>WP Roles IRMA case study</vt:lpstr>
      <vt:lpstr>WP Tasks  summary  IRMA case study</vt:lpstr>
      <vt:lpstr>WP tasks detail  IRMA case study</vt:lpstr>
      <vt:lpstr>WP tasks detail  IRMA case study</vt:lpstr>
      <vt:lpstr>WP tasks detail  IRMA case study</vt:lpstr>
      <vt:lpstr>WP tasks detail  IRMA case study</vt:lpstr>
      <vt:lpstr>WP Deliverables (1 task = 1 deliverable at least) IRMA case study</vt:lpstr>
      <vt:lpstr> WP Milestones IRMA case study</vt:lpstr>
      <vt:lpstr>Appendix </vt:lpstr>
      <vt:lpstr>Product Development Process (1/9)</vt:lpstr>
      <vt:lpstr>Product Development Process (2/9)</vt:lpstr>
      <vt:lpstr>Product Development Process (3/9)</vt:lpstr>
      <vt:lpstr>Product Development Process (4/9)</vt:lpstr>
      <vt:lpstr>Product Development Process (5/9)</vt:lpstr>
      <vt:lpstr>Product Development Process (6/9)</vt:lpstr>
      <vt:lpstr>Product Development Process (7/9)</vt:lpstr>
      <vt:lpstr>Product Development Process (8/9)</vt:lpstr>
      <vt:lpstr>Product Development Process (8/9)</vt:lpstr>
      <vt:lpstr>Product Development Process (9/9)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</dc:title>
  <dc:creator>PROF. MOTTA</dc:creator>
  <cp:lastModifiedBy>gianmario motta</cp:lastModifiedBy>
  <cp:revision>2343</cp:revision>
  <cp:lastPrinted>1999-09-25T10:12:07Z</cp:lastPrinted>
  <dcterms:created xsi:type="dcterms:W3CDTF">1998-09-05T08:17:15Z</dcterms:created>
  <dcterms:modified xsi:type="dcterms:W3CDTF">2025-11-09T08:02:20Z</dcterms:modified>
</cp:coreProperties>
</file>