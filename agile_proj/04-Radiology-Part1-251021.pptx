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2" r:id="rId1"/>
  </p:sldMasterIdLst>
  <p:notesMasterIdLst>
    <p:notesMasterId r:id="rId32"/>
  </p:notesMasterIdLst>
  <p:handoutMasterIdLst>
    <p:handoutMasterId r:id="rId33"/>
  </p:handoutMasterIdLst>
  <p:sldIdLst>
    <p:sldId id="870" r:id="rId2"/>
    <p:sldId id="1066" r:id="rId3"/>
    <p:sldId id="1127" r:id="rId4"/>
    <p:sldId id="1048" r:id="rId5"/>
    <p:sldId id="1049" r:id="rId6"/>
    <p:sldId id="1051" r:id="rId7"/>
    <p:sldId id="1050" r:id="rId8"/>
    <p:sldId id="1103" r:id="rId9"/>
    <p:sldId id="1126" r:id="rId10"/>
    <p:sldId id="1071" r:id="rId11"/>
    <p:sldId id="1074" r:id="rId12"/>
    <p:sldId id="1134" r:id="rId13"/>
    <p:sldId id="1139" r:id="rId14"/>
    <p:sldId id="1133" r:id="rId15"/>
    <p:sldId id="1138" r:id="rId16"/>
    <p:sldId id="1135" r:id="rId17"/>
    <p:sldId id="1136" r:id="rId18"/>
    <p:sldId id="1140" r:id="rId19"/>
    <p:sldId id="1124" r:id="rId20"/>
    <p:sldId id="1130" r:id="rId21"/>
    <p:sldId id="1098" r:id="rId22"/>
    <p:sldId id="1117" r:id="rId23"/>
    <p:sldId id="1120" r:id="rId24"/>
    <p:sldId id="1122" r:id="rId25"/>
    <p:sldId id="1121" r:id="rId26"/>
    <p:sldId id="1072" r:id="rId27"/>
    <p:sldId id="1114" r:id="rId28"/>
    <p:sldId id="1137" r:id="rId29"/>
    <p:sldId id="1053" r:id="rId30"/>
    <p:sldId id="1131" r:id="rId31"/>
  </p:sldIdLst>
  <p:sldSz cx="9906000" cy="6858000" type="A4"/>
  <p:notesSz cx="6797675" cy="9928225"/>
  <p:custDataLst>
    <p:tags r:id="rId34"/>
  </p:custDataLst>
  <p:defaultTextStyle>
    <a:defPPr>
      <a:defRPr lang="en-GB"/>
    </a:defPPr>
    <a:lvl1pPr algn="l" rtl="0" fontAlgn="base">
      <a:spcBef>
        <a:spcPct val="0"/>
      </a:spcBef>
      <a:spcAft>
        <a:spcPct val="0"/>
      </a:spcAft>
      <a:defRPr sz="2200" kern="1200">
        <a:solidFill>
          <a:srgbClr val="003E74"/>
        </a:solidFill>
        <a:latin typeface="Lucida Sans" pitchFamily="34" charset="0"/>
        <a:ea typeface="+mn-ea"/>
        <a:cs typeface="Arial" pitchFamily="34" charset="0"/>
      </a:defRPr>
    </a:lvl1pPr>
    <a:lvl2pPr marL="457200" algn="l" rtl="0" fontAlgn="base">
      <a:spcBef>
        <a:spcPct val="0"/>
      </a:spcBef>
      <a:spcAft>
        <a:spcPct val="0"/>
      </a:spcAft>
      <a:defRPr sz="2200" kern="1200">
        <a:solidFill>
          <a:srgbClr val="003E74"/>
        </a:solidFill>
        <a:latin typeface="Lucida Sans" pitchFamily="34" charset="0"/>
        <a:ea typeface="+mn-ea"/>
        <a:cs typeface="Arial" pitchFamily="34" charset="0"/>
      </a:defRPr>
    </a:lvl2pPr>
    <a:lvl3pPr marL="914400" algn="l" rtl="0" fontAlgn="base">
      <a:spcBef>
        <a:spcPct val="0"/>
      </a:spcBef>
      <a:spcAft>
        <a:spcPct val="0"/>
      </a:spcAft>
      <a:defRPr sz="2200" kern="1200">
        <a:solidFill>
          <a:srgbClr val="003E74"/>
        </a:solidFill>
        <a:latin typeface="Lucida Sans" pitchFamily="34" charset="0"/>
        <a:ea typeface="+mn-ea"/>
        <a:cs typeface="Arial" pitchFamily="34" charset="0"/>
      </a:defRPr>
    </a:lvl3pPr>
    <a:lvl4pPr marL="1371600" algn="l" rtl="0" fontAlgn="base">
      <a:spcBef>
        <a:spcPct val="0"/>
      </a:spcBef>
      <a:spcAft>
        <a:spcPct val="0"/>
      </a:spcAft>
      <a:defRPr sz="2200" kern="1200">
        <a:solidFill>
          <a:srgbClr val="003E74"/>
        </a:solidFill>
        <a:latin typeface="Lucida Sans" pitchFamily="34" charset="0"/>
        <a:ea typeface="+mn-ea"/>
        <a:cs typeface="Arial" pitchFamily="34" charset="0"/>
      </a:defRPr>
    </a:lvl4pPr>
    <a:lvl5pPr marL="1828800" algn="l" rtl="0" fontAlgn="base">
      <a:spcBef>
        <a:spcPct val="0"/>
      </a:spcBef>
      <a:spcAft>
        <a:spcPct val="0"/>
      </a:spcAft>
      <a:defRPr sz="2200" kern="1200">
        <a:solidFill>
          <a:srgbClr val="003E74"/>
        </a:solidFill>
        <a:latin typeface="Lucida Sans" pitchFamily="34" charset="0"/>
        <a:ea typeface="+mn-ea"/>
        <a:cs typeface="Arial" pitchFamily="34" charset="0"/>
      </a:defRPr>
    </a:lvl5pPr>
    <a:lvl6pPr marL="2286000" algn="l" defTabSz="914400" rtl="0" eaLnBrk="1" latinLnBrk="0" hangingPunct="1">
      <a:defRPr sz="2200" kern="1200">
        <a:solidFill>
          <a:srgbClr val="003E74"/>
        </a:solidFill>
        <a:latin typeface="Lucida Sans" pitchFamily="34" charset="0"/>
        <a:ea typeface="+mn-ea"/>
        <a:cs typeface="Arial" pitchFamily="34" charset="0"/>
      </a:defRPr>
    </a:lvl6pPr>
    <a:lvl7pPr marL="2743200" algn="l" defTabSz="914400" rtl="0" eaLnBrk="1" latinLnBrk="0" hangingPunct="1">
      <a:defRPr sz="2200" kern="1200">
        <a:solidFill>
          <a:srgbClr val="003E74"/>
        </a:solidFill>
        <a:latin typeface="Lucida Sans" pitchFamily="34" charset="0"/>
        <a:ea typeface="+mn-ea"/>
        <a:cs typeface="Arial" pitchFamily="34" charset="0"/>
      </a:defRPr>
    </a:lvl7pPr>
    <a:lvl8pPr marL="3200400" algn="l" defTabSz="914400" rtl="0" eaLnBrk="1" latinLnBrk="0" hangingPunct="1">
      <a:defRPr sz="2200" kern="1200">
        <a:solidFill>
          <a:srgbClr val="003E74"/>
        </a:solidFill>
        <a:latin typeface="Lucida Sans" pitchFamily="34" charset="0"/>
        <a:ea typeface="+mn-ea"/>
        <a:cs typeface="Arial" pitchFamily="34" charset="0"/>
      </a:defRPr>
    </a:lvl8pPr>
    <a:lvl9pPr marL="3657600" algn="l" defTabSz="914400" rtl="0" eaLnBrk="1" latinLnBrk="0" hangingPunct="1">
      <a:defRPr sz="2200" kern="1200">
        <a:solidFill>
          <a:srgbClr val="003E74"/>
        </a:solidFill>
        <a:latin typeface="Lucida Sans" pitchFamily="34" charset="0"/>
        <a:ea typeface="+mn-ea"/>
        <a:cs typeface="Arial" pitchFamily="34" charset="0"/>
      </a:defRPr>
    </a:lvl9pPr>
  </p:defaultTextStyle>
  <p:extLst>
    <p:ext uri="{EFAFB233-063F-42B5-8137-9DF3F51BA10A}">
      <p15:sldGuideLst xmlns:p15="http://schemas.microsoft.com/office/powerpoint/2012/main">
        <p15:guide id="1" orient="horz" pos="1094">
          <p15:clr>
            <a:srgbClr val="A4A3A4"/>
          </p15:clr>
        </p15:guide>
        <p15:guide id="2" orient="horz" pos="4319">
          <p15:clr>
            <a:srgbClr val="A4A3A4"/>
          </p15:clr>
        </p15:guide>
        <p15:guide id="3" orient="horz" pos="142">
          <p15:clr>
            <a:srgbClr val="A4A3A4"/>
          </p15:clr>
        </p15:guide>
        <p15:guide id="4" orient="horz" pos="1933">
          <p15:clr>
            <a:srgbClr val="A4A3A4"/>
          </p15:clr>
        </p15:guide>
        <p15:guide id="5" orient="horz" pos="346">
          <p15:clr>
            <a:srgbClr val="A4A3A4"/>
          </p15:clr>
        </p15:guide>
        <p15:guide id="6" orient="horz" pos="3022">
          <p15:clr>
            <a:srgbClr val="A4A3A4"/>
          </p15:clr>
        </p15:guide>
        <p15:guide id="7" orient="horz" pos="4156">
          <p15:clr>
            <a:srgbClr val="A4A3A4"/>
          </p15:clr>
        </p15:guide>
        <p15:guide id="8" orient="horz" pos="459">
          <p15:clr>
            <a:srgbClr val="A4A3A4"/>
          </p15:clr>
        </p15:guide>
        <p15:guide id="9" pos="5819">
          <p15:clr>
            <a:srgbClr val="A4A3A4"/>
          </p15:clr>
        </p15:guide>
        <p15:guide id="10" pos="3120">
          <p15:clr>
            <a:srgbClr val="A4A3A4"/>
          </p15:clr>
        </p15:guide>
        <p15:guide id="11" pos="262">
          <p15:clr>
            <a:srgbClr val="A4A3A4"/>
          </p15:clr>
        </p15:guide>
        <p15:guide id="12" pos="64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FF9900"/>
    <a:srgbClr val="065D98"/>
    <a:srgbClr val="FFFFFF"/>
    <a:srgbClr val="065D8E"/>
    <a:srgbClr val="D4DDF0"/>
    <a:srgbClr val="DFDFCB"/>
    <a:srgbClr val="A0D6F1"/>
    <a:srgbClr val="94948C"/>
    <a:srgbClr val="D4E7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2621" autoAdjust="0"/>
  </p:normalViewPr>
  <p:slideViewPr>
    <p:cSldViewPr snapToObjects="1">
      <p:cViewPr varScale="1">
        <p:scale>
          <a:sx n="74" d="100"/>
          <a:sy n="74" d="100"/>
        </p:scale>
        <p:origin x="1474" y="283"/>
      </p:cViewPr>
      <p:guideLst>
        <p:guide orient="horz" pos="1094"/>
        <p:guide orient="horz" pos="4319"/>
        <p:guide orient="horz" pos="142"/>
        <p:guide orient="horz" pos="1933"/>
        <p:guide orient="horz" pos="346"/>
        <p:guide orient="horz" pos="3022"/>
        <p:guide orient="horz" pos="4156"/>
        <p:guide orient="horz" pos="459"/>
        <p:guide pos="5819"/>
        <p:guide pos="3120"/>
        <p:guide pos="262"/>
        <p:guide pos="648"/>
      </p:guideLst>
    </p:cSldViewPr>
  </p:slideViewPr>
  <p:outlineViewPr>
    <p:cViewPr>
      <p:scale>
        <a:sx n="33" d="100"/>
        <a:sy n="33" d="100"/>
      </p:scale>
      <p:origin x="0" y="29988"/>
    </p:cViewPr>
  </p:outlineViewPr>
  <p:notesTextViewPr>
    <p:cViewPr>
      <p:scale>
        <a:sx n="3" d="2"/>
        <a:sy n="3" d="2"/>
      </p:scale>
      <p:origin x="0" y="0"/>
    </p:cViewPr>
  </p:notesTextViewPr>
  <p:sorterViewPr>
    <p:cViewPr varScale="1">
      <p:scale>
        <a:sx n="1" d="1"/>
        <a:sy n="1" d="1"/>
      </p:scale>
      <p:origin x="0" y="-629"/>
    </p:cViewPr>
  </p:sorterViewPr>
  <p:notesViewPr>
    <p:cSldViewPr snapToObjects="1">
      <p:cViewPr varScale="1">
        <p:scale>
          <a:sx n="66" d="100"/>
          <a:sy n="66" d="100"/>
        </p:scale>
        <p:origin x="0" y="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dgm:spPr>
        <a:solidFill>
          <a:srgbClr val="FFC000"/>
        </a:solidFill>
      </dgm:spPr>
      <dgm:t>
        <a:bodyPr/>
        <a:lstStyle/>
        <a:p>
          <a:r>
            <a:rPr lang="en-US" i="0" noProof="0" dirty="0">
              <a:solidFill>
                <a:schemeClr val="tx1"/>
              </a:solidFill>
            </a:rPr>
            <a:t>Summary </a:t>
          </a:r>
        </a:p>
      </dgm:t>
    </dgm:pt>
    <dgm:pt modelId="{5173E1ED-75CA-4742-91F4-0F4F21376C01}" type="parTrans" cxnId="{0441E81E-967F-4EED-951F-C8B8E5137DEE}">
      <dgm:prSet/>
      <dgm:spPr/>
      <dgm:t>
        <a:bodyPr/>
        <a:lstStyle/>
        <a:p>
          <a:endParaRPr lang="it-IT"/>
        </a:p>
      </dgm:t>
    </dgm:pt>
    <dgm:pt modelId="{01576FE4-440F-40D2-9350-D9EE2245EEBE}" type="sibTrans" cxnId="{0441E81E-967F-4EED-951F-C8B8E5137DEE}">
      <dgm:prSet/>
      <dgm:spPr/>
      <dgm:t>
        <a:bodyPr/>
        <a:lstStyle/>
        <a:p>
          <a:endParaRPr lang="en-US" noProof="0" dirty="0"/>
        </a:p>
      </dgm:t>
    </dgm:pt>
    <dgm:pt modelId="{10D1EBEB-F2DE-4AC4-8BE7-DF781B2A16E0}">
      <dgm:prSet phldrT="[Testo]"/>
      <dgm:spPr>
        <a:solidFill>
          <a:schemeClr val="bg1"/>
        </a:solidFill>
      </dgm:spPr>
      <dgm:t>
        <a:bodyPr/>
        <a:lstStyle/>
        <a:p>
          <a:r>
            <a:rPr lang="en-US" i="0" noProof="0" dirty="0">
              <a:solidFill>
                <a:schemeClr val="tx1"/>
              </a:solidFill>
            </a:rPr>
            <a:t>Organization </a:t>
          </a:r>
        </a:p>
      </dgm:t>
    </dgm:pt>
    <dgm:pt modelId="{A3F080C4-9EBC-43F5-AE6D-A3F0B9781ECD}" type="parTrans" cxnId="{10242999-DCF0-48C6-B59A-083589269A0A}">
      <dgm:prSet/>
      <dgm:spPr/>
      <dgm:t>
        <a:bodyPr/>
        <a:lstStyle/>
        <a:p>
          <a:endParaRPr lang="it-IT"/>
        </a:p>
      </dgm:t>
    </dgm:pt>
    <dgm:pt modelId="{6ACBCB85-F805-4DC3-A7BC-219DD6E0083D}" type="sibTrans" cxnId="{10242999-DCF0-48C6-B59A-083589269A0A}">
      <dgm:prSet/>
      <dgm:spPr/>
      <dgm:t>
        <a:bodyPr/>
        <a:lstStyle/>
        <a:p>
          <a:endParaRPr lang="en-US" noProof="0" dirty="0"/>
        </a:p>
      </dgm:t>
    </dgm:pt>
    <dgm:pt modelId="{ECABF451-0AF2-4CD6-A4CF-B29C3D598F87}">
      <dgm:prSet phldrT="[Testo]"/>
      <dgm:spPr/>
      <dgm:t>
        <a:bodyPr/>
        <a:lstStyle/>
        <a:p>
          <a:r>
            <a:rPr lang="en-US" i="0" noProof="0" dirty="0">
              <a:solidFill>
                <a:schemeClr val="tx1"/>
              </a:solidFill>
            </a:rPr>
            <a:t>Systems </a:t>
          </a:r>
        </a:p>
      </dgm:t>
    </dgm:pt>
    <dgm:pt modelId="{DAEB4290-6B94-4CD8-8D41-41F2D25DD06C}" type="parTrans" cxnId="{B1B38851-6731-45CF-9BE7-000C13965A91}">
      <dgm:prSet/>
      <dgm:spPr/>
      <dgm:t>
        <a:bodyPr/>
        <a:lstStyle/>
        <a:p>
          <a:endParaRPr lang="it-IT"/>
        </a:p>
      </dgm:t>
    </dgm:pt>
    <dgm:pt modelId="{6A911500-2639-4339-A258-7DDC82F6BC80}" type="sibTrans" cxnId="{B1B38851-6731-45CF-9BE7-000C13965A91}">
      <dgm:prSet/>
      <dgm:spPr/>
      <dgm:t>
        <a:bodyPr/>
        <a:lstStyle/>
        <a:p>
          <a:endParaRPr lang="en-US" noProof="0" dirty="0"/>
        </a:p>
      </dgm:t>
    </dgm:pt>
    <dgm:pt modelId="{77BCAC2F-7539-4266-831B-BDCD8CF7DEBA}">
      <dgm:prSet phldrT="[Testo]"/>
      <dgm:spPr/>
      <dgm:t>
        <a:bodyPr/>
        <a:lstStyle/>
        <a:p>
          <a:r>
            <a:rPr lang="en-US" i="0" noProof="0" dirty="0">
              <a:solidFill>
                <a:schemeClr val="tx1"/>
              </a:solidFill>
            </a:rPr>
            <a:t>As-is User Process</a:t>
          </a:r>
        </a:p>
      </dgm:t>
    </dgm:pt>
    <dgm:pt modelId="{167D8C2C-A7A4-4A54-80D6-4A881009621A}" type="parTrans" cxnId="{DBDFB086-921B-4932-9A52-ADDF95D7C8A7}">
      <dgm:prSet/>
      <dgm:spPr/>
      <dgm:t>
        <a:bodyPr/>
        <a:lstStyle/>
        <a:p>
          <a:endParaRPr lang="it-IT"/>
        </a:p>
      </dgm:t>
    </dgm:pt>
    <dgm:pt modelId="{7DEADC54-C3D6-4877-8B1E-29314C262CB8}" type="sibTrans" cxnId="{DBDFB086-921B-4932-9A52-ADDF95D7C8A7}">
      <dgm:prSet/>
      <dgm:spPr/>
      <dgm:t>
        <a:bodyPr/>
        <a:lstStyle/>
        <a:p>
          <a:endParaRPr lang="it-IT"/>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050" i="0" kern="1200" noProof="0" dirty="0">
              <a:solidFill>
                <a:srgbClr val="00457E"/>
              </a:solidFill>
              <a:latin typeface="Lucida Sans"/>
              <a:ea typeface="+mn-ea"/>
              <a:cs typeface="Arial"/>
            </a:rPr>
            <a:t>Ministry (1)</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100" i="0" kern="1200" noProof="0" dirty="0">
              <a:solidFill>
                <a:srgbClr val="00457E"/>
              </a:solidFill>
              <a:latin typeface="Lucida Sans"/>
              <a:ea typeface="+mn-ea"/>
              <a:cs typeface="Arial"/>
            </a:rPr>
            <a:t>Regions (20)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100" i="0" kern="1200" noProof="0" dirty="0">
              <a:solidFill>
                <a:srgbClr val="00457E"/>
              </a:solidFill>
              <a:latin typeface="Lucida Sans"/>
              <a:ea typeface="+mn-ea"/>
              <a:cs typeface="Arial"/>
            </a:rPr>
            <a:t>Local Authorities  (100+)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3" custLinFactNeighborY="-2446">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2"/>
      <dgm:spPr/>
    </dgm:pt>
    <dgm:pt modelId="{DF5A98D6-8F5B-488D-BB9B-86AAB9E96C5D}" type="pres">
      <dgm:prSet presAssocID="{01576FE4-440F-40D2-9350-D9EE2245EEBE}" presName="connectorText" presStyleLbl="sibTrans2D1" presStyleIdx="0" presStyleCnt="2"/>
      <dgm:spPr/>
    </dgm:pt>
    <dgm:pt modelId="{45839B18-39B6-4B91-BDC3-D7A076E9A2D9}" type="pres">
      <dgm:prSet presAssocID="{10D1EBEB-F2DE-4AC4-8BE7-DF781B2A16E0}" presName="node" presStyleLbl="node1" presStyleIdx="1" presStyleCnt="3">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2"/>
      <dgm:spPr/>
    </dgm:pt>
    <dgm:pt modelId="{8AD513D4-56BD-46DE-BFA5-659E9CD548AA}" type="pres">
      <dgm:prSet presAssocID="{6ACBCB85-F805-4DC3-A7BC-219DD6E0083D}" presName="connectorText" presStyleLbl="sibTrans2D1" presStyleIdx="1" presStyleCnt="2"/>
      <dgm:spPr/>
    </dgm:pt>
    <dgm:pt modelId="{C6705BF2-1A94-4AB4-988B-97EFB242FE35}" type="pres">
      <dgm:prSet presAssocID="{ECABF451-0AF2-4CD6-A4CF-B29C3D598F87}" presName="node" presStyleLbl="node1" presStyleIdx="2" presStyleCnt="3" custLinFactNeighborY="-9172">
        <dgm:presLayoutVars>
          <dgm:bulletEnabled val="1"/>
        </dgm:presLayoutVars>
      </dgm:prSet>
      <dgm:spPr>
        <a:xfrm>
          <a:off x="0" y="2492215"/>
          <a:ext cx="1151260" cy="830738"/>
        </a:xfrm>
        <a:prstGeom prst="roundRect">
          <a:avLst>
            <a:gd name="adj" fmla="val 10000"/>
          </a:avLst>
        </a:prstGeom>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050" i="0" kern="1200" noProof="0" dirty="0">
              <a:solidFill>
                <a:srgbClr val="00457E"/>
              </a:solidFill>
              <a:latin typeface="Lucida Sans"/>
              <a:ea typeface="+mn-ea"/>
              <a:cs typeface="Arial"/>
            </a:rPr>
            <a:t>GP initial visit </a:t>
          </a:r>
        </a:p>
      </dgm:t>
    </dgm:pt>
    <dgm:pt modelId="{5173E1ED-75CA-4742-91F4-0F4F21376C01}" type="parTrans" cxnId="{0441E81E-967F-4EED-951F-C8B8E5137DEE}">
      <dgm:prSet/>
      <dgm:spPr/>
      <dgm:t>
        <a:bodyPr/>
        <a:lstStyle/>
        <a:p>
          <a:endParaRPr lang="it-IT" sz="1050"/>
        </a:p>
      </dgm:t>
    </dgm:pt>
    <dgm:pt modelId="{01576FE4-440F-40D2-9350-D9EE2245EEBE}" type="sibTrans" cxnId="{0441E81E-967F-4EED-951F-C8B8E5137DEE}">
      <dgm:prSet custT="1"/>
      <dgm:spPr/>
      <dgm:t>
        <a:bodyPr/>
        <a:lstStyle/>
        <a:p>
          <a:endParaRPr lang="en-US" sz="105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Reservation</a:t>
          </a:r>
        </a:p>
      </dgm:t>
    </dgm:pt>
    <dgm:pt modelId="{A3F080C4-9EBC-43F5-AE6D-A3F0B9781ECD}" type="parTrans" cxnId="{10242999-DCF0-48C6-B59A-083589269A0A}">
      <dgm:prSet/>
      <dgm:spPr/>
      <dgm:t>
        <a:bodyPr/>
        <a:lstStyle/>
        <a:p>
          <a:endParaRPr lang="it-IT" sz="1050"/>
        </a:p>
      </dgm:t>
    </dgm:pt>
    <dgm:pt modelId="{6ACBCB85-F805-4DC3-A7BC-219DD6E0083D}" type="sibTrans" cxnId="{10242999-DCF0-48C6-B59A-083589269A0A}">
      <dgm:prSet custT="1"/>
      <dgm:spPr/>
      <dgm:t>
        <a:bodyPr/>
        <a:lstStyle/>
        <a:p>
          <a:endParaRPr lang="en-US" sz="1050" noProof="0" dirty="0"/>
        </a:p>
      </dgm:t>
    </dgm:pt>
    <dgm:pt modelId="{ECABF451-0AF2-4CD6-A4CF-B29C3D598F87}">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Specialist</a:t>
          </a:r>
        </a:p>
      </dgm:t>
    </dgm:pt>
    <dgm:pt modelId="{DAEB4290-6B94-4CD8-8D41-41F2D25DD06C}" type="parTrans" cxnId="{B1B38851-6731-45CF-9BE7-000C13965A91}">
      <dgm:prSet/>
      <dgm:spPr/>
      <dgm:t>
        <a:bodyPr/>
        <a:lstStyle/>
        <a:p>
          <a:endParaRPr lang="it-IT" sz="1050"/>
        </a:p>
      </dgm:t>
    </dgm:pt>
    <dgm:pt modelId="{6A911500-2639-4339-A258-7DDC82F6BC80}" type="sibTrans" cxnId="{B1B38851-6731-45CF-9BE7-000C13965A91}">
      <dgm:prSet custT="1"/>
      <dgm:spPr/>
      <dgm:t>
        <a:bodyPr/>
        <a:lstStyle/>
        <a:p>
          <a:endParaRPr lang="en-US" sz="1050" noProof="0" dirty="0"/>
        </a:p>
      </dgm:t>
    </dgm:pt>
    <dgm:pt modelId="{F092C699-CB40-4991-8BE7-D9C2780F9B1B}">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GP prescription</a:t>
          </a:r>
        </a:p>
      </dgm:t>
    </dgm:pt>
    <dgm:pt modelId="{361F6454-26CE-41A8-8CB9-98BCBBF72710}" type="parTrans" cxnId="{2A64EB6A-5306-4A0C-AB10-AF0BD72026A8}">
      <dgm:prSet/>
      <dgm:spPr/>
      <dgm:t>
        <a:bodyPr/>
        <a:lstStyle/>
        <a:p>
          <a:endParaRPr lang="en-US" sz="1400"/>
        </a:p>
      </dgm:t>
    </dgm:pt>
    <dgm:pt modelId="{8DF3B989-2844-4515-B4BE-1B628229E83F}" type="sibTrans" cxnId="{2A64EB6A-5306-4A0C-AB10-AF0BD72026A8}">
      <dgm:prSet custT="1"/>
      <dgm:spPr/>
      <dgm:t>
        <a:bodyPr/>
        <a:lstStyle/>
        <a:p>
          <a:endParaRPr lang="en-US" sz="300" noProof="0" dirty="0"/>
        </a:p>
      </dgm:t>
    </dgm:pt>
    <dgm:pt modelId="{5826DBAF-1718-4BD4-9FC6-BF35D57D4A80}">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Exam booking</a:t>
          </a:r>
        </a:p>
      </dgm:t>
    </dgm:pt>
    <dgm:pt modelId="{63A41876-4847-4FF7-A272-0E55CD891614}" type="parTrans" cxnId="{236DED14-DF6C-4350-9064-7E801A30DBAE}">
      <dgm:prSet/>
      <dgm:spPr/>
      <dgm:t>
        <a:bodyPr/>
        <a:lstStyle/>
        <a:p>
          <a:endParaRPr lang="en-US" sz="1400"/>
        </a:p>
      </dgm:t>
    </dgm:pt>
    <dgm:pt modelId="{DFB3D64D-6869-422B-968C-C709B03DFA3E}" type="sibTrans" cxnId="{236DED14-DF6C-4350-9064-7E801A30DBAE}">
      <dgm:prSet custT="1"/>
      <dgm:spPr/>
      <dgm:t>
        <a:bodyPr/>
        <a:lstStyle/>
        <a:p>
          <a:endParaRPr lang="en-US" sz="300" noProof="0" dirty="0"/>
        </a:p>
      </dgm:t>
    </dgm:pt>
    <dgm:pt modelId="{82834D98-83AF-491D-AED2-F527E717C457}">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Ticket payment</a:t>
          </a:r>
        </a:p>
      </dgm:t>
    </dgm:pt>
    <dgm:pt modelId="{57506DF7-0E6F-4F02-9AFC-506936CDF7A1}" type="parTrans" cxnId="{29B48036-90DB-4634-88B9-EEB43B327F4F}">
      <dgm:prSet/>
      <dgm:spPr/>
      <dgm:t>
        <a:bodyPr/>
        <a:lstStyle/>
        <a:p>
          <a:endParaRPr lang="en-US" sz="1400"/>
        </a:p>
      </dgm:t>
    </dgm:pt>
    <dgm:pt modelId="{454F8BF8-D439-4AD4-8FB1-39E92E467F19}" type="sibTrans" cxnId="{29B48036-90DB-4634-88B9-EEB43B327F4F}">
      <dgm:prSet custT="1"/>
      <dgm:spPr/>
      <dgm:t>
        <a:bodyPr/>
        <a:lstStyle/>
        <a:p>
          <a:endParaRPr lang="en-US" sz="300" noProof="0" dirty="0"/>
        </a:p>
      </dgm:t>
    </dgm:pt>
    <dgm:pt modelId="{61B2FB89-A261-42BA-8D6F-F5D6D180F91C}">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Lab Check-in </a:t>
          </a:r>
        </a:p>
      </dgm:t>
    </dgm:pt>
    <dgm:pt modelId="{D8520D04-0496-4812-BB5C-AE349BD02AFD}" type="parTrans" cxnId="{6CDF22DB-774E-495C-9758-7CA77A2DB6BB}">
      <dgm:prSet/>
      <dgm:spPr/>
      <dgm:t>
        <a:bodyPr/>
        <a:lstStyle/>
        <a:p>
          <a:endParaRPr lang="en-US" sz="1400"/>
        </a:p>
      </dgm:t>
    </dgm:pt>
    <dgm:pt modelId="{2B4CAE6E-05A8-49C8-9E1F-59B728141D95}" type="sibTrans" cxnId="{6CDF22DB-774E-495C-9758-7CA77A2DB6BB}">
      <dgm:prSet custT="1"/>
      <dgm:spPr/>
      <dgm:t>
        <a:bodyPr/>
        <a:lstStyle/>
        <a:p>
          <a:endParaRPr lang="en-US" sz="300" noProof="0" dirty="0"/>
        </a:p>
      </dgm:t>
    </dgm:pt>
    <dgm:pt modelId="{C574A759-6252-4A85-9B35-DA62B15A1B16}">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Lab  Exam </a:t>
          </a:r>
        </a:p>
      </dgm:t>
    </dgm:pt>
    <dgm:pt modelId="{3914DF5C-7E46-4F6E-B414-C9CCF41BBDD4}" type="parTrans" cxnId="{6B0C8F46-AE80-4DB3-9E27-29A6D3B77553}">
      <dgm:prSet/>
      <dgm:spPr/>
      <dgm:t>
        <a:bodyPr/>
        <a:lstStyle/>
        <a:p>
          <a:endParaRPr lang="en-US" sz="1400"/>
        </a:p>
      </dgm:t>
    </dgm:pt>
    <dgm:pt modelId="{24CB65CD-8515-4CC7-97CE-6FBD3CF61E98}" type="sibTrans" cxnId="{6B0C8F46-AE80-4DB3-9E27-29A6D3B77553}">
      <dgm:prSet custT="1"/>
      <dgm:spPr/>
      <dgm:t>
        <a:bodyPr/>
        <a:lstStyle/>
        <a:p>
          <a:endParaRPr lang="en-US" sz="300" noProof="0" dirty="0"/>
        </a:p>
      </dgm:t>
    </dgm:pt>
    <dgm:pt modelId="{310387D4-A967-4C91-9154-3D3AAC0B0531}">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Lab Referral</a:t>
          </a:r>
        </a:p>
      </dgm:t>
    </dgm:pt>
    <dgm:pt modelId="{70662E9F-A761-49BA-975B-BDBBE5F0357E}" type="parTrans" cxnId="{E9A74B75-BB26-4D22-8C22-9F8AF78BC573}">
      <dgm:prSet/>
      <dgm:spPr/>
      <dgm:t>
        <a:bodyPr/>
        <a:lstStyle/>
        <a:p>
          <a:endParaRPr lang="en-US" sz="1400"/>
        </a:p>
      </dgm:t>
    </dgm:pt>
    <dgm:pt modelId="{4022B45A-09C5-4BFE-B817-34E361782E7D}" type="sibTrans" cxnId="{E9A74B75-BB26-4D22-8C22-9F8AF78BC573}">
      <dgm:prSet custT="1"/>
      <dgm:spPr/>
      <dgm:t>
        <a:bodyPr/>
        <a:lstStyle/>
        <a:p>
          <a:endParaRPr lang="en-US" sz="300" noProof="0" dirty="0"/>
        </a:p>
      </dgm:t>
    </dgm:pt>
    <dgm:pt modelId="{7159508F-8EB2-4A75-8073-EFE92CD0014F}">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Referral withdrawal</a:t>
          </a:r>
        </a:p>
      </dgm:t>
    </dgm:pt>
    <dgm:pt modelId="{598BD08E-1311-46B4-ADAB-A4CAF565A52F}" type="parTrans" cxnId="{287FF542-C68F-4239-894C-8F7718F343E3}">
      <dgm:prSet/>
      <dgm:spPr/>
      <dgm:t>
        <a:bodyPr/>
        <a:lstStyle/>
        <a:p>
          <a:endParaRPr lang="en-US" sz="1400"/>
        </a:p>
      </dgm:t>
    </dgm:pt>
    <dgm:pt modelId="{2C2DCA89-A16C-43FF-9F8E-CB6DA5DC2D0E}" type="sibTrans" cxnId="{287FF542-C68F-4239-894C-8F7718F343E3}">
      <dgm:prSet custT="1"/>
      <dgm:spPr/>
      <dgm:t>
        <a:bodyPr/>
        <a:lstStyle/>
        <a:p>
          <a:endParaRPr lang="en-US" sz="300" noProof="0" dirty="0"/>
        </a:p>
      </dgm:t>
    </dgm:pt>
    <dgm:pt modelId="{696E2581-565C-4B05-98F4-E856D1EAFAB5}">
      <dgm:prSet phldrT="[Testo]" custT="1"/>
      <dgm:spPr>
        <a:solidFill>
          <a:prstClr val="white"/>
        </a:solidFill>
        <a:ln w="25400" cap="flat" cmpd="sng" algn="ctr">
          <a:solidFill>
            <a:srgbClr val="6A6B67">
              <a:shade val="80000"/>
              <a:hueOff val="0"/>
              <a:satOff val="0"/>
              <a:lumOff val="0"/>
              <a:alphaOff val="0"/>
            </a:srgbClr>
          </a:solidFill>
          <a:prstDash val="solid"/>
          <a:miter lim="800000"/>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GP  follow up visit</a:t>
          </a:r>
        </a:p>
      </dgm:t>
    </dgm:pt>
    <dgm:pt modelId="{43679ADA-E469-4F8D-8770-994806FBF1D5}" type="parTrans" cxnId="{8A6A3A1B-F076-4602-BC13-5B5A172837A2}">
      <dgm:prSet/>
      <dgm:spPr/>
      <dgm:t>
        <a:bodyPr/>
        <a:lstStyle/>
        <a:p>
          <a:endParaRPr lang="en-US" sz="1400"/>
        </a:p>
      </dgm:t>
    </dgm:pt>
    <dgm:pt modelId="{3CAC2C1A-AD8A-4A96-8706-0D2315B499F3}" type="sibTrans" cxnId="{8A6A3A1B-F076-4602-BC13-5B5A172837A2}">
      <dgm:prSet/>
      <dgm:spPr/>
      <dgm:t>
        <a:bodyPr/>
        <a:lstStyle/>
        <a:p>
          <a:endParaRPr lang="en-US" sz="14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11" custScaleX="184684" custLinFactNeighborY="-2446">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10"/>
      <dgm:spPr/>
    </dgm:pt>
    <dgm:pt modelId="{DF5A98D6-8F5B-488D-BB9B-86AAB9E96C5D}" type="pres">
      <dgm:prSet presAssocID="{01576FE4-440F-40D2-9350-D9EE2245EEBE}" presName="connectorText" presStyleLbl="sibTrans2D1" presStyleIdx="0" presStyleCnt="10"/>
      <dgm:spPr/>
    </dgm:pt>
    <dgm:pt modelId="{45839B18-39B6-4B91-BDC3-D7A076E9A2D9}" type="pres">
      <dgm:prSet presAssocID="{10D1EBEB-F2DE-4AC4-8BE7-DF781B2A16E0}" presName="node" presStyleLbl="node1" presStyleIdx="1" presStyleCnt="11" custScaleX="18468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10"/>
      <dgm:spPr/>
    </dgm:pt>
    <dgm:pt modelId="{8AD513D4-56BD-46DE-BFA5-659E9CD548AA}" type="pres">
      <dgm:prSet presAssocID="{6ACBCB85-F805-4DC3-A7BC-219DD6E0083D}" presName="connectorText" presStyleLbl="sibTrans2D1" presStyleIdx="1" presStyleCnt="10"/>
      <dgm:spPr/>
    </dgm:pt>
    <dgm:pt modelId="{C6705BF2-1A94-4AB4-988B-97EFB242FE35}" type="pres">
      <dgm:prSet presAssocID="{ECABF451-0AF2-4CD6-A4CF-B29C3D598F87}" presName="node" presStyleLbl="node1" presStyleIdx="2" presStyleCnt="11" custScaleX="184684" custLinFactNeighborY="-9172">
        <dgm:presLayoutVars>
          <dgm:bulletEnabled val="1"/>
        </dgm:presLayoutVars>
      </dgm:prSet>
      <dgm:spPr>
        <a:xfrm>
          <a:off x="0" y="2492215"/>
          <a:ext cx="1151260" cy="830738"/>
        </a:xfrm>
        <a:prstGeom prst="roundRect">
          <a:avLst>
            <a:gd name="adj" fmla="val 10000"/>
          </a:avLst>
        </a:prstGeom>
      </dgm:spPr>
    </dgm:pt>
    <dgm:pt modelId="{38C3B526-7694-4621-91ED-271BBE7002F8}" type="pres">
      <dgm:prSet presAssocID="{6A911500-2639-4339-A258-7DDC82F6BC80}" presName="sibTrans" presStyleLbl="sibTrans2D1" presStyleIdx="2" presStyleCnt="10"/>
      <dgm:spPr/>
    </dgm:pt>
    <dgm:pt modelId="{1BB05E54-1139-4AC8-BB54-46730ACECEE9}" type="pres">
      <dgm:prSet presAssocID="{6A911500-2639-4339-A258-7DDC82F6BC80}" presName="connectorText" presStyleLbl="sibTrans2D1" presStyleIdx="2" presStyleCnt="10"/>
      <dgm:spPr/>
    </dgm:pt>
    <dgm:pt modelId="{C41BAB20-633E-476C-B7D3-EC43C35B2869}" type="pres">
      <dgm:prSet presAssocID="{F092C699-CB40-4991-8BE7-D9C2780F9B1B}" presName="node" presStyleLbl="node1" presStyleIdx="3" presStyleCnt="11" custScaleX="184684">
        <dgm:presLayoutVars>
          <dgm:bulletEnabled val="1"/>
        </dgm:presLayoutVars>
      </dgm:prSet>
      <dgm:spPr/>
    </dgm:pt>
    <dgm:pt modelId="{1AAF9DF9-9AA4-4B3F-BF9A-0495AB4516AD}" type="pres">
      <dgm:prSet presAssocID="{8DF3B989-2844-4515-B4BE-1B628229E83F}" presName="sibTrans" presStyleLbl="sibTrans2D1" presStyleIdx="3" presStyleCnt="10"/>
      <dgm:spPr/>
    </dgm:pt>
    <dgm:pt modelId="{A427F0D3-ED6E-4EC4-B32F-8AF539EB5280}" type="pres">
      <dgm:prSet presAssocID="{8DF3B989-2844-4515-B4BE-1B628229E83F}" presName="connectorText" presStyleLbl="sibTrans2D1" presStyleIdx="3" presStyleCnt="10"/>
      <dgm:spPr/>
    </dgm:pt>
    <dgm:pt modelId="{BDE46F02-652A-4A4B-A98F-CA110611F14A}" type="pres">
      <dgm:prSet presAssocID="{5826DBAF-1718-4BD4-9FC6-BF35D57D4A80}" presName="node" presStyleLbl="node1" presStyleIdx="4" presStyleCnt="11" custScaleX="184684">
        <dgm:presLayoutVars>
          <dgm:bulletEnabled val="1"/>
        </dgm:presLayoutVars>
      </dgm:prSet>
      <dgm:spPr/>
    </dgm:pt>
    <dgm:pt modelId="{1B99C094-FBAC-4945-9FF8-01A2AD18889F}" type="pres">
      <dgm:prSet presAssocID="{DFB3D64D-6869-422B-968C-C709B03DFA3E}" presName="sibTrans" presStyleLbl="sibTrans2D1" presStyleIdx="4" presStyleCnt="10"/>
      <dgm:spPr/>
    </dgm:pt>
    <dgm:pt modelId="{E181B9D3-782F-493A-A262-5E7F2CE6B4DE}" type="pres">
      <dgm:prSet presAssocID="{DFB3D64D-6869-422B-968C-C709B03DFA3E}" presName="connectorText" presStyleLbl="sibTrans2D1" presStyleIdx="4" presStyleCnt="10"/>
      <dgm:spPr/>
    </dgm:pt>
    <dgm:pt modelId="{0BCACDC5-9392-421D-894F-5E5F89A5548C}" type="pres">
      <dgm:prSet presAssocID="{82834D98-83AF-491D-AED2-F527E717C457}" presName="node" presStyleLbl="node1" presStyleIdx="5" presStyleCnt="11" custScaleX="184684">
        <dgm:presLayoutVars>
          <dgm:bulletEnabled val="1"/>
        </dgm:presLayoutVars>
      </dgm:prSet>
      <dgm:spPr/>
    </dgm:pt>
    <dgm:pt modelId="{821F20F5-E3F9-45FB-B459-169B12FB5D37}" type="pres">
      <dgm:prSet presAssocID="{454F8BF8-D439-4AD4-8FB1-39E92E467F19}" presName="sibTrans" presStyleLbl="sibTrans2D1" presStyleIdx="5" presStyleCnt="10"/>
      <dgm:spPr/>
    </dgm:pt>
    <dgm:pt modelId="{22DE67C0-7CA7-4468-B062-7D4BB87A576F}" type="pres">
      <dgm:prSet presAssocID="{454F8BF8-D439-4AD4-8FB1-39E92E467F19}" presName="connectorText" presStyleLbl="sibTrans2D1" presStyleIdx="5" presStyleCnt="10"/>
      <dgm:spPr/>
    </dgm:pt>
    <dgm:pt modelId="{3A99A5E9-4BA2-4791-ACF6-666A49DA12C7}" type="pres">
      <dgm:prSet presAssocID="{61B2FB89-A261-42BA-8D6F-F5D6D180F91C}" presName="node" presStyleLbl="node1" presStyleIdx="6" presStyleCnt="11" custScaleX="184684">
        <dgm:presLayoutVars>
          <dgm:bulletEnabled val="1"/>
        </dgm:presLayoutVars>
      </dgm:prSet>
      <dgm:spPr/>
    </dgm:pt>
    <dgm:pt modelId="{AA57551E-9A02-487D-83F1-6782221C7FC6}" type="pres">
      <dgm:prSet presAssocID="{2B4CAE6E-05A8-49C8-9E1F-59B728141D95}" presName="sibTrans" presStyleLbl="sibTrans2D1" presStyleIdx="6" presStyleCnt="10"/>
      <dgm:spPr/>
    </dgm:pt>
    <dgm:pt modelId="{FC92F76E-C9C7-414C-921D-AB8AACFD80EE}" type="pres">
      <dgm:prSet presAssocID="{2B4CAE6E-05A8-49C8-9E1F-59B728141D95}" presName="connectorText" presStyleLbl="sibTrans2D1" presStyleIdx="6" presStyleCnt="10"/>
      <dgm:spPr/>
    </dgm:pt>
    <dgm:pt modelId="{928978D7-7339-4DE6-BC71-1C4F53A08B63}" type="pres">
      <dgm:prSet presAssocID="{C574A759-6252-4A85-9B35-DA62B15A1B16}" presName="node" presStyleLbl="node1" presStyleIdx="7" presStyleCnt="11" custScaleX="184684">
        <dgm:presLayoutVars>
          <dgm:bulletEnabled val="1"/>
        </dgm:presLayoutVars>
      </dgm:prSet>
      <dgm:spPr/>
    </dgm:pt>
    <dgm:pt modelId="{03DE3D76-D83F-4D79-8A3F-B41EADEED627}" type="pres">
      <dgm:prSet presAssocID="{24CB65CD-8515-4CC7-97CE-6FBD3CF61E98}" presName="sibTrans" presStyleLbl="sibTrans2D1" presStyleIdx="7" presStyleCnt="10"/>
      <dgm:spPr/>
    </dgm:pt>
    <dgm:pt modelId="{696B3B8E-A8EA-41ED-8F49-5C6FD7F3B5A2}" type="pres">
      <dgm:prSet presAssocID="{24CB65CD-8515-4CC7-97CE-6FBD3CF61E98}" presName="connectorText" presStyleLbl="sibTrans2D1" presStyleIdx="7" presStyleCnt="10"/>
      <dgm:spPr/>
    </dgm:pt>
    <dgm:pt modelId="{16870123-4C5C-4A2E-AC6D-CB6E0160C989}" type="pres">
      <dgm:prSet presAssocID="{310387D4-A967-4C91-9154-3D3AAC0B0531}" presName="node" presStyleLbl="node1" presStyleIdx="8" presStyleCnt="11" custScaleX="184684">
        <dgm:presLayoutVars>
          <dgm:bulletEnabled val="1"/>
        </dgm:presLayoutVars>
      </dgm:prSet>
      <dgm:spPr/>
    </dgm:pt>
    <dgm:pt modelId="{937A1080-4F0A-465B-BD4D-9071572815F2}" type="pres">
      <dgm:prSet presAssocID="{4022B45A-09C5-4BFE-B817-34E361782E7D}" presName="sibTrans" presStyleLbl="sibTrans2D1" presStyleIdx="8" presStyleCnt="10"/>
      <dgm:spPr/>
    </dgm:pt>
    <dgm:pt modelId="{E099C27E-5DD2-43C7-ADC2-E1304E7C036E}" type="pres">
      <dgm:prSet presAssocID="{4022B45A-09C5-4BFE-B817-34E361782E7D}" presName="connectorText" presStyleLbl="sibTrans2D1" presStyleIdx="8" presStyleCnt="10"/>
      <dgm:spPr/>
    </dgm:pt>
    <dgm:pt modelId="{A79D2981-A3D8-4D5A-A89B-AA50A177A13A}" type="pres">
      <dgm:prSet presAssocID="{7159508F-8EB2-4A75-8073-EFE92CD0014F}" presName="node" presStyleLbl="node1" presStyleIdx="9" presStyleCnt="11" custScaleX="184684">
        <dgm:presLayoutVars>
          <dgm:bulletEnabled val="1"/>
        </dgm:presLayoutVars>
      </dgm:prSet>
      <dgm:spPr/>
    </dgm:pt>
    <dgm:pt modelId="{06D299CB-AEB9-4784-AA8D-99AADF7A3AC3}" type="pres">
      <dgm:prSet presAssocID="{2C2DCA89-A16C-43FF-9F8E-CB6DA5DC2D0E}" presName="sibTrans" presStyleLbl="sibTrans2D1" presStyleIdx="9" presStyleCnt="10"/>
      <dgm:spPr/>
    </dgm:pt>
    <dgm:pt modelId="{19D23870-E4BD-4227-965D-04EF36F80563}" type="pres">
      <dgm:prSet presAssocID="{2C2DCA89-A16C-43FF-9F8E-CB6DA5DC2D0E}" presName="connectorText" presStyleLbl="sibTrans2D1" presStyleIdx="9" presStyleCnt="10"/>
      <dgm:spPr/>
    </dgm:pt>
    <dgm:pt modelId="{3CB27182-154A-44BD-9882-F75C7DEF465B}" type="pres">
      <dgm:prSet presAssocID="{696E2581-565C-4B05-98F4-E856D1EAFAB5}" presName="node" presStyleLbl="node1" presStyleIdx="10" presStyleCnt="11" custScaleX="184684">
        <dgm:presLayoutVars>
          <dgm:bulletEnabled val="1"/>
        </dgm:presLayoutVars>
      </dgm:prSet>
      <dgm:spPr/>
    </dgm:pt>
  </dgm:ptLst>
  <dgm:cxnLst>
    <dgm:cxn modelId="{6685E108-0221-46D8-8879-97112DC64A7B}" type="presOf" srcId="{F092C699-CB40-4991-8BE7-D9C2780F9B1B}" destId="{C41BAB20-633E-476C-B7D3-EC43C35B2869}" srcOrd="0" destOrd="0" presId="urn:microsoft.com/office/officeart/2005/8/layout/process2"/>
    <dgm:cxn modelId="{470C6D0F-A42C-4741-948A-951D0C62290B}" type="presOf" srcId="{61B2FB89-A261-42BA-8D6F-F5D6D180F91C}" destId="{3A99A5E9-4BA2-4791-ACF6-666A49DA12C7}" srcOrd="0" destOrd="0" presId="urn:microsoft.com/office/officeart/2005/8/layout/process2"/>
    <dgm:cxn modelId="{7110B910-A40D-48E3-8F1F-B1AF4DC819AA}" type="presOf" srcId="{6A911500-2639-4339-A258-7DDC82F6BC80}" destId="{38C3B526-7694-4621-91ED-271BBE7002F8}" srcOrd="0" destOrd="0" presId="urn:microsoft.com/office/officeart/2005/8/layout/process2"/>
    <dgm:cxn modelId="{852F2C13-0867-440D-812E-E8C603CCF534}" type="presOf" srcId="{2C2DCA89-A16C-43FF-9F8E-CB6DA5DC2D0E}" destId="{06D299CB-AEB9-4784-AA8D-99AADF7A3AC3}" srcOrd="0" destOrd="0" presId="urn:microsoft.com/office/officeart/2005/8/layout/process2"/>
    <dgm:cxn modelId="{24701D14-0970-4A49-BA6C-B6B241EF48DE}" type="presOf" srcId="{ECABF451-0AF2-4CD6-A4CF-B29C3D598F87}" destId="{C6705BF2-1A94-4AB4-988B-97EFB242FE35}" srcOrd="0" destOrd="0" presId="urn:microsoft.com/office/officeart/2005/8/layout/process2"/>
    <dgm:cxn modelId="{236DED14-DF6C-4350-9064-7E801A30DBAE}" srcId="{94DF5C4A-2550-454E-A351-D2AA5E60B01D}" destId="{5826DBAF-1718-4BD4-9FC6-BF35D57D4A80}" srcOrd="4" destOrd="0" parTransId="{63A41876-4847-4FF7-A272-0E55CD891614}" sibTransId="{DFB3D64D-6869-422B-968C-C709B03DFA3E}"/>
    <dgm:cxn modelId="{8A6A3A1B-F076-4602-BC13-5B5A172837A2}" srcId="{94DF5C4A-2550-454E-A351-D2AA5E60B01D}" destId="{696E2581-565C-4B05-98F4-E856D1EAFAB5}" srcOrd="10" destOrd="0" parTransId="{43679ADA-E469-4F8D-8770-994806FBF1D5}" sibTransId="{3CAC2C1A-AD8A-4A96-8706-0D2315B499F3}"/>
    <dgm:cxn modelId="{0441E81E-967F-4EED-951F-C8B8E5137DEE}" srcId="{94DF5C4A-2550-454E-A351-D2AA5E60B01D}" destId="{ABF970E0-DD41-4C75-A914-22FAAA6787C8}" srcOrd="0" destOrd="0" parTransId="{5173E1ED-75CA-4742-91F4-0F4F21376C01}" sibTransId="{01576FE4-440F-40D2-9350-D9EE2245EEBE}"/>
    <dgm:cxn modelId="{5AE6C21F-3050-4070-9891-05434E432221}" type="presOf" srcId="{310387D4-A967-4C91-9154-3D3AAC0B0531}" destId="{16870123-4C5C-4A2E-AC6D-CB6E0160C989}" srcOrd="0" destOrd="0" presId="urn:microsoft.com/office/officeart/2005/8/layout/process2"/>
    <dgm:cxn modelId="{822D142A-FDF6-432E-AE7B-F8544CCA74E9}" type="presOf" srcId="{454F8BF8-D439-4AD4-8FB1-39E92E467F19}" destId="{821F20F5-E3F9-45FB-B459-169B12FB5D37}" srcOrd="0" destOrd="0" presId="urn:microsoft.com/office/officeart/2005/8/layout/process2"/>
    <dgm:cxn modelId="{0655D42D-8C6F-4B10-8189-9DFECEE23DC5}" type="presOf" srcId="{6ACBCB85-F805-4DC3-A7BC-219DD6E0083D}" destId="{ABD5E5A8-9CCD-45C0-B7FC-09A077538439}" srcOrd="0" destOrd="0" presId="urn:microsoft.com/office/officeart/2005/8/layout/process2"/>
    <dgm:cxn modelId="{29B48036-90DB-4634-88B9-EEB43B327F4F}" srcId="{94DF5C4A-2550-454E-A351-D2AA5E60B01D}" destId="{82834D98-83AF-491D-AED2-F527E717C457}" srcOrd="5" destOrd="0" parTransId="{57506DF7-0E6F-4F02-9AFC-506936CDF7A1}" sibTransId="{454F8BF8-D439-4AD4-8FB1-39E92E467F19}"/>
    <dgm:cxn modelId="{1C3A013C-0597-4A35-B49E-DF7BFE27CD06}" type="presOf" srcId="{4022B45A-09C5-4BFE-B817-34E361782E7D}" destId="{E099C27E-5DD2-43C7-ADC2-E1304E7C036E}" srcOrd="1" destOrd="0" presId="urn:microsoft.com/office/officeart/2005/8/layout/process2"/>
    <dgm:cxn modelId="{4D6CEB61-4A87-42FD-BB8E-A65130615CDD}" type="presOf" srcId="{24CB65CD-8515-4CC7-97CE-6FBD3CF61E98}" destId="{696B3B8E-A8EA-41ED-8F49-5C6FD7F3B5A2}" srcOrd="1"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287FF542-C68F-4239-894C-8F7718F343E3}" srcId="{94DF5C4A-2550-454E-A351-D2AA5E60B01D}" destId="{7159508F-8EB2-4A75-8073-EFE92CD0014F}" srcOrd="9" destOrd="0" parTransId="{598BD08E-1311-46B4-ADAB-A4CAF565A52F}" sibTransId="{2C2DCA89-A16C-43FF-9F8E-CB6DA5DC2D0E}"/>
    <dgm:cxn modelId="{9F65AC63-F1FC-410C-9A7A-AE72DB4DE466}" type="presOf" srcId="{4022B45A-09C5-4BFE-B817-34E361782E7D}" destId="{937A1080-4F0A-465B-BD4D-9071572815F2}" srcOrd="0" destOrd="0" presId="urn:microsoft.com/office/officeart/2005/8/layout/process2"/>
    <dgm:cxn modelId="{60AC1C45-A6D0-4BDA-B686-CD467C4B3CAB}" type="presOf" srcId="{696E2581-565C-4B05-98F4-E856D1EAFAB5}" destId="{3CB27182-154A-44BD-9882-F75C7DEF465B}" srcOrd="0" destOrd="0" presId="urn:microsoft.com/office/officeart/2005/8/layout/process2"/>
    <dgm:cxn modelId="{6B0C8F46-AE80-4DB3-9E27-29A6D3B77553}" srcId="{94DF5C4A-2550-454E-A351-D2AA5E60B01D}" destId="{C574A759-6252-4A85-9B35-DA62B15A1B16}" srcOrd="7" destOrd="0" parTransId="{3914DF5C-7E46-4F6E-B414-C9CCF41BBDD4}" sibTransId="{24CB65CD-8515-4CC7-97CE-6FBD3CF61E98}"/>
    <dgm:cxn modelId="{658D7067-7E8D-4669-B450-42B02014EBCB}" type="presOf" srcId="{2C2DCA89-A16C-43FF-9F8E-CB6DA5DC2D0E}" destId="{19D23870-E4BD-4227-965D-04EF36F80563}" srcOrd="1" destOrd="0" presId="urn:microsoft.com/office/officeart/2005/8/layout/process2"/>
    <dgm:cxn modelId="{82779C47-A1E1-48F5-B74D-307CF694FCBD}" type="presOf" srcId="{7159508F-8EB2-4A75-8073-EFE92CD0014F}" destId="{A79D2981-A3D8-4D5A-A89B-AA50A177A13A}" srcOrd="0" destOrd="0" presId="urn:microsoft.com/office/officeart/2005/8/layout/process2"/>
    <dgm:cxn modelId="{0892B16A-1303-47E7-A988-1D78670D2055}" type="presOf" srcId="{82834D98-83AF-491D-AED2-F527E717C457}" destId="{0BCACDC5-9392-421D-894F-5E5F89A5548C}" srcOrd="0" destOrd="0" presId="urn:microsoft.com/office/officeart/2005/8/layout/process2"/>
    <dgm:cxn modelId="{2A64EB6A-5306-4A0C-AB10-AF0BD72026A8}" srcId="{94DF5C4A-2550-454E-A351-D2AA5E60B01D}" destId="{F092C699-CB40-4991-8BE7-D9C2780F9B1B}" srcOrd="3" destOrd="0" parTransId="{361F6454-26CE-41A8-8CB9-98BCBBF72710}" sibTransId="{8DF3B989-2844-4515-B4BE-1B628229E83F}"/>
    <dgm:cxn modelId="{AB07556C-631C-409F-AED6-42DE56B5BB5B}" type="presOf" srcId="{8DF3B989-2844-4515-B4BE-1B628229E83F}" destId="{1AAF9DF9-9AA4-4B3F-BF9A-0495AB4516AD}"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E9A74B75-BB26-4D22-8C22-9F8AF78BC573}" srcId="{94DF5C4A-2550-454E-A351-D2AA5E60B01D}" destId="{310387D4-A967-4C91-9154-3D3AAC0B0531}" srcOrd="8" destOrd="0" parTransId="{70662E9F-A761-49BA-975B-BDBBE5F0357E}" sibTransId="{4022B45A-09C5-4BFE-B817-34E361782E7D}"/>
    <dgm:cxn modelId="{A86E4457-34F2-4673-B367-F5A64C7D36D9}" type="presOf" srcId="{01576FE4-440F-40D2-9350-D9EE2245EEBE}" destId="{A0EC5BFB-F60A-432B-A161-F8DF09EF85B5}"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07164A9E-90C7-480E-8850-26EDCB02CDAD}" type="presOf" srcId="{C574A759-6252-4A85-9B35-DA62B15A1B16}" destId="{928978D7-7339-4DE6-BC71-1C4F53A08B63}" srcOrd="0" destOrd="0" presId="urn:microsoft.com/office/officeart/2005/8/layout/process2"/>
    <dgm:cxn modelId="{215119A9-BAA1-4A05-9D25-D4072BE37F44}" type="presOf" srcId="{8DF3B989-2844-4515-B4BE-1B628229E83F}" destId="{A427F0D3-ED6E-4EC4-B32F-8AF539EB5280}" srcOrd="1" destOrd="0" presId="urn:microsoft.com/office/officeart/2005/8/layout/process2"/>
    <dgm:cxn modelId="{F1BB49A9-BDDC-4E68-8951-62912D43E6F9}" type="presOf" srcId="{5826DBAF-1718-4BD4-9FC6-BF35D57D4A80}" destId="{BDE46F02-652A-4A4B-A98F-CA110611F14A}" srcOrd="0" destOrd="0" presId="urn:microsoft.com/office/officeart/2005/8/layout/process2"/>
    <dgm:cxn modelId="{D26C49AF-28D2-4892-BCFE-3D5D43236CEF}" type="presOf" srcId="{ABF970E0-DD41-4C75-A914-22FAAA6787C8}" destId="{A04B2099-9E97-41AC-88E3-1099145465F8}" srcOrd="0" destOrd="0" presId="urn:microsoft.com/office/officeart/2005/8/layout/process2"/>
    <dgm:cxn modelId="{4B280EC5-3B75-43C7-9136-B125145E7FB0}" type="presOf" srcId="{DFB3D64D-6869-422B-968C-C709B03DFA3E}" destId="{1B99C094-FBAC-4945-9FF8-01A2AD18889F}"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CF0194CE-67AA-453E-86B8-3CA67DB789B9}" type="presOf" srcId="{2B4CAE6E-05A8-49C8-9E1F-59B728141D95}" destId="{FC92F76E-C9C7-414C-921D-AB8AACFD80EE}" srcOrd="1" destOrd="0" presId="urn:microsoft.com/office/officeart/2005/8/layout/process2"/>
    <dgm:cxn modelId="{2B68A7D9-7F1F-461A-AC64-C60F46A8D38B}" type="presOf" srcId="{6A911500-2639-4339-A258-7DDC82F6BC80}" destId="{1BB05E54-1139-4AC8-BB54-46730ACECEE9}" srcOrd="1" destOrd="0" presId="urn:microsoft.com/office/officeart/2005/8/layout/process2"/>
    <dgm:cxn modelId="{A15623DA-69D5-47E4-B8FE-E418718B987F}" type="presOf" srcId="{DFB3D64D-6869-422B-968C-C709B03DFA3E}" destId="{E181B9D3-782F-493A-A262-5E7F2CE6B4DE}"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CDF22DB-774E-495C-9758-7CA77A2DB6BB}" srcId="{94DF5C4A-2550-454E-A351-D2AA5E60B01D}" destId="{61B2FB89-A261-42BA-8D6F-F5D6D180F91C}" srcOrd="6" destOrd="0" parTransId="{D8520D04-0496-4812-BB5C-AE349BD02AFD}" sibTransId="{2B4CAE6E-05A8-49C8-9E1F-59B728141D95}"/>
    <dgm:cxn modelId="{2BE6C4DD-4F7F-4C3C-9659-BE10212EADB5}" type="presOf" srcId="{454F8BF8-D439-4AD4-8FB1-39E92E467F19}" destId="{22DE67C0-7CA7-4468-B062-7D4BB87A576F}" srcOrd="1" destOrd="0" presId="urn:microsoft.com/office/officeart/2005/8/layout/process2"/>
    <dgm:cxn modelId="{EDFC0BDF-35F5-469A-B192-3BA22EEBCABF}" type="presOf" srcId="{24CB65CD-8515-4CC7-97CE-6FBD3CF61E98}" destId="{03DE3D76-D83F-4D79-8A3F-B41EADEED627}" srcOrd="0" destOrd="0" presId="urn:microsoft.com/office/officeart/2005/8/layout/process2"/>
    <dgm:cxn modelId="{05E0EEF7-7219-45A9-921A-6577623ECA7F}" type="presOf" srcId="{2B4CAE6E-05A8-49C8-9E1F-59B728141D95}" destId="{AA57551E-9A02-487D-83F1-6782221C7FC6}"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862486E-9D6E-47FC-98A3-A39F754EC9E8}" type="presParOf" srcId="{080A8465-CAE8-4768-8AE3-C1275BDF3455}" destId="{38C3B526-7694-4621-91ED-271BBE7002F8}" srcOrd="5" destOrd="0" presId="urn:microsoft.com/office/officeart/2005/8/layout/process2"/>
    <dgm:cxn modelId="{7DB8A6F1-B1BC-4B63-BCB9-325260261DAD}" type="presParOf" srcId="{38C3B526-7694-4621-91ED-271BBE7002F8}" destId="{1BB05E54-1139-4AC8-BB54-46730ACECEE9}" srcOrd="0" destOrd="0" presId="urn:microsoft.com/office/officeart/2005/8/layout/process2"/>
    <dgm:cxn modelId="{48C10D50-A225-4963-BFAA-B6224FEB7E0A}" type="presParOf" srcId="{080A8465-CAE8-4768-8AE3-C1275BDF3455}" destId="{C41BAB20-633E-476C-B7D3-EC43C35B2869}" srcOrd="6" destOrd="0" presId="urn:microsoft.com/office/officeart/2005/8/layout/process2"/>
    <dgm:cxn modelId="{9591846B-B6FD-4F46-A303-480622A0E086}" type="presParOf" srcId="{080A8465-CAE8-4768-8AE3-C1275BDF3455}" destId="{1AAF9DF9-9AA4-4B3F-BF9A-0495AB4516AD}" srcOrd="7" destOrd="0" presId="urn:microsoft.com/office/officeart/2005/8/layout/process2"/>
    <dgm:cxn modelId="{38FC5B90-DB10-4878-B5AF-AF049A3713D6}" type="presParOf" srcId="{1AAF9DF9-9AA4-4B3F-BF9A-0495AB4516AD}" destId="{A427F0D3-ED6E-4EC4-B32F-8AF539EB5280}" srcOrd="0" destOrd="0" presId="urn:microsoft.com/office/officeart/2005/8/layout/process2"/>
    <dgm:cxn modelId="{1142F239-63F5-41C7-B580-562CD2DEFA21}" type="presParOf" srcId="{080A8465-CAE8-4768-8AE3-C1275BDF3455}" destId="{BDE46F02-652A-4A4B-A98F-CA110611F14A}" srcOrd="8" destOrd="0" presId="urn:microsoft.com/office/officeart/2005/8/layout/process2"/>
    <dgm:cxn modelId="{FAE4337D-B614-43F3-8714-15226F37B076}" type="presParOf" srcId="{080A8465-CAE8-4768-8AE3-C1275BDF3455}" destId="{1B99C094-FBAC-4945-9FF8-01A2AD18889F}" srcOrd="9" destOrd="0" presId="urn:microsoft.com/office/officeart/2005/8/layout/process2"/>
    <dgm:cxn modelId="{21829A15-8873-4C61-A44B-79A857B60CF5}" type="presParOf" srcId="{1B99C094-FBAC-4945-9FF8-01A2AD18889F}" destId="{E181B9D3-782F-493A-A262-5E7F2CE6B4DE}" srcOrd="0" destOrd="0" presId="urn:microsoft.com/office/officeart/2005/8/layout/process2"/>
    <dgm:cxn modelId="{16FE3D62-96CB-42DC-B0C7-434DFD43BDCD}" type="presParOf" srcId="{080A8465-CAE8-4768-8AE3-C1275BDF3455}" destId="{0BCACDC5-9392-421D-894F-5E5F89A5548C}" srcOrd="10" destOrd="0" presId="urn:microsoft.com/office/officeart/2005/8/layout/process2"/>
    <dgm:cxn modelId="{E6CC049A-6468-44B1-B6D8-E1BBB96D72D4}" type="presParOf" srcId="{080A8465-CAE8-4768-8AE3-C1275BDF3455}" destId="{821F20F5-E3F9-45FB-B459-169B12FB5D37}" srcOrd="11" destOrd="0" presId="urn:microsoft.com/office/officeart/2005/8/layout/process2"/>
    <dgm:cxn modelId="{8B7E82F5-4DF1-43B3-B243-52803FECDD4C}" type="presParOf" srcId="{821F20F5-E3F9-45FB-B459-169B12FB5D37}" destId="{22DE67C0-7CA7-4468-B062-7D4BB87A576F}" srcOrd="0" destOrd="0" presId="urn:microsoft.com/office/officeart/2005/8/layout/process2"/>
    <dgm:cxn modelId="{00F51B77-7357-4B40-9200-121FA0CA5998}" type="presParOf" srcId="{080A8465-CAE8-4768-8AE3-C1275BDF3455}" destId="{3A99A5E9-4BA2-4791-ACF6-666A49DA12C7}" srcOrd="12" destOrd="0" presId="urn:microsoft.com/office/officeart/2005/8/layout/process2"/>
    <dgm:cxn modelId="{694A5F1A-3545-41DE-B874-4FA767AE98C2}" type="presParOf" srcId="{080A8465-CAE8-4768-8AE3-C1275BDF3455}" destId="{AA57551E-9A02-487D-83F1-6782221C7FC6}" srcOrd="13" destOrd="0" presId="urn:microsoft.com/office/officeart/2005/8/layout/process2"/>
    <dgm:cxn modelId="{59571230-1A96-4937-8F1E-9C7DF7105554}" type="presParOf" srcId="{AA57551E-9A02-487D-83F1-6782221C7FC6}" destId="{FC92F76E-C9C7-414C-921D-AB8AACFD80EE}" srcOrd="0" destOrd="0" presId="urn:microsoft.com/office/officeart/2005/8/layout/process2"/>
    <dgm:cxn modelId="{B88D32E0-B6C3-4E7A-B5D5-A7AF8E7458AE}" type="presParOf" srcId="{080A8465-CAE8-4768-8AE3-C1275BDF3455}" destId="{928978D7-7339-4DE6-BC71-1C4F53A08B63}" srcOrd="14" destOrd="0" presId="urn:microsoft.com/office/officeart/2005/8/layout/process2"/>
    <dgm:cxn modelId="{F0730E73-3BDB-4AF0-A331-A8512F53D1E2}" type="presParOf" srcId="{080A8465-CAE8-4768-8AE3-C1275BDF3455}" destId="{03DE3D76-D83F-4D79-8A3F-B41EADEED627}" srcOrd="15" destOrd="0" presId="urn:microsoft.com/office/officeart/2005/8/layout/process2"/>
    <dgm:cxn modelId="{2ED594E9-5190-45FE-850C-67E6624BF01D}" type="presParOf" srcId="{03DE3D76-D83F-4D79-8A3F-B41EADEED627}" destId="{696B3B8E-A8EA-41ED-8F49-5C6FD7F3B5A2}" srcOrd="0" destOrd="0" presId="urn:microsoft.com/office/officeart/2005/8/layout/process2"/>
    <dgm:cxn modelId="{8E743BBC-AAE0-479B-B1DF-14AFF36B82CA}" type="presParOf" srcId="{080A8465-CAE8-4768-8AE3-C1275BDF3455}" destId="{16870123-4C5C-4A2E-AC6D-CB6E0160C989}" srcOrd="16" destOrd="0" presId="urn:microsoft.com/office/officeart/2005/8/layout/process2"/>
    <dgm:cxn modelId="{504A02CF-6806-4AC9-A0F7-7B65A97D4408}" type="presParOf" srcId="{080A8465-CAE8-4768-8AE3-C1275BDF3455}" destId="{937A1080-4F0A-465B-BD4D-9071572815F2}" srcOrd="17" destOrd="0" presId="urn:microsoft.com/office/officeart/2005/8/layout/process2"/>
    <dgm:cxn modelId="{CC7790F4-D065-4678-9825-5A10D8D4EF38}" type="presParOf" srcId="{937A1080-4F0A-465B-BD4D-9071572815F2}" destId="{E099C27E-5DD2-43C7-ADC2-E1304E7C036E}" srcOrd="0" destOrd="0" presId="urn:microsoft.com/office/officeart/2005/8/layout/process2"/>
    <dgm:cxn modelId="{413782FE-B1B6-488E-BDF4-CAF39A7FFA83}" type="presParOf" srcId="{080A8465-CAE8-4768-8AE3-C1275BDF3455}" destId="{A79D2981-A3D8-4D5A-A89B-AA50A177A13A}" srcOrd="18" destOrd="0" presId="urn:microsoft.com/office/officeart/2005/8/layout/process2"/>
    <dgm:cxn modelId="{6D9FDED2-55FF-4A1E-A4BE-730DF86B9DEB}" type="presParOf" srcId="{080A8465-CAE8-4768-8AE3-C1275BDF3455}" destId="{06D299CB-AEB9-4784-AA8D-99AADF7A3AC3}" srcOrd="19" destOrd="0" presId="urn:microsoft.com/office/officeart/2005/8/layout/process2"/>
    <dgm:cxn modelId="{28776316-D5E2-40E1-9E37-4BF8B07AA48C}" type="presParOf" srcId="{06D299CB-AEB9-4784-AA8D-99AADF7A3AC3}" destId="{19D23870-E4BD-4227-965D-04EF36F80563}" srcOrd="0" destOrd="0" presId="urn:microsoft.com/office/officeart/2005/8/layout/process2"/>
    <dgm:cxn modelId="{D7104B2F-BFB7-4B15-93A4-9F0993E8644F}" type="presParOf" srcId="{080A8465-CAE8-4768-8AE3-C1275BDF3455}" destId="{3CB27182-154A-44BD-9882-F75C7DEF465B}" srcOrd="20"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dgm:spPr>
        <a:solidFill>
          <a:srgbClr val="FFC000"/>
        </a:solidFill>
      </dgm:spPr>
      <dgm:t>
        <a:bodyPr/>
        <a:lstStyle/>
        <a:p>
          <a:r>
            <a:rPr lang="en-US" i="0" noProof="0" dirty="0">
              <a:solidFill>
                <a:schemeClr val="tx1"/>
              </a:solidFill>
            </a:rPr>
            <a:t>Summary </a:t>
          </a:r>
        </a:p>
      </dgm:t>
    </dgm:pt>
    <dgm:pt modelId="{5173E1ED-75CA-4742-91F4-0F4F21376C01}" type="parTrans" cxnId="{0441E81E-967F-4EED-951F-C8B8E5137DEE}">
      <dgm:prSet/>
      <dgm:spPr/>
      <dgm:t>
        <a:bodyPr/>
        <a:lstStyle/>
        <a:p>
          <a:endParaRPr lang="it-IT"/>
        </a:p>
      </dgm:t>
    </dgm:pt>
    <dgm:pt modelId="{01576FE4-440F-40D2-9350-D9EE2245EEBE}" type="sibTrans" cxnId="{0441E81E-967F-4EED-951F-C8B8E5137DEE}">
      <dgm:prSet/>
      <dgm:spPr/>
      <dgm:t>
        <a:bodyPr/>
        <a:lstStyle/>
        <a:p>
          <a:endParaRPr lang="en-US" noProof="0" dirty="0"/>
        </a:p>
      </dgm:t>
    </dgm:pt>
    <dgm:pt modelId="{10D1EBEB-F2DE-4AC4-8BE7-DF781B2A16E0}">
      <dgm:prSet phldrT="[Testo]"/>
      <dgm:spPr>
        <a:solidFill>
          <a:schemeClr val="bg1"/>
        </a:solidFill>
      </dgm:spPr>
      <dgm:t>
        <a:bodyPr/>
        <a:lstStyle/>
        <a:p>
          <a:r>
            <a:rPr lang="en-US" i="0" noProof="0" dirty="0">
              <a:solidFill>
                <a:schemeClr val="tx1"/>
              </a:solidFill>
            </a:rPr>
            <a:t>Organization </a:t>
          </a:r>
        </a:p>
      </dgm:t>
    </dgm:pt>
    <dgm:pt modelId="{A3F080C4-9EBC-43F5-AE6D-A3F0B9781ECD}" type="parTrans" cxnId="{10242999-DCF0-48C6-B59A-083589269A0A}">
      <dgm:prSet/>
      <dgm:spPr/>
      <dgm:t>
        <a:bodyPr/>
        <a:lstStyle/>
        <a:p>
          <a:endParaRPr lang="it-IT"/>
        </a:p>
      </dgm:t>
    </dgm:pt>
    <dgm:pt modelId="{6ACBCB85-F805-4DC3-A7BC-219DD6E0083D}" type="sibTrans" cxnId="{10242999-DCF0-48C6-B59A-083589269A0A}">
      <dgm:prSet/>
      <dgm:spPr/>
      <dgm:t>
        <a:bodyPr/>
        <a:lstStyle/>
        <a:p>
          <a:endParaRPr lang="en-US" noProof="0" dirty="0"/>
        </a:p>
      </dgm:t>
    </dgm:pt>
    <dgm:pt modelId="{ECABF451-0AF2-4CD6-A4CF-B29C3D598F87}">
      <dgm:prSet phldrT="[Testo]"/>
      <dgm:spPr/>
      <dgm:t>
        <a:bodyPr/>
        <a:lstStyle/>
        <a:p>
          <a:r>
            <a:rPr lang="en-US" i="0" noProof="0" dirty="0">
              <a:solidFill>
                <a:schemeClr val="tx1"/>
              </a:solidFill>
            </a:rPr>
            <a:t>Systems </a:t>
          </a:r>
        </a:p>
      </dgm:t>
    </dgm:pt>
    <dgm:pt modelId="{DAEB4290-6B94-4CD8-8D41-41F2D25DD06C}" type="parTrans" cxnId="{B1B38851-6731-45CF-9BE7-000C13965A91}">
      <dgm:prSet/>
      <dgm:spPr/>
      <dgm:t>
        <a:bodyPr/>
        <a:lstStyle/>
        <a:p>
          <a:endParaRPr lang="it-IT"/>
        </a:p>
      </dgm:t>
    </dgm:pt>
    <dgm:pt modelId="{6A911500-2639-4339-A258-7DDC82F6BC80}" type="sibTrans" cxnId="{B1B38851-6731-45CF-9BE7-000C13965A91}">
      <dgm:prSet/>
      <dgm:spPr/>
      <dgm:t>
        <a:bodyPr/>
        <a:lstStyle/>
        <a:p>
          <a:endParaRPr lang="en-US" noProof="0" dirty="0"/>
        </a:p>
      </dgm:t>
    </dgm:pt>
    <dgm:pt modelId="{77BCAC2F-7539-4266-831B-BDCD8CF7DEBA}">
      <dgm:prSet phldrT="[Testo]"/>
      <dgm:spPr/>
      <dgm:t>
        <a:bodyPr/>
        <a:lstStyle/>
        <a:p>
          <a:r>
            <a:rPr lang="en-US" i="0" noProof="0" dirty="0">
              <a:solidFill>
                <a:schemeClr val="tx1"/>
              </a:solidFill>
            </a:rPr>
            <a:t>As-is User Process</a:t>
          </a:r>
        </a:p>
      </dgm:t>
    </dgm:pt>
    <dgm:pt modelId="{167D8C2C-A7A4-4A54-80D6-4A881009621A}" type="parTrans" cxnId="{DBDFB086-921B-4932-9A52-ADDF95D7C8A7}">
      <dgm:prSet/>
      <dgm:spPr/>
      <dgm:t>
        <a:bodyPr/>
        <a:lstStyle/>
        <a:p>
          <a:endParaRPr lang="it-IT"/>
        </a:p>
      </dgm:t>
    </dgm:pt>
    <dgm:pt modelId="{7DEADC54-C3D6-4877-8B1E-29314C262CB8}" type="sibTrans" cxnId="{DBDFB086-921B-4932-9A52-ADDF95D7C8A7}">
      <dgm:prSet/>
      <dgm:spPr/>
      <dgm:t>
        <a:bodyPr/>
        <a:lstStyle/>
        <a:p>
          <a:endParaRPr lang="it-IT"/>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9B0C0B-D4C2-47A6-AD5B-CED7959978C9}"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it-IT"/>
        </a:p>
      </dgm:t>
    </dgm:pt>
    <dgm:pt modelId="{45EEA44B-0C28-4118-B51D-0BA66A20EACB}">
      <dgm:prSet phldrT="[Testo]" custT="1"/>
      <dgm:spPr/>
      <dgm:t>
        <a:bodyPr/>
        <a:lstStyle/>
        <a:p>
          <a:r>
            <a:rPr lang="en-US" sz="2400" noProof="0" dirty="0"/>
            <a:t>Governance </a:t>
          </a:r>
        </a:p>
      </dgm:t>
    </dgm:pt>
    <dgm:pt modelId="{19999796-34A4-4A65-B504-F72950325A02}" type="parTrans" cxnId="{7B6E3B5B-4A86-4E6D-A3EB-A3EF36EFEA3D}">
      <dgm:prSet/>
      <dgm:spPr/>
      <dgm:t>
        <a:bodyPr/>
        <a:lstStyle/>
        <a:p>
          <a:endParaRPr lang="it-IT" sz="2800"/>
        </a:p>
      </dgm:t>
    </dgm:pt>
    <dgm:pt modelId="{77FD1B37-AD9A-4BEB-930E-61925C178EF5}" type="sibTrans" cxnId="{7B6E3B5B-4A86-4E6D-A3EB-A3EF36EFEA3D}">
      <dgm:prSet custT="1"/>
      <dgm:spPr/>
      <dgm:t>
        <a:bodyPr/>
        <a:lstStyle/>
        <a:p>
          <a:endParaRPr lang="en-US" sz="1600" noProof="0" dirty="0"/>
        </a:p>
      </dgm:t>
    </dgm:pt>
    <dgm:pt modelId="{1265CB8C-ABB5-46C6-8106-B0F31F0B60C1}">
      <dgm:prSet phldrT="[Testo]" custT="1"/>
      <dgm:spPr/>
      <dgm:t>
        <a:bodyPr/>
        <a:lstStyle/>
        <a:p>
          <a:r>
            <a:rPr lang="en-US" sz="2400" noProof="0" dirty="0"/>
            <a:t>GPs</a:t>
          </a:r>
        </a:p>
      </dgm:t>
    </dgm:pt>
    <dgm:pt modelId="{3BBD365D-321E-4AA1-9A56-AA8B619FE013}" type="parTrans" cxnId="{888523B1-C75E-4CEC-9DEF-7C08639CA3AD}">
      <dgm:prSet/>
      <dgm:spPr/>
      <dgm:t>
        <a:bodyPr/>
        <a:lstStyle/>
        <a:p>
          <a:endParaRPr lang="it-IT" sz="2800"/>
        </a:p>
      </dgm:t>
    </dgm:pt>
    <dgm:pt modelId="{4B580249-3217-48CA-A553-BDABDE803C10}" type="sibTrans" cxnId="{888523B1-C75E-4CEC-9DEF-7C08639CA3AD}">
      <dgm:prSet custT="1"/>
      <dgm:spPr/>
      <dgm:t>
        <a:bodyPr/>
        <a:lstStyle/>
        <a:p>
          <a:endParaRPr lang="en-US" sz="1600" noProof="0" dirty="0"/>
        </a:p>
      </dgm:t>
    </dgm:pt>
    <dgm:pt modelId="{4A0D129E-40CF-4B0C-8C10-B1EBDD96690A}">
      <dgm:prSet phldrT="[Testo]" custT="1"/>
      <dgm:spPr/>
      <dgm:t>
        <a:bodyPr/>
        <a:lstStyle/>
        <a:p>
          <a:r>
            <a:rPr lang="en-US" sz="2400" noProof="0" dirty="0" err="1"/>
            <a:t>Ope</a:t>
          </a:r>
          <a:r>
            <a:rPr lang="en-US" sz="2400" noProof="0" dirty="0"/>
            <a:t>-rations</a:t>
          </a:r>
        </a:p>
      </dgm:t>
    </dgm:pt>
    <dgm:pt modelId="{DBC94494-E882-4342-8B40-A325E0C7C8AF}" type="parTrans" cxnId="{D45BAD3B-685A-45B4-AFAF-4D7151B36332}">
      <dgm:prSet/>
      <dgm:spPr/>
      <dgm:t>
        <a:bodyPr/>
        <a:lstStyle/>
        <a:p>
          <a:endParaRPr lang="it-IT" sz="2800"/>
        </a:p>
      </dgm:t>
    </dgm:pt>
    <dgm:pt modelId="{9419CDF3-329C-49E3-BE16-29073D9062EF}" type="sibTrans" cxnId="{D45BAD3B-685A-45B4-AFAF-4D7151B36332}">
      <dgm:prSet custT="1"/>
      <dgm:spPr/>
      <dgm:t>
        <a:bodyPr/>
        <a:lstStyle/>
        <a:p>
          <a:endParaRPr lang="en-US" sz="1600" noProof="0" dirty="0"/>
        </a:p>
      </dgm:t>
    </dgm:pt>
    <dgm:pt modelId="{6B7DEC5B-5C3C-4556-AFDE-E2FC8E223688}" type="pres">
      <dgm:prSet presAssocID="{B89B0C0B-D4C2-47A6-AD5B-CED7959978C9}" presName="Name0" presStyleCnt="0">
        <dgm:presLayoutVars>
          <dgm:dir/>
          <dgm:resizeHandles val="exact"/>
        </dgm:presLayoutVars>
      </dgm:prSet>
      <dgm:spPr/>
    </dgm:pt>
    <dgm:pt modelId="{08C5E33E-3DBC-4DB4-90DE-564B8BD1DE70}" type="pres">
      <dgm:prSet presAssocID="{45EEA44B-0C28-4118-B51D-0BA66A20EACB}" presName="node" presStyleLbl="node1" presStyleIdx="0" presStyleCnt="3" custScaleX="141256" custScaleY="146543">
        <dgm:presLayoutVars>
          <dgm:bulletEnabled val="1"/>
        </dgm:presLayoutVars>
      </dgm:prSet>
      <dgm:spPr/>
    </dgm:pt>
    <dgm:pt modelId="{1FD913A4-3584-4270-8636-F6562DEFDDD6}" type="pres">
      <dgm:prSet presAssocID="{77FD1B37-AD9A-4BEB-930E-61925C178EF5}" presName="sibTrans" presStyleLbl="sibTrans2D1" presStyleIdx="0" presStyleCnt="3"/>
      <dgm:spPr/>
    </dgm:pt>
    <dgm:pt modelId="{D99B1BEC-EF17-4AFF-A7AC-4FDFBF79C050}" type="pres">
      <dgm:prSet presAssocID="{77FD1B37-AD9A-4BEB-930E-61925C178EF5}" presName="connectorText" presStyleLbl="sibTrans2D1" presStyleIdx="0" presStyleCnt="3"/>
      <dgm:spPr/>
    </dgm:pt>
    <dgm:pt modelId="{0C94DEFB-D1B3-4A3A-AB68-5B59A091DFF5}" type="pres">
      <dgm:prSet presAssocID="{1265CB8C-ABB5-46C6-8106-B0F31F0B60C1}" presName="node" presStyleLbl="node1" presStyleIdx="1" presStyleCnt="3" custScaleY="189301">
        <dgm:presLayoutVars>
          <dgm:bulletEnabled val="1"/>
        </dgm:presLayoutVars>
      </dgm:prSet>
      <dgm:spPr/>
    </dgm:pt>
    <dgm:pt modelId="{28D3387E-2F0E-48CC-8C9F-A05C47672CE5}" type="pres">
      <dgm:prSet presAssocID="{4B580249-3217-48CA-A553-BDABDE803C10}" presName="sibTrans" presStyleLbl="sibTrans2D1" presStyleIdx="1" presStyleCnt="3"/>
      <dgm:spPr/>
    </dgm:pt>
    <dgm:pt modelId="{6F5E4D88-4E36-4488-BF9D-B2C32EFB5163}" type="pres">
      <dgm:prSet presAssocID="{4B580249-3217-48CA-A553-BDABDE803C10}" presName="connectorText" presStyleLbl="sibTrans2D1" presStyleIdx="1" presStyleCnt="3"/>
      <dgm:spPr/>
    </dgm:pt>
    <dgm:pt modelId="{334E4CF8-6F62-4ACD-BF33-7635AAC5A7B7}" type="pres">
      <dgm:prSet presAssocID="{4A0D129E-40CF-4B0C-8C10-B1EBDD96690A}" presName="node" presStyleLbl="node1" presStyleIdx="2" presStyleCnt="3" custScaleY="192587">
        <dgm:presLayoutVars>
          <dgm:bulletEnabled val="1"/>
        </dgm:presLayoutVars>
      </dgm:prSet>
      <dgm:spPr/>
    </dgm:pt>
    <dgm:pt modelId="{EFB9F065-B6DD-4B60-8D00-97EDB71C541A}" type="pres">
      <dgm:prSet presAssocID="{9419CDF3-329C-49E3-BE16-29073D9062EF}" presName="sibTrans" presStyleLbl="sibTrans2D1" presStyleIdx="2" presStyleCnt="3"/>
      <dgm:spPr/>
    </dgm:pt>
    <dgm:pt modelId="{4E62A6A1-E7A7-44C2-9196-C345D5CF2B36}" type="pres">
      <dgm:prSet presAssocID="{9419CDF3-329C-49E3-BE16-29073D9062EF}" presName="connectorText" presStyleLbl="sibTrans2D1" presStyleIdx="2" presStyleCnt="3"/>
      <dgm:spPr/>
    </dgm:pt>
  </dgm:ptLst>
  <dgm:cxnLst>
    <dgm:cxn modelId="{52F9C627-F731-465F-B0FD-6EE0F46FF7D3}" type="presOf" srcId="{45EEA44B-0C28-4118-B51D-0BA66A20EACB}" destId="{08C5E33E-3DBC-4DB4-90DE-564B8BD1DE70}" srcOrd="0" destOrd="0" presId="urn:microsoft.com/office/officeart/2005/8/layout/cycle7"/>
    <dgm:cxn modelId="{D45BAD3B-685A-45B4-AFAF-4D7151B36332}" srcId="{B89B0C0B-D4C2-47A6-AD5B-CED7959978C9}" destId="{4A0D129E-40CF-4B0C-8C10-B1EBDD96690A}" srcOrd="2" destOrd="0" parTransId="{DBC94494-E882-4342-8B40-A325E0C7C8AF}" sibTransId="{9419CDF3-329C-49E3-BE16-29073D9062EF}"/>
    <dgm:cxn modelId="{7B6E3B5B-4A86-4E6D-A3EB-A3EF36EFEA3D}" srcId="{B89B0C0B-D4C2-47A6-AD5B-CED7959978C9}" destId="{45EEA44B-0C28-4118-B51D-0BA66A20EACB}" srcOrd="0" destOrd="0" parTransId="{19999796-34A4-4A65-B504-F72950325A02}" sibTransId="{77FD1B37-AD9A-4BEB-930E-61925C178EF5}"/>
    <dgm:cxn modelId="{4BCD465E-7011-4ED6-8D94-E4D9090518F9}" type="presOf" srcId="{77FD1B37-AD9A-4BEB-930E-61925C178EF5}" destId="{D99B1BEC-EF17-4AFF-A7AC-4FDFBF79C050}" srcOrd="1" destOrd="0" presId="urn:microsoft.com/office/officeart/2005/8/layout/cycle7"/>
    <dgm:cxn modelId="{046A2A61-E54E-41CF-AFE8-9D534F04F55D}" type="presOf" srcId="{77FD1B37-AD9A-4BEB-930E-61925C178EF5}" destId="{1FD913A4-3584-4270-8636-F6562DEFDDD6}" srcOrd="0" destOrd="0" presId="urn:microsoft.com/office/officeart/2005/8/layout/cycle7"/>
    <dgm:cxn modelId="{7A33F544-092E-4E6D-B717-4B543E677B40}" type="presOf" srcId="{4B580249-3217-48CA-A553-BDABDE803C10}" destId="{28D3387E-2F0E-48CC-8C9F-A05C47672CE5}" srcOrd="0" destOrd="0" presId="urn:microsoft.com/office/officeart/2005/8/layout/cycle7"/>
    <dgm:cxn modelId="{90290C58-427A-40BD-9A67-0FC2ECFC56E0}" type="presOf" srcId="{4B580249-3217-48CA-A553-BDABDE803C10}" destId="{6F5E4D88-4E36-4488-BF9D-B2C32EFB5163}" srcOrd="1" destOrd="0" presId="urn:microsoft.com/office/officeart/2005/8/layout/cycle7"/>
    <dgm:cxn modelId="{8010E678-F85A-43FA-BB18-3523DA9B2AA7}" type="presOf" srcId="{9419CDF3-329C-49E3-BE16-29073D9062EF}" destId="{EFB9F065-B6DD-4B60-8D00-97EDB71C541A}" srcOrd="0" destOrd="0" presId="urn:microsoft.com/office/officeart/2005/8/layout/cycle7"/>
    <dgm:cxn modelId="{83393A9E-FC1D-4C82-AF9B-6220973C3C6D}" type="presOf" srcId="{9419CDF3-329C-49E3-BE16-29073D9062EF}" destId="{4E62A6A1-E7A7-44C2-9196-C345D5CF2B36}" srcOrd="1" destOrd="0" presId="urn:microsoft.com/office/officeart/2005/8/layout/cycle7"/>
    <dgm:cxn modelId="{888523B1-C75E-4CEC-9DEF-7C08639CA3AD}" srcId="{B89B0C0B-D4C2-47A6-AD5B-CED7959978C9}" destId="{1265CB8C-ABB5-46C6-8106-B0F31F0B60C1}" srcOrd="1" destOrd="0" parTransId="{3BBD365D-321E-4AA1-9A56-AA8B619FE013}" sibTransId="{4B580249-3217-48CA-A553-BDABDE803C10}"/>
    <dgm:cxn modelId="{BB2441E0-5E6A-44D6-8FB8-52BC72FC9432}" type="presOf" srcId="{4A0D129E-40CF-4B0C-8C10-B1EBDD96690A}" destId="{334E4CF8-6F62-4ACD-BF33-7635AAC5A7B7}" srcOrd="0" destOrd="0" presId="urn:microsoft.com/office/officeart/2005/8/layout/cycle7"/>
    <dgm:cxn modelId="{CFB4CDE5-08D2-45B2-A6F7-8E8C10C58F4F}" type="presOf" srcId="{B89B0C0B-D4C2-47A6-AD5B-CED7959978C9}" destId="{6B7DEC5B-5C3C-4556-AFDE-E2FC8E223688}" srcOrd="0" destOrd="0" presId="urn:microsoft.com/office/officeart/2005/8/layout/cycle7"/>
    <dgm:cxn modelId="{4DF215E9-238A-4A0F-A6EC-F14EF3502C35}" type="presOf" srcId="{1265CB8C-ABB5-46C6-8106-B0F31F0B60C1}" destId="{0C94DEFB-D1B3-4A3A-AB68-5B59A091DFF5}" srcOrd="0" destOrd="0" presId="urn:microsoft.com/office/officeart/2005/8/layout/cycle7"/>
    <dgm:cxn modelId="{385FD35F-1848-4425-B1CB-C74127840AE3}" type="presParOf" srcId="{6B7DEC5B-5C3C-4556-AFDE-E2FC8E223688}" destId="{08C5E33E-3DBC-4DB4-90DE-564B8BD1DE70}" srcOrd="0" destOrd="0" presId="urn:microsoft.com/office/officeart/2005/8/layout/cycle7"/>
    <dgm:cxn modelId="{5B2AD1A8-1E6D-4D64-AA4A-2B879C7F79BE}" type="presParOf" srcId="{6B7DEC5B-5C3C-4556-AFDE-E2FC8E223688}" destId="{1FD913A4-3584-4270-8636-F6562DEFDDD6}" srcOrd="1" destOrd="0" presId="urn:microsoft.com/office/officeart/2005/8/layout/cycle7"/>
    <dgm:cxn modelId="{6DA7316E-4553-44FE-8188-6EE95AC940B6}" type="presParOf" srcId="{1FD913A4-3584-4270-8636-F6562DEFDDD6}" destId="{D99B1BEC-EF17-4AFF-A7AC-4FDFBF79C050}" srcOrd="0" destOrd="0" presId="urn:microsoft.com/office/officeart/2005/8/layout/cycle7"/>
    <dgm:cxn modelId="{D28553D6-8389-40B5-9C9A-A205A465C37E}" type="presParOf" srcId="{6B7DEC5B-5C3C-4556-AFDE-E2FC8E223688}" destId="{0C94DEFB-D1B3-4A3A-AB68-5B59A091DFF5}" srcOrd="2" destOrd="0" presId="urn:microsoft.com/office/officeart/2005/8/layout/cycle7"/>
    <dgm:cxn modelId="{1BD63C54-1104-44C8-ACA0-36C021150CC0}" type="presParOf" srcId="{6B7DEC5B-5C3C-4556-AFDE-E2FC8E223688}" destId="{28D3387E-2F0E-48CC-8C9F-A05C47672CE5}" srcOrd="3" destOrd="0" presId="urn:microsoft.com/office/officeart/2005/8/layout/cycle7"/>
    <dgm:cxn modelId="{D40FAEF7-ED97-4118-92B2-EE98E7309A9A}" type="presParOf" srcId="{28D3387E-2F0E-48CC-8C9F-A05C47672CE5}" destId="{6F5E4D88-4E36-4488-BF9D-B2C32EFB5163}" srcOrd="0" destOrd="0" presId="urn:microsoft.com/office/officeart/2005/8/layout/cycle7"/>
    <dgm:cxn modelId="{94B84C59-CF15-4C92-8CE6-6C3BF9B6DD9B}" type="presParOf" srcId="{6B7DEC5B-5C3C-4556-AFDE-E2FC8E223688}" destId="{334E4CF8-6F62-4ACD-BF33-7635AAC5A7B7}" srcOrd="4" destOrd="0" presId="urn:microsoft.com/office/officeart/2005/8/layout/cycle7"/>
    <dgm:cxn modelId="{29791388-94E1-4A26-9F25-10AAA2554647}" type="presParOf" srcId="{6B7DEC5B-5C3C-4556-AFDE-E2FC8E223688}" destId="{EFB9F065-B6DD-4B60-8D00-97EDB71C541A}" srcOrd="5" destOrd="0" presId="urn:microsoft.com/office/officeart/2005/8/layout/cycle7"/>
    <dgm:cxn modelId="{5756F873-3AB4-455D-BAF6-D721A77466E2}" type="presParOf" srcId="{EFB9F065-B6DD-4B60-8D00-97EDB71C541A}" destId="{4E62A6A1-E7A7-44C2-9196-C345D5CF2B36}"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rgbClr val="FFC000"/>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7B95A0-7FF7-41C9-80B4-2CCD9EB7B8F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it-IT"/>
        </a:p>
      </dgm:t>
    </dgm:pt>
    <dgm:pt modelId="{60A098B5-54A7-49EA-9D79-843CB3ADB77A}">
      <dgm:prSet phldrT="[Testo]"/>
      <dgm:spPr>
        <a:ln>
          <a:solidFill>
            <a:schemeClr val="tx1">
              <a:lumMod val="50000"/>
            </a:schemeClr>
          </a:solidFill>
        </a:ln>
      </dgm:spPr>
      <dgm:t>
        <a:bodyPr/>
        <a:lstStyle/>
        <a:p>
          <a:r>
            <a:rPr lang="en-US" noProof="0" dirty="0"/>
            <a:t>NHC</a:t>
          </a:r>
        </a:p>
      </dgm:t>
    </dgm:pt>
    <dgm:pt modelId="{1EFCDF76-2621-430A-B6CE-4EA7FFEEE106}" type="parTrans" cxnId="{E746CC87-4748-491E-BE7D-1A9C309D5718}">
      <dgm:prSet/>
      <dgm:spPr/>
      <dgm:t>
        <a:bodyPr/>
        <a:lstStyle/>
        <a:p>
          <a:endParaRPr lang="it-IT"/>
        </a:p>
      </dgm:t>
    </dgm:pt>
    <dgm:pt modelId="{70EB8FBE-CFF8-4D3B-AAEF-CC9DC38B388F}" type="sibTrans" cxnId="{E746CC87-4748-491E-BE7D-1A9C309D5718}">
      <dgm:prSet/>
      <dgm:spPr/>
      <dgm:t>
        <a:bodyPr/>
        <a:lstStyle/>
        <a:p>
          <a:endParaRPr lang="it-IT"/>
        </a:p>
      </dgm:t>
    </dgm:pt>
    <dgm:pt modelId="{41B618D3-0232-44E3-86AD-862008280429}">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Governance</a:t>
          </a:r>
        </a:p>
      </dgm:t>
    </dgm:pt>
    <dgm:pt modelId="{D3230053-1DDF-4B40-81CB-BCE4FD01472D}" type="parTrans" cxnId="{DECAAE24-B85B-4592-A682-AF97A947496A}">
      <dgm:prSet/>
      <dgm:spPr/>
      <dgm:t>
        <a:bodyPr/>
        <a:lstStyle/>
        <a:p>
          <a:endParaRPr lang="it-IT"/>
        </a:p>
      </dgm:t>
    </dgm:pt>
    <dgm:pt modelId="{EC62C19C-4648-4C38-A3B3-EBCAF4014F52}" type="sibTrans" cxnId="{DECAAE24-B85B-4592-A682-AF97A947496A}">
      <dgm:prSet/>
      <dgm:spPr/>
      <dgm:t>
        <a:bodyPr/>
        <a:lstStyle/>
        <a:p>
          <a:endParaRPr lang="it-IT"/>
        </a:p>
      </dgm:t>
    </dgm:pt>
    <dgm:pt modelId="{B01C8FDE-E669-497F-8FA5-69A17C15E4E9}">
      <dgm:prSet phldrT="[Testo]"/>
      <dgm:spPr>
        <a:solidFill>
          <a:srgbClr val="FFC000"/>
        </a:solidFill>
      </dgm:spPr>
      <dgm:t>
        <a:bodyPr/>
        <a:lstStyle/>
        <a:p>
          <a:r>
            <a:rPr lang="en-US" noProof="0" dirty="0">
              <a:solidFill>
                <a:schemeClr val="tx1"/>
              </a:solidFill>
            </a:rPr>
            <a:t>Ministry</a:t>
          </a:r>
        </a:p>
      </dgm:t>
    </dgm:pt>
    <dgm:pt modelId="{AF9AD83F-4D85-45DF-97E5-D5AFD3B213C5}" type="parTrans" cxnId="{9BA50D1C-FA48-43E1-A74C-C6271CB73581}">
      <dgm:prSet/>
      <dgm:spPr/>
      <dgm:t>
        <a:bodyPr/>
        <a:lstStyle/>
        <a:p>
          <a:endParaRPr lang="it-IT"/>
        </a:p>
      </dgm:t>
    </dgm:pt>
    <dgm:pt modelId="{40191EA3-0237-4D58-AA22-ACE328AD4C69}" type="sibTrans" cxnId="{9BA50D1C-FA48-43E1-A74C-C6271CB73581}">
      <dgm:prSet/>
      <dgm:spPr/>
      <dgm:t>
        <a:bodyPr/>
        <a:lstStyle/>
        <a:p>
          <a:endParaRPr lang="it-IT"/>
        </a:p>
      </dgm:t>
    </dgm:pt>
    <dgm:pt modelId="{6BC80512-7BC0-4A18-A246-50B488A9132B}">
      <dgm:prSet phldrT="[Testo]"/>
      <dgm:spPr>
        <a:solidFill>
          <a:srgbClr val="FFC000"/>
        </a:solidFill>
      </dgm:spPr>
      <dgm:t>
        <a:bodyPr/>
        <a:lstStyle/>
        <a:p>
          <a:r>
            <a:rPr lang="en-US" noProof="0" dirty="0">
              <a:solidFill>
                <a:schemeClr val="tx1"/>
              </a:solidFill>
            </a:rPr>
            <a:t>Regions</a:t>
          </a:r>
        </a:p>
      </dgm:t>
    </dgm:pt>
    <dgm:pt modelId="{27098E0F-FDEC-4020-BB9B-439BFA208ACC}" type="parTrans" cxnId="{803E05B3-9CEC-4BD3-BC76-9F4397F949D6}">
      <dgm:prSet/>
      <dgm:spPr/>
      <dgm:t>
        <a:bodyPr/>
        <a:lstStyle/>
        <a:p>
          <a:endParaRPr lang="it-IT"/>
        </a:p>
      </dgm:t>
    </dgm:pt>
    <dgm:pt modelId="{8363B606-E872-424B-A216-232F27AA3727}" type="sibTrans" cxnId="{803E05B3-9CEC-4BD3-BC76-9F4397F949D6}">
      <dgm:prSet/>
      <dgm:spPr/>
      <dgm:t>
        <a:bodyPr/>
        <a:lstStyle/>
        <a:p>
          <a:endParaRPr lang="it-IT"/>
        </a:p>
      </dgm:t>
    </dgm:pt>
    <dgm:pt modelId="{A28A9BF7-D2DD-4E1F-8864-2488E5C3E808}">
      <dgm:prSet phldrT="[Testo]"/>
      <dgm:spPr>
        <a:solidFill>
          <a:srgbClr val="FFC000"/>
        </a:solidFill>
      </dgm:spPr>
      <dgm:t>
        <a:bodyPr/>
        <a:lstStyle/>
        <a:p>
          <a:r>
            <a:rPr lang="en-US" noProof="0" dirty="0">
              <a:solidFill>
                <a:schemeClr val="tx1"/>
              </a:solidFill>
            </a:rPr>
            <a:t>Provinces / Local HC authorities</a:t>
          </a:r>
        </a:p>
      </dgm:t>
    </dgm:pt>
    <dgm:pt modelId="{CA887D91-B6E1-41F7-B364-5E29126A3732}" type="parTrans" cxnId="{CE28BA8E-37EC-45EA-8ED9-2FA6D7451E9C}">
      <dgm:prSet/>
      <dgm:spPr/>
      <dgm:t>
        <a:bodyPr/>
        <a:lstStyle/>
        <a:p>
          <a:endParaRPr lang="it-IT"/>
        </a:p>
      </dgm:t>
    </dgm:pt>
    <dgm:pt modelId="{5E400F1A-EA2C-4D9B-911D-BE5403B3AB7C}" type="sibTrans" cxnId="{CE28BA8E-37EC-45EA-8ED9-2FA6D7451E9C}">
      <dgm:prSet/>
      <dgm:spPr/>
      <dgm:t>
        <a:bodyPr/>
        <a:lstStyle/>
        <a:p>
          <a:endParaRPr lang="it-IT"/>
        </a:p>
      </dgm:t>
    </dgm:pt>
    <dgm:pt modelId="{78C0A2BB-1143-4948-8906-7CCCF1495085}">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Family Doctors </a:t>
          </a:r>
        </a:p>
      </dgm:t>
    </dgm:pt>
    <dgm:pt modelId="{1712715A-AC26-42B5-80AE-6EC27C45D669}" type="sibTrans" cxnId="{781A1CE6-0D2E-4DAD-A9A2-B88335199D3C}">
      <dgm:prSet/>
      <dgm:spPr/>
      <dgm:t>
        <a:bodyPr/>
        <a:lstStyle/>
        <a:p>
          <a:endParaRPr lang="it-IT"/>
        </a:p>
      </dgm:t>
    </dgm:pt>
    <dgm:pt modelId="{8F9F4419-EDB6-4187-BF6E-F9AA7D665672}" type="parTrans" cxnId="{781A1CE6-0D2E-4DAD-A9A2-B88335199D3C}">
      <dgm:prSet/>
      <dgm:spPr/>
      <dgm:t>
        <a:bodyPr/>
        <a:lstStyle/>
        <a:p>
          <a:endParaRPr lang="it-IT"/>
        </a:p>
      </dgm:t>
    </dgm:pt>
    <dgm:pt modelId="{5AFAB93C-DC98-407B-8FC7-479606000B1C}">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Operational Units </a:t>
          </a:r>
        </a:p>
      </dgm:t>
    </dgm:pt>
    <dgm:pt modelId="{DFF6FC27-82B7-4DCD-AA01-849327337C96}" type="parTrans" cxnId="{32863E11-C1C9-40FB-A362-D324929D06BD}">
      <dgm:prSet/>
      <dgm:spPr/>
      <dgm:t>
        <a:bodyPr/>
        <a:lstStyle/>
        <a:p>
          <a:endParaRPr lang="en-US"/>
        </a:p>
      </dgm:t>
    </dgm:pt>
    <dgm:pt modelId="{3DB6DF29-E32F-43CF-9244-23D938432706}" type="sibTrans" cxnId="{32863E11-C1C9-40FB-A362-D324929D06BD}">
      <dgm:prSet/>
      <dgm:spPr/>
      <dgm:t>
        <a:bodyPr/>
        <a:lstStyle/>
        <a:p>
          <a:endParaRPr lang="en-US"/>
        </a:p>
      </dgm:t>
    </dgm:pt>
    <dgm:pt modelId="{38A19284-681D-46F7-9F16-AD66364F0C14}" type="pres">
      <dgm:prSet presAssocID="{4B7B95A0-7FF7-41C9-80B4-2CCD9EB7B8F9}" presName="hierChild1" presStyleCnt="0">
        <dgm:presLayoutVars>
          <dgm:orgChart val="1"/>
          <dgm:chPref val="1"/>
          <dgm:dir/>
          <dgm:animOne val="branch"/>
          <dgm:animLvl val="lvl"/>
          <dgm:resizeHandles/>
        </dgm:presLayoutVars>
      </dgm:prSet>
      <dgm:spPr/>
    </dgm:pt>
    <dgm:pt modelId="{0C1CA843-42D9-4D2F-A26E-15B9AE9CF806}" type="pres">
      <dgm:prSet presAssocID="{60A098B5-54A7-49EA-9D79-843CB3ADB77A}" presName="hierRoot1" presStyleCnt="0">
        <dgm:presLayoutVars>
          <dgm:hierBranch val="init"/>
        </dgm:presLayoutVars>
      </dgm:prSet>
      <dgm:spPr/>
    </dgm:pt>
    <dgm:pt modelId="{E183401B-3A7D-4823-A3F7-B1F0685DF601}" type="pres">
      <dgm:prSet presAssocID="{60A098B5-54A7-49EA-9D79-843CB3ADB77A}" presName="rootComposite1" presStyleCnt="0"/>
      <dgm:spPr/>
    </dgm:pt>
    <dgm:pt modelId="{1923B110-1311-42FB-ADE4-71CC65E30C75}" type="pres">
      <dgm:prSet presAssocID="{60A098B5-54A7-49EA-9D79-843CB3ADB77A}" presName="rootText1" presStyleLbl="node0" presStyleIdx="0" presStyleCnt="1">
        <dgm:presLayoutVars>
          <dgm:chPref val="3"/>
        </dgm:presLayoutVars>
      </dgm:prSet>
      <dgm:spPr/>
    </dgm:pt>
    <dgm:pt modelId="{439B5762-5574-493C-A257-4C79DD358015}" type="pres">
      <dgm:prSet presAssocID="{60A098B5-54A7-49EA-9D79-843CB3ADB77A}" presName="rootConnector1" presStyleLbl="node1" presStyleIdx="0" presStyleCnt="0"/>
      <dgm:spPr/>
    </dgm:pt>
    <dgm:pt modelId="{D50E3552-76BD-4E4D-8274-A23B6A94EA17}" type="pres">
      <dgm:prSet presAssocID="{60A098B5-54A7-49EA-9D79-843CB3ADB77A}" presName="hierChild2" presStyleCnt="0"/>
      <dgm:spPr/>
    </dgm:pt>
    <dgm:pt modelId="{493CDC5C-BD1C-4212-8908-B35AF796A95F}" type="pres">
      <dgm:prSet presAssocID="{D3230053-1DDF-4B40-81CB-BCE4FD01472D}" presName="Name37" presStyleLbl="parChTrans1D2" presStyleIdx="0" presStyleCnt="3"/>
      <dgm:spPr/>
    </dgm:pt>
    <dgm:pt modelId="{2518D949-CCBF-4333-893E-87A3A049AEB8}" type="pres">
      <dgm:prSet presAssocID="{41B618D3-0232-44E3-86AD-862008280429}" presName="hierRoot2" presStyleCnt="0">
        <dgm:presLayoutVars>
          <dgm:hierBranch val="init"/>
        </dgm:presLayoutVars>
      </dgm:prSet>
      <dgm:spPr/>
    </dgm:pt>
    <dgm:pt modelId="{96A452DF-0535-40CE-8768-219982A39821}" type="pres">
      <dgm:prSet presAssocID="{41B618D3-0232-44E3-86AD-862008280429}" presName="rootComposite" presStyleCnt="0"/>
      <dgm:spPr/>
    </dgm:pt>
    <dgm:pt modelId="{57393680-72C5-4AD9-9761-3AD0C62A322D}" type="pres">
      <dgm:prSet presAssocID="{41B618D3-0232-44E3-86AD-862008280429}" presName="rootText" presStyleLbl="node2" presStyleIdx="0" presStyleCnt="3">
        <dgm:presLayoutVars>
          <dgm:chPref val="3"/>
        </dgm:presLayoutVars>
      </dgm:prSet>
      <dgm:spPr/>
    </dgm:pt>
    <dgm:pt modelId="{28398BB2-1744-4767-ABE3-9B88C5A510E8}" type="pres">
      <dgm:prSet presAssocID="{41B618D3-0232-44E3-86AD-862008280429}" presName="rootConnector" presStyleLbl="node2" presStyleIdx="0" presStyleCnt="3"/>
      <dgm:spPr/>
    </dgm:pt>
    <dgm:pt modelId="{785F7E39-0ADC-4839-B2D0-6716D411A26C}" type="pres">
      <dgm:prSet presAssocID="{41B618D3-0232-44E3-86AD-862008280429}" presName="hierChild4" presStyleCnt="0"/>
      <dgm:spPr/>
    </dgm:pt>
    <dgm:pt modelId="{0C270FB2-06FE-4219-B216-ABF690BF87F4}" type="pres">
      <dgm:prSet presAssocID="{AF9AD83F-4D85-45DF-97E5-D5AFD3B213C5}" presName="Name37" presStyleLbl="parChTrans1D3" presStyleIdx="0" presStyleCnt="1"/>
      <dgm:spPr/>
    </dgm:pt>
    <dgm:pt modelId="{885879C7-9BBE-46C0-BA89-7F1EF53B6853}" type="pres">
      <dgm:prSet presAssocID="{B01C8FDE-E669-497F-8FA5-69A17C15E4E9}" presName="hierRoot2" presStyleCnt="0">
        <dgm:presLayoutVars>
          <dgm:hierBranch val="init"/>
        </dgm:presLayoutVars>
      </dgm:prSet>
      <dgm:spPr/>
    </dgm:pt>
    <dgm:pt modelId="{4F32B018-D6CD-445B-9053-7A2C3BB0B8A8}" type="pres">
      <dgm:prSet presAssocID="{B01C8FDE-E669-497F-8FA5-69A17C15E4E9}" presName="rootComposite" presStyleCnt="0"/>
      <dgm:spPr/>
    </dgm:pt>
    <dgm:pt modelId="{C02D9C24-9F7D-47A0-AD0F-6231E4BD384C}" type="pres">
      <dgm:prSet presAssocID="{B01C8FDE-E669-497F-8FA5-69A17C15E4E9}" presName="rootText" presStyleLbl="node3" presStyleIdx="0" presStyleCnt="1">
        <dgm:presLayoutVars>
          <dgm:chPref val="3"/>
        </dgm:presLayoutVars>
      </dgm:prSet>
      <dgm:spPr/>
    </dgm:pt>
    <dgm:pt modelId="{322C6540-00B7-4BE8-9254-C0722E4000CF}" type="pres">
      <dgm:prSet presAssocID="{B01C8FDE-E669-497F-8FA5-69A17C15E4E9}" presName="rootConnector" presStyleLbl="node3" presStyleIdx="0" presStyleCnt="1"/>
      <dgm:spPr/>
    </dgm:pt>
    <dgm:pt modelId="{A9665D4E-B69C-4974-A690-BEF73EC5A1D9}" type="pres">
      <dgm:prSet presAssocID="{B01C8FDE-E669-497F-8FA5-69A17C15E4E9}" presName="hierChild4" presStyleCnt="0"/>
      <dgm:spPr/>
    </dgm:pt>
    <dgm:pt modelId="{5DA1361B-469C-4177-9FB4-3F5BB3FBB9B7}" type="pres">
      <dgm:prSet presAssocID="{27098E0F-FDEC-4020-BB9B-439BFA208ACC}" presName="Name37" presStyleLbl="parChTrans1D4" presStyleIdx="0" presStyleCnt="2"/>
      <dgm:spPr/>
    </dgm:pt>
    <dgm:pt modelId="{BFE8C824-F7AD-475A-97DC-00F5CFD71B3D}" type="pres">
      <dgm:prSet presAssocID="{6BC80512-7BC0-4A18-A246-50B488A9132B}" presName="hierRoot2" presStyleCnt="0">
        <dgm:presLayoutVars>
          <dgm:hierBranch/>
        </dgm:presLayoutVars>
      </dgm:prSet>
      <dgm:spPr/>
    </dgm:pt>
    <dgm:pt modelId="{21DAD7B4-0EE4-4D19-B6B3-D35E2D85F68B}" type="pres">
      <dgm:prSet presAssocID="{6BC80512-7BC0-4A18-A246-50B488A9132B}" presName="rootComposite" presStyleCnt="0"/>
      <dgm:spPr/>
    </dgm:pt>
    <dgm:pt modelId="{45B64A7F-ADE5-4590-80ED-E5C3EAC856AB}" type="pres">
      <dgm:prSet presAssocID="{6BC80512-7BC0-4A18-A246-50B488A9132B}" presName="rootText" presStyleLbl="node4" presStyleIdx="0" presStyleCnt="2">
        <dgm:presLayoutVars>
          <dgm:chPref val="3"/>
        </dgm:presLayoutVars>
      </dgm:prSet>
      <dgm:spPr/>
    </dgm:pt>
    <dgm:pt modelId="{8FA08B33-A7D8-4732-BE89-3695E95D98E8}" type="pres">
      <dgm:prSet presAssocID="{6BC80512-7BC0-4A18-A246-50B488A9132B}" presName="rootConnector" presStyleLbl="node4" presStyleIdx="0" presStyleCnt="2"/>
      <dgm:spPr/>
    </dgm:pt>
    <dgm:pt modelId="{03B71401-1F77-4F8B-8E52-417F4220459A}" type="pres">
      <dgm:prSet presAssocID="{6BC80512-7BC0-4A18-A246-50B488A9132B}" presName="hierChild4" presStyleCnt="0"/>
      <dgm:spPr/>
    </dgm:pt>
    <dgm:pt modelId="{A046F2F5-E716-4900-B0F4-0FDDBC591B6E}" type="pres">
      <dgm:prSet presAssocID="{CA887D91-B6E1-41F7-B364-5E29126A3732}" presName="Name35" presStyleLbl="parChTrans1D4" presStyleIdx="1" presStyleCnt="2"/>
      <dgm:spPr/>
    </dgm:pt>
    <dgm:pt modelId="{07249D27-AE0A-43BF-BF8A-48451A4CFED2}" type="pres">
      <dgm:prSet presAssocID="{A28A9BF7-D2DD-4E1F-8864-2488E5C3E808}" presName="hierRoot2" presStyleCnt="0">
        <dgm:presLayoutVars>
          <dgm:hierBranch val="init"/>
        </dgm:presLayoutVars>
      </dgm:prSet>
      <dgm:spPr/>
    </dgm:pt>
    <dgm:pt modelId="{034CB4E7-62C2-4625-A835-70D523512ACD}" type="pres">
      <dgm:prSet presAssocID="{A28A9BF7-D2DD-4E1F-8864-2488E5C3E808}" presName="rootComposite" presStyleCnt="0"/>
      <dgm:spPr/>
    </dgm:pt>
    <dgm:pt modelId="{FB74FAD5-E858-4506-902D-084DCE30C862}" type="pres">
      <dgm:prSet presAssocID="{A28A9BF7-D2DD-4E1F-8864-2488E5C3E808}" presName="rootText" presStyleLbl="node4" presStyleIdx="1" presStyleCnt="2">
        <dgm:presLayoutVars>
          <dgm:chPref val="3"/>
        </dgm:presLayoutVars>
      </dgm:prSet>
      <dgm:spPr/>
    </dgm:pt>
    <dgm:pt modelId="{0EE8D3B9-D62A-43AC-96D2-A965B1ABF7B9}" type="pres">
      <dgm:prSet presAssocID="{A28A9BF7-D2DD-4E1F-8864-2488E5C3E808}" presName="rootConnector" presStyleLbl="node4" presStyleIdx="1" presStyleCnt="2"/>
      <dgm:spPr/>
    </dgm:pt>
    <dgm:pt modelId="{060340A2-97D6-420A-9A96-4EF9AFC57F11}" type="pres">
      <dgm:prSet presAssocID="{A28A9BF7-D2DD-4E1F-8864-2488E5C3E808}" presName="hierChild4" presStyleCnt="0"/>
      <dgm:spPr/>
    </dgm:pt>
    <dgm:pt modelId="{9EDEB6D0-CE46-420A-B4F9-30C73A4D5750}" type="pres">
      <dgm:prSet presAssocID="{A28A9BF7-D2DD-4E1F-8864-2488E5C3E808}" presName="hierChild5" presStyleCnt="0"/>
      <dgm:spPr/>
    </dgm:pt>
    <dgm:pt modelId="{834A355A-5C27-460C-884E-69E2A67820EF}" type="pres">
      <dgm:prSet presAssocID="{6BC80512-7BC0-4A18-A246-50B488A9132B}" presName="hierChild5" presStyleCnt="0"/>
      <dgm:spPr/>
    </dgm:pt>
    <dgm:pt modelId="{31E89F72-6EBE-4A6F-8973-D7349714D30A}" type="pres">
      <dgm:prSet presAssocID="{B01C8FDE-E669-497F-8FA5-69A17C15E4E9}" presName="hierChild5" presStyleCnt="0"/>
      <dgm:spPr/>
    </dgm:pt>
    <dgm:pt modelId="{DEA3B3BC-5539-4121-B91B-48DFEA465070}" type="pres">
      <dgm:prSet presAssocID="{41B618D3-0232-44E3-86AD-862008280429}" presName="hierChild5" presStyleCnt="0"/>
      <dgm:spPr/>
    </dgm:pt>
    <dgm:pt modelId="{ECB184AF-1921-4359-9C41-B8FBDB6C38C8}" type="pres">
      <dgm:prSet presAssocID="{8F9F4419-EDB6-4187-BF6E-F9AA7D665672}" presName="Name37" presStyleLbl="parChTrans1D2" presStyleIdx="1" presStyleCnt="3"/>
      <dgm:spPr/>
    </dgm:pt>
    <dgm:pt modelId="{22148953-727B-4B5C-B12A-EEED16BCB2DE}" type="pres">
      <dgm:prSet presAssocID="{78C0A2BB-1143-4948-8906-7CCCF1495085}" presName="hierRoot2" presStyleCnt="0">
        <dgm:presLayoutVars>
          <dgm:hierBranch val="init"/>
        </dgm:presLayoutVars>
      </dgm:prSet>
      <dgm:spPr/>
    </dgm:pt>
    <dgm:pt modelId="{52CA49BA-D7E4-4FC0-A518-096E625B7874}" type="pres">
      <dgm:prSet presAssocID="{78C0A2BB-1143-4948-8906-7CCCF1495085}" presName="rootComposite" presStyleCnt="0"/>
      <dgm:spPr/>
    </dgm:pt>
    <dgm:pt modelId="{DD924B1F-43F4-4923-B3D1-D3DF90FEED59}" type="pres">
      <dgm:prSet presAssocID="{78C0A2BB-1143-4948-8906-7CCCF1495085}" presName="rootText" presStyleLbl="node2" presStyleIdx="1" presStyleCnt="3">
        <dgm:presLayoutVars>
          <dgm:chPref val="3"/>
        </dgm:presLayoutVars>
      </dgm:prSet>
      <dgm:spPr/>
    </dgm:pt>
    <dgm:pt modelId="{D9D1E118-482B-4AAB-BC88-E945BA297A7D}" type="pres">
      <dgm:prSet presAssocID="{78C0A2BB-1143-4948-8906-7CCCF1495085}" presName="rootConnector" presStyleLbl="node2" presStyleIdx="1" presStyleCnt="3"/>
      <dgm:spPr/>
    </dgm:pt>
    <dgm:pt modelId="{89330CAD-FF37-4D3A-A7CC-ED2971CCDB1A}" type="pres">
      <dgm:prSet presAssocID="{78C0A2BB-1143-4948-8906-7CCCF1495085}" presName="hierChild4" presStyleCnt="0"/>
      <dgm:spPr/>
    </dgm:pt>
    <dgm:pt modelId="{14A5A4DA-A55F-44F6-9588-8AEC57664A00}" type="pres">
      <dgm:prSet presAssocID="{78C0A2BB-1143-4948-8906-7CCCF1495085}" presName="hierChild5" presStyleCnt="0"/>
      <dgm:spPr/>
    </dgm:pt>
    <dgm:pt modelId="{36B62493-06A9-4722-8914-5A8057273A3C}" type="pres">
      <dgm:prSet presAssocID="{DFF6FC27-82B7-4DCD-AA01-849327337C96}" presName="Name37" presStyleLbl="parChTrans1D2" presStyleIdx="2" presStyleCnt="3"/>
      <dgm:spPr/>
    </dgm:pt>
    <dgm:pt modelId="{A4B7194F-4E7B-4B7D-9C10-73F3B693C26E}" type="pres">
      <dgm:prSet presAssocID="{5AFAB93C-DC98-407B-8FC7-479606000B1C}" presName="hierRoot2" presStyleCnt="0">
        <dgm:presLayoutVars>
          <dgm:hierBranch val="init"/>
        </dgm:presLayoutVars>
      </dgm:prSet>
      <dgm:spPr/>
    </dgm:pt>
    <dgm:pt modelId="{984209E9-15D8-4D49-87A1-B066FA84CD1A}" type="pres">
      <dgm:prSet presAssocID="{5AFAB93C-DC98-407B-8FC7-479606000B1C}" presName="rootComposite" presStyleCnt="0"/>
      <dgm:spPr/>
    </dgm:pt>
    <dgm:pt modelId="{165D9B6F-A063-499B-89AC-BAC3F5CCB11A}" type="pres">
      <dgm:prSet presAssocID="{5AFAB93C-DC98-407B-8FC7-479606000B1C}" presName="rootText" presStyleLbl="node2" presStyleIdx="2" presStyleCnt="3">
        <dgm:presLayoutVars>
          <dgm:chPref val="3"/>
        </dgm:presLayoutVars>
      </dgm:prSet>
      <dgm:spPr/>
    </dgm:pt>
    <dgm:pt modelId="{F043AA21-D758-4A19-958B-12C4C18671CB}" type="pres">
      <dgm:prSet presAssocID="{5AFAB93C-DC98-407B-8FC7-479606000B1C}" presName="rootConnector" presStyleLbl="node2" presStyleIdx="2" presStyleCnt="3"/>
      <dgm:spPr/>
    </dgm:pt>
    <dgm:pt modelId="{17B250AE-50CD-42DE-BCAA-4FC66F39FEF2}" type="pres">
      <dgm:prSet presAssocID="{5AFAB93C-DC98-407B-8FC7-479606000B1C}" presName="hierChild4" presStyleCnt="0"/>
      <dgm:spPr/>
    </dgm:pt>
    <dgm:pt modelId="{D8B7B921-709A-40E0-A577-A95F3000871D}" type="pres">
      <dgm:prSet presAssocID="{5AFAB93C-DC98-407B-8FC7-479606000B1C}" presName="hierChild5" presStyleCnt="0"/>
      <dgm:spPr/>
    </dgm:pt>
    <dgm:pt modelId="{EA890ABD-A9C6-49F3-B68C-BA9D0A267D08}" type="pres">
      <dgm:prSet presAssocID="{60A098B5-54A7-49EA-9D79-843CB3ADB77A}" presName="hierChild3" presStyleCnt="0"/>
      <dgm:spPr/>
    </dgm:pt>
  </dgm:ptLst>
  <dgm:cxnLst>
    <dgm:cxn modelId="{CD291707-B669-4FE1-B776-11D84590FB59}" type="presOf" srcId="{78C0A2BB-1143-4948-8906-7CCCF1495085}" destId="{D9D1E118-482B-4AAB-BC88-E945BA297A7D}" srcOrd="1" destOrd="0" presId="urn:microsoft.com/office/officeart/2005/8/layout/orgChart1"/>
    <dgm:cxn modelId="{CE46730D-656E-493A-96F9-F51790A53C28}" type="presOf" srcId="{60A098B5-54A7-49EA-9D79-843CB3ADB77A}" destId="{1923B110-1311-42FB-ADE4-71CC65E30C75}" srcOrd="0" destOrd="0" presId="urn:microsoft.com/office/officeart/2005/8/layout/orgChart1"/>
    <dgm:cxn modelId="{BFEB650F-0700-4657-9AB2-44E2FA859BBE}" type="presOf" srcId="{41B618D3-0232-44E3-86AD-862008280429}" destId="{57393680-72C5-4AD9-9761-3AD0C62A322D}" srcOrd="0" destOrd="0" presId="urn:microsoft.com/office/officeart/2005/8/layout/orgChart1"/>
    <dgm:cxn modelId="{32863E11-C1C9-40FB-A362-D324929D06BD}" srcId="{60A098B5-54A7-49EA-9D79-843CB3ADB77A}" destId="{5AFAB93C-DC98-407B-8FC7-479606000B1C}" srcOrd="2" destOrd="0" parTransId="{DFF6FC27-82B7-4DCD-AA01-849327337C96}" sibTransId="{3DB6DF29-E32F-43CF-9244-23D938432706}"/>
    <dgm:cxn modelId="{201E6215-8076-4E7D-951B-9FA02F05EDC0}" type="presOf" srcId="{D3230053-1DDF-4B40-81CB-BCE4FD01472D}" destId="{493CDC5C-BD1C-4212-8908-B35AF796A95F}" srcOrd="0" destOrd="0" presId="urn:microsoft.com/office/officeart/2005/8/layout/orgChart1"/>
    <dgm:cxn modelId="{A2325A18-9844-4F0E-9334-8E54B079F0E8}" type="presOf" srcId="{5AFAB93C-DC98-407B-8FC7-479606000B1C}" destId="{F043AA21-D758-4A19-958B-12C4C18671CB}" srcOrd="1" destOrd="0" presId="urn:microsoft.com/office/officeart/2005/8/layout/orgChart1"/>
    <dgm:cxn modelId="{BFF5C41A-9ECA-4313-A91F-643378A4549D}" type="presOf" srcId="{27098E0F-FDEC-4020-BB9B-439BFA208ACC}" destId="{5DA1361B-469C-4177-9FB4-3F5BB3FBB9B7}" srcOrd="0" destOrd="0" presId="urn:microsoft.com/office/officeart/2005/8/layout/orgChart1"/>
    <dgm:cxn modelId="{9BA50D1C-FA48-43E1-A74C-C6271CB73581}" srcId="{41B618D3-0232-44E3-86AD-862008280429}" destId="{B01C8FDE-E669-497F-8FA5-69A17C15E4E9}" srcOrd="0" destOrd="0" parTransId="{AF9AD83F-4D85-45DF-97E5-D5AFD3B213C5}" sibTransId="{40191EA3-0237-4D58-AA22-ACE328AD4C69}"/>
    <dgm:cxn modelId="{DECAAE24-B85B-4592-A682-AF97A947496A}" srcId="{60A098B5-54A7-49EA-9D79-843CB3ADB77A}" destId="{41B618D3-0232-44E3-86AD-862008280429}" srcOrd="0" destOrd="0" parTransId="{D3230053-1DDF-4B40-81CB-BCE4FD01472D}" sibTransId="{EC62C19C-4648-4C38-A3B3-EBCAF4014F52}"/>
    <dgm:cxn modelId="{E61AA22D-2D0F-4458-9101-36C2E5E4FC60}" type="presOf" srcId="{4B7B95A0-7FF7-41C9-80B4-2CCD9EB7B8F9}" destId="{38A19284-681D-46F7-9F16-AD66364F0C14}" srcOrd="0" destOrd="0" presId="urn:microsoft.com/office/officeart/2005/8/layout/orgChart1"/>
    <dgm:cxn modelId="{66BEAB60-853C-4552-87A1-17CBFC860696}" type="presOf" srcId="{DFF6FC27-82B7-4DCD-AA01-849327337C96}" destId="{36B62493-06A9-4722-8914-5A8057273A3C}" srcOrd="0" destOrd="0" presId="urn:microsoft.com/office/officeart/2005/8/layout/orgChart1"/>
    <dgm:cxn modelId="{25B2F860-ADA8-430E-9E2E-054D8562CAE8}" type="presOf" srcId="{5AFAB93C-DC98-407B-8FC7-479606000B1C}" destId="{165D9B6F-A063-499B-89AC-BAC3F5CCB11A}" srcOrd="0" destOrd="0" presId="urn:microsoft.com/office/officeart/2005/8/layout/orgChart1"/>
    <dgm:cxn modelId="{45F3CC43-5846-4D47-A2F0-A28B60017FCF}" type="presOf" srcId="{8F9F4419-EDB6-4187-BF6E-F9AA7D665672}" destId="{ECB184AF-1921-4359-9C41-B8FBDB6C38C8}" srcOrd="0" destOrd="0" presId="urn:microsoft.com/office/officeart/2005/8/layout/orgChart1"/>
    <dgm:cxn modelId="{BE7F3455-B91F-4CE4-85A2-53F3B165D963}" type="presOf" srcId="{41B618D3-0232-44E3-86AD-862008280429}" destId="{28398BB2-1744-4767-ABE3-9B88C5A510E8}" srcOrd="1" destOrd="0" presId="urn:microsoft.com/office/officeart/2005/8/layout/orgChart1"/>
    <dgm:cxn modelId="{9E397E83-BC79-4541-9ABF-4477ECA1C662}" type="presOf" srcId="{78C0A2BB-1143-4948-8906-7CCCF1495085}" destId="{DD924B1F-43F4-4923-B3D1-D3DF90FEED59}" srcOrd="0" destOrd="0" presId="urn:microsoft.com/office/officeart/2005/8/layout/orgChart1"/>
    <dgm:cxn modelId="{F1060F84-AB01-4E20-9C2C-D0778611A2DF}" type="presOf" srcId="{B01C8FDE-E669-497F-8FA5-69A17C15E4E9}" destId="{C02D9C24-9F7D-47A0-AD0F-6231E4BD384C}" srcOrd="0" destOrd="0" presId="urn:microsoft.com/office/officeart/2005/8/layout/orgChart1"/>
    <dgm:cxn modelId="{337CC987-51A8-4C5F-BC6C-5B8FD7E99EC6}" type="presOf" srcId="{6BC80512-7BC0-4A18-A246-50B488A9132B}" destId="{8FA08B33-A7D8-4732-BE89-3695E95D98E8}" srcOrd="1" destOrd="0" presId="urn:microsoft.com/office/officeart/2005/8/layout/orgChart1"/>
    <dgm:cxn modelId="{E746CC87-4748-491E-BE7D-1A9C309D5718}" srcId="{4B7B95A0-7FF7-41C9-80B4-2CCD9EB7B8F9}" destId="{60A098B5-54A7-49EA-9D79-843CB3ADB77A}" srcOrd="0" destOrd="0" parTransId="{1EFCDF76-2621-430A-B6CE-4EA7FFEEE106}" sibTransId="{70EB8FBE-CFF8-4D3B-AAEF-CC9DC38B388F}"/>
    <dgm:cxn modelId="{CE28BA8E-37EC-45EA-8ED9-2FA6D7451E9C}" srcId="{6BC80512-7BC0-4A18-A246-50B488A9132B}" destId="{A28A9BF7-D2DD-4E1F-8864-2488E5C3E808}" srcOrd="0" destOrd="0" parTransId="{CA887D91-B6E1-41F7-B364-5E29126A3732}" sibTransId="{5E400F1A-EA2C-4D9B-911D-BE5403B3AB7C}"/>
    <dgm:cxn modelId="{82806390-4666-4A1C-BF55-87DCEED0497B}" type="presOf" srcId="{B01C8FDE-E669-497F-8FA5-69A17C15E4E9}" destId="{322C6540-00B7-4BE8-9254-C0722E4000CF}" srcOrd="1" destOrd="0" presId="urn:microsoft.com/office/officeart/2005/8/layout/orgChart1"/>
    <dgm:cxn modelId="{803E05B3-9CEC-4BD3-BC76-9F4397F949D6}" srcId="{B01C8FDE-E669-497F-8FA5-69A17C15E4E9}" destId="{6BC80512-7BC0-4A18-A246-50B488A9132B}" srcOrd="0" destOrd="0" parTransId="{27098E0F-FDEC-4020-BB9B-439BFA208ACC}" sibTransId="{8363B606-E872-424B-A216-232F27AA3727}"/>
    <dgm:cxn modelId="{D2F000BA-AA13-450A-A801-234DCF68CF3B}" type="presOf" srcId="{CA887D91-B6E1-41F7-B364-5E29126A3732}" destId="{A046F2F5-E716-4900-B0F4-0FDDBC591B6E}" srcOrd="0" destOrd="0" presId="urn:microsoft.com/office/officeart/2005/8/layout/orgChart1"/>
    <dgm:cxn modelId="{E2389CBB-CEA5-4AED-8AC8-08BEE090479D}" type="presOf" srcId="{AF9AD83F-4D85-45DF-97E5-D5AFD3B213C5}" destId="{0C270FB2-06FE-4219-B216-ABF690BF87F4}" srcOrd="0" destOrd="0" presId="urn:microsoft.com/office/officeart/2005/8/layout/orgChart1"/>
    <dgm:cxn modelId="{5FC47EC4-1880-45E7-BE9C-25B60073B06A}" type="presOf" srcId="{60A098B5-54A7-49EA-9D79-843CB3ADB77A}" destId="{439B5762-5574-493C-A257-4C79DD358015}" srcOrd="1" destOrd="0" presId="urn:microsoft.com/office/officeart/2005/8/layout/orgChart1"/>
    <dgm:cxn modelId="{2BAA33DD-D8FC-452B-9168-EF468F99B11A}" type="presOf" srcId="{6BC80512-7BC0-4A18-A246-50B488A9132B}" destId="{45B64A7F-ADE5-4590-80ED-E5C3EAC856AB}" srcOrd="0" destOrd="0" presId="urn:microsoft.com/office/officeart/2005/8/layout/orgChart1"/>
    <dgm:cxn modelId="{781A1CE6-0D2E-4DAD-A9A2-B88335199D3C}" srcId="{60A098B5-54A7-49EA-9D79-843CB3ADB77A}" destId="{78C0A2BB-1143-4948-8906-7CCCF1495085}" srcOrd="1" destOrd="0" parTransId="{8F9F4419-EDB6-4187-BF6E-F9AA7D665672}" sibTransId="{1712715A-AC26-42B5-80AE-6EC27C45D669}"/>
    <dgm:cxn modelId="{2D226EF0-7770-4AAA-A8E0-A3BEC92BACFD}" type="presOf" srcId="{A28A9BF7-D2DD-4E1F-8864-2488E5C3E808}" destId="{0EE8D3B9-D62A-43AC-96D2-A965B1ABF7B9}" srcOrd="1" destOrd="0" presId="urn:microsoft.com/office/officeart/2005/8/layout/orgChart1"/>
    <dgm:cxn modelId="{663EE3FD-E51C-40EE-912B-0241D9CC0913}" type="presOf" srcId="{A28A9BF7-D2DD-4E1F-8864-2488E5C3E808}" destId="{FB74FAD5-E858-4506-902D-084DCE30C862}" srcOrd="0" destOrd="0" presId="urn:microsoft.com/office/officeart/2005/8/layout/orgChart1"/>
    <dgm:cxn modelId="{B5CB017A-BDFA-4B28-8FF4-EB577FB26963}" type="presParOf" srcId="{38A19284-681D-46F7-9F16-AD66364F0C14}" destId="{0C1CA843-42D9-4D2F-A26E-15B9AE9CF806}" srcOrd="0" destOrd="0" presId="urn:microsoft.com/office/officeart/2005/8/layout/orgChart1"/>
    <dgm:cxn modelId="{E5B3A664-C85A-4CFF-B76F-21F44DFAB75E}" type="presParOf" srcId="{0C1CA843-42D9-4D2F-A26E-15B9AE9CF806}" destId="{E183401B-3A7D-4823-A3F7-B1F0685DF601}" srcOrd="0" destOrd="0" presId="urn:microsoft.com/office/officeart/2005/8/layout/orgChart1"/>
    <dgm:cxn modelId="{EE019E63-8BCA-4BAA-B23D-7B074C613B44}" type="presParOf" srcId="{E183401B-3A7D-4823-A3F7-B1F0685DF601}" destId="{1923B110-1311-42FB-ADE4-71CC65E30C75}" srcOrd="0" destOrd="0" presId="urn:microsoft.com/office/officeart/2005/8/layout/orgChart1"/>
    <dgm:cxn modelId="{9C67ACFC-07AB-4E19-9C8D-3BF6A2807C4F}" type="presParOf" srcId="{E183401B-3A7D-4823-A3F7-B1F0685DF601}" destId="{439B5762-5574-493C-A257-4C79DD358015}" srcOrd="1" destOrd="0" presId="urn:microsoft.com/office/officeart/2005/8/layout/orgChart1"/>
    <dgm:cxn modelId="{B6B34BC1-5776-4A36-996D-0561AEF35837}" type="presParOf" srcId="{0C1CA843-42D9-4D2F-A26E-15B9AE9CF806}" destId="{D50E3552-76BD-4E4D-8274-A23B6A94EA17}" srcOrd="1" destOrd="0" presId="urn:microsoft.com/office/officeart/2005/8/layout/orgChart1"/>
    <dgm:cxn modelId="{D7BFD0FF-DF04-4EEB-A388-3117739A4B4B}" type="presParOf" srcId="{D50E3552-76BD-4E4D-8274-A23B6A94EA17}" destId="{493CDC5C-BD1C-4212-8908-B35AF796A95F}" srcOrd="0" destOrd="0" presId="urn:microsoft.com/office/officeart/2005/8/layout/orgChart1"/>
    <dgm:cxn modelId="{08BD0EB6-3004-47B2-9F07-3CFF672B1C40}" type="presParOf" srcId="{D50E3552-76BD-4E4D-8274-A23B6A94EA17}" destId="{2518D949-CCBF-4333-893E-87A3A049AEB8}" srcOrd="1" destOrd="0" presId="urn:microsoft.com/office/officeart/2005/8/layout/orgChart1"/>
    <dgm:cxn modelId="{38367C72-7E8B-4945-AC06-72EAA4165D98}" type="presParOf" srcId="{2518D949-CCBF-4333-893E-87A3A049AEB8}" destId="{96A452DF-0535-40CE-8768-219982A39821}" srcOrd="0" destOrd="0" presId="urn:microsoft.com/office/officeart/2005/8/layout/orgChart1"/>
    <dgm:cxn modelId="{BDCA01A2-4F74-4516-891D-4745FBED9FD9}" type="presParOf" srcId="{96A452DF-0535-40CE-8768-219982A39821}" destId="{57393680-72C5-4AD9-9761-3AD0C62A322D}" srcOrd="0" destOrd="0" presId="urn:microsoft.com/office/officeart/2005/8/layout/orgChart1"/>
    <dgm:cxn modelId="{CB37F1CA-664F-4248-8046-DB39ADA5CBE8}" type="presParOf" srcId="{96A452DF-0535-40CE-8768-219982A39821}" destId="{28398BB2-1744-4767-ABE3-9B88C5A510E8}" srcOrd="1" destOrd="0" presId="urn:microsoft.com/office/officeart/2005/8/layout/orgChart1"/>
    <dgm:cxn modelId="{2F8C45B5-5EA2-4750-8504-1F32CD312718}" type="presParOf" srcId="{2518D949-CCBF-4333-893E-87A3A049AEB8}" destId="{785F7E39-0ADC-4839-B2D0-6716D411A26C}" srcOrd="1" destOrd="0" presId="urn:microsoft.com/office/officeart/2005/8/layout/orgChart1"/>
    <dgm:cxn modelId="{26F97A45-FB98-40C2-A099-C03BC857BD1C}" type="presParOf" srcId="{785F7E39-0ADC-4839-B2D0-6716D411A26C}" destId="{0C270FB2-06FE-4219-B216-ABF690BF87F4}" srcOrd="0" destOrd="0" presId="urn:microsoft.com/office/officeart/2005/8/layout/orgChart1"/>
    <dgm:cxn modelId="{1CC5FD65-C213-4D95-905C-FD3798CAC966}" type="presParOf" srcId="{785F7E39-0ADC-4839-B2D0-6716D411A26C}" destId="{885879C7-9BBE-46C0-BA89-7F1EF53B6853}" srcOrd="1" destOrd="0" presId="urn:microsoft.com/office/officeart/2005/8/layout/orgChart1"/>
    <dgm:cxn modelId="{1961718D-01CE-46FB-849A-9449B40BE409}" type="presParOf" srcId="{885879C7-9BBE-46C0-BA89-7F1EF53B6853}" destId="{4F32B018-D6CD-445B-9053-7A2C3BB0B8A8}" srcOrd="0" destOrd="0" presId="urn:microsoft.com/office/officeart/2005/8/layout/orgChart1"/>
    <dgm:cxn modelId="{3D47EBC7-C45F-4A53-AA72-8873BD5F56AE}" type="presParOf" srcId="{4F32B018-D6CD-445B-9053-7A2C3BB0B8A8}" destId="{C02D9C24-9F7D-47A0-AD0F-6231E4BD384C}" srcOrd="0" destOrd="0" presId="urn:microsoft.com/office/officeart/2005/8/layout/orgChart1"/>
    <dgm:cxn modelId="{CCC71D01-F0D3-473A-A4E2-09524AEA2FF8}" type="presParOf" srcId="{4F32B018-D6CD-445B-9053-7A2C3BB0B8A8}" destId="{322C6540-00B7-4BE8-9254-C0722E4000CF}" srcOrd="1" destOrd="0" presId="urn:microsoft.com/office/officeart/2005/8/layout/orgChart1"/>
    <dgm:cxn modelId="{C8A5E436-411B-4D81-A040-FF8FA6D33605}" type="presParOf" srcId="{885879C7-9BBE-46C0-BA89-7F1EF53B6853}" destId="{A9665D4E-B69C-4974-A690-BEF73EC5A1D9}" srcOrd="1" destOrd="0" presId="urn:microsoft.com/office/officeart/2005/8/layout/orgChart1"/>
    <dgm:cxn modelId="{7ED19E98-6E6E-4534-BE71-2E54BA85E426}" type="presParOf" srcId="{A9665D4E-B69C-4974-A690-BEF73EC5A1D9}" destId="{5DA1361B-469C-4177-9FB4-3F5BB3FBB9B7}" srcOrd="0" destOrd="0" presId="urn:microsoft.com/office/officeart/2005/8/layout/orgChart1"/>
    <dgm:cxn modelId="{D33A14A3-BF43-49AB-952B-B2DDCB9B86A4}" type="presParOf" srcId="{A9665D4E-B69C-4974-A690-BEF73EC5A1D9}" destId="{BFE8C824-F7AD-475A-97DC-00F5CFD71B3D}" srcOrd="1" destOrd="0" presId="urn:microsoft.com/office/officeart/2005/8/layout/orgChart1"/>
    <dgm:cxn modelId="{EF0A20F9-F0B8-4D97-BD5F-46F377D86E58}" type="presParOf" srcId="{BFE8C824-F7AD-475A-97DC-00F5CFD71B3D}" destId="{21DAD7B4-0EE4-4D19-B6B3-D35E2D85F68B}" srcOrd="0" destOrd="0" presId="urn:microsoft.com/office/officeart/2005/8/layout/orgChart1"/>
    <dgm:cxn modelId="{D89D6A4D-83DE-4558-A7C3-1470F9A72475}" type="presParOf" srcId="{21DAD7B4-0EE4-4D19-B6B3-D35E2D85F68B}" destId="{45B64A7F-ADE5-4590-80ED-E5C3EAC856AB}" srcOrd="0" destOrd="0" presId="urn:microsoft.com/office/officeart/2005/8/layout/orgChart1"/>
    <dgm:cxn modelId="{EFD2CA30-7907-49D4-9A8C-FC0AA86B6416}" type="presParOf" srcId="{21DAD7B4-0EE4-4D19-B6B3-D35E2D85F68B}" destId="{8FA08B33-A7D8-4732-BE89-3695E95D98E8}" srcOrd="1" destOrd="0" presId="urn:microsoft.com/office/officeart/2005/8/layout/orgChart1"/>
    <dgm:cxn modelId="{C7880810-C045-48F8-891A-633983F047C7}" type="presParOf" srcId="{BFE8C824-F7AD-475A-97DC-00F5CFD71B3D}" destId="{03B71401-1F77-4F8B-8E52-417F4220459A}" srcOrd="1" destOrd="0" presId="urn:microsoft.com/office/officeart/2005/8/layout/orgChart1"/>
    <dgm:cxn modelId="{ED45ABC2-FBFE-4525-AF83-9A8D6B44D7CB}" type="presParOf" srcId="{03B71401-1F77-4F8B-8E52-417F4220459A}" destId="{A046F2F5-E716-4900-B0F4-0FDDBC591B6E}" srcOrd="0" destOrd="0" presId="urn:microsoft.com/office/officeart/2005/8/layout/orgChart1"/>
    <dgm:cxn modelId="{A3F54822-E2F9-4D47-A3B4-7CF93F6F45A4}" type="presParOf" srcId="{03B71401-1F77-4F8B-8E52-417F4220459A}" destId="{07249D27-AE0A-43BF-BF8A-48451A4CFED2}" srcOrd="1" destOrd="0" presId="urn:microsoft.com/office/officeart/2005/8/layout/orgChart1"/>
    <dgm:cxn modelId="{FA92299A-A0C5-454A-8CBA-876128830AA3}" type="presParOf" srcId="{07249D27-AE0A-43BF-BF8A-48451A4CFED2}" destId="{034CB4E7-62C2-4625-A835-70D523512ACD}" srcOrd="0" destOrd="0" presId="urn:microsoft.com/office/officeart/2005/8/layout/orgChart1"/>
    <dgm:cxn modelId="{F23BCE0A-B374-4CC6-AE4A-0B788560B477}" type="presParOf" srcId="{034CB4E7-62C2-4625-A835-70D523512ACD}" destId="{FB74FAD5-E858-4506-902D-084DCE30C862}" srcOrd="0" destOrd="0" presId="urn:microsoft.com/office/officeart/2005/8/layout/orgChart1"/>
    <dgm:cxn modelId="{0D731D9E-FF21-44ED-9DDA-2D87804B2758}" type="presParOf" srcId="{034CB4E7-62C2-4625-A835-70D523512ACD}" destId="{0EE8D3B9-D62A-43AC-96D2-A965B1ABF7B9}" srcOrd="1" destOrd="0" presId="urn:microsoft.com/office/officeart/2005/8/layout/orgChart1"/>
    <dgm:cxn modelId="{E1345EFE-AD26-4ECD-A227-3F2B01018650}" type="presParOf" srcId="{07249D27-AE0A-43BF-BF8A-48451A4CFED2}" destId="{060340A2-97D6-420A-9A96-4EF9AFC57F11}" srcOrd="1" destOrd="0" presId="urn:microsoft.com/office/officeart/2005/8/layout/orgChart1"/>
    <dgm:cxn modelId="{1CAB9FF9-987E-413D-9B06-3F65F83EF6E9}" type="presParOf" srcId="{07249D27-AE0A-43BF-BF8A-48451A4CFED2}" destId="{9EDEB6D0-CE46-420A-B4F9-30C73A4D5750}" srcOrd="2" destOrd="0" presId="urn:microsoft.com/office/officeart/2005/8/layout/orgChart1"/>
    <dgm:cxn modelId="{D222B39A-6D21-4EBC-A0C0-FFFB1CF3C95F}" type="presParOf" srcId="{BFE8C824-F7AD-475A-97DC-00F5CFD71B3D}" destId="{834A355A-5C27-460C-884E-69E2A67820EF}" srcOrd="2" destOrd="0" presId="urn:microsoft.com/office/officeart/2005/8/layout/orgChart1"/>
    <dgm:cxn modelId="{B992D0B5-A585-4BBE-A429-772CD97AABDB}" type="presParOf" srcId="{885879C7-9BBE-46C0-BA89-7F1EF53B6853}" destId="{31E89F72-6EBE-4A6F-8973-D7349714D30A}" srcOrd="2" destOrd="0" presId="urn:microsoft.com/office/officeart/2005/8/layout/orgChart1"/>
    <dgm:cxn modelId="{C051E51B-D1D2-41B3-B983-A5CAB2D56C12}" type="presParOf" srcId="{2518D949-CCBF-4333-893E-87A3A049AEB8}" destId="{DEA3B3BC-5539-4121-B91B-48DFEA465070}" srcOrd="2" destOrd="0" presId="urn:microsoft.com/office/officeart/2005/8/layout/orgChart1"/>
    <dgm:cxn modelId="{BA22F0E1-C629-4DD2-AA7A-425AB7514BBB}" type="presParOf" srcId="{D50E3552-76BD-4E4D-8274-A23B6A94EA17}" destId="{ECB184AF-1921-4359-9C41-B8FBDB6C38C8}" srcOrd="2" destOrd="0" presId="urn:microsoft.com/office/officeart/2005/8/layout/orgChart1"/>
    <dgm:cxn modelId="{B2FE3F1E-B9DD-4137-8085-55DB30D13943}" type="presParOf" srcId="{D50E3552-76BD-4E4D-8274-A23B6A94EA17}" destId="{22148953-727B-4B5C-B12A-EEED16BCB2DE}" srcOrd="3" destOrd="0" presId="urn:microsoft.com/office/officeart/2005/8/layout/orgChart1"/>
    <dgm:cxn modelId="{5DEEEB52-5DC2-4843-B6A0-4E55105112C1}" type="presParOf" srcId="{22148953-727B-4B5C-B12A-EEED16BCB2DE}" destId="{52CA49BA-D7E4-4FC0-A518-096E625B7874}" srcOrd="0" destOrd="0" presId="urn:microsoft.com/office/officeart/2005/8/layout/orgChart1"/>
    <dgm:cxn modelId="{5088B7DA-0586-40F4-9C27-B973AB6088AE}" type="presParOf" srcId="{52CA49BA-D7E4-4FC0-A518-096E625B7874}" destId="{DD924B1F-43F4-4923-B3D1-D3DF90FEED59}" srcOrd="0" destOrd="0" presId="urn:microsoft.com/office/officeart/2005/8/layout/orgChart1"/>
    <dgm:cxn modelId="{9E56A113-7D7B-45B2-A485-57C236C59B39}" type="presParOf" srcId="{52CA49BA-D7E4-4FC0-A518-096E625B7874}" destId="{D9D1E118-482B-4AAB-BC88-E945BA297A7D}" srcOrd="1" destOrd="0" presId="urn:microsoft.com/office/officeart/2005/8/layout/orgChart1"/>
    <dgm:cxn modelId="{CDAF7809-59A3-40C0-A8CC-C833801D3367}" type="presParOf" srcId="{22148953-727B-4B5C-B12A-EEED16BCB2DE}" destId="{89330CAD-FF37-4D3A-A7CC-ED2971CCDB1A}" srcOrd="1" destOrd="0" presId="urn:microsoft.com/office/officeart/2005/8/layout/orgChart1"/>
    <dgm:cxn modelId="{D5118D9F-8A3A-4EB1-B68B-1140035A4AB2}" type="presParOf" srcId="{22148953-727B-4B5C-B12A-EEED16BCB2DE}" destId="{14A5A4DA-A55F-44F6-9588-8AEC57664A00}" srcOrd="2" destOrd="0" presId="urn:microsoft.com/office/officeart/2005/8/layout/orgChart1"/>
    <dgm:cxn modelId="{8A9AA651-231A-42EA-B0FA-251529E05426}" type="presParOf" srcId="{D50E3552-76BD-4E4D-8274-A23B6A94EA17}" destId="{36B62493-06A9-4722-8914-5A8057273A3C}" srcOrd="4" destOrd="0" presId="urn:microsoft.com/office/officeart/2005/8/layout/orgChart1"/>
    <dgm:cxn modelId="{A8035D2B-7D93-4ED9-83D6-98CA217820C3}" type="presParOf" srcId="{D50E3552-76BD-4E4D-8274-A23B6A94EA17}" destId="{A4B7194F-4E7B-4B7D-9C10-73F3B693C26E}" srcOrd="5" destOrd="0" presId="urn:microsoft.com/office/officeart/2005/8/layout/orgChart1"/>
    <dgm:cxn modelId="{8827FA14-7F0B-4002-A268-DB6634CABCCC}" type="presParOf" srcId="{A4B7194F-4E7B-4B7D-9C10-73F3B693C26E}" destId="{984209E9-15D8-4D49-87A1-B066FA84CD1A}" srcOrd="0" destOrd="0" presId="urn:microsoft.com/office/officeart/2005/8/layout/orgChart1"/>
    <dgm:cxn modelId="{1660AD6A-7CBE-4E1E-9295-715DDAF2AEF5}" type="presParOf" srcId="{984209E9-15D8-4D49-87A1-B066FA84CD1A}" destId="{165D9B6F-A063-499B-89AC-BAC3F5CCB11A}" srcOrd="0" destOrd="0" presId="urn:microsoft.com/office/officeart/2005/8/layout/orgChart1"/>
    <dgm:cxn modelId="{9411E4A0-511E-4416-8CA8-2C0041FE2086}" type="presParOf" srcId="{984209E9-15D8-4D49-87A1-B066FA84CD1A}" destId="{F043AA21-D758-4A19-958B-12C4C18671CB}" srcOrd="1" destOrd="0" presId="urn:microsoft.com/office/officeart/2005/8/layout/orgChart1"/>
    <dgm:cxn modelId="{49DE5A63-A1F3-43A9-87A2-EA22D339F3BD}" type="presParOf" srcId="{A4B7194F-4E7B-4B7D-9C10-73F3B693C26E}" destId="{17B250AE-50CD-42DE-BCAA-4FC66F39FEF2}" srcOrd="1" destOrd="0" presId="urn:microsoft.com/office/officeart/2005/8/layout/orgChart1"/>
    <dgm:cxn modelId="{7F0BB945-FBE7-44E6-B44F-771CDEB25F55}" type="presParOf" srcId="{A4B7194F-4E7B-4B7D-9C10-73F3B693C26E}" destId="{D8B7B921-709A-40E0-A577-A95F3000871D}" srcOrd="2" destOrd="0" presId="urn:microsoft.com/office/officeart/2005/8/layout/orgChart1"/>
    <dgm:cxn modelId="{4BB266AC-CBD9-455C-B90D-EFA0F50C4AEC}" type="presParOf" srcId="{0C1CA843-42D9-4D2F-A26E-15B9AE9CF806}" destId="{EA890ABD-A9C6-49F3-B68C-BA9D0A267D0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rgbClr val="FFC000"/>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B7B95A0-7FF7-41C9-80B4-2CCD9EB7B8F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it-IT"/>
        </a:p>
      </dgm:t>
    </dgm:pt>
    <dgm:pt modelId="{60A098B5-54A7-49EA-9D79-843CB3ADB77A}">
      <dgm:prSet phldrT="[Testo]"/>
      <dgm:spPr>
        <a:ln>
          <a:solidFill>
            <a:schemeClr val="tx1">
              <a:lumMod val="50000"/>
            </a:schemeClr>
          </a:solidFill>
        </a:ln>
      </dgm:spPr>
      <dgm:t>
        <a:bodyPr/>
        <a:lstStyle/>
        <a:p>
          <a:r>
            <a:rPr lang="en-US" noProof="0" dirty="0"/>
            <a:t>NHC</a:t>
          </a:r>
        </a:p>
      </dgm:t>
    </dgm:pt>
    <dgm:pt modelId="{1EFCDF76-2621-430A-B6CE-4EA7FFEEE106}" type="parTrans" cxnId="{E746CC87-4748-491E-BE7D-1A9C309D5718}">
      <dgm:prSet/>
      <dgm:spPr/>
      <dgm:t>
        <a:bodyPr/>
        <a:lstStyle/>
        <a:p>
          <a:endParaRPr lang="it-IT"/>
        </a:p>
      </dgm:t>
    </dgm:pt>
    <dgm:pt modelId="{70EB8FBE-CFF8-4D3B-AAEF-CC9DC38B388F}" type="sibTrans" cxnId="{E746CC87-4748-491E-BE7D-1A9C309D5718}">
      <dgm:prSet/>
      <dgm:spPr/>
      <dgm:t>
        <a:bodyPr/>
        <a:lstStyle/>
        <a:p>
          <a:endParaRPr lang="it-IT"/>
        </a:p>
      </dgm:t>
    </dgm:pt>
    <dgm:pt modelId="{41B618D3-0232-44E3-86AD-862008280429}">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Governance</a:t>
          </a:r>
        </a:p>
      </dgm:t>
    </dgm:pt>
    <dgm:pt modelId="{D3230053-1DDF-4B40-81CB-BCE4FD01472D}" type="parTrans" cxnId="{DECAAE24-B85B-4592-A682-AF97A947496A}">
      <dgm:prSet/>
      <dgm:spPr/>
      <dgm:t>
        <a:bodyPr/>
        <a:lstStyle/>
        <a:p>
          <a:endParaRPr lang="it-IT"/>
        </a:p>
      </dgm:t>
    </dgm:pt>
    <dgm:pt modelId="{EC62C19C-4648-4C38-A3B3-EBCAF4014F52}" type="sibTrans" cxnId="{DECAAE24-B85B-4592-A682-AF97A947496A}">
      <dgm:prSet/>
      <dgm:spPr/>
      <dgm:t>
        <a:bodyPr/>
        <a:lstStyle/>
        <a:p>
          <a:endParaRPr lang="it-IT"/>
        </a:p>
      </dgm:t>
    </dgm:pt>
    <dgm:pt modelId="{07396E8E-1C3D-4BA7-843D-09C208801018}">
      <dgm:prSet phldrT="[Testo]"/>
      <dgm:spPr>
        <a:solidFill>
          <a:schemeClr val="bg1"/>
        </a:solidFill>
        <a:ln>
          <a:solidFill>
            <a:schemeClr val="tx1">
              <a:lumMod val="50000"/>
            </a:schemeClr>
          </a:solidFill>
        </a:ln>
      </dgm:spPr>
      <dgm:t>
        <a:bodyPr/>
        <a:lstStyle/>
        <a:p>
          <a:r>
            <a:rPr lang="en-US" b="1" noProof="0" dirty="0">
              <a:solidFill>
                <a:schemeClr val="tx1">
                  <a:lumMod val="50000"/>
                </a:schemeClr>
              </a:solidFill>
            </a:rPr>
            <a:t>Family Doctors </a:t>
          </a:r>
        </a:p>
      </dgm:t>
    </dgm:pt>
    <dgm:pt modelId="{67917191-CEC8-468C-BFBD-A720893EDCD3}" type="parTrans" cxnId="{2F0D584E-4E2F-4D6A-878E-4F79294E2DD5}">
      <dgm:prSet/>
      <dgm:spPr/>
      <dgm:t>
        <a:bodyPr/>
        <a:lstStyle/>
        <a:p>
          <a:endParaRPr lang="it-IT"/>
        </a:p>
      </dgm:t>
    </dgm:pt>
    <dgm:pt modelId="{C217E104-87CE-4F4F-9657-A4F73C59A022}" type="sibTrans" cxnId="{2F0D584E-4E2F-4D6A-878E-4F79294E2DD5}">
      <dgm:prSet/>
      <dgm:spPr/>
      <dgm:t>
        <a:bodyPr/>
        <a:lstStyle/>
        <a:p>
          <a:endParaRPr lang="it-IT"/>
        </a:p>
      </dgm:t>
    </dgm:pt>
    <dgm:pt modelId="{DB8191B4-1E04-4AC7-9F5D-1D78DDB236BC}">
      <dgm:prSet phldrT="[Testo]"/>
      <dgm:spPr>
        <a:solidFill>
          <a:srgbClr val="FFC000"/>
        </a:solidFill>
      </dgm:spPr>
      <dgm:t>
        <a:bodyPr/>
        <a:lstStyle/>
        <a:p>
          <a:r>
            <a:rPr lang="en-US" noProof="0" dirty="0">
              <a:solidFill>
                <a:schemeClr val="tx1"/>
              </a:solidFill>
            </a:rPr>
            <a:t>GPs</a:t>
          </a:r>
          <a:endParaRPr lang="en-US" b="1" noProof="0" dirty="0">
            <a:solidFill>
              <a:schemeClr val="tx1"/>
            </a:solidFill>
          </a:endParaRPr>
        </a:p>
      </dgm:t>
    </dgm:pt>
    <dgm:pt modelId="{E9BC4734-AEF5-402E-8217-E82412F93952}" type="parTrans" cxnId="{D378C9AD-7144-439B-82A7-49FA8F657C4A}">
      <dgm:prSet/>
      <dgm:spPr/>
      <dgm:t>
        <a:bodyPr/>
        <a:lstStyle/>
        <a:p>
          <a:endParaRPr lang="it-IT"/>
        </a:p>
      </dgm:t>
    </dgm:pt>
    <dgm:pt modelId="{671D3451-5583-49E6-89A4-B0BB0A8FFC1A}" type="sibTrans" cxnId="{D378C9AD-7144-439B-82A7-49FA8F657C4A}">
      <dgm:prSet/>
      <dgm:spPr/>
      <dgm:t>
        <a:bodyPr/>
        <a:lstStyle/>
        <a:p>
          <a:endParaRPr lang="it-IT"/>
        </a:p>
      </dgm:t>
    </dgm:pt>
    <dgm:pt modelId="{DBD7A548-004B-4D42-BCFB-F4C136B25E48}">
      <dgm:prSet phldrT="[Testo]"/>
      <dgm:spPr>
        <a:solidFill>
          <a:srgbClr val="FFC000"/>
        </a:solidFill>
      </dgm:spPr>
      <dgm:t>
        <a:bodyPr/>
        <a:lstStyle/>
        <a:p>
          <a:r>
            <a:rPr lang="en-US" noProof="0" dirty="0" err="1">
              <a:solidFill>
                <a:schemeClr val="tx1"/>
              </a:solidFill>
            </a:rPr>
            <a:t>Paediatricians</a:t>
          </a:r>
          <a:endParaRPr lang="en-US" b="1" noProof="0" dirty="0">
            <a:solidFill>
              <a:schemeClr val="tx1"/>
            </a:solidFill>
          </a:endParaRPr>
        </a:p>
      </dgm:t>
    </dgm:pt>
    <dgm:pt modelId="{24CDB404-A476-4B71-85D6-73687C815843}" type="parTrans" cxnId="{04AA97B2-4CEE-40F0-895E-7CB81C12F3CA}">
      <dgm:prSet/>
      <dgm:spPr/>
      <dgm:t>
        <a:bodyPr/>
        <a:lstStyle/>
        <a:p>
          <a:endParaRPr lang="it-IT"/>
        </a:p>
      </dgm:t>
    </dgm:pt>
    <dgm:pt modelId="{D0F9F132-8098-45FB-B7A3-5C52065654DB}" type="sibTrans" cxnId="{04AA97B2-4CEE-40F0-895E-7CB81C12F3CA}">
      <dgm:prSet/>
      <dgm:spPr/>
      <dgm:t>
        <a:bodyPr/>
        <a:lstStyle/>
        <a:p>
          <a:endParaRPr lang="it-IT"/>
        </a:p>
      </dgm:t>
    </dgm:pt>
    <dgm:pt modelId="{FC91EB8A-80DE-47A4-B849-DCBBB4F26390}">
      <dgm:prSet phldrT="[Testo]"/>
      <dgm:spPr>
        <a:solidFill>
          <a:srgbClr val="FFC000"/>
        </a:solidFill>
      </dgm:spPr>
      <dgm:t>
        <a:bodyPr/>
        <a:lstStyle/>
        <a:p>
          <a:r>
            <a:rPr lang="en-US" noProof="0" dirty="0">
              <a:solidFill>
                <a:schemeClr val="tx1"/>
              </a:solidFill>
            </a:rPr>
            <a:t>Specialists </a:t>
          </a:r>
          <a:endParaRPr lang="en-US" b="1" noProof="0" dirty="0">
            <a:solidFill>
              <a:schemeClr val="tx1"/>
            </a:solidFill>
          </a:endParaRPr>
        </a:p>
      </dgm:t>
    </dgm:pt>
    <dgm:pt modelId="{5159BCF5-756E-454C-89F7-C72C624C7897}" type="parTrans" cxnId="{E0287DC2-BF93-4733-8DC0-61242F4CC3FF}">
      <dgm:prSet/>
      <dgm:spPr/>
      <dgm:t>
        <a:bodyPr/>
        <a:lstStyle/>
        <a:p>
          <a:endParaRPr lang="it-IT"/>
        </a:p>
      </dgm:t>
    </dgm:pt>
    <dgm:pt modelId="{371D629A-ED2E-4684-B5DB-3381DEB97257}" type="sibTrans" cxnId="{E0287DC2-BF93-4733-8DC0-61242F4CC3FF}">
      <dgm:prSet/>
      <dgm:spPr/>
      <dgm:t>
        <a:bodyPr/>
        <a:lstStyle/>
        <a:p>
          <a:endParaRPr lang="it-IT"/>
        </a:p>
      </dgm:t>
    </dgm:pt>
    <dgm:pt modelId="{17F5E02F-85DC-446A-AE81-32A3305A9426}">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Operational Units </a:t>
          </a:r>
          <a:endParaRPr lang="en-US" b="1" noProof="0" dirty="0">
            <a:solidFill>
              <a:schemeClr val="tx1"/>
            </a:solidFill>
          </a:endParaRPr>
        </a:p>
      </dgm:t>
    </dgm:pt>
    <dgm:pt modelId="{F04ACF07-8A3A-416A-8DEE-3C9E5160BB53}" type="parTrans" cxnId="{7478EE55-6275-4AC6-BD67-4A8AA824F0E0}">
      <dgm:prSet/>
      <dgm:spPr/>
      <dgm:t>
        <a:bodyPr/>
        <a:lstStyle/>
        <a:p>
          <a:endParaRPr lang="en-US"/>
        </a:p>
      </dgm:t>
    </dgm:pt>
    <dgm:pt modelId="{413224D5-ECA8-4E04-A41B-2B4C33895817}" type="sibTrans" cxnId="{7478EE55-6275-4AC6-BD67-4A8AA824F0E0}">
      <dgm:prSet/>
      <dgm:spPr/>
      <dgm:t>
        <a:bodyPr/>
        <a:lstStyle/>
        <a:p>
          <a:endParaRPr lang="en-US"/>
        </a:p>
      </dgm:t>
    </dgm:pt>
    <dgm:pt modelId="{38A19284-681D-46F7-9F16-AD66364F0C14}" type="pres">
      <dgm:prSet presAssocID="{4B7B95A0-7FF7-41C9-80B4-2CCD9EB7B8F9}" presName="hierChild1" presStyleCnt="0">
        <dgm:presLayoutVars>
          <dgm:orgChart val="1"/>
          <dgm:chPref val="1"/>
          <dgm:dir/>
          <dgm:animOne val="branch"/>
          <dgm:animLvl val="lvl"/>
          <dgm:resizeHandles/>
        </dgm:presLayoutVars>
      </dgm:prSet>
      <dgm:spPr/>
    </dgm:pt>
    <dgm:pt modelId="{0C1CA843-42D9-4D2F-A26E-15B9AE9CF806}" type="pres">
      <dgm:prSet presAssocID="{60A098B5-54A7-49EA-9D79-843CB3ADB77A}" presName="hierRoot1" presStyleCnt="0">
        <dgm:presLayoutVars>
          <dgm:hierBranch val="init"/>
        </dgm:presLayoutVars>
      </dgm:prSet>
      <dgm:spPr/>
    </dgm:pt>
    <dgm:pt modelId="{E183401B-3A7D-4823-A3F7-B1F0685DF601}" type="pres">
      <dgm:prSet presAssocID="{60A098B5-54A7-49EA-9D79-843CB3ADB77A}" presName="rootComposite1" presStyleCnt="0"/>
      <dgm:spPr/>
    </dgm:pt>
    <dgm:pt modelId="{1923B110-1311-42FB-ADE4-71CC65E30C75}" type="pres">
      <dgm:prSet presAssocID="{60A098B5-54A7-49EA-9D79-843CB3ADB77A}" presName="rootText1" presStyleLbl="node0" presStyleIdx="0" presStyleCnt="1">
        <dgm:presLayoutVars>
          <dgm:chPref val="3"/>
        </dgm:presLayoutVars>
      </dgm:prSet>
      <dgm:spPr/>
    </dgm:pt>
    <dgm:pt modelId="{439B5762-5574-493C-A257-4C79DD358015}" type="pres">
      <dgm:prSet presAssocID="{60A098B5-54A7-49EA-9D79-843CB3ADB77A}" presName="rootConnector1" presStyleLbl="node1" presStyleIdx="0" presStyleCnt="0"/>
      <dgm:spPr/>
    </dgm:pt>
    <dgm:pt modelId="{D50E3552-76BD-4E4D-8274-A23B6A94EA17}" type="pres">
      <dgm:prSet presAssocID="{60A098B5-54A7-49EA-9D79-843CB3ADB77A}" presName="hierChild2" presStyleCnt="0"/>
      <dgm:spPr/>
    </dgm:pt>
    <dgm:pt modelId="{493CDC5C-BD1C-4212-8908-B35AF796A95F}" type="pres">
      <dgm:prSet presAssocID="{D3230053-1DDF-4B40-81CB-BCE4FD01472D}" presName="Name37" presStyleLbl="parChTrans1D2" presStyleIdx="0" presStyleCnt="3"/>
      <dgm:spPr/>
    </dgm:pt>
    <dgm:pt modelId="{2518D949-CCBF-4333-893E-87A3A049AEB8}" type="pres">
      <dgm:prSet presAssocID="{41B618D3-0232-44E3-86AD-862008280429}" presName="hierRoot2" presStyleCnt="0">
        <dgm:presLayoutVars>
          <dgm:hierBranch val="init"/>
        </dgm:presLayoutVars>
      </dgm:prSet>
      <dgm:spPr/>
    </dgm:pt>
    <dgm:pt modelId="{96A452DF-0535-40CE-8768-219982A39821}" type="pres">
      <dgm:prSet presAssocID="{41B618D3-0232-44E3-86AD-862008280429}" presName="rootComposite" presStyleCnt="0"/>
      <dgm:spPr/>
    </dgm:pt>
    <dgm:pt modelId="{57393680-72C5-4AD9-9761-3AD0C62A322D}" type="pres">
      <dgm:prSet presAssocID="{41B618D3-0232-44E3-86AD-862008280429}" presName="rootText" presStyleLbl="node2" presStyleIdx="0" presStyleCnt="3">
        <dgm:presLayoutVars>
          <dgm:chPref val="3"/>
        </dgm:presLayoutVars>
      </dgm:prSet>
      <dgm:spPr/>
    </dgm:pt>
    <dgm:pt modelId="{28398BB2-1744-4767-ABE3-9B88C5A510E8}" type="pres">
      <dgm:prSet presAssocID="{41B618D3-0232-44E3-86AD-862008280429}" presName="rootConnector" presStyleLbl="node2" presStyleIdx="0" presStyleCnt="3"/>
      <dgm:spPr/>
    </dgm:pt>
    <dgm:pt modelId="{785F7E39-0ADC-4839-B2D0-6716D411A26C}" type="pres">
      <dgm:prSet presAssocID="{41B618D3-0232-44E3-86AD-862008280429}" presName="hierChild4" presStyleCnt="0"/>
      <dgm:spPr/>
    </dgm:pt>
    <dgm:pt modelId="{DEA3B3BC-5539-4121-B91B-48DFEA465070}" type="pres">
      <dgm:prSet presAssocID="{41B618D3-0232-44E3-86AD-862008280429}" presName="hierChild5" presStyleCnt="0"/>
      <dgm:spPr/>
    </dgm:pt>
    <dgm:pt modelId="{BF90B423-A662-43D3-B491-BD016F706102}" type="pres">
      <dgm:prSet presAssocID="{67917191-CEC8-468C-BFBD-A720893EDCD3}" presName="Name37" presStyleLbl="parChTrans1D2" presStyleIdx="1" presStyleCnt="3"/>
      <dgm:spPr/>
    </dgm:pt>
    <dgm:pt modelId="{78667C25-3ADC-4CCE-934B-AFBCE615B3A4}" type="pres">
      <dgm:prSet presAssocID="{07396E8E-1C3D-4BA7-843D-09C208801018}" presName="hierRoot2" presStyleCnt="0">
        <dgm:presLayoutVars>
          <dgm:hierBranch val="r"/>
        </dgm:presLayoutVars>
      </dgm:prSet>
      <dgm:spPr/>
    </dgm:pt>
    <dgm:pt modelId="{FB8B1E3A-CF5F-42F1-ADAD-69C9CBB7AB25}" type="pres">
      <dgm:prSet presAssocID="{07396E8E-1C3D-4BA7-843D-09C208801018}" presName="rootComposite" presStyleCnt="0"/>
      <dgm:spPr/>
    </dgm:pt>
    <dgm:pt modelId="{B3B63557-E5A0-4AB3-886A-07C276EE260C}" type="pres">
      <dgm:prSet presAssocID="{07396E8E-1C3D-4BA7-843D-09C208801018}" presName="rootText" presStyleLbl="node2" presStyleIdx="1" presStyleCnt="3">
        <dgm:presLayoutVars>
          <dgm:chPref val="3"/>
        </dgm:presLayoutVars>
      </dgm:prSet>
      <dgm:spPr/>
    </dgm:pt>
    <dgm:pt modelId="{EA986E9C-1900-4866-9B76-CBC3637E027D}" type="pres">
      <dgm:prSet presAssocID="{07396E8E-1C3D-4BA7-843D-09C208801018}" presName="rootConnector" presStyleLbl="node2" presStyleIdx="1" presStyleCnt="3"/>
      <dgm:spPr/>
    </dgm:pt>
    <dgm:pt modelId="{6902CCA0-D936-4460-8300-BB200D079C58}" type="pres">
      <dgm:prSet presAssocID="{07396E8E-1C3D-4BA7-843D-09C208801018}" presName="hierChild4" presStyleCnt="0"/>
      <dgm:spPr/>
    </dgm:pt>
    <dgm:pt modelId="{121E3228-9F03-45DA-826A-D9BD9D4482FC}" type="pres">
      <dgm:prSet presAssocID="{E9BC4734-AEF5-402E-8217-E82412F93952}" presName="Name50" presStyleLbl="parChTrans1D3" presStyleIdx="0" presStyleCnt="3"/>
      <dgm:spPr/>
    </dgm:pt>
    <dgm:pt modelId="{DBBC7DA8-C5D0-47F5-B220-9FCBAB8D222D}" type="pres">
      <dgm:prSet presAssocID="{DB8191B4-1E04-4AC7-9F5D-1D78DDB236BC}" presName="hierRoot2" presStyleCnt="0">
        <dgm:presLayoutVars>
          <dgm:hierBranch val="init"/>
        </dgm:presLayoutVars>
      </dgm:prSet>
      <dgm:spPr/>
    </dgm:pt>
    <dgm:pt modelId="{FF09B276-ED42-4C6C-AF0D-01EA2757A66F}" type="pres">
      <dgm:prSet presAssocID="{DB8191B4-1E04-4AC7-9F5D-1D78DDB236BC}" presName="rootComposite" presStyleCnt="0"/>
      <dgm:spPr/>
    </dgm:pt>
    <dgm:pt modelId="{6F70A76D-3F92-4953-A18F-9B201F366287}" type="pres">
      <dgm:prSet presAssocID="{DB8191B4-1E04-4AC7-9F5D-1D78DDB236BC}" presName="rootText" presStyleLbl="node3" presStyleIdx="0" presStyleCnt="3">
        <dgm:presLayoutVars>
          <dgm:chPref val="3"/>
        </dgm:presLayoutVars>
      </dgm:prSet>
      <dgm:spPr/>
    </dgm:pt>
    <dgm:pt modelId="{F2005B8F-C7FF-49FD-841F-9B5AAB7C5ED6}" type="pres">
      <dgm:prSet presAssocID="{DB8191B4-1E04-4AC7-9F5D-1D78DDB236BC}" presName="rootConnector" presStyleLbl="node3" presStyleIdx="0" presStyleCnt="3"/>
      <dgm:spPr/>
    </dgm:pt>
    <dgm:pt modelId="{6870BA09-C2A0-435B-9C90-BBD282E9FDD5}" type="pres">
      <dgm:prSet presAssocID="{DB8191B4-1E04-4AC7-9F5D-1D78DDB236BC}" presName="hierChild4" presStyleCnt="0"/>
      <dgm:spPr/>
    </dgm:pt>
    <dgm:pt modelId="{2D39A7A7-344B-4DAE-858E-5696F3104D1C}" type="pres">
      <dgm:prSet presAssocID="{DB8191B4-1E04-4AC7-9F5D-1D78DDB236BC}" presName="hierChild5" presStyleCnt="0"/>
      <dgm:spPr/>
    </dgm:pt>
    <dgm:pt modelId="{C178BFBE-F15B-4800-8764-62CD0C4BF167}" type="pres">
      <dgm:prSet presAssocID="{24CDB404-A476-4B71-85D6-73687C815843}" presName="Name50" presStyleLbl="parChTrans1D3" presStyleIdx="1" presStyleCnt="3"/>
      <dgm:spPr/>
    </dgm:pt>
    <dgm:pt modelId="{C3D80F98-E3AB-47C9-AD5F-B1430371A4AC}" type="pres">
      <dgm:prSet presAssocID="{DBD7A548-004B-4D42-BCFB-F4C136B25E48}" presName="hierRoot2" presStyleCnt="0">
        <dgm:presLayoutVars>
          <dgm:hierBranch val="init"/>
        </dgm:presLayoutVars>
      </dgm:prSet>
      <dgm:spPr/>
    </dgm:pt>
    <dgm:pt modelId="{2AF7111D-D028-4D05-9BA1-66DEEDB0DB72}" type="pres">
      <dgm:prSet presAssocID="{DBD7A548-004B-4D42-BCFB-F4C136B25E48}" presName="rootComposite" presStyleCnt="0"/>
      <dgm:spPr/>
    </dgm:pt>
    <dgm:pt modelId="{9FE3A093-FD57-4D48-8F86-3E0DD33A9DFC}" type="pres">
      <dgm:prSet presAssocID="{DBD7A548-004B-4D42-BCFB-F4C136B25E48}" presName="rootText" presStyleLbl="node3" presStyleIdx="1" presStyleCnt="3">
        <dgm:presLayoutVars>
          <dgm:chPref val="3"/>
        </dgm:presLayoutVars>
      </dgm:prSet>
      <dgm:spPr/>
    </dgm:pt>
    <dgm:pt modelId="{D1AEAFBB-19BF-4317-A103-D8EC037D512F}" type="pres">
      <dgm:prSet presAssocID="{DBD7A548-004B-4D42-BCFB-F4C136B25E48}" presName="rootConnector" presStyleLbl="node3" presStyleIdx="1" presStyleCnt="3"/>
      <dgm:spPr/>
    </dgm:pt>
    <dgm:pt modelId="{1EEA28BB-694C-4617-94D5-32275568D281}" type="pres">
      <dgm:prSet presAssocID="{DBD7A548-004B-4D42-BCFB-F4C136B25E48}" presName="hierChild4" presStyleCnt="0"/>
      <dgm:spPr/>
    </dgm:pt>
    <dgm:pt modelId="{1451C71F-FCAB-4310-A219-8F0B6A83020D}" type="pres">
      <dgm:prSet presAssocID="{DBD7A548-004B-4D42-BCFB-F4C136B25E48}" presName="hierChild5" presStyleCnt="0"/>
      <dgm:spPr/>
    </dgm:pt>
    <dgm:pt modelId="{0A6E0412-5A74-49BE-8F83-6C465C66E641}" type="pres">
      <dgm:prSet presAssocID="{5159BCF5-756E-454C-89F7-C72C624C7897}" presName="Name50" presStyleLbl="parChTrans1D3" presStyleIdx="2" presStyleCnt="3"/>
      <dgm:spPr/>
    </dgm:pt>
    <dgm:pt modelId="{96F433D0-7E2F-467B-9F1B-DFF2382D834A}" type="pres">
      <dgm:prSet presAssocID="{FC91EB8A-80DE-47A4-B849-DCBBB4F26390}" presName="hierRoot2" presStyleCnt="0">
        <dgm:presLayoutVars>
          <dgm:hierBranch val="init"/>
        </dgm:presLayoutVars>
      </dgm:prSet>
      <dgm:spPr/>
    </dgm:pt>
    <dgm:pt modelId="{2FE02F68-775C-4523-9B3E-3A4655EA1341}" type="pres">
      <dgm:prSet presAssocID="{FC91EB8A-80DE-47A4-B849-DCBBB4F26390}" presName="rootComposite" presStyleCnt="0"/>
      <dgm:spPr/>
    </dgm:pt>
    <dgm:pt modelId="{6F47791C-BA5C-477F-8210-1B7B7DB2B051}" type="pres">
      <dgm:prSet presAssocID="{FC91EB8A-80DE-47A4-B849-DCBBB4F26390}" presName="rootText" presStyleLbl="node3" presStyleIdx="2" presStyleCnt="3">
        <dgm:presLayoutVars>
          <dgm:chPref val="3"/>
        </dgm:presLayoutVars>
      </dgm:prSet>
      <dgm:spPr/>
    </dgm:pt>
    <dgm:pt modelId="{D1106C90-02B8-441E-9B15-9C7BD2181224}" type="pres">
      <dgm:prSet presAssocID="{FC91EB8A-80DE-47A4-B849-DCBBB4F26390}" presName="rootConnector" presStyleLbl="node3" presStyleIdx="2" presStyleCnt="3"/>
      <dgm:spPr/>
    </dgm:pt>
    <dgm:pt modelId="{345AEDD3-8388-447C-A607-F939FC6F1D55}" type="pres">
      <dgm:prSet presAssocID="{FC91EB8A-80DE-47A4-B849-DCBBB4F26390}" presName="hierChild4" presStyleCnt="0"/>
      <dgm:spPr/>
    </dgm:pt>
    <dgm:pt modelId="{F53A7A69-DF2C-4A5E-A16C-AC15B061FCA1}" type="pres">
      <dgm:prSet presAssocID="{FC91EB8A-80DE-47A4-B849-DCBBB4F26390}" presName="hierChild5" presStyleCnt="0"/>
      <dgm:spPr/>
    </dgm:pt>
    <dgm:pt modelId="{BA6C0F5B-FEB4-4C5A-B724-91E004CA9515}" type="pres">
      <dgm:prSet presAssocID="{07396E8E-1C3D-4BA7-843D-09C208801018}" presName="hierChild5" presStyleCnt="0"/>
      <dgm:spPr/>
    </dgm:pt>
    <dgm:pt modelId="{CBE81002-9DAE-44D6-A91E-7C5ACC07CFC3}" type="pres">
      <dgm:prSet presAssocID="{F04ACF07-8A3A-416A-8DEE-3C9E5160BB53}" presName="Name37" presStyleLbl="parChTrans1D2" presStyleIdx="2" presStyleCnt="3"/>
      <dgm:spPr/>
    </dgm:pt>
    <dgm:pt modelId="{084B7C4F-5EE6-4232-9AB0-6F676B26DB94}" type="pres">
      <dgm:prSet presAssocID="{17F5E02F-85DC-446A-AE81-32A3305A9426}" presName="hierRoot2" presStyleCnt="0">
        <dgm:presLayoutVars>
          <dgm:hierBranch val="init"/>
        </dgm:presLayoutVars>
      </dgm:prSet>
      <dgm:spPr/>
    </dgm:pt>
    <dgm:pt modelId="{D79F1629-80DE-484F-BB3F-53D2DF83F062}" type="pres">
      <dgm:prSet presAssocID="{17F5E02F-85DC-446A-AE81-32A3305A9426}" presName="rootComposite" presStyleCnt="0"/>
      <dgm:spPr/>
    </dgm:pt>
    <dgm:pt modelId="{A219EF1F-E150-456B-9E84-05E003C4104D}" type="pres">
      <dgm:prSet presAssocID="{17F5E02F-85DC-446A-AE81-32A3305A9426}" presName="rootText" presStyleLbl="node2" presStyleIdx="2" presStyleCnt="3">
        <dgm:presLayoutVars>
          <dgm:chPref val="3"/>
        </dgm:presLayoutVars>
      </dgm:prSet>
      <dgm:spPr/>
    </dgm:pt>
    <dgm:pt modelId="{2AED1FFB-74F3-41C9-9757-8E9D935844A8}" type="pres">
      <dgm:prSet presAssocID="{17F5E02F-85DC-446A-AE81-32A3305A9426}" presName="rootConnector" presStyleLbl="node2" presStyleIdx="2" presStyleCnt="3"/>
      <dgm:spPr/>
    </dgm:pt>
    <dgm:pt modelId="{52EBDD4A-9EBF-4F2A-81EF-C1ED78D57838}" type="pres">
      <dgm:prSet presAssocID="{17F5E02F-85DC-446A-AE81-32A3305A9426}" presName="hierChild4" presStyleCnt="0"/>
      <dgm:spPr/>
    </dgm:pt>
    <dgm:pt modelId="{1C3BE818-27D7-4A7A-8898-74F407FB8D07}" type="pres">
      <dgm:prSet presAssocID="{17F5E02F-85DC-446A-AE81-32A3305A9426}" presName="hierChild5" presStyleCnt="0"/>
      <dgm:spPr/>
    </dgm:pt>
    <dgm:pt modelId="{EA890ABD-A9C6-49F3-B68C-BA9D0A267D08}" type="pres">
      <dgm:prSet presAssocID="{60A098B5-54A7-49EA-9D79-843CB3ADB77A}" presName="hierChild3" presStyleCnt="0"/>
      <dgm:spPr/>
    </dgm:pt>
  </dgm:ptLst>
  <dgm:cxnLst>
    <dgm:cxn modelId="{15D05E06-973F-4BB4-897F-5DBCADBB0558}" type="presOf" srcId="{E9BC4734-AEF5-402E-8217-E82412F93952}" destId="{121E3228-9F03-45DA-826A-D9BD9D4482FC}" srcOrd="0" destOrd="0" presId="urn:microsoft.com/office/officeart/2005/8/layout/orgChart1"/>
    <dgm:cxn modelId="{49A8F409-5F23-4357-A49C-265B30979A64}" type="presOf" srcId="{DB8191B4-1E04-4AC7-9F5D-1D78DDB236BC}" destId="{F2005B8F-C7FF-49FD-841F-9B5AAB7C5ED6}" srcOrd="1" destOrd="0" presId="urn:microsoft.com/office/officeart/2005/8/layout/orgChart1"/>
    <dgm:cxn modelId="{AC471624-A1BA-48B3-AB66-0652083F4CB7}" type="presOf" srcId="{60A098B5-54A7-49EA-9D79-843CB3ADB77A}" destId="{439B5762-5574-493C-A257-4C79DD358015}" srcOrd="1" destOrd="0" presId="urn:microsoft.com/office/officeart/2005/8/layout/orgChart1"/>
    <dgm:cxn modelId="{DECAAE24-B85B-4592-A682-AF97A947496A}" srcId="{60A098B5-54A7-49EA-9D79-843CB3ADB77A}" destId="{41B618D3-0232-44E3-86AD-862008280429}" srcOrd="0" destOrd="0" parTransId="{D3230053-1DDF-4B40-81CB-BCE4FD01472D}" sibTransId="{EC62C19C-4648-4C38-A3B3-EBCAF4014F52}"/>
    <dgm:cxn modelId="{9B0C5126-FFCF-4C6A-BBC8-4A1455A14EA5}" type="presOf" srcId="{DBD7A548-004B-4D42-BCFB-F4C136B25E48}" destId="{9FE3A093-FD57-4D48-8F86-3E0DD33A9DFC}" srcOrd="0" destOrd="0" presId="urn:microsoft.com/office/officeart/2005/8/layout/orgChart1"/>
    <dgm:cxn modelId="{D7006934-E066-47D4-9FC2-065ADB6F8896}" type="presOf" srcId="{5159BCF5-756E-454C-89F7-C72C624C7897}" destId="{0A6E0412-5A74-49BE-8F83-6C465C66E641}" srcOrd="0" destOrd="0" presId="urn:microsoft.com/office/officeart/2005/8/layout/orgChart1"/>
    <dgm:cxn modelId="{E300FA35-2D45-4190-B2BF-74F9E2830729}" type="presOf" srcId="{41B618D3-0232-44E3-86AD-862008280429}" destId="{28398BB2-1744-4767-ABE3-9B88C5A510E8}" srcOrd="1" destOrd="0" presId="urn:microsoft.com/office/officeart/2005/8/layout/orgChart1"/>
    <dgm:cxn modelId="{CAECE944-DF4B-44E7-9E15-B562F9E016DD}" type="presOf" srcId="{17F5E02F-85DC-446A-AE81-32A3305A9426}" destId="{A219EF1F-E150-456B-9E84-05E003C4104D}" srcOrd="0" destOrd="0" presId="urn:microsoft.com/office/officeart/2005/8/layout/orgChart1"/>
    <dgm:cxn modelId="{0A3ADC67-851C-4E1A-845F-986C3F8F03C2}" type="presOf" srcId="{07396E8E-1C3D-4BA7-843D-09C208801018}" destId="{EA986E9C-1900-4866-9B76-CBC3637E027D}" srcOrd="1" destOrd="0" presId="urn:microsoft.com/office/officeart/2005/8/layout/orgChart1"/>
    <dgm:cxn modelId="{9A11546E-4FD9-4065-BC2D-8A693E4388F3}" type="presOf" srcId="{60A098B5-54A7-49EA-9D79-843CB3ADB77A}" destId="{1923B110-1311-42FB-ADE4-71CC65E30C75}" srcOrd="0" destOrd="0" presId="urn:microsoft.com/office/officeart/2005/8/layout/orgChart1"/>
    <dgm:cxn modelId="{2F0D584E-4E2F-4D6A-878E-4F79294E2DD5}" srcId="{60A098B5-54A7-49EA-9D79-843CB3ADB77A}" destId="{07396E8E-1C3D-4BA7-843D-09C208801018}" srcOrd="1" destOrd="0" parTransId="{67917191-CEC8-468C-BFBD-A720893EDCD3}" sibTransId="{C217E104-87CE-4F4F-9657-A4F73C59A022}"/>
    <dgm:cxn modelId="{7478EE55-6275-4AC6-BD67-4A8AA824F0E0}" srcId="{60A098B5-54A7-49EA-9D79-843CB3ADB77A}" destId="{17F5E02F-85DC-446A-AE81-32A3305A9426}" srcOrd="2" destOrd="0" parTransId="{F04ACF07-8A3A-416A-8DEE-3C9E5160BB53}" sibTransId="{413224D5-ECA8-4E04-A41B-2B4C33895817}"/>
    <dgm:cxn modelId="{2DE8A07E-0EC2-43D4-9733-D153E2D8DF6B}" type="presOf" srcId="{DB8191B4-1E04-4AC7-9F5D-1D78DDB236BC}" destId="{6F70A76D-3F92-4953-A18F-9B201F366287}" srcOrd="0" destOrd="0" presId="urn:microsoft.com/office/officeart/2005/8/layout/orgChart1"/>
    <dgm:cxn modelId="{E746CC87-4748-491E-BE7D-1A9C309D5718}" srcId="{4B7B95A0-7FF7-41C9-80B4-2CCD9EB7B8F9}" destId="{60A098B5-54A7-49EA-9D79-843CB3ADB77A}" srcOrd="0" destOrd="0" parTransId="{1EFCDF76-2621-430A-B6CE-4EA7FFEEE106}" sibTransId="{70EB8FBE-CFF8-4D3B-AAEF-CC9DC38B388F}"/>
    <dgm:cxn modelId="{C375988C-8A93-477F-AD2D-5B39815A184D}" type="presOf" srcId="{FC91EB8A-80DE-47A4-B849-DCBBB4F26390}" destId="{D1106C90-02B8-441E-9B15-9C7BD2181224}" srcOrd="1" destOrd="0" presId="urn:microsoft.com/office/officeart/2005/8/layout/orgChart1"/>
    <dgm:cxn modelId="{7EE20E97-C78B-4310-AED0-00B8EB43EACA}" type="presOf" srcId="{24CDB404-A476-4B71-85D6-73687C815843}" destId="{C178BFBE-F15B-4800-8764-62CD0C4BF167}" srcOrd="0" destOrd="0" presId="urn:microsoft.com/office/officeart/2005/8/layout/orgChart1"/>
    <dgm:cxn modelId="{D378C9AD-7144-439B-82A7-49FA8F657C4A}" srcId="{07396E8E-1C3D-4BA7-843D-09C208801018}" destId="{DB8191B4-1E04-4AC7-9F5D-1D78DDB236BC}" srcOrd="0" destOrd="0" parTransId="{E9BC4734-AEF5-402E-8217-E82412F93952}" sibTransId="{671D3451-5583-49E6-89A4-B0BB0A8FFC1A}"/>
    <dgm:cxn modelId="{04AA97B2-4CEE-40F0-895E-7CB81C12F3CA}" srcId="{07396E8E-1C3D-4BA7-843D-09C208801018}" destId="{DBD7A548-004B-4D42-BCFB-F4C136B25E48}" srcOrd="1" destOrd="0" parTransId="{24CDB404-A476-4B71-85D6-73687C815843}" sibTransId="{D0F9F132-8098-45FB-B7A3-5C52065654DB}"/>
    <dgm:cxn modelId="{391EABC1-0631-4C95-B0ED-5B74D0F3241A}" type="presOf" srcId="{F04ACF07-8A3A-416A-8DEE-3C9E5160BB53}" destId="{CBE81002-9DAE-44D6-A91E-7C5ACC07CFC3}" srcOrd="0" destOrd="0" presId="urn:microsoft.com/office/officeart/2005/8/layout/orgChart1"/>
    <dgm:cxn modelId="{E0287DC2-BF93-4733-8DC0-61242F4CC3FF}" srcId="{07396E8E-1C3D-4BA7-843D-09C208801018}" destId="{FC91EB8A-80DE-47A4-B849-DCBBB4F26390}" srcOrd="2" destOrd="0" parTransId="{5159BCF5-756E-454C-89F7-C72C624C7897}" sibTransId="{371D629A-ED2E-4684-B5DB-3381DEB97257}"/>
    <dgm:cxn modelId="{9D1434C5-4DE8-4808-BE33-EE73993B5E15}" type="presOf" srcId="{07396E8E-1C3D-4BA7-843D-09C208801018}" destId="{B3B63557-E5A0-4AB3-886A-07C276EE260C}" srcOrd="0" destOrd="0" presId="urn:microsoft.com/office/officeart/2005/8/layout/orgChart1"/>
    <dgm:cxn modelId="{8E4DFECA-5066-4671-8170-9171977BA82B}" type="presOf" srcId="{41B618D3-0232-44E3-86AD-862008280429}" destId="{57393680-72C5-4AD9-9761-3AD0C62A322D}" srcOrd="0" destOrd="0" presId="urn:microsoft.com/office/officeart/2005/8/layout/orgChart1"/>
    <dgm:cxn modelId="{4689BCD1-5C19-4709-86F7-DA1975C4139C}" type="presOf" srcId="{67917191-CEC8-468C-BFBD-A720893EDCD3}" destId="{BF90B423-A662-43D3-B491-BD016F706102}" srcOrd="0" destOrd="0" presId="urn:microsoft.com/office/officeart/2005/8/layout/orgChart1"/>
    <dgm:cxn modelId="{6C3DFBD4-C39E-45AC-953B-D40C4FD3BAB0}" type="presOf" srcId="{4B7B95A0-7FF7-41C9-80B4-2CCD9EB7B8F9}" destId="{38A19284-681D-46F7-9F16-AD66364F0C14}" srcOrd="0" destOrd="0" presId="urn:microsoft.com/office/officeart/2005/8/layout/orgChart1"/>
    <dgm:cxn modelId="{4623DAD5-0F07-4A97-8096-E760DF1365F5}" type="presOf" srcId="{FC91EB8A-80DE-47A4-B849-DCBBB4F26390}" destId="{6F47791C-BA5C-477F-8210-1B7B7DB2B051}" srcOrd="0" destOrd="0" presId="urn:microsoft.com/office/officeart/2005/8/layout/orgChart1"/>
    <dgm:cxn modelId="{1057F9E9-FA23-4E29-899C-2A128D135D6A}" type="presOf" srcId="{DBD7A548-004B-4D42-BCFB-F4C136B25E48}" destId="{D1AEAFBB-19BF-4317-A103-D8EC037D512F}" srcOrd="1" destOrd="0" presId="urn:microsoft.com/office/officeart/2005/8/layout/orgChart1"/>
    <dgm:cxn modelId="{EA1FC8ED-37A1-4643-852F-9CE365805261}" type="presOf" srcId="{17F5E02F-85DC-446A-AE81-32A3305A9426}" destId="{2AED1FFB-74F3-41C9-9757-8E9D935844A8}" srcOrd="1" destOrd="0" presId="urn:microsoft.com/office/officeart/2005/8/layout/orgChart1"/>
    <dgm:cxn modelId="{FD7BE4F1-5E1A-4100-BAC2-970F6DE11D93}" type="presOf" srcId="{D3230053-1DDF-4B40-81CB-BCE4FD01472D}" destId="{493CDC5C-BD1C-4212-8908-B35AF796A95F}" srcOrd="0" destOrd="0" presId="urn:microsoft.com/office/officeart/2005/8/layout/orgChart1"/>
    <dgm:cxn modelId="{4A5B7FFC-187D-4632-ACAC-A99E3920C257}" type="presParOf" srcId="{38A19284-681D-46F7-9F16-AD66364F0C14}" destId="{0C1CA843-42D9-4D2F-A26E-15B9AE9CF806}" srcOrd="0" destOrd="0" presId="urn:microsoft.com/office/officeart/2005/8/layout/orgChart1"/>
    <dgm:cxn modelId="{397DA1BB-30A9-4C11-8C88-43184A1332F9}" type="presParOf" srcId="{0C1CA843-42D9-4D2F-A26E-15B9AE9CF806}" destId="{E183401B-3A7D-4823-A3F7-B1F0685DF601}" srcOrd="0" destOrd="0" presId="urn:microsoft.com/office/officeart/2005/8/layout/orgChart1"/>
    <dgm:cxn modelId="{329558D3-6EBE-4923-8512-ADA0CF848CD6}" type="presParOf" srcId="{E183401B-3A7D-4823-A3F7-B1F0685DF601}" destId="{1923B110-1311-42FB-ADE4-71CC65E30C75}" srcOrd="0" destOrd="0" presId="urn:microsoft.com/office/officeart/2005/8/layout/orgChart1"/>
    <dgm:cxn modelId="{0CD07B09-F3E8-4370-84CA-AF2A5D4C5FBA}" type="presParOf" srcId="{E183401B-3A7D-4823-A3F7-B1F0685DF601}" destId="{439B5762-5574-493C-A257-4C79DD358015}" srcOrd="1" destOrd="0" presId="urn:microsoft.com/office/officeart/2005/8/layout/orgChart1"/>
    <dgm:cxn modelId="{3E3BE52A-F249-4CCA-A705-9FA3E182B2E7}" type="presParOf" srcId="{0C1CA843-42D9-4D2F-A26E-15B9AE9CF806}" destId="{D50E3552-76BD-4E4D-8274-A23B6A94EA17}" srcOrd="1" destOrd="0" presId="urn:microsoft.com/office/officeart/2005/8/layout/orgChart1"/>
    <dgm:cxn modelId="{6F86F909-A3E4-427E-816A-6CAAB00B2404}" type="presParOf" srcId="{D50E3552-76BD-4E4D-8274-A23B6A94EA17}" destId="{493CDC5C-BD1C-4212-8908-B35AF796A95F}" srcOrd="0" destOrd="0" presId="urn:microsoft.com/office/officeart/2005/8/layout/orgChart1"/>
    <dgm:cxn modelId="{67897228-9D46-45C3-8CFF-D86F19803CD1}" type="presParOf" srcId="{D50E3552-76BD-4E4D-8274-A23B6A94EA17}" destId="{2518D949-CCBF-4333-893E-87A3A049AEB8}" srcOrd="1" destOrd="0" presId="urn:microsoft.com/office/officeart/2005/8/layout/orgChart1"/>
    <dgm:cxn modelId="{A4E3283A-229B-4CEA-9C32-BE5A41A4BF53}" type="presParOf" srcId="{2518D949-CCBF-4333-893E-87A3A049AEB8}" destId="{96A452DF-0535-40CE-8768-219982A39821}" srcOrd="0" destOrd="0" presId="urn:microsoft.com/office/officeart/2005/8/layout/orgChart1"/>
    <dgm:cxn modelId="{64E34BA8-8D43-4FDA-ABD1-EB75AA8DEBE8}" type="presParOf" srcId="{96A452DF-0535-40CE-8768-219982A39821}" destId="{57393680-72C5-4AD9-9761-3AD0C62A322D}" srcOrd="0" destOrd="0" presId="urn:microsoft.com/office/officeart/2005/8/layout/orgChart1"/>
    <dgm:cxn modelId="{FC45B000-49D8-43CC-BA19-6019FD14DEE7}" type="presParOf" srcId="{96A452DF-0535-40CE-8768-219982A39821}" destId="{28398BB2-1744-4767-ABE3-9B88C5A510E8}" srcOrd="1" destOrd="0" presId="urn:microsoft.com/office/officeart/2005/8/layout/orgChart1"/>
    <dgm:cxn modelId="{3CBEC08A-34C7-4E47-80F2-CA15E66B4890}" type="presParOf" srcId="{2518D949-CCBF-4333-893E-87A3A049AEB8}" destId="{785F7E39-0ADC-4839-B2D0-6716D411A26C}" srcOrd="1" destOrd="0" presId="urn:microsoft.com/office/officeart/2005/8/layout/orgChart1"/>
    <dgm:cxn modelId="{062126EC-8FB8-4B13-926C-8A2C0D107128}" type="presParOf" srcId="{2518D949-CCBF-4333-893E-87A3A049AEB8}" destId="{DEA3B3BC-5539-4121-B91B-48DFEA465070}" srcOrd="2" destOrd="0" presId="urn:microsoft.com/office/officeart/2005/8/layout/orgChart1"/>
    <dgm:cxn modelId="{829DB6E7-3CE0-4284-9502-19E4242903E1}" type="presParOf" srcId="{D50E3552-76BD-4E4D-8274-A23B6A94EA17}" destId="{BF90B423-A662-43D3-B491-BD016F706102}" srcOrd="2" destOrd="0" presId="urn:microsoft.com/office/officeart/2005/8/layout/orgChart1"/>
    <dgm:cxn modelId="{211F0F8A-85C5-4B15-AA40-7F1AADC83DCD}" type="presParOf" srcId="{D50E3552-76BD-4E4D-8274-A23B6A94EA17}" destId="{78667C25-3ADC-4CCE-934B-AFBCE615B3A4}" srcOrd="3" destOrd="0" presId="urn:microsoft.com/office/officeart/2005/8/layout/orgChart1"/>
    <dgm:cxn modelId="{88A87FA7-863D-473D-ABB6-1ED023BE4120}" type="presParOf" srcId="{78667C25-3ADC-4CCE-934B-AFBCE615B3A4}" destId="{FB8B1E3A-CF5F-42F1-ADAD-69C9CBB7AB25}" srcOrd="0" destOrd="0" presId="urn:microsoft.com/office/officeart/2005/8/layout/orgChart1"/>
    <dgm:cxn modelId="{24A1D62F-E975-4CDA-B18A-6C6E9D8F37E2}" type="presParOf" srcId="{FB8B1E3A-CF5F-42F1-ADAD-69C9CBB7AB25}" destId="{B3B63557-E5A0-4AB3-886A-07C276EE260C}" srcOrd="0" destOrd="0" presId="urn:microsoft.com/office/officeart/2005/8/layout/orgChart1"/>
    <dgm:cxn modelId="{93A64FCE-3DB3-4756-9B31-3B9103757276}" type="presParOf" srcId="{FB8B1E3A-CF5F-42F1-ADAD-69C9CBB7AB25}" destId="{EA986E9C-1900-4866-9B76-CBC3637E027D}" srcOrd="1" destOrd="0" presId="urn:microsoft.com/office/officeart/2005/8/layout/orgChart1"/>
    <dgm:cxn modelId="{E01AFA93-F543-4E87-8325-4EC194018EF8}" type="presParOf" srcId="{78667C25-3ADC-4CCE-934B-AFBCE615B3A4}" destId="{6902CCA0-D936-4460-8300-BB200D079C58}" srcOrd="1" destOrd="0" presId="urn:microsoft.com/office/officeart/2005/8/layout/orgChart1"/>
    <dgm:cxn modelId="{8A3847A8-B31A-48EA-98A7-520CEBE001BD}" type="presParOf" srcId="{6902CCA0-D936-4460-8300-BB200D079C58}" destId="{121E3228-9F03-45DA-826A-D9BD9D4482FC}" srcOrd="0" destOrd="0" presId="urn:microsoft.com/office/officeart/2005/8/layout/orgChart1"/>
    <dgm:cxn modelId="{0DD39DCF-89DC-4A21-9A4E-4B84554314AE}" type="presParOf" srcId="{6902CCA0-D936-4460-8300-BB200D079C58}" destId="{DBBC7DA8-C5D0-47F5-B220-9FCBAB8D222D}" srcOrd="1" destOrd="0" presId="urn:microsoft.com/office/officeart/2005/8/layout/orgChart1"/>
    <dgm:cxn modelId="{50F84B1B-C05F-4630-B80B-BEA9C6893E9C}" type="presParOf" srcId="{DBBC7DA8-C5D0-47F5-B220-9FCBAB8D222D}" destId="{FF09B276-ED42-4C6C-AF0D-01EA2757A66F}" srcOrd="0" destOrd="0" presId="urn:microsoft.com/office/officeart/2005/8/layout/orgChart1"/>
    <dgm:cxn modelId="{0F3E89AC-1A7D-4E46-B5DB-678467EC5289}" type="presParOf" srcId="{FF09B276-ED42-4C6C-AF0D-01EA2757A66F}" destId="{6F70A76D-3F92-4953-A18F-9B201F366287}" srcOrd="0" destOrd="0" presId="urn:microsoft.com/office/officeart/2005/8/layout/orgChart1"/>
    <dgm:cxn modelId="{4497961C-FC7A-4515-9158-67DBD4935D9B}" type="presParOf" srcId="{FF09B276-ED42-4C6C-AF0D-01EA2757A66F}" destId="{F2005B8F-C7FF-49FD-841F-9B5AAB7C5ED6}" srcOrd="1" destOrd="0" presId="urn:microsoft.com/office/officeart/2005/8/layout/orgChart1"/>
    <dgm:cxn modelId="{ABC15FF2-92DD-4C01-83FF-C2918F78A810}" type="presParOf" srcId="{DBBC7DA8-C5D0-47F5-B220-9FCBAB8D222D}" destId="{6870BA09-C2A0-435B-9C90-BBD282E9FDD5}" srcOrd="1" destOrd="0" presId="urn:microsoft.com/office/officeart/2005/8/layout/orgChart1"/>
    <dgm:cxn modelId="{3CB868C5-BF21-46A0-9663-DD67F39256DA}" type="presParOf" srcId="{DBBC7DA8-C5D0-47F5-B220-9FCBAB8D222D}" destId="{2D39A7A7-344B-4DAE-858E-5696F3104D1C}" srcOrd="2" destOrd="0" presId="urn:microsoft.com/office/officeart/2005/8/layout/orgChart1"/>
    <dgm:cxn modelId="{B94AE438-BFDA-4FC9-9A19-70DFFA220678}" type="presParOf" srcId="{6902CCA0-D936-4460-8300-BB200D079C58}" destId="{C178BFBE-F15B-4800-8764-62CD0C4BF167}" srcOrd="2" destOrd="0" presId="urn:microsoft.com/office/officeart/2005/8/layout/orgChart1"/>
    <dgm:cxn modelId="{1882EF7D-5E75-414F-8124-B69983D15B56}" type="presParOf" srcId="{6902CCA0-D936-4460-8300-BB200D079C58}" destId="{C3D80F98-E3AB-47C9-AD5F-B1430371A4AC}" srcOrd="3" destOrd="0" presId="urn:microsoft.com/office/officeart/2005/8/layout/orgChart1"/>
    <dgm:cxn modelId="{F16C4233-9E5E-4CBB-8D74-F9B2FF012527}" type="presParOf" srcId="{C3D80F98-E3AB-47C9-AD5F-B1430371A4AC}" destId="{2AF7111D-D028-4D05-9BA1-66DEEDB0DB72}" srcOrd="0" destOrd="0" presId="urn:microsoft.com/office/officeart/2005/8/layout/orgChart1"/>
    <dgm:cxn modelId="{FA7DAC2E-5394-46D9-8668-B8B932409366}" type="presParOf" srcId="{2AF7111D-D028-4D05-9BA1-66DEEDB0DB72}" destId="{9FE3A093-FD57-4D48-8F86-3E0DD33A9DFC}" srcOrd="0" destOrd="0" presId="urn:microsoft.com/office/officeart/2005/8/layout/orgChart1"/>
    <dgm:cxn modelId="{666C69A0-7819-4160-8A91-02EAA077046E}" type="presParOf" srcId="{2AF7111D-D028-4D05-9BA1-66DEEDB0DB72}" destId="{D1AEAFBB-19BF-4317-A103-D8EC037D512F}" srcOrd="1" destOrd="0" presId="urn:microsoft.com/office/officeart/2005/8/layout/orgChart1"/>
    <dgm:cxn modelId="{A2173CFD-5FAA-4053-8352-46B03BF42639}" type="presParOf" srcId="{C3D80F98-E3AB-47C9-AD5F-B1430371A4AC}" destId="{1EEA28BB-694C-4617-94D5-32275568D281}" srcOrd="1" destOrd="0" presId="urn:microsoft.com/office/officeart/2005/8/layout/orgChart1"/>
    <dgm:cxn modelId="{3D6FEF92-E1FE-4C8A-B9C3-A2BFAC6AE241}" type="presParOf" srcId="{C3D80F98-E3AB-47C9-AD5F-B1430371A4AC}" destId="{1451C71F-FCAB-4310-A219-8F0B6A83020D}" srcOrd="2" destOrd="0" presId="urn:microsoft.com/office/officeart/2005/8/layout/orgChart1"/>
    <dgm:cxn modelId="{691720D9-10D2-4D42-B970-88BC47863560}" type="presParOf" srcId="{6902CCA0-D936-4460-8300-BB200D079C58}" destId="{0A6E0412-5A74-49BE-8F83-6C465C66E641}" srcOrd="4" destOrd="0" presId="urn:microsoft.com/office/officeart/2005/8/layout/orgChart1"/>
    <dgm:cxn modelId="{DF487B42-C7C3-484A-8AC9-EF7D80D58210}" type="presParOf" srcId="{6902CCA0-D936-4460-8300-BB200D079C58}" destId="{96F433D0-7E2F-467B-9F1B-DFF2382D834A}" srcOrd="5" destOrd="0" presId="urn:microsoft.com/office/officeart/2005/8/layout/orgChart1"/>
    <dgm:cxn modelId="{347EB37D-B84A-4766-A811-5D00F9251B45}" type="presParOf" srcId="{96F433D0-7E2F-467B-9F1B-DFF2382D834A}" destId="{2FE02F68-775C-4523-9B3E-3A4655EA1341}" srcOrd="0" destOrd="0" presId="urn:microsoft.com/office/officeart/2005/8/layout/orgChart1"/>
    <dgm:cxn modelId="{460731BA-863A-4BEE-993F-E28D3624C250}" type="presParOf" srcId="{2FE02F68-775C-4523-9B3E-3A4655EA1341}" destId="{6F47791C-BA5C-477F-8210-1B7B7DB2B051}" srcOrd="0" destOrd="0" presId="urn:microsoft.com/office/officeart/2005/8/layout/orgChart1"/>
    <dgm:cxn modelId="{911C8D8C-2A92-4D8E-9FDC-C4A3B99C7276}" type="presParOf" srcId="{2FE02F68-775C-4523-9B3E-3A4655EA1341}" destId="{D1106C90-02B8-441E-9B15-9C7BD2181224}" srcOrd="1" destOrd="0" presId="urn:microsoft.com/office/officeart/2005/8/layout/orgChart1"/>
    <dgm:cxn modelId="{DD5E3BAB-3434-45E9-B81C-8AB105FF39DA}" type="presParOf" srcId="{96F433D0-7E2F-467B-9F1B-DFF2382D834A}" destId="{345AEDD3-8388-447C-A607-F939FC6F1D55}" srcOrd="1" destOrd="0" presId="urn:microsoft.com/office/officeart/2005/8/layout/orgChart1"/>
    <dgm:cxn modelId="{8C5348BE-0378-47FE-A4B1-FC6AE747C752}" type="presParOf" srcId="{96F433D0-7E2F-467B-9F1B-DFF2382D834A}" destId="{F53A7A69-DF2C-4A5E-A16C-AC15B061FCA1}" srcOrd="2" destOrd="0" presId="urn:microsoft.com/office/officeart/2005/8/layout/orgChart1"/>
    <dgm:cxn modelId="{DCF7F04E-CA4B-4845-A287-E81947CBB03D}" type="presParOf" srcId="{78667C25-3ADC-4CCE-934B-AFBCE615B3A4}" destId="{BA6C0F5B-FEB4-4C5A-B724-91E004CA9515}" srcOrd="2" destOrd="0" presId="urn:microsoft.com/office/officeart/2005/8/layout/orgChart1"/>
    <dgm:cxn modelId="{72FAE082-6F05-4128-83D9-57F9CEA1EABC}" type="presParOf" srcId="{D50E3552-76BD-4E4D-8274-A23B6A94EA17}" destId="{CBE81002-9DAE-44D6-A91E-7C5ACC07CFC3}" srcOrd="4" destOrd="0" presId="urn:microsoft.com/office/officeart/2005/8/layout/orgChart1"/>
    <dgm:cxn modelId="{72E10ADD-7846-4F06-B041-11CDF6588570}" type="presParOf" srcId="{D50E3552-76BD-4E4D-8274-A23B6A94EA17}" destId="{084B7C4F-5EE6-4232-9AB0-6F676B26DB94}" srcOrd="5" destOrd="0" presId="urn:microsoft.com/office/officeart/2005/8/layout/orgChart1"/>
    <dgm:cxn modelId="{488DC75F-36BB-4FCC-921D-752D7223A9F0}" type="presParOf" srcId="{084B7C4F-5EE6-4232-9AB0-6F676B26DB94}" destId="{D79F1629-80DE-484F-BB3F-53D2DF83F062}" srcOrd="0" destOrd="0" presId="urn:microsoft.com/office/officeart/2005/8/layout/orgChart1"/>
    <dgm:cxn modelId="{73DAF573-064E-43BC-9AD0-862C4CED7F28}" type="presParOf" srcId="{D79F1629-80DE-484F-BB3F-53D2DF83F062}" destId="{A219EF1F-E150-456B-9E84-05E003C4104D}" srcOrd="0" destOrd="0" presId="urn:microsoft.com/office/officeart/2005/8/layout/orgChart1"/>
    <dgm:cxn modelId="{3ABB5DE0-476D-4512-9699-5A8338300906}" type="presParOf" srcId="{D79F1629-80DE-484F-BB3F-53D2DF83F062}" destId="{2AED1FFB-74F3-41C9-9757-8E9D935844A8}" srcOrd="1" destOrd="0" presId="urn:microsoft.com/office/officeart/2005/8/layout/orgChart1"/>
    <dgm:cxn modelId="{727A95AA-E2BF-4B4C-B202-95D055FDC0D0}" type="presParOf" srcId="{084B7C4F-5EE6-4232-9AB0-6F676B26DB94}" destId="{52EBDD4A-9EBF-4F2A-81EF-C1ED78D57838}" srcOrd="1" destOrd="0" presId="urn:microsoft.com/office/officeart/2005/8/layout/orgChart1"/>
    <dgm:cxn modelId="{D32C6BEE-7D4B-4600-A185-3D11147C00DA}" type="presParOf" srcId="{084B7C4F-5EE6-4232-9AB0-6F676B26DB94}" destId="{1C3BE818-27D7-4A7A-8898-74F407FB8D07}" srcOrd="2" destOrd="0" presId="urn:microsoft.com/office/officeart/2005/8/layout/orgChart1"/>
    <dgm:cxn modelId="{D512C0E8-3639-4736-B3E4-CC417F08936A}" type="presParOf" srcId="{0C1CA843-42D9-4D2F-A26E-15B9AE9CF806}" destId="{EA890ABD-A9C6-49F3-B68C-BA9D0A267D0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rgbClr val="FFC000"/>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B7B95A0-7FF7-41C9-80B4-2CCD9EB7B8F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it-IT"/>
        </a:p>
      </dgm:t>
    </dgm:pt>
    <dgm:pt modelId="{60A098B5-54A7-49EA-9D79-843CB3ADB77A}">
      <dgm:prSet phldrT="[Testo]"/>
      <dgm:spPr/>
      <dgm:t>
        <a:bodyPr/>
        <a:lstStyle/>
        <a:p>
          <a:r>
            <a:rPr lang="en-US" noProof="0" dirty="0"/>
            <a:t>NHC</a:t>
          </a:r>
        </a:p>
      </dgm:t>
    </dgm:pt>
    <dgm:pt modelId="{1EFCDF76-2621-430A-B6CE-4EA7FFEEE106}" type="parTrans" cxnId="{E746CC87-4748-491E-BE7D-1A9C309D5718}">
      <dgm:prSet/>
      <dgm:spPr/>
      <dgm:t>
        <a:bodyPr/>
        <a:lstStyle/>
        <a:p>
          <a:endParaRPr lang="it-IT"/>
        </a:p>
      </dgm:t>
    </dgm:pt>
    <dgm:pt modelId="{70EB8FBE-CFF8-4D3B-AAEF-CC9DC38B388F}" type="sibTrans" cxnId="{E746CC87-4748-491E-BE7D-1A9C309D5718}">
      <dgm:prSet/>
      <dgm:spPr/>
      <dgm:t>
        <a:bodyPr/>
        <a:lstStyle/>
        <a:p>
          <a:endParaRPr lang="it-IT"/>
        </a:p>
      </dgm:t>
    </dgm:pt>
    <dgm:pt modelId="{41B618D3-0232-44E3-86AD-862008280429}">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Governance</a:t>
          </a:r>
        </a:p>
      </dgm:t>
    </dgm:pt>
    <dgm:pt modelId="{D3230053-1DDF-4B40-81CB-BCE4FD01472D}" type="parTrans" cxnId="{DECAAE24-B85B-4592-A682-AF97A947496A}">
      <dgm:prSet/>
      <dgm:spPr/>
      <dgm:t>
        <a:bodyPr/>
        <a:lstStyle/>
        <a:p>
          <a:endParaRPr lang="it-IT"/>
        </a:p>
      </dgm:t>
    </dgm:pt>
    <dgm:pt modelId="{EC62C19C-4648-4C38-A3B3-EBCAF4014F52}" type="sibTrans" cxnId="{DECAAE24-B85B-4592-A682-AF97A947496A}">
      <dgm:prSet/>
      <dgm:spPr/>
      <dgm:t>
        <a:bodyPr/>
        <a:lstStyle/>
        <a:p>
          <a:endParaRPr lang="it-IT"/>
        </a:p>
      </dgm:t>
    </dgm:pt>
    <dgm:pt modelId="{07396E8E-1C3D-4BA7-843D-09C208801018}">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Family Doctors </a:t>
          </a:r>
        </a:p>
      </dgm:t>
    </dgm:pt>
    <dgm:pt modelId="{67917191-CEC8-468C-BFBD-A720893EDCD3}" type="parTrans" cxnId="{2F0D584E-4E2F-4D6A-878E-4F79294E2DD5}">
      <dgm:prSet/>
      <dgm:spPr/>
      <dgm:t>
        <a:bodyPr/>
        <a:lstStyle/>
        <a:p>
          <a:endParaRPr lang="it-IT"/>
        </a:p>
      </dgm:t>
    </dgm:pt>
    <dgm:pt modelId="{C217E104-87CE-4F4F-9657-A4F73C59A022}" type="sibTrans" cxnId="{2F0D584E-4E2F-4D6A-878E-4F79294E2DD5}">
      <dgm:prSet/>
      <dgm:spPr/>
      <dgm:t>
        <a:bodyPr/>
        <a:lstStyle/>
        <a:p>
          <a:endParaRPr lang="it-IT"/>
        </a:p>
      </dgm:t>
    </dgm:pt>
    <dgm:pt modelId="{95566B6D-B859-4974-9C58-9C5CA29A2762}">
      <dgm:prSet phldrT="[Testo]"/>
      <dgm:spPr>
        <a:solidFill>
          <a:schemeClr val="bg1"/>
        </a:solidFill>
        <a:ln>
          <a:solidFill>
            <a:schemeClr val="tx1">
              <a:lumMod val="50000"/>
            </a:schemeClr>
          </a:solidFill>
        </a:ln>
      </dgm:spPr>
      <dgm:t>
        <a:bodyPr/>
        <a:lstStyle/>
        <a:p>
          <a:r>
            <a:rPr lang="en-US" noProof="0" dirty="0">
              <a:solidFill>
                <a:schemeClr val="tx1">
                  <a:lumMod val="50000"/>
                </a:schemeClr>
              </a:solidFill>
            </a:rPr>
            <a:t>Operational Units </a:t>
          </a:r>
        </a:p>
      </dgm:t>
    </dgm:pt>
    <dgm:pt modelId="{951F87AC-B345-465E-AE2E-B24D759A09E7}" type="parTrans" cxnId="{F965B945-F6F0-4100-9EA9-7CB433F8B11E}">
      <dgm:prSet/>
      <dgm:spPr/>
      <dgm:t>
        <a:bodyPr/>
        <a:lstStyle/>
        <a:p>
          <a:endParaRPr lang="it-IT"/>
        </a:p>
      </dgm:t>
    </dgm:pt>
    <dgm:pt modelId="{E9AAEFB6-CEA2-429E-930D-440E3B08AA79}" type="sibTrans" cxnId="{F965B945-F6F0-4100-9EA9-7CB433F8B11E}">
      <dgm:prSet/>
      <dgm:spPr/>
      <dgm:t>
        <a:bodyPr/>
        <a:lstStyle/>
        <a:p>
          <a:endParaRPr lang="it-IT"/>
        </a:p>
      </dgm:t>
    </dgm:pt>
    <dgm:pt modelId="{C73C1988-5659-4861-B9B9-9B5D06FA8839}">
      <dgm:prSet phldrT="[Testo]"/>
      <dgm:spPr>
        <a:solidFill>
          <a:srgbClr val="FFC000"/>
        </a:solidFill>
      </dgm:spPr>
      <dgm:t>
        <a:bodyPr/>
        <a:lstStyle/>
        <a:p>
          <a:r>
            <a:rPr lang="en-US" noProof="0" dirty="0">
              <a:solidFill>
                <a:schemeClr val="tx1"/>
              </a:solidFill>
            </a:rPr>
            <a:t>Hospital</a:t>
          </a:r>
        </a:p>
      </dgm:t>
    </dgm:pt>
    <dgm:pt modelId="{BBDF3E4E-72BD-4B7B-87FD-CCC2F5A81238}" type="parTrans" cxnId="{89DBA8F9-1CC2-4CB5-A5CD-F6358E334F39}">
      <dgm:prSet/>
      <dgm:spPr/>
      <dgm:t>
        <a:bodyPr/>
        <a:lstStyle/>
        <a:p>
          <a:endParaRPr lang="it-IT"/>
        </a:p>
      </dgm:t>
    </dgm:pt>
    <dgm:pt modelId="{005CCF20-BF50-4F0B-80A1-2217ADF34708}" type="sibTrans" cxnId="{89DBA8F9-1CC2-4CB5-A5CD-F6358E334F39}">
      <dgm:prSet/>
      <dgm:spPr/>
      <dgm:t>
        <a:bodyPr/>
        <a:lstStyle/>
        <a:p>
          <a:endParaRPr lang="it-IT"/>
        </a:p>
      </dgm:t>
    </dgm:pt>
    <dgm:pt modelId="{13E673E9-848E-4FD9-93B1-FFF836BF9171}">
      <dgm:prSet phldrT="[Testo]"/>
      <dgm:spPr>
        <a:solidFill>
          <a:srgbClr val="FFC000"/>
        </a:solidFill>
      </dgm:spPr>
      <dgm:t>
        <a:bodyPr/>
        <a:lstStyle/>
        <a:p>
          <a:r>
            <a:rPr lang="en-US" noProof="0" dirty="0">
              <a:solidFill>
                <a:schemeClr val="tx1"/>
              </a:solidFill>
            </a:rPr>
            <a:t>Clinic</a:t>
          </a:r>
        </a:p>
      </dgm:t>
    </dgm:pt>
    <dgm:pt modelId="{83D4BB40-470E-422F-A12A-4040882C77B4}" type="parTrans" cxnId="{B31875CC-0B3A-4E4C-A159-03682BE71519}">
      <dgm:prSet/>
      <dgm:spPr/>
      <dgm:t>
        <a:bodyPr/>
        <a:lstStyle/>
        <a:p>
          <a:endParaRPr lang="it-IT"/>
        </a:p>
      </dgm:t>
    </dgm:pt>
    <dgm:pt modelId="{AB81E89C-3E67-4D64-B2E0-336A76FE33EF}" type="sibTrans" cxnId="{B31875CC-0B3A-4E4C-A159-03682BE71519}">
      <dgm:prSet/>
      <dgm:spPr/>
      <dgm:t>
        <a:bodyPr/>
        <a:lstStyle/>
        <a:p>
          <a:endParaRPr lang="it-IT"/>
        </a:p>
      </dgm:t>
    </dgm:pt>
    <dgm:pt modelId="{0ED5E1C7-EBD5-4407-BE20-686494882A22}">
      <dgm:prSet phldrT="[Testo]"/>
      <dgm:spPr>
        <a:solidFill>
          <a:srgbClr val="FFC000"/>
        </a:solidFill>
      </dgm:spPr>
      <dgm:t>
        <a:bodyPr/>
        <a:lstStyle/>
        <a:p>
          <a:r>
            <a:rPr lang="en-US" noProof="0" dirty="0">
              <a:solidFill>
                <a:schemeClr val="tx1"/>
              </a:solidFill>
            </a:rPr>
            <a:t>Ambulatory</a:t>
          </a:r>
        </a:p>
      </dgm:t>
    </dgm:pt>
    <dgm:pt modelId="{E630A579-B8B2-44CB-B0B5-33CFE3030C30}" type="parTrans" cxnId="{AB83AC13-6D76-4562-977F-FA588F59023C}">
      <dgm:prSet/>
      <dgm:spPr/>
      <dgm:t>
        <a:bodyPr/>
        <a:lstStyle/>
        <a:p>
          <a:endParaRPr lang="it-IT"/>
        </a:p>
      </dgm:t>
    </dgm:pt>
    <dgm:pt modelId="{567CC214-F660-45DD-A46D-A0F0ADD5ACBE}" type="sibTrans" cxnId="{AB83AC13-6D76-4562-977F-FA588F59023C}">
      <dgm:prSet/>
      <dgm:spPr/>
      <dgm:t>
        <a:bodyPr/>
        <a:lstStyle/>
        <a:p>
          <a:endParaRPr lang="it-IT"/>
        </a:p>
      </dgm:t>
    </dgm:pt>
    <dgm:pt modelId="{A25845E3-07EC-43DE-A32B-F206FBAB8587}">
      <dgm:prSet phldrT="[Testo]"/>
      <dgm:spPr>
        <a:solidFill>
          <a:srgbClr val="FFC000"/>
        </a:solidFill>
      </dgm:spPr>
      <dgm:t>
        <a:bodyPr/>
        <a:lstStyle/>
        <a:p>
          <a:r>
            <a:rPr lang="en-US" noProof="0" dirty="0">
              <a:solidFill>
                <a:schemeClr val="tx1"/>
              </a:solidFill>
            </a:rPr>
            <a:t>Lab</a:t>
          </a:r>
        </a:p>
      </dgm:t>
    </dgm:pt>
    <dgm:pt modelId="{3F218CDB-603D-4D14-B4D0-58AE43265591}" type="parTrans" cxnId="{7F8904AB-813C-4083-9628-51D4E468CED8}">
      <dgm:prSet/>
      <dgm:spPr/>
      <dgm:t>
        <a:bodyPr/>
        <a:lstStyle/>
        <a:p>
          <a:endParaRPr lang="it-IT"/>
        </a:p>
      </dgm:t>
    </dgm:pt>
    <dgm:pt modelId="{455784CC-23F9-431E-86EF-B6DF630A11F5}" type="sibTrans" cxnId="{7F8904AB-813C-4083-9628-51D4E468CED8}">
      <dgm:prSet/>
      <dgm:spPr/>
      <dgm:t>
        <a:bodyPr/>
        <a:lstStyle/>
        <a:p>
          <a:endParaRPr lang="it-IT"/>
        </a:p>
      </dgm:t>
    </dgm:pt>
    <dgm:pt modelId="{E7EC754B-C40B-4ADC-954C-55DDCDE6FB8A}">
      <dgm:prSet phldrT="[Testo]"/>
      <dgm:spPr>
        <a:solidFill>
          <a:srgbClr val="FFC000"/>
        </a:solidFill>
      </dgm:spPr>
      <dgm:t>
        <a:bodyPr/>
        <a:lstStyle/>
        <a:p>
          <a:r>
            <a:rPr lang="en-US" noProof="0" dirty="0">
              <a:solidFill>
                <a:schemeClr val="tx1"/>
              </a:solidFill>
            </a:rPr>
            <a:t>Pharmacies </a:t>
          </a:r>
        </a:p>
      </dgm:t>
    </dgm:pt>
    <dgm:pt modelId="{FB7A94D1-2C52-42A8-9594-8A0DE107C342}" type="parTrans" cxnId="{B09FD6B2-3EE5-44B2-88A7-6C3E636A1B14}">
      <dgm:prSet/>
      <dgm:spPr/>
      <dgm:t>
        <a:bodyPr/>
        <a:lstStyle/>
        <a:p>
          <a:endParaRPr lang="it-IT"/>
        </a:p>
      </dgm:t>
    </dgm:pt>
    <dgm:pt modelId="{3C5A787D-C2AD-4AF4-BD4E-FB63D46AC039}" type="sibTrans" cxnId="{B09FD6B2-3EE5-44B2-88A7-6C3E636A1B14}">
      <dgm:prSet/>
      <dgm:spPr/>
      <dgm:t>
        <a:bodyPr/>
        <a:lstStyle/>
        <a:p>
          <a:endParaRPr lang="it-IT"/>
        </a:p>
      </dgm:t>
    </dgm:pt>
    <dgm:pt modelId="{38A19284-681D-46F7-9F16-AD66364F0C14}" type="pres">
      <dgm:prSet presAssocID="{4B7B95A0-7FF7-41C9-80B4-2CCD9EB7B8F9}" presName="hierChild1" presStyleCnt="0">
        <dgm:presLayoutVars>
          <dgm:orgChart val="1"/>
          <dgm:chPref val="1"/>
          <dgm:dir/>
          <dgm:animOne val="branch"/>
          <dgm:animLvl val="lvl"/>
          <dgm:resizeHandles/>
        </dgm:presLayoutVars>
      </dgm:prSet>
      <dgm:spPr/>
    </dgm:pt>
    <dgm:pt modelId="{0C1CA843-42D9-4D2F-A26E-15B9AE9CF806}" type="pres">
      <dgm:prSet presAssocID="{60A098B5-54A7-49EA-9D79-843CB3ADB77A}" presName="hierRoot1" presStyleCnt="0">
        <dgm:presLayoutVars>
          <dgm:hierBranch/>
        </dgm:presLayoutVars>
      </dgm:prSet>
      <dgm:spPr/>
    </dgm:pt>
    <dgm:pt modelId="{E183401B-3A7D-4823-A3F7-B1F0685DF601}" type="pres">
      <dgm:prSet presAssocID="{60A098B5-54A7-49EA-9D79-843CB3ADB77A}" presName="rootComposite1" presStyleCnt="0"/>
      <dgm:spPr/>
    </dgm:pt>
    <dgm:pt modelId="{1923B110-1311-42FB-ADE4-71CC65E30C75}" type="pres">
      <dgm:prSet presAssocID="{60A098B5-54A7-49EA-9D79-843CB3ADB77A}" presName="rootText1" presStyleLbl="node0" presStyleIdx="0" presStyleCnt="1">
        <dgm:presLayoutVars>
          <dgm:chPref val="3"/>
        </dgm:presLayoutVars>
      </dgm:prSet>
      <dgm:spPr/>
    </dgm:pt>
    <dgm:pt modelId="{439B5762-5574-493C-A257-4C79DD358015}" type="pres">
      <dgm:prSet presAssocID="{60A098B5-54A7-49EA-9D79-843CB3ADB77A}" presName="rootConnector1" presStyleLbl="node1" presStyleIdx="0" presStyleCnt="0"/>
      <dgm:spPr/>
    </dgm:pt>
    <dgm:pt modelId="{D50E3552-76BD-4E4D-8274-A23B6A94EA17}" type="pres">
      <dgm:prSet presAssocID="{60A098B5-54A7-49EA-9D79-843CB3ADB77A}" presName="hierChild2" presStyleCnt="0"/>
      <dgm:spPr/>
    </dgm:pt>
    <dgm:pt modelId="{B20626A3-058E-450C-85DB-E169657B3DD3}" type="pres">
      <dgm:prSet presAssocID="{D3230053-1DDF-4B40-81CB-BCE4FD01472D}" presName="Name35" presStyleLbl="parChTrans1D2" presStyleIdx="0" presStyleCnt="3"/>
      <dgm:spPr/>
    </dgm:pt>
    <dgm:pt modelId="{2518D949-CCBF-4333-893E-87A3A049AEB8}" type="pres">
      <dgm:prSet presAssocID="{41B618D3-0232-44E3-86AD-862008280429}" presName="hierRoot2" presStyleCnt="0">
        <dgm:presLayoutVars>
          <dgm:hierBranch val="init"/>
        </dgm:presLayoutVars>
      </dgm:prSet>
      <dgm:spPr/>
    </dgm:pt>
    <dgm:pt modelId="{96A452DF-0535-40CE-8768-219982A39821}" type="pres">
      <dgm:prSet presAssocID="{41B618D3-0232-44E3-86AD-862008280429}" presName="rootComposite" presStyleCnt="0"/>
      <dgm:spPr/>
    </dgm:pt>
    <dgm:pt modelId="{57393680-72C5-4AD9-9761-3AD0C62A322D}" type="pres">
      <dgm:prSet presAssocID="{41B618D3-0232-44E3-86AD-862008280429}" presName="rootText" presStyleLbl="node2" presStyleIdx="0" presStyleCnt="3">
        <dgm:presLayoutVars>
          <dgm:chPref val="3"/>
        </dgm:presLayoutVars>
      </dgm:prSet>
      <dgm:spPr/>
    </dgm:pt>
    <dgm:pt modelId="{28398BB2-1744-4767-ABE3-9B88C5A510E8}" type="pres">
      <dgm:prSet presAssocID="{41B618D3-0232-44E3-86AD-862008280429}" presName="rootConnector" presStyleLbl="node2" presStyleIdx="0" presStyleCnt="3"/>
      <dgm:spPr/>
    </dgm:pt>
    <dgm:pt modelId="{785F7E39-0ADC-4839-B2D0-6716D411A26C}" type="pres">
      <dgm:prSet presAssocID="{41B618D3-0232-44E3-86AD-862008280429}" presName="hierChild4" presStyleCnt="0"/>
      <dgm:spPr/>
    </dgm:pt>
    <dgm:pt modelId="{DEA3B3BC-5539-4121-B91B-48DFEA465070}" type="pres">
      <dgm:prSet presAssocID="{41B618D3-0232-44E3-86AD-862008280429}" presName="hierChild5" presStyleCnt="0"/>
      <dgm:spPr/>
    </dgm:pt>
    <dgm:pt modelId="{59478FAD-FE30-42CE-94EE-90E263CBAA23}" type="pres">
      <dgm:prSet presAssocID="{67917191-CEC8-468C-BFBD-A720893EDCD3}" presName="Name35" presStyleLbl="parChTrans1D2" presStyleIdx="1" presStyleCnt="3"/>
      <dgm:spPr/>
    </dgm:pt>
    <dgm:pt modelId="{78667C25-3ADC-4CCE-934B-AFBCE615B3A4}" type="pres">
      <dgm:prSet presAssocID="{07396E8E-1C3D-4BA7-843D-09C208801018}" presName="hierRoot2" presStyleCnt="0">
        <dgm:presLayoutVars>
          <dgm:hierBranch val="init"/>
        </dgm:presLayoutVars>
      </dgm:prSet>
      <dgm:spPr/>
    </dgm:pt>
    <dgm:pt modelId="{FB8B1E3A-CF5F-42F1-ADAD-69C9CBB7AB25}" type="pres">
      <dgm:prSet presAssocID="{07396E8E-1C3D-4BA7-843D-09C208801018}" presName="rootComposite" presStyleCnt="0"/>
      <dgm:spPr/>
    </dgm:pt>
    <dgm:pt modelId="{B3B63557-E5A0-4AB3-886A-07C276EE260C}" type="pres">
      <dgm:prSet presAssocID="{07396E8E-1C3D-4BA7-843D-09C208801018}" presName="rootText" presStyleLbl="node2" presStyleIdx="1" presStyleCnt="3">
        <dgm:presLayoutVars>
          <dgm:chPref val="3"/>
        </dgm:presLayoutVars>
      </dgm:prSet>
      <dgm:spPr/>
    </dgm:pt>
    <dgm:pt modelId="{EA986E9C-1900-4866-9B76-CBC3637E027D}" type="pres">
      <dgm:prSet presAssocID="{07396E8E-1C3D-4BA7-843D-09C208801018}" presName="rootConnector" presStyleLbl="node2" presStyleIdx="1" presStyleCnt="3"/>
      <dgm:spPr/>
    </dgm:pt>
    <dgm:pt modelId="{6902CCA0-D936-4460-8300-BB200D079C58}" type="pres">
      <dgm:prSet presAssocID="{07396E8E-1C3D-4BA7-843D-09C208801018}" presName="hierChild4" presStyleCnt="0"/>
      <dgm:spPr/>
    </dgm:pt>
    <dgm:pt modelId="{BA6C0F5B-FEB4-4C5A-B724-91E004CA9515}" type="pres">
      <dgm:prSet presAssocID="{07396E8E-1C3D-4BA7-843D-09C208801018}" presName="hierChild5" presStyleCnt="0"/>
      <dgm:spPr/>
    </dgm:pt>
    <dgm:pt modelId="{4382CC55-DDFE-43A3-AC97-B6B8D250458C}" type="pres">
      <dgm:prSet presAssocID="{951F87AC-B345-465E-AE2E-B24D759A09E7}" presName="Name35" presStyleLbl="parChTrans1D2" presStyleIdx="2" presStyleCnt="3"/>
      <dgm:spPr/>
    </dgm:pt>
    <dgm:pt modelId="{C0C62DB2-3E7E-48BB-8526-9091ABA1DF0E}" type="pres">
      <dgm:prSet presAssocID="{95566B6D-B859-4974-9C58-9C5CA29A2762}" presName="hierRoot2" presStyleCnt="0">
        <dgm:presLayoutVars>
          <dgm:hierBranch val="r"/>
        </dgm:presLayoutVars>
      </dgm:prSet>
      <dgm:spPr/>
    </dgm:pt>
    <dgm:pt modelId="{DFED24E4-F9F2-47B5-909D-A40DD692C2B6}" type="pres">
      <dgm:prSet presAssocID="{95566B6D-B859-4974-9C58-9C5CA29A2762}" presName="rootComposite" presStyleCnt="0"/>
      <dgm:spPr/>
    </dgm:pt>
    <dgm:pt modelId="{BD8D036F-F687-4323-A660-EC554CBAA5AA}" type="pres">
      <dgm:prSet presAssocID="{95566B6D-B859-4974-9C58-9C5CA29A2762}" presName="rootText" presStyleLbl="node2" presStyleIdx="2" presStyleCnt="3">
        <dgm:presLayoutVars>
          <dgm:chPref val="3"/>
        </dgm:presLayoutVars>
      </dgm:prSet>
      <dgm:spPr/>
    </dgm:pt>
    <dgm:pt modelId="{2D8519C9-283B-4BC8-A716-5738D9A5BAE1}" type="pres">
      <dgm:prSet presAssocID="{95566B6D-B859-4974-9C58-9C5CA29A2762}" presName="rootConnector" presStyleLbl="node2" presStyleIdx="2" presStyleCnt="3"/>
      <dgm:spPr/>
    </dgm:pt>
    <dgm:pt modelId="{7D28304D-BFB1-4FB5-ABD0-09F280622CFF}" type="pres">
      <dgm:prSet presAssocID="{95566B6D-B859-4974-9C58-9C5CA29A2762}" presName="hierChild4" presStyleCnt="0"/>
      <dgm:spPr/>
    </dgm:pt>
    <dgm:pt modelId="{4D73DE07-5528-4003-A200-13EAA3980278}" type="pres">
      <dgm:prSet presAssocID="{BBDF3E4E-72BD-4B7B-87FD-CCC2F5A81238}" presName="Name50" presStyleLbl="parChTrans1D3" presStyleIdx="0" presStyleCnt="5"/>
      <dgm:spPr/>
    </dgm:pt>
    <dgm:pt modelId="{0F40BF93-B0E5-4644-BE15-A6C7BA938EA8}" type="pres">
      <dgm:prSet presAssocID="{C73C1988-5659-4861-B9B9-9B5D06FA8839}" presName="hierRoot2" presStyleCnt="0">
        <dgm:presLayoutVars>
          <dgm:hierBranch val="init"/>
        </dgm:presLayoutVars>
      </dgm:prSet>
      <dgm:spPr/>
    </dgm:pt>
    <dgm:pt modelId="{BEC524AA-BE78-4E0D-9B30-66EB0CEABD85}" type="pres">
      <dgm:prSet presAssocID="{C73C1988-5659-4861-B9B9-9B5D06FA8839}" presName="rootComposite" presStyleCnt="0"/>
      <dgm:spPr/>
    </dgm:pt>
    <dgm:pt modelId="{13D50533-7C53-4E47-B470-980AE5D16543}" type="pres">
      <dgm:prSet presAssocID="{C73C1988-5659-4861-B9B9-9B5D06FA8839}" presName="rootText" presStyleLbl="node3" presStyleIdx="0" presStyleCnt="5">
        <dgm:presLayoutVars>
          <dgm:chPref val="3"/>
        </dgm:presLayoutVars>
      </dgm:prSet>
      <dgm:spPr/>
    </dgm:pt>
    <dgm:pt modelId="{4F465E56-87C5-4906-8BD6-1BFE62A96A39}" type="pres">
      <dgm:prSet presAssocID="{C73C1988-5659-4861-B9B9-9B5D06FA8839}" presName="rootConnector" presStyleLbl="node3" presStyleIdx="0" presStyleCnt="5"/>
      <dgm:spPr/>
    </dgm:pt>
    <dgm:pt modelId="{D2D4F2D6-12B8-4B87-BD35-18A88D5B1EBD}" type="pres">
      <dgm:prSet presAssocID="{C73C1988-5659-4861-B9B9-9B5D06FA8839}" presName="hierChild4" presStyleCnt="0"/>
      <dgm:spPr/>
    </dgm:pt>
    <dgm:pt modelId="{54E9F3CE-70B6-4DF8-A9E3-2F6DDA45D7B4}" type="pres">
      <dgm:prSet presAssocID="{C73C1988-5659-4861-B9B9-9B5D06FA8839}" presName="hierChild5" presStyleCnt="0"/>
      <dgm:spPr/>
    </dgm:pt>
    <dgm:pt modelId="{CBBFE430-1B2D-43C8-A996-D07E32FC35CC}" type="pres">
      <dgm:prSet presAssocID="{83D4BB40-470E-422F-A12A-4040882C77B4}" presName="Name50" presStyleLbl="parChTrans1D3" presStyleIdx="1" presStyleCnt="5"/>
      <dgm:spPr/>
    </dgm:pt>
    <dgm:pt modelId="{B7EEC300-9422-461C-872F-E47613BEE9AA}" type="pres">
      <dgm:prSet presAssocID="{13E673E9-848E-4FD9-93B1-FFF836BF9171}" presName="hierRoot2" presStyleCnt="0">
        <dgm:presLayoutVars>
          <dgm:hierBranch val="init"/>
        </dgm:presLayoutVars>
      </dgm:prSet>
      <dgm:spPr/>
    </dgm:pt>
    <dgm:pt modelId="{DBB20F75-FE91-434F-BCEB-4A94755D6CA0}" type="pres">
      <dgm:prSet presAssocID="{13E673E9-848E-4FD9-93B1-FFF836BF9171}" presName="rootComposite" presStyleCnt="0"/>
      <dgm:spPr/>
    </dgm:pt>
    <dgm:pt modelId="{AEB4D19D-3272-469F-96B8-936B9F319E0A}" type="pres">
      <dgm:prSet presAssocID="{13E673E9-848E-4FD9-93B1-FFF836BF9171}" presName="rootText" presStyleLbl="node3" presStyleIdx="1" presStyleCnt="5">
        <dgm:presLayoutVars>
          <dgm:chPref val="3"/>
        </dgm:presLayoutVars>
      </dgm:prSet>
      <dgm:spPr/>
    </dgm:pt>
    <dgm:pt modelId="{EEF070C2-4D42-4565-A4D1-3DBC7B1581FB}" type="pres">
      <dgm:prSet presAssocID="{13E673E9-848E-4FD9-93B1-FFF836BF9171}" presName="rootConnector" presStyleLbl="node3" presStyleIdx="1" presStyleCnt="5"/>
      <dgm:spPr/>
    </dgm:pt>
    <dgm:pt modelId="{632E702F-92C7-4DFB-8315-F584087A7DC8}" type="pres">
      <dgm:prSet presAssocID="{13E673E9-848E-4FD9-93B1-FFF836BF9171}" presName="hierChild4" presStyleCnt="0"/>
      <dgm:spPr/>
    </dgm:pt>
    <dgm:pt modelId="{40D8A964-90B4-4735-90CE-D8503D381B72}" type="pres">
      <dgm:prSet presAssocID="{13E673E9-848E-4FD9-93B1-FFF836BF9171}" presName="hierChild5" presStyleCnt="0"/>
      <dgm:spPr/>
    </dgm:pt>
    <dgm:pt modelId="{09F288A7-6870-4BC9-AFCB-95A2350B07D6}" type="pres">
      <dgm:prSet presAssocID="{E630A579-B8B2-44CB-B0B5-33CFE3030C30}" presName="Name50" presStyleLbl="parChTrans1D3" presStyleIdx="2" presStyleCnt="5"/>
      <dgm:spPr/>
    </dgm:pt>
    <dgm:pt modelId="{315E15B5-EED6-42CB-A4B6-6860DAFCBD6D}" type="pres">
      <dgm:prSet presAssocID="{0ED5E1C7-EBD5-4407-BE20-686494882A22}" presName="hierRoot2" presStyleCnt="0">
        <dgm:presLayoutVars>
          <dgm:hierBranch val="init"/>
        </dgm:presLayoutVars>
      </dgm:prSet>
      <dgm:spPr/>
    </dgm:pt>
    <dgm:pt modelId="{B096F6FE-7AB2-4AF0-AECD-57ABC64A690E}" type="pres">
      <dgm:prSet presAssocID="{0ED5E1C7-EBD5-4407-BE20-686494882A22}" presName="rootComposite" presStyleCnt="0"/>
      <dgm:spPr/>
    </dgm:pt>
    <dgm:pt modelId="{6C5FBC73-4CE2-412A-AE51-099C5277EE53}" type="pres">
      <dgm:prSet presAssocID="{0ED5E1C7-EBD5-4407-BE20-686494882A22}" presName="rootText" presStyleLbl="node3" presStyleIdx="2" presStyleCnt="5">
        <dgm:presLayoutVars>
          <dgm:chPref val="3"/>
        </dgm:presLayoutVars>
      </dgm:prSet>
      <dgm:spPr/>
    </dgm:pt>
    <dgm:pt modelId="{E9891917-136A-4065-8E42-D1C76D4BDB57}" type="pres">
      <dgm:prSet presAssocID="{0ED5E1C7-EBD5-4407-BE20-686494882A22}" presName="rootConnector" presStyleLbl="node3" presStyleIdx="2" presStyleCnt="5"/>
      <dgm:spPr/>
    </dgm:pt>
    <dgm:pt modelId="{848E82AD-E60D-44D8-B560-01993C519B5F}" type="pres">
      <dgm:prSet presAssocID="{0ED5E1C7-EBD5-4407-BE20-686494882A22}" presName="hierChild4" presStyleCnt="0"/>
      <dgm:spPr/>
    </dgm:pt>
    <dgm:pt modelId="{39BBA129-8498-4707-9600-E3AB4189028F}" type="pres">
      <dgm:prSet presAssocID="{0ED5E1C7-EBD5-4407-BE20-686494882A22}" presName="hierChild5" presStyleCnt="0"/>
      <dgm:spPr/>
    </dgm:pt>
    <dgm:pt modelId="{9A98077F-B544-4137-AEBC-8DF5F07259FB}" type="pres">
      <dgm:prSet presAssocID="{3F218CDB-603D-4D14-B4D0-58AE43265591}" presName="Name50" presStyleLbl="parChTrans1D3" presStyleIdx="3" presStyleCnt="5"/>
      <dgm:spPr/>
    </dgm:pt>
    <dgm:pt modelId="{C803D2CE-D35A-4CE2-8C9B-6F18F6A1FC53}" type="pres">
      <dgm:prSet presAssocID="{A25845E3-07EC-43DE-A32B-F206FBAB8587}" presName="hierRoot2" presStyleCnt="0">
        <dgm:presLayoutVars>
          <dgm:hierBranch val="init"/>
        </dgm:presLayoutVars>
      </dgm:prSet>
      <dgm:spPr/>
    </dgm:pt>
    <dgm:pt modelId="{DC8ACF3A-71DA-48E6-A98B-E5338492FFE1}" type="pres">
      <dgm:prSet presAssocID="{A25845E3-07EC-43DE-A32B-F206FBAB8587}" presName="rootComposite" presStyleCnt="0"/>
      <dgm:spPr/>
    </dgm:pt>
    <dgm:pt modelId="{FEC26DD7-01E5-4FFD-A1D5-31B7DBD41891}" type="pres">
      <dgm:prSet presAssocID="{A25845E3-07EC-43DE-A32B-F206FBAB8587}" presName="rootText" presStyleLbl="node3" presStyleIdx="3" presStyleCnt="5">
        <dgm:presLayoutVars>
          <dgm:chPref val="3"/>
        </dgm:presLayoutVars>
      </dgm:prSet>
      <dgm:spPr/>
    </dgm:pt>
    <dgm:pt modelId="{946C3830-12A7-4445-80B9-A7611DF683BF}" type="pres">
      <dgm:prSet presAssocID="{A25845E3-07EC-43DE-A32B-F206FBAB8587}" presName="rootConnector" presStyleLbl="node3" presStyleIdx="3" presStyleCnt="5"/>
      <dgm:spPr/>
    </dgm:pt>
    <dgm:pt modelId="{45FF1DF3-82E1-4534-AFC1-7D37B21628C8}" type="pres">
      <dgm:prSet presAssocID="{A25845E3-07EC-43DE-A32B-F206FBAB8587}" presName="hierChild4" presStyleCnt="0"/>
      <dgm:spPr/>
    </dgm:pt>
    <dgm:pt modelId="{7133756B-92B4-40CA-9164-3CF5FB1FF61E}" type="pres">
      <dgm:prSet presAssocID="{A25845E3-07EC-43DE-A32B-F206FBAB8587}" presName="hierChild5" presStyleCnt="0"/>
      <dgm:spPr/>
    </dgm:pt>
    <dgm:pt modelId="{871F018B-0323-4807-8C77-8423F082ED12}" type="pres">
      <dgm:prSet presAssocID="{FB7A94D1-2C52-42A8-9594-8A0DE107C342}" presName="Name50" presStyleLbl="parChTrans1D3" presStyleIdx="4" presStyleCnt="5"/>
      <dgm:spPr/>
    </dgm:pt>
    <dgm:pt modelId="{4494E881-4E12-4A8F-9200-197393015D7D}" type="pres">
      <dgm:prSet presAssocID="{E7EC754B-C40B-4ADC-954C-55DDCDE6FB8A}" presName="hierRoot2" presStyleCnt="0">
        <dgm:presLayoutVars>
          <dgm:hierBranch val="init"/>
        </dgm:presLayoutVars>
      </dgm:prSet>
      <dgm:spPr/>
    </dgm:pt>
    <dgm:pt modelId="{713C9C8B-5791-4C17-9C89-14AE387CD618}" type="pres">
      <dgm:prSet presAssocID="{E7EC754B-C40B-4ADC-954C-55DDCDE6FB8A}" presName="rootComposite" presStyleCnt="0"/>
      <dgm:spPr/>
    </dgm:pt>
    <dgm:pt modelId="{426E5C81-15F1-433D-A20F-3FABE983C3F1}" type="pres">
      <dgm:prSet presAssocID="{E7EC754B-C40B-4ADC-954C-55DDCDE6FB8A}" presName="rootText" presStyleLbl="node3" presStyleIdx="4" presStyleCnt="5">
        <dgm:presLayoutVars>
          <dgm:chPref val="3"/>
        </dgm:presLayoutVars>
      </dgm:prSet>
      <dgm:spPr/>
    </dgm:pt>
    <dgm:pt modelId="{B2655B31-D6BE-49C9-A2C9-107DF6AFD685}" type="pres">
      <dgm:prSet presAssocID="{E7EC754B-C40B-4ADC-954C-55DDCDE6FB8A}" presName="rootConnector" presStyleLbl="node3" presStyleIdx="4" presStyleCnt="5"/>
      <dgm:spPr/>
    </dgm:pt>
    <dgm:pt modelId="{7BB67BA7-081C-4AC7-A775-A1731E6CF942}" type="pres">
      <dgm:prSet presAssocID="{E7EC754B-C40B-4ADC-954C-55DDCDE6FB8A}" presName="hierChild4" presStyleCnt="0"/>
      <dgm:spPr/>
    </dgm:pt>
    <dgm:pt modelId="{8A70118E-013F-4F13-9CBA-FFE879C51BB9}" type="pres">
      <dgm:prSet presAssocID="{E7EC754B-C40B-4ADC-954C-55DDCDE6FB8A}" presName="hierChild5" presStyleCnt="0"/>
      <dgm:spPr/>
    </dgm:pt>
    <dgm:pt modelId="{6ABBC341-6A22-4FCF-84A9-0EBF0E7F2B29}" type="pres">
      <dgm:prSet presAssocID="{95566B6D-B859-4974-9C58-9C5CA29A2762}" presName="hierChild5" presStyleCnt="0"/>
      <dgm:spPr/>
    </dgm:pt>
    <dgm:pt modelId="{EA890ABD-A9C6-49F3-B68C-BA9D0A267D08}" type="pres">
      <dgm:prSet presAssocID="{60A098B5-54A7-49EA-9D79-843CB3ADB77A}" presName="hierChild3" presStyleCnt="0"/>
      <dgm:spPr/>
    </dgm:pt>
  </dgm:ptLst>
  <dgm:cxnLst>
    <dgm:cxn modelId="{7D705E01-54D3-43EA-A085-86516DB2E38F}" type="presOf" srcId="{A25845E3-07EC-43DE-A32B-F206FBAB8587}" destId="{946C3830-12A7-4445-80B9-A7611DF683BF}" srcOrd="1" destOrd="0" presId="urn:microsoft.com/office/officeart/2005/8/layout/orgChart1"/>
    <dgm:cxn modelId="{90349603-6C2C-41E4-8197-B33226C5F2F9}" type="presOf" srcId="{BBDF3E4E-72BD-4B7B-87FD-CCC2F5A81238}" destId="{4D73DE07-5528-4003-A200-13EAA3980278}" srcOrd="0" destOrd="0" presId="urn:microsoft.com/office/officeart/2005/8/layout/orgChart1"/>
    <dgm:cxn modelId="{3143420F-27DF-4FA7-A7C0-8F28DE913032}" type="presOf" srcId="{13E673E9-848E-4FD9-93B1-FFF836BF9171}" destId="{AEB4D19D-3272-469F-96B8-936B9F319E0A}" srcOrd="0" destOrd="0" presId="urn:microsoft.com/office/officeart/2005/8/layout/orgChart1"/>
    <dgm:cxn modelId="{AB83AC13-6D76-4562-977F-FA588F59023C}" srcId="{95566B6D-B859-4974-9C58-9C5CA29A2762}" destId="{0ED5E1C7-EBD5-4407-BE20-686494882A22}" srcOrd="2" destOrd="0" parTransId="{E630A579-B8B2-44CB-B0B5-33CFE3030C30}" sibTransId="{567CC214-F660-45DD-A46D-A0F0ADD5ACBE}"/>
    <dgm:cxn modelId="{A6990E16-1242-409B-A3F8-E6866C273C8F}" type="presOf" srcId="{60A098B5-54A7-49EA-9D79-843CB3ADB77A}" destId="{1923B110-1311-42FB-ADE4-71CC65E30C75}" srcOrd="0" destOrd="0" presId="urn:microsoft.com/office/officeart/2005/8/layout/orgChart1"/>
    <dgm:cxn modelId="{3FF8BE18-1D2C-4BD5-B16E-7B351BF25F59}" type="presOf" srcId="{FB7A94D1-2C52-42A8-9594-8A0DE107C342}" destId="{871F018B-0323-4807-8C77-8423F082ED12}" srcOrd="0" destOrd="0" presId="urn:microsoft.com/office/officeart/2005/8/layout/orgChart1"/>
    <dgm:cxn modelId="{E468C318-8C3D-4538-830B-87E5BC8BDC5A}" type="presOf" srcId="{951F87AC-B345-465E-AE2E-B24D759A09E7}" destId="{4382CC55-DDFE-43A3-AC97-B6B8D250458C}" srcOrd="0" destOrd="0" presId="urn:microsoft.com/office/officeart/2005/8/layout/orgChart1"/>
    <dgm:cxn modelId="{DECAAE24-B85B-4592-A682-AF97A947496A}" srcId="{60A098B5-54A7-49EA-9D79-843CB3ADB77A}" destId="{41B618D3-0232-44E3-86AD-862008280429}" srcOrd="0" destOrd="0" parTransId="{D3230053-1DDF-4B40-81CB-BCE4FD01472D}" sibTransId="{EC62C19C-4648-4C38-A3B3-EBCAF4014F52}"/>
    <dgm:cxn modelId="{E531122B-0526-4BC0-AEDF-4FCD84C96A4A}" type="presOf" srcId="{0ED5E1C7-EBD5-4407-BE20-686494882A22}" destId="{E9891917-136A-4065-8E42-D1C76D4BDB57}" srcOrd="1" destOrd="0" presId="urn:microsoft.com/office/officeart/2005/8/layout/orgChart1"/>
    <dgm:cxn modelId="{37D60034-09E8-472A-B5EB-83421197F66D}" type="presOf" srcId="{83D4BB40-470E-422F-A12A-4040882C77B4}" destId="{CBBFE430-1B2D-43C8-A996-D07E32FC35CC}" srcOrd="0" destOrd="0" presId="urn:microsoft.com/office/officeart/2005/8/layout/orgChart1"/>
    <dgm:cxn modelId="{554D5937-E5F2-4AD6-B456-F9E4EC7F6B6A}" type="presOf" srcId="{13E673E9-848E-4FD9-93B1-FFF836BF9171}" destId="{EEF070C2-4D42-4565-A4D1-3DBC7B1581FB}" srcOrd="1" destOrd="0" presId="urn:microsoft.com/office/officeart/2005/8/layout/orgChart1"/>
    <dgm:cxn modelId="{F965B945-F6F0-4100-9EA9-7CB433F8B11E}" srcId="{60A098B5-54A7-49EA-9D79-843CB3ADB77A}" destId="{95566B6D-B859-4974-9C58-9C5CA29A2762}" srcOrd="2" destOrd="0" parTransId="{951F87AC-B345-465E-AE2E-B24D759A09E7}" sibTransId="{E9AAEFB6-CEA2-429E-930D-440E3B08AA79}"/>
    <dgm:cxn modelId="{692D5247-FCD3-4207-8751-37656CA2B634}" type="presOf" srcId="{95566B6D-B859-4974-9C58-9C5CA29A2762}" destId="{2D8519C9-283B-4BC8-A716-5738D9A5BAE1}" srcOrd="1" destOrd="0" presId="urn:microsoft.com/office/officeart/2005/8/layout/orgChart1"/>
    <dgm:cxn modelId="{0AABFA6A-4616-4A37-B615-3A627DA1617E}" type="presOf" srcId="{07396E8E-1C3D-4BA7-843D-09C208801018}" destId="{EA986E9C-1900-4866-9B76-CBC3637E027D}" srcOrd="1" destOrd="0" presId="urn:microsoft.com/office/officeart/2005/8/layout/orgChart1"/>
    <dgm:cxn modelId="{97820B6B-C45D-487E-9240-586D2F65CF46}" type="presOf" srcId="{D3230053-1DDF-4B40-81CB-BCE4FD01472D}" destId="{B20626A3-058E-450C-85DB-E169657B3DD3}" srcOrd="0" destOrd="0" presId="urn:microsoft.com/office/officeart/2005/8/layout/orgChart1"/>
    <dgm:cxn modelId="{2F0D584E-4E2F-4D6A-878E-4F79294E2DD5}" srcId="{60A098B5-54A7-49EA-9D79-843CB3ADB77A}" destId="{07396E8E-1C3D-4BA7-843D-09C208801018}" srcOrd="1" destOrd="0" parTransId="{67917191-CEC8-468C-BFBD-A720893EDCD3}" sibTransId="{C217E104-87CE-4F4F-9657-A4F73C59A022}"/>
    <dgm:cxn modelId="{DC54F64E-4A98-4F70-BBFB-B4EEAB43491D}" type="presOf" srcId="{A25845E3-07EC-43DE-A32B-F206FBAB8587}" destId="{FEC26DD7-01E5-4FFD-A1D5-31B7DBD41891}" srcOrd="0" destOrd="0" presId="urn:microsoft.com/office/officeart/2005/8/layout/orgChart1"/>
    <dgm:cxn modelId="{E55DAF76-4210-4F4E-B214-6869C706E95D}" type="presOf" srcId="{C73C1988-5659-4861-B9B9-9B5D06FA8839}" destId="{13D50533-7C53-4E47-B470-980AE5D16543}" srcOrd="0" destOrd="0" presId="urn:microsoft.com/office/officeart/2005/8/layout/orgChart1"/>
    <dgm:cxn modelId="{0CD6BC79-0DA8-4103-BABA-5569C0FA49E5}" type="presOf" srcId="{41B618D3-0232-44E3-86AD-862008280429}" destId="{57393680-72C5-4AD9-9761-3AD0C62A322D}" srcOrd="0" destOrd="0" presId="urn:microsoft.com/office/officeart/2005/8/layout/orgChart1"/>
    <dgm:cxn modelId="{BE958D5A-EB6A-463F-8128-633AC196EBD6}" type="presOf" srcId="{60A098B5-54A7-49EA-9D79-843CB3ADB77A}" destId="{439B5762-5574-493C-A257-4C79DD358015}" srcOrd="1" destOrd="0" presId="urn:microsoft.com/office/officeart/2005/8/layout/orgChart1"/>
    <dgm:cxn modelId="{ED21A681-620B-4B13-9B0A-4AE445784583}" type="presOf" srcId="{4B7B95A0-7FF7-41C9-80B4-2CCD9EB7B8F9}" destId="{38A19284-681D-46F7-9F16-AD66364F0C14}" srcOrd="0" destOrd="0" presId="urn:microsoft.com/office/officeart/2005/8/layout/orgChart1"/>
    <dgm:cxn modelId="{FBB0D582-2292-4CE3-9D08-568B8A0D7771}" type="presOf" srcId="{E7EC754B-C40B-4ADC-954C-55DDCDE6FB8A}" destId="{426E5C81-15F1-433D-A20F-3FABE983C3F1}" srcOrd="0" destOrd="0" presId="urn:microsoft.com/office/officeart/2005/8/layout/orgChart1"/>
    <dgm:cxn modelId="{8C689887-B563-4BF7-B8A9-D9EBD8007783}" type="presOf" srcId="{67917191-CEC8-468C-BFBD-A720893EDCD3}" destId="{59478FAD-FE30-42CE-94EE-90E263CBAA23}" srcOrd="0" destOrd="0" presId="urn:microsoft.com/office/officeart/2005/8/layout/orgChart1"/>
    <dgm:cxn modelId="{E746CC87-4748-491E-BE7D-1A9C309D5718}" srcId="{4B7B95A0-7FF7-41C9-80B4-2CCD9EB7B8F9}" destId="{60A098B5-54A7-49EA-9D79-843CB3ADB77A}" srcOrd="0" destOrd="0" parTransId="{1EFCDF76-2621-430A-B6CE-4EA7FFEEE106}" sibTransId="{70EB8FBE-CFF8-4D3B-AAEF-CC9DC38B388F}"/>
    <dgm:cxn modelId="{C2659A89-4661-47A3-B7C7-0A52304E13FD}" type="presOf" srcId="{07396E8E-1C3D-4BA7-843D-09C208801018}" destId="{B3B63557-E5A0-4AB3-886A-07C276EE260C}" srcOrd="0" destOrd="0" presId="urn:microsoft.com/office/officeart/2005/8/layout/orgChart1"/>
    <dgm:cxn modelId="{0448F293-7ADD-48E5-9AA5-300089CCADA5}" type="presOf" srcId="{E630A579-B8B2-44CB-B0B5-33CFE3030C30}" destId="{09F288A7-6870-4BC9-AFCB-95A2350B07D6}" srcOrd="0" destOrd="0" presId="urn:microsoft.com/office/officeart/2005/8/layout/orgChart1"/>
    <dgm:cxn modelId="{7F8904AB-813C-4083-9628-51D4E468CED8}" srcId="{95566B6D-B859-4974-9C58-9C5CA29A2762}" destId="{A25845E3-07EC-43DE-A32B-F206FBAB8587}" srcOrd="3" destOrd="0" parTransId="{3F218CDB-603D-4D14-B4D0-58AE43265591}" sibTransId="{455784CC-23F9-431E-86EF-B6DF630A11F5}"/>
    <dgm:cxn modelId="{B09FD6B2-3EE5-44B2-88A7-6C3E636A1B14}" srcId="{95566B6D-B859-4974-9C58-9C5CA29A2762}" destId="{E7EC754B-C40B-4ADC-954C-55DDCDE6FB8A}" srcOrd="4" destOrd="0" parTransId="{FB7A94D1-2C52-42A8-9594-8A0DE107C342}" sibTransId="{3C5A787D-C2AD-4AF4-BD4E-FB63D46AC039}"/>
    <dgm:cxn modelId="{B8551AB3-8E9B-414E-A520-6DA9FC4C4B97}" type="presOf" srcId="{0ED5E1C7-EBD5-4407-BE20-686494882A22}" destId="{6C5FBC73-4CE2-412A-AE51-099C5277EE53}" srcOrd="0" destOrd="0" presId="urn:microsoft.com/office/officeart/2005/8/layout/orgChart1"/>
    <dgm:cxn modelId="{8D3C3FCC-ABBE-4FC5-958F-E1A5963C111D}" type="presOf" srcId="{E7EC754B-C40B-4ADC-954C-55DDCDE6FB8A}" destId="{B2655B31-D6BE-49C9-A2C9-107DF6AFD685}" srcOrd="1" destOrd="0" presId="urn:microsoft.com/office/officeart/2005/8/layout/orgChart1"/>
    <dgm:cxn modelId="{B31875CC-0B3A-4E4C-A159-03682BE71519}" srcId="{95566B6D-B859-4974-9C58-9C5CA29A2762}" destId="{13E673E9-848E-4FD9-93B1-FFF836BF9171}" srcOrd="1" destOrd="0" parTransId="{83D4BB40-470E-422F-A12A-4040882C77B4}" sibTransId="{AB81E89C-3E67-4D64-B2E0-336A76FE33EF}"/>
    <dgm:cxn modelId="{2C169FE2-9A91-4AA3-9822-FB9266E48C8D}" type="presOf" srcId="{3F218CDB-603D-4D14-B4D0-58AE43265591}" destId="{9A98077F-B544-4137-AEBC-8DF5F07259FB}" srcOrd="0" destOrd="0" presId="urn:microsoft.com/office/officeart/2005/8/layout/orgChart1"/>
    <dgm:cxn modelId="{3DE094E5-28B8-47C2-8ECF-26A9ABAB93AF}" type="presOf" srcId="{95566B6D-B859-4974-9C58-9C5CA29A2762}" destId="{BD8D036F-F687-4323-A660-EC554CBAA5AA}" srcOrd="0" destOrd="0" presId="urn:microsoft.com/office/officeart/2005/8/layout/orgChart1"/>
    <dgm:cxn modelId="{0A4EACF3-A6CA-4A17-A137-A18D4F4AB738}" type="presOf" srcId="{C73C1988-5659-4861-B9B9-9B5D06FA8839}" destId="{4F465E56-87C5-4906-8BD6-1BFE62A96A39}" srcOrd="1" destOrd="0" presId="urn:microsoft.com/office/officeart/2005/8/layout/orgChart1"/>
    <dgm:cxn modelId="{89DBA8F9-1CC2-4CB5-A5CD-F6358E334F39}" srcId="{95566B6D-B859-4974-9C58-9C5CA29A2762}" destId="{C73C1988-5659-4861-B9B9-9B5D06FA8839}" srcOrd="0" destOrd="0" parTransId="{BBDF3E4E-72BD-4B7B-87FD-CCC2F5A81238}" sibTransId="{005CCF20-BF50-4F0B-80A1-2217ADF34708}"/>
    <dgm:cxn modelId="{2818F5FE-5361-4EBE-80ED-104FC426CD0A}" type="presOf" srcId="{41B618D3-0232-44E3-86AD-862008280429}" destId="{28398BB2-1744-4767-ABE3-9B88C5A510E8}" srcOrd="1" destOrd="0" presId="urn:microsoft.com/office/officeart/2005/8/layout/orgChart1"/>
    <dgm:cxn modelId="{7A91AF3B-0685-4B29-A0BC-D7F17FED9A3A}" type="presParOf" srcId="{38A19284-681D-46F7-9F16-AD66364F0C14}" destId="{0C1CA843-42D9-4D2F-A26E-15B9AE9CF806}" srcOrd="0" destOrd="0" presId="urn:microsoft.com/office/officeart/2005/8/layout/orgChart1"/>
    <dgm:cxn modelId="{8DD6B93E-E314-445E-99EF-BE9F9427CB0E}" type="presParOf" srcId="{0C1CA843-42D9-4D2F-A26E-15B9AE9CF806}" destId="{E183401B-3A7D-4823-A3F7-B1F0685DF601}" srcOrd="0" destOrd="0" presId="urn:microsoft.com/office/officeart/2005/8/layout/orgChart1"/>
    <dgm:cxn modelId="{DD05B3E5-C324-4B8C-AA38-959CA2EE3FD4}" type="presParOf" srcId="{E183401B-3A7D-4823-A3F7-B1F0685DF601}" destId="{1923B110-1311-42FB-ADE4-71CC65E30C75}" srcOrd="0" destOrd="0" presId="urn:microsoft.com/office/officeart/2005/8/layout/orgChart1"/>
    <dgm:cxn modelId="{556C8197-3AAC-4A55-B089-3B51D3D71BF9}" type="presParOf" srcId="{E183401B-3A7D-4823-A3F7-B1F0685DF601}" destId="{439B5762-5574-493C-A257-4C79DD358015}" srcOrd="1" destOrd="0" presId="urn:microsoft.com/office/officeart/2005/8/layout/orgChart1"/>
    <dgm:cxn modelId="{F7C0CD6A-6811-4E5D-8D80-F7EA79AB3437}" type="presParOf" srcId="{0C1CA843-42D9-4D2F-A26E-15B9AE9CF806}" destId="{D50E3552-76BD-4E4D-8274-A23B6A94EA17}" srcOrd="1" destOrd="0" presId="urn:microsoft.com/office/officeart/2005/8/layout/orgChart1"/>
    <dgm:cxn modelId="{179A47D3-860B-4E6E-8CF2-64E630B52D5C}" type="presParOf" srcId="{D50E3552-76BD-4E4D-8274-A23B6A94EA17}" destId="{B20626A3-058E-450C-85DB-E169657B3DD3}" srcOrd="0" destOrd="0" presId="urn:microsoft.com/office/officeart/2005/8/layout/orgChart1"/>
    <dgm:cxn modelId="{8B16761F-A304-4ADB-B143-5871BA1750D7}" type="presParOf" srcId="{D50E3552-76BD-4E4D-8274-A23B6A94EA17}" destId="{2518D949-CCBF-4333-893E-87A3A049AEB8}" srcOrd="1" destOrd="0" presId="urn:microsoft.com/office/officeart/2005/8/layout/orgChart1"/>
    <dgm:cxn modelId="{36A7B57A-DD9B-4B5B-90A4-1FD07807E1A5}" type="presParOf" srcId="{2518D949-CCBF-4333-893E-87A3A049AEB8}" destId="{96A452DF-0535-40CE-8768-219982A39821}" srcOrd="0" destOrd="0" presId="urn:microsoft.com/office/officeart/2005/8/layout/orgChart1"/>
    <dgm:cxn modelId="{F765FCA9-D542-4815-9643-3CCFBE4930F8}" type="presParOf" srcId="{96A452DF-0535-40CE-8768-219982A39821}" destId="{57393680-72C5-4AD9-9761-3AD0C62A322D}" srcOrd="0" destOrd="0" presId="urn:microsoft.com/office/officeart/2005/8/layout/orgChart1"/>
    <dgm:cxn modelId="{16F76B34-DABE-4B3A-93BE-3C89B985BC2A}" type="presParOf" srcId="{96A452DF-0535-40CE-8768-219982A39821}" destId="{28398BB2-1744-4767-ABE3-9B88C5A510E8}" srcOrd="1" destOrd="0" presId="urn:microsoft.com/office/officeart/2005/8/layout/orgChart1"/>
    <dgm:cxn modelId="{DEBD1E28-415E-4E90-A701-F200B2F642F2}" type="presParOf" srcId="{2518D949-CCBF-4333-893E-87A3A049AEB8}" destId="{785F7E39-0ADC-4839-B2D0-6716D411A26C}" srcOrd="1" destOrd="0" presId="urn:microsoft.com/office/officeart/2005/8/layout/orgChart1"/>
    <dgm:cxn modelId="{46AAA113-5EBF-4844-A914-02D72B1D30C0}" type="presParOf" srcId="{2518D949-CCBF-4333-893E-87A3A049AEB8}" destId="{DEA3B3BC-5539-4121-B91B-48DFEA465070}" srcOrd="2" destOrd="0" presId="urn:microsoft.com/office/officeart/2005/8/layout/orgChart1"/>
    <dgm:cxn modelId="{2D6ADA32-961B-4882-9178-3CA6AF3F3317}" type="presParOf" srcId="{D50E3552-76BD-4E4D-8274-A23B6A94EA17}" destId="{59478FAD-FE30-42CE-94EE-90E263CBAA23}" srcOrd="2" destOrd="0" presId="urn:microsoft.com/office/officeart/2005/8/layout/orgChart1"/>
    <dgm:cxn modelId="{4FBBEBF1-21A5-4D0A-8EEF-CD35FD648670}" type="presParOf" srcId="{D50E3552-76BD-4E4D-8274-A23B6A94EA17}" destId="{78667C25-3ADC-4CCE-934B-AFBCE615B3A4}" srcOrd="3" destOrd="0" presId="urn:microsoft.com/office/officeart/2005/8/layout/orgChart1"/>
    <dgm:cxn modelId="{17730CF6-DB82-47E9-88B6-BA86990C4CC7}" type="presParOf" srcId="{78667C25-3ADC-4CCE-934B-AFBCE615B3A4}" destId="{FB8B1E3A-CF5F-42F1-ADAD-69C9CBB7AB25}" srcOrd="0" destOrd="0" presId="urn:microsoft.com/office/officeart/2005/8/layout/orgChart1"/>
    <dgm:cxn modelId="{0181904A-A481-4BCA-BD90-A14A20929F03}" type="presParOf" srcId="{FB8B1E3A-CF5F-42F1-ADAD-69C9CBB7AB25}" destId="{B3B63557-E5A0-4AB3-886A-07C276EE260C}" srcOrd="0" destOrd="0" presId="urn:microsoft.com/office/officeart/2005/8/layout/orgChart1"/>
    <dgm:cxn modelId="{0795F750-19B5-4E8D-9F1F-5B036570EB96}" type="presParOf" srcId="{FB8B1E3A-CF5F-42F1-ADAD-69C9CBB7AB25}" destId="{EA986E9C-1900-4866-9B76-CBC3637E027D}" srcOrd="1" destOrd="0" presId="urn:microsoft.com/office/officeart/2005/8/layout/orgChart1"/>
    <dgm:cxn modelId="{CE00061C-DEC1-40E0-A89F-06B6FFBA73CC}" type="presParOf" srcId="{78667C25-3ADC-4CCE-934B-AFBCE615B3A4}" destId="{6902CCA0-D936-4460-8300-BB200D079C58}" srcOrd="1" destOrd="0" presId="urn:microsoft.com/office/officeart/2005/8/layout/orgChart1"/>
    <dgm:cxn modelId="{D1820D29-37EE-482F-B4B8-78014D239070}" type="presParOf" srcId="{78667C25-3ADC-4CCE-934B-AFBCE615B3A4}" destId="{BA6C0F5B-FEB4-4C5A-B724-91E004CA9515}" srcOrd="2" destOrd="0" presId="urn:microsoft.com/office/officeart/2005/8/layout/orgChart1"/>
    <dgm:cxn modelId="{1AA0BAD9-4647-4208-A356-9B8B8BCF1474}" type="presParOf" srcId="{D50E3552-76BD-4E4D-8274-A23B6A94EA17}" destId="{4382CC55-DDFE-43A3-AC97-B6B8D250458C}" srcOrd="4" destOrd="0" presId="urn:microsoft.com/office/officeart/2005/8/layout/orgChart1"/>
    <dgm:cxn modelId="{2BD829CB-83BC-4F6C-A892-EB1840503A0E}" type="presParOf" srcId="{D50E3552-76BD-4E4D-8274-A23B6A94EA17}" destId="{C0C62DB2-3E7E-48BB-8526-9091ABA1DF0E}" srcOrd="5" destOrd="0" presId="urn:microsoft.com/office/officeart/2005/8/layout/orgChart1"/>
    <dgm:cxn modelId="{1AB2A89C-F7AF-4B2C-9FD9-EEE4A83F6B61}" type="presParOf" srcId="{C0C62DB2-3E7E-48BB-8526-9091ABA1DF0E}" destId="{DFED24E4-F9F2-47B5-909D-A40DD692C2B6}" srcOrd="0" destOrd="0" presId="urn:microsoft.com/office/officeart/2005/8/layout/orgChart1"/>
    <dgm:cxn modelId="{908F3DAF-5AA4-489B-8268-25B0845D6816}" type="presParOf" srcId="{DFED24E4-F9F2-47B5-909D-A40DD692C2B6}" destId="{BD8D036F-F687-4323-A660-EC554CBAA5AA}" srcOrd="0" destOrd="0" presId="urn:microsoft.com/office/officeart/2005/8/layout/orgChart1"/>
    <dgm:cxn modelId="{3F915930-69D4-4FCA-BCFA-F70C1BCC1964}" type="presParOf" srcId="{DFED24E4-F9F2-47B5-909D-A40DD692C2B6}" destId="{2D8519C9-283B-4BC8-A716-5738D9A5BAE1}" srcOrd="1" destOrd="0" presId="urn:microsoft.com/office/officeart/2005/8/layout/orgChart1"/>
    <dgm:cxn modelId="{315D7653-3309-4095-A641-AD5DF2A95D5D}" type="presParOf" srcId="{C0C62DB2-3E7E-48BB-8526-9091ABA1DF0E}" destId="{7D28304D-BFB1-4FB5-ABD0-09F280622CFF}" srcOrd="1" destOrd="0" presId="urn:microsoft.com/office/officeart/2005/8/layout/orgChart1"/>
    <dgm:cxn modelId="{FBEFC1B3-E7E0-4824-838F-412058707EEA}" type="presParOf" srcId="{7D28304D-BFB1-4FB5-ABD0-09F280622CFF}" destId="{4D73DE07-5528-4003-A200-13EAA3980278}" srcOrd="0" destOrd="0" presId="urn:microsoft.com/office/officeart/2005/8/layout/orgChart1"/>
    <dgm:cxn modelId="{05974636-7883-45EA-8D0C-5B7826E94B28}" type="presParOf" srcId="{7D28304D-BFB1-4FB5-ABD0-09F280622CFF}" destId="{0F40BF93-B0E5-4644-BE15-A6C7BA938EA8}" srcOrd="1" destOrd="0" presId="urn:microsoft.com/office/officeart/2005/8/layout/orgChart1"/>
    <dgm:cxn modelId="{DBC9D4AA-FF68-4DFC-9B87-DD72F2A47E73}" type="presParOf" srcId="{0F40BF93-B0E5-4644-BE15-A6C7BA938EA8}" destId="{BEC524AA-BE78-4E0D-9B30-66EB0CEABD85}" srcOrd="0" destOrd="0" presId="urn:microsoft.com/office/officeart/2005/8/layout/orgChart1"/>
    <dgm:cxn modelId="{A51C63F4-8C59-4E2D-B725-A9C59A3A5A4D}" type="presParOf" srcId="{BEC524AA-BE78-4E0D-9B30-66EB0CEABD85}" destId="{13D50533-7C53-4E47-B470-980AE5D16543}" srcOrd="0" destOrd="0" presId="urn:microsoft.com/office/officeart/2005/8/layout/orgChart1"/>
    <dgm:cxn modelId="{78A1B057-24D9-49F9-B54A-A266C71ECFD2}" type="presParOf" srcId="{BEC524AA-BE78-4E0D-9B30-66EB0CEABD85}" destId="{4F465E56-87C5-4906-8BD6-1BFE62A96A39}" srcOrd="1" destOrd="0" presId="urn:microsoft.com/office/officeart/2005/8/layout/orgChart1"/>
    <dgm:cxn modelId="{21AAE6C7-B7E7-4A9F-A7AF-DB425C683374}" type="presParOf" srcId="{0F40BF93-B0E5-4644-BE15-A6C7BA938EA8}" destId="{D2D4F2D6-12B8-4B87-BD35-18A88D5B1EBD}" srcOrd="1" destOrd="0" presId="urn:microsoft.com/office/officeart/2005/8/layout/orgChart1"/>
    <dgm:cxn modelId="{EC86E4A0-799A-4241-857D-FB2BF38277CC}" type="presParOf" srcId="{0F40BF93-B0E5-4644-BE15-A6C7BA938EA8}" destId="{54E9F3CE-70B6-4DF8-A9E3-2F6DDA45D7B4}" srcOrd="2" destOrd="0" presId="urn:microsoft.com/office/officeart/2005/8/layout/orgChart1"/>
    <dgm:cxn modelId="{5918A052-2A6B-4DD9-9C9E-1E06726697C6}" type="presParOf" srcId="{7D28304D-BFB1-4FB5-ABD0-09F280622CFF}" destId="{CBBFE430-1B2D-43C8-A996-D07E32FC35CC}" srcOrd="2" destOrd="0" presId="urn:microsoft.com/office/officeart/2005/8/layout/orgChart1"/>
    <dgm:cxn modelId="{4CEDDDAA-9DC9-4770-AB88-B373E15E0C91}" type="presParOf" srcId="{7D28304D-BFB1-4FB5-ABD0-09F280622CFF}" destId="{B7EEC300-9422-461C-872F-E47613BEE9AA}" srcOrd="3" destOrd="0" presId="urn:microsoft.com/office/officeart/2005/8/layout/orgChart1"/>
    <dgm:cxn modelId="{22B0F34C-AB44-4262-BECD-4CCEFE43D182}" type="presParOf" srcId="{B7EEC300-9422-461C-872F-E47613BEE9AA}" destId="{DBB20F75-FE91-434F-BCEB-4A94755D6CA0}" srcOrd="0" destOrd="0" presId="urn:microsoft.com/office/officeart/2005/8/layout/orgChart1"/>
    <dgm:cxn modelId="{794D57B5-8A53-429E-BB17-652C17E354AA}" type="presParOf" srcId="{DBB20F75-FE91-434F-BCEB-4A94755D6CA0}" destId="{AEB4D19D-3272-469F-96B8-936B9F319E0A}" srcOrd="0" destOrd="0" presId="urn:microsoft.com/office/officeart/2005/8/layout/orgChart1"/>
    <dgm:cxn modelId="{119BA9A4-966C-4D10-B7BB-C120088E0D96}" type="presParOf" srcId="{DBB20F75-FE91-434F-BCEB-4A94755D6CA0}" destId="{EEF070C2-4D42-4565-A4D1-3DBC7B1581FB}" srcOrd="1" destOrd="0" presId="urn:microsoft.com/office/officeart/2005/8/layout/orgChart1"/>
    <dgm:cxn modelId="{7FFFAD2C-59A6-47B3-A402-241D07F27C3E}" type="presParOf" srcId="{B7EEC300-9422-461C-872F-E47613BEE9AA}" destId="{632E702F-92C7-4DFB-8315-F584087A7DC8}" srcOrd="1" destOrd="0" presId="urn:microsoft.com/office/officeart/2005/8/layout/orgChart1"/>
    <dgm:cxn modelId="{A5790DC4-3B5C-4372-B11A-95C32F7E7583}" type="presParOf" srcId="{B7EEC300-9422-461C-872F-E47613BEE9AA}" destId="{40D8A964-90B4-4735-90CE-D8503D381B72}" srcOrd="2" destOrd="0" presId="urn:microsoft.com/office/officeart/2005/8/layout/orgChart1"/>
    <dgm:cxn modelId="{98ECC346-DE77-4216-89D8-7916097AADF0}" type="presParOf" srcId="{7D28304D-BFB1-4FB5-ABD0-09F280622CFF}" destId="{09F288A7-6870-4BC9-AFCB-95A2350B07D6}" srcOrd="4" destOrd="0" presId="urn:microsoft.com/office/officeart/2005/8/layout/orgChart1"/>
    <dgm:cxn modelId="{7DE0E3DC-8588-449C-BA47-27A226243F9F}" type="presParOf" srcId="{7D28304D-BFB1-4FB5-ABD0-09F280622CFF}" destId="{315E15B5-EED6-42CB-A4B6-6860DAFCBD6D}" srcOrd="5" destOrd="0" presId="urn:microsoft.com/office/officeart/2005/8/layout/orgChart1"/>
    <dgm:cxn modelId="{FDD36049-31C7-4BB8-9AC7-CC9290503ED6}" type="presParOf" srcId="{315E15B5-EED6-42CB-A4B6-6860DAFCBD6D}" destId="{B096F6FE-7AB2-4AF0-AECD-57ABC64A690E}" srcOrd="0" destOrd="0" presId="urn:microsoft.com/office/officeart/2005/8/layout/orgChart1"/>
    <dgm:cxn modelId="{F254F916-CA35-411E-B48E-5F559B8BDA49}" type="presParOf" srcId="{B096F6FE-7AB2-4AF0-AECD-57ABC64A690E}" destId="{6C5FBC73-4CE2-412A-AE51-099C5277EE53}" srcOrd="0" destOrd="0" presId="urn:microsoft.com/office/officeart/2005/8/layout/orgChart1"/>
    <dgm:cxn modelId="{F1EE2195-872C-4C0D-8281-7A14903ABEFD}" type="presParOf" srcId="{B096F6FE-7AB2-4AF0-AECD-57ABC64A690E}" destId="{E9891917-136A-4065-8E42-D1C76D4BDB57}" srcOrd="1" destOrd="0" presId="urn:microsoft.com/office/officeart/2005/8/layout/orgChart1"/>
    <dgm:cxn modelId="{E6266D39-F5EB-4C3C-94B0-8090153E2158}" type="presParOf" srcId="{315E15B5-EED6-42CB-A4B6-6860DAFCBD6D}" destId="{848E82AD-E60D-44D8-B560-01993C519B5F}" srcOrd="1" destOrd="0" presId="urn:microsoft.com/office/officeart/2005/8/layout/orgChart1"/>
    <dgm:cxn modelId="{C1583102-69FE-41F1-A80E-5A215B87F445}" type="presParOf" srcId="{315E15B5-EED6-42CB-A4B6-6860DAFCBD6D}" destId="{39BBA129-8498-4707-9600-E3AB4189028F}" srcOrd="2" destOrd="0" presId="urn:microsoft.com/office/officeart/2005/8/layout/orgChart1"/>
    <dgm:cxn modelId="{1CED5324-423D-41D1-80BF-B9690486E404}" type="presParOf" srcId="{7D28304D-BFB1-4FB5-ABD0-09F280622CFF}" destId="{9A98077F-B544-4137-AEBC-8DF5F07259FB}" srcOrd="6" destOrd="0" presId="urn:microsoft.com/office/officeart/2005/8/layout/orgChart1"/>
    <dgm:cxn modelId="{F06CB263-91F1-45F2-A960-F64E511E23D9}" type="presParOf" srcId="{7D28304D-BFB1-4FB5-ABD0-09F280622CFF}" destId="{C803D2CE-D35A-4CE2-8C9B-6F18F6A1FC53}" srcOrd="7" destOrd="0" presId="urn:microsoft.com/office/officeart/2005/8/layout/orgChart1"/>
    <dgm:cxn modelId="{6B100FE9-30FC-43FB-8AE6-7E20DF091B25}" type="presParOf" srcId="{C803D2CE-D35A-4CE2-8C9B-6F18F6A1FC53}" destId="{DC8ACF3A-71DA-48E6-A98B-E5338492FFE1}" srcOrd="0" destOrd="0" presId="urn:microsoft.com/office/officeart/2005/8/layout/orgChart1"/>
    <dgm:cxn modelId="{55D7C6C1-8C73-46B8-B416-43E67FDB2CC3}" type="presParOf" srcId="{DC8ACF3A-71DA-48E6-A98B-E5338492FFE1}" destId="{FEC26DD7-01E5-4FFD-A1D5-31B7DBD41891}" srcOrd="0" destOrd="0" presId="urn:microsoft.com/office/officeart/2005/8/layout/orgChart1"/>
    <dgm:cxn modelId="{76FB81D9-B564-47A5-A80F-2910BA756E0F}" type="presParOf" srcId="{DC8ACF3A-71DA-48E6-A98B-E5338492FFE1}" destId="{946C3830-12A7-4445-80B9-A7611DF683BF}" srcOrd="1" destOrd="0" presId="urn:microsoft.com/office/officeart/2005/8/layout/orgChart1"/>
    <dgm:cxn modelId="{1C778571-8DD3-4CD9-A988-4859796D7D0F}" type="presParOf" srcId="{C803D2CE-D35A-4CE2-8C9B-6F18F6A1FC53}" destId="{45FF1DF3-82E1-4534-AFC1-7D37B21628C8}" srcOrd="1" destOrd="0" presId="urn:microsoft.com/office/officeart/2005/8/layout/orgChart1"/>
    <dgm:cxn modelId="{4E39F050-58B7-41FF-80EE-3781E9FF4294}" type="presParOf" srcId="{C803D2CE-D35A-4CE2-8C9B-6F18F6A1FC53}" destId="{7133756B-92B4-40CA-9164-3CF5FB1FF61E}" srcOrd="2" destOrd="0" presId="urn:microsoft.com/office/officeart/2005/8/layout/orgChart1"/>
    <dgm:cxn modelId="{9E15D7D3-DC52-4E51-A9E1-6A417B627559}" type="presParOf" srcId="{7D28304D-BFB1-4FB5-ABD0-09F280622CFF}" destId="{871F018B-0323-4807-8C77-8423F082ED12}" srcOrd="8" destOrd="0" presId="urn:microsoft.com/office/officeart/2005/8/layout/orgChart1"/>
    <dgm:cxn modelId="{766F6CB3-511F-4A02-8429-5C1BF80CE5AF}" type="presParOf" srcId="{7D28304D-BFB1-4FB5-ABD0-09F280622CFF}" destId="{4494E881-4E12-4A8F-9200-197393015D7D}" srcOrd="9" destOrd="0" presId="urn:microsoft.com/office/officeart/2005/8/layout/orgChart1"/>
    <dgm:cxn modelId="{B422E6A4-566E-493D-A746-02ABCD72B56D}" type="presParOf" srcId="{4494E881-4E12-4A8F-9200-197393015D7D}" destId="{713C9C8B-5791-4C17-9C89-14AE387CD618}" srcOrd="0" destOrd="0" presId="urn:microsoft.com/office/officeart/2005/8/layout/orgChart1"/>
    <dgm:cxn modelId="{A18A1C13-C548-475F-9364-01B7F98A4482}" type="presParOf" srcId="{713C9C8B-5791-4C17-9C89-14AE387CD618}" destId="{426E5C81-15F1-433D-A20F-3FABE983C3F1}" srcOrd="0" destOrd="0" presId="urn:microsoft.com/office/officeart/2005/8/layout/orgChart1"/>
    <dgm:cxn modelId="{2A733AD9-52D9-4B06-9B82-C4C4931D6958}" type="presParOf" srcId="{713C9C8B-5791-4C17-9C89-14AE387CD618}" destId="{B2655B31-D6BE-49C9-A2C9-107DF6AFD685}" srcOrd="1" destOrd="0" presId="urn:microsoft.com/office/officeart/2005/8/layout/orgChart1"/>
    <dgm:cxn modelId="{FC708CFB-4D39-4100-AF2E-688108FBF8CA}" type="presParOf" srcId="{4494E881-4E12-4A8F-9200-197393015D7D}" destId="{7BB67BA7-081C-4AC7-A775-A1731E6CF942}" srcOrd="1" destOrd="0" presId="urn:microsoft.com/office/officeart/2005/8/layout/orgChart1"/>
    <dgm:cxn modelId="{8F6E2318-3383-473D-A0C7-927F6C70162A}" type="presParOf" srcId="{4494E881-4E12-4A8F-9200-197393015D7D}" destId="{8A70118E-013F-4F13-9CBA-FFE879C51BB9}" srcOrd="2" destOrd="0" presId="urn:microsoft.com/office/officeart/2005/8/layout/orgChart1"/>
    <dgm:cxn modelId="{8FED505C-93BC-47E3-B3B4-A463B8A4AA58}" type="presParOf" srcId="{C0C62DB2-3E7E-48BB-8526-9091ABA1DF0E}" destId="{6ABBC341-6A22-4FCF-84A9-0EBF0E7F2B29}" srcOrd="2" destOrd="0" presId="urn:microsoft.com/office/officeart/2005/8/layout/orgChart1"/>
    <dgm:cxn modelId="{6598D2E5-6FDD-44FC-A721-6679A0AF584A}" type="presParOf" srcId="{0C1CA843-42D9-4D2F-A26E-15B9AE9CF806}" destId="{EA890ABD-A9C6-49F3-B68C-BA9D0A267D0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rgbClr val="FFC000"/>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rgbClr val="FFC000"/>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rgbClr val="FFC000"/>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2E67F7C-DE35-4A2A-8200-BF1FEF8E7C0B}" type="doc">
      <dgm:prSet loTypeId="urn:microsoft.com/office/officeart/2005/8/layout/pyramid2" loCatId="pyramid" qsTypeId="urn:microsoft.com/office/officeart/2005/8/quickstyle/simple1" qsCatId="simple" csTypeId="urn:microsoft.com/office/officeart/2005/8/colors/accent1_2" csCatId="accent1" phldr="1"/>
      <dgm:spPr/>
    </dgm:pt>
    <dgm:pt modelId="{5CAE8CB9-21C6-4339-ACF1-A7D26D1C7B66}">
      <dgm:prSet phldrT="[Testo]"/>
      <dgm:spPr/>
      <dgm:t>
        <a:bodyPr/>
        <a:lstStyle/>
        <a:p>
          <a:r>
            <a:rPr lang="en-US" noProof="0" dirty="0"/>
            <a:t>Minister (1)</a:t>
          </a:r>
        </a:p>
      </dgm:t>
    </dgm:pt>
    <dgm:pt modelId="{8BA22EAC-5F2A-4D17-B69D-8731F064DE89}" type="parTrans" cxnId="{8CE7A3E4-0585-47A9-A49E-26CDF14737C6}">
      <dgm:prSet/>
      <dgm:spPr/>
      <dgm:t>
        <a:bodyPr/>
        <a:lstStyle/>
        <a:p>
          <a:endParaRPr lang="it-IT"/>
        </a:p>
      </dgm:t>
    </dgm:pt>
    <dgm:pt modelId="{3ED448C6-00C5-44FF-91A3-C003C361A958}" type="sibTrans" cxnId="{8CE7A3E4-0585-47A9-A49E-26CDF14737C6}">
      <dgm:prSet/>
      <dgm:spPr/>
      <dgm:t>
        <a:bodyPr/>
        <a:lstStyle/>
        <a:p>
          <a:endParaRPr lang="it-IT"/>
        </a:p>
      </dgm:t>
    </dgm:pt>
    <dgm:pt modelId="{EB8C4625-5D1E-4C0B-A875-B6D0DFBF4AB7}">
      <dgm:prSet phldrT="[Testo]"/>
      <dgm:spPr/>
      <dgm:t>
        <a:bodyPr/>
        <a:lstStyle/>
        <a:p>
          <a:r>
            <a:rPr lang="en-US" noProof="0" dirty="0"/>
            <a:t>Provinces (ca 100) </a:t>
          </a:r>
        </a:p>
      </dgm:t>
    </dgm:pt>
    <dgm:pt modelId="{2EAB6788-785A-47B2-9B6A-9E6FB292EE4C}" type="parTrans" cxnId="{F77B8C16-97A7-48EF-A0E1-FC0C7334EC2C}">
      <dgm:prSet/>
      <dgm:spPr/>
      <dgm:t>
        <a:bodyPr/>
        <a:lstStyle/>
        <a:p>
          <a:endParaRPr lang="it-IT"/>
        </a:p>
      </dgm:t>
    </dgm:pt>
    <dgm:pt modelId="{B409B86C-B5FA-497D-BC3C-D83C7739A857}" type="sibTrans" cxnId="{F77B8C16-97A7-48EF-A0E1-FC0C7334EC2C}">
      <dgm:prSet/>
      <dgm:spPr/>
      <dgm:t>
        <a:bodyPr/>
        <a:lstStyle/>
        <a:p>
          <a:endParaRPr lang="it-IT"/>
        </a:p>
      </dgm:t>
    </dgm:pt>
    <dgm:pt modelId="{D2AFDDF6-7138-4A52-8649-6584FB0E553F}">
      <dgm:prSet phldrT="[Testo]"/>
      <dgm:spPr/>
      <dgm:t>
        <a:bodyPr/>
        <a:lstStyle/>
        <a:p>
          <a:r>
            <a:rPr lang="en-US" noProof="0" dirty="0"/>
            <a:t>Hospitals  (1.000+)  </a:t>
          </a:r>
        </a:p>
      </dgm:t>
    </dgm:pt>
    <dgm:pt modelId="{2D7029C4-CAFD-4E15-83D2-49DDC05B5F57}" type="parTrans" cxnId="{3BA5546B-E423-49EA-A94D-A59E5FFE1D32}">
      <dgm:prSet/>
      <dgm:spPr/>
      <dgm:t>
        <a:bodyPr/>
        <a:lstStyle/>
        <a:p>
          <a:endParaRPr lang="it-IT"/>
        </a:p>
      </dgm:t>
    </dgm:pt>
    <dgm:pt modelId="{D1E2F5CE-19A8-444E-9D6B-68C7E9ECB40D}" type="sibTrans" cxnId="{3BA5546B-E423-49EA-A94D-A59E5FFE1D32}">
      <dgm:prSet/>
      <dgm:spPr/>
      <dgm:t>
        <a:bodyPr/>
        <a:lstStyle/>
        <a:p>
          <a:endParaRPr lang="it-IT"/>
        </a:p>
      </dgm:t>
    </dgm:pt>
    <dgm:pt modelId="{7EFFFAF5-CFFC-443A-866E-AD99047B2F88}">
      <dgm:prSet phldrT="[Testo]"/>
      <dgm:spPr/>
      <dgm:t>
        <a:bodyPr/>
        <a:lstStyle/>
        <a:p>
          <a:r>
            <a:rPr lang="en-US" noProof="0" dirty="0"/>
            <a:t>Labs (1.000 +)  </a:t>
          </a:r>
        </a:p>
      </dgm:t>
    </dgm:pt>
    <dgm:pt modelId="{65F28B76-AED8-4F9F-9A16-E914CA035644}" type="parTrans" cxnId="{491BA47C-CCF2-4126-BE82-D16672756EC9}">
      <dgm:prSet/>
      <dgm:spPr/>
      <dgm:t>
        <a:bodyPr/>
        <a:lstStyle/>
        <a:p>
          <a:endParaRPr lang="it-IT"/>
        </a:p>
      </dgm:t>
    </dgm:pt>
    <dgm:pt modelId="{7B96DB4C-9020-47A0-BCE3-0C3CBABC4219}" type="sibTrans" cxnId="{491BA47C-CCF2-4126-BE82-D16672756EC9}">
      <dgm:prSet/>
      <dgm:spPr/>
      <dgm:t>
        <a:bodyPr/>
        <a:lstStyle/>
        <a:p>
          <a:endParaRPr lang="it-IT"/>
        </a:p>
      </dgm:t>
    </dgm:pt>
    <dgm:pt modelId="{3267F2C0-D78B-4942-AB25-116A0D1931A3}">
      <dgm:prSet phldrT="[Testo]"/>
      <dgm:spPr/>
      <dgm:t>
        <a:bodyPr/>
        <a:lstStyle/>
        <a:p>
          <a:r>
            <a:rPr lang="en-US" noProof="0" dirty="0"/>
            <a:t>Regions (20) </a:t>
          </a:r>
        </a:p>
      </dgm:t>
    </dgm:pt>
    <dgm:pt modelId="{DE6F89BA-A5FF-4C15-B0BD-B236253CD44C}" type="parTrans" cxnId="{D7F87F69-E837-46F2-B7D3-AD76DE36E1E3}">
      <dgm:prSet/>
      <dgm:spPr/>
      <dgm:t>
        <a:bodyPr/>
        <a:lstStyle/>
        <a:p>
          <a:endParaRPr lang="it-IT"/>
        </a:p>
      </dgm:t>
    </dgm:pt>
    <dgm:pt modelId="{A2E8E99C-B555-4412-9805-4086A6AA2470}" type="sibTrans" cxnId="{D7F87F69-E837-46F2-B7D3-AD76DE36E1E3}">
      <dgm:prSet/>
      <dgm:spPr/>
      <dgm:t>
        <a:bodyPr/>
        <a:lstStyle/>
        <a:p>
          <a:endParaRPr lang="it-IT"/>
        </a:p>
      </dgm:t>
    </dgm:pt>
    <dgm:pt modelId="{623EBD0F-3E9E-4A30-B135-A555131EAAE0}">
      <dgm:prSet phldrT="[Testo]"/>
      <dgm:spPr>
        <a:ln>
          <a:prstDash val="lgDash"/>
        </a:ln>
      </dgm:spPr>
      <dgm:t>
        <a:bodyPr/>
        <a:lstStyle/>
        <a:p>
          <a:r>
            <a:rPr lang="en-US" noProof="0" dirty="0"/>
            <a:t>GPs (30.000 + )</a:t>
          </a:r>
        </a:p>
      </dgm:t>
    </dgm:pt>
    <dgm:pt modelId="{FCF98F03-9E3F-4F17-9427-27D30DF50069}" type="parTrans" cxnId="{FC96721C-5C96-4431-80B6-F6BFDB689159}">
      <dgm:prSet/>
      <dgm:spPr/>
      <dgm:t>
        <a:bodyPr/>
        <a:lstStyle/>
        <a:p>
          <a:endParaRPr lang="it-IT"/>
        </a:p>
      </dgm:t>
    </dgm:pt>
    <dgm:pt modelId="{3D903351-028D-462E-B134-E3686F303DDE}" type="sibTrans" cxnId="{FC96721C-5C96-4431-80B6-F6BFDB689159}">
      <dgm:prSet/>
      <dgm:spPr/>
      <dgm:t>
        <a:bodyPr/>
        <a:lstStyle/>
        <a:p>
          <a:endParaRPr lang="it-IT"/>
        </a:p>
      </dgm:t>
    </dgm:pt>
    <dgm:pt modelId="{FB6D2136-DA92-48FF-BDB4-BC407D0A5DF7}" type="pres">
      <dgm:prSet presAssocID="{D2E67F7C-DE35-4A2A-8200-BF1FEF8E7C0B}" presName="compositeShape" presStyleCnt="0">
        <dgm:presLayoutVars>
          <dgm:dir/>
          <dgm:resizeHandles/>
        </dgm:presLayoutVars>
      </dgm:prSet>
      <dgm:spPr/>
    </dgm:pt>
    <dgm:pt modelId="{595BD1A2-E5C0-4E5F-891D-31F899ABEDC9}" type="pres">
      <dgm:prSet presAssocID="{D2E67F7C-DE35-4A2A-8200-BF1FEF8E7C0B}" presName="pyramid" presStyleLbl="node1" presStyleIdx="0" presStyleCnt="1"/>
      <dgm:spPr/>
    </dgm:pt>
    <dgm:pt modelId="{44828882-6E1B-4EA4-88D3-C9E89459F773}" type="pres">
      <dgm:prSet presAssocID="{D2E67F7C-DE35-4A2A-8200-BF1FEF8E7C0B}" presName="theList" presStyleCnt="0"/>
      <dgm:spPr/>
    </dgm:pt>
    <dgm:pt modelId="{E73FFBFE-D3E5-48E7-96FC-5D5CA1DF3E07}" type="pres">
      <dgm:prSet presAssocID="{5CAE8CB9-21C6-4339-ACF1-A7D26D1C7B66}" presName="aNode" presStyleLbl="fgAcc1" presStyleIdx="0" presStyleCnt="6">
        <dgm:presLayoutVars>
          <dgm:bulletEnabled val="1"/>
        </dgm:presLayoutVars>
      </dgm:prSet>
      <dgm:spPr/>
    </dgm:pt>
    <dgm:pt modelId="{88E875C2-C431-4578-9E21-EE794A732B6B}" type="pres">
      <dgm:prSet presAssocID="{5CAE8CB9-21C6-4339-ACF1-A7D26D1C7B66}" presName="aSpace" presStyleCnt="0"/>
      <dgm:spPr/>
    </dgm:pt>
    <dgm:pt modelId="{009C4325-AAFE-4AF7-8F21-36F707BA1923}" type="pres">
      <dgm:prSet presAssocID="{3267F2C0-D78B-4942-AB25-116A0D1931A3}" presName="aNode" presStyleLbl="fgAcc1" presStyleIdx="1" presStyleCnt="6">
        <dgm:presLayoutVars>
          <dgm:bulletEnabled val="1"/>
        </dgm:presLayoutVars>
      </dgm:prSet>
      <dgm:spPr/>
    </dgm:pt>
    <dgm:pt modelId="{2442EA4B-7D95-4649-BCEE-21EAEF5F9C91}" type="pres">
      <dgm:prSet presAssocID="{3267F2C0-D78B-4942-AB25-116A0D1931A3}" presName="aSpace" presStyleCnt="0"/>
      <dgm:spPr/>
    </dgm:pt>
    <dgm:pt modelId="{640254BE-51CB-4017-AC7A-A86ABF6D7553}" type="pres">
      <dgm:prSet presAssocID="{EB8C4625-5D1E-4C0B-A875-B6D0DFBF4AB7}" presName="aNode" presStyleLbl="fgAcc1" presStyleIdx="2" presStyleCnt="6">
        <dgm:presLayoutVars>
          <dgm:bulletEnabled val="1"/>
        </dgm:presLayoutVars>
      </dgm:prSet>
      <dgm:spPr/>
    </dgm:pt>
    <dgm:pt modelId="{BB552C66-545A-401E-8D7E-DBC415316220}" type="pres">
      <dgm:prSet presAssocID="{EB8C4625-5D1E-4C0B-A875-B6D0DFBF4AB7}" presName="aSpace" presStyleCnt="0"/>
      <dgm:spPr/>
    </dgm:pt>
    <dgm:pt modelId="{57B17D30-ED6C-4588-A6C8-B34E648FA6C1}" type="pres">
      <dgm:prSet presAssocID="{D2AFDDF6-7138-4A52-8649-6584FB0E553F}" presName="aNode" presStyleLbl="fgAcc1" presStyleIdx="3" presStyleCnt="6">
        <dgm:presLayoutVars>
          <dgm:bulletEnabled val="1"/>
        </dgm:presLayoutVars>
      </dgm:prSet>
      <dgm:spPr/>
    </dgm:pt>
    <dgm:pt modelId="{D883019A-AE61-4B95-BC9A-6E540A0BF455}" type="pres">
      <dgm:prSet presAssocID="{D2AFDDF6-7138-4A52-8649-6584FB0E553F}" presName="aSpace" presStyleCnt="0"/>
      <dgm:spPr/>
    </dgm:pt>
    <dgm:pt modelId="{BA186915-A617-476E-9461-43DE66EE3E3B}" type="pres">
      <dgm:prSet presAssocID="{7EFFFAF5-CFFC-443A-866E-AD99047B2F88}" presName="aNode" presStyleLbl="fgAcc1" presStyleIdx="4" presStyleCnt="6">
        <dgm:presLayoutVars>
          <dgm:bulletEnabled val="1"/>
        </dgm:presLayoutVars>
      </dgm:prSet>
      <dgm:spPr/>
    </dgm:pt>
    <dgm:pt modelId="{AA705095-C085-49AC-8059-A4994B59552E}" type="pres">
      <dgm:prSet presAssocID="{7EFFFAF5-CFFC-443A-866E-AD99047B2F88}" presName="aSpace" presStyleCnt="0"/>
      <dgm:spPr/>
    </dgm:pt>
    <dgm:pt modelId="{609843D1-17F4-42B5-9A17-3B2B6660E66F}" type="pres">
      <dgm:prSet presAssocID="{623EBD0F-3E9E-4A30-B135-A555131EAAE0}" presName="aNode" presStyleLbl="fgAcc1" presStyleIdx="5" presStyleCnt="6">
        <dgm:presLayoutVars>
          <dgm:bulletEnabled val="1"/>
        </dgm:presLayoutVars>
      </dgm:prSet>
      <dgm:spPr/>
    </dgm:pt>
    <dgm:pt modelId="{2CC2B73F-B1F8-4C0F-B23A-62F0EB3E9C46}" type="pres">
      <dgm:prSet presAssocID="{623EBD0F-3E9E-4A30-B135-A555131EAAE0}" presName="aSpace" presStyleCnt="0"/>
      <dgm:spPr/>
    </dgm:pt>
  </dgm:ptLst>
  <dgm:cxnLst>
    <dgm:cxn modelId="{E1FD5216-2B51-426F-9B77-9EA6ED224B35}" type="presOf" srcId="{5CAE8CB9-21C6-4339-ACF1-A7D26D1C7B66}" destId="{E73FFBFE-D3E5-48E7-96FC-5D5CA1DF3E07}" srcOrd="0" destOrd="0" presId="urn:microsoft.com/office/officeart/2005/8/layout/pyramid2"/>
    <dgm:cxn modelId="{F77B8C16-97A7-48EF-A0E1-FC0C7334EC2C}" srcId="{D2E67F7C-DE35-4A2A-8200-BF1FEF8E7C0B}" destId="{EB8C4625-5D1E-4C0B-A875-B6D0DFBF4AB7}" srcOrd="2" destOrd="0" parTransId="{2EAB6788-785A-47B2-9B6A-9E6FB292EE4C}" sibTransId="{B409B86C-B5FA-497D-BC3C-D83C7739A857}"/>
    <dgm:cxn modelId="{FC96721C-5C96-4431-80B6-F6BFDB689159}" srcId="{D2E67F7C-DE35-4A2A-8200-BF1FEF8E7C0B}" destId="{623EBD0F-3E9E-4A30-B135-A555131EAAE0}" srcOrd="5" destOrd="0" parTransId="{FCF98F03-9E3F-4F17-9427-27D30DF50069}" sibTransId="{3D903351-028D-462E-B134-E3686F303DDE}"/>
    <dgm:cxn modelId="{5E2BF931-06BF-4B6B-A30E-4BBE8474FDC7}" type="presOf" srcId="{D2E67F7C-DE35-4A2A-8200-BF1FEF8E7C0B}" destId="{FB6D2136-DA92-48FF-BDB4-BC407D0A5DF7}" srcOrd="0" destOrd="0" presId="urn:microsoft.com/office/officeart/2005/8/layout/pyramid2"/>
    <dgm:cxn modelId="{31758468-6DC5-4473-B8DA-8416681CE11E}" type="presOf" srcId="{7EFFFAF5-CFFC-443A-866E-AD99047B2F88}" destId="{BA186915-A617-476E-9461-43DE66EE3E3B}" srcOrd="0" destOrd="0" presId="urn:microsoft.com/office/officeart/2005/8/layout/pyramid2"/>
    <dgm:cxn modelId="{D7F87F69-E837-46F2-B7D3-AD76DE36E1E3}" srcId="{D2E67F7C-DE35-4A2A-8200-BF1FEF8E7C0B}" destId="{3267F2C0-D78B-4942-AB25-116A0D1931A3}" srcOrd="1" destOrd="0" parTransId="{DE6F89BA-A5FF-4C15-B0BD-B236253CD44C}" sibTransId="{A2E8E99C-B555-4412-9805-4086A6AA2470}"/>
    <dgm:cxn modelId="{3BA5546B-E423-49EA-A94D-A59E5FFE1D32}" srcId="{D2E67F7C-DE35-4A2A-8200-BF1FEF8E7C0B}" destId="{D2AFDDF6-7138-4A52-8649-6584FB0E553F}" srcOrd="3" destOrd="0" parTransId="{2D7029C4-CAFD-4E15-83D2-49DDC05B5F57}" sibTransId="{D1E2F5CE-19A8-444E-9D6B-68C7E9ECB40D}"/>
    <dgm:cxn modelId="{8F2E525A-8F62-4A8E-88A8-019D801801B1}" type="presOf" srcId="{3267F2C0-D78B-4942-AB25-116A0D1931A3}" destId="{009C4325-AAFE-4AF7-8F21-36F707BA1923}" srcOrd="0" destOrd="0" presId="urn:microsoft.com/office/officeart/2005/8/layout/pyramid2"/>
    <dgm:cxn modelId="{491BA47C-CCF2-4126-BE82-D16672756EC9}" srcId="{D2E67F7C-DE35-4A2A-8200-BF1FEF8E7C0B}" destId="{7EFFFAF5-CFFC-443A-866E-AD99047B2F88}" srcOrd="4" destOrd="0" parTransId="{65F28B76-AED8-4F9F-9A16-E914CA035644}" sibTransId="{7B96DB4C-9020-47A0-BCE3-0C3CBABC4219}"/>
    <dgm:cxn modelId="{FBECC3CC-C382-4870-A1CE-F98E1F8FF358}" type="presOf" srcId="{623EBD0F-3E9E-4A30-B135-A555131EAAE0}" destId="{609843D1-17F4-42B5-9A17-3B2B6660E66F}" srcOrd="0" destOrd="0" presId="urn:microsoft.com/office/officeart/2005/8/layout/pyramid2"/>
    <dgm:cxn modelId="{EFAED6DE-3CDB-46C2-BC03-49C5C5F0AA42}" type="presOf" srcId="{D2AFDDF6-7138-4A52-8649-6584FB0E553F}" destId="{57B17D30-ED6C-4588-A6C8-B34E648FA6C1}" srcOrd="0" destOrd="0" presId="urn:microsoft.com/office/officeart/2005/8/layout/pyramid2"/>
    <dgm:cxn modelId="{8CE7A3E4-0585-47A9-A49E-26CDF14737C6}" srcId="{D2E67F7C-DE35-4A2A-8200-BF1FEF8E7C0B}" destId="{5CAE8CB9-21C6-4339-ACF1-A7D26D1C7B66}" srcOrd="0" destOrd="0" parTransId="{8BA22EAC-5F2A-4D17-B69D-8731F064DE89}" sibTransId="{3ED448C6-00C5-44FF-91A3-C003C361A958}"/>
    <dgm:cxn modelId="{562D0DF2-D026-45C3-BC74-761CF5FC6732}" type="presOf" srcId="{EB8C4625-5D1E-4C0B-A875-B6D0DFBF4AB7}" destId="{640254BE-51CB-4017-AC7A-A86ABF6D7553}" srcOrd="0" destOrd="0" presId="urn:microsoft.com/office/officeart/2005/8/layout/pyramid2"/>
    <dgm:cxn modelId="{C40C2488-18C2-4FBC-A562-B555D3593FD8}" type="presParOf" srcId="{FB6D2136-DA92-48FF-BDB4-BC407D0A5DF7}" destId="{595BD1A2-E5C0-4E5F-891D-31F899ABEDC9}" srcOrd="0" destOrd="0" presId="urn:microsoft.com/office/officeart/2005/8/layout/pyramid2"/>
    <dgm:cxn modelId="{0B005422-B7C2-40E7-A287-68C112AB0B1C}" type="presParOf" srcId="{FB6D2136-DA92-48FF-BDB4-BC407D0A5DF7}" destId="{44828882-6E1B-4EA4-88D3-C9E89459F773}" srcOrd="1" destOrd="0" presId="urn:microsoft.com/office/officeart/2005/8/layout/pyramid2"/>
    <dgm:cxn modelId="{566738DF-DC2C-443E-9315-6618BBFB5FA3}" type="presParOf" srcId="{44828882-6E1B-4EA4-88D3-C9E89459F773}" destId="{E73FFBFE-D3E5-48E7-96FC-5D5CA1DF3E07}" srcOrd="0" destOrd="0" presId="urn:microsoft.com/office/officeart/2005/8/layout/pyramid2"/>
    <dgm:cxn modelId="{94983FAD-EA4D-470D-B575-B901B206D557}" type="presParOf" srcId="{44828882-6E1B-4EA4-88D3-C9E89459F773}" destId="{88E875C2-C431-4578-9E21-EE794A732B6B}" srcOrd="1" destOrd="0" presId="urn:microsoft.com/office/officeart/2005/8/layout/pyramid2"/>
    <dgm:cxn modelId="{81D5F8EC-E3A9-41E8-A369-E67AD5729494}" type="presParOf" srcId="{44828882-6E1B-4EA4-88D3-C9E89459F773}" destId="{009C4325-AAFE-4AF7-8F21-36F707BA1923}" srcOrd="2" destOrd="0" presId="urn:microsoft.com/office/officeart/2005/8/layout/pyramid2"/>
    <dgm:cxn modelId="{97D27F9D-9475-4E51-8B79-73DFD777A998}" type="presParOf" srcId="{44828882-6E1B-4EA4-88D3-C9E89459F773}" destId="{2442EA4B-7D95-4649-BCEE-21EAEF5F9C91}" srcOrd="3" destOrd="0" presId="urn:microsoft.com/office/officeart/2005/8/layout/pyramid2"/>
    <dgm:cxn modelId="{C46DEE42-E629-43DB-BBDE-0382F548B0FE}" type="presParOf" srcId="{44828882-6E1B-4EA4-88D3-C9E89459F773}" destId="{640254BE-51CB-4017-AC7A-A86ABF6D7553}" srcOrd="4" destOrd="0" presId="urn:microsoft.com/office/officeart/2005/8/layout/pyramid2"/>
    <dgm:cxn modelId="{EFB72E89-C4EE-470B-B632-3777F74D251B}" type="presParOf" srcId="{44828882-6E1B-4EA4-88D3-C9E89459F773}" destId="{BB552C66-545A-401E-8D7E-DBC415316220}" srcOrd="5" destOrd="0" presId="urn:microsoft.com/office/officeart/2005/8/layout/pyramid2"/>
    <dgm:cxn modelId="{F6576070-4AA8-4F73-9AC5-1515AC780121}" type="presParOf" srcId="{44828882-6E1B-4EA4-88D3-C9E89459F773}" destId="{57B17D30-ED6C-4588-A6C8-B34E648FA6C1}" srcOrd="6" destOrd="0" presId="urn:microsoft.com/office/officeart/2005/8/layout/pyramid2"/>
    <dgm:cxn modelId="{7ED54218-12AC-4AC7-B0F9-8A6FB27E45B4}" type="presParOf" srcId="{44828882-6E1B-4EA4-88D3-C9E89459F773}" destId="{D883019A-AE61-4B95-BC9A-6E540A0BF455}" srcOrd="7" destOrd="0" presId="urn:microsoft.com/office/officeart/2005/8/layout/pyramid2"/>
    <dgm:cxn modelId="{E9076D5C-8B60-49F0-8C3C-6BAB72D5E7BE}" type="presParOf" srcId="{44828882-6E1B-4EA4-88D3-C9E89459F773}" destId="{BA186915-A617-476E-9461-43DE66EE3E3B}" srcOrd="8" destOrd="0" presId="urn:microsoft.com/office/officeart/2005/8/layout/pyramid2"/>
    <dgm:cxn modelId="{10BA65F7-3C9B-47AD-AAE8-BCCA2D5D1FDF}" type="presParOf" srcId="{44828882-6E1B-4EA4-88D3-C9E89459F773}" destId="{AA705095-C085-49AC-8059-A4994B59552E}" srcOrd="9" destOrd="0" presId="urn:microsoft.com/office/officeart/2005/8/layout/pyramid2"/>
    <dgm:cxn modelId="{578BE170-73B0-497F-895F-D567F63557B5}" type="presParOf" srcId="{44828882-6E1B-4EA4-88D3-C9E89459F773}" destId="{609843D1-17F4-42B5-9A17-3B2B6660E66F}" srcOrd="10" destOrd="0" presId="urn:microsoft.com/office/officeart/2005/8/layout/pyramid2"/>
    <dgm:cxn modelId="{461A0358-3C92-4D91-8406-2AA093582686}" type="presParOf" srcId="{44828882-6E1B-4EA4-88D3-C9E89459F773}" destId="{2CC2B73F-B1F8-4C0F-B23A-62F0EB3E9C46}" srcOrd="11"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999AA2A-A012-446B-B4D0-2AF051FB087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8B4AE2D6-E42E-45B4-A6D8-28269B79F05D}">
      <dgm:prSet phldrT="[Testo]" phldr="0"/>
      <dgm:spPr/>
      <dgm:t>
        <a:bodyPr/>
        <a:lstStyle/>
        <a:p>
          <a:r>
            <a:rPr lang="en-US" noProof="0" dirty="0"/>
            <a:t>EPR /EHR</a:t>
          </a:r>
        </a:p>
      </dgm:t>
    </dgm:pt>
    <dgm:pt modelId="{F941B766-7AA0-4E3C-B537-4CE054A4AD57}" type="parTrans" cxnId="{D984C929-8201-4D18-A1D1-9D348F08D1A2}">
      <dgm:prSet/>
      <dgm:spPr/>
      <dgm:t>
        <a:bodyPr/>
        <a:lstStyle/>
        <a:p>
          <a:endParaRPr lang="en-US"/>
        </a:p>
      </dgm:t>
    </dgm:pt>
    <dgm:pt modelId="{31C99D3C-174A-435B-8793-7E424BFF4A91}" type="sibTrans" cxnId="{D984C929-8201-4D18-A1D1-9D348F08D1A2}">
      <dgm:prSet/>
      <dgm:spPr/>
      <dgm:t>
        <a:bodyPr/>
        <a:lstStyle/>
        <a:p>
          <a:endParaRPr lang="en-US"/>
        </a:p>
      </dgm:t>
    </dgm:pt>
    <dgm:pt modelId="{5BA7CA2B-4FB2-41D4-B66F-99066AD00B6F}">
      <dgm:prSet phldrT="[Testo]"/>
      <dgm:spPr/>
      <dgm:t>
        <a:bodyPr/>
        <a:lstStyle/>
        <a:p>
          <a:r>
            <a:rPr lang="en-US" noProof="0" dirty="0"/>
            <a:t>Identification and administrative patient data</a:t>
          </a:r>
        </a:p>
      </dgm:t>
    </dgm:pt>
    <dgm:pt modelId="{3DC1A47D-E82C-4D96-A6E9-ADF5A7EAE5AE}" type="parTrans" cxnId="{EA8631CF-E35F-4B4F-B370-67AA70A29005}">
      <dgm:prSet/>
      <dgm:spPr/>
      <dgm:t>
        <a:bodyPr/>
        <a:lstStyle/>
        <a:p>
          <a:endParaRPr lang="en-US"/>
        </a:p>
      </dgm:t>
    </dgm:pt>
    <dgm:pt modelId="{6504BE77-061A-49F7-A35F-ABFB1FE7D512}" type="sibTrans" cxnId="{EA8631CF-E35F-4B4F-B370-67AA70A29005}">
      <dgm:prSet/>
      <dgm:spPr/>
      <dgm:t>
        <a:bodyPr/>
        <a:lstStyle/>
        <a:p>
          <a:endParaRPr lang="en-US"/>
        </a:p>
      </dgm:t>
    </dgm:pt>
    <dgm:pt modelId="{E14BFE54-7135-4FF3-8694-E2644BF31E55}">
      <dgm:prSet/>
      <dgm:spPr/>
      <dgm:t>
        <a:bodyPr/>
        <a:lstStyle/>
        <a:p>
          <a:r>
            <a:rPr lang="en-US" noProof="0" dirty="0"/>
            <a:t>Radiology reports</a:t>
          </a:r>
        </a:p>
      </dgm:t>
    </dgm:pt>
    <dgm:pt modelId="{61842ADE-A25C-4890-97B5-BAA2826B7167}" type="parTrans" cxnId="{9345DE92-D2EB-4E7C-B7FC-3BCB448612CF}">
      <dgm:prSet/>
      <dgm:spPr/>
      <dgm:t>
        <a:bodyPr/>
        <a:lstStyle/>
        <a:p>
          <a:endParaRPr lang="en-US"/>
        </a:p>
      </dgm:t>
    </dgm:pt>
    <dgm:pt modelId="{7B55EA61-9353-4880-803C-650F825AD318}" type="sibTrans" cxnId="{9345DE92-D2EB-4E7C-B7FC-3BCB448612CF}">
      <dgm:prSet/>
      <dgm:spPr/>
      <dgm:t>
        <a:bodyPr/>
        <a:lstStyle/>
        <a:p>
          <a:endParaRPr lang="en-US"/>
        </a:p>
      </dgm:t>
    </dgm:pt>
    <dgm:pt modelId="{FD9C5A42-5C94-4EC5-B504-44EEB7ED03EE}">
      <dgm:prSet/>
      <dgm:spPr/>
      <dgm:t>
        <a:bodyPr/>
        <a:lstStyle/>
        <a:p>
          <a:r>
            <a:rPr lang="en-US" noProof="0" dirty="0"/>
            <a:t>Specialist outpatient reports</a:t>
          </a:r>
        </a:p>
      </dgm:t>
    </dgm:pt>
    <dgm:pt modelId="{7FB15FAC-0EA8-4381-827E-F5A087552B05}" type="parTrans" cxnId="{31A5CAF5-BE5E-4FF4-B314-0D0A85B1B391}">
      <dgm:prSet/>
      <dgm:spPr/>
      <dgm:t>
        <a:bodyPr/>
        <a:lstStyle/>
        <a:p>
          <a:endParaRPr lang="en-US"/>
        </a:p>
      </dgm:t>
    </dgm:pt>
    <dgm:pt modelId="{2B9A723B-D2F6-4CC3-BA3C-C77F8BA7F656}" type="sibTrans" cxnId="{31A5CAF5-BE5E-4FF4-B314-0D0A85B1B391}">
      <dgm:prSet/>
      <dgm:spPr/>
      <dgm:t>
        <a:bodyPr/>
        <a:lstStyle/>
        <a:p>
          <a:endParaRPr lang="en-US"/>
        </a:p>
      </dgm:t>
    </dgm:pt>
    <dgm:pt modelId="{C7C48CC9-A50B-4CAC-A91E-B363BFC62305}">
      <dgm:prSet/>
      <dgm:spPr/>
      <dgm:t>
        <a:bodyPr/>
        <a:lstStyle/>
        <a:p>
          <a:r>
            <a:rPr lang="en-US" noProof="0" dirty="0"/>
            <a:t>Pathological anatomy reports</a:t>
          </a:r>
        </a:p>
      </dgm:t>
    </dgm:pt>
    <dgm:pt modelId="{9D869961-EC60-44AF-BF87-22C7107389FE}" type="parTrans" cxnId="{B67AF95F-41A2-4603-A224-3D7FC051478B}">
      <dgm:prSet/>
      <dgm:spPr/>
      <dgm:t>
        <a:bodyPr/>
        <a:lstStyle/>
        <a:p>
          <a:endParaRPr lang="en-US"/>
        </a:p>
      </dgm:t>
    </dgm:pt>
    <dgm:pt modelId="{0459A51C-1CCF-482B-9B88-02D9534D72FB}" type="sibTrans" cxnId="{B67AF95F-41A2-4603-A224-3D7FC051478B}">
      <dgm:prSet/>
      <dgm:spPr/>
      <dgm:t>
        <a:bodyPr/>
        <a:lstStyle/>
        <a:p>
          <a:endParaRPr lang="en-US"/>
        </a:p>
      </dgm:t>
    </dgm:pt>
    <dgm:pt modelId="{CF7FC585-7856-436E-A678-788A2C73CA18}">
      <dgm:prSet/>
      <dgm:spPr/>
      <dgm:t>
        <a:bodyPr/>
        <a:lstStyle/>
        <a:p>
          <a:r>
            <a:rPr lang="en-US" noProof="0" dirty="0"/>
            <a:t>Emergency Room Reports</a:t>
          </a:r>
        </a:p>
      </dgm:t>
    </dgm:pt>
    <dgm:pt modelId="{2AF73A45-8276-4BFF-92CC-49E0A4FA6E39}" type="parTrans" cxnId="{0A659D0A-45F7-4469-A712-3F17D1ACAB6B}">
      <dgm:prSet/>
      <dgm:spPr/>
      <dgm:t>
        <a:bodyPr/>
        <a:lstStyle/>
        <a:p>
          <a:endParaRPr lang="en-US"/>
        </a:p>
      </dgm:t>
    </dgm:pt>
    <dgm:pt modelId="{FD0B394F-AED1-418F-A9DB-C444A21641C9}" type="sibTrans" cxnId="{0A659D0A-45F7-4469-A712-3F17D1ACAB6B}">
      <dgm:prSet/>
      <dgm:spPr/>
      <dgm:t>
        <a:bodyPr/>
        <a:lstStyle/>
        <a:p>
          <a:endParaRPr lang="en-US"/>
        </a:p>
      </dgm:t>
    </dgm:pt>
    <dgm:pt modelId="{FD999B9F-E7C1-4882-A34A-8C4FCBDE7B94}">
      <dgm:prSet/>
      <dgm:spPr/>
      <dgm:t>
        <a:bodyPr/>
        <a:lstStyle/>
        <a:p>
          <a:r>
            <a:rPr lang="en-US" noProof="0" dirty="0"/>
            <a:t>Hospital discharge letters</a:t>
          </a:r>
        </a:p>
      </dgm:t>
    </dgm:pt>
    <dgm:pt modelId="{376CE3A8-8C9D-47EC-B740-CE055533AB01}" type="parTrans" cxnId="{61D8DD83-F81B-4753-857A-BAF13EC9C9C7}">
      <dgm:prSet/>
      <dgm:spPr/>
      <dgm:t>
        <a:bodyPr/>
        <a:lstStyle/>
        <a:p>
          <a:endParaRPr lang="en-US"/>
        </a:p>
      </dgm:t>
    </dgm:pt>
    <dgm:pt modelId="{96037807-C652-497F-890A-4ABAC3EED968}" type="sibTrans" cxnId="{61D8DD83-F81B-4753-857A-BAF13EC9C9C7}">
      <dgm:prSet/>
      <dgm:spPr/>
      <dgm:t>
        <a:bodyPr/>
        <a:lstStyle/>
        <a:p>
          <a:endParaRPr lang="en-US"/>
        </a:p>
      </dgm:t>
    </dgm:pt>
    <dgm:pt modelId="{33359D92-6EF8-4BA6-9E03-ADFA94438B00}">
      <dgm:prSet/>
      <dgm:spPr/>
      <dgm:t>
        <a:bodyPr/>
        <a:lstStyle/>
        <a:p>
          <a:r>
            <a:rPr lang="en-US" noProof="0" dirty="0"/>
            <a:t>Prescriptions</a:t>
          </a:r>
        </a:p>
      </dgm:t>
    </dgm:pt>
    <dgm:pt modelId="{3188D3B7-D12F-438B-802E-444AD28F7A15}" type="parTrans" cxnId="{03C8A7D0-BA0B-41F0-81E3-A04C69858AE9}">
      <dgm:prSet/>
      <dgm:spPr/>
      <dgm:t>
        <a:bodyPr/>
        <a:lstStyle/>
        <a:p>
          <a:endParaRPr lang="en-US"/>
        </a:p>
      </dgm:t>
    </dgm:pt>
    <dgm:pt modelId="{8E80D5D0-809A-401A-972A-2D7707518434}" type="sibTrans" cxnId="{03C8A7D0-BA0B-41F0-81E3-A04C69858AE9}">
      <dgm:prSet/>
      <dgm:spPr/>
      <dgm:t>
        <a:bodyPr/>
        <a:lstStyle/>
        <a:p>
          <a:endParaRPr lang="en-US"/>
        </a:p>
      </dgm:t>
    </dgm:pt>
    <dgm:pt modelId="{52A13992-094A-4EDC-B5EF-87C44871D1A8}">
      <dgm:prSet/>
      <dgm:spPr/>
      <dgm:t>
        <a:bodyPr/>
        <a:lstStyle/>
        <a:p>
          <a:r>
            <a:rPr lang="en-US" noProof="0" dirty="0"/>
            <a:t>Specialist prescriptions</a:t>
          </a:r>
        </a:p>
      </dgm:t>
    </dgm:pt>
    <dgm:pt modelId="{B26C9E97-D00C-4F3A-B998-20E5D3F0B653}" type="parTrans" cxnId="{0ABC0B90-06BB-455D-A06A-1EB095F25900}">
      <dgm:prSet/>
      <dgm:spPr/>
      <dgm:t>
        <a:bodyPr/>
        <a:lstStyle/>
        <a:p>
          <a:endParaRPr lang="en-US"/>
        </a:p>
      </dgm:t>
    </dgm:pt>
    <dgm:pt modelId="{E7C0B170-A15A-46B0-B614-02DCA7EEC0A0}" type="sibTrans" cxnId="{0ABC0B90-06BB-455D-A06A-1EB095F25900}">
      <dgm:prSet/>
      <dgm:spPr/>
      <dgm:t>
        <a:bodyPr/>
        <a:lstStyle/>
        <a:p>
          <a:endParaRPr lang="en-US"/>
        </a:p>
      </dgm:t>
    </dgm:pt>
    <dgm:pt modelId="{4D8B969A-A14A-4BB4-B368-D8CD7D42E30F}">
      <dgm:prSet/>
      <dgm:spPr/>
      <dgm:t>
        <a:bodyPr/>
        <a:lstStyle/>
        <a:p>
          <a:r>
            <a:rPr lang="en-US" noProof="0" dirty="0"/>
            <a:t>Medical records</a:t>
          </a:r>
        </a:p>
      </dgm:t>
    </dgm:pt>
    <dgm:pt modelId="{0DBFE23B-B9E8-422C-BBFC-A81E01AAE2C6}" type="parTrans" cxnId="{55064F91-5988-4537-9881-490F40ECFA3A}">
      <dgm:prSet/>
      <dgm:spPr/>
      <dgm:t>
        <a:bodyPr/>
        <a:lstStyle/>
        <a:p>
          <a:endParaRPr lang="en-US"/>
        </a:p>
      </dgm:t>
    </dgm:pt>
    <dgm:pt modelId="{9498E55D-F8D1-4713-8B6D-B59301780A3E}" type="sibTrans" cxnId="{55064F91-5988-4537-9881-490F40ECFA3A}">
      <dgm:prSet/>
      <dgm:spPr/>
      <dgm:t>
        <a:bodyPr/>
        <a:lstStyle/>
        <a:p>
          <a:endParaRPr lang="en-US"/>
        </a:p>
      </dgm:t>
    </dgm:pt>
    <dgm:pt modelId="{0EE9F1AC-EE31-4D14-848B-6420E01DC67F}">
      <dgm:prSet/>
      <dgm:spPr/>
      <dgm:t>
        <a:bodyPr/>
        <a:lstStyle/>
        <a:p>
          <a:r>
            <a:rPr lang="en-US" noProof="0" dirty="0"/>
            <a:t>Provision of drugs paid or not by NHS </a:t>
          </a:r>
        </a:p>
      </dgm:t>
    </dgm:pt>
    <dgm:pt modelId="{8FBBB9A2-965E-4B63-9230-A50FAE848AFA}" type="parTrans" cxnId="{90603A47-9E39-4C86-8CC8-8A80CEFCF535}">
      <dgm:prSet/>
      <dgm:spPr/>
      <dgm:t>
        <a:bodyPr/>
        <a:lstStyle/>
        <a:p>
          <a:endParaRPr lang="en-US"/>
        </a:p>
      </dgm:t>
    </dgm:pt>
    <dgm:pt modelId="{B1038D0F-E8CB-4B24-88C2-D274321412C6}" type="sibTrans" cxnId="{90603A47-9E39-4C86-8CC8-8A80CEFCF535}">
      <dgm:prSet/>
      <dgm:spPr/>
      <dgm:t>
        <a:bodyPr/>
        <a:lstStyle/>
        <a:p>
          <a:endParaRPr lang="en-US"/>
        </a:p>
      </dgm:t>
    </dgm:pt>
    <dgm:pt modelId="{90569968-E76B-49CA-BAC8-EEC75973E0F0}">
      <dgm:prSet/>
      <dgm:spPr/>
      <dgm:t>
        <a:bodyPr/>
        <a:lstStyle/>
        <a:p>
          <a:r>
            <a:rPr lang="en-US" noProof="0" dirty="0"/>
            <a:t>Single vaccination cards</a:t>
          </a:r>
        </a:p>
      </dgm:t>
    </dgm:pt>
    <dgm:pt modelId="{4C496EB2-84BE-40A1-B342-02A3EA0570CC}" type="parTrans" cxnId="{57BC22D4-F59F-4A2D-AF02-CD3AC9E12737}">
      <dgm:prSet/>
      <dgm:spPr/>
      <dgm:t>
        <a:bodyPr/>
        <a:lstStyle/>
        <a:p>
          <a:endParaRPr lang="en-US"/>
        </a:p>
      </dgm:t>
    </dgm:pt>
    <dgm:pt modelId="{9C3E4837-75D1-48E7-85E0-CFC22EB9EF6A}" type="sibTrans" cxnId="{57BC22D4-F59F-4A2D-AF02-CD3AC9E12737}">
      <dgm:prSet/>
      <dgm:spPr/>
      <dgm:t>
        <a:bodyPr/>
        <a:lstStyle/>
        <a:p>
          <a:endParaRPr lang="en-US"/>
        </a:p>
      </dgm:t>
    </dgm:pt>
    <dgm:pt modelId="{97412F94-FEF9-4E6C-911F-0102BDC10C5D}">
      <dgm:prSet/>
      <dgm:spPr/>
      <dgm:t>
        <a:bodyPr/>
        <a:lstStyle/>
        <a:p>
          <a:r>
            <a:rPr lang="en-US" noProof="0" dirty="0"/>
            <a:t>Vaccination certificates</a:t>
          </a:r>
        </a:p>
      </dgm:t>
    </dgm:pt>
    <dgm:pt modelId="{9CDC4B50-2E8C-453C-B09F-94A1AF699730}" type="parTrans" cxnId="{9B44B310-7E27-421B-9698-C22A2F78F49D}">
      <dgm:prSet/>
      <dgm:spPr/>
      <dgm:t>
        <a:bodyPr/>
        <a:lstStyle/>
        <a:p>
          <a:endParaRPr lang="en-US"/>
        </a:p>
      </dgm:t>
    </dgm:pt>
    <dgm:pt modelId="{02DCC6D8-46F0-450B-A5BE-DDBBDF1BF646}" type="sibTrans" cxnId="{9B44B310-7E27-421B-9698-C22A2F78F49D}">
      <dgm:prSet/>
      <dgm:spPr/>
      <dgm:t>
        <a:bodyPr/>
        <a:lstStyle/>
        <a:p>
          <a:endParaRPr lang="en-US"/>
        </a:p>
      </dgm:t>
    </dgm:pt>
    <dgm:pt modelId="{D1CDF817-9FDF-42B1-BC20-31384199BD8D}">
      <dgm:prSet/>
      <dgm:spPr/>
      <dgm:t>
        <a:bodyPr/>
        <a:lstStyle/>
        <a:p>
          <a:r>
            <a:rPr lang="en-US" noProof="0" dirty="0"/>
            <a:t>Provision of specialist assistance services</a:t>
          </a:r>
        </a:p>
      </dgm:t>
    </dgm:pt>
    <dgm:pt modelId="{0050CA29-8181-408F-8091-108ABE5314D5}" type="parTrans" cxnId="{DBD07E6C-97C5-4C24-9CED-A701B39FAF15}">
      <dgm:prSet/>
      <dgm:spPr/>
      <dgm:t>
        <a:bodyPr/>
        <a:lstStyle/>
        <a:p>
          <a:endParaRPr lang="en-US"/>
        </a:p>
      </dgm:t>
    </dgm:pt>
    <dgm:pt modelId="{EDEDEECC-A854-4259-AEF1-3DE934AC5736}" type="sibTrans" cxnId="{DBD07E6C-97C5-4C24-9CED-A701B39FAF15}">
      <dgm:prSet/>
      <dgm:spPr/>
      <dgm:t>
        <a:bodyPr/>
        <a:lstStyle/>
        <a:p>
          <a:endParaRPr lang="en-US"/>
        </a:p>
      </dgm:t>
    </dgm:pt>
    <dgm:pt modelId="{4294FB7B-5BF3-4542-88BC-0AA018713895}">
      <dgm:prSet/>
      <dgm:spPr>
        <a:solidFill>
          <a:srgbClr val="FFCC00"/>
        </a:solidFill>
      </dgm:spPr>
      <dgm:t>
        <a:bodyPr/>
        <a:lstStyle/>
        <a:p>
          <a:r>
            <a:rPr lang="en-US" noProof="0" dirty="0">
              <a:solidFill>
                <a:schemeClr val="tx1"/>
              </a:solidFill>
            </a:rPr>
            <a:t>Facility bearer card</a:t>
          </a:r>
        </a:p>
      </dgm:t>
    </dgm:pt>
    <dgm:pt modelId="{7BE2DA87-BA7F-4A8D-BCDC-FF367126D3A2}" type="parTrans" cxnId="{A7110A4D-2312-4410-BD08-DACE0753A105}">
      <dgm:prSet/>
      <dgm:spPr/>
      <dgm:t>
        <a:bodyPr/>
        <a:lstStyle/>
        <a:p>
          <a:endParaRPr lang="en-US"/>
        </a:p>
      </dgm:t>
    </dgm:pt>
    <dgm:pt modelId="{092BF080-3526-4AEB-96FD-E52E134D0226}" type="sibTrans" cxnId="{A7110A4D-2312-4410-BD08-DACE0753A105}">
      <dgm:prSet/>
      <dgm:spPr/>
      <dgm:t>
        <a:bodyPr/>
        <a:lstStyle/>
        <a:p>
          <a:endParaRPr lang="en-US"/>
        </a:p>
      </dgm:t>
    </dgm:pt>
    <dgm:pt modelId="{2CB08EC8-26CD-417C-8963-7022F9B92BF3}">
      <dgm:prSet/>
      <dgm:spPr>
        <a:solidFill>
          <a:srgbClr val="FFCC00"/>
        </a:solidFill>
      </dgm:spPr>
      <dgm:t>
        <a:bodyPr/>
        <a:lstStyle/>
        <a:p>
          <a:r>
            <a:rPr lang="en-US" noProof="0" dirty="0" err="1">
              <a:solidFill>
                <a:schemeClr val="tx1"/>
              </a:solidFill>
            </a:rPr>
            <a:t>nvitations</a:t>
          </a:r>
          <a:r>
            <a:rPr lang="en-US" noProof="0" dirty="0">
              <a:solidFill>
                <a:schemeClr val="tx1"/>
              </a:solidFill>
            </a:rPr>
            <a:t> for screening, vaccination or other prevention</a:t>
          </a:r>
        </a:p>
      </dgm:t>
    </dgm:pt>
    <dgm:pt modelId="{BA70830C-3FC5-424E-A371-F01A7A217231}" type="parTrans" cxnId="{B258431D-B27E-4C7F-AB88-056625A0FE0B}">
      <dgm:prSet/>
      <dgm:spPr/>
      <dgm:t>
        <a:bodyPr/>
        <a:lstStyle/>
        <a:p>
          <a:endParaRPr lang="en-US"/>
        </a:p>
      </dgm:t>
    </dgm:pt>
    <dgm:pt modelId="{587BE3E1-245E-4663-932C-F585F6741BD7}" type="sibTrans" cxnId="{B258431D-B27E-4C7F-AB88-056625A0FE0B}">
      <dgm:prSet/>
      <dgm:spPr/>
      <dgm:t>
        <a:bodyPr/>
        <a:lstStyle/>
        <a:p>
          <a:endParaRPr lang="en-US"/>
        </a:p>
      </dgm:t>
    </dgm:pt>
    <dgm:pt modelId="{04381135-B402-4BF2-B82D-547917F84921}">
      <dgm:prSet phldrT="[Testo]"/>
      <dgm:spPr/>
      <dgm:t>
        <a:bodyPr/>
        <a:lstStyle/>
        <a:p>
          <a:r>
            <a:rPr lang="en-US" noProof="0" dirty="0"/>
            <a:t>Laboratory reports</a:t>
          </a:r>
        </a:p>
      </dgm:t>
    </dgm:pt>
    <dgm:pt modelId="{31EDBD80-18E1-4633-BBCB-3D16377E3D87}" type="parTrans" cxnId="{94893D3A-5CA9-40F7-9D82-F7C6809CD8CA}">
      <dgm:prSet/>
      <dgm:spPr/>
      <dgm:t>
        <a:bodyPr/>
        <a:lstStyle/>
        <a:p>
          <a:endParaRPr lang="en-US"/>
        </a:p>
      </dgm:t>
    </dgm:pt>
    <dgm:pt modelId="{5D93CC29-0A33-4C70-85F9-4AA897B1D84A}" type="sibTrans" cxnId="{94893D3A-5CA9-40F7-9D82-F7C6809CD8CA}">
      <dgm:prSet/>
      <dgm:spPr/>
      <dgm:t>
        <a:bodyPr/>
        <a:lstStyle/>
        <a:p>
          <a:endParaRPr lang="en-US"/>
        </a:p>
      </dgm:t>
    </dgm:pt>
    <dgm:pt modelId="{0855127E-5E60-4745-A9AC-DA8731E7AD1B}">
      <dgm:prSet phldrT="[Testo]"/>
      <dgm:spPr/>
      <dgm:t>
        <a:bodyPr/>
        <a:lstStyle/>
        <a:p>
          <a:r>
            <a:rPr lang="en-US" noProof="0" dirty="0"/>
            <a:t>Reports</a:t>
          </a:r>
        </a:p>
      </dgm:t>
    </dgm:pt>
    <dgm:pt modelId="{562FFC68-AE25-4141-AD7B-CE50940DB5C5}" type="parTrans" cxnId="{0BD90D06-F524-47D0-B539-8C79C9A78B77}">
      <dgm:prSet/>
      <dgm:spPr/>
      <dgm:t>
        <a:bodyPr/>
        <a:lstStyle/>
        <a:p>
          <a:endParaRPr lang="en-US"/>
        </a:p>
      </dgm:t>
    </dgm:pt>
    <dgm:pt modelId="{0E8EFDCD-4BF3-4824-BC22-4665DEE7AF37}" type="sibTrans" cxnId="{0BD90D06-F524-47D0-B539-8C79C9A78B77}">
      <dgm:prSet/>
      <dgm:spPr/>
      <dgm:t>
        <a:bodyPr/>
        <a:lstStyle/>
        <a:p>
          <a:endParaRPr lang="en-US"/>
        </a:p>
      </dgm:t>
    </dgm:pt>
    <dgm:pt modelId="{D2DC3AE5-30FF-4E98-81B4-13835F7CC56F}">
      <dgm:prSet/>
      <dgm:spPr/>
      <dgm:t>
        <a:bodyPr/>
        <a:lstStyle/>
        <a:p>
          <a:r>
            <a:rPr lang="en-US" noProof="0" dirty="0"/>
            <a:t>Pharmaceutical prescriptions</a:t>
          </a:r>
        </a:p>
      </dgm:t>
    </dgm:pt>
    <dgm:pt modelId="{84BB02D3-5D8E-44B6-B00A-171075704C07}" type="parTrans" cxnId="{D6565897-57F0-4311-8662-370D364A0C96}">
      <dgm:prSet/>
      <dgm:spPr/>
      <dgm:t>
        <a:bodyPr/>
        <a:lstStyle/>
        <a:p>
          <a:endParaRPr lang="en-US"/>
        </a:p>
      </dgm:t>
    </dgm:pt>
    <dgm:pt modelId="{A3D31736-4548-463F-9340-900682062D02}" type="sibTrans" cxnId="{D6565897-57F0-4311-8662-370D364A0C96}">
      <dgm:prSet/>
      <dgm:spPr/>
      <dgm:t>
        <a:bodyPr/>
        <a:lstStyle/>
        <a:p>
          <a:endParaRPr lang="en-US"/>
        </a:p>
      </dgm:t>
    </dgm:pt>
    <dgm:pt modelId="{69D638CC-0B46-429D-8C7D-916E4855AFE6}">
      <dgm:prSet/>
      <dgm:spPr>
        <a:solidFill>
          <a:srgbClr val="FFCC00"/>
        </a:solidFill>
      </dgm:spPr>
      <dgm:t>
        <a:bodyPr/>
        <a:lstStyle/>
        <a:p>
          <a:r>
            <a:rPr lang="en-US" noProof="0" dirty="0">
              <a:solidFill>
                <a:schemeClr val="tx1"/>
              </a:solidFill>
            </a:rPr>
            <a:t>Personal health record</a:t>
          </a:r>
        </a:p>
      </dgm:t>
    </dgm:pt>
    <dgm:pt modelId="{40075223-2D9E-4637-860F-35A0F5E04793}" type="parTrans" cxnId="{CC1622BF-C38D-49C7-BA9F-660CB1ED7014}">
      <dgm:prSet/>
      <dgm:spPr/>
      <dgm:t>
        <a:bodyPr/>
        <a:lstStyle/>
        <a:p>
          <a:endParaRPr lang="en-US"/>
        </a:p>
      </dgm:t>
    </dgm:pt>
    <dgm:pt modelId="{8EDB5DA7-DDB1-4CBA-95D8-9D35A4E910F4}" type="sibTrans" cxnId="{CC1622BF-C38D-49C7-BA9F-660CB1ED7014}">
      <dgm:prSet/>
      <dgm:spPr/>
      <dgm:t>
        <a:bodyPr/>
        <a:lstStyle/>
        <a:p>
          <a:endParaRPr lang="en-US"/>
        </a:p>
      </dgm:t>
    </dgm:pt>
    <dgm:pt modelId="{F2D9D6DF-D7B9-4335-89AA-35F94ABEFCEA}">
      <dgm:prSet/>
      <dgm:spPr>
        <a:solidFill>
          <a:srgbClr val="FFCC00"/>
        </a:solidFill>
      </dgm:spPr>
      <dgm:t>
        <a:bodyPr/>
        <a:lstStyle/>
        <a:p>
          <a:r>
            <a:rPr lang="en-US" noProof="0" dirty="0">
              <a:solidFill>
                <a:schemeClr val="tx1"/>
              </a:solidFill>
            </a:rPr>
            <a:t>Patient notebook</a:t>
          </a:r>
        </a:p>
      </dgm:t>
    </dgm:pt>
    <dgm:pt modelId="{52847158-1673-4728-BE14-420078583E5A}" type="parTrans" cxnId="{055A042D-6FBB-4C74-8353-BC0540FE07DB}">
      <dgm:prSet/>
      <dgm:spPr/>
      <dgm:t>
        <a:bodyPr/>
        <a:lstStyle/>
        <a:p>
          <a:endParaRPr lang="en-US"/>
        </a:p>
      </dgm:t>
    </dgm:pt>
    <dgm:pt modelId="{F43CE86D-8275-4AE8-AD4B-51F02783D442}" type="sibTrans" cxnId="{055A042D-6FBB-4C74-8353-BC0540FE07DB}">
      <dgm:prSet/>
      <dgm:spPr/>
      <dgm:t>
        <a:bodyPr/>
        <a:lstStyle/>
        <a:p>
          <a:endParaRPr lang="en-US"/>
        </a:p>
      </dgm:t>
    </dgm:pt>
    <dgm:pt modelId="{4BE3F5FE-C35E-4A91-BF48-D2399806F468}">
      <dgm:prSet/>
      <dgm:spPr>
        <a:solidFill>
          <a:srgbClr val="FFCC00"/>
        </a:solidFill>
      </dgm:spPr>
      <dgm:t>
        <a:bodyPr/>
        <a:lstStyle/>
        <a:p>
          <a:r>
            <a:rPr lang="en-US" noProof="0" dirty="0">
              <a:solidFill>
                <a:schemeClr val="tx1"/>
              </a:solidFill>
            </a:rPr>
            <a:t>Additions</a:t>
          </a:r>
        </a:p>
      </dgm:t>
    </dgm:pt>
    <dgm:pt modelId="{CD8F14C3-B9BC-4F42-8918-AD49807AFE8D}" type="parTrans" cxnId="{31D5D0A1-44B6-4FAD-A3AD-430D631AD043}">
      <dgm:prSet/>
      <dgm:spPr/>
      <dgm:t>
        <a:bodyPr/>
        <a:lstStyle/>
        <a:p>
          <a:endParaRPr lang="en-US"/>
        </a:p>
      </dgm:t>
    </dgm:pt>
    <dgm:pt modelId="{3200B956-16F3-42C1-B613-07BB4944DE0C}" type="sibTrans" cxnId="{31D5D0A1-44B6-4FAD-A3AD-430D631AD043}">
      <dgm:prSet/>
      <dgm:spPr/>
      <dgm:t>
        <a:bodyPr/>
        <a:lstStyle/>
        <a:p>
          <a:endParaRPr lang="en-US"/>
        </a:p>
      </dgm:t>
    </dgm:pt>
    <dgm:pt modelId="{C1FB30B8-A7BE-4C75-8166-2B8F5F65E66C}">
      <dgm:prSet/>
      <dgm:spPr>
        <a:solidFill>
          <a:srgbClr val="FFCC00"/>
        </a:solidFill>
      </dgm:spPr>
      <dgm:t>
        <a:bodyPr/>
        <a:lstStyle/>
        <a:p>
          <a:r>
            <a:rPr lang="en-US" noProof="0" dirty="0">
              <a:solidFill>
                <a:schemeClr val="tx1"/>
              </a:solidFill>
            </a:rPr>
            <a:t>Patient Summary</a:t>
          </a:r>
        </a:p>
      </dgm:t>
    </dgm:pt>
    <dgm:pt modelId="{C9328D64-9F8C-49FA-93C3-0B8F52ED1223}" type="parTrans" cxnId="{E46DA568-55A2-4BFB-A6CE-E4F4F79D7487}">
      <dgm:prSet/>
      <dgm:spPr/>
      <dgm:t>
        <a:bodyPr/>
        <a:lstStyle/>
        <a:p>
          <a:endParaRPr lang="en-US"/>
        </a:p>
      </dgm:t>
    </dgm:pt>
    <dgm:pt modelId="{A43DF364-19A0-4D95-815C-C94AA25AEFAD}" type="sibTrans" cxnId="{E46DA568-55A2-4BFB-A6CE-E4F4F79D7487}">
      <dgm:prSet/>
      <dgm:spPr/>
      <dgm:t>
        <a:bodyPr/>
        <a:lstStyle/>
        <a:p>
          <a:endParaRPr lang="en-US"/>
        </a:p>
      </dgm:t>
    </dgm:pt>
    <dgm:pt modelId="{6B950391-0644-4365-8117-930A834AA079}" type="pres">
      <dgm:prSet presAssocID="{A999AA2A-A012-446B-B4D0-2AF051FB0878}" presName="hierChild1" presStyleCnt="0">
        <dgm:presLayoutVars>
          <dgm:orgChart val="1"/>
          <dgm:chPref val="1"/>
          <dgm:dir/>
          <dgm:animOne val="branch"/>
          <dgm:animLvl val="lvl"/>
          <dgm:resizeHandles/>
        </dgm:presLayoutVars>
      </dgm:prSet>
      <dgm:spPr/>
    </dgm:pt>
    <dgm:pt modelId="{E199AD91-A4BF-4755-8E18-693122C3ADEF}" type="pres">
      <dgm:prSet presAssocID="{8B4AE2D6-E42E-45B4-A6D8-28269B79F05D}" presName="hierRoot1" presStyleCnt="0">
        <dgm:presLayoutVars>
          <dgm:hierBranch/>
        </dgm:presLayoutVars>
      </dgm:prSet>
      <dgm:spPr/>
    </dgm:pt>
    <dgm:pt modelId="{C459BD1F-0AF0-4063-80C2-50F821C85C19}" type="pres">
      <dgm:prSet presAssocID="{8B4AE2D6-E42E-45B4-A6D8-28269B79F05D}" presName="rootComposite1" presStyleCnt="0"/>
      <dgm:spPr/>
    </dgm:pt>
    <dgm:pt modelId="{01DEF9FF-762E-410F-978B-D767058C1432}" type="pres">
      <dgm:prSet presAssocID="{8B4AE2D6-E42E-45B4-A6D8-28269B79F05D}" presName="rootText1" presStyleLbl="node0" presStyleIdx="0" presStyleCnt="1">
        <dgm:presLayoutVars>
          <dgm:chPref val="3"/>
        </dgm:presLayoutVars>
      </dgm:prSet>
      <dgm:spPr/>
    </dgm:pt>
    <dgm:pt modelId="{E2D7715D-E962-48F3-B6C6-4F0CC709F9F0}" type="pres">
      <dgm:prSet presAssocID="{8B4AE2D6-E42E-45B4-A6D8-28269B79F05D}" presName="rootConnector1" presStyleLbl="node1" presStyleIdx="0" presStyleCnt="0"/>
      <dgm:spPr/>
    </dgm:pt>
    <dgm:pt modelId="{48CE122A-3ECC-43D9-ADC4-681E1E46780D}" type="pres">
      <dgm:prSet presAssocID="{8B4AE2D6-E42E-45B4-A6D8-28269B79F05D}" presName="hierChild2" presStyleCnt="0"/>
      <dgm:spPr/>
    </dgm:pt>
    <dgm:pt modelId="{EDC63F59-A114-43CF-91C4-DF58BD48075A}" type="pres">
      <dgm:prSet presAssocID="{3DC1A47D-E82C-4D96-A6E9-ADF5A7EAE5AE}" presName="Name35" presStyleLbl="parChTrans1D2" presStyleIdx="0" presStyleCnt="4"/>
      <dgm:spPr/>
    </dgm:pt>
    <dgm:pt modelId="{7F567E5B-884E-4709-B437-040682B97F9C}" type="pres">
      <dgm:prSet presAssocID="{5BA7CA2B-4FB2-41D4-B66F-99066AD00B6F}" presName="hierRoot2" presStyleCnt="0">
        <dgm:presLayoutVars>
          <dgm:hierBranch val="init"/>
        </dgm:presLayoutVars>
      </dgm:prSet>
      <dgm:spPr/>
    </dgm:pt>
    <dgm:pt modelId="{EC31A06D-C6AC-4C29-ADB6-0CC5CD9CB4A4}" type="pres">
      <dgm:prSet presAssocID="{5BA7CA2B-4FB2-41D4-B66F-99066AD00B6F}" presName="rootComposite" presStyleCnt="0"/>
      <dgm:spPr/>
    </dgm:pt>
    <dgm:pt modelId="{9A2E9A83-DC1C-4856-A5F4-F4BD6542BBDC}" type="pres">
      <dgm:prSet presAssocID="{5BA7CA2B-4FB2-41D4-B66F-99066AD00B6F}" presName="rootText" presStyleLbl="node2" presStyleIdx="0" presStyleCnt="4">
        <dgm:presLayoutVars>
          <dgm:chPref val="3"/>
        </dgm:presLayoutVars>
      </dgm:prSet>
      <dgm:spPr/>
    </dgm:pt>
    <dgm:pt modelId="{CA0B2B66-FF05-40D0-B82B-5FA3A9F40601}" type="pres">
      <dgm:prSet presAssocID="{5BA7CA2B-4FB2-41D4-B66F-99066AD00B6F}" presName="rootConnector" presStyleLbl="node2" presStyleIdx="0" presStyleCnt="4"/>
      <dgm:spPr/>
    </dgm:pt>
    <dgm:pt modelId="{31A55262-3C4E-4FFC-9B62-0FF3FFAC91AB}" type="pres">
      <dgm:prSet presAssocID="{5BA7CA2B-4FB2-41D4-B66F-99066AD00B6F}" presName="hierChild4" presStyleCnt="0"/>
      <dgm:spPr/>
    </dgm:pt>
    <dgm:pt modelId="{6F801CCC-0D0D-4AE6-B2E6-4BED0A5975EF}" type="pres">
      <dgm:prSet presAssocID="{5BA7CA2B-4FB2-41D4-B66F-99066AD00B6F}" presName="hierChild5" presStyleCnt="0"/>
      <dgm:spPr/>
    </dgm:pt>
    <dgm:pt modelId="{2D65F671-8A60-4B10-A553-299C82653B73}" type="pres">
      <dgm:prSet presAssocID="{562FFC68-AE25-4141-AD7B-CE50940DB5C5}" presName="Name35" presStyleLbl="parChTrans1D2" presStyleIdx="1" presStyleCnt="4"/>
      <dgm:spPr/>
    </dgm:pt>
    <dgm:pt modelId="{D0353DF7-CC20-4538-A4B4-2601F0E925A7}" type="pres">
      <dgm:prSet presAssocID="{0855127E-5E60-4745-A9AC-DA8731E7AD1B}" presName="hierRoot2" presStyleCnt="0">
        <dgm:presLayoutVars>
          <dgm:hierBranch val="hang"/>
        </dgm:presLayoutVars>
      </dgm:prSet>
      <dgm:spPr/>
    </dgm:pt>
    <dgm:pt modelId="{138AF385-1582-4F37-A4EE-164CAD87F1C8}" type="pres">
      <dgm:prSet presAssocID="{0855127E-5E60-4745-A9AC-DA8731E7AD1B}" presName="rootComposite" presStyleCnt="0"/>
      <dgm:spPr/>
    </dgm:pt>
    <dgm:pt modelId="{6BFF7836-3A5D-4466-8691-9D1F290F411F}" type="pres">
      <dgm:prSet presAssocID="{0855127E-5E60-4745-A9AC-DA8731E7AD1B}" presName="rootText" presStyleLbl="node2" presStyleIdx="1" presStyleCnt="4">
        <dgm:presLayoutVars>
          <dgm:chPref val="3"/>
        </dgm:presLayoutVars>
      </dgm:prSet>
      <dgm:spPr/>
    </dgm:pt>
    <dgm:pt modelId="{AB20CF91-204A-4714-A210-631F2C81A02D}" type="pres">
      <dgm:prSet presAssocID="{0855127E-5E60-4745-A9AC-DA8731E7AD1B}" presName="rootConnector" presStyleLbl="node2" presStyleIdx="1" presStyleCnt="4"/>
      <dgm:spPr/>
    </dgm:pt>
    <dgm:pt modelId="{0EC80965-99AD-4F4B-98C1-2131947C0E98}" type="pres">
      <dgm:prSet presAssocID="{0855127E-5E60-4745-A9AC-DA8731E7AD1B}" presName="hierChild4" presStyleCnt="0"/>
      <dgm:spPr/>
    </dgm:pt>
    <dgm:pt modelId="{B70FD6F3-18D8-454C-9C6C-FC76280460DD}" type="pres">
      <dgm:prSet presAssocID="{31EDBD80-18E1-4633-BBCB-3D16377E3D87}" presName="Name48" presStyleLbl="parChTrans1D3" presStyleIdx="0" presStyleCnt="18"/>
      <dgm:spPr/>
    </dgm:pt>
    <dgm:pt modelId="{475ADE0C-EE76-43DA-9DB2-2C2801A25822}" type="pres">
      <dgm:prSet presAssocID="{04381135-B402-4BF2-B82D-547917F84921}" presName="hierRoot2" presStyleCnt="0">
        <dgm:presLayoutVars>
          <dgm:hierBranch val="init"/>
        </dgm:presLayoutVars>
      </dgm:prSet>
      <dgm:spPr/>
    </dgm:pt>
    <dgm:pt modelId="{EB22CFDF-0A6C-42C9-A282-181F29FBF6AD}" type="pres">
      <dgm:prSet presAssocID="{04381135-B402-4BF2-B82D-547917F84921}" presName="rootComposite" presStyleCnt="0"/>
      <dgm:spPr/>
    </dgm:pt>
    <dgm:pt modelId="{D572552E-0D9E-4CCE-B55C-FEB746B71F04}" type="pres">
      <dgm:prSet presAssocID="{04381135-B402-4BF2-B82D-547917F84921}" presName="rootText" presStyleLbl="node3" presStyleIdx="0" presStyleCnt="18">
        <dgm:presLayoutVars>
          <dgm:chPref val="3"/>
        </dgm:presLayoutVars>
      </dgm:prSet>
      <dgm:spPr/>
    </dgm:pt>
    <dgm:pt modelId="{7F3AB575-B967-43B1-A0D1-E14C960D1D0F}" type="pres">
      <dgm:prSet presAssocID="{04381135-B402-4BF2-B82D-547917F84921}" presName="rootConnector" presStyleLbl="node3" presStyleIdx="0" presStyleCnt="18"/>
      <dgm:spPr/>
    </dgm:pt>
    <dgm:pt modelId="{72175AF6-AACE-4797-B41D-B4C128DEEDB0}" type="pres">
      <dgm:prSet presAssocID="{04381135-B402-4BF2-B82D-547917F84921}" presName="hierChild4" presStyleCnt="0"/>
      <dgm:spPr/>
    </dgm:pt>
    <dgm:pt modelId="{B8C9C480-7988-4A39-8823-F69DF7A51CD3}" type="pres">
      <dgm:prSet presAssocID="{04381135-B402-4BF2-B82D-547917F84921}" presName="hierChild5" presStyleCnt="0"/>
      <dgm:spPr/>
    </dgm:pt>
    <dgm:pt modelId="{3B5559BC-311B-4682-B06F-B4E7C4CA4428}" type="pres">
      <dgm:prSet presAssocID="{61842ADE-A25C-4890-97B5-BAA2826B7167}" presName="Name48" presStyleLbl="parChTrans1D3" presStyleIdx="1" presStyleCnt="18"/>
      <dgm:spPr/>
    </dgm:pt>
    <dgm:pt modelId="{374CF018-DE76-4C4A-AB6C-5163F09AFFAB}" type="pres">
      <dgm:prSet presAssocID="{E14BFE54-7135-4FF3-8694-E2644BF31E55}" presName="hierRoot2" presStyleCnt="0">
        <dgm:presLayoutVars>
          <dgm:hierBranch val="init"/>
        </dgm:presLayoutVars>
      </dgm:prSet>
      <dgm:spPr/>
    </dgm:pt>
    <dgm:pt modelId="{BB60B713-7BB8-4E90-8E42-CD8C4E9BEDA7}" type="pres">
      <dgm:prSet presAssocID="{E14BFE54-7135-4FF3-8694-E2644BF31E55}" presName="rootComposite" presStyleCnt="0"/>
      <dgm:spPr/>
    </dgm:pt>
    <dgm:pt modelId="{4E40564F-9231-4E9C-ADCB-CEE148783C9C}" type="pres">
      <dgm:prSet presAssocID="{E14BFE54-7135-4FF3-8694-E2644BF31E55}" presName="rootText" presStyleLbl="node3" presStyleIdx="1" presStyleCnt="18">
        <dgm:presLayoutVars>
          <dgm:chPref val="3"/>
        </dgm:presLayoutVars>
      </dgm:prSet>
      <dgm:spPr/>
    </dgm:pt>
    <dgm:pt modelId="{29CEE2B2-F517-4D17-935A-4736B91611E8}" type="pres">
      <dgm:prSet presAssocID="{E14BFE54-7135-4FF3-8694-E2644BF31E55}" presName="rootConnector" presStyleLbl="node3" presStyleIdx="1" presStyleCnt="18"/>
      <dgm:spPr/>
    </dgm:pt>
    <dgm:pt modelId="{C7774F49-A45D-4ACA-AA33-83B407941C6E}" type="pres">
      <dgm:prSet presAssocID="{E14BFE54-7135-4FF3-8694-E2644BF31E55}" presName="hierChild4" presStyleCnt="0"/>
      <dgm:spPr/>
    </dgm:pt>
    <dgm:pt modelId="{C151279B-CD63-4E14-A052-527ABC7F0CA4}" type="pres">
      <dgm:prSet presAssocID="{E14BFE54-7135-4FF3-8694-E2644BF31E55}" presName="hierChild5" presStyleCnt="0"/>
      <dgm:spPr/>
    </dgm:pt>
    <dgm:pt modelId="{A8AA34E5-225A-4B72-B593-B4753FC7FE88}" type="pres">
      <dgm:prSet presAssocID="{7FB15FAC-0EA8-4381-827E-F5A087552B05}" presName="Name48" presStyleLbl="parChTrans1D3" presStyleIdx="2" presStyleCnt="18"/>
      <dgm:spPr/>
    </dgm:pt>
    <dgm:pt modelId="{61769459-3FB6-4878-A752-DE9416290B7F}" type="pres">
      <dgm:prSet presAssocID="{FD9C5A42-5C94-4EC5-B504-44EEB7ED03EE}" presName="hierRoot2" presStyleCnt="0">
        <dgm:presLayoutVars>
          <dgm:hierBranch val="init"/>
        </dgm:presLayoutVars>
      </dgm:prSet>
      <dgm:spPr/>
    </dgm:pt>
    <dgm:pt modelId="{9157AD5F-520F-4B40-B443-73923F97A26E}" type="pres">
      <dgm:prSet presAssocID="{FD9C5A42-5C94-4EC5-B504-44EEB7ED03EE}" presName="rootComposite" presStyleCnt="0"/>
      <dgm:spPr/>
    </dgm:pt>
    <dgm:pt modelId="{BCA4DE12-B39A-4B66-A172-5FCE1C527CD1}" type="pres">
      <dgm:prSet presAssocID="{FD9C5A42-5C94-4EC5-B504-44EEB7ED03EE}" presName="rootText" presStyleLbl="node3" presStyleIdx="2" presStyleCnt="18">
        <dgm:presLayoutVars>
          <dgm:chPref val="3"/>
        </dgm:presLayoutVars>
      </dgm:prSet>
      <dgm:spPr/>
    </dgm:pt>
    <dgm:pt modelId="{B0D3C9A1-46F5-4AF4-A873-0CC9726B2886}" type="pres">
      <dgm:prSet presAssocID="{FD9C5A42-5C94-4EC5-B504-44EEB7ED03EE}" presName="rootConnector" presStyleLbl="node3" presStyleIdx="2" presStyleCnt="18"/>
      <dgm:spPr/>
    </dgm:pt>
    <dgm:pt modelId="{1E66B020-C5FF-41B6-A4E8-7E667AF91B68}" type="pres">
      <dgm:prSet presAssocID="{FD9C5A42-5C94-4EC5-B504-44EEB7ED03EE}" presName="hierChild4" presStyleCnt="0"/>
      <dgm:spPr/>
    </dgm:pt>
    <dgm:pt modelId="{55881BA7-92D1-484B-8A25-4E462FC31A19}" type="pres">
      <dgm:prSet presAssocID="{FD9C5A42-5C94-4EC5-B504-44EEB7ED03EE}" presName="hierChild5" presStyleCnt="0"/>
      <dgm:spPr/>
    </dgm:pt>
    <dgm:pt modelId="{0FA1C9F2-8ABB-4EC9-AF04-A87B079C7556}" type="pres">
      <dgm:prSet presAssocID="{9D869961-EC60-44AF-BF87-22C7107389FE}" presName="Name48" presStyleLbl="parChTrans1D3" presStyleIdx="3" presStyleCnt="18"/>
      <dgm:spPr/>
    </dgm:pt>
    <dgm:pt modelId="{DDED9464-7803-47FD-83B0-C0550C353AB9}" type="pres">
      <dgm:prSet presAssocID="{C7C48CC9-A50B-4CAC-A91E-B363BFC62305}" presName="hierRoot2" presStyleCnt="0">
        <dgm:presLayoutVars>
          <dgm:hierBranch val="init"/>
        </dgm:presLayoutVars>
      </dgm:prSet>
      <dgm:spPr/>
    </dgm:pt>
    <dgm:pt modelId="{795D7F35-B9E0-4A21-A5DF-D6DE08E50E9F}" type="pres">
      <dgm:prSet presAssocID="{C7C48CC9-A50B-4CAC-A91E-B363BFC62305}" presName="rootComposite" presStyleCnt="0"/>
      <dgm:spPr/>
    </dgm:pt>
    <dgm:pt modelId="{69E7555A-9EEB-4E61-BA45-123E10737BC2}" type="pres">
      <dgm:prSet presAssocID="{C7C48CC9-A50B-4CAC-A91E-B363BFC62305}" presName="rootText" presStyleLbl="node3" presStyleIdx="3" presStyleCnt="18">
        <dgm:presLayoutVars>
          <dgm:chPref val="3"/>
        </dgm:presLayoutVars>
      </dgm:prSet>
      <dgm:spPr/>
    </dgm:pt>
    <dgm:pt modelId="{A2D475E7-BFA5-4ED7-AFB1-1A4462FA37ED}" type="pres">
      <dgm:prSet presAssocID="{C7C48CC9-A50B-4CAC-A91E-B363BFC62305}" presName="rootConnector" presStyleLbl="node3" presStyleIdx="3" presStyleCnt="18"/>
      <dgm:spPr/>
    </dgm:pt>
    <dgm:pt modelId="{E16C1D14-0184-41DB-9031-495CFE0B4D08}" type="pres">
      <dgm:prSet presAssocID="{C7C48CC9-A50B-4CAC-A91E-B363BFC62305}" presName="hierChild4" presStyleCnt="0"/>
      <dgm:spPr/>
    </dgm:pt>
    <dgm:pt modelId="{F51088AC-652E-427F-B09A-15F49900A2A7}" type="pres">
      <dgm:prSet presAssocID="{C7C48CC9-A50B-4CAC-A91E-B363BFC62305}" presName="hierChild5" presStyleCnt="0"/>
      <dgm:spPr/>
    </dgm:pt>
    <dgm:pt modelId="{BC0FC690-3EA4-46E5-884F-BCF0745F2508}" type="pres">
      <dgm:prSet presAssocID="{2AF73A45-8276-4BFF-92CC-49E0A4FA6E39}" presName="Name48" presStyleLbl="parChTrans1D3" presStyleIdx="4" presStyleCnt="18"/>
      <dgm:spPr/>
    </dgm:pt>
    <dgm:pt modelId="{2ECE14AE-DD1D-45D2-8065-43B3C6ACB395}" type="pres">
      <dgm:prSet presAssocID="{CF7FC585-7856-436E-A678-788A2C73CA18}" presName="hierRoot2" presStyleCnt="0">
        <dgm:presLayoutVars>
          <dgm:hierBranch val="init"/>
        </dgm:presLayoutVars>
      </dgm:prSet>
      <dgm:spPr/>
    </dgm:pt>
    <dgm:pt modelId="{E5A02FC2-AED8-4BF1-BAF9-F8C2F1EDE808}" type="pres">
      <dgm:prSet presAssocID="{CF7FC585-7856-436E-A678-788A2C73CA18}" presName="rootComposite" presStyleCnt="0"/>
      <dgm:spPr/>
    </dgm:pt>
    <dgm:pt modelId="{8F2884B6-09F4-4C91-9EC1-8F8754ED2A7B}" type="pres">
      <dgm:prSet presAssocID="{CF7FC585-7856-436E-A678-788A2C73CA18}" presName="rootText" presStyleLbl="node3" presStyleIdx="4" presStyleCnt="18">
        <dgm:presLayoutVars>
          <dgm:chPref val="3"/>
        </dgm:presLayoutVars>
      </dgm:prSet>
      <dgm:spPr/>
    </dgm:pt>
    <dgm:pt modelId="{98D649E8-7681-41E9-B7B0-7605C4CD8C98}" type="pres">
      <dgm:prSet presAssocID="{CF7FC585-7856-436E-A678-788A2C73CA18}" presName="rootConnector" presStyleLbl="node3" presStyleIdx="4" presStyleCnt="18"/>
      <dgm:spPr/>
    </dgm:pt>
    <dgm:pt modelId="{99D8DC3D-8A9D-48A2-A394-DD5DD6644B21}" type="pres">
      <dgm:prSet presAssocID="{CF7FC585-7856-436E-A678-788A2C73CA18}" presName="hierChild4" presStyleCnt="0"/>
      <dgm:spPr/>
    </dgm:pt>
    <dgm:pt modelId="{62D1773A-ACC7-4822-95AA-C990F4A2C935}" type="pres">
      <dgm:prSet presAssocID="{CF7FC585-7856-436E-A678-788A2C73CA18}" presName="hierChild5" presStyleCnt="0"/>
      <dgm:spPr/>
    </dgm:pt>
    <dgm:pt modelId="{9075D590-2D19-46E8-9E44-660C747CDD84}" type="pres">
      <dgm:prSet presAssocID="{376CE3A8-8C9D-47EC-B740-CE055533AB01}" presName="Name48" presStyleLbl="parChTrans1D3" presStyleIdx="5" presStyleCnt="18"/>
      <dgm:spPr/>
    </dgm:pt>
    <dgm:pt modelId="{42D54F9B-0353-4732-ACAE-C4BFF4187584}" type="pres">
      <dgm:prSet presAssocID="{FD999B9F-E7C1-4882-A34A-8C4FCBDE7B94}" presName="hierRoot2" presStyleCnt="0">
        <dgm:presLayoutVars>
          <dgm:hierBranch val="init"/>
        </dgm:presLayoutVars>
      </dgm:prSet>
      <dgm:spPr/>
    </dgm:pt>
    <dgm:pt modelId="{40C0FECF-6DBC-45F8-AA2A-12421573E995}" type="pres">
      <dgm:prSet presAssocID="{FD999B9F-E7C1-4882-A34A-8C4FCBDE7B94}" presName="rootComposite" presStyleCnt="0"/>
      <dgm:spPr/>
    </dgm:pt>
    <dgm:pt modelId="{B70CB09B-DA62-4E01-AE4F-3DCDB129E66B}" type="pres">
      <dgm:prSet presAssocID="{FD999B9F-E7C1-4882-A34A-8C4FCBDE7B94}" presName="rootText" presStyleLbl="node3" presStyleIdx="5" presStyleCnt="18">
        <dgm:presLayoutVars>
          <dgm:chPref val="3"/>
        </dgm:presLayoutVars>
      </dgm:prSet>
      <dgm:spPr/>
    </dgm:pt>
    <dgm:pt modelId="{4D2EF61E-CC3F-43F4-8889-1D0763F62B42}" type="pres">
      <dgm:prSet presAssocID="{FD999B9F-E7C1-4882-A34A-8C4FCBDE7B94}" presName="rootConnector" presStyleLbl="node3" presStyleIdx="5" presStyleCnt="18"/>
      <dgm:spPr/>
    </dgm:pt>
    <dgm:pt modelId="{2E95E348-11E7-4D4F-AE10-630E3AD25802}" type="pres">
      <dgm:prSet presAssocID="{FD999B9F-E7C1-4882-A34A-8C4FCBDE7B94}" presName="hierChild4" presStyleCnt="0"/>
      <dgm:spPr/>
    </dgm:pt>
    <dgm:pt modelId="{38C91C02-0F43-4E98-BF44-FD89F3D18165}" type="pres">
      <dgm:prSet presAssocID="{FD999B9F-E7C1-4882-A34A-8C4FCBDE7B94}" presName="hierChild5" presStyleCnt="0"/>
      <dgm:spPr/>
    </dgm:pt>
    <dgm:pt modelId="{4EB6E5D0-2889-4176-8B84-AF81F53AC69E}" type="pres">
      <dgm:prSet presAssocID="{0855127E-5E60-4745-A9AC-DA8731E7AD1B}" presName="hierChild5" presStyleCnt="0"/>
      <dgm:spPr/>
    </dgm:pt>
    <dgm:pt modelId="{B91118DB-C98C-46E3-8F31-7B4AECAED02B}" type="pres">
      <dgm:prSet presAssocID="{3188D3B7-D12F-438B-802E-444AD28F7A15}" presName="Name35" presStyleLbl="parChTrans1D2" presStyleIdx="2" presStyleCnt="4"/>
      <dgm:spPr/>
    </dgm:pt>
    <dgm:pt modelId="{A37CCF7F-3365-4C35-BA4D-750377F2C09D}" type="pres">
      <dgm:prSet presAssocID="{33359D92-6EF8-4BA6-9E03-ADFA94438B00}" presName="hierRoot2" presStyleCnt="0">
        <dgm:presLayoutVars>
          <dgm:hierBranch val="hang"/>
        </dgm:presLayoutVars>
      </dgm:prSet>
      <dgm:spPr/>
    </dgm:pt>
    <dgm:pt modelId="{CD61D5EF-CBD5-460D-ACBB-560D62B3494E}" type="pres">
      <dgm:prSet presAssocID="{33359D92-6EF8-4BA6-9E03-ADFA94438B00}" presName="rootComposite" presStyleCnt="0"/>
      <dgm:spPr/>
    </dgm:pt>
    <dgm:pt modelId="{1ECD135F-C308-4097-A30B-0CEC99CD8FBD}" type="pres">
      <dgm:prSet presAssocID="{33359D92-6EF8-4BA6-9E03-ADFA94438B00}" presName="rootText" presStyleLbl="node2" presStyleIdx="2" presStyleCnt="4">
        <dgm:presLayoutVars>
          <dgm:chPref val="3"/>
        </dgm:presLayoutVars>
      </dgm:prSet>
      <dgm:spPr/>
    </dgm:pt>
    <dgm:pt modelId="{E5EA2F75-F0B1-4B80-9AD1-BE6F590659EC}" type="pres">
      <dgm:prSet presAssocID="{33359D92-6EF8-4BA6-9E03-ADFA94438B00}" presName="rootConnector" presStyleLbl="node2" presStyleIdx="2" presStyleCnt="4"/>
      <dgm:spPr/>
    </dgm:pt>
    <dgm:pt modelId="{5CEB7FED-3858-40F3-8217-F8E24DC4743A}" type="pres">
      <dgm:prSet presAssocID="{33359D92-6EF8-4BA6-9E03-ADFA94438B00}" presName="hierChild4" presStyleCnt="0"/>
      <dgm:spPr/>
    </dgm:pt>
    <dgm:pt modelId="{C42BA675-AE6E-4F43-8877-ECEEF5EF39FE}" type="pres">
      <dgm:prSet presAssocID="{84BB02D3-5D8E-44B6-B00A-171075704C07}" presName="Name48" presStyleLbl="parChTrans1D3" presStyleIdx="6" presStyleCnt="18"/>
      <dgm:spPr/>
    </dgm:pt>
    <dgm:pt modelId="{6CA6907E-B3F1-40F3-ADF7-4A6A48095487}" type="pres">
      <dgm:prSet presAssocID="{D2DC3AE5-30FF-4E98-81B4-13835F7CC56F}" presName="hierRoot2" presStyleCnt="0">
        <dgm:presLayoutVars>
          <dgm:hierBranch val="init"/>
        </dgm:presLayoutVars>
      </dgm:prSet>
      <dgm:spPr/>
    </dgm:pt>
    <dgm:pt modelId="{F5DABA0D-34C1-4994-ABE5-6B3E642BFC68}" type="pres">
      <dgm:prSet presAssocID="{D2DC3AE5-30FF-4E98-81B4-13835F7CC56F}" presName="rootComposite" presStyleCnt="0"/>
      <dgm:spPr/>
    </dgm:pt>
    <dgm:pt modelId="{E93BC0C2-BBC6-4F72-AFAC-E1833EDB0C45}" type="pres">
      <dgm:prSet presAssocID="{D2DC3AE5-30FF-4E98-81B4-13835F7CC56F}" presName="rootText" presStyleLbl="node3" presStyleIdx="6" presStyleCnt="18">
        <dgm:presLayoutVars>
          <dgm:chPref val="3"/>
        </dgm:presLayoutVars>
      </dgm:prSet>
      <dgm:spPr/>
    </dgm:pt>
    <dgm:pt modelId="{1DCE2D56-CA5F-44C8-A925-066EFF693CDA}" type="pres">
      <dgm:prSet presAssocID="{D2DC3AE5-30FF-4E98-81B4-13835F7CC56F}" presName="rootConnector" presStyleLbl="node3" presStyleIdx="6" presStyleCnt="18"/>
      <dgm:spPr/>
    </dgm:pt>
    <dgm:pt modelId="{12A5718B-B4DC-4E3B-8A68-8BB7EC754010}" type="pres">
      <dgm:prSet presAssocID="{D2DC3AE5-30FF-4E98-81B4-13835F7CC56F}" presName="hierChild4" presStyleCnt="0"/>
      <dgm:spPr/>
    </dgm:pt>
    <dgm:pt modelId="{D63FB72F-0A3A-4C28-B7E4-2B2B9D59561F}" type="pres">
      <dgm:prSet presAssocID="{D2DC3AE5-30FF-4E98-81B4-13835F7CC56F}" presName="hierChild5" presStyleCnt="0"/>
      <dgm:spPr/>
    </dgm:pt>
    <dgm:pt modelId="{EA918C50-1579-4B22-B545-4615C4361CA7}" type="pres">
      <dgm:prSet presAssocID="{B26C9E97-D00C-4F3A-B998-20E5D3F0B653}" presName="Name48" presStyleLbl="parChTrans1D3" presStyleIdx="7" presStyleCnt="18"/>
      <dgm:spPr/>
    </dgm:pt>
    <dgm:pt modelId="{6A14AA90-D825-4D20-A755-8D2AE64408BF}" type="pres">
      <dgm:prSet presAssocID="{52A13992-094A-4EDC-B5EF-87C44871D1A8}" presName="hierRoot2" presStyleCnt="0">
        <dgm:presLayoutVars>
          <dgm:hierBranch val="init"/>
        </dgm:presLayoutVars>
      </dgm:prSet>
      <dgm:spPr/>
    </dgm:pt>
    <dgm:pt modelId="{7F00072A-AA2D-4560-8C58-827EE2157CFA}" type="pres">
      <dgm:prSet presAssocID="{52A13992-094A-4EDC-B5EF-87C44871D1A8}" presName="rootComposite" presStyleCnt="0"/>
      <dgm:spPr/>
    </dgm:pt>
    <dgm:pt modelId="{AACBF60E-0FE7-4EA8-B670-3B224EB90137}" type="pres">
      <dgm:prSet presAssocID="{52A13992-094A-4EDC-B5EF-87C44871D1A8}" presName="rootText" presStyleLbl="node3" presStyleIdx="7" presStyleCnt="18">
        <dgm:presLayoutVars>
          <dgm:chPref val="3"/>
        </dgm:presLayoutVars>
      </dgm:prSet>
      <dgm:spPr/>
    </dgm:pt>
    <dgm:pt modelId="{982B2524-1557-4A26-9D18-97003089AE23}" type="pres">
      <dgm:prSet presAssocID="{52A13992-094A-4EDC-B5EF-87C44871D1A8}" presName="rootConnector" presStyleLbl="node3" presStyleIdx="7" presStyleCnt="18"/>
      <dgm:spPr/>
    </dgm:pt>
    <dgm:pt modelId="{8CC9D010-6FF5-4696-A3A2-01B084CB3F34}" type="pres">
      <dgm:prSet presAssocID="{52A13992-094A-4EDC-B5EF-87C44871D1A8}" presName="hierChild4" presStyleCnt="0"/>
      <dgm:spPr/>
    </dgm:pt>
    <dgm:pt modelId="{FEF8EEE0-C71F-4F3D-ABE9-6E6F9EE89E06}" type="pres">
      <dgm:prSet presAssocID="{52A13992-094A-4EDC-B5EF-87C44871D1A8}" presName="hierChild5" presStyleCnt="0"/>
      <dgm:spPr/>
    </dgm:pt>
    <dgm:pt modelId="{6018BCD4-EF87-46CD-8FB6-A22262A4BCF9}" type="pres">
      <dgm:prSet presAssocID="{0DBFE23B-B9E8-422C-BBFC-A81E01AAE2C6}" presName="Name48" presStyleLbl="parChTrans1D3" presStyleIdx="8" presStyleCnt="18"/>
      <dgm:spPr/>
    </dgm:pt>
    <dgm:pt modelId="{73015E19-0930-43A3-90BD-89A897F121DA}" type="pres">
      <dgm:prSet presAssocID="{4D8B969A-A14A-4BB4-B368-D8CD7D42E30F}" presName="hierRoot2" presStyleCnt="0">
        <dgm:presLayoutVars>
          <dgm:hierBranch val="init"/>
        </dgm:presLayoutVars>
      </dgm:prSet>
      <dgm:spPr/>
    </dgm:pt>
    <dgm:pt modelId="{FC42A1A7-D7A6-4100-9077-AAC9F38CC078}" type="pres">
      <dgm:prSet presAssocID="{4D8B969A-A14A-4BB4-B368-D8CD7D42E30F}" presName="rootComposite" presStyleCnt="0"/>
      <dgm:spPr/>
    </dgm:pt>
    <dgm:pt modelId="{CBAFA14D-2EEB-492F-AACE-325D57548F16}" type="pres">
      <dgm:prSet presAssocID="{4D8B969A-A14A-4BB4-B368-D8CD7D42E30F}" presName="rootText" presStyleLbl="node3" presStyleIdx="8" presStyleCnt="18">
        <dgm:presLayoutVars>
          <dgm:chPref val="3"/>
        </dgm:presLayoutVars>
      </dgm:prSet>
      <dgm:spPr/>
    </dgm:pt>
    <dgm:pt modelId="{4F3CEFA5-512F-4A11-A0A9-CC318182BB07}" type="pres">
      <dgm:prSet presAssocID="{4D8B969A-A14A-4BB4-B368-D8CD7D42E30F}" presName="rootConnector" presStyleLbl="node3" presStyleIdx="8" presStyleCnt="18"/>
      <dgm:spPr/>
    </dgm:pt>
    <dgm:pt modelId="{5831687C-B993-4E13-B407-ACFC5A2F6F2D}" type="pres">
      <dgm:prSet presAssocID="{4D8B969A-A14A-4BB4-B368-D8CD7D42E30F}" presName="hierChild4" presStyleCnt="0"/>
      <dgm:spPr/>
    </dgm:pt>
    <dgm:pt modelId="{DFF0C057-6AC6-4A18-AB60-8CB2E70A2EF4}" type="pres">
      <dgm:prSet presAssocID="{4D8B969A-A14A-4BB4-B368-D8CD7D42E30F}" presName="hierChild5" presStyleCnt="0"/>
      <dgm:spPr/>
    </dgm:pt>
    <dgm:pt modelId="{26C15F6F-9909-4CC0-AD80-35960171A60F}" type="pres">
      <dgm:prSet presAssocID="{8FBBB9A2-965E-4B63-9230-A50FAE848AFA}" presName="Name48" presStyleLbl="parChTrans1D3" presStyleIdx="9" presStyleCnt="18"/>
      <dgm:spPr/>
    </dgm:pt>
    <dgm:pt modelId="{6CB7765E-3668-45F1-A16E-9DD89FE5CE18}" type="pres">
      <dgm:prSet presAssocID="{0EE9F1AC-EE31-4D14-848B-6420E01DC67F}" presName="hierRoot2" presStyleCnt="0">
        <dgm:presLayoutVars>
          <dgm:hierBranch val="init"/>
        </dgm:presLayoutVars>
      </dgm:prSet>
      <dgm:spPr/>
    </dgm:pt>
    <dgm:pt modelId="{B3C3E9B5-E199-41C1-ABB5-6E2370E62E89}" type="pres">
      <dgm:prSet presAssocID="{0EE9F1AC-EE31-4D14-848B-6420E01DC67F}" presName="rootComposite" presStyleCnt="0"/>
      <dgm:spPr/>
    </dgm:pt>
    <dgm:pt modelId="{CA4DB846-4B6B-499F-81BB-9B7B9244C4BA}" type="pres">
      <dgm:prSet presAssocID="{0EE9F1AC-EE31-4D14-848B-6420E01DC67F}" presName="rootText" presStyleLbl="node3" presStyleIdx="9" presStyleCnt="18">
        <dgm:presLayoutVars>
          <dgm:chPref val="3"/>
        </dgm:presLayoutVars>
      </dgm:prSet>
      <dgm:spPr/>
    </dgm:pt>
    <dgm:pt modelId="{32527178-F487-4FB8-BCB4-31415C478F34}" type="pres">
      <dgm:prSet presAssocID="{0EE9F1AC-EE31-4D14-848B-6420E01DC67F}" presName="rootConnector" presStyleLbl="node3" presStyleIdx="9" presStyleCnt="18"/>
      <dgm:spPr/>
    </dgm:pt>
    <dgm:pt modelId="{A4A403AF-FA45-444C-B6B1-E6F2DF28FD79}" type="pres">
      <dgm:prSet presAssocID="{0EE9F1AC-EE31-4D14-848B-6420E01DC67F}" presName="hierChild4" presStyleCnt="0"/>
      <dgm:spPr/>
    </dgm:pt>
    <dgm:pt modelId="{71A9CA37-28F4-47E9-BCC9-A931FFAB503D}" type="pres">
      <dgm:prSet presAssocID="{0EE9F1AC-EE31-4D14-848B-6420E01DC67F}" presName="hierChild5" presStyleCnt="0"/>
      <dgm:spPr/>
    </dgm:pt>
    <dgm:pt modelId="{D5CDEB6C-3130-4277-BA7B-B5E89125D17B}" type="pres">
      <dgm:prSet presAssocID="{4C496EB2-84BE-40A1-B342-02A3EA0570CC}" presName="Name48" presStyleLbl="parChTrans1D3" presStyleIdx="10" presStyleCnt="18"/>
      <dgm:spPr/>
    </dgm:pt>
    <dgm:pt modelId="{12188FB2-3020-4D69-9F8A-007009A45647}" type="pres">
      <dgm:prSet presAssocID="{90569968-E76B-49CA-BAC8-EEC75973E0F0}" presName="hierRoot2" presStyleCnt="0">
        <dgm:presLayoutVars>
          <dgm:hierBranch val="init"/>
        </dgm:presLayoutVars>
      </dgm:prSet>
      <dgm:spPr/>
    </dgm:pt>
    <dgm:pt modelId="{B87F572F-F96D-4B0F-981E-B96C86C9726E}" type="pres">
      <dgm:prSet presAssocID="{90569968-E76B-49CA-BAC8-EEC75973E0F0}" presName="rootComposite" presStyleCnt="0"/>
      <dgm:spPr/>
    </dgm:pt>
    <dgm:pt modelId="{707BAC45-DC1F-4E47-ABE6-2C1A41AC5116}" type="pres">
      <dgm:prSet presAssocID="{90569968-E76B-49CA-BAC8-EEC75973E0F0}" presName="rootText" presStyleLbl="node3" presStyleIdx="10" presStyleCnt="18">
        <dgm:presLayoutVars>
          <dgm:chPref val="3"/>
        </dgm:presLayoutVars>
      </dgm:prSet>
      <dgm:spPr/>
    </dgm:pt>
    <dgm:pt modelId="{BD42B9A0-06A3-4ACE-9B85-95CBBED07032}" type="pres">
      <dgm:prSet presAssocID="{90569968-E76B-49CA-BAC8-EEC75973E0F0}" presName="rootConnector" presStyleLbl="node3" presStyleIdx="10" presStyleCnt="18"/>
      <dgm:spPr/>
    </dgm:pt>
    <dgm:pt modelId="{8808800F-83B2-4271-900D-5FEAE92F05B5}" type="pres">
      <dgm:prSet presAssocID="{90569968-E76B-49CA-BAC8-EEC75973E0F0}" presName="hierChild4" presStyleCnt="0"/>
      <dgm:spPr/>
    </dgm:pt>
    <dgm:pt modelId="{6FE30435-E858-45AF-9294-D2C677BD8712}" type="pres">
      <dgm:prSet presAssocID="{90569968-E76B-49CA-BAC8-EEC75973E0F0}" presName="hierChild5" presStyleCnt="0"/>
      <dgm:spPr/>
    </dgm:pt>
    <dgm:pt modelId="{506B15CD-854D-494F-BFD3-4DEF9FF0F899}" type="pres">
      <dgm:prSet presAssocID="{9CDC4B50-2E8C-453C-B09F-94A1AF699730}" presName="Name48" presStyleLbl="parChTrans1D3" presStyleIdx="11" presStyleCnt="18"/>
      <dgm:spPr/>
    </dgm:pt>
    <dgm:pt modelId="{E358CE9E-C989-4165-8992-8C83214BC211}" type="pres">
      <dgm:prSet presAssocID="{97412F94-FEF9-4E6C-911F-0102BDC10C5D}" presName="hierRoot2" presStyleCnt="0">
        <dgm:presLayoutVars>
          <dgm:hierBranch val="init"/>
        </dgm:presLayoutVars>
      </dgm:prSet>
      <dgm:spPr/>
    </dgm:pt>
    <dgm:pt modelId="{CA5A1325-AB92-4769-9DAA-A3B4789EB808}" type="pres">
      <dgm:prSet presAssocID="{97412F94-FEF9-4E6C-911F-0102BDC10C5D}" presName="rootComposite" presStyleCnt="0"/>
      <dgm:spPr/>
    </dgm:pt>
    <dgm:pt modelId="{1195A04B-AA63-4C45-B830-7DDA97BB2C13}" type="pres">
      <dgm:prSet presAssocID="{97412F94-FEF9-4E6C-911F-0102BDC10C5D}" presName="rootText" presStyleLbl="node3" presStyleIdx="11" presStyleCnt="18">
        <dgm:presLayoutVars>
          <dgm:chPref val="3"/>
        </dgm:presLayoutVars>
      </dgm:prSet>
      <dgm:spPr/>
    </dgm:pt>
    <dgm:pt modelId="{1394AE82-6312-4D20-9300-9F8D2B1CB28D}" type="pres">
      <dgm:prSet presAssocID="{97412F94-FEF9-4E6C-911F-0102BDC10C5D}" presName="rootConnector" presStyleLbl="node3" presStyleIdx="11" presStyleCnt="18"/>
      <dgm:spPr/>
    </dgm:pt>
    <dgm:pt modelId="{B9E2CA0E-9351-4027-B6F1-5B09BAA3A227}" type="pres">
      <dgm:prSet presAssocID="{97412F94-FEF9-4E6C-911F-0102BDC10C5D}" presName="hierChild4" presStyleCnt="0"/>
      <dgm:spPr/>
    </dgm:pt>
    <dgm:pt modelId="{ECEF3D75-460E-4FB4-B2E4-404954946D9C}" type="pres">
      <dgm:prSet presAssocID="{97412F94-FEF9-4E6C-911F-0102BDC10C5D}" presName="hierChild5" presStyleCnt="0"/>
      <dgm:spPr/>
    </dgm:pt>
    <dgm:pt modelId="{9300C45D-1B9B-45E8-AE34-C14EDDE96536}" type="pres">
      <dgm:prSet presAssocID="{0050CA29-8181-408F-8091-108ABE5314D5}" presName="Name48" presStyleLbl="parChTrans1D3" presStyleIdx="12" presStyleCnt="18"/>
      <dgm:spPr/>
    </dgm:pt>
    <dgm:pt modelId="{6250102C-0214-41D6-BCB3-167806B4A618}" type="pres">
      <dgm:prSet presAssocID="{D1CDF817-9FDF-42B1-BC20-31384199BD8D}" presName="hierRoot2" presStyleCnt="0">
        <dgm:presLayoutVars>
          <dgm:hierBranch val="init"/>
        </dgm:presLayoutVars>
      </dgm:prSet>
      <dgm:spPr/>
    </dgm:pt>
    <dgm:pt modelId="{13E4C314-94A1-40F5-B5C9-EA73212EABA0}" type="pres">
      <dgm:prSet presAssocID="{D1CDF817-9FDF-42B1-BC20-31384199BD8D}" presName="rootComposite" presStyleCnt="0"/>
      <dgm:spPr/>
    </dgm:pt>
    <dgm:pt modelId="{4E53E19E-229E-4DB3-9562-45C92FB19DF5}" type="pres">
      <dgm:prSet presAssocID="{D1CDF817-9FDF-42B1-BC20-31384199BD8D}" presName="rootText" presStyleLbl="node3" presStyleIdx="12" presStyleCnt="18">
        <dgm:presLayoutVars>
          <dgm:chPref val="3"/>
        </dgm:presLayoutVars>
      </dgm:prSet>
      <dgm:spPr/>
    </dgm:pt>
    <dgm:pt modelId="{F4237DD2-0A5D-426A-BD3F-C4E381360ABB}" type="pres">
      <dgm:prSet presAssocID="{D1CDF817-9FDF-42B1-BC20-31384199BD8D}" presName="rootConnector" presStyleLbl="node3" presStyleIdx="12" presStyleCnt="18"/>
      <dgm:spPr/>
    </dgm:pt>
    <dgm:pt modelId="{5114682C-A55B-4473-99E8-A8538211B713}" type="pres">
      <dgm:prSet presAssocID="{D1CDF817-9FDF-42B1-BC20-31384199BD8D}" presName="hierChild4" presStyleCnt="0"/>
      <dgm:spPr/>
    </dgm:pt>
    <dgm:pt modelId="{26857E9A-D5DD-4D09-8FAA-5DCE17BF9D91}" type="pres">
      <dgm:prSet presAssocID="{D1CDF817-9FDF-42B1-BC20-31384199BD8D}" presName="hierChild5" presStyleCnt="0"/>
      <dgm:spPr/>
    </dgm:pt>
    <dgm:pt modelId="{FB779B82-FBB1-47A2-959A-E10BAFC579DD}" type="pres">
      <dgm:prSet presAssocID="{33359D92-6EF8-4BA6-9E03-ADFA94438B00}" presName="hierChild5" presStyleCnt="0"/>
      <dgm:spPr/>
    </dgm:pt>
    <dgm:pt modelId="{9A097225-D869-4898-ACC5-0F67841FFB69}" type="pres">
      <dgm:prSet presAssocID="{CD8F14C3-B9BC-4F42-8918-AD49807AFE8D}" presName="Name35" presStyleLbl="parChTrans1D2" presStyleIdx="3" presStyleCnt="4"/>
      <dgm:spPr/>
    </dgm:pt>
    <dgm:pt modelId="{9BA14BF6-E049-413F-89F2-9D0A6F421318}" type="pres">
      <dgm:prSet presAssocID="{4BE3F5FE-C35E-4A91-BF48-D2399806F468}" presName="hierRoot2" presStyleCnt="0">
        <dgm:presLayoutVars>
          <dgm:hierBranch val="init"/>
        </dgm:presLayoutVars>
      </dgm:prSet>
      <dgm:spPr/>
    </dgm:pt>
    <dgm:pt modelId="{B59A706F-204A-402D-91E2-8172DD0B00B2}" type="pres">
      <dgm:prSet presAssocID="{4BE3F5FE-C35E-4A91-BF48-D2399806F468}" presName="rootComposite" presStyleCnt="0"/>
      <dgm:spPr/>
    </dgm:pt>
    <dgm:pt modelId="{66AF2393-EF3D-4271-9D6F-B6C4639C53A5}" type="pres">
      <dgm:prSet presAssocID="{4BE3F5FE-C35E-4A91-BF48-D2399806F468}" presName="rootText" presStyleLbl="node2" presStyleIdx="3" presStyleCnt="4">
        <dgm:presLayoutVars>
          <dgm:chPref val="3"/>
        </dgm:presLayoutVars>
      </dgm:prSet>
      <dgm:spPr/>
    </dgm:pt>
    <dgm:pt modelId="{ECAAB28A-2BDD-4980-A53D-3B4DDB864915}" type="pres">
      <dgm:prSet presAssocID="{4BE3F5FE-C35E-4A91-BF48-D2399806F468}" presName="rootConnector" presStyleLbl="node2" presStyleIdx="3" presStyleCnt="4"/>
      <dgm:spPr/>
    </dgm:pt>
    <dgm:pt modelId="{4C1BB58E-7EED-4308-B2D7-EF62A0D3724D}" type="pres">
      <dgm:prSet presAssocID="{4BE3F5FE-C35E-4A91-BF48-D2399806F468}" presName="hierChild4" presStyleCnt="0"/>
      <dgm:spPr/>
    </dgm:pt>
    <dgm:pt modelId="{DAB6E9B6-18DF-4ADA-B65D-86CC081D7920}" type="pres">
      <dgm:prSet presAssocID="{C9328D64-9F8C-49FA-93C3-0B8F52ED1223}" presName="Name37" presStyleLbl="parChTrans1D3" presStyleIdx="13" presStyleCnt="18"/>
      <dgm:spPr/>
    </dgm:pt>
    <dgm:pt modelId="{C3AA7677-63AC-4FBA-B0B8-DDA6FFB327CF}" type="pres">
      <dgm:prSet presAssocID="{C1FB30B8-A7BE-4C75-8166-2B8F5F65E66C}" presName="hierRoot2" presStyleCnt="0">
        <dgm:presLayoutVars>
          <dgm:hierBranch val="init"/>
        </dgm:presLayoutVars>
      </dgm:prSet>
      <dgm:spPr/>
    </dgm:pt>
    <dgm:pt modelId="{5CE0AAC6-40AE-4325-9699-68331007F5CC}" type="pres">
      <dgm:prSet presAssocID="{C1FB30B8-A7BE-4C75-8166-2B8F5F65E66C}" presName="rootComposite" presStyleCnt="0"/>
      <dgm:spPr/>
    </dgm:pt>
    <dgm:pt modelId="{178ED13E-DC1A-454E-A853-AF6651B4BF0F}" type="pres">
      <dgm:prSet presAssocID="{C1FB30B8-A7BE-4C75-8166-2B8F5F65E66C}" presName="rootText" presStyleLbl="node3" presStyleIdx="13" presStyleCnt="18">
        <dgm:presLayoutVars>
          <dgm:chPref val="3"/>
        </dgm:presLayoutVars>
      </dgm:prSet>
      <dgm:spPr/>
    </dgm:pt>
    <dgm:pt modelId="{5A7AE996-EF7A-48B0-9111-1AC7B3BE5D50}" type="pres">
      <dgm:prSet presAssocID="{C1FB30B8-A7BE-4C75-8166-2B8F5F65E66C}" presName="rootConnector" presStyleLbl="node3" presStyleIdx="13" presStyleCnt="18"/>
      <dgm:spPr/>
    </dgm:pt>
    <dgm:pt modelId="{EE3E0BC2-5708-433B-99AE-F9E1F7D38B58}" type="pres">
      <dgm:prSet presAssocID="{C1FB30B8-A7BE-4C75-8166-2B8F5F65E66C}" presName="hierChild4" presStyleCnt="0"/>
      <dgm:spPr/>
    </dgm:pt>
    <dgm:pt modelId="{3B88CE66-96E2-4AEC-A30A-04BFFBBC5639}" type="pres">
      <dgm:prSet presAssocID="{C1FB30B8-A7BE-4C75-8166-2B8F5F65E66C}" presName="hierChild5" presStyleCnt="0"/>
      <dgm:spPr/>
    </dgm:pt>
    <dgm:pt modelId="{70A66FF1-9C84-46CC-B795-FFABA0D2D16B}" type="pres">
      <dgm:prSet presAssocID="{40075223-2D9E-4637-860F-35A0F5E04793}" presName="Name37" presStyleLbl="parChTrans1D3" presStyleIdx="14" presStyleCnt="18"/>
      <dgm:spPr/>
    </dgm:pt>
    <dgm:pt modelId="{DAB048EC-D9DD-40E1-AAE6-F9FA88E80473}" type="pres">
      <dgm:prSet presAssocID="{69D638CC-0B46-429D-8C7D-916E4855AFE6}" presName="hierRoot2" presStyleCnt="0">
        <dgm:presLayoutVars>
          <dgm:hierBranch val="init"/>
        </dgm:presLayoutVars>
      </dgm:prSet>
      <dgm:spPr/>
    </dgm:pt>
    <dgm:pt modelId="{F81A3B50-E182-4B16-A7B9-664B665618F3}" type="pres">
      <dgm:prSet presAssocID="{69D638CC-0B46-429D-8C7D-916E4855AFE6}" presName="rootComposite" presStyleCnt="0"/>
      <dgm:spPr/>
    </dgm:pt>
    <dgm:pt modelId="{2DFFA526-9E48-4DCA-A8CD-8BBD4B6DAAE3}" type="pres">
      <dgm:prSet presAssocID="{69D638CC-0B46-429D-8C7D-916E4855AFE6}" presName="rootText" presStyleLbl="node3" presStyleIdx="14" presStyleCnt="18">
        <dgm:presLayoutVars>
          <dgm:chPref val="3"/>
        </dgm:presLayoutVars>
      </dgm:prSet>
      <dgm:spPr/>
    </dgm:pt>
    <dgm:pt modelId="{37D1C6A4-98B8-4101-9A1C-C1A51E35D4D4}" type="pres">
      <dgm:prSet presAssocID="{69D638CC-0B46-429D-8C7D-916E4855AFE6}" presName="rootConnector" presStyleLbl="node3" presStyleIdx="14" presStyleCnt="18"/>
      <dgm:spPr/>
    </dgm:pt>
    <dgm:pt modelId="{787A1032-0F1E-40DD-AC04-20F2D741C2F6}" type="pres">
      <dgm:prSet presAssocID="{69D638CC-0B46-429D-8C7D-916E4855AFE6}" presName="hierChild4" presStyleCnt="0"/>
      <dgm:spPr/>
    </dgm:pt>
    <dgm:pt modelId="{44D011AF-B7C4-40D3-9DC6-14F5DFF5454F}" type="pres">
      <dgm:prSet presAssocID="{69D638CC-0B46-429D-8C7D-916E4855AFE6}" presName="hierChild5" presStyleCnt="0"/>
      <dgm:spPr/>
    </dgm:pt>
    <dgm:pt modelId="{4E966E07-3D30-4B10-992E-4AA4C833BD05}" type="pres">
      <dgm:prSet presAssocID="{7BE2DA87-BA7F-4A8D-BCDC-FF367126D3A2}" presName="Name37" presStyleLbl="parChTrans1D3" presStyleIdx="15" presStyleCnt="18"/>
      <dgm:spPr/>
    </dgm:pt>
    <dgm:pt modelId="{7CC14A1F-C750-4F4A-A2E3-1917573ECFA8}" type="pres">
      <dgm:prSet presAssocID="{4294FB7B-5BF3-4542-88BC-0AA018713895}" presName="hierRoot2" presStyleCnt="0">
        <dgm:presLayoutVars>
          <dgm:hierBranch val="init"/>
        </dgm:presLayoutVars>
      </dgm:prSet>
      <dgm:spPr/>
    </dgm:pt>
    <dgm:pt modelId="{2AD22D50-C8B4-4D4F-99A7-619596EFE246}" type="pres">
      <dgm:prSet presAssocID="{4294FB7B-5BF3-4542-88BC-0AA018713895}" presName="rootComposite" presStyleCnt="0"/>
      <dgm:spPr/>
    </dgm:pt>
    <dgm:pt modelId="{3B5E4DEC-546E-47E4-8D3B-2BBB221AB9BF}" type="pres">
      <dgm:prSet presAssocID="{4294FB7B-5BF3-4542-88BC-0AA018713895}" presName="rootText" presStyleLbl="node3" presStyleIdx="15" presStyleCnt="18">
        <dgm:presLayoutVars>
          <dgm:chPref val="3"/>
        </dgm:presLayoutVars>
      </dgm:prSet>
      <dgm:spPr/>
    </dgm:pt>
    <dgm:pt modelId="{54238749-A773-48BC-B3EA-A59C6359DF21}" type="pres">
      <dgm:prSet presAssocID="{4294FB7B-5BF3-4542-88BC-0AA018713895}" presName="rootConnector" presStyleLbl="node3" presStyleIdx="15" presStyleCnt="18"/>
      <dgm:spPr/>
    </dgm:pt>
    <dgm:pt modelId="{7CF172BB-74B5-4E35-8717-0F0F0A734B4F}" type="pres">
      <dgm:prSet presAssocID="{4294FB7B-5BF3-4542-88BC-0AA018713895}" presName="hierChild4" presStyleCnt="0"/>
      <dgm:spPr/>
    </dgm:pt>
    <dgm:pt modelId="{7387C32F-1ECC-47D1-84C2-9B148E502719}" type="pres">
      <dgm:prSet presAssocID="{4294FB7B-5BF3-4542-88BC-0AA018713895}" presName="hierChild5" presStyleCnt="0"/>
      <dgm:spPr/>
    </dgm:pt>
    <dgm:pt modelId="{C686CCE2-5C16-4A2E-852B-86173D76597B}" type="pres">
      <dgm:prSet presAssocID="{BA70830C-3FC5-424E-A371-F01A7A217231}" presName="Name37" presStyleLbl="parChTrans1D3" presStyleIdx="16" presStyleCnt="18"/>
      <dgm:spPr/>
    </dgm:pt>
    <dgm:pt modelId="{F8231A31-2191-4984-B12F-8A441F456AF7}" type="pres">
      <dgm:prSet presAssocID="{2CB08EC8-26CD-417C-8963-7022F9B92BF3}" presName="hierRoot2" presStyleCnt="0">
        <dgm:presLayoutVars>
          <dgm:hierBranch val="init"/>
        </dgm:presLayoutVars>
      </dgm:prSet>
      <dgm:spPr/>
    </dgm:pt>
    <dgm:pt modelId="{C27AA1A2-9CB3-4D86-A814-AF6FAABC1148}" type="pres">
      <dgm:prSet presAssocID="{2CB08EC8-26CD-417C-8963-7022F9B92BF3}" presName="rootComposite" presStyleCnt="0"/>
      <dgm:spPr/>
    </dgm:pt>
    <dgm:pt modelId="{BAF6F5DF-7EF1-4991-8130-B4B42488E204}" type="pres">
      <dgm:prSet presAssocID="{2CB08EC8-26CD-417C-8963-7022F9B92BF3}" presName="rootText" presStyleLbl="node3" presStyleIdx="16" presStyleCnt="18">
        <dgm:presLayoutVars>
          <dgm:chPref val="3"/>
        </dgm:presLayoutVars>
      </dgm:prSet>
      <dgm:spPr/>
    </dgm:pt>
    <dgm:pt modelId="{DAD16269-7801-4497-8B73-1E899BEED044}" type="pres">
      <dgm:prSet presAssocID="{2CB08EC8-26CD-417C-8963-7022F9B92BF3}" presName="rootConnector" presStyleLbl="node3" presStyleIdx="16" presStyleCnt="18"/>
      <dgm:spPr/>
    </dgm:pt>
    <dgm:pt modelId="{22F37B86-96BF-4807-A47C-F0D452B14FE6}" type="pres">
      <dgm:prSet presAssocID="{2CB08EC8-26CD-417C-8963-7022F9B92BF3}" presName="hierChild4" presStyleCnt="0"/>
      <dgm:spPr/>
    </dgm:pt>
    <dgm:pt modelId="{C632F29D-0C99-440C-AF38-1C10E17AF71E}" type="pres">
      <dgm:prSet presAssocID="{2CB08EC8-26CD-417C-8963-7022F9B92BF3}" presName="hierChild5" presStyleCnt="0"/>
      <dgm:spPr/>
    </dgm:pt>
    <dgm:pt modelId="{E3F841F5-174B-471C-AEDE-5668A397388E}" type="pres">
      <dgm:prSet presAssocID="{52847158-1673-4728-BE14-420078583E5A}" presName="Name37" presStyleLbl="parChTrans1D3" presStyleIdx="17" presStyleCnt="18"/>
      <dgm:spPr/>
    </dgm:pt>
    <dgm:pt modelId="{A0DE4F9D-ABFB-40D5-8981-200D2DB75FC5}" type="pres">
      <dgm:prSet presAssocID="{F2D9D6DF-D7B9-4335-89AA-35F94ABEFCEA}" presName="hierRoot2" presStyleCnt="0">
        <dgm:presLayoutVars>
          <dgm:hierBranch val="init"/>
        </dgm:presLayoutVars>
      </dgm:prSet>
      <dgm:spPr/>
    </dgm:pt>
    <dgm:pt modelId="{3AE895A3-5294-4C0A-8016-C65E8925490D}" type="pres">
      <dgm:prSet presAssocID="{F2D9D6DF-D7B9-4335-89AA-35F94ABEFCEA}" presName="rootComposite" presStyleCnt="0"/>
      <dgm:spPr/>
    </dgm:pt>
    <dgm:pt modelId="{7A245237-F7E6-4944-8B24-B154483008ED}" type="pres">
      <dgm:prSet presAssocID="{F2D9D6DF-D7B9-4335-89AA-35F94ABEFCEA}" presName="rootText" presStyleLbl="node3" presStyleIdx="17" presStyleCnt="18">
        <dgm:presLayoutVars>
          <dgm:chPref val="3"/>
        </dgm:presLayoutVars>
      </dgm:prSet>
      <dgm:spPr/>
    </dgm:pt>
    <dgm:pt modelId="{5328BCF8-3A68-46A4-A59F-2852265F3F3A}" type="pres">
      <dgm:prSet presAssocID="{F2D9D6DF-D7B9-4335-89AA-35F94ABEFCEA}" presName="rootConnector" presStyleLbl="node3" presStyleIdx="17" presStyleCnt="18"/>
      <dgm:spPr/>
    </dgm:pt>
    <dgm:pt modelId="{55362404-8FB7-45C7-A599-B100013D0E11}" type="pres">
      <dgm:prSet presAssocID="{F2D9D6DF-D7B9-4335-89AA-35F94ABEFCEA}" presName="hierChild4" presStyleCnt="0"/>
      <dgm:spPr/>
    </dgm:pt>
    <dgm:pt modelId="{33F08FC4-EA54-427E-BF15-F57FED83033C}" type="pres">
      <dgm:prSet presAssocID="{F2D9D6DF-D7B9-4335-89AA-35F94ABEFCEA}" presName="hierChild5" presStyleCnt="0"/>
      <dgm:spPr/>
    </dgm:pt>
    <dgm:pt modelId="{74EB5085-E312-4C37-A3B1-34EA8A10E4EB}" type="pres">
      <dgm:prSet presAssocID="{4BE3F5FE-C35E-4A91-BF48-D2399806F468}" presName="hierChild5" presStyleCnt="0"/>
      <dgm:spPr/>
    </dgm:pt>
    <dgm:pt modelId="{B611EFCD-84C6-46C0-A3AE-180FA84A8270}" type="pres">
      <dgm:prSet presAssocID="{8B4AE2D6-E42E-45B4-A6D8-28269B79F05D}" presName="hierChild3" presStyleCnt="0"/>
      <dgm:spPr/>
    </dgm:pt>
  </dgm:ptLst>
  <dgm:cxnLst>
    <dgm:cxn modelId="{2B792005-160C-4139-BA6C-36DF6B8AF8BD}" type="presOf" srcId="{61842ADE-A25C-4890-97B5-BAA2826B7167}" destId="{3B5559BC-311B-4682-B06F-B4E7C4CA4428}" srcOrd="0" destOrd="0" presId="urn:microsoft.com/office/officeart/2005/8/layout/orgChart1"/>
    <dgm:cxn modelId="{0BD90D06-F524-47D0-B539-8C79C9A78B77}" srcId="{8B4AE2D6-E42E-45B4-A6D8-28269B79F05D}" destId="{0855127E-5E60-4745-A9AC-DA8731E7AD1B}" srcOrd="1" destOrd="0" parTransId="{562FFC68-AE25-4141-AD7B-CE50940DB5C5}" sibTransId="{0E8EFDCD-4BF3-4824-BC22-4665DEE7AF37}"/>
    <dgm:cxn modelId="{539B7409-EE81-446E-95E2-8C59721D2A7D}" type="presOf" srcId="{562FFC68-AE25-4141-AD7B-CE50940DB5C5}" destId="{2D65F671-8A60-4B10-A553-299C82653B73}" srcOrd="0" destOrd="0" presId="urn:microsoft.com/office/officeart/2005/8/layout/orgChart1"/>
    <dgm:cxn modelId="{0A659D0A-45F7-4469-A712-3F17D1ACAB6B}" srcId="{0855127E-5E60-4745-A9AC-DA8731E7AD1B}" destId="{CF7FC585-7856-436E-A678-788A2C73CA18}" srcOrd="4" destOrd="0" parTransId="{2AF73A45-8276-4BFF-92CC-49E0A4FA6E39}" sibTransId="{FD0B394F-AED1-418F-A9DB-C444A21641C9}"/>
    <dgm:cxn modelId="{250D820B-8694-4753-B435-EAD8D0296F76}" type="presOf" srcId="{52A13992-094A-4EDC-B5EF-87C44871D1A8}" destId="{982B2524-1557-4A26-9D18-97003089AE23}" srcOrd="1" destOrd="0" presId="urn:microsoft.com/office/officeart/2005/8/layout/orgChart1"/>
    <dgm:cxn modelId="{9B44B310-7E27-421B-9698-C22A2F78F49D}" srcId="{33359D92-6EF8-4BA6-9E03-ADFA94438B00}" destId="{97412F94-FEF9-4E6C-911F-0102BDC10C5D}" srcOrd="5" destOrd="0" parTransId="{9CDC4B50-2E8C-453C-B09F-94A1AF699730}" sibTransId="{02DCC6D8-46F0-450B-A5BE-DDBBDF1BF646}"/>
    <dgm:cxn modelId="{DB0CEC10-98CD-45D5-BEE8-7EFF24A18606}" type="presOf" srcId="{90569968-E76B-49CA-BAC8-EEC75973E0F0}" destId="{BD42B9A0-06A3-4ACE-9B85-95CBBED07032}" srcOrd="1" destOrd="0" presId="urn:microsoft.com/office/officeart/2005/8/layout/orgChart1"/>
    <dgm:cxn modelId="{03630F11-2CBD-48BB-B1A3-434EC8DABE3A}" type="presOf" srcId="{2CB08EC8-26CD-417C-8963-7022F9B92BF3}" destId="{DAD16269-7801-4497-8B73-1E899BEED044}" srcOrd="1" destOrd="0" presId="urn:microsoft.com/office/officeart/2005/8/layout/orgChart1"/>
    <dgm:cxn modelId="{3B96C212-20A7-4F40-97CB-B86430161E4F}" type="presOf" srcId="{0EE9F1AC-EE31-4D14-848B-6420E01DC67F}" destId="{32527178-F487-4FB8-BCB4-31415C478F34}" srcOrd="1" destOrd="0" presId="urn:microsoft.com/office/officeart/2005/8/layout/orgChart1"/>
    <dgm:cxn modelId="{C9D5611D-3527-45CF-9A00-C4B6A53F6996}" type="presOf" srcId="{33359D92-6EF8-4BA6-9E03-ADFA94438B00}" destId="{1ECD135F-C308-4097-A30B-0CEC99CD8FBD}" srcOrd="0" destOrd="0" presId="urn:microsoft.com/office/officeart/2005/8/layout/orgChart1"/>
    <dgm:cxn modelId="{B258431D-B27E-4C7F-AB88-056625A0FE0B}" srcId="{4BE3F5FE-C35E-4A91-BF48-D2399806F468}" destId="{2CB08EC8-26CD-417C-8963-7022F9B92BF3}" srcOrd="3" destOrd="0" parTransId="{BA70830C-3FC5-424E-A371-F01A7A217231}" sibTransId="{587BE3E1-245E-4663-932C-F585F6741BD7}"/>
    <dgm:cxn modelId="{1B9BC51E-28DE-4ADF-9FC2-7C48FC05B5CA}" type="presOf" srcId="{0050CA29-8181-408F-8091-108ABE5314D5}" destId="{9300C45D-1B9B-45E8-AE34-C14EDDE96536}" srcOrd="0" destOrd="0" presId="urn:microsoft.com/office/officeart/2005/8/layout/orgChart1"/>
    <dgm:cxn modelId="{8E25221F-4502-4278-AAF5-4E6D8C65B901}" type="presOf" srcId="{31EDBD80-18E1-4633-BBCB-3D16377E3D87}" destId="{B70FD6F3-18D8-454C-9C6C-FC76280460DD}" srcOrd="0" destOrd="0" presId="urn:microsoft.com/office/officeart/2005/8/layout/orgChart1"/>
    <dgm:cxn modelId="{D984C929-8201-4D18-A1D1-9D348F08D1A2}" srcId="{A999AA2A-A012-446B-B4D0-2AF051FB0878}" destId="{8B4AE2D6-E42E-45B4-A6D8-28269B79F05D}" srcOrd="0" destOrd="0" parTransId="{F941B766-7AA0-4E3C-B537-4CE054A4AD57}" sibTransId="{31C99D3C-174A-435B-8793-7E424BFF4A91}"/>
    <dgm:cxn modelId="{E228ED29-2897-4811-9E1A-3811D12FB677}" type="presOf" srcId="{B26C9E97-D00C-4F3A-B998-20E5D3F0B653}" destId="{EA918C50-1579-4B22-B545-4615C4361CA7}" srcOrd="0" destOrd="0" presId="urn:microsoft.com/office/officeart/2005/8/layout/orgChart1"/>
    <dgm:cxn modelId="{33B53A2A-2E55-4A13-9DA3-36F9E416A613}" type="presOf" srcId="{0EE9F1AC-EE31-4D14-848B-6420E01DC67F}" destId="{CA4DB846-4B6B-499F-81BB-9B7B9244C4BA}" srcOrd="0" destOrd="0" presId="urn:microsoft.com/office/officeart/2005/8/layout/orgChart1"/>
    <dgm:cxn modelId="{5B957B2C-657B-4535-B54B-30DFAC975137}" type="presOf" srcId="{5BA7CA2B-4FB2-41D4-B66F-99066AD00B6F}" destId="{9A2E9A83-DC1C-4856-A5F4-F4BD6542BBDC}" srcOrd="0" destOrd="0" presId="urn:microsoft.com/office/officeart/2005/8/layout/orgChart1"/>
    <dgm:cxn modelId="{055A042D-6FBB-4C74-8353-BC0540FE07DB}" srcId="{4BE3F5FE-C35E-4A91-BF48-D2399806F468}" destId="{F2D9D6DF-D7B9-4335-89AA-35F94ABEFCEA}" srcOrd="4" destOrd="0" parTransId="{52847158-1673-4728-BE14-420078583E5A}" sibTransId="{F43CE86D-8275-4AE8-AD4B-51F02783D442}"/>
    <dgm:cxn modelId="{9AB75E35-503A-434F-A3CA-8DF212E8EE67}" type="presOf" srcId="{4294FB7B-5BF3-4542-88BC-0AA018713895}" destId="{3B5E4DEC-546E-47E4-8D3B-2BBB221AB9BF}" srcOrd="0" destOrd="0" presId="urn:microsoft.com/office/officeart/2005/8/layout/orgChart1"/>
    <dgm:cxn modelId="{C0A1FC36-D49D-40DF-B5FD-368E746F05D5}" type="presOf" srcId="{40075223-2D9E-4637-860F-35A0F5E04793}" destId="{70A66FF1-9C84-46CC-B795-FFABA0D2D16B}" srcOrd="0" destOrd="0" presId="urn:microsoft.com/office/officeart/2005/8/layout/orgChart1"/>
    <dgm:cxn modelId="{C4C0F137-E718-4405-925E-81989AEF4189}" type="presOf" srcId="{FD9C5A42-5C94-4EC5-B504-44EEB7ED03EE}" destId="{BCA4DE12-B39A-4B66-A172-5FCE1C527CD1}" srcOrd="0" destOrd="0" presId="urn:microsoft.com/office/officeart/2005/8/layout/orgChart1"/>
    <dgm:cxn modelId="{94893D3A-5CA9-40F7-9D82-F7C6809CD8CA}" srcId="{0855127E-5E60-4745-A9AC-DA8731E7AD1B}" destId="{04381135-B402-4BF2-B82D-547917F84921}" srcOrd="0" destOrd="0" parTransId="{31EDBD80-18E1-4633-BBCB-3D16377E3D87}" sibTransId="{5D93CC29-0A33-4C70-85F9-4AA897B1D84A}"/>
    <dgm:cxn modelId="{CAE2B55F-5F1A-481E-A939-E178C5DEBACF}" type="presOf" srcId="{97412F94-FEF9-4E6C-911F-0102BDC10C5D}" destId="{1195A04B-AA63-4C45-B830-7DDA97BB2C13}" srcOrd="0" destOrd="0" presId="urn:microsoft.com/office/officeart/2005/8/layout/orgChart1"/>
    <dgm:cxn modelId="{B67AF95F-41A2-4603-A224-3D7FC051478B}" srcId="{0855127E-5E60-4745-A9AC-DA8731E7AD1B}" destId="{C7C48CC9-A50B-4CAC-A91E-B363BFC62305}" srcOrd="3" destOrd="0" parTransId="{9D869961-EC60-44AF-BF87-22C7107389FE}" sibTransId="{0459A51C-1CCF-482B-9B88-02D9534D72FB}"/>
    <dgm:cxn modelId="{8280F763-D7A3-426E-8429-C43A111BD2A3}" type="presOf" srcId="{BA70830C-3FC5-424E-A371-F01A7A217231}" destId="{C686CCE2-5C16-4A2E-852B-86173D76597B}" srcOrd="0" destOrd="0" presId="urn:microsoft.com/office/officeart/2005/8/layout/orgChart1"/>
    <dgm:cxn modelId="{3ABDC964-F5A6-41EA-8570-FC07D780790D}" type="presOf" srcId="{90569968-E76B-49CA-BAC8-EEC75973E0F0}" destId="{707BAC45-DC1F-4E47-ABE6-2C1A41AC5116}" srcOrd="0" destOrd="0" presId="urn:microsoft.com/office/officeart/2005/8/layout/orgChart1"/>
    <dgm:cxn modelId="{90603A47-9E39-4C86-8CC8-8A80CEFCF535}" srcId="{33359D92-6EF8-4BA6-9E03-ADFA94438B00}" destId="{0EE9F1AC-EE31-4D14-848B-6420E01DC67F}" srcOrd="3" destOrd="0" parTransId="{8FBBB9A2-965E-4B63-9230-A50FAE848AFA}" sibTransId="{B1038D0F-E8CB-4B24-88C2-D274321412C6}"/>
    <dgm:cxn modelId="{BECF6367-316D-42EB-84C7-1FA0C40A8072}" type="presOf" srcId="{8B4AE2D6-E42E-45B4-A6D8-28269B79F05D}" destId="{E2D7715D-E962-48F3-B6C6-4F0CC709F9F0}" srcOrd="1" destOrd="0" presId="urn:microsoft.com/office/officeart/2005/8/layout/orgChart1"/>
    <dgm:cxn modelId="{98677868-64FB-4B41-B9D6-08919E61B07E}" type="presOf" srcId="{C9328D64-9F8C-49FA-93C3-0B8F52ED1223}" destId="{DAB6E9B6-18DF-4ADA-B65D-86CC081D7920}" srcOrd="0" destOrd="0" presId="urn:microsoft.com/office/officeart/2005/8/layout/orgChart1"/>
    <dgm:cxn modelId="{92DB7868-9FC1-4254-8D7D-B9A81ECC40D2}" type="presOf" srcId="{9D869961-EC60-44AF-BF87-22C7107389FE}" destId="{0FA1C9F2-8ABB-4EC9-AF04-A87B079C7556}" srcOrd="0" destOrd="0" presId="urn:microsoft.com/office/officeart/2005/8/layout/orgChart1"/>
    <dgm:cxn modelId="{E46DA568-55A2-4BFB-A6CE-E4F4F79D7487}" srcId="{4BE3F5FE-C35E-4A91-BF48-D2399806F468}" destId="{C1FB30B8-A7BE-4C75-8166-2B8F5F65E66C}" srcOrd="0" destOrd="0" parTransId="{C9328D64-9F8C-49FA-93C3-0B8F52ED1223}" sibTransId="{A43DF364-19A0-4D95-815C-C94AA25AEFAD}"/>
    <dgm:cxn modelId="{5DB4446A-379D-4A90-BF1C-1CE71D7E7221}" type="presOf" srcId="{D1CDF817-9FDF-42B1-BC20-31384199BD8D}" destId="{F4237DD2-0A5D-426A-BD3F-C4E381360ABB}" srcOrd="1" destOrd="0" presId="urn:microsoft.com/office/officeart/2005/8/layout/orgChart1"/>
    <dgm:cxn modelId="{47CAA74A-5CA3-41EE-94B7-8FBC629B6EBE}" type="presOf" srcId="{F2D9D6DF-D7B9-4335-89AA-35F94ABEFCEA}" destId="{5328BCF8-3A68-46A4-A59F-2852265F3F3A}" srcOrd="1" destOrd="0" presId="urn:microsoft.com/office/officeart/2005/8/layout/orgChart1"/>
    <dgm:cxn modelId="{233D736B-6299-4AFC-83F3-5E5DA6BB97B8}" type="presOf" srcId="{4D8B969A-A14A-4BB4-B368-D8CD7D42E30F}" destId="{4F3CEFA5-512F-4A11-A0A9-CC318182BB07}" srcOrd="1" destOrd="0" presId="urn:microsoft.com/office/officeart/2005/8/layout/orgChart1"/>
    <dgm:cxn modelId="{DBD07E6C-97C5-4C24-9CED-A701B39FAF15}" srcId="{33359D92-6EF8-4BA6-9E03-ADFA94438B00}" destId="{D1CDF817-9FDF-42B1-BC20-31384199BD8D}" srcOrd="6" destOrd="0" parTransId="{0050CA29-8181-408F-8091-108ABE5314D5}" sibTransId="{EDEDEECC-A854-4259-AEF1-3DE934AC5736}"/>
    <dgm:cxn modelId="{A7110A4D-2312-4410-BD08-DACE0753A105}" srcId="{4BE3F5FE-C35E-4A91-BF48-D2399806F468}" destId="{4294FB7B-5BF3-4542-88BC-0AA018713895}" srcOrd="2" destOrd="0" parTransId="{7BE2DA87-BA7F-4A8D-BCDC-FF367126D3A2}" sibTransId="{092BF080-3526-4AEB-96FD-E52E134D0226}"/>
    <dgm:cxn modelId="{E6487D4D-2BE5-4DCC-84B9-413C31096353}" type="presOf" srcId="{52A13992-094A-4EDC-B5EF-87C44871D1A8}" destId="{AACBF60E-0FE7-4EA8-B670-3B224EB90137}" srcOrd="0" destOrd="0" presId="urn:microsoft.com/office/officeart/2005/8/layout/orgChart1"/>
    <dgm:cxn modelId="{5F93B650-8D71-4582-A046-DD17634EE648}" type="presOf" srcId="{A999AA2A-A012-446B-B4D0-2AF051FB0878}" destId="{6B950391-0644-4365-8117-930A834AA079}" srcOrd="0" destOrd="0" presId="urn:microsoft.com/office/officeart/2005/8/layout/orgChart1"/>
    <dgm:cxn modelId="{B88A8B72-2484-4B78-A74A-96FA460265E9}" type="presOf" srcId="{2AF73A45-8276-4BFF-92CC-49E0A4FA6E39}" destId="{BC0FC690-3EA4-46E5-884F-BCF0745F2508}" srcOrd="0" destOrd="0" presId="urn:microsoft.com/office/officeart/2005/8/layout/orgChart1"/>
    <dgm:cxn modelId="{BDD6FD57-F6CA-4CFD-9BC5-74F257F78D9C}" type="presOf" srcId="{8FBBB9A2-965E-4B63-9230-A50FAE848AFA}" destId="{26C15F6F-9909-4CC0-AD80-35960171A60F}" srcOrd="0" destOrd="0" presId="urn:microsoft.com/office/officeart/2005/8/layout/orgChart1"/>
    <dgm:cxn modelId="{BA505178-261A-4840-83A8-C93382DD9529}" type="presOf" srcId="{4BE3F5FE-C35E-4A91-BF48-D2399806F468}" destId="{66AF2393-EF3D-4271-9D6F-B6C4639C53A5}" srcOrd="0" destOrd="0" presId="urn:microsoft.com/office/officeart/2005/8/layout/orgChart1"/>
    <dgm:cxn modelId="{6F29D87B-50E4-4C34-90DC-D3C480F2E586}" type="presOf" srcId="{D2DC3AE5-30FF-4E98-81B4-13835F7CC56F}" destId="{1DCE2D56-CA5F-44C8-A925-066EFF693CDA}" srcOrd="1" destOrd="0" presId="urn:microsoft.com/office/officeart/2005/8/layout/orgChart1"/>
    <dgm:cxn modelId="{A287687D-F413-48F8-BECC-D248C99770F7}" type="presOf" srcId="{7BE2DA87-BA7F-4A8D-BCDC-FF367126D3A2}" destId="{4E966E07-3D30-4B10-992E-4AA4C833BD05}" srcOrd="0" destOrd="0" presId="urn:microsoft.com/office/officeart/2005/8/layout/orgChart1"/>
    <dgm:cxn modelId="{AD7BEC7E-2E72-437E-B4F2-567298EB487B}" type="presOf" srcId="{C7C48CC9-A50B-4CAC-A91E-B363BFC62305}" destId="{69E7555A-9EEB-4E61-BA45-123E10737BC2}" srcOrd="0" destOrd="0" presId="urn:microsoft.com/office/officeart/2005/8/layout/orgChart1"/>
    <dgm:cxn modelId="{FABE9C81-AA0F-47A7-AAB1-485987C12209}" type="presOf" srcId="{69D638CC-0B46-429D-8C7D-916E4855AFE6}" destId="{37D1C6A4-98B8-4101-9A1C-C1A51E35D4D4}" srcOrd="1" destOrd="0" presId="urn:microsoft.com/office/officeart/2005/8/layout/orgChart1"/>
    <dgm:cxn modelId="{61D8DD83-F81B-4753-857A-BAF13EC9C9C7}" srcId="{0855127E-5E60-4745-A9AC-DA8731E7AD1B}" destId="{FD999B9F-E7C1-4882-A34A-8C4FCBDE7B94}" srcOrd="5" destOrd="0" parTransId="{376CE3A8-8C9D-47EC-B740-CE055533AB01}" sibTransId="{96037807-C652-497F-890A-4ABAC3EED968}"/>
    <dgm:cxn modelId="{2D458D8C-F51C-4E3D-A0AC-571141D0D5B7}" type="presOf" srcId="{8B4AE2D6-E42E-45B4-A6D8-28269B79F05D}" destId="{01DEF9FF-762E-410F-978B-D767058C1432}" srcOrd="0" destOrd="0" presId="urn:microsoft.com/office/officeart/2005/8/layout/orgChart1"/>
    <dgm:cxn modelId="{B2FA3D8E-69E1-4B00-82EB-3AC4A55B26C4}" type="presOf" srcId="{7FB15FAC-0EA8-4381-827E-F5A087552B05}" destId="{A8AA34E5-225A-4B72-B593-B4753FC7FE88}" srcOrd="0" destOrd="0" presId="urn:microsoft.com/office/officeart/2005/8/layout/orgChart1"/>
    <dgm:cxn modelId="{0ABC0B90-06BB-455D-A06A-1EB095F25900}" srcId="{33359D92-6EF8-4BA6-9E03-ADFA94438B00}" destId="{52A13992-094A-4EDC-B5EF-87C44871D1A8}" srcOrd="1" destOrd="0" parTransId="{B26C9E97-D00C-4F3A-B998-20E5D3F0B653}" sibTransId="{E7C0B170-A15A-46B0-B614-02DCA7EEC0A0}"/>
    <dgm:cxn modelId="{55064F91-5988-4537-9881-490F40ECFA3A}" srcId="{33359D92-6EF8-4BA6-9E03-ADFA94438B00}" destId="{4D8B969A-A14A-4BB4-B368-D8CD7D42E30F}" srcOrd="2" destOrd="0" parTransId="{0DBFE23B-B9E8-422C-BBFC-A81E01AAE2C6}" sibTransId="{9498E55D-F8D1-4713-8B6D-B59301780A3E}"/>
    <dgm:cxn modelId="{688CB791-BF31-4799-84A2-C2191C9B8D76}" type="presOf" srcId="{376CE3A8-8C9D-47EC-B740-CE055533AB01}" destId="{9075D590-2D19-46E8-9E44-660C747CDD84}" srcOrd="0" destOrd="0" presId="urn:microsoft.com/office/officeart/2005/8/layout/orgChart1"/>
    <dgm:cxn modelId="{9345DE92-D2EB-4E7C-B7FC-3BCB448612CF}" srcId="{0855127E-5E60-4745-A9AC-DA8731E7AD1B}" destId="{E14BFE54-7135-4FF3-8694-E2644BF31E55}" srcOrd="1" destOrd="0" parTransId="{61842ADE-A25C-4890-97B5-BAA2826B7167}" sibTransId="{7B55EA61-9353-4880-803C-650F825AD318}"/>
    <dgm:cxn modelId="{D6565897-57F0-4311-8662-370D364A0C96}" srcId="{33359D92-6EF8-4BA6-9E03-ADFA94438B00}" destId="{D2DC3AE5-30FF-4E98-81B4-13835F7CC56F}" srcOrd="0" destOrd="0" parTransId="{84BB02D3-5D8E-44B6-B00A-171075704C07}" sibTransId="{A3D31736-4548-463F-9340-900682062D02}"/>
    <dgm:cxn modelId="{7B105298-E5FC-481A-B341-273AA9455208}" type="presOf" srcId="{0855127E-5E60-4745-A9AC-DA8731E7AD1B}" destId="{AB20CF91-204A-4714-A210-631F2C81A02D}" srcOrd="1" destOrd="0" presId="urn:microsoft.com/office/officeart/2005/8/layout/orgChart1"/>
    <dgm:cxn modelId="{513F1D9C-54FB-45B6-936E-3610C39EFC62}" type="presOf" srcId="{52847158-1673-4728-BE14-420078583E5A}" destId="{E3F841F5-174B-471C-AEDE-5668A397388E}" srcOrd="0" destOrd="0" presId="urn:microsoft.com/office/officeart/2005/8/layout/orgChart1"/>
    <dgm:cxn modelId="{85DCCF9C-8C95-4403-9F2A-2156D5401F08}" type="presOf" srcId="{FD9C5A42-5C94-4EC5-B504-44EEB7ED03EE}" destId="{B0D3C9A1-46F5-4AF4-A873-0CC9726B2886}" srcOrd="1" destOrd="0" presId="urn:microsoft.com/office/officeart/2005/8/layout/orgChart1"/>
    <dgm:cxn modelId="{A7A4389D-86B4-4B8A-B079-28261F99ECAB}" type="presOf" srcId="{D2DC3AE5-30FF-4E98-81B4-13835F7CC56F}" destId="{E93BC0C2-BBC6-4F72-AFAC-E1833EDB0C45}" srcOrd="0" destOrd="0" presId="urn:microsoft.com/office/officeart/2005/8/layout/orgChart1"/>
    <dgm:cxn modelId="{31D5D0A1-44B6-4FAD-A3AD-430D631AD043}" srcId="{8B4AE2D6-E42E-45B4-A6D8-28269B79F05D}" destId="{4BE3F5FE-C35E-4A91-BF48-D2399806F468}" srcOrd="3" destOrd="0" parTransId="{CD8F14C3-B9BC-4F42-8918-AD49807AFE8D}" sibTransId="{3200B956-16F3-42C1-B613-07BB4944DE0C}"/>
    <dgm:cxn modelId="{C18BE1A3-13A9-4173-B73D-34EDBF695CC5}" type="presOf" srcId="{C7C48CC9-A50B-4CAC-A91E-B363BFC62305}" destId="{A2D475E7-BFA5-4ED7-AFB1-1A4462FA37ED}" srcOrd="1" destOrd="0" presId="urn:microsoft.com/office/officeart/2005/8/layout/orgChart1"/>
    <dgm:cxn modelId="{55443BA8-488C-4671-B7E0-8F38202F9CB1}" type="presOf" srcId="{04381135-B402-4BF2-B82D-547917F84921}" destId="{7F3AB575-B967-43B1-A0D1-E14C960D1D0F}" srcOrd="1" destOrd="0" presId="urn:microsoft.com/office/officeart/2005/8/layout/orgChart1"/>
    <dgm:cxn modelId="{9596DEAB-04E2-44AF-8C48-FE6BA87FAC43}" type="presOf" srcId="{04381135-B402-4BF2-B82D-547917F84921}" destId="{D572552E-0D9E-4CCE-B55C-FEB746B71F04}" srcOrd="0" destOrd="0" presId="urn:microsoft.com/office/officeart/2005/8/layout/orgChart1"/>
    <dgm:cxn modelId="{D7C64FAF-E199-4F3F-B85A-9B3FEB62E405}" type="presOf" srcId="{D1CDF817-9FDF-42B1-BC20-31384199BD8D}" destId="{4E53E19E-229E-4DB3-9562-45C92FB19DF5}" srcOrd="0" destOrd="0" presId="urn:microsoft.com/office/officeart/2005/8/layout/orgChart1"/>
    <dgm:cxn modelId="{261892B2-5415-4A43-8122-AE3180B9902E}" type="presOf" srcId="{97412F94-FEF9-4E6C-911F-0102BDC10C5D}" destId="{1394AE82-6312-4D20-9300-9F8D2B1CB28D}" srcOrd="1" destOrd="0" presId="urn:microsoft.com/office/officeart/2005/8/layout/orgChart1"/>
    <dgm:cxn modelId="{A3517FB5-0DDF-48EC-8115-DB131E06EB19}" type="presOf" srcId="{69D638CC-0B46-429D-8C7D-916E4855AFE6}" destId="{2DFFA526-9E48-4DCA-A8CD-8BBD4B6DAAE3}" srcOrd="0" destOrd="0" presId="urn:microsoft.com/office/officeart/2005/8/layout/orgChart1"/>
    <dgm:cxn modelId="{B18883B6-66F3-4ABF-93CD-F0F38B3B32F0}" type="presOf" srcId="{CD8F14C3-B9BC-4F42-8918-AD49807AFE8D}" destId="{9A097225-D869-4898-ACC5-0F67841FFB69}" srcOrd="0" destOrd="0" presId="urn:microsoft.com/office/officeart/2005/8/layout/orgChart1"/>
    <dgm:cxn modelId="{629647B7-CED7-47CC-B724-8F6FFFD2D6AC}" type="presOf" srcId="{5BA7CA2B-4FB2-41D4-B66F-99066AD00B6F}" destId="{CA0B2B66-FF05-40D0-B82B-5FA3A9F40601}" srcOrd="1" destOrd="0" presId="urn:microsoft.com/office/officeart/2005/8/layout/orgChart1"/>
    <dgm:cxn modelId="{EA09C0BA-F720-4455-B301-80E2D0196D2A}" type="presOf" srcId="{C1FB30B8-A7BE-4C75-8166-2B8F5F65E66C}" destId="{5A7AE996-EF7A-48B0-9111-1AC7B3BE5D50}" srcOrd="1" destOrd="0" presId="urn:microsoft.com/office/officeart/2005/8/layout/orgChart1"/>
    <dgm:cxn modelId="{0CAF10BB-EC8F-4113-95BC-F765614CCF2E}" type="presOf" srcId="{33359D92-6EF8-4BA6-9E03-ADFA94438B00}" destId="{E5EA2F75-F0B1-4B80-9AD1-BE6F590659EC}" srcOrd="1" destOrd="0" presId="urn:microsoft.com/office/officeart/2005/8/layout/orgChart1"/>
    <dgm:cxn modelId="{A9B93FBB-154A-4402-8CCF-4C891828B0B6}" type="presOf" srcId="{3DC1A47D-E82C-4D96-A6E9-ADF5A7EAE5AE}" destId="{EDC63F59-A114-43CF-91C4-DF58BD48075A}" srcOrd="0" destOrd="0" presId="urn:microsoft.com/office/officeart/2005/8/layout/orgChart1"/>
    <dgm:cxn modelId="{7C1AA7BE-2995-497F-8335-46519A3C25E5}" type="presOf" srcId="{E14BFE54-7135-4FF3-8694-E2644BF31E55}" destId="{29CEE2B2-F517-4D17-935A-4736B91611E8}" srcOrd="1" destOrd="0" presId="urn:microsoft.com/office/officeart/2005/8/layout/orgChart1"/>
    <dgm:cxn modelId="{CC1622BF-C38D-49C7-BA9F-660CB1ED7014}" srcId="{4BE3F5FE-C35E-4A91-BF48-D2399806F468}" destId="{69D638CC-0B46-429D-8C7D-916E4855AFE6}" srcOrd="1" destOrd="0" parTransId="{40075223-2D9E-4637-860F-35A0F5E04793}" sibTransId="{8EDB5DA7-DDB1-4CBA-95D8-9D35A4E910F4}"/>
    <dgm:cxn modelId="{7AE659C0-C9D9-48B2-A92E-F1A87B7A8474}" type="presOf" srcId="{CF7FC585-7856-436E-A678-788A2C73CA18}" destId="{98D649E8-7681-41E9-B7B0-7605C4CD8C98}" srcOrd="1" destOrd="0" presId="urn:microsoft.com/office/officeart/2005/8/layout/orgChart1"/>
    <dgm:cxn modelId="{BF9FC3C1-584B-4E94-8218-AC90E6EC03B3}" type="presOf" srcId="{FD999B9F-E7C1-4882-A34A-8C4FCBDE7B94}" destId="{B70CB09B-DA62-4E01-AE4F-3DCDB129E66B}" srcOrd="0" destOrd="0" presId="urn:microsoft.com/office/officeart/2005/8/layout/orgChart1"/>
    <dgm:cxn modelId="{2B3058CA-C806-4E71-A7E7-058DAE41E01C}" type="presOf" srcId="{4294FB7B-5BF3-4542-88BC-0AA018713895}" destId="{54238749-A773-48BC-B3EA-A59C6359DF21}" srcOrd="1" destOrd="0" presId="urn:microsoft.com/office/officeart/2005/8/layout/orgChart1"/>
    <dgm:cxn modelId="{2BAA48CC-F1AE-4029-BA88-5A330B8B7296}" type="presOf" srcId="{2CB08EC8-26CD-417C-8963-7022F9B92BF3}" destId="{BAF6F5DF-7EF1-4991-8130-B4B42488E204}" srcOrd="0" destOrd="0" presId="urn:microsoft.com/office/officeart/2005/8/layout/orgChart1"/>
    <dgm:cxn modelId="{E5B04BCC-A2FD-4010-A103-032AEBE81DAD}" type="presOf" srcId="{4BE3F5FE-C35E-4A91-BF48-D2399806F468}" destId="{ECAAB28A-2BDD-4980-A53D-3B4DDB864915}" srcOrd="1" destOrd="0" presId="urn:microsoft.com/office/officeart/2005/8/layout/orgChart1"/>
    <dgm:cxn modelId="{830D6DCD-598C-4D50-86A7-9192C0A23574}" type="presOf" srcId="{4D8B969A-A14A-4BB4-B368-D8CD7D42E30F}" destId="{CBAFA14D-2EEB-492F-AACE-325D57548F16}" srcOrd="0" destOrd="0" presId="urn:microsoft.com/office/officeart/2005/8/layout/orgChart1"/>
    <dgm:cxn modelId="{BB8D5DCE-AEED-4E0D-B914-CD3CF7F8CC70}" type="presOf" srcId="{0855127E-5E60-4745-A9AC-DA8731E7AD1B}" destId="{6BFF7836-3A5D-4466-8691-9D1F290F411F}" srcOrd="0" destOrd="0" presId="urn:microsoft.com/office/officeart/2005/8/layout/orgChart1"/>
    <dgm:cxn modelId="{6D52F2CE-99B5-4117-B46B-96E35020C8CD}" type="presOf" srcId="{0DBFE23B-B9E8-422C-BBFC-A81E01AAE2C6}" destId="{6018BCD4-EF87-46CD-8FB6-A22262A4BCF9}" srcOrd="0" destOrd="0" presId="urn:microsoft.com/office/officeart/2005/8/layout/orgChart1"/>
    <dgm:cxn modelId="{EA8631CF-E35F-4B4F-B370-67AA70A29005}" srcId="{8B4AE2D6-E42E-45B4-A6D8-28269B79F05D}" destId="{5BA7CA2B-4FB2-41D4-B66F-99066AD00B6F}" srcOrd="0" destOrd="0" parTransId="{3DC1A47D-E82C-4D96-A6E9-ADF5A7EAE5AE}" sibTransId="{6504BE77-061A-49F7-A35F-ABFB1FE7D512}"/>
    <dgm:cxn modelId="{321879D0-DDB9-4948-AFF1-FD664C70FB74}" type="presOf" srcId="{84BB02D3-5D8E-44B6-B00A-171075704C07}" destId="{C42BA675-AE6E-4F43-8877-ECEEF5EF39FE}" srcOrd="0" destOrd="0" presId="urn:microsoft.com/office/officeart/2005/8/layout/orgChart1"/>
    <dgm:cxn modelId="{03C8A7D0-BA0B-41F0-81E3-A04C69858AE9}" srcId="{8B4AE2D6-E42E-45B4-A6D8-28269B79F05D}" destId="{33359D92-6EF8-4BA6-9E03-ADFA94438B00}" srcOrd="2" destOrd="0" parTransId="{3188D3B7-D12F-438B-802E-444AD28F7A15}" sibTransId="{8E80D5D0-809A-401A-972A-2D7707518434}"/>
    <dgm:cxn modelId="{57BC22D4-F59F-4A2D-AF02-CD3AC9E12737}" srcId="{33359D92-6EF8-4BA6-9E03-ADFA94438B00}" destId="{90569968-E76B-49CA-BAC8-EEC75973E0F0}" srcOrd="4" destOrd="0" parTransId="{4C496EB2-84BE-40A1-B342-02A3EA0570CC}" sibTransId="{9C3E4837-75D1-48E7-85E0-CFC22EB9EF6A}"/>
    <dgm:cxn modelId="{1DFE51D6-1029-469B-A312-57A6590C5A6D}" type="presOf" srcId="{CF7FC585-7856-436E-A678-788A2C73CA18}" destId="{8F2884B6-09F4-4C91-9EC1-8F8754ED2A7B}" srcOrd="0" destOrd="0" presId="urn:microsoft.com/office/officeart/2005/8/layout/orgChart1"/>
    <dgm:cxn modelId="{083BEEDA-4174-4308-9CD2-E01C2176F972}" type="presOf" srcId="{FD999B9F-E7C1-4882-A34A-8C4FCBDE7B94}" destId="{4D2EF61E-CC3F-43F4-8889-1D0763F62B42}" srcOrd="1" destOrd="0" presId="urn:microsoft.com/office/officeart/2005/8/layout/orgChart1"/>
    <dgm:cxn modelId="{B9145BDE-7D9F-4B8B-AB2E-407D8151DDE6}" type="presOf" srcId="{9CDC4B50-2E8C-453C-B09F-94A1AF699730}" destId="{506B15CD-854D-494F-BFD3-4DEF9FF0F899}" srcOrd="0" destOrd="0" presId="urn:microsoft.com/office/officeart/2005/8/layout/orgChart1"/>
    <dgm:cxn modelId="{FF8A00ED-B15A-4C1E-BBB8-8399C06AC628}" type="presOf" srcId="{C1FB30B8-A7BE-4C75-8166-2B8F5F65E66C}" destId="{178ED13E-DC1A-454E-A853-AF6651B4BF0F}" srcOrd="0" destOrd="0" presId="urn:microsoft.com/office/officeart/2005/8/layout/orgChart1"/>
    <dgm:cxn modelId="{F0A44EF4-82CD-4A3F-B6D5-E902668D73B8}" type="presOf" srcId="{3188D3B7-D12F-438B-802E-444AD28F7A15}" destId="{B91118DB-C98C-46E3-8F31-7B4AECAED02B}" srcOrd="0" destOrd="0" presId="urn:microsoft.com/office/officeart/2005/8/layout/orgChart1"/>
    <dgm:cxn modelId="{31A5CAF5-BE5E-4FF4-B314-0D0A85B1B391}" srcId="{0855127E-5E60-4745-A9AC-DA8731E7AD1B}" destId="{FD9C5A42-5C94-4EC5-B504-44EEB7ED03EE}" srcOrd="2" destOrd="0" parTransId="{7FB15FAC-0EA8-4381-827E-F5A087552B05}" sibTransId="{2B9A723B-D2F6-4CC3-BA3C-C77F8BA7F656}"/>
    <dgm:cxn modelId="{CE847EF7-35CD-4AAB-B020-8204FBD46AD5}" type="presOf" srcId="{E14BFE54-7135-4FF3-8694-E2644BF31E55}" destId="{4E40564F-9231-4E9C-ADCB-CEE148783C9C}" srcOrd="0" destOrd="0" presId="urn:microsoft.com/office/officeart/2005/8/layout/orgChart1"/>
    <dgm:cxn modelId="{BF624FFA-3B5D-499F-B211-DA2FAA49ECEF}" type="presOf" srcId="{F2D9D6DF-D7B9-4335-89AA-35F94ABEFCEA}" destId="{7A245237-F7E6-4944-8B24-B154483008ED}" srcOrd="0" destOrd="0" presId="urn:microsoft.com/office/officeart/2005/8/layout/orgChart1"/>
    <dgm:cxn modelId="{70A805FC-5B44-4D6D-A669-E676F547F741}" type="presOf" srcId="{4C496EB2-84BE-40A1-B342-02A3EA0570CC}" destId="{D5CDEB6C-3130-4277-BA7B-B5E89125D17B}" srcOrd="0" destOrd="0" presId="urn:microsoft.com/office/officeart/2005/8/layout/orgChart1"/>
    <dgm:cxn modelId="{D990E3D0-7402-4CFD-BA6A-9B20240BD2F9}" type="presParOf" srcId="{6B950391-0644-4365-8117-930A834AA079}" destId="{E199AD91-A4BF-4755-8E18-693122C3ADEF}" srcOrd="0" destOrd="0" presId="urn:microsoft.com/office/officeart/2005/8/layout/orgChart1"/>
    <dgm:cxn modelId="{8F94BD2F-0734-4801-8BCB-AF5AB25B580E}" type="presParOf" srcId="{E199AD91-A4BF-4755-8E18-693122C3ADEF}" destId="{C459BD1F-0AF0-4063-80C2-50F821C85C19}" srcOrd="0" destOrd="0" presId="urn:microsoft.com/office/officeart/2005/8/layout/orgChart1"/>
    <dgm:cxn modelId="{8BCE0EFA-BF4C-4D8F-A427-740C17CE4D8C}" type="presParOf" srcId="{C459BD1F-0AF0-4063-80C2-50F821C85C19}" destId="{01DEF9FF-762E-410F-978B-D767058C1432}" srcOrd="0" destOrd="0" presId="urn:microsoft.com/office/officeart/2005/8/layout/orgChart1"/>
    <dgm:cxn modelId="{79155E3E-382E-4471-9437-FD9FE201A1D2}" type="presParOf" srcId="{C459BD1F-0AF0-4063-80C2-50F821C85C19}" destId="{E2D7715D-E962-48F3-B6C6-4F0CC709F9F0}" srcOrd="1" destOrd="0" presId="urn:microsoft.com/office/officeart/2005/8/layout/orgChart1"/>
    <dgm:cxn modelId="{4ABDA739-4E79-46EF-BE5D-B1A61D109533}" type="presParOf" srcId="{E199AD91-A4BF-4755-8E18-693122C3ADEF}" destId="{48CE122A-3ECC-43D9-ADC4-681E1E46780D}" srcOrd="1" destOrd="0" presId="urn:microsoft.com/office/officeart/2005/8/layout/orgChart1"/>
    <dgm:cxn modelId="{73570711-7B4A-4A39-B24C-2E4E1E12EE74}" type="presParOf" srcId="{48CE122A-3ECC-43D9-ADC4-681E1E46780D}" destId="{EDC63F59-A114-43CF-91C4-DF58BD48075A}" srcOrd="0" destOrd="0" presId="urn:microsoft.com/office/officeart/2005/8/layout/orgChart1"/>
    <dgm:cxn modelId="{2717C967-4309-4657-95AE-27DC90969EBE}" type="presParOf" srcId="{48CE122A-3ECC-43D9-ADC4-681E1E46780D}" destId="{7F567E5B-884E-4709-B437-040682B97F9C}" srcOrd="1" destOrd="0" presId="urn:microsoft.com/office/officeart/2005/8/layout/orgChart1"/>
    <dgm:cxn modelId="{4D34833F-B3AC-4E80-B9AC-9BBC654E5931}" type="presParOf" srcId="{7F567E5B-884E-4709-B437-040682B97F9C}" destId="{EC31A06D-C6AC-4C29-ADB6-0CC5CD9CB4A4}" srcOrd="0" destOrd="0" presId="urn:microsoft.com/office/officeart/2005/8/layout/orgChart1"/>
    <dgm:cxn modelId="{3998535C-C0D8-4AFD-84F6-82ACD1DF8646}" type="presParOf" srcId="{EC31A06D-C6AC-4C29-ADB6-0CC5CD9CB4A4}" destId="{9A2E9A83-DC1C-4856-A5F4-F4BD6542BBDC}" srcOrd="0" destOrd="0" presId="urn:microsoft.com/office/officeart/2005/8/layout/orgChart1"/>
    <dgm:cxn modelId="{CB239E45-BF20-440B-A046-99B4C0DED2D3}" type="presParOf" srcId="{EC31A06D-C6AC-4C29-ADB6-0CC5CD9CB4A4}" destId="{CA0B2B66-FF05-40D0-B82B-5FA3A9F40601}" srcOrd="1" destOrd="0" presId="urn:microsoft.com/office/officeart/2005/8/layout/orgChart1"/>
    <dgm:cxn modelId="{EE8CAA3E-24C6-41AD-893B-25C40A631934}" type="presParOf" srcId="{7F567E5B-884E-4709-B437-040682B97F9C}" destId="{31A55262-3C4E-4FFC-9B62-0FF3FFAC91AB}" srcOrd="1" destOrd="0" presId="urn:microsoft.com/office/officeart/2005/8/layout/orgChart1"/>
    <dgm:cxn modelId="{1DCFB9EC-4935-4937-82F5-8E2CBC4137A9}" type="presParOf" srcId="{7F567E5B-884E-4709-B437-040682B97F9C}" destId="{6F801CCC-0D0D-4AE6-B2E6-4BED0A5975EF}" srcOrd="2" destOrd="0" presId="urn:microsoft.com/office/officeart/2005/8/layout/orgChart1"/>
    <dgm:cxn modelId="{1EF61A45-CB84-4FD0-9DD7-23D934DA7B21}" type="presParOf" srcId="{48CE122A-3ECC-43D9-ADC4-681E1E46780D}" destId="{2D65F671-8A60-4B10-A553-299C82653B73}" srcOrd="2" destOrd="0" presId="urn:microsoft.com/office/officeart/2005/8/layout/orgChart1"/>
    <dgm:cxn modelId="{908C1BC7-A7B1-42BE-89B7-343E329B88EB}" type="presParOf" srcId="{48CE122A-3ECC-43D9-ADC4-681E1E46780D}" destId="{D0353DF7-CC20-4538-A4B4-2601F0E925A7}" srcOrd="3" destOrd="0" presId="urn:microsoft.com/office/officeart/2005/8/layout/orgChart1"/>
    <dgm:cxn modelId="{A0760C75-70F0-4475-B5DC-93D07BC40F76}" type="presParOf" srcId="{D0353DF7-CC20-4538-A4B4-2601F0E925A7}" destId="{138AF385-1582-4F37-A4EE-164CAD87F1C8}" srcOrd="0" destOrd="0" presId="urn:microsoft.com/office/officeart/2005/8/layout/orgChart1"/>
    <dgm:cxn modelId="{BC965035-2936-4285-A726-A7C1B19738A5}" type="presParOf" srcId="{138AF385-1582-4F37-A4EE-164CAD87F1C8}" destId="{6BFF7836-3A5D-4466-8691-9D1F290F411F}" srcOrd="0" destOrd="0" presId="urn:microsoft.com/office/officeart/2005/8/layout/orgChart1"/>
    <dgm:cxn modelId="{DD2579EE-2803-4B1B-9376-76D121DE3D24}" type="presParOf" srcId="{138AF385-1582-4F37-A4EE-164CAD87F1C8}" destId="{AB20CF91-204A-4714-A210-631F2C81A02D}" srcOrd="1" destOrd="0" presId="urn:microsoft.com/office/officeart/2005/8/layout/orgChart1"/>
    <dgm:cxn modelId="{7084661A-AC48-4B31-839F-C9026F6AFDAF}" type="presParOf" srcId="{D0353DF7-CC20-4538-A4B4-2601F0E925A7}" destId="{0EC80965-99AD-4F4B-98C1-2131947C0E98}" srcOrd="1" destOrd="0" presId="urn:microsoft.com/office/officeart/2005/8/layout/orgChart1"/>
    <dgm:cxn modelId="{5EC4072B-FD18-40AE-85A8-913839C5BFC0}" type="presParOf" srcId="{0EC80965-99AD-4F4B-98C1-2131947C0E98}" destId="{B70FD6F3-18D8-454C-9C6C-FC76280460DD}" srcOrd="0" destOrd="0" presId="urn:microsoft.com/office/officeart/2005/8/layout/orgChart1"/>
    <dgm:cxn modelId="{FF660744-3CB1-4D45-AAB8-8A54795022D2}" type="presParOf" srcId="{0EC80965-99AD-4F4B-98C1-2131947C0E98}" destId="{475ADE0C-EE76-43DA-9DB2-2C2801A25822}" srcOrd="1" destOrd="0" presId="urn:microsoft.com/office/officeart/2005/8/layout/orgChart1"/>
    <dgm:cxn modelId="{79BF721D-7E72-42FF-AD51-0B296BBA9160}" type="presParOf" srcId="{475ADE0C-EE76-43DA-9DB2-2C2801A25822}" destId="{EB22CFDF-0A6C-42C9-A282-181F29FBF6AD}" srcOrd="0" destOrd="0" presId="urn:microsoft.com/office/officeart/2005/8/layout/orgChart1"/>
    <dgm:cxn modelId="{543BA462-E664-4FBF-A0BD-494C163E471A}" type="presParOf" srcId="{EB22CFDF-0A6C-42C9-A282-181F29FBF6AD}" destId="{D572552E-0D9E-4CCE-B55C-FEB746B71F04}" srcOrd="0" destOrd="0" presId="urn:microsoft.com/office/officeart/2005/8/layout/orgChart1"/>
    <dgm:cxn modelId="{7E3E44BF-8570-45E9-80A1-A87A672E3D7E}" type="presParOf" srcId="{EB22CFDF-0A6C-42C9-A282-181F29FBF6AD}" destId="{7F3AB575-B967-43B1-A0D1-E14C960D1D0F}" srcOrd="1" destOrd="0" presId="urn:microsoft.com/office/officeart/2005/8/layout/orgChart1"/>
    <dgm:cxn modelId="{005DE932-8F06-4D73-B6A5-7684914377E3}" type="presParOf" srcId="{475ADE0C-EE76-43DA-9DB2-2C2801A25822}" destId="{72175AF6-AACE-4797-B41D-B4C128DEEDB0}" srcOrd="1" destOrd="0" presId="urn:microsoft.com/office/officeart/2005/8/layout/orgChart1"/>
    <dgm:cxn modelId="{E318B387-93E0-449D-BCB9-0D01AE2BB0C4}" type="presParOf" srcId="{475ADE0C-EE76-43DA-9DB2-2C2801A25822}" destId="{B8C9C480-7988-4A39-8823-F69DF7A51CD3}" srcOrd="2" destOrd="0" presId="urn:microsoft.com/office/officeart/2005/8/layout/orgChart1"/>
    <dgm:cxn modelId="{B56D9FF5-D031-46B5-9779-C4E780B7CAD2}" type="presParOf" srcId="{0EC80965-99AD-4F4B-98C1-2131947C0E98}" destId="{3B5559BC-311B-4682-B06F-B4E7C4CA4428}" srcOrd="2" destOrd="0" presId="urn:microsoft.com/office/officeart/2005/8/layout/orgChart1"/>
    <dgm:cxn modelId="{64377483-F4C1-4D9A-94F6-5399A571F62D}" type="presParOf" srcId="{0EC80965-99AD-4F4B-98C1-2131947C0E98}" destId="{374CF018-DE76-4C4A-AB6C-5163F09AFFAB}" srcOrd="3" destOrd="0" presId="urn:microsoft.com/office/officeart/2005/8/layout/orgChart1"/>
    <dgm:cxn modelId="{84A67A01-7792-489A-8C53-31A1D8FADE1F}" type="presParOf" srcId="{374CF018-DE76-4C4A-AB6C-5163F09AFFAB}" destId="{BB60B713-7BB8-4E90-8E42-CD8C4E9BEDA7}" srcOrd="0" destOrd="0" presId="urn:microsoft.com/office/officeart/2005/8/layout/orgChart1"/>
    <dgm:cxn modelId="{B4877C4F-DDF9-4DD4-9D4F-31236B84013D}" type="presParOf" srcId="{BB60B713-7BB8-4E90-8E42-CD8C4E9BEDA7}" destId="{4E40564F-9231-4E9C-ADCB-CEE148783C9C}" srcOrd="0" destOrd="0" presId="urn:microsoft.com/office/officeart/2005/8/layout/orgChart1"/>
    <dgm:cxn modelId="{8FD7C3CB-CF43-4063-B7F1-F02DBD9965ED}" type="presParOf" srcId="{BB60B713-7BB8-4E90-8E42-CD8C4E9BEDA7}" destId="{29CEE2B2-F517-4D17-935A-4736B91611E8}" srcOrd="1" destOrd="0" presId="urn:microsoft.com/office/officeart/2005/8/layout/orgChart1"/>
    <dgm:cxn modelId="{A8A65AC9-A64D-4A81-B93A-B5DFADFB2C2B}" type="presParOf" srcId="{374CF018-DE76-4C4A-AB6C-5163F09AFFAB}" destId="{C7774F49-A45D-4ACA-AA33-83B407941C6E}" srcOrd="1" destOrd="0" presId="urn:microsoft.com/office/officeart/2005/8/layout/orgChart1"/>
    <dgm:cxn modelId="{952BA67E-FE0F-4B12-9239-0FEC5AAA689F}" type="presParOf" srcId="{374CF018-DE76-4C4A-AB6C-5163F09AFFAB}" destId="{C151279B-CD63-4E14-A052-527ABC7F0CA4}" srcOrd="2" destOrd="0" presId="urn:microsoft.com/office/officeart/2005/8/layout/orgChart1"/>
    <dgm:cxn modelId="{FC097D21-B020-4C15-9256-488B76C9E9D3}" type="presParOf" srcId="{0EC80965-99AD-4F4B-98C1-2131947C0E98}" destId="{A8AA34E5-225A-4B72-B593-B4753FC7FE88}" srcOrd="4" destOrd="0" presId="urn:microsoft.com/office/officeart/2005/8/layout/orgChart1"/>
    <dgm:cxn modelId="{BB6CBEB4-F6CA-4827-921B-AD6B8D53AAD0}" type="presParOf" srcId="{0EC80965-99AD-4F4B-98C1-2131947C0E98}" destId="{61769459-3FB6-4878-A752-DE9416290B7F}" srcOrd="5" destOrd="0" presId="urn:microsoft.com/office/officeart/2005/8/layout/orgChart1"/>
    <dgm:cxn modelId="{1391F6D5-7FC7-43C2-94DA-2332B463378A}" type="presParOf" srcId="{61769459-3FB6-4878-A752-DE9416290B7F}" destId="{9157AD5F-520F-4B40-B443-73923F97A26E}" srcOrd="0" destOrd="0" presId="urn:microsoft.com/office/officeart/2005/8/layout/orgChart1"/>
    <dgm:cxn modelId="{988909E2-709E-4504-9D83-6D6D8F040978}" type="presParOf" srcId="{9157AD5F-520F-4B40-B443-73923F97A26E}" destId="{BCA4DE12-B39A-4B66-A172-5FCE1C527CD1}" srcOrd="0" destOrd="0" presId="urn:microsoft.com/office/officeart/2005/8/layout/orgChart1"/>
    <dgm:cxn modelId="{003B3379-1A6A-4CFA-A9BA-BCEB7EE73D52}" type="presParOf" srcId="{9157AD5F-520F-4B40-B443-73923F97A26E}" destId="{B0D3C9A1-46F5-4AF4-A873-0CC9726B2886}" srcOrd="1" destOrd="0" presId="urn:microsoft.com/office/officeart/2005/8/layout/orgChart1"/>
    <dgm:cxn modelId="{13282DAD-93BB-4C65-B50A-C021DC3BF4F2}" type="presParOf" srcId="{61769459-3FB6-4878-A752-DE9416290B7F}" destId="{1E66B020-C5FF-41B6-A4E8-7E667AF91B68}" srcOrd="1" destOrd="0" presId="urn:microsoft.com/office/officeart/2005/8/layout/orgChart1"/>
    <dgm:cxn modelId="{85C68415-5638-4892-81C0-3D496AC0E44F}" type="presParOf" srcId="{61769459-3FB6-4878-A752-DE9416290B7F}" destId="{55881BA7-92D1-484B-8A25-4E462FC31A19}" srcOrd="2" destOrd="0" presId="urn:microsoft.com/office/officeart/2005/8/layout/orgChart1"/>
    <dgm:cxn modelId="{F91E4D0F-E1C7-4EC1-8569-5D73466ADFA5}" type="presParOf" srcId="{0EC80965-99AD-4F4B-98C1-2131947C0E98}" destId="{0FA1C9F2-8ABB-4EC9-AF04-A87B079C7556}" srcOrd="6" destOrd="0" presId="urn:microsoft.com/office/officeart/2005/8/layout/orgChart1"/>
    <dgm:cxn modelId="{3F0DFADD-46D2-43A3-A266-53A275004280}" type="presParOf" srcId="{0EC80965-99AD-4F4B-98C1-2131947C0E98}" destId="{DDED9464-7803-47FD-83B0-C0550C353AB9}" srcOrd="7" destOrd="0" presId="urn:microsoft.com/office/officeart/2005/8/layout/orgChart1"/>
    <dgm:cxn modelId="{F46E1A51-F18D-44E2-83A8-1CDFFE943D25}" type="presParOf" srcId="{DDED9464-7803-47FD-83B0-C0550C353AB9}" destId="{795D7F35-B9E0-4A21-A5DF-D6DE08E50E9F}" srcOrd="0" destOrd="0" presId="urn:microsoft.com/office/officeart/2005/8/layout/orgChart1"/>
    <dgm:cxn modelId="{631184A9-18EA-4AD7-8929-2599EEE588D3}" type="presParOf" srcId="{795D7F35-B9E0-4A21-A5DF-D6DE08E50E9F}" destId="{69E7555A-9EEB-4E61-BA45-123E10737BC2}" srcOrd="0" destOrd="0" presId="urn:microsoft.com/office/officeart/2005/8/layout/orgChart1"/>
    <dgm:cxn modelId="{906A3DFF-B881-43AE-8E9A-1E5454BE5716}" type="presParOf" srcId="{795D7F35-B9E0-4A21-A5DF-D6DE08E50E9F}" destId="{A2D475E7-BFA5-4ED7-AFB1-1A4462FA37ED}" srcOrd="1" destOrd="0" presId="urn:microsoft.com/office/officeart/2005/8/layout/orgChart1"/>
    <dgm:cxn modelId="{1C664D17-8ED2-431D-ABAA-2E16D0FE0444}" type="presParOf" srcId="{DDED9464-7803-47FD-83B0-C0550C353AB9}" destId="{E16C1D14-0184-41DB-9031-495CFE0B4D08}" srcOrd="1" destOrd="0" presId="urn:microsoft.com/office/officeart/2005/8/layout/orgChart1"/>
    <dgm:cxn modelId="{A57C18C2-6BB3-46D4-BF54-EACA0C2301F1}" type="presParOf" srcId="{DDED9464-7803-47FD-83B0-C0550C353AB9}" destId="{F51088AC-652E-427F-B09A-15F49900A2A7}" srcOrd="2" destOrd="0" presId="urn:microsoft.com/office/officeart/2005/8/layout/orgChart1"/>
    <dgm:cxn modelId="{6F427C43-35CF-48E6-A68F-090A6D08F853}" type="presParOf" srcId="{0EC80965-99AD-4F4B-98C1-2131947C0E98}" destId="{BC0FC690-3EA4-46E5-884F-BCF0745F2508}" srcOrd="8" destOrd="0" presId="urn:microsoft.com/office/officeart/2005/8/layout/orgChart1"/>
    <dgm:cxn modelId="{BCE4BA31-2E2C-446C-B827-7971114F72C6}" type="presParOf" srcId="{0EC80965-99AD-4F4B-98C1-2131947C0E98}" destId="{2ECE14AE-DD1D-45D2-8065-43B3C6ACB395}" srcOrd="9" destOrd="0" presId="urn:microsoft.com/office/officeart/2005/8/layout/orgChart1"/>
    <dgm:cxn modelId="{055AF210-044A-4E38-AEB6-EBCFB616FE9D}" type="presParOf" srcId="{2ECE14AE-DD1D-45D2-8065-43B3C6ACB395}" destId="{E5A02FC2-AED8-4BF1-BAF9-F8C2F1EDE808}" srcOrd="0" destOrd="0" presId="urn:microsoft.com/office/officeart/2005/8/layout/orgChart1"/>
    <dgm:cxn modelId="{DD80EFDF-479B-4140-910D-9880773A1592}" type="presParOf" srcId="{E5A02FC2-AED8-4BF1-BAF9-F8C2F1EDE808}" destId="{8F2884B6-09F4-4C91-9EC1-8F8754ED2A7B}" srcOrd="0" destOrd="0" presId="urn:microsoft.com/office/officeart/2005/8/layout/orgChart1"/>
    <dgm:cxn modelId="{C2386E20-A295-4129-B1B3-BE6A5E6101F3}" type="presParOf" srcId="{E5A02FC2-AED8-4BF1-BAF9-F8C2F1EDE808}" destId="{98D649E8-7681-41E9-B7B0-7605C4CD8C98}" srcOrd="1" destOrd="0" presId="urn:microsoft.com/office/officeart/2005/8/layout/orgChart1"/>
    <dgm:cxn modelId="{291884B6-F9D0-484A-844C-C341F3677DF0}" type="presParOf" srcId="{2ECE14AE-DD1D-45D2-8065-43B3C6ACB395}" destId="{99D8DC3D-8A9D-48A2-A394-DD5DD6644B21}" srcOrd="1" destOrd="0" presId="urn:microsoft.com/office/officeart/2005/8/layout/orgChart1"/>
    <dgm:cxn modelId="{CE8381D8-E192-4E9D-8F84-005DFCCC443F}" type="presParOf" srcId="{2ECE14AE-DD1D-45D2-8065-43B3C6ACB395}" destId="{62D1773A-ACC7-4822-95AA-C990F4A2C935}" srcOrd="2" destOrd="0" presId="urn:microsoft.com/office/officeart/2005/8/layout/orgChart1"/>
    <dgm:cxn modelId="{9E9BB65B-EEFD-4694-BA8D-3471197930C6}" type="presParOf" srcId="{0EC80965-99AD-4F4B-98C1-2131947C0E98}" destId="{9075D590-2D19-46E8-9E44-660C747CDD84}" srcOrd="10" destOrd="0" presId="urn:microsoft.com/office/officeart/2005/8/layout/orgChart1"/>
    <dgm:cxn modelId="{18DDA3E8-C46F-4C08-836D-FEF8378E69BF}" type="presParOf" srcId="{0EC80965-99AD-4F4B-98C1-2131947C0E98}" destId="{42D54F9B-0353-4732-ACAE-C4BFF4187584}" srcOrd="11" destOrd="0" presId="urn:microsoft.com/office/officeart/2005/8/layout/orgChart1"/>
    <dgm:cxn modelId="{E56A71F8-12A1-495B-9603-35B2476A70A6}" type="presParOf" srcId="{42D54F9B-0353-4732-ACAE-C4BFF4187584}" destId="{40C0FECF-6DBC-45F8-AA2A-12421573E995}" srcOrd="0" destOrd="0" presId="urn:microsoft.com/office/officeart/2005/8/layout/orgChart1"/>
    <dgm:cxn modelId="{4F7837BE-02AA-4844-91E4-A48952DFB4FF}" type="presParOf" srcId="{40C0FECF-6DBC-45F8-AA2A-12421573E995}" destId="{B70CB09B-DA62-4E01-AE4F-3DCDB129E66B}" srcOrd="0" destOrd="0" presId="urn:microsoft.com/office/officeart/2005/8/layout/orgChart1"/>
    <dgm:cxn modelId="{63EF043D-4715-4CAF-A9E0-C5D4A1CB5E39}" type="presParOf" srcId="{40C0FECF-6DBC-45F8-AA2A-12421573E995}" destId="{4D2EF61E-CC3F-43F4-8889-1D0763F62B42}" srcOrd="1" destOrd="0" presId="urn:microsoft.com/office/officeart/2005/8/layout/orgChart1"/>
    <dgm:cxn modelId="{1AB19671-868A-405D-9B3C-FA2457E149EE}" type="presParOf" srcId="{42D54F9B-0353-4732-ACAE-C4BFF4187584}" destId="{2E95E348-11E7-4D4F-AE10-630E3AD25802}" srcOrd="1" destOrd="0" presId="urn:microsoft.com/office/officeart/2005/8/layout/orgChart1"/>
    <dgm:cxn modelId="{D29FB02D-6D6E-40D6-8ABD-90F332D15797}" type="presParOf" srcId="{42D54F9B-0353-4732-ACAE-C4BFF4187584}" destId="{38C91C02-0F43-4E98-BF44-FD89F3D18165}" srcOrd="2" destOrd="0" presId="urn:microsoft.com/office/officeart/2005/8/layout/orgChart1"/>
    <dgm:cxn modelId="{AB5EEB22-7CF3-4223-A3E5-1F8082D0C215}" type="presParOf" srcId="{D0353DF7-CC20-4538-A4B4-2601F0E925A7}" destId="{4EB6E5D0-2889-4176-8B84-AF81F53AC69E}" srcOrd="2" destOrd="0" presId="urn:microsoft.com/office/officeart/2005/8/layout/orgChart1"/>
    <dgm:cxn modelId="{1DF50682-5F60-4D06-8283-5EBFF79BD2B9}" type="presParOf" srcId="{48CE122A-3ECC-43D9-ADC4-681E1E46780D}" destId="{B91118DB-C98C-46E3-8F31-7B4AECAED02B}" srcOrd="4" destOrd="0" presId="urn:microsoft.com/office/officeart/2005/8/layout/orgChart1"/>
    <dgm:cxn modelId="{4C6C6620-793A-4FA0-A4A4-D6D4E8CC9262}" type="presParOf" srcId="{48CE122A-3ECC-43D9-ADC4-681E1E46780D}" destId="{A37CCF7F-3365-4C35-BA4D-750377F2C09D}" srcOrd="5" destOrd="0" presId="urn:microsoft.com/office/officeart/2005/8/layout/orgChart1"/>
    <dgm:cxn modelId="{192BBA23-3113-4896-B570-B8275D236C49}" type="presParOf" srcId="{A37CCF7F-3365-4C35-BA4D-750377F2C09D}" destId="{CD61D5EF-CBD5-460D-ACBB-560D62B3494E}" srcOrd="0" destOrd="0" presId="urn:microsoft.com/office/officeart/2005/8/layout/orgChart1"/>
    <dgm:cxn modelId="{53063504-3FB6-4FF0-A9A4-D5A8C11029DB}" type="presParOf" srcId="{CD61D5EF-CBD5-460D-ACBB-560D62B3494E}" destId="{1ECD135F-C308-4097-A30B-0CEC99CD8FBD}" srcOrd="0" destOrd="0" presId="urn:microsoft.com/office/officeart/2005/8/layout/orgChart1"/>
    <dgm:cxn modelId="{FBF06533-A9E9-4BD3-81A6-44B6397D660E}" type="presParOf" srcId="{CD61D5EF-CBD5-460D-ACBB-560D62B3494E}" destId="{E5EA2F75-F0B1-4B80-9AD1-BE6F590659EC}" srcOrd="1" destOrd="0" presId="urn:microsoft.com/office/officeart/2005/8/layout/orgChart1"/>
    <dgm:cxn modelId="{39BE2318-0A88-4574-BBB9-63150B272EDA}" type="presParOf" srcId="{A37CCF7F-3365-4C35-BA4D-750377F2C09D}" destId="{5CEB7FED-3858-40F3-8217-F8E24DC4743A}" srcOrd="1" destOrd="0" presId="urn:microsoft.com/office/officeart/2005/8/layout/orgChart1"/>
    <dgm:cxn modelId="{4CB11910-790D-49E9-8898-9159DDC451CB}" type="presParOf" srcId="{5CEB7FED-3858-40F3-8217-F8E24DC4743A}" destId="{C42BA675-AE6E-4F43-8877-ECEEF5EF39FE}" srcOrd="0" destOrd="0" presId="urn:microsoft.com/office/officeart/2005/8/layout/orgChart1"/>
    <dgm:cxn modelId="{334526CC-7979-4823-AC10-ABB0ECB79CCB}" type="presParOf" srcId="{5CEB7FED-3858-40F3-8217-F8E24DC4743A}" destId="{6CA6907E-B3F1-40F3-ADF7-4A6A48095487}" srcOrd="1" destOrd="0" presId="urn:microsoft.com/office/officeart/2005/8/layout/orgChart1"/>
    <dgm:cxn modelId="{08635422-83C0-4D8E-9902-4A82043C8E78}" type="presParOf" srcId="{6CA6907E-B3F1-40F3-ADF7-4A6A48095487}" destId="{F5DABA0D-34C1-4994-ABE5-6B3E642BFC68}" srcOrd="0" destOrd="0" presId="urn:microsoft.com/office/officeart/2005/8/layout/orgChart1"/>
    <dgm:cxn modelId="{B77B6EB9-7CAA-490A-AD15-945476D189EC}" type="presParOf" srcId="{F5DABA0D-34C1-4994-ABE5-6B3E642BFC68}" destId="{E93BC0C2-BBC6-4F72-AFAC-E1833EDB0C45}" srcOrd="0" destOrd="0" presId="urn:microsoft.com/office/officeart/2005/8/layout/orgChart1"/>
    <dgm:cxn modelId="{0020D7C9-6382-4D59-8A6A-43E961274DA6}" type="presParOf" srcId="{F5DABA0D-34C1-4994-ABE5-6B3E642BFC68}" destId="{1DCE2D56-CA5F-44C8-A925-066EFF693CDA}" srcOrd="1" destOrd="0" presId="urn:microsoft.com/office/officeart/2005/8/layout/orgChart1"/>
    <dgm:cxn modelId="{33150846-5C56-4C57-9AA0-E9CF112573C0}" type="presParOf" srcId="{6CA6907E-B3F1-40F3-ADF7-4A6A48095487}" destId="{12A5718B-B4DC-4E3B-8A68-8BB7EC754010}" srcOrd="1" destOrd="0" presId="urn:microsoft.com/office/officeart/2005/8/layout/orgChart1"/>
    <dgm:cxn modelId="{D8A667E3-0659-4257-9B60-F36BD469DC17}" type="presParOf" srcId="{6CA6907E-B3F1-40F3-ADF7-4A6A48095487}" destId="{D63FB72F-0A3A-4C28-B7E4-2B2B9D59561F}" srcOrd="2" destOrd="0" presId="urn:microsoft.com/office/officeart/2005/8/layout/orgChart1"/>
    <dgm:cxn modelId="{C05C51DC-107F-466A-811B-3F4EEAE75D8D}" type="presParOf" srcId="{5CEB7FED-3858-40F3-8217-F8E24DC4743A}" destId="{EA918C50-1579-4B22-B545-4615C4361CA7}" srcOrd="2" destOrd="0" presId="urn:microsoft.com/office/officeart/2005/8/layout/orgChart1"/>
    <dgm:cxn modelId="{24499AF7-A96A-451F-ADE9-B6B52102FEC2}" type="presParOf" srcId="{5CEB7FED-3858-40F3-8217-F8E24DC4743A}" destId="{6A14AA90-D825-4D20-A755-8D2AE64408BF}" srcOrd="3" destOrd="0" presId="urn:microsoft.com/office/officeart/2005/8/layout/orgChart1"/>
    <dgm:cxn modelId="{21559129-B622-4E96-9D92-44CF06BD5212}" type="presParOf" srcId="{6A14AA90-D825-4D20-A755-8D2AE64408BF}" destId="{7F00072A-AA2D-4560-8C58-827EE2157CFA}" srcOrd="0" destOrd="0" presId="urn:microsoft.com/office/officeart/2005/8/layout/orgChart1"/>
    <dgm:cxn modelId="{F91DB603-4DA7-4BA6-9E54-91B2FA2A61D3}" type="presParOf" srcId="{7F00072A-AA2D-4560-8C58-827EE2157CFA}" destId="{AACBF60E-0FE7-4EA8-B670-3B224EB90137}" srcOrd="0" destOrd="0" presId="urn:microsoft.com/office/officeart/2005/8/layout/orgChart1"/>
    <dgm:cxn modelId="{1E279579-26F0-4D41-9B7D-37F98A24F276}" type="presParOf" srcId="{7F00072A-AA2D-4560-8C58-827EE2157CFA}" destId="{982B2524-1557-4A26-9D18-97003089AE23}" srcOrd="1" destOrd="0" presId="urn:microsoft.com/office/officeart/2005/8/layout/orgChart1"/>
    <dgm:cxn modelId="{9597B369-4A69-4D7C-96C8-69D7EA5DF490}" type="presParOf" srcId="{6A14AA90-D825-4D20-A755-8D2AE64408BF}" destId="{8CC9D010-6FF5-4696-A3A2-01B084CB3F34}" srcOrd="1" destOrd="0" presId="urn:microsoft.com/office/officeart/2005/8/layout/orgChart1"/>
    <dgm:cxn modelId="{E339A092-DBE3-4DA0-9650-F848835827DF}" type="presParOf" srcId="{6A14AA90-D825-4D20-A755-8D2AE64408BF}" destId="{FEF8EEE0-C71F-4F3D-ABE9-6E6F9EE89E06}" srcOrd="2" destOrd="0" presId="urn:microsoft.com/office/officeart/2005/8/layout/orgChart1"/>
    <dgm:cxn modelId="{37840635-C5D0-494A-9536-46B18154AF85}" type="presParOf" srcId="{5CEB7FED-3858-40F3-8217-F8E24DC4743A}" destId="{6018BCD4-EF87-46CD-8FB6-A22262A4BCF9}" srcOrd="4" destOrd="0" presId="urn:microsoft.com/office/officeart/2005/8/layout/orgChart1"/>
    <dgm:cxn modelId="{22884253-42A9-4D40-8B56-C11001466876}" type="presParOf" srcId="{5CEB7FED-3858-40F3-8217-F8E24DC4743A}" destId="{73015E19-0930-43A3-90BD-89A897F121DA}" srcOrd="5" destOrd="0" presId="urn:microsoft.com/office/officeart/2005/8/layout/orgChart1"/>
    <dgm:cxn modelId="{39537920-D7AB-4E17-985B-9958F337852C}" type="presParOf" srcId="{73015E19-0930-43A3-90BD-89A897F121DA}" destId="{FC42A1A7-D7A6-4100-9077-AAC9F38CC078}" srcOrd="0" destOrd="0" presId="urn:microsoft.com/office/officeart/2005/8/layout/orgChart1"/>
    <dgm:cxn modelId="{EB924C20-B035-4AB9-A837-3C7A51123258}" type="presParOf" srcId="{FC42A1A7-D7A6-4100-9077-AAC9F38CC078}" destId="{CBAFA14D-2EEB-492F-AACE-325D57548F16}" srcOrd="0" destOrd="0" presId="urn:microsoft.com/office/officeart/2005/8/layout/orgChart1"/>
    <dgm:cxn modelId="{E44F61DE-255C-417B-A072-2A549542FD15}" type="presParOf" srcId="{FC42A1A7-D7A6-4100-9077-AAC9F38CC078}" destId="{4F3CEFA5-512F-4A11-A0A9-CC318182BB07}" srcOrd="1" destOrd="0" presId="urn:microsoft.com/office/officeart/2005/8/layout/orgChart1"/>
    <dgm:cxn modelId="{61EFEA65-70E9-435C-8E06-F739006799C6}" type="presParOf" srcId="{73015E19-0930-43A3-90BD-89A897F121DA}" destId="{5831687C-B993-4E13-B407-ACFC5A2F6F2D}" srcOrd="1" destOrd="0" presId="urn:microsoft.com/office/officeart/2005/8/layout/orgChart1"/>
    <dgm:cxn modelId="{418BACEC-C6C7-4930-A1D0-6A09ED124363}" type="presParOf" srcId="{73015E19-0930-43A3-90BD-89A897F121DA}" destId="{DFF0C057-6AC6-4A18-AB60-8CB2E70A2EF4}" srcOrd="2" destOrd="0" presId="urn:microsoft.com/office/officeart/2005/8/layout/orgChart1"/>
    <dgm:cxn modelId="{5A527FDE-DFE0-42E9-95E0-B114247C1D9A}" type="presParOf" srcId="{5CEB7FED-3858-40F3-8217-F8E24DC4743A}" destId="{26C15F6F-9909-4CC0-AD80-35960171A60F}" srcOrd="6" destOrd="0" presId="urn:microsoft.com/office/officeart/2005/8/layout/orgChart1"/>
    <dgm:cxn modelId="{735FE308-1B56-4A01-8490-B5211D64070D}" type="presParOf" srcId="{5CEB7FED-3858-40F3-8217-F8E24DC4743A}" destId="{6CB7765E-3668-45F1-A16E-9DD89FE5CE18}" srcOrd="7" destOrd="0" presId="urn:microsoft.com/office/officeart/2005/8/layout/orgChart1"/>
    <dgm:cxn modelId="{9C2237C0-F780-4BDA-8CCD-974C3C85E98D}" type="presParOf" srcId="{6CB7765E-3668-45F1-A16E-9DD89FE5CE18}" destId="{B3C3E9B5-E199-41C1-ABB5-6E2370E62E89}" srcOrd="0" destOrd="0" presId="urn:microsoft.com/office/officeart/2005/8/layout/orgChart1"/>
    <dgm:cxn modelId="{C6364D98-FFDE-43F4-9DF8-A20130240506}" type="presParOf" srcId="{B3C3E9B5-E199-41C1-ABB5-6E2370E62E89}" destId="{CA4DB846-4B6B-499F-81BB-9B7B9244C4BA}" srcOrd="0" destOrd="0" presId="urn:microsoft.com/office/officeart/2005/8/layout/orgChart1"/>
    <dgm:cxn modelId="{484519E6-030A-4E96-A0F2-68F41F19CB26}" type="presParOf" srcId="{B3C3E9B5-E199-41C1-ABB5-6E2370E62E89}" destId="{32527178-F487-4FB8-BCB4-31415C478F34}" srcOrd="1" destOrd="0" presId="urn:microsoft.com/office/officeart/2005/8/layout/orgChart1"/>
    <dgm:cxn modelId="{10D9455D-230B-4E0F-A3A3-89A8CF49A992}" type="presParOf" srcId="{6CB7765E-3668-45F1-A16E-9DD89FE5CE18}" destId="{A4A403AF-FA45-444C-B6B1-E6F2DF28FD79}" srcOrd="1" destOrd="0" presId="urn:microsoft.com/office/officeart/2005/8/layout/orgChart1"/>
    <dgm:cxn modelId="{A20D88AC-AA44-4C3F-8E7D-0821141BD568}" type="presParOf" srcId="{6CB7765E-3668-45F1-A16E-9DD89FE5CE18}" destId="{71A9CA37-28F4-47E9-BCC9-A931FFAB503D}" srcOrd="2" destOrd="0" presId="urn:microsoft.com/office/officeart/2005/8/layout/orgChart1"/>
    <dgm:cxn modelId="{0CCDE43E-580C-4A50-BD6A-373839021975}" type="presParOf" srcId="{5CEB7FED-3858-40F3-8217-F8E24DC4743A}" destId="{D5CDEB6C-3130-4277-BA7B-B5E89125D17B}" srcOrd="8" destOrd="0" presId="urn:microsoft.com/office/officeart/2005/8/layout/orgChart1"/>
    <dgm:cxn modelId="{27950EAC-D05B-42EC-AA35-18CEEBCBF205}" type="presParOf" srcId="{5CEB7FED-3858-40F3-8217-F8E24DC4743A}" destId="{12188FB2-3020-4D69-9F8A-007009A45647}" srcOrd="9" destOrd="0" presId="urn:microsoft.com/office/officeart/2005/8/layout/orgChart1"/>
    <dgm:cxn modelId="{3AF65488-734C-4EB7-9BA7-6CD799DBE542}" type="presParOf" srcId="{12188FB2-3020-4D69-9F8A-007009A45647}" destId="{B87F572F-F96D-4B0F-981E-B96C86C9726E}" srcOrd="0" destOrd="0" presId="urn:microsoft.com/office/officeart/2005/8/layout/orgChart1"/>
    <dgm:cxn modelId="{F9DC95D0-ABE9-4D95-B3A6-52C8F77EAD6D}" type="presParOf" srcId="{B87F572F-F96D-4B0F-981E-B96C86C9726E}" destId="{707BAC45-DC1F-4E47-ABE6-2C1A41AC5116}" srcOrd="0" destOrd="0" presId="urn:microsoft.com/office/officeart/2005/8/layout/orgChart1"/>
    <dgm:cxn modelId="{60BC4231-A006-433B-AF2E-6386DA03E26D}" type="presParOf" srcId="{B87F572F-F96D-4B0F-981E-B96C86C9726E}" destId="{BD42B9A0-06A3-4ACE-9B85-95CBBED07032}" srcOrd="1" destOrd="0" presId="urn:microsoft.com/office/officeart/2005/8/layout/orgChart1"/>
    <dgm:cxn modelId="{D635306A-33A8-4FC7-A370-8FD13C30F079}" type="presParOf" srcId="{12188FB2-3020-4D69-9F8A-007009A45647}" destId="{8808800F-83B2-4271-900D-5FEAE92F05B5}" srcOrd="1" destOrd="0" presId="urn:microsoft.com/office/officeart/2005/8/layout/orgChart1"/>
    <dgm:cxn modelId="{3A7716F9-7DD8-4490-9A3E-E805088D0A0A}" type="presParOf" srcId="{12188FB2-3020-4D69-9F8A-007009A45647}" destId="{6FE30435-E858-45AF-9294-D2C677BD8712}" srcOrd="2" destOrd="0" presId="urn:microsoft.com/office/officeart/2005/8/layout/orgChart1"/>
    <dgm:cxn modelId="{CF4BDA6F-27BA-4A23-B494-6B0F7950161F}" type="presParOf" srcId="{5CEB7FED-3858-40F3-8217-F8E24DC4743A}" destId="{506B15CD-854D-494F-BFD3-4DEF9FF0F899}" srcOrd="10" destOrd="0" presId="urn:microsoft.com/office/officeart/2005/8/layout/orgChart1"/>
    <dgm:cxn modelId="{9C36242C-F664-4AF3-BD41-3554360703DE}" type="presParOf" srcId="{5CEB7FED-3858-40F3-8217-F8E24DC4743A}" destId="{E358CE9E-C989-4165-8992-8C83214BC211}" srcOrd="11" destOrd="0" presId="urn:microsoft.com/office/officeart/2005/8/layout/orgChart1"/>
    <dgm:cxn modelId="{D338968C-32FA-45CC-88C3-968A0E0619B4}" type="presParOf" srcId="{E358CE9E-C989-4165-8992-8C83214BC211}" destId="{CA5A1325-AB92-4769-9DAA-A3B4789EB808}" srcOrd="0" destOrd="0" presId="urn:microsoft.com/office/officeart/2005/8/layout/orgChart1"/>
    <dgm:cxn modelId="{D930DE18-8834-480F-87B1-129CA55C935C}" type="presParOf" srcId="{CA5A1325-AB92-4769-9DAA-A3B4789EB808}" destId="{1195A04B-AA63-4C45-B830-7DDA97BB2C13}" srcOrd="0" destOrd="0" presId="urn:microsoft.com/office/officeart/2005/8/layout/orgChart1"/>
    <dgm:cxn modelId="{4A250209-3E70-4043-A207-1DB1EFE70C6E}" type="presParOf" srcId="{CA5A1325-AB92-4769-9DAA-A3B4789EB808}" destId="{1394AE82-6312-4D20-9300-9F8D2B1CB28D}" srcOrd="1" destOrd="0" presId="urn:microsoft.com/office/officeart/2005/8/layout/orgChart1"/>
    <dgm:cxn modelId="{F1DC3F32-25B2-4D3E-B39A-91883A8F6907}" type="presParOf" srcId="{E358CE9E-C989-4165-8992-8C83214BC211}" destId="{B9E2CA0E-9351-4027-B6F1-5B09BAA3A227}" srcOrd="1" destOrd="0" presId="urn:microsoft.com/office/officeart/2005/8/layout/orgChart1"/>
    <dgm:cxn modelId="{77828742-15C4-47A2-9709-A6EAFCFEF8AE}" type="presParOf" srcId="{E358CE9E-C989-4165-8992-8C83214BC211}" destId="{ECEF3D75-460E-4FB4-B2E4-404954946D9C}" srcOrd="2" destOrd="0" presId="urn:microsoft.com/office/officeart/2005/8/layout/orgChart1"/>
    <dgm:cxn modelId="{895CF8D5-D0B7-4757-9FA9-A46799141739}" type="presParOf" srcId="{5CEB7FED-3858-40F3-8217-F8E24DC4743A}" destId="{9300C45D-1B9B-45E8-AE34-C14EDDE96536}" srcOrd="12" destOrd="0" presId="urn:microsoft.com/office/officeart/2005/8/layout/orgChart1"/>
    <dgm:cxn modelId="{BD4830DF-5985-43EA-83BB-981429A8C60F}" type="presParOf" srcId="{5CEB7FED-3858-40F3-8217-F8E24DC4743A}" destId="{6250102C-0214-41D6-BCB3-167806B4A618}" srcOrd="13" destOrd="0" presId="urn:microsoft.com/office/officeart/2005/8/layout/orgChart1"/>
    <dgm:cxn modelId="{2DCC4B33-C9E2-44B2-AC54-873D46EBEBEE}" type="presParOf" srcId="{6250102C-0214-41D6-BCB3-167806B4A618}" destId="{13E4C314-94A1-40F5-B5C9-EA73212EABA0}" srcOrd="0" destOrd="0" presId="urn:microsoft.com/office/officeart/2005/8/layout/orgChart1"/>
    <dgm:cxn modelId="{A3DBFA42-90AD-47F3-8143-AF17989B31F2}" type="presParOf" srcId="{13E4C314-94A1-40F5-B5C9-EA73212EABA0}" destId="{4E53E19E-229E-4DB3-9562-45C92FB19DF5}" srcOrd="0" destOrd="0" presId="urn:microsoft.com/office/officeart/2005/8/layout/orgChart1"/>
    <dgm:cxn modelId="{A10EDD02-8277-41E5-868E-15F560BDAC22}" type="presParOf" srcId="{13E4C314-94A1-40F5-B5C9-EA73212EABA0}" destId="{F4237DD2-0A5D-426A-BD3F-C4E381360ABB}" srcOrd="1" destOrd="0" presId="urn:microsoft.com/office/officeart/2005/8/layout/orgChart1"/>
    <dgm:cxn modelId="{73F30F06-2D68-40A2-9DD6-57D3AF5FC20C}" type="presParOf" srcId="{6250102C-0214-41D6-BCB3-167806B4A618}" destId="{5114682C-A55B-4473-99E8-A8538211B713}" srcOrd="1" destOrd="0" presId="urn:microsoft.com/office/officeart/2005/8/layout/orgChart1"/>
    <dgm:cxn modelId="{B79181D6-6F39-4787-8457-344B9A69ABB8}" type="presParOf" srcId="{6250102C-0214-41D6-BCB3-167806B4A618}" destId="{26857E9A-D5DD-4D09-8FAA-5DCE17BF9D91}" srcOrd="2" destOrd="0" presId="urn:microsoft.com/office/officeart/2005/8/layout/orgChart1"/>
    <dgm:cxn modelId="{138946FB-2733-4E55-A63F-BE5D50ABD71C}" type="presParOf" srcId="{A37CCF7F-3365-4C35-BA4D-750377F2C09D}" destId="{FB779B82-FBB1-47A2-959A-E10BAFC579DD}" srcOrd="2" destOrd="0" presId="urn:microsoft.com/office/officeart/2005/8/layout/orgChart1"/>
    <dgm:cxn modelId="{B2EE4415-E354-4CDB-8584-60149A17D690}" type="presParOf" srcId="{48CE122A-3ECC-43D9-ADC4-681E1E46780D}" destId="{9A097225-D869-4898-ACC5-0F67841FFB69}" srcOrd="6" destOrd="0" presId="urn:microsoft.com/office/officeart/2005/8/layout/orgChart1"/>
    <dgm:cxn modelId="{D651A3A9-6F71-4A4B-AA36-1CFC7BC279B4}" type="presParOf" srcId="{48CE122A-3ECC-43D9-ADC4-681E1E46780D}" destId="{9BA14BF6-E049-413F-89F2-9D0A6F421318}" srcOrd="7" destOrd="0" presId="urn:microsoft.com/office/officeart/2005/8/layout/orgChart1"/>
    <dgm:cxn modelId="{FAD43547-B7DF-488C-91D7-40B5A1C1FFE1}" type="presParOf" srcId="{9BA14BF6-E049-413F-89F2-9D0A6F421318}" destId="{B59A706F-204A-402D-91E2-8172DD0B00B2}" srcOrd="0" destOrd="0" presId="urn:microsoft.com/office/officeart/2005/8/layout/orgChart1"/>
    <dgm:cxn modelId="{6EC90A6F-0643-48B9-BEC9-8852881E7461}" type="presParOf" srcId="{B59A706F-204A-402D-91E2-8172DD0B00B2}" destId="{66AF2393-EF3D-4271-9D6F-B6C4639C53A5}" srcOrd="0" destOrd="0" presId="urn:microsoft.com/office/officeart/2005/8/layout/orgChart1"/>
    <dgm:cxn modelId="{698FB848-9AFD-47E1-A457-983C5508F691}" type="presParOf" srcId="{B59A706F-204A-402D-91E2-8172DD0B00B2}" destId="{ECAAB28A-2BDD-4980-A53D-3B4DDB864915}" srcOrd="1" destOrd="0" presId="urn:microsoft.com/office/officeart/2005/8/layout/orgChart1"/>
    <dgm:cxn modelId="{87203567-E2CC-48DD-8EFE-286519F1B349}" type="presParOf" srcId="{9BA14BF6-E049-413F-89F2-9D0A6F421318}" destId="{4C1BB58E-7EED-4308-B2D7-EF62A0D3724D}" srcOrd="1" destOrd="0" presId="urn:microsoft.com/office/officeart/2005/8/layout/orgChart1"/>
    <dgm:cxn modelId="{ABAB2B75-4EC2-4665-AB73-C9C32EF6B675}" type="presParOf" srcId="{4C1BB58E-7EED-4308-B2D7-EF62A0D3724D}" destId="{DAB6E9B6-18DF-4ADA-B65D-86CC081D7920}" srcOrd="0" destOrd="0" presId="urn:microsoft.com/office/officeart/2005/8/layout/orgChart1"/>
    <dgm:cxn modelId="{EE1EA30F-BE6E-4783-9A3E-5EB28620CC0D}" type="presParOf" srcId="{4C1BB58E-7EED-4308-B2D7-EF62A0D3724D}" destId="{C3AA7677-63AC-4FBA-B0B8-DDA6FFB327CF}" srcOrd="1" destOrd="0" presId="urn:microsoft.com/office/officeart/2005/8/layout/orgChart1"/>
    <dgm:cxn modelId="{2621D9F2-DF16-4D6F-A137-BCCBE2260F13}" type="presParOf" srcId="{C3AA7677-63AC-4FBA-B0B8-DDA6FFB327CF}" destId="{5CE0AAC6-40AE-4325-9699-68331007F5CC}" srcOrd="0" destOrd="0" presId="urn:microsoft.com/office/officeart/2005/8/layout/orgChart1"/>
    <dgm:cxn modelId="{7CF2FD45-A775-4EC2-B602-C0FCD33E5042}" type="presParOf" srcId="{5CE0AAC6-40AE-4325-9699-68331007F5CC}" destId="{178ED13E-DC1A-454E-A853-AF6651B4BF0F}" srcOrd="0" destOrd="0" presId="urn:microsoft.com/office/officeart/2005/8/layout/orgChart1"/>
    <dgm:cxn modelId="{E9F23282-BBF6-42F0-BB5E-48EACCAA837D}" type="presParOf" srcId="{5CE0AAC6-40AE-4325-9699-68331007F5CC}" destId="{5A7AE996-EF7A-48B0-9111-1AC7B3BE5D50}" srcOrd="1" destOrd="0" presId="urn:microsoft.com/office/officeart/2005/8/layout/orgChart1"/>
    <dgm:cxn modelId="{44A98E18-D2D7-49EB-9737-DFC43B2F328F}" type="presParOf" srcId="{C3AA7677-63AC-4FBA-B0B8-DDA6FFB327CF}" destId="{EE3E0BC2-5708-433B-99AE-F9E1F7D38B58}" srcOrd="1" destOrd="0" presId="urn:microsoft.com/office/officeart/2005/8/layout/orgChart1"/>
    <dgm:cxn modelId="{97762C61-DC50-4D8D-86C1-CD4B27032074}" type="presParOf" srcId="{C3AA7677-63AC-4FBA-B0B8-DDA6FFB327CF}" destId="{3B88CE66-96E2-4AEC-A30A-04BFFBBC5639}" srcOrd="2" destOrd="0" presId="urn:microsoft.com/office/officeart/2005/8/layout/orgChart1"/>
    <dgm:cxn modelId="{7BC05F74-F427-4B8D-BC01-FC2E5166D54E}" type="presParOf" srcId="{4C1BB58E-7EED-4308-B2D7-EF62A0D3724D}" destId="{70A66FF1-9C84-46CC-B795-FFABA0D2D16B}" srcOrd="2" destOrd="0" presId="urn:microsoft.com/office/officeart/2005/8/layout/orgChart1"/>
    <dgm:cxn modelId="{700E000F-FEAD-417B-B78F-D7D0A0F93ED9}" type="presParOf" srcId="{4C1BB58E-7EED-4308-B2D7-EF62A0D3724D}" destId="{DAB048EC-D9DD-40E1-AAE6-F9FA88E80473}" srcOrd="3" destOrd="0" presId="urn:microsoft.com/office/officeart/2005/8/layout/orgChart1"/>
    <dgm:cxn modelId="{B15EC537-B8A6-4C07-A117-FEF301AFD97F}" type="presParOf" srcId="{DAB048EC-D9DD-40E1-AAE6-F9FA88E80473}" destId="{F81A3B50-E182-4B16-A7B9-664B665618F3}" srcOrd="0" destOrd="0" presId="urn:microsoft.com/office/officeart/2005/8/layout/orgChart1"/>
    <dgm:cxn modelId="{07795B07-5133-4424-89AF-B6105CD9C501}" type="presParOf" srcId="{F81A3B50-E182-4B16-A7B9-664B665618F3}" destId="{2DFFA526-9E48-4DCA-A8CD-8BBD4B6DAAE3}" srcOrd="0" destOrd="0" presId="urn:microsoft.com/office/officeart/2005/8/layout/orgChart1"/>
    <dgm:cxn modelId="{16762EBD-300E-424C-BFF0-3B30E4D8571C}" type="presParOf" srcId="{F81A3B50-E182-4B16-A7B9-664B665618F3}" destId="{37D1C6A4-98B8-4101-9A1C-C1A51E35D4D4}" srcOrd="1" destOrd="0" presId="urn:microsoft.com/office/officeart/2005/8/layout/orgChart1"/>
    <dgm:cxn modelId="{EDBE941F-C7A4-4598-A43D-D3C7FA1896E0}" type="presParOf" srcId="{DAB048EC-D9DD-40E1-AAE6-F9FA88E80473}" destId="{787A1032-0F1E-40DD-AC04-20F2D741C2F6}" srcOrd="1" destOrd="0" presId="urn:microsoft.com/office/officeart/2005/8/layout/orgChart1"/>
    <dgm:cxn modelId="{E2F16F7F-7A87-4656-879A-66EB436BA1A1}" type="presParOf" srcId="{DAB048EC-D9DD-40E1-AAE6-F9FA88E80473}" destId="{44D011AF-B7C4-40D3-9DC6-14F5DFF5454F}" srcOrd="2" destOrd="0" presId="urn:microsoft.com/office/officeart/2005/8/layout/orgChart1"/>
    <dgm:cxn modelId="{2450444D-1128-45C6-94BB-F360A606F222}" type="presParOf" srcId="{4C1BB58E-7EED-4308-B2D7-EF62A0D3724D}" destId="{4E966E07-3D30-4B10-992E-4AA4C833BD05}" srcOrd="4" destOrd="0" presId="urn:microsoft.com/office/officeart/2005/8/layout/orgChart1"/>
    <dgm:cxn modelId="{3B7BCB7A-2132-46B2-B705-E582F81E1BE1}" type="presParOf" srcId="{4C1BB58E-7EED-4308-B2D7-EF62A0D3724D}" destId="{7CC14A1F-C750-4F4A-A2E3-1917573ECFA8}" srcOrd="5" destOrd="0" presId="urn:microsoft.com/office/officeart/2005/8/layout/orgChart1"/>
    <dgm:cxn modelId="{CF8B67DC-386E-4AC4-AB2B-9A3A53ACFFD6}" type="presParOf" srcId="{7CC14A1F-C750-4F4A-A2E3-1917573ECFA8}" destId="{2AD22D50-C8B4-4D4F-99A7-619596EFE246}" srcOrd="0" destOrd="0" presId="urn:microsoft.com/office/officeart/2005/8/layout/orgChart1"/>
    <dgm:cxn modelId="{21EE13F9-00A2-40EA-B390-F8E05E8AFF52}" type="presParOf" srcId="{2AD22D50-C8B4-4D4F-99A7-619596EFE246}" destId="{3B5E4DEC-546E-47E4-8D3B-2BBB221AB9BF}" srcOrd="0" destOrd="0" presId="urn:microsoft.com/office/officeart/2005/8/layout/orgChart1"/>
    <dgm:cxn modelId="{544FB9C2-C914-4077-838B-62DF312B253E}" type="presParOf" srcId="{2AD22D50-C8B4-4D4F-99A7-619596EFE246}" destId="{54238749-A773-48BC-B3EA-A59C6359DF21}" srcOrd="1" destOrd="0" presId="urn:microsoft.com/office/officeart/2005/8/layout/orgChart1"/>
    <dgm:cxn modelId="{02F60387-966C-4F14-BF9E-44190834FD5B}" type="presParOf" srcId="{7CC14A1F-C750-4F4A-A2E3-1917573ECFA8}" destId="{7CF172BB-74B5-4E35-8717-0F0F0A734B4F}" srcOrd="1" destOrd="0" presId="urn:microsoft.com/office/officeart/2005/8/layout/orgChart1"/>
    <dgm:cxn modelId="{CCD0DDF5-F2C1-4B82-9638-E045350F43BB}" type="presParOf" srcId="{7CC14A1F-C750-4F4A-A2E3-1917573ECFA8}" destId="{7387C32F-1ECC-47D1-84C2-9B148E502719}" srcOrd="2" destOrd="0" presId="urn:microsoft.com/office/officeart/2005/8/layout/orgChart1"/>
    <dgm:cxn modelId="{C950D0D5-D2E9-4661-838E-64B69C85FD4B}" type="presParOf" srcId="{4C1BB58E-7EED-4308-B2D7-EF62A0D3724D}" destId="{C686CCE2-5C16-4A2E-852B-86173D76597B}" srcOrd="6" destOrd="0" presId="urn:microsoft.com/office/officeart/2005/8/layout/orgChart1"/>
    <dgm:cxn modelId="{4B7D71D4-6235-4AE3-838E-C64E7595BDB0}" type="presParOf" srcId="{4C1BB58E-7EED-4308-B2D7-EF62A0D3724D}" destId="{F8231A31-2191-4984-B12F-8A441F456AF7}" srcOrd="7" destOrd="0" presId="urn:microsoft.com/office/officeart/2005/8/layout/orgChart1"/>
    <dgm:cxn modelId="{BC8A3D9C-11FC-49D9-856D-49E0C1F65DCC}" type="presParOf" srcId="{F8231A31-2191-4984-B12F-8A441F456AF7}" destId="{C27AA1A2-9CB3-4D86-A814-AF6FAABC1148}" srcOrd="0" destOrd="0" presId="urn:microsoft.com/office/officeart/2005/8/layout/orgChart1"/>
    <dgm:cxn modelId="{C14B902C-1B19-4955-9E98-BA5E802E2CFB}" type="presParOf" srcId="{C27AA1A2-9CB3-4D86-A814-AF6FAABC1148}" destId="{BAF6F5DF-7EF1-4991-8130-B4B42488E204}" srcOrd="0" destOrd="0" presId="urn:microsoft.com/office/officeart/2005/8/layout/orgChart1"/>
    <dgm:cxn modelId="{DB0394B7-00B9-4EBA-90CD-3144B6D6D456}" type="presParOf" srcId="{C27AA1A2-9CB3-4D86-A814-AF6FAABC1148}" destId="{DAD16269-7801-4497-8B73-1E899BEED044}" srcOrd="1" destOrd="0" presId="urn:microsoft.com/office/officeart/2005/8/layout/orgChart1"/>
    <dgm:cxn modelId="{CDF46E69-5507-4757-9EEB-68224B783FFC}" type="presParOf" srcId="{F8231A31-2191-4984-B12F-8A441F456AF7}" destId="{22F37B86-96BF-4807-A47C-F0D452B14FE6}" srcOrd="1" destOrd="0" presId="urn:microsoft.com/office/officeart/2005/8/layout/orgChart1"/>
    <dgm:cxn modelId="{DBFF6686-E40C-4183-9666-A506C9629C83}" type="presParOf" srcId="{F8231A31-2191-4984-B12F-8A441F456AF7}" destId="{C632F29D-0C99-440C-AF38-1C10E17AF71E}" srcOrd="2" destOrd="0" presId="urn:microsoft.com/office/officeart/2005/8/layout/orgChart1"/>
    <dgm:cxn modelId="{D9FB954E-9FDD-47A7-BB8E-B65B2C463234}" type="presParOf" srcId="{4C1BB58E-7EED-4308-B2D7-EF62A0D3724D}" destId="{E3F841F5-174B-471C-AEDE-5668A397388E}" srcOrd="8" destOrd="0" presId="urn:microsoft.com/office/officeart/2005/8/layout/orgChart1"/>
    <dgm:cxn modelId="{8C2DC2AF-AE4B-4868-A672-E2660B6182C7}" type="presParOf" srcId="{4C1BB58E-7EED-4308-B2D7-EF62A0D3724D}" destId="{A0DE4F9D-ABFB-40D5-8981-200D2DB75FC5}" srcOrd="9" destOrd="0" presId="urn:microsoft.com/office/officeart/2005/8/layout/orgChart1"/>
    <dgm:cxn modelId="{A2CD3312-E337-4EAF-9630-9483D60FA78B}" type="presParOf" srcId="{A0DE4F9D-ABFB-40D5-8981-200D2DB75FC5}" destId="{3AE895A3-5294-4C0A-8016-C65E8925490D}" srcOrd="0" destOrd="0" presId="urn:microsoft.com/office/officeart/2005/8/layout/orgChart1"/>
    <dgm:cxn modelId="{E152A1A0-8457-4547-81AD-0AA8CE98D6E4}" type="presParOf" srcId="{3AE895A3-5294-4C0A-8016-C65E8925490D}" destId="{7A245237-F7E6-4944-8B24-B154483008ED}" srcOrd="0" destOrd="0" presId="urn:microsoft.com/office/officeart/2005/8/layout/orgChart1"/>
    <dgm:cxn modelId="{CA71C2CB-8334-4562-8F4A-49AF92A02EA5}" type="presParOf" srcId="{3AE895A3-5294-4C0A-8016-C65E8925490D}" destId="{5328BCF8-3A68-46A4-A59F-2852265F3F3A}" srcOrd="1" destOrd="0" presId="urn:microsoft.com/office/officeart/2005/8/layout/orgChart1"/>
    <dgm:cxn modelId="{B9EC2B32-DCFF-49E1-B9E3-033413B01391}" type="presParOf" srcId="{A0DE4F9D-ABFB-40D5-8981-200D2DB75FC5}" destId="{55362404-8FB7-45C7-A599-B100013D0E11}" srcOrd="1" destOrd="0" presId="urn:microsoft.com/office/officeart/2005/8/layout/orgChart1"/>
    <dgm:cxn modelId="{BD5624C2-A7E5-40C6-A042-FCC2E45348BA}" type="presParOf" srcId="{A0DE4F9D-ABFB-40D5-8981-200D2DB75FC5}" destId="{33F08FC4-EA54-427E-BF15-F57FED83033C}" srcOrd="2" destOrd="0" presId="urn:microsoft.com/office/officeart/2005/8/layout/orgChart1"/>
    <dgm:cxn modelId="{1421D68E-9B4A-4773-B514-00572EE4C711}" type="presParOf" srcId="{9BA14BF6-E049-413F-89F2-9D0A6F421318}" destId="{74EB5085-E312-4C37-A3B1-34EA8A10E4EB}" srcOrd="2" destOrd="0" presId="urn:microsoft.com/office/officeart/2005/8/layout/orgChart1"/>
    <dgm:cxn modelId="{0D5D21E0-39B1-4304-A362-4E44A6F308C4}" type="presParOf" srcId="{E199AD91-A4BF-4755-8E18-693122C3ADEF}" destId="{B611EFCD-84C6-46C0-A3AE-180FA84A827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999AA2A-A012-446B-B4D0-2AF051FB087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8B4AE2D6-E42E-45B4-A6D8-28269B79F05D}">
      <dgm:prSet phldrT="[Testo]" phldr="0"/>
      <dgm:spPr/>
      <dgm:t>
        <a:bodyPr/>
        <a:lstStyle/>
        <a:p>
          <a:r>
            <a:rPr lang="en-US" noProof="0" dirty="0"/>
            <a:t>EPR /EHR</a:t>
          </a:r>
        </a:p>
      </dgm:t>
    </dgm:pt>
    <dgm:pt modelId="{F941B766-7AA0-4E3C-B537-4CE054A4AD57}" type="parTrans" cxnId="{D984C929-8201-4D18-A1D1-9D348F08D1A2}">
      <dgm:prSet/>
      <dgm:spPr/>
      <dgm:t>
        <a:bodyPr/>
        <a:lstStyle/>
        <a:p>
          <a:endParaRPr lang="en-US"/>
        </a:p>
      </dgm:t>
    </dgm:pt>
    <dgm:pt modelId="{31C99D3C-174A-435B-8793-7E424BFF4A91}" type="sibTrans" cxnId="{D984C929-8201-4D18-A1D1-9D348F08D1A2}">
      <dgm:prSet/>
      <dgm:spPr/>
      <dgm:t>
        <a:bodyPr/>
        <a:lstStyle/>
        <a:p>
          <a:endParaRPr lang="en-US"/>
        </a:p>
      </dgm:t>
    </dgm:pt>
    <dgm:pt modelId="{5BA7CA2B-4FB2-41D4-B66F-99066AD00B6F}">
      <dgm:prSet phldrT="[Testo]"/>
      <dgm:spPr/>
      <dgm:t>
        <a:bodyPr/>
        <a:lstStyle/>
        <a:p>
          <a:r>
            <a:rPr lang="en-US" noProof="0" dirty="0"/>
            <a:t>Identification and administrative patient data</a:t>
          </a:r>
        </a:p>
      </dgm:t>
    </dgm:pt>
    <dgm:pt modelId="{3DC1A47D-E82C-4D96-A6E9-ADF5A7EAE5AE}" type="parTrans" cxnId="{EA8631CF-E35F-4B4F-B370-67AA70A29005}">
      <dgm:prSet/>
      <dgm:spPr/>
      <dgm:t>
        <a:bodyPr/>
        <a:lstStyle/>
        <a:p>
          <a:endParaRPr lang="en-US"/>
        </a:p>
      </dgm:t>
    </dgm:pt>
    <dgm:pt modelId="{6504BE77-061A-49F7-A35F-ABFB1FE7D512}" type="sibTrans" cxnId="{EA8631CF-E35F-4B4F-B370-67AA70A29005}">
      <dgm:prSet/>
      <dgm:spPr/>
      <dgm:t>
        <a:bodyPr/>
        <a:lstStyle/>
        <a:p>
          <a:endParaRPr lang="en-US"/>
        </a:p>
      </dgm:t>
    </dgm:pt>
    <dgm:pt modelId="{E14BFE54-7135-4FF3-8694-E2644BF31E55}">
      <dgm:prSet/>
      <dgm:spPr/>
      <dgm:t>
        <a:bodyPr/>
        <a:lstStyle/>
        <a:p>
          <a:r>
            <a:rPr lang="en-US" noProof="0" dirty="0"/>
            <a:t>Radiology reports</a:t>
          </a:r>
        </a:p>
      </dgm:t>
    </dgm:pt>
    <dgm:pt modelId="{61842ADE-A25C-4890-97B5-BAA2826B7167}" type="parTrans" cxnId="{9345DE92-D2EB-4E7C-B7FC-3BCB448612CF}">
      <dgm:prSet/>
      <dgm:spPr/>
      <dgm:t>
        <a:bodyPr/>
        <a:lstStyle/>
        <a:p>
          <a:endParaRPr lang="en-US"/>
        </a:p>
      </dgm:t>
    </dgm:pt>
    <dgm:pt modelId="{7B55EA61-9353-4880-803C-650F825AD318}" type="sibTrans" cxnId="{9345DE92-D2EB-4E7C-B7FC-3BCB448612CF}">
      <dgm:prSet/>
      <dgm:spPr/>
      <dgm:t>
        <a:bodyPr/>
        <a:lstStyle/>
        <a:p>
          <a:endParaRPr lang="en-US"/>
        </a:p>
      </dgm:t>
    </dgm:pt>
    <dgm:pt modelId="{FD9C5A42-5C94-4EC5-B504-44EEB7ED03EE}">
      <dgm:prSet/>
      <dgm:spPr/>
      <dgm:t>
        <a:bodyPr/>
        <a:lstStyle/>
        <a:p>
          <a:r>
            <a:rPr lang="en-US" noProof="0" dirty="0"/>
            <a:t>Specialist outpatient reports</a:t>
          </a:r>
        </a:p>
      </dgm:t>
    </dgm:pt>
    <dgm:pt modelId="{7FB15FAC-0EA8-4381-827E-F5A087552B05}" type="parTrans" cxnId="{31A5CAF5-BE5E-4FF4-B314-0D0A85B1B391}">
      <dgm:prSet/>
      <dgm:spPr/>
      <dgm:t>
        <a:bodyPr/>
        <a:lstStyle/>
        <a:p>
          <a:endParaRPr lang="en-US"/>
        </a:p>
      </dgm:t>
    </dgm:pt>
    <dgm:pt modelId="{2B9A723B-D2F6-4CC3-BA3C-C77F8BA7F656}" type="sibTrans" cxnId="{31A5CAF5-BE5E-4FF4-B314-0D0A85B1B391}">
      <dgm:prSet/>
      <dgm:spPr/>
      <dgm:t>
        <a:bodyPr/>
        <a:lstStyle/>
        <a:p>
          <a:endParaRPr lang="en-US"/>
        </a:p>
      </dgm:t>
    </dgm:pt>
    <dgm:pt modelId="{C7C48CC9-A50B-4CAC-A91E-B363BFC62305}">
      <dgm:prSet/>
      <dgm:spPr/>
      <dgm:t>
        <a:bodyPr/>
        <a:lstStyle/>
        <a:p>
          <a:r>
            <a:rPr lang="en-US" noProof="0" dirty="0"/>
            <a:t>Pathological anatomy reports</a:t>
          </a:r>
        </a:p>
      </dgm:t>
    </dgm:pt>
    <dgm:pt modelId="{9D869961-EC60-44AF-BF87-22C7107389FE}" type="parTrans" cxnId="{B67AF95F-41A2-4603-A224-3D7FC051478B}">
      <dgm:prSet/>
      <dgm:spPr/>
      <dgm:t>
        <a:bodyPr/>
        <a:lstStyle/>
        <a:p>
          <a:endParaRPr lang="en-US"/>
        </a:p>
      </dgm:t>
    </dgm:pt>
    <dgm:pt modelId="{0459A51C-1CCF-482B-9B88-02D9534D72FB}" type="sibTrans" cxnId="{B67AF95F-41A2-4603-A224-3D7FC051478B}">
      <dgm:prSet/>
      <dgm:spPr/>
      <dgm:t>
        <a:bodyPr/>
        <a:lstStyle/>
        <a:p>
          <a:endParaRPr lang="en-US"/>
        </a:p>
      </dgm:t>
    </dgm:pt>
    <dgm:pt modelId="{CF7FC585-7856-436E-A678-788A2C73CA18}">
      <dgm:prSet/>
      <dgm:spPr/>
      <dgm:t>
        <a:bodyPr/>
        <a:lstStyle/>
        <a:p>
          <a:r>
            <a:rPr lang="en-US" noProof="0" dirty="0"/>
            <a:t>Emergency Room Reports</a:t>
          </a:r>
        </a:p>
      </dgm:t>
    </dgm:pt>
    <dgm:pt modelId="{2AF73A45-8276-4BFF-92CC-49E0A4FA6E39}" type="parTrans" cxnId="{0A659D0A-45F7-4469-A712-3F17D1ACAB6B}">
      <dgm:prSet/>
      <dgm:spPr/>
      <dgm:t>
        <a:bodyPr/>
        <a:lstStyle/>
        <a:p>
          <a:endParaRPr lang="en-US"/>
        </a:p>
      </dgm:t>
    </dgm:pt>
    <dgm:pt modelId="{FD0B394F-AED1-418F-A9DB-C444A21641C9}" type="sibTrans" cxnId="{0A659D0A-45F7-4469-A712-3F17D1ACAB6B}">
      <dgm:prSet/>
      <dgm:spPr/>
      <dgm:t>
        <a:bodyPr/>
        <a:lstStyle/>
        <a:p>
          <a:endParaRPr lang="en-US"/>
        </a:p>
      </dgm:t>
    </dgm:pt>
    <dgm:pt modelId="{FD999B9F-E7C1-4882-A34A-8C4FCBDE7B94}">
      <dgm:prSet/>
      <dgm:spPr/>
      <dgm:t>
        <a:bodyPr/>
        <a:lstStyle/>
        <a:p>
          <a:r>
            <a:rPr lang="en-US" noProof="0" dirty="0"/>
            <a:t>Hospital discharge letters</a:t>
          </a:r>
        </a:p>
      </dgm:t>
    </dgm:pt>
    <dgm:pt modelId="{376CE3A8-8C9D-47EC-B740-CE055533AB01}" type="parTrans" cxnId="{61D8DD83-F81B-4753-857A-BAF13EC9C9C7}">
      <dgm:prSet/>
      <dgm:spPr/>
      <dgm:t>
        <a:bodyPr/>
        <a:lstStyle/>
        <a:p>
          <a:endParaRPr lang="en-US"/>
        </a:p>
      </dgm:t>
    </dgm:pt>
    <dgm:pt modelId="{96037807-C652-497F-890A-4ABAC3EED968}" type="sibTrans" cxnId="{61D8DD83-F81B-4753-857A-BAF13EC9C9C7}">
      <dgm:prSet/>
      <dgm:spPr/>
      <dgm:t>
        <a:bodyPr/>
        <a:lstStyle/>
        <a:p>
          <a:endParaRPr lang="en-US"/>
        </a:p>
      </dgm:t>
    </dgm:pt>
    <dgm:pt modelId="{33359D92-6EF8-4BA6-9E03-ADFA94438B00}">
      <dgm:prSet/>
      <dgm:spPr/>
      <dgm:t>
        <a:bodyPr/>
        <a:lstStyle/>
        <a:p>
          <a:r>
            <a:rPr lang="en-US" noProof="0" dirty="0"/>
            <a:t>Prescriptions</a:t>
          </a:r>
        </a:p>
      </dgm:t>
    </dgm:pt>
    <dgm:pt modelId="{3188D3B7-D12F-438B-802E-444AD28F7A15}" type="parTrans" cxnId="{03C8A7D0-BA0B-41F0-81E3-A04C69858AE9}">
      <dgm:prSet/>
      <dgm:spPr/>
      <dgm:t>
        <a:bodyPr/>
        <a:lstStyle/>
        <a:p>
          <a:endParaRPr lang="en-US"/>
        </a:p>
      </dgm:t>
    </dgm:pt>
    <dgm:pt modelId="{8E80D5D0-809A-401A-972A-2D7707518434}" type="sibTrans" cxnId="{03C8A7D0-BA0B-41F0-81E3-A04C69858AE9}">
      <dgm:prSet/>
      <dgm:spPr/>
      <dgm:t>
        <a:bodyPr/>
        <a:lstStyle/>
        <a:p>
          <a:endParaRPr lang="en-US"/>
        </a:p>
      </dgm:t>
    </dgm:pt>
    <dgm:pt modelId="{52A13992-094A-4EDC-B5EF-87C44871D1A8}">
      <dgm:prSet/>
      <dgm:spPr/>
      <dgm:t>
        <a:bodyPr/>
        <a:lstStyle/>
        <a:p>
          <a:r>
            <a:rPr lang="en-US" noProof="0" dirty="0"/>
            <a:t>Specialist prescriptions</a:t>
          </a:r>
        </a:p>
      </dgm:t>
    </dgm:pt>
    <dgm:pt modelId="{B26C9E97-D00C-4F3A-B998-20E5D3F0B653}" type="parTrans" cxnId="{0ABC0B90-06BB-455D-A06A-1EB095F25900}">
      <dgm:prSet/>
      <dgm:spPr/>
      <dgm:t>
        <a:bodyPr/>
        <a:lstStyle/>
        <a:p>
          <a:endParaRPr lang="en-US"/>
        </a:p>
      </dgm:t>
    </dgm:pt>
    <dgm:pt modelId="{E7C0B170-A15A-46B0-B614-02DCA7EEC0A0}" type="sibTrans" cxnId="{0ABC0B90-06BB-455D-A06A-1EB095F25900}">
      <dgm:prSet/>
      <dgm:spPr/>
      <dgm:t>
        <a:bodyPr/>
        <a:lstStyle/>
        <a:p>
          <a:endParaRPr lang="en-US"/>
        </a:p>
      </dgm:t>
    </dgm:pt>
    <dgm:pt modelId="{4D8B969A-A14A-4BB4-B368-D8CD7D42E30F}">
      <dgm:prSet/>
      <dgm:spPr/>
      <dgm:t>
        <a:bodyPr/>
        <a:lstStyle/>
        <a:p>
          <a:r>
            <a:rPr lang="en-US" noProof="0" dirty="0"/>
            <a:t>Medical records</a:t>
          </a:r>
        </a:p>
      </dgm:t>
    </dgm:pt>
    <dgm:pt modelId="{0DBFE23B-B9E8-422C-BBFC-A81E01AAE2C6}" type="parTrans" cxnId="{55064F91-5988-4537-9881-490F40ECFA3A}">
      <dgm:prSet/>
      <dgm:spPr/>
      <dgm:t>
        <a:bodyPr/>
        <a:lstStyle/>
        <a:p>
          <a:endParaRPr lang="en-US"/>
        </a:p>
      </dgm:t>
    </dgm:pt>
    <dgm:pt modelId="{9498E55D-F8D1-4713-8B6D-B59301780A3E}" type="sibTrans" cxnId="{55064F91-5988-4537-9881-490F40ECFA3A}">
      <dgm:prSet/>
      <dgm:spPr/>
      <dgm:t>
        <a:bodyPr/>
        <a:lstStyle/>
        <a:p>
          <a:endParaRPr lang="en-US"/>
        </a:p>
      </dgm:t>
    </dgm:pt>
    <dgm:pt modelId="{0EE9F1AC-EE31-4D14-848B-6420E01DC67F}">
      <dgm:prSet/>
      <dgm:spPr/>
      <dgm:t>
        <a:bodyPr/>
        <a:lstStyle/>
        <a:p>
          <a:r>
            <a:rPr lang="en-US" noProof="0" dirty="0"/>
            <a:t>Provision of drugs paid or not by NHS </a:t>
          </a:r>
        </a:p>
      </dgm:t>
    </dgm:pt>
    <dgm:pt modelId="{8FBBB9A2-965E-4B63-9230-A50FAE848AFA}" type="parTrans" cxnId="{90603A47-9E39-4C86-8CC8-8A80CEFCF535}">
      <dgm:prSet/>
      <dgm:spPr/>
      <dgm:t>
        <a:bodyPr/>
        <a:lstStyle/>
        <a:p>
          <a:endParaRPr lang="en-US"/>
        </a:p>
      </dgm:t>
    </dgm:pt>
    <dgm:pt modelId="{B1038D0F-E8CB-4B24-88C2-D274321412C6}" type="sibTrans" cxnId="{90603A47-9E39-4C86-8CC8-8A80CEFCF535}">
      <dgm:prSet/>
      <dgm:spPr/>
      <dgm:t>
        <a:bodyPr/>
        <a:lstStyle/>
        <a:p>
          <a:endParaRPr lang="en-US"/>
        </a:p>
      </dgm:t>
    </dgm:pt>
    <dgm:pt modelId="{90569968-E76B-49CA-BAC8-EEC75973E0F0}">
      <dgm:prSet/>
      <dgm:spPr/>
      <dgm:t>
        <a:bodyPr/>
        <a:lstStyle/>
        <a:p>
          <a:r>
            <a:rPr lang="en-US" noProof="0" dirty="0"/>
            <a:t>Single vaccination cards</a:t>
          </a:r>
        </a:p>
      </dgm:t>
    </dgm:pt>
    <dgm:pt modelId="{4C496EB2-84BE-40A1-B342-02A3EA0570CC}" type="parTrans" cxnId="{57BC22D4-F59F-4A2D-AF02-CD3AC9E12737}">
      <dgm:prSet/>
      <dgm:spPr/>
      <dgm:t>
        <a:bodyPr/>
        <a:lstStyle/>
        <a:p>
          <a:endParaRPr lang="en-US"/>
        </a:p>
      </dgm:t>
    </dgm:pt>
    <dgm:pt modelId="{9C3E4837-75D1-48E7-85E0-CFC22EB9EF6A}" type="sibTrans" cxnId="{57BC22D4-F59F-4A2D-AF02-CD3AC9E12737}">
      <dgm:prSet/>
      <dgm:spPr/>
      <dgm:t>
        <a:bodyPr/>
        <a:lstStyle/>
        <a:p>
          <a:endParaRPr lang="en-US"/>
        </a:p>
      </dgm:t>
    </dgm:pt>
    <dgm:pt modelId="{97412F94-FEF9-4E6C-911F-0102BDC10C5D}">
      <dgm:prSet/>
      <dgm:spPr/>
      <dgm:t>
        <a:bodyPr/>
        <a:lstStyle/>
        <a:p>
          <a:r>
            <a:rPr lang="en-US" noProof="0" dirty="0"/>
            <a:t>Vaccination certificates</a:t>
          </a:r>
        </a:p>
      </dgm:t>
    </dgm:pt>
    <dgm:pt modelId="{9CDC4B50-2E8C-453C-B09F-94A1AF699730}" type="parTrans" cxnId="{9B44B310-7E27-421B-9698-C22A2F78F49D}">
      <dgm:prSet/>
      <dgm:spPr/>
      <dgm:t>
        <a:bodyPr/>
        <a:lstStyle/>
        <a:p>
          <a:endParaRPr lang="en-US"/>
        </a:p>
      </dgm:t>
    </dgm:pt>
    <dgm:pt modelId="{02DCC6D8-46F0-450B-A5BE-DDBBDF1BF646}" type="sibTrans" cxnId="{9B44B310-7E27-421B-9698-C22A2F78F49D}">
      <dgm:prSet/>
      <dgm:spPr/>
      <dgm:t>
        <a:bodyPr/>
        <a:lstStyle/>
        <a:p>
          <a:endParaRPr lang="en-US"/>
        </a:p>
      </dgm:t>
    </dgm:pt>
    <dgm:pt modelId="{D1CDF817-9FDF-42B1-BC20-31384199BD8D}">
      <dgm:prSet/>
      <dgm:spPr/>
      <dgm:t>
        <a:bodyPr/>
        <a:lstStyle/>
        <a:p>
          <a:r>
            <a:rPr lang="en-US" noProof="0" dirty="0"/>
            <a:t>Provision of specialist assistance services</a:t>
          </a:r>
        </a:p>
      </dgm:t>
    </dgm:pt>
    <dgm:pt modelId="{0050CA29-8181-408F-8091-108ABE5314D5}" type="parTrans" cxnId="{DBD07E6C-97C5-4C24-9CED-A701B39FAF15}">
      <dgm:prSet/>
      <dgm:spPr/>
      <dgm:t>
        <a:bodyPr/>
        <a:lstStyle/>
        <a:p>
          <a:endParaRPr lang="en-US"/>
        </a:p>
      </dgm:t>
    </dgm:pt>
    <dgm:pt modelId="{EDEDEECC-A854-4259-AEF1-3DE934AC5736}" type="sibTrans" cxnId="{DBD07E6C-97C5-4C24-9CED-A701B39FAF15}">
      <dgm:prSet/>
      <dgm:spPr/>
      <dgm:t>
        <a:bodyPr/>
        <a:lstStyle/>
        <a:p>
          <a:endParaRPr lang="en-US"/>
        </a:p>
      </dgm:t>
    </dgm:pt>
    <dgm:pt modelId="{04381135-B402-4BF2-B82D-547917F84921}">
      <dgm:prSet phldrT="[Testo]"/>
      <dgm:spPr/>
      <dgm:t>
        <a:bodyPr/>
        <a:lstStyle/>
        <a:p>
          <a:r>
            <a:rPr lang="en-US" noProof="0" dirty="0"/>
            <a:t>Laboratory reports</a:t>
          </a:r>
        </a:p>
      </dgm:t>
    </dgm:pt>
    <dgm:pt modelId="{31EDBD80-18E1-4633-BBCB-3D16377E3D87}" type="parTrans" cxnId="{94893D3A-5CA9-40F7-9D82-F7C6809CD8CA}">
      <dgm:prSet/>
      <dgm:spPr/>
      <dgm:t>
        <a:bodyPr/>
        <a:lstStyle/>
        <a:p>
          <a:endParaRPr lang="en-US"/>
        </a:p>
      </dgm:t>
    </dgm:pt>
    <dgm:pt modelId="{5D93CC29-0A33-4C70-85F9-4AA897B1D84A}" type="sibTrans" cxnId="{94893D3A-5CA9-40F7-9D82-F7C6809CD8CA}">
      <dgm:prSet/>
      <dgm:spPr/>
      <dgm:t>
        <a:bodyPr/>
        <a:lstStyle/>
        <a:p>
          <a:endParaRPr lang="en-US"/>
        </a:p>
      </dgm:t>
    </dgm:pt>
    <dgm:pt modelId="{0855127E-5E60-4745-A9AC-DA8731E7AD1B}">
      <dgm:prSet phldrT="[Testo]"/>
      <dgm:spPr/>
      <dgm:t>
        <a:bodyPr/>
        <a:lstStyle/>
        <a:p>
          <a:r>
            <a:rPr lang="en-US" noProof="0" dirty="0"/>
            <a:t>Reports</a:t>
          </a:r>
        </a:p>
      </dgm:t>
    </dgm:pt>
    <dgm:pt modelId="{562FFC68-AE25-4141-AD7B-CE50940DB5C5}" type="parTrans" cxnId="{0BD90D06-F524-47D0-B539-8C79C9A78B77}">
      <dgm:prSet/>
      <dgm:spPr/>
      <dgm:t>
        <a:bodyPr/>
        <a:lstStyle/>
        <a:p>
          <a:endParaRPr lang="en-US"/>
        </a:p>
      </dgm:t>
    </dgm:pt>
    <dgm:pt modelId="{0E8EFDCD-4BF3-4824-BC22-4665DEE7AF37}" type="sibTrans" cxnId="{0BD90D06-F524-47D0-B539-8C79C9A78B77}">
      <dgm:prSet/>
      <dgm:spPr/>
      <dgm:t>
        <a:bodyPr/>
        <a:lstStyle/>
        <a:p>
          <a:endParaRPr lang="en-US"/>
        </a:p>
      </dgm:t>
    </dgm:pt>
    <dgm:pt modelId="{D2DC3AE5-30FF-4E98-81B4-13835F7CC56F}">
      <dgm:prSet/>
      <dgm:spPr/>
      <dgm:t>
        <a:bodyPr/>
        <a:lstStyle/>
        <a:p>
          <a:r>
            <a:rPr lang="en-US" noProof="0" dirty="0"/>
            <a:t>Pharmaceutical prescriptions</a:t>
          </a:r>
        </a:p>
      </dgm:t>
    </dgm:pt>
    <dgm:pt modelId="{84BB02D3-5D8E-44B6-B00A-171075704C07}" type="parTrans" cxnId="{D6565897-57F0-4311-8662-370D364A0C96}">
      <dgm:prSet/>
      <dgm:spPr/>
      <dgm:t>
        <a:bodyPr/>
        <a:lstStyle/>
        <a:p>
          <a:endParaRPr lang="en-US"/>
        </a:p>
      </dgm:t>
    </dgm:pt>
    <dgm:pt modelId="{A3D31736-4548-463F-9340-900682062D02}" type="sibTrans" cxnId="{D6565897-57F0-4311-8662-370D364A0C96}">
      <dgm:prSet/>
      <dgm:spPr/>
      <dgm:t>
        <a:bodyPr/>
        <a:lstStyle/>
        <a:p>
          <a:endParaRPr lang="en-US"/>
        </a:p>
      </dgm:t>
    </dgm:pt>
    <dgm:pt modelId="{6B950391-0644-4365-8117-930A834AA079}" type="pres">
      <dgm:prSet presAssocID="{A999AA2A-A012-446B-B4D0-2AF051FB0878}" presName="hierChild1" presStyleCnt="0">
        <dgm:presLayoutVars>
          <dgm:orgChart val="1"/>
          <dgm:chPref val="1"/>
          <dgm:dir/>
          <dgm:animOne val="branch"/>
          <dgm:animLvl val="lvl"/>
          <dgm:resizeHandles/>
        </dgm:presLayoutVars>
      </dgm:prSet>
      <dgm:spPr/>
    </dgm:pt>
    <dgm:pt modelId="{E199AD91-A4BF-4755-8E18-693122C3ADEF}" type="pres">
      <dgm:prSet presAssocID="{8B4AE2D6-E42E-45B4-A6D8-28269B79F05D}" presName="hierRoot1" presStyleCnt="0">
        <dgm:presLayoutVars>
          <dgm:hierBranch/>
        </dgm:presLayoutVars>
      </dgm:prSet>
      <dgm:spPr/>
    </dgm:pt>
    <dgm:pt modelId="{C459BD1F-0AF0-4063-80C2-50F821C85C19}" type="pres">
      <dgm:prSet presAssocID="{8B4AE2D6-E42E-45B4-A6D8-28269B79F05D}" presName="rootComposite1" presStyleCnt="0"/>
      <dgm:spPr/>
    </dgm:pt>
    <dgm:pt modelId="{01DEF9FF-762E-410F-978B-D767058C1432}" type="pres">
      <dgm:prSet presAssocID="{8B4AE2D6-E42E-45B4-A6D8-28269B79F05D}" presName="rootText1" presStyleLbl="node0" presStyleIdx="0" presStyleCnt="1">
        <dgm:presLayoutVars>
          <dgm:chPref val="3"/>
        </dgm:presLayoutVars>
      </dgm:prSet>
      <dgm:spPr/>
    </dgm:pt>
    <dgm:pt modelId="{E2D7715D-E962-48F3-B6C6-4F0CC709F9F0}" type="pres">
      <dgm:prSet presAssocID="{8B4AE2D6-E42E-45B4-A6D8-28269B79F05D}" presName="rootConnector1" presStyleLbl="node1" presStyleIdx="0" presStyleCnt="0"/>
      <dgm:spPr/>
    </dgm:pt>
    <dgm:pt modelId="{48CE122A-3ECC-43D9-ADC4-681E1E46780D}" type="pres">
      <dgm:prSet presAssocID="{8B4AE2D6-E42E-45B4-A6D8-28269B79F05D}" presName="hierChild2" presStyleCnt="0"/>
      <dgm:spPr/>
    </dgm:pt>
    <dgm:pt modelId="{EDC63F59-A114-43CF-91C4-DF58BD48075A}" type="pres">
      <dgm:prSet presAssocID="{3DC1A47D-E82C-4D96-A6E9-ADF5A7EAE5AE}" presName="Name35" presStyleLbl="parChTrans1D2" presStyleIdx="0" presStyleCnt="3"/>
      <dgm:spPr/>
    </dgm:pt>
    <dgm:pt modelId="{7F567E5B-884E-4709-B437-040682B97F9C}" type="pres">
      <dgm:prSet presAssocID="{5BA7CA2B-4FB2-41D4-B66F-99066AD00B6F}" presName="hierRoot2" presStyleCnt="0">
        <dgm:presLayoutVars>
          <dgm:hierBranch val="init"/>
        </dgm:presLayoutVars>
      </dgm:prSet>
      <dgm:spPr/>
    </dgm:pt>
    <dgm:pt modelId="{EC31A06D-C6AC-4C29-ADB6-0CC5CD9CB4A4}" type="pres">
      <dgm:prSet presAssocID="{5BA7CA2B-4FB2-41D4-B66F-99066AD00B6F}" presName="rootComposite" presStyleCnt="0"/>
      <dgm:spPr/>
    </dgm:pt>
    <dgm:pt modelId="{9A2E9A83-DC1C-4856-A5F4-F4BD6542BBDC}" type="pres">
      <dgm:prSet presAssocID="{5BA7CA2B-4FB2-41D4-B66F-99066AD00B6F}" presName="rootText" presStyleLbl="node2" presStyleIdx="0" presStyleCnt="3">
        <dgm:presLayoutVars>
          <dgm:chPref val="3"/>
        </dgm:presLayoutVars>
      </dgm:prSet>
      <dgm:spPr/>
    </dgm:pt>
    <dgm:pt modelId="{CA0B2B66-FF05-40D0-B82B-5FA3A9F40601}" type="pres">
      <dgm:prSet presAssocID="{5BA7CA2B-4FB2-41D4-B66F-99066AD00B6F}" presName="rootConnector" presStyleLbl="node2" presStyleIdx="0" presStyleCnt="3"/>
      <dgm:spPr/>
    </dgm:pt>
    <dgm:pt modelId="{31A55262-3C4E-4FFC-9B62-0FF3FFAC91AB}" type="pres">
      <dgm:prSet presAssocID="{5BA7CA2B-4FB2-41D4-B66F-99066AD00B6F}" presName="hierChild4" presStyleCnt="0"/>
      <dgm:spPr/>
    </dgm:pt>
    <dgm:pt modelId="{6F801CCC-0D0D-4AE6-B2E6-4BED0A5975EF}" type="pres">
      <dgm:prSet presAssocID="{5BA7CA2B-4FB2-41D4-B66F-99066AD00B6F}" presName="hierChild5" presStyleCnt="0"/>
      <dgm:spPr/>
    </dgm:pt>
    <dgm:pt modelId="{2D65F671-8A60-4B10-A553-299C82653B73}" type="pres">
      <dgm:prSet presAssocID="{562FFC68-AE25-4141-AD7B-CE50940DB5C5}" presName="Name35" presStyleLbl="parChTrans1D2" presStyleIdx="1" presStyleCnt="3"/>
      <dgm:spPr/>
    </dgm:pt>
    <dgm:pt modelId="{D0353DF7-CC20-4538-A4B4-2601F0E925A7}" type="pres">
      <dgm:prSet presAssocID="{0855127E-5E60-4745-A9AC-DA8731E7AD1B}" presName="hierRoot2" presStyleCnt="0">
        <dgm:presLayoutVars>
          <dgm:hierBranch val="hang"/>
        </dgm:presLayoutVars>
      </dgm:prSet>
      <dgm:spPr/>
    </dgm:pt>
    <dgm:pt modelId="{138AF385-1582-4F37-A4EE-164CAD87F1C8}" type="pres">
      <dgm:prSet presAssocID="{0855127E-5E60-4745-A9AC-DA8731E7AD1B}" presName="rootComposite" presStyleCnt="0"/>
      <dgm:spPr/>
    </dgm:pt>
    <dgm:pt modelId="{6BFF7836-3A5D-4466-8691-9D1F290F411F}" type="pres">
      <dgm:prSet presAssocID="{0855127E-5E60-4745-A9AC-DA8731E7AD1B}" presName="rootText" presStyleLbl="node2" presStyleIdx="1" presStyleCnt="3">
        <dgm:presLayoutVars>
          <dgm:chPref val="3"/>
        </dgm:presLayoutVars>
      </dgm:prSet>
      <dgm:spPr/>
    </dgm:pt>
    <dgm:pt modelId="{AB20CF91-204A-4714-A210-631F2C81A02D}" type="pres">
      <dgm:prSet presAssocID="{0855127E-5E60-4745-A9AC-DA8731E7AD1B}" presName="rootConnector" presStyleLbl="node2" presStyleIdx="1" presStyleCnt="3"/>
      <dgm:spPr/>
    </dgm:pt>
    <dgm:pt modelId="{0EC80965-99AD-4F4B-98C1-2131947C0E98}" type="pres">
      <dgm:prSet presAssocID="{0855127E-5E60-4745-A9AC-DA8731E7AD1B}" presName="hierChild4" presStyleCnt="0"/>
      <dgm:spPr/>
    </dgm:pt>
    <dgm:pt modelId="{B70FD6F3-18D8-454C-9C6C-FC76280460DD}" type="pres">
      <dgm:prSet presAssocID="{31EDBD80-18E1-4633-BBCB-3D16377E3D87}" presName="Name48" presStyleLbl="parChTrans1D3" presStyleIdx="0" presStyleCnt="13"/>
      <dgm:spPr/>
    </dgm:pt>
    <dgm:pt modelId="{475ADE0C-EE76-43DA-9DB2-2C2801A25822}" type="pres">
      <dgm:prSet presAssocID="{04381135-B402-4BF2-B82D-547917F84921}" presName="hierRoot2" presStyleCnt="0">
        <dgm:presLayoutVars>
          <dgm:hierBranch val="init"/>
        </dgm:presLayoutVars>
      </dgm:prSet>
      <dgm:spPr/>
    </dgm:pt>
    <dgm:pt modelId="{EB22CFDF-0A6C-42C9-A282-181F29FBF6AD}" type="pres">
      <dgm:prSet presAssocID="{04381135-B402-4BF2-B82D-547917F84921}" presName="rootComposite" presStyleCnt="0"/>
      <dgm:spPr/>
    </dgm:pt>
    <dgm:pt modelId="{D572552E-0D9E-4CCE-B55C-FEB746B71F04}" type="pres">
      <dgm:prSet presAssocID="{04381135-B402-4BF2-B82D-547917F84921}" presName="rootText" presStyleLbl="node3" presStyleIdx="0" presStyleCnt="13">
        <dgm:presLayoutVars>
          <dgm:chPref val="3"/>
        </dgm:presLayoutVars>
      </dgm:prSet>
      <dgm:spPr/>
    </dgm:pt>
    <dgm:pt modelId="{7F3AB575-B967-43B1-A0D1-E14C960D1D0F}" type="pres">
      <dgm:prSet presAssocID="{04381135-B402-4BF2-B82D-547917F84921}" presName="rootConnector" presStyleLbl="node3" presStyleIdx="0" presStyleCnt="13"/>
      <dgm:spPr/>
    </dgm:pt>
    <dgm:pt modelId="{72175AF6-AACE-4797-B41D-B4C128DEEDB0}" type="pres">
      <dgm:prSet presAssocID="{04381135-B402-4BF2-B82D-547917F84921}" presName="hierChild4" presStyleCnt="0"/>
      <dgm:spPr/>
    </dgm:pt>
    <dgm:pt modelId="{B8C9C480-7988-4A39-8823-F69DF7A51CD3}" type="pres">
      <dgm:prSet presAssocID="{04381135-B402-4BF2-B82D-547917F84921}" presName="hierChild5" presStyleCnt="0"/>
      <dgm:spPr/>
    </dgm:pt>
    <dgm:pt modelId="{3B5559BC-311B-4682-B06F-B4E7C4CA4428}" type="pres">
      <dgm:prSet presAssocID="{61842ADE-A25C-4890-97B5-BAA2826B7167}" presName="Name48" presStyleLbl="parChTrans1D3" presStyleIdx="1" presStyleCnt="13"/>
      <dgm:spPr/>
    </dgm:pt>
    <dgm:pt modelId="{374CF018-DE76-4C4A-AB6C-5163F09AFFAB}" type="pres">
      <dgm:prSet presAssocID="{E14BFE54-7135-4FF3-8694-E2644BF31E55}" presName="hierRoot2" presStyleCnt="0">
        <dgm:presLayoutVars>
          <dgm:hierBranch val="init"/>
        </dgm:presLayoutVars>
      </dgm:prSet>
      <dgm:spPr/>
    </dgm:pt>
    <dgm:pt modelId="{BB60B713-7BB8-4E90-8E42-CD8C4E9BEDA7}" type="pres">
      <dgm:prSet presAssocID="{E14BFE54-7135-4FF3-8694-E2644BF31E55}" presName="rootComposite" presStyleCnt="0"/>
      <dgm:spPr/>
    </dgm:pt>
    <dgm:pt modelId="{4E40564F-9231-4E9C-ADCB-CEE148783C9C}" type="pres">
      <dgm:prSet presAssocID="{E14BFE54-7135-4FF3-8694-E2644BF31E55}" presName="rootText" presStyleLbl="node3" presStyleIdx="1" presStyleCnt="13">
        <dgm:presLayoutVars>
          <dgm:chPref val="3"/>
        </dgm:presLayoutVars>
      </dgm:prSet>
      <dgm:spPr/>
    </dgm:pt>
    <dgm:pt modelId="{29CEE2B2-F517-4D17-935A-4736B91611E8}" type="pres">
      <dgm:prSet presAssocID="{E14BFE54-7135-4FF3-8694-E2644BF31E55}" presName="rootConnector" presStyleLbl="node3" presStyleIdx="1" presStyleCnt="13"/>
      <dgm:spPr/>
    </dgm:pt>
    <dgm:pt modelId="{C7774F49-A45D-4ACA-AA33-83B407941C6E}" type="pres">
      <dgm:prSet presAssocID="{E14BFE54-7135-4FF3-8694-E2644BF31E55}" presName="hierChild4" presStyleCnt="0"/>
      <dgm:spPr/>
    </dgm:pt>
    <dgm:pt modelId="{C151279B-CD63-4E14-A052-527ABC7F0CA4}" type="pres">
      <dgm:prSet presAssocID="{E14BFE54-7135-4FF3-8694-E2644BF31E55}" presName="hierChild5" presStyleCnt="0"/>
      <dgm:spPr/>
    </dgm:pt>
    <dgm:pt modelId="{A8AA34E5-225A-4B72-B593-B4753FC7FE88}" type="pres">
      <dgm:prSet presAssocID="{7FB15FAC-0EA8-4381-827E-F5A087552B05}" presName="Name48" presStyleLbl="parChTrans1D3" presStyleIdx="2" presStyleCnt="13"/>
      <dgm:spPr/>
    </dgm:pt>
    <dgm:pt modelId="{61769459-3FB6-4878-A752-DE9416290B7F}" type="pres">
      <dgm:prSet presAssocID="{FD9C5A42-5C94-4EC5-B504-44EEB7ED03EE}" presName="hierRoot2" presStyleCnt="0">
        <dgm:presLayoutVars>
          <dgm:hierBranch val="init"/>
        </dgm:presLayoutVars>
      </dgm:prSet>
      <dgm:spPr/>
    </dgm:pt>
    <dgm:pt modelId="{9157AD5F-520F-4B40-B443-73923F97A26E}" type="pres">
      <dgm:prSet presAssocID="{FD9C5A42-5C94-4EC5-B504-44EEB7ED03EE}" presName="rootComposite" presStyleCnt="0"/>
      <dgm:spPr/>
    </dgm:pt>
    <dgm:pt modelId="{BCA4DE12-B39A-4B66-A172-5FCE1C527CD1}" type="pres">
      <dgm:prSet presAssocID="{FD9C5A42-5C94-4EC5-B504-44EEB7ED03EE}" presName="rootText" presStyleLbl="node3" presStyleIdx="2" presStyleCnt="13">
        <dgm:presLayoutVars>
          <dgm:chPref val="3"/>
        </dgm:presLayoutVars>
      </dgm:prSet>
      <dgm:spPr/>
    </dgm:pt>
    <dgm:pt modelId="{B0D3C9A1-46F5-4AF4-A873-0CC9726B2886}" type="pres">
      <dgm:prSet presAssocID="{FD9C5A42-5C94-4EC5-B504-44EEB7ED03EE}" presName="rootConnector" presStyleLbl="node3" presStyleIdx="2" presStyleCnt="13"/>
      <dgm:spPr/>
    </dgm:pt>
    <dgm:pt modelId="{1E66B020-C5FF-41B6-A4E8-7E667AF91B68}" type="pres">
      <dgm:prSet presAssocID="{FD9C5A42-5C94-4EC5-B504-44EEB7ED03EE}" presName="hierChild4" presStyleCnt="0"/>
      <dgm:spPr/>
    </dgm:pt>
    <dgm:pt modelId="{55881BA7-92D1-484B-8A25-4E462FC31A19}" type="pres">
      <dgm:prSet presAssocID="{FD9C5A42-5C94-4EC5-B504-44EEB7ED03EE}" presName="hierChild5" presStyleCnt="0"/>
      <dgm:spPr/>
    </dgm:pt>
    <dgm:pt modelId="{0FA1C9F2-8ABB-4EC9-AF04-A87B079C7556}" type="pres">
      <dgm:prSet presAssocID="{9D869961-EC60-44AF-BF87-22C7107389FE}" presName="Name48" presStyleLbl="parChTrans1D3" presStyleIdx="3" presStyleCnt="13"/>
      <dgm:spPr/>
    </dgm:pt>
    <dgm:pt modelId="{DDED9464-7803-47FD-83B0-C0550C353AB9}" type="pres">
      <dgm:prSet presAssocID="{C7C48CC9-A50B-4CAC-A91E-B363BFC62305}" presName="hierRoot2" presStyleCnt="0">
        <dgm:presLayoutVars>
          <dgm:hierBranch val="init"/>
        </dgm:presLayoutVars>
      </dgm:prSet>
      <dgm:spPr/>
    </dgm:pt>
    <dgm:pt modelId="{795D7F35-B9E0-4A21-A5DF-D6DE08E50E9F}" type="pres">
      <dgm:prSet presAssocID="{C7C48CC9-A50B-4CAC-A91E-B363BFC62305}" presName="rootComposite" presStyleCnt="0"/>
      <dgm:spPr/>
    </dgm:pt>
    <dgm:pt modelId="{69E7555A-9EEB-4E61-BA45-123E10737BC2}" type="pres">
      <dgm:prSet presAssocID="{C7C48CC9-A50B-4CAC-A91E-B363BFC62305}" presName="rootText" presStyleLbl="node3" presStyleIdx="3" presStyleCnt="13">
        <dgm:presLayoutVars>
          <dgm:chPref val="3"/>
        </dgm:presLayoutVars>
      </dgm:prSet>
      <dgm:spPr/>
    </dgm:pt>
    <dgm:pt modelId="{A2D475E7-BFA5-4ED7-AFB1-1A4462FA37ED}" type="pres">
      <dgm:prSet presAssocID="{C7C48CC9-A50B-4CAC-A91E-B363BFC62305}" presName="rootConnector" presStyleLbl="node3" presStyleIdx="3" presStyleCnt="13"/>
      <dgm:spPr/>
    </dgm:pt>
    <dgm:pt modelId="{E16C1D14-0184-41DB-9031-495CFE0B4D08}" type="pres">
      <dgm:prSet presAssocID="{C7C48CC9-A50B-4CAC-A91E-B363BFC62305}" presName="hierChild4" presStyleCnt="0"/>
      <dgm:spPr/>
    </dgm:pt>
    <dgm:pt modelId="{F51088AC-652E-427F-B09A-15F49900A2A7}" type="pres">
      <dgm:prSet presAssocID="{C7C48CC9-A50B-4CAC-A91E-B363BFC62305}" presName="hierChild5" presStyleCnt="0"/>
      <dgm:spPr/>
    </dgm:pt>
    <dgm:pt modelId="{BC0FC690-3EA4-46E5-884F-BCF0745F2508}" type="pres">
      <dgm:prSet presAssocID="{2AF73A45-8276-4BFF-92CC-49E0A4FA6E39}" presName="Name48" presStyleLbl="parChTrans1D3" presStyleIdx="4" presStyleCnt="13"/>
      <dgm:spPr/>
    </dgm:pt>
    <dgm:pt modelId="{2ECE14AE-DD1D-45D2-8065-43B3C6ACB395}" type="pres">
      <dgm:prSet presAssocID="{CF7FC585-7856-436E-A678-788A2C73CA18}" presName="hierRoot2" presStyleCnt="0">
        <dgm:presLayoutVars>
          <dgm:hierBranch val="init"/>
        </dgm:presLayoutVars>
      </dgm:prSet>
      <dgm:spPr/>
    </dgm:pt>
    <dgm:pt modelId="{E5A02FC2-AED8-4BF1-BAF9-F8C2F1EDE808}" type="pres">
      <dgm:prSet presAssocID="{CF7FC585-7856-436E-A678-788A2C73CA18}" presName="rootComposite" presStyleCnt="0"/>
      <dgm:spPr/>
    </dgm:pt>
    <dgm:pt modelId="{8F2884B6-09F4-4C91-9EC1-8F8754ED2A7B}" type="pres">
      <dgm:prSet presAssocID="{CF7FC585-7856-436E-A678-788A2C73CA18}" presName="rootText" presStyleLbl="node3" presStyleIdx="4" presStyleCnt="13">
        <dgm:presLayoutVars>
          <dgm:chPref val="3"/>
        </dgm:presLayoutVars>
      </dgm:prSet>
      <dgm:spPr/>
    </dgm:pt>
    <dgm:pt modelId="{98D649E8-7681-41E9-B7B0-7605C4CD8C98}" type="pres">
      <dgm:prSet presAssocID="{CF7FC585-7856-436E-A678-788A2C73CA18}" presName="rootConnector" presStyleLbl="node3" presStyleIdx="4" presStyleCnt="13"/>
      <dgm:spPr/>
    </dgm:pt>
    <dgm:pt modelId="{99D8DC3D-8A9D-48A2-A394-DD5DD6644B21}" type="pres">
      <dgm:prSet presAssocID="{CF7FC585-7856-436E-A678-788A2C73CA18}" presName="hierChild4" presStyleCnt="0"/>
      <dgm:spPr/>
    </dgm:pt>
    <dgm:pt modelId="{62D1773A-ACC7-4822-95AA-C990F4A2C935}" type="pres">
      <dgm:prSet presAssocID="{CF7FC585-7856-436E-A678-788A2C73CA18}" presName="hierChild5" presStyleCnt="0"/>
      <dgm:spPr/>
    </dgm:pt>
    <dgm:pt modelId="{9075D590-2D19-46E8-9E44-660C747CDD84}" type="pres">
      <dgm:prSet presAssocID="{376CE3A8-8C9D-47EC-B740-CE055533AB01}" presName="Name48" presStyleLbl="parChTrans1D3" presStyleIdx="5" presStyleCnt="13"/>
      <dgm:spPr/>
    </dgm:pt>
    <dgm:pt modelId="{42D54F9B-0353-4732-ACAE-C4BFF4187584}" type="pres">
      <dgm:prSet presAssocID="{FD999B9F-E7C1-4882-A34A-8C4FCBDE7B94}" presName="hierRoot2" presStyleCnt="0">
        <dgm:presLayoutVars>
          <dgm:hierBranch val="init"/>
        </dgm:presLayoutVars>
      </dgm:prSet>
      <dgm:spPr/>
    </dgm:pt>
    <dgm:pt modelId="{40C0FECF-6DBC-45F8-AA2A-12421573E995}" type="pres">
      <dgm:prSet presAssocID="{FD999B9F-E7C1-4882-A34A-8C4FCBDE7B94}" presName="rootComposite" presStyleCnt="0"/>
      <dgm:spPr/>
    </dgm:pt>
    <dgm:pt modelId="{B70CB09B-DA62-4E01-AE4F-3DCDB129E66B}" type="pres">
      <dgm:prSet presAssocID="{FD999B9F-E7C1-4882-A34A-8C4FCBDE7B94}" presName="rootText" presStyleLbl="node3" presStyleIdx="5" presStyleCnt="13">
        <dgm:presLayoutVars>
          <dgm:chPref val="3"/>
        </dgm:presLayoutVars>
      </dgm:prSet>
      <dgm:spPr/>
    </dgm:pt>
    <dgm:pt modelId="{4D2EF61E-CC3F-43F4-8889-1D0763F62B42}" type="pres">
      <dgm:prSet presAssocID="{FD999B9F-E7C1-4882-A34A-8C4FCBDE7B94}" presName="rootConnector" presStyleLbl="node3" presStyleIdx="5" presStyleCnt="13"/>
      <dgm:spPr/>
    </dgm:pt>
    <dgm:pt modelId="{2E95E348-11E7-4D4F-AE10-630E3AD25802}" type="pres">
      <dgm:prSet presAssocID="{FD999B9F-E7C1-4882-A34A-8C4FCBDE7B94}" presName="hierChild4" presStyleCnt="0"/>
      <dgm:spPr/>
    </dgm:pt>
    <dgm:pt modelId="{38C91C02-0F43-4E98-BF44-FD89F3D18165}" type="pres">
      <dgm:prSet presAssocID="{FD999B9F-E7C1-4882-A34A-8C4FCBDE7B94}" presName="hierChild5" presStyleCnt="0"/>
      <dgm:spPr/>
    </dgm:pt>
    <dgm:pt modelId="{4EB6E5D0-2889-4176-8B84-AF81F53AC69E}" type="pres">
      <dgm:prSet presAssocID="{0855127E-5E60-4745-A9AC-DA8731E7AD1B}" presName="hierChild5" presStyleCnt="0"/>
      <dgm:spPr/>
    </dgm:pt>
    <dgm:pt modelId="{B91118DB-C98C-46E3-8F31-7B4AECAED02B}" type="pres">
      <dgm:prSet presAssocID="{3188D3B7-D12F-438B-802E-444AD28F7A15}" presName="Name35" presStyleLbl="parChTrans1D2" presStyleIdx="2" presStyleCnt="3"/>
      <dgm:spPr/>
    </dgm:pt>
    <dgm:pt modelId="{A37CCF7F-3365-4C35-BA4D-750377F2C09D}" type="pres">
      <dgm:prSet presAssocID="{33359D92-6EF8-4BA6-9E03-ADFA94438B00}" presName="hierRoot2" presStyleCnt="0">
        <dgm:presLayoutVars>
          <dgm:hierBranch val="hang"/>
        </dgm:presLayoutVars>
      </dgm:prSet>
      <dgm:spPr/>
    </dgm:pt>
    <dgm:pt modelId="{CD61D5EF-CBD5-460D-ACBB-560D62B3494E}" type="pres">
      <dgm:prSet presAssocID="{33359D92-6EF8-4BA6-9E03-ADFA94438B00}" presName="rootComposite" presStyleCnt="0"/>
      <dgm:spPr/>
    </dgm:pt>
    <dgm:pt modelId="{1ECD135F-C308-4097-A30B-0CEC99CD8FBD}" type="pres">
      <dgm:prSet presAssocID="{33359D92-6EF8-4BA6-9E03-ADFA94438B00}" presName="rootText" presStyleLbl="node2" presStyleIdx="2" presStyleCnt="3">
        <dgm:presLayoutVars>
          <dgm:chPref val="3"/>
        </dgm:presLayoutVars>
      </dgm:prSet>
      <dgm:spPr/>
    </dgm:pt>
    <dgm:pt modelId="{E5EA2F75-F0B1-4B80-9AD1-BE6F590659EC}" type="pres">
      <dgm:prSet presAssocID="{33359D92-6EF8-4BA6-9E03-ADFA94438B00}" presName="rootConnector" presStyleLbl="node2" presStyleIdx="2" presStyleCnt="3"/>
      <dgm:spPr/>
    </dgm:pt>
    <dgm:pt modelId="{5CEB7FED-3858-40F3-8217-F8E24DC4743A}" type="pres">
      <dgm:prSet presAssocID="{33359D92-6EF8-4BA6-9E03-ADFA94438B00}" presName="hierChild4" presStyleCnt="0"/>
      <dgm:spPr/>
    </dgm:pt>
    <dgm:pt modelId="{C42BA675-AE6E-4F43-8877-ECEEF5EF39FE}" type="pres">
      <dgm:prSet presAssocID="{84BB02D3-5D8E-44B6-B00A-171075704C07}" presName="Name48" presStyleLbl="parChTrans1D3" presStyleIdx="6" presStyleCnt="13"/>
      <dgm:spPr/>
    </dgm:pt>
    <dgm:pt modelId="{6CA6907E-B3F1-40F3-ADF7-4A6A48095487}" type="pres">
      <dgm:prSet presAssocID="{D2DC3AE5-30FF-4E98-81B4-13835F7CC56F}" presName="hierRoot2" presStyleCnt="0">
        <dgm:presLayoutVars>
          <dgm:hierBranch val="init"/>
        </dgm:presLayoutVars>
      </dgm:prSet>
      <dgm:spPr/>
    </dgm:pt>
    <dgm:pt modelId="{F5DABA0D-34C1-4994-ABE5-6B3E642BFC68}" type="pres">
      <dgm:prSet presAssocID="{D2DC3AE5-30FF-4E98-81B4-13835F7CC56F}" presName="rootComposite" presStyleCnt="0"/>
      <dgm:spPr/>
    </dgm:pt>
    <dgm:pt modelId="{E93BC0C2-BBC6-4F72-AFAC-E1833EDB0C45}" type="pres">
      <dgm:prSet presAssocID="{D2DC3AE5-30FF-4E98-81B4-13835F7CC56F}" presName="rootText" presStyleLbl="node3" presStyleIdx="6" presStyleCnt="13">
        <dgm:presLayoutVars>
          <dgm:chPref val="3"/>
        </dgm:presLayoutVars>
      </dgm:prSet>
      <dgm:spPr/>
    </dgm:pt>
    <dgm:pt modelId="{1DCE2D56-CA5F-44C8-A925-066EFF693CDA}" type="pres">
      <dgm:prSet presAssocID="{D2DC3AE5-30FF-4E98-81B4-13835F7CC56F}" presName="rootConnector" presStyleLbl="node3" presStyleIdx="6" presStyleCnt="13"/>
      <dgm:spPr/>
    </dgm:pt>
    <dgm:pt modelId="{12A5718B-B4DC-4E3B-8A68-8BB7EC754010}" type="pres">
      <dgm:prSet presAssocID="{D2DC3AE5-30FF-4E98-81B4-13835F7CC56F}" presName="hierChild4" presStyleCnt="0"/>
      <dgm:spPr/>
    </dgm:pt>
    <dgm:pt modelId="{D63FB72F-0A3A-4C28-B7E4-2B2B9D59561F}" type="pres">
      <dgm:prSet presAssocID="{D2DC3AE5-30FF-4E98-81B4-13835F7CC56F}" presName="hierChild5" presStyleCnt="0"/>
      <dgm:spPr/>
    </dgm:pt>
    <dgm:pt modelId="{EA918C50-1579-4B22-B545-4615C4361CA7}" type="pres">
      <dgm:prSet presAssocID="{B26C9E97-D00C-4F3A-B998-20E5D3F0B653}" presName="Name48" presStyleLbl="parChTrans1D3" presStyleIdx="7" presStyleCnt="13"/>
      <dgm:spPr/>
    </dgm:pt>
    <dgm:pt modelId="{6A14AA90-D825-4D20-A755-8D2AE64408BF}" type="pres">
      <dgm:prSet presAssocID="{52A13992-094A-4EDC-B5EF-87C44871D1A8}" presName="hierRoot2" presStyleCnt="0">
        <dgm:presLayoutVars>
          <dgm:hierBranch val="init"/>
        </dgm:presLayoutVars>
      </dgm:prSet>
      <dgm:spPr/>
    </dgm:pt>
    <dgm:pt modelId="{7F00072A-AA2D-4560-8C58-827EE2157CFA}" type="pres">
      <dgm:prSet presAssocID="{52A13992-094A-4EDC-B5EF-87C44871D1A8}" presName="rootComposite" presStyleCnt="0"/>
      <dgm:spPr/>
    </dgm:pt>
    <dgm:pt modelId="{AACBF60E-0FE7-4EA8-B670-3B224EB90137}" type="pres">
      <dgm:prSet presAssocID="{52A13992-094A-4EDC-B5EF-87C44871D1A8}" presName="rootText" presStyleLbl="node3" presStyleIdx="7" presStyleCnt="13">
        <dgm:presLayoutVars>
          <dgm:chPref val="3"/>
        </dgm:presLayoutVars>
      </dgm:prSet>
      <dgm:spPr/>
    </dgm:pt>
    <dgm:pt modelId="{982B2524-1557-4A26-9D18-97003089AE23}" type="pres">
      <dgm:prSet presAssocID="{52A13992-094A-4EDC-B5EF-87C44871D1A8}" presName="rootConnector" presStyleLbl="node3" presStyleIdx="7" presStyleCnt="13"/>
      <dgm:spPr/>
    </dgm:pt>
    <dgm:pt modelId="{8CC9D010-6FF5-4696-A3A2-01B084CB3F34}" type="pres">
      <dgm:prSet presAssocID="{52A13992-094A-4EDC-B5EF-87C44871D1A8}" presName="hierChild4" presStyleCnt="0"/>
      <dgm:spPr/>
    </dgm:pt>
    <dgm:pt modelId="{FEF8EEE0-C71F-4F3D-ABE9-6E6F9EE89E06}" type="pres">
      <dgm:prSet presAssocID="{52A13992-094A-4EDC-B5EF-87C44871D1A8}" presName="hierChild5" presStyleCnt="0"/>
      <dgm:spPr/>
    </dgm:pt>
    <dgm:pt modelId="{6018BCD4-EF87-46CD-8FB6-A22262A4BCF9}" type="pres">
      <dgm:prSet presAssocID="{0DBFE23B-B9E8-422C-BBFC-A81E01AAE2C6}" presName="Name48" presStyleLbl="parChTrans1D3" presStyleIdx="8" presStyleCnt="13"/>
      <dgm:spPr/>
    </dgm:pt>
    <dgm:pt modelId="{73015E19-0930-43A3-90BD-89A897F121DA}" type="pres">
      <dgm:prSet presAssocID="{4D8B969A-A14A-4BB4-B368-D8CD7D42E30F}" presName="hierRoot2" presStyleCnt="0">
        <dgm:presLayoutVars>
          <dgm:hierBranch val="init"/>
        </dgm:presLayoutVars>
      </dgm:prSet>
      <dgm:spPr/>
    </dgm:pt>
    <dgm:pt modelId="{FC42A1A7-D7A6-4100-9077-AAC9F38CC078}" type="pres">
      <dgm:prSet presAssocID="{4D8B969A-A14A-4BB4-B368-D8CD7D42E30F}" presName="rootComposite" presStyleCnt="0"/>
      <dgm:spPr/>
    </dgm:pt>
    <dgm:pt modelId="{CBAFA14D-2EEB-492F-AACE-325D57548F16}" type="pres">
      <dgm:prSet presAssocID="{4D8B969A-A14A-4BB4-B368-D8CD7D42E30F}" presName="rootText" presStyleLbl="node3" presStyleIdx="8" presStyleCnt="13">
        <dgm:presLayoutVars>
          <dgm:chPref val="3"/>
        </dgm:presLayoutVars>
      </dgm:prSet>
      <dgm:spPr/>
    </dgm:pt>
    <dgm:pt modelId="{4F3CEFA5-512F-4A11-A0A9-CC318182BB07}" type="pres">
      <dgm:prSet presAssocID="{4D8B969A-A14A-4BB4-B368-D8CD7D42E30F}" presName="rootConnector" presStyleLbl="node3" presStyleIdx="8" presStyleCnt="13"/>
      <dgm:spPr/>
    </dgm:pt>
    <dgm:pt modelId="{5831687C-B993-4E13-B407-ACFC5A2F6F2D}" type="pres">
      <dgm:prSet presAssocID="{4D8B969A-A14A-4BB4-B368-D8CD7D42E30F}" presName="hierChild4" presStyleCnt="0"/>
      <dgm:spPr/>
    </dgm:pt>
    <dgm:pt modelId="{DFF0C057-6AC6-4A18-AB60-8CB2E70A2EF4}" type="pres">
      <dgm:prSet presAssocID="{4D8B969A-A14A-4BB4-B368-D8CD7D42E30F}" presName="hierChild5" presStyleCnt="0"/>
      <dgm:spPr/>
    </dgm:pt>
    <dgm:pt modelId="{26C15F6F-9909-4CC0-AD80-35960171A60F}" type="pres">
      <dgm:prSet presAssocID="{8FBBB9A2-965E-4B63-9230-A50FAE848AFA}" presName="Name48" presStyleLbl="parChTrans1D3" presStyleIdx="9" presStyleCnt="13"/>
      <dgm:spPr/>
    </dgm:pt>
    <dgm:pt modelId="{6CB7765E-3668-45F1-A16E-9DD89FE5CE18}" type="pres">
      <dgm:prSet presAssocID="{0EE9F1AC-EE31-4D14-848B-6420E01DC67F}" presName="hierRoot2" presStyleCnt="0">
        <dgm:presLayoutVars>
          <dgm:hierBranch val="init"/>
        </dgm:presLayoutVars>
      </dgm:prSet>
      <dgm:spPr/>
    </dgm:pt>
    <dgm:pt modelId="{B3C3E9B5-E199-41C1-ABB5-6E2370E62E89}" type="pres">
      <dgm:prSet presAssocID="{0EE9F1AC-EE31-4D14-848B-6420E01DC67F}" presName="rootComposite" presStyleCnt="0"/>
      <dgm:spPr/>
    </dgm:pt>
    <dgm:pt modelId="{CA4DB846-4B6B-499F-81BB-9B7B9244C4BA}" type="pres">
      <dgm:prSet presAssocID="{0EE9F1AC-EE31-4D14-848B-6420E01DC67F}" presName="rootText" presStyleLbl="node3" presStyleIdx="9" presStyleCnt="13">
        <dgm:presLayoutVars>
          <dgm:chPref val="3"/>
        </dgm:presLayoutVars>
      </dgm:prSet>
      <dgm:spPr/>
    </dgm:pt>
    <dgm:pt modelId="{32527178-F487-4FB8-BCB4-31415C478F34}" type="pres">
      <dgm:prSet presAssocID="{0EE9F1AC-EE31-4D14-848B-6420E01DC67F}" presName="rootConnector" presStyleLbl="node3" presStyleIdx="9" presStyleCnt="13"/>
      <dgm:spPr/>
    </dgm:pt>
    <dgm:pt modelId="{A4A403AF-FA45-444C-B6B1-E6F2DF28FD79}" type="pres">
      <dgm:prSet presAssocID="{0EE9F1AC-EE31-4D14-848B-6420E01DC67F}" presName="hierChild4" presStyleCnt="0"/>
      <dgm:spPr/>
    </dgm:pt>
    <dgm:pt modelId="{71A9CA37-28F4-47E9-BCC9-A931FFAB503D}" type="pres">
      <dgm:prSet presAssocID="{0EE9F1AC-EE31-4D14-848B-6420E01DC67F}" presName="hierChild5" presStyleCnt="0"/>
      <dgm:spPr/>
    </dgm:pt>
    <dgm:pt modelId="{D5CDEB6C-3130-4277-BA7B-B5E89125D17B}" type="pres">
      <dgm:prSet presAssocID="{4C496EB2-84BE-40A1-B342-02A3EA0570CC}" presName="Name48" presStyleLbl="parChTrans1D3" presStyleIdx="10" presStyleCnt="13"/>
      <dgm:spPr/>
    </dgm:pt>
    <dgm:pt modelId="{12188FB2-3020-4D69-9F8A-007009A45647}" type="pres">
      <dgm:prSet presAssocID="{90569968-E76B-49CA-BAC8-EEC75973E0F0}" presName="hierRoot2" presStyleCnt="0">
        <dgm:presLayoutVars>
          <dgm:hierBranch val="init"/>
        </dgm:presLayoutVars>
      </dgm:prSet>
      <dgm:spPr/>
    </dgm:pt>
    <dgm:pt modelId="{B87F572F-F96D-4B0F-981E-B96C86C9726E}" type="pres">
      <dgm:prSet presAssocID="{90569968-E76B-49CA-BAC8-EEC75973E0F0}" presName="rootComposite" presStyleCnt="0"/>
      <dgm:spPr/>
    </dgm:pt>
    <dgm:pt modelId="{707BAC45-DC1F-4E47-ABE6-2C1A41AC5116}" type="pres">
      <dgm:prSet presAssocID="{90569968-E76B-49CA-BAC8-EEC75973E0F0}" presName="rootText" presStyleLbl="node3" presStyleIdx="10" presStyleCnt="13">
        <dgm:presLayoutVars>
          <dgm:chPref val="3"/>
        </dgm:presLayoutVars>
      </dgm:prSet>
      <dgm:spPr/>
    </dgm:pt>
    <dgm:pt modelId="{BD42B9A0-06A3-4ACE-9B85-95CBBED07032}" type="pres">
      <dgm:prSet presAssocID="{90569968-E76B-49CA-BAC8-EEC75973E0F0}" presName="rootConnector" presStyleLbl="node3" presStyleIdx="10" presStyleCnt="13"/>
      <dgm:spPr/>
    </dgm:pt>
    <dgm:pt modelId="{8808800F-83B2-4271-900D-5FEAE92F05B5}" type="pres">
      <dgm:prSet presAssocID="{90569968-E76B-49CA-BAC8-EEC75973E0F0}" presName="hierChild4" presStyleCnt="0"/>
      <dgm:spPr/>
    </dgm:pt>
    <dgm:pt modelId="{6FE30435-E858-45AF-9294-D2C677BD8712}" type="pres">
      <dgm:prSet presAssocID="{90569968-E76B-49CA-BAC8-EEC75973E0F0}" presName="hierChild5" presStyleCnt="0"/>
      <dgm:spPr/>
    </dgm:pt>
    <dgm:pt modelId="{506B15CD-854D-494F-BFD3-4DEF9FF0F899}" type="pres">
      <dgm:prSet presAssocID="{9CDC4B50-2E8C-453C-B09F-94A1AF699730}" presName="Name48" presStyleLbl="parChTrans1D3" presStyleIdx="11" presStyleCnt="13"/>
      <dgm:spPr/>
    </dgm:pt>
    <dgm:pt modelId="{E358CE9E-C989-4165-8992-8C83214BC211}" type="pres">
      <dgm:prSet presAssocID="{97412F94-FEF9-4E6C-911F-0102BDC10C5D}" presName="hierRoot2" presStyleCnt="0">
        <dgm:presLayoutVars>
          <dgm:hierBranch val="init"/>
        </dgm:presLayoutVars>
      </dgm:prSet>
      <dgm:spPr/>
    </dgm:pt>
    <dgm:pt modelId="{CA5A1325-AB92-4769-9DAA-A3B4789EB808}" type="pres">
      <dgm:prSet presAssocID="{97412F94-FEF9-4E6C-911F-0102BDC10C5D}" presName="rootComposite" presStyleCnt="0"/>
      <dgm:spPr/>
    </dgm:pt>
    <dgm:pt modelId="{1195A04B-AA63-4C45-B830-7DDA97BB2C13}" type="pres">
      <dgm:prSet presAssocID="{97412F94-FEF9-4E6C-911F-0102BDC10C5D}" presName="rootText" presStyleLbl="node3" presStyleIdx="11" presStyleCnt="13">
        <dgm:presLayoutVars>
          <dgm:chPref val="3"/>
        </dgm:presLayoutVars>
      </dgm:prSet>
      <dgm:spPr/>
    </dgm:pt>
    <dgm:pt modelId="{1394AE82-6312-4D20-9300-9F8D2B1CB28D}" type="pres">
      <dgm:prSet presAssocID="{97412F94-FEF9-4E6C-911F-0102BDC10C5D}" presName="rootConnector" presStyleLbl="node3" presStyleIdx="11" presStyleCnt="13"/>
      <dgm:spPr/>
    </dgm:pt>
    <dgm:pt modelId="{B9E2CA0E-9351-4027-B6F1-5B09BAA3A227}" type="pres">
      <dgm:prSet presAssocID="{97412F94-FEF9-4E6C-911F-0102BDC10C5D}" presName="hierChild4" presStyleCnt="0"/>
      <dgm:spPr/>
    </dgm:pt>
    <dgm:pt modelId="{ECEF3D75-460E-4FB4-B2E4-404954946D9C}" type="pres">
      <dgm:prSet presAssocID="{97412F94-FEF9-4E6C-911F-0102BDC10C5D}" presName="hierChild5" presStyleCnt="0"/>
      <dgm:spPr/>
    </dgm:pt>
    <dgm:pt modelId="{9300C45D-1B9B-45E8-AE34-C14EDDE96536}" type="pres">
      <dgm:prSet presAssocID="{0050CA29-8181-408F-8091-108ABE5314D5}" presName="Name48" presStyleLbl="parChTrans1D3" presStyleIdx="12" presStyleCnt="13"/>
      <dgm:spPr/>
    </dgm:pt>
    <dgm:pt modelId="{6250102C-0214-41D6-BCB3-167806B4A618}" type="pres">
      <dgm:prSet presAssocID="{D1CDF817-9FDF-42B1-BC20-31384199BD8D}" presName="hierRoot2" presStyleCnt="0">
        <dgm:presLayoutVars>
          <dgm:hierBranch val="init"/>
        </dgm:presLayoutVars>
      </dgm:prSet>
      <dgm:spPr/>
    </dgm:pt>
    <dgm:pt modelId="{13E4C314-94A1-40F5-B5C9-EA73212EABA0}" type="pres">
      <dgm:prSet presAssocID="{D1CDF817-9FDF-42B1-BC20-31384199BD8D}" presName="rootComposite" presStyleCnt="0"/>
      <dgm:spPr/>
    </dgm:pt>
    <dgm:pt modelId="{4E53E19E-229E-4DB3-9562-45C92FB19DF5}" type="pres">
      <dgm:prSet presAssocID="{D1CDF817-9FDF-42B1-BC20-31384199BD8D}" presName="rootText" presStyleLbl="node3" presStyleIdx="12" presStyleCnt="13">
        <dgm:presLayoutVars>
          <dgm:chPref val="3"/>
        </dgm:presLayoutVars>
      </dgm:prSet>
      <dgm:spPr/>
    </dgm:pt>
    <dgm:pt modelId="{F4237DD2-0A5D-426A-BD3F-C4E381360ABB}" type="pres">
      <dgm:prSet presAssocID="{D1CDF817-9FDF-42B1-BC20-31384199BD8D}" presName="rootConnector" presStyleLbl="node3" presStyleIdx="12" presStyleCnt="13"/>
      <dgm:spPr/>
    </dgm:pt>
    <dgm:pt modelId="{5114682C-A55B-4473-99E8-A8538211B713}" type="pres">
      <dgm:prSet presAssocID="{D1CDF817-9FDF-42B1-BC20-31384199BD8D}" presName="hierChild4" presStyleCnt="0"/>
      <dgm:spPr/>
    </dgm:pt>
    <dgm:pt modelId="{26857E9A-D5DD-4D09-8FAA-5DCE17BF9D91}" type="pres">
      <dgm:prSet presAssocID="{D1CDF817-9FDF-42B1-BC20-31384199BD8D}" presName="hierChild5" presStyleCnt="0"/>
      <dgm:spPr/>
    </dgm:pt>
    <dgm:pt modelId="{FB779B82-FBB1-47A2-959A-E10BAFC579DD}" type="pres">
      <dgm:prSet presAssocID="{33359D92-6EF8-4BA6-9E03-ADFA94438B00}" presName="hierChild5" presStyleCnt="0"/>
      <dgm:spPr/>
    </dgm:pt>
    <dgm:pt modelId="{B611EFCD-84C6-46C0-A3AE-180FA84A8270}" type="pres">
      <dgm:prSet presAssocID="{8B4AE2D6-E42E-45B4-A6D8-28269B79F05D}" presName="hierChild3" presStyleCnt="0"/>
      <dgm:spPr/>
    </dgm:pt>
  </dgm:ptLst>
  <dgm:cxnLst>
    <dgm:cxn modelId="{44D82602-DA14-4918-9EE0-301A0AB83317}" type="presOf" srcId="{0EE9F1AC-EE31-4D14-848B-6420E01DC67F}" destId="{32527178-F487-4FB8-BCB4-31415C478F34}" srcOrd="1" destOrd="0" presId="urn:microsoft.com/office/officeart/2005/8/layout/orgChart1"/>
    <dgm:cxn modelId="{0BD90D06-F524-47D0-B539-8C79C9A78B77}" srcId="{8B4AE2D6-E42E-45B4-A6D8-28269B79F05D}" destId="{0855127E-5E60-4745-A9AC-DA8731E7AD1B}" srcOrd="1" destOrd="0" parTransId="{562FFC68-AE25-4141-AD7B-CE50940DB5C5}" sibTransId="{0E8EFDCD-4BF3-4824-BC22-4665DEE7AF37}"/>
    <dgm:cxn modelId="{0A659D0A-45F7-4469-A712-3F17D1ACAB6B}" srcId="{0855127E-5E60-4745-A9AC-DA8731E7AD1B}" destId="{CF7FC585-7856-436E-A678-788A2C73CA18}" srcOrd="4" destOrd="0" parTransId="{2AF73A45-8276-4BFF-92CC-49E0A4FA6E39}" sibTransId="{FD0B394F-AED1-418F-A9DB-C444A21641C9}"/>
    <dgm:cxn modelId="{9400CC0B-FE01-449D-92C7-98529D1A8809}" type="presOf" srcId="{4D8B969A-A14A-4BB4-B368-D8CD7D42E30F}" destId="{CBAFA14D-2EEB-492F-AACE-325D57548F16}" srcOrd="0" destOrd="0" presId="urn:microsoft.com/office/officeart/2005/8/layout/orgChart1"/>
    <dgm:cxn modelId="{1F24E40D-0C8A-41F0-A693-3800683B1A0D}" type="presOf" srcId="{376CE3A8-8C9D-47EC-B740-CE055533AB01}" destId="{9075D590-2D19-46E8-9E44-660C747CDD84}" srcOrd="0" destOrd="0" presId="urn:microsoft.com/office/officeart/2005/8/layout/orgChart1"/>
    <dgm:cxn modelId="{9B44B310-7E27-421B-9698-C22A2F78F49D}" srcId="{33359D92-6EF8-4BA6-9E03-ADFA94438B00}" destId="{97412F94-FEF9-4E6C-911F-0102BDC10C5D}" srcOrd="5" destOrd="0" parTransId="{9CDC4B50-2E8C-453C-B09F-94A1AF699730}" sibTransId="{02DCC6D8-46F0-450B-A5BE-DDBBDF1BF646}"/>
    <dgm:cxn modelId="{0DB45C14-D207-479E-BE45-3A014164819A}" type="presOf" srcId="{FD999B9F-E7C1-4882-A34A-8C4FCBDE7B94}" destId="{4D2EF61E-CC3F-43F4-8889-1D0763F62B42}" srcOrd="1" destOrd="0" presId="urn:microsoft.com/office/officeart/2005/8/layout/orgChart1"/>
    <dgm:cxn modelId="{9913851E-62EE-41F1-8D64-C5FDB098C52A}" type="presOf" srcId="{4D8B969A-A14A-4BB4-B368-D8CD7D42E30F}" destId="{4F3CEFA5-512F-4A11-A0A9-CC318182BB07}" srcOrd="1" destOrd="0" presId="urn:microsoft.com/office/officeart/2005/8/layout/orgChart1"/>
    <dgm:cxn modelId="{CD03C522-8AFD-4521-93BD-69615F6CAD8A}" type="presOf" srcId="{CF7FC585-7856-436E-A678-788A2C73CA18}" destId="{98D649E8-7681-41E9-B7B0-7605C4CD8C98}" srcOrd="1" destOrd="0" presId="urn:microsoft.com/office/officeart/2005/8/layout/orgChart1"/>
    <dgm:cxn modelId="{D984C929-8201-4D18-A1D1-9D348F08D1A2}" srcId="{A999AA2A-A012-446B-B4D0-2AF051FB0878}" destId="{8B4AE2D6-E42E-45B4-A6D8-28269B79F05D}" srcOrd="0" destOrd="0" parTransId="{F941B766-7AA0-4E3C-B537-4CE054A4AD57}" sibTransId="{31C99D3C-174A-435B-8793-7E424BFF4A91}"/>
    <dgm:cxn modelId="{3D8A3A2B-94C5-4C81-A68A-A975CEDCB02B}" type="presOf" srcId="{E14BFE54-7135-4FF3-8694-E2644BF31E55}" destId="{29CEE2B2-F517-4D17-935A-4736B91611E8}" srcOrd="1" destOrd="0" presId="urn:microsoft.com/office/officeart/2005/8/layout/orgChart1"/>
    <dgm:cxn modelId="{253AD732-E11D-4A74-96AD-A2D08402448F}" type="presOf" srcId="{61842ADE-A25C-4890-97B5-BAA2826B7167}" destId="{3B5559BC-311B-4682-B06F-B4E7C4CA4428}" srcOrd="0" destOrd="0" presId="urn:microsoft.com/office/officeart/2005/8/layout/orgChart1"/>
    <dgm:cxn modelId="{94893D3A-5CA9-40F7-9D82-F7C6809CD8CA}" srcId="{0855127E-5E60-4745-A9AC-DA8731E7AD1B}" destId="{04381135-B402-4BF2-B82D-547917F84921}" srcOrd="0" destOrd="0" parTransId="{31EDBD80-18E1-4633-BBCB-3D16377E3D87}" sibTransId="{5D93CC29-0A33-4C70-85F9-4AA897B1D84A}"/>
    <dgm:cxn modelId="{D54EF63A-5A2E-43C5-9E22-865D19FC00A7}" type="presOf" srcId="{FD999B9F-E7C1-4882-A34A-8C4FCBDE7B94}" destId="{B70CB09B-DA62-4E01-AE4F-3DCDB129E66B}" srcOrd="0" destOrd="0" presId="urn:microsoft.com/office/officeart/2005/8/layout/orgChart1"/>
    <dgm:cxn modelId="{F226103B-2972-4FE7-B665-6DBF248473F4}" type="presOf" srcId="{04381135-B402-4BF2-B82D-547917F84921}" destId="{7F3AB575-B967-43B1-A0D1-E14C960D1D0F}" srcOrd="1" destOrd="0" presId="urn:microsoft.com/office/officeart/2005/8/layout/orgChart1"/>
    <dgm:cxn modelId="{1EF7563E-9BBB-49EB-A7AE-0F3C95C92C7D}" type="presOf" srcId="{8B4AE2D6-E42E-45B4-A6D8-28269B79F05D}" destId="{E2D7715D-E962-48F3-B6C6-4F0CC709F9F0}" srcOrd="1" destOrd="0" presId="urn:microsoft.com/office/officeart/2005/8/layout/orgChart1"/>
    <dgm:cxn modelId="{309D9C5F-EE65-4114-A737-CB1E8F29A177}" type="presOf" srcId="{84BB02D3-5D8E-44B6-B00A-171075704C07}" destId="{C42BA675-AE6E-4F43-8877-ECEEF5EF39FE}" srcOrd="0" destOrd="0" presId="urn:microsoft.com/office/officeart/2005/8/layout/orgChart1"/>
    <dgm:cxn modelId="{B67AF95F-41A2-4603-A224-3D7FC051478B}" srcId="{0855127E-5E60-4745-A9AC-DA8731E7AD1B}" destId="{C7C48CC9-A50B-4CAC-A91E-B363BFC62305}" srcOrd="3" destOrd="0" parTransId="{9D869961-EC60-44AF-BF87-22C7107389FE}" sibTransId="{0459A51C-1CCF-482B-9B88-02D9534D72FB}"/>
    <dgm:cxn modelId="{91574041-A914-49BF-84E6-E0FE55AE773F}" type="presOf" srcId="{52A13992-094A-4EDC-B5EF-87C44871D1A8}" destId="{AACBF60E-0FE7-4EA8-B670-3B224EB90137}" srcOrd="0" destOrd="0" presId="urn:microsoft.com/office/officeart/2005/8/layout/orgChart1"/>
    <dgm:cxn modelId="{90603A47-9E39-4C86-8CC8-8A80CEFCF535}" srcId="{33359D92-6EF8-4BA6-9E03-ADFA94438B00}" destId="{0EE9F1AC-EE31-4D14-848B-6420E01DC67F}" srcOrd="3" destOrd="0" parTransId="{8FBBB9A2-965E-4B63-9230-A50FAE848AFA}" sibTransId="{B1038D0F-E8CB-4B24-88C2-D274321412C6}"/>
    <dgm:cxn modelId="{09BB1049-A808-40BB-BF01-6F8D5A058249}" type="presOf" srcId="{E14BFE54-7135-4FF3-8694-E2644BF31E55}" destId="{4E40564F-9231-4E9C-ADCB-CEE148783C9C}" srcOrd="0" destOrd="0" presId="urn:microsoft.com/office/officeart/2005/8/layout/orgChart1"/>
    <dgm:cxn modelId="{7289264B-5FBB-4654-86D0-E7AA5816A7BE}" type="presOf" srcId="{04381135-B402-4BF2-B82D-547917F84921}" destId="{D572552E-0D9E-4CCE-B55C-FEB746B71F04}" srcOrd="0" destOrd="0" presId="urn:microsoft.com/office/officeart/2005/8/layout/orgChart1"/>
    <dgm:cxn modelId="{DBD07E6C-97C5-4C24-9CED-A701B39FAF15}" srcId="{33359D92-6EF8-4BA6-9E03-ADFA94438B00}" destId="{D1CDF817-9FDF-42B1-BC20-31384199BD8D}" srcOrd="6" destOrd="0" parTransId="{0050CA29-8181-408F-8091-108ABE5314D5}" sibTransId="{EDEDEECC-A854-4259-AEF1-3DE934AC5736}"/>
    <dgm:cxn modelId="{6114C86C-8F04-4A3A-9A89-7B2140972E04}" type="presOf" srcId="{0EE9F1AC-EE31-4D14-848B-6420E01DC67F}" destId="{CA4DB846-4B6B-499F-81BB-9B7B9244C4BA}" srcOrd="0" destOrd="0" presId="urn:microsoft.com/office/officeart/2005/8/layout/orgChart1"/>
    <dgm:cxn modelId="{07635D6D-DD40-40CE-AD83-573C8AE185D4}" type="presOf" srcId="{D2DC3AE5-30FF-4E98-81B4-13835F7CC56F}" destId="{E93BC0C2-BBC6-4F72-AFAC-E1833EDB0C45}" srcOrd="0" destOrd="0" presId="urn:microsoft.com/office/officeart/2005/8/layout/orgChart1"/>
    <dgm:cxn modelId="{014F866D-CA70-4F97-89EA-84ED179D4A86}" type="presOf" srcId="{D2DC3AE5-30FF-4E98-81B4-13835F7CC56F}" destId="{1DCE2D56-CA5F-44C8-A925-066EFF693CDA}" srcOrd="1" destOrd="0" presId="urn:microsoft.com/office/officeart/2005/8/layout/orgChart1"/>
    <dgm:cxn modelId="{5F93B650-8D71-4582-A046-DD17634EE648}" type="presOf" srcId="{A999AA2A-A012-446B-B4D0-2AF051FB0878}" destId="{6B950391-0644-4365-8117-930A834AA079}" srcOrd="0" destOrd="0" presId="urn:microsoft.com/office/officeart/2005/8/layout/orgChart1"/>
    <dgm:cxn modelId="{01408173-0E78-402C-B1E3-07D3312B34AF}" type="presOf" srcId="{33359D92-6EF8-4BA6-9E03-ADFA94438B00}" destId="{1ECD135F-C308-4097-A30B-0CEC99CD8FBD}" srcOrd="0" destOrd="0" presId="urn:microsoft.com/office/officeart/2005/8/layout/orgChart1"/>
    <dgm:cxn modelId="{6C2DD855-5E28-4822-8512-D99BBF2F080A}" type="presOf" srcId="{97412F94-FEF9-4E6C-911F-0102BDC10C5D}" destId="{1394AE82-6312-4D20-9300-9F8D2B1CB28D}" srcOrd="1" destOrd="0" presId="urn:microsoft.com/office/officeart/2005/8/layout/orgChart1"/>
    <dgm:cxn modelId="{6766DE57-8C69-4D95-8B93-A9BC8C1EB15A}" type="presOf" srcId="{2AF73A45-8276-4BFF-92CC-49E0A4FA6E39}" destId="{BC0FC690-3EA4-46E5-884F-BCF0745F2508}" srcOrd="0" destOrd="0" presId="urn:microsoft.com/office/officeart/2005/8/layout/orgChart1"/>
    <dgm:cxn modelId="{A8612B78-B0B4-45DE-83B9-4EA66A612DD1}" type="presOf" srcId="{52A13992-094A-4EDC-B5EF-87C44871D1A8}" destId="{982B2524-1557-4A26-9D18-97003089AE23}" srcOrd="1" destOrd="0" presId="urn:microsoft.com/office/officeart/2005/8/layout/orgChart1"/>
    <dgm:cxn modelId="{57966A83-B277-4114-8850-1539E0043ABD}" type="presOf" srcId="{8B4AE2D6-E42E-45B4-A6D8-28269B79F05D}" destId="{01DEF9FF-762E-410F-978B-D767058C1432}" srcOrd="0" destOrd="0" presId="urn:microsoft.com/office/officeart/2005/8/layout/orgChart1"/>
    <dgm:cxn modelId="{61D8DD83-F81B-4753-857A-BAF13EC9C9C7}" srcId="{0855127E-5E60-4745-A9AC-DA8731E7AD1B}" destId="{FD999B9F-E7C1-4882-A34A-8C4FCBDE7B94}" srcOrd="5" destOrd="0" parTransId="{376CE3A8-8C9D-47EC-B740-CE055533AB01}" sibTransId="{96037807-C652-497F-890A-4ABAC3EED968}"/>
    <dgm:cxn modelId="{D2A33789-818F-46C9-9258-F9C6026177A6}" type="presOf" srcId="{33359D92-6EF8-4BA6-9E03-ADFA94438B00}" destId="{E5EA2F75-F0B1-4B80-9AD1-BE6F590659EC}" srcOrd="1" destOrd="0" presId="urn:microsoft.com/office/officeart/2005/8/layout/orgChart1"/>
    <dgm:cxn modelId="{6B39BE8A-E30E-42C4-BF12-3A6C95F7BEC7}" type="presOf" srcId="{90569968-E76B-49CA-BAC8-EEC75973E0F0}" destId="{BD42B9A0-06A3-4ACE-9B85-95CBBED07032}" srcOrd="1" destOrd="0" presId="urn:microsoft.com/office/officeart/2005/8/layout/orgChart1"/>
    <dgm:cxn modelId="{83D9EC8B-6262-41E2-A6E0-3B694A0A8E4C}" type="presOf" srcId="{C7C48CC9-A50B-4CAC-A91E-B363BFC62305}" destId="{A2D475E7-BFA5-4ED7-AFB1-1A4462FA37ED}" srcOrd="1" destOrd="0" presId="urn:microsoft.com/office/officeart/2005/8/layout/orgChart1"/>
    <dgm:cxn modelId="{0ABC0B90-06BB-455D-A06A-1EB095F25900}" srcId="{33359D92-6EF8-4BA6-9E03-ADFA94438B00}" destId="{52A13992-094A-4EDC-B5EF-87C44871D1A8}" srcOrd="1" destOrd="0" parTransId="{B26C9E97-D00C-4F3A-B998-20E5D3F0B653}" sibTransId="{E7C0B170-A15A-46B0-B614-02DCA7EEC0A0}"/>
    <dgm:cxn modelId="{55064F91-5988-4537-9881-490F40ECFA3A}" srcId="{33359D92-6EF8-4BA6-9E03-ADFA94438B00}" destId="{4D8B969A-A14A-4BB4-B368-D8CD7D42E30F}" srcOrd="2" destOrd="0" parTransId="{0DBFE23B-B9E8-422C-BBFC-A81E01AAE2C6}" sibTransId="{9498E55D-F8D1-4713-8B6D-B59301780A3E}"/>
    <dgm:cxn modelId="{5CB0FA91-88BA-46D3-B502-436D76989ADF}" type="presOf" srcId="{C7C48CC9-A50B-4CAC-A91E-B363BFC62305}" destId="{69E7555A-9EEB-4E61-BA45-123E10737BC2}" srcOrd="0" destOrd="0" presId="urn:microsoft.com/office/officeart/2005/8/layout/orgChart1"/>
    <dgm:cxn modelId="{6D682092-FC7F-421F-A46A-481913047E46}" type="presOf" srcId="{3188D3B7-D12F-438B-802E-444AD28F7A15}" destId="{B91118DB-C98C-46E3-8F31-7B4AECAED02B}" srcOrd="0" destOrd="0" presId="urn:microsoft.com/office/officeart/2005/8/layout/orgChart1"/>
    <dgm:cxn modelId="{9345DE92-D2EB-4E7C-B7FC-3BCB448612CF}" srcId="{0855127E-5E60-4745-A9AC-DA8731E7AD1B}" destId="{E14BFE54-7135-4FF3-8694-E2644BF31E55}" srcOrd="1" destOrd="0" parTransId="{61842ADE-A25C-4890-97B5-BAA2826B7167}" sibTransId="{7B55EA61-9353-4880-803C-650F825AD318}"/>
    <dgm:cxn modelId="{83413396-3759-4AAE-805E-2E6909066662}" type="presOf" srcId="{FD9C5A42-5C94-4EC5-B504-44EEB7ED03EE}" destId="{BCA4DE12-B39A-4B66-A172-5FCE1C527CD1}" srcOrd="0" destOrd="0" presId="urn:microsoft.com/office/officeart/2005/8/layout/orgChart1"/>
    <dgm:cxn modelId="{D6565897-57F0-4311-8662-370D364A0C96}" srcId="{33359D92-6EF8-4BA6-9E03-ADFA94438B00}" destId="{D2DC3AE5-30FF-4E98-81B4-13835F7CC56F}" srcOrd="0" destOrd="0" parTransId="{84BB02D3-5D8E-44B6-B00A-171075704C07}" sibTransId="{A3D31736-4548-463F-9340-900682062D02}"/>
    <dgm:cxn modelId="{3514A098-2FB4-4666-8E68-94912A16935B}" type="presOf" srcId="{0855127E-5E60-4745-A9AC-DA8731E7AD1B}" destId="{6BFF7836-3A5D-4466-8691-9D1F290F411F}" srcOrd="0" destOrd="0" presId="urn:microsoft.com/office/officeart/2005/8/layout/orgChart1"/>
    <dgm:cxn modelId="{458E6E9B-CE43-4DC2-AB58-8AD6776F4FDF}" type="presOf" srcId="{5BA7CA2B-4FB2-41D4-B66F-99066AD00B6F}" destId="{CA0B2B66-FF05-40D0-B82B-5FA3A9F40601}" srcOrd="1" destOrd="0" presId="urn:microsoft.com/office/officeart/2005/8/layout/orgChart1"/>
    <dgm:cxn modelId="{66B8059D-F6F1-4FFA-B121-7D2B4C90F7C5}" type="presOf" srcId="{B26C9E97-D00C-4F3A-B998-20E5D3F0B653}" destId="{EA918C50-1579-4B22-B545-4615C4361CA7}" srcOrd="0" destOrd="0" presId="urn:microsoft.com/office/officeart/2005/8/layout/orgChart1"/>
    <dgm:cxn modelId="{9A4067A6-DC56-4E37-9A0E-D61494CF92AC}" type="presOf" srcId="{D1CDF817-9FDF-42B1-BC20-31384199BD8D}" destId="{F4237DD2-0A5D-426A-BD3F-C4E381360ABB}" srcOrd="1" destOrd="0" presId="urn:microsoft.com/office/officeart/2005/8/layout/orgChart1"/>
    <dgm:cxn modelId="{2C4E3FA9-0F5B-43E4-9D26-80B695CF8E50}" type="presOf" srcId="{FD9C5A42-5C94-4EC5-B504-44EEB7ED03EE}" destId="{B0D3C9A1-46F5-4AF4-A873-0CC9726B2886}" srcOrd="1" destOrd="0" presId="urn:microsoft.com/office/officeart/2005/8/layout/orgChart1"/>
    <dgm:cxn modelId="{8DF247B0-130F-42A3-AB2E-754F0C1F6E71}" type="presOf" srcId="{5BA7CA2B-4FB2-41D4-B66F-99066AD00B6F}" destId="{9A2E9A83-DC1C-4856-A5F4-F4BD6542BBDC}" srcOrd="0" destOrd="0" presId="urn:microsoft.com/office/officeart/2005/8/layout/orgChart1"/>
    <dgm:cxn modelId="{67DD1DBF-4CB8-4272-AD75-12F7FDC47BB1}" type="presOf" srcId="{97412F94-FEF9-4E6C-911F-0102BDC10C5D}" destId="{1195A04B-AA63-4C45-B830-7DDA97BB2C13}" srcOrd="0" destOrd="0" presId="urn:microsoft.com/office/officeart/2005/8/layout/orgChart1"/>
    <dgm:cxn modelId="{1E1A27C2-F1D5-417C-8F0F-CA84EBE74439}" type="presOf" srcId="{4C496EB2-84BE-40A1-B342-02A3EA0570CC}" destId="{D5CDEB6C-3130-4277-BA7B-B5E89125D17B}" srcOrd="0" destOrd="0" presId="urn:microsoft.com/office/officeart/2005/8/layout/orgChart1"/>
    <dgm:cxn modelId="{597DCCC4-A830-4924-94D1-593E8B517E44}" type="presOf" srcId="{CF7FC585-7856-436E-A678-788A2C73CA18}" destId="{8F2884B6-09F4-4C91-9EC1-8F8754ED2A7B}" srcOrd="0" destOrd="0" presId="urn:microsoft.com/office/officeart/2005/8/layout/orgChart1"/>
    <dgm:cxn modelId="{E658C2C5-7BF8-4CB1-B523-39BC75B0F3DC}" type="presOf" srcId="{8FBBB9A2-965E-4B63-9230-A50FAE848AFA}" destId="{26C15F6F-9909-4CC0-AD80-35960171A60F}" srcOrd="0" destOrd="0" presId="urn:microsoft.com/office/officeart/2005/8/layout/orgChart1"/>
    <dgm:cxn modelId="{E59E10CD-BB47-4DFC-A0B7-670DA61AF1A0}" type="presOf" srcId="{90569968-E76B-49CA-BAC8-EEC75973E0F0}" destId="{707BAC45-DC1F-4E47-ABE6-2C1A41AC5116}" srcOrd="0" destOrd="0" presId="urn:microsoft.com/office/officeart/2005/8/layout/orgChart1"/>
    <dgm:cxn modelId="{CBE8DDCD-0AA9-42FE-88B3-EDF97B4377BF}" type="presOf" srcId="{7FB15FAC-0EA8-4381-827E-F5A087552B05}" destId="{A8AA34E5-225A-4B72-B593-B4753FC7FE88}" srcOrd="0" destOrd="0" presId="urn:microsoft.com/office/officeart/2005/8/layout/orgChart1"/>
    <dgm:cxn modelId="{FC1F0BCE-4E82-4F5B-A50B-CCA93EA1DE14}" type="presOf" srcId="{31EDBD80-18E1-4633-BBCB-3D16377E3D87}" destId="{B70FD6F3-18D8-454C-9C6C-FC76280460DD}" srcOrd="0" destOrd="0" presId="urn:microsoft.com/office/officeart/2005/8/layout/orgChart1"/>
    <dgm:cxn modelId="{EBD511CF-A2B7-4663-BA8A-1D4DDA2DA3D9}" type="presOf" srcId="{D1CDF817-9FDF-42B1-BC20-31384199BD8D}" destId="{4E53E19E-229E-4DB3-9562-45C92FB19DF5}" srcOrd="0" destOrd="0" presId="urn:microsoft.com/office/officeart/2005/8/layout/orgChart1"/>
    <dgm:cxn modelId="{EA8631CF-E35F-4B4F-B370-67AA70A29005}" srcId="{8B4AE2D6-E42E-45B4-A6D8-28269B79F05D}" destId="{5BA7CA2B-4FB2-41D4-B66F-99066AD00B6F}" srcOrd="0" destOrd="0" parTransId="{3DC1A47D-E82C-4D96-A6E9-ADF5A7EAE5AE}" sibTransId="{6504BE77-061A-49F7-A35F-ABFB1FE7D512}"/>
    <dgm:cxn modelId="{03C8A7D0-BA0B-41F0-81E3-A04C69858AE9}" srcId="{8B4AE2D6-E42E-45B4-A6D8-28269B79F05D}" destId="{33359D92-6EF8-4BA6-9E03-ADFA94438B00}" srcOrd="2" destOrd="0" parTransId="{3188D3B7-D12F-438B-802E-444AD28F7A15}" sibTransId="{8E80D5D0-809A-401A-972A-2D7707518434}"/>
    <dgm:cxn modelId="{57BC22D4-F59F-4A2D-AF02-CD3AC9E12737}" srcId="{33359D92-6EF8-4BA6-9E03-ADFA94438B00}" destId="{90569968-E76B-49CA-BAC8-EEC75973E0F0}" srcOrd="4" destOrd="0" parTransId="{4C496EB2-84BE-40A1-B342-02A3EA0570CC}" sibTransId="{9C3E4837-75D1-48E7-85E0-CFC22EB9EF6A}"/>
    <dgm:cxn modelId="{5DFBF0D4-DCD4-4F2F-A1C2-28E251A978FC}" type="presOf" srcId="{0050CA29-8181-408F-8091-108ABE5314D5}" destId="{9300C45D-1B9B-45E8-AE34-C14EDDE96536}" srcOrd="0" destOrd="0" presId="urn:microsoft.com/office/officeart/2005/8/layout/orgChart1"/>
    <dgm:cxn modelId="{B9E309D7-50F5-4D03-8C4E-D3F938796FAF}" type="presOf" srcId="{3DC1A47D-E82C-4D96-A6E9-ADF5A7EAE5AE}" destId="{EDC63F59-A114-43CF-91C4-DF58BD48075A}" srcOrd="0" destOrd="0" presId="urn:microsoft.com/office/officeart/2005/8/layout/orgChart1"/>
    <dgm:cxn modelId="{D57926DB-5392-4817-A2B8-9DEC27EECB20}" type="presOf" srcId="{0855127E-5E60-4745-A9AC-DA8731E7AD1B}" destId="{AB20CF91-204A-4714-A210-631F2C81A02D}" srcOrd="1" destOrd="0" presId="urn:microsoft.com/office/officeart/2005/8/layout/orgChart1"/>
    <dgm:cxn modelId="{33DA97DB-7165-4EF9-B761-90476481FEEF}" type="presOf" srcId="{0DBFE23B-B9E8-422C-BBFC-A81E01AAE2C6}" destId="{6018BCD4-EF87-46CD-8FB6-A22262A4BCF9}" srcOrd="0" destOrd="0" presId="urn:microsoft.com/office/officeart/2005/8/layout/orgChart1"/>
    <dgm:cxn modelId="{596229DF-B682-47F7-9C5D-E9AA0484A5CA}" type="presOf" srcId="{9CDC4B50-2E8C-453C-B09F-94A1AF699730}" destId="{506B15CD-854D-494F-BFD3-4DEF9FF0F899}" srcOrd="0" destOrd="0" presId="urn:microsoft.com/office/officeart/2005/8/layout/orgChart1"/>
    <dgm:cxn modelId="{768DFBED-DC2F-473A-B1F8-A634E5667690}" type="presOf" srcId="{9D869961-EC60-44AF-BF87-22C7107389FE}" destId="{0FA1C9F2-8ABB-4EC9-AF04-A87B079C7556}" srcOrd="0" destOrd="0" presId="urn:microsoft.com/office/officeart/2005/8/layout/orgChart1"/>
    <dgm:cxn modelId="{31A5CAF5-BE5E-4FF4-B314-0D0A85B1B391}" srcId="{0855127E-5E60-4745-A9AC-DA8731E7AD1B}" destId="{FD9C5A42-5C94-4EC5-B504-44EEB7ED03EE}" srcOrd="2" destOrd="0" parTransId="{7FB15FAC-0EA8-4381-827E-F5A087552B05}" sibTransId="{2B9A723B-D2F6-4CC3-BA3C-C77F8BA7F656}"/>
    <dgm:cxn modelId="{8386DDFB-4FF9-48EC-A670-60655A486A69}" type="presOf" srcId="{562FFC68-AE25-4141-AD7B-CE50940DB5C5}" destId="{2D65F671-8A60-4B10-A553-299C82653B73}" srcOrd="0" destOrd="0" presId="urn:microsoft.com/office/officeart/2005/8/layout/orgChart1"/>
    <dgm:cxn modelId="{66BE50CA-1FC6-4185-89B1-4939C1A43E7D}" type="presParOf" srcId="{6B950391-0644-4365-8117-930A834AA079}" destId="{E199AD91-A4BF-4755-8E18-693122C3ADEF}" srcOrd="0" destOrd="0" presId="urn:microsoft.com/office/officeart/2005/8/layout/orgChart1"/>
    <dgm:cxn modelId="{D1B82B82-8DAF-44AE-BBA6-CC59D580F889}" type="presParOf" srcId="{E199AD91-A4BF-4755-8E18-693122C3ADEF}" destId="{C459BD1F-0AF0-4063-80C2-50F821C85C19}" srcOrd="0" destOrd="0" presId="urn:microsoft.com/office/officeart/2005/8/layout/orgChart1"/>
    <dgm:cxn modelId="{54223223-807D-470D-B2FB-1AB07D25922D}" type="presParOf" srcId="{C459BD1F-0AF0-4063-80C2-50F821C85C19}" destId="{01DEF9FF-762E-410F-978B-D767058C1432}" srcOrd="0" destOrd="0" presId="urn:microsoft.com/office/officeart/2005/8/layout/orgChart1"/>
    <dgm:cxn modelId="{A34C7FEF-1B50-4EC5-B4E0-0A6A6C11BE22}" type="presParOf" srcId="{C459BD1F-0AF0-4063-80C2-50F821C85C19}" destId="{E2D7715D-E962-48F3-B6C6-4F0CC709F9F0}" srcOrd="1" destOrd="0" presId="urn:microsoft.com/office/officeart/2005/8/layout/orgChart1"/>
    <dgm:cxn modelId="{9D93E262-DA54-425B-B6C6-97EB94AE9DD8}" type="presParOf" srcId="{E199AD91-A4BF-4755-8E18-693122C3ADEF}" destId="{48CE122A-3ECC-43D9-ADC4-681E1E46780D}" srcOrd="1" destOrd="0" presId="urn:microsoft.com/office/officeart/2005/8/layout/orgChart1"/>
    <dgm:cxn modelId="{DC78E6BF-3055-4EBB-9629-D19FE79C97BE}" type="presParOf" srcId="{48CE122A-3ECC-43D9-ADC4-681E1E46780D}" destId="{EDC63F59-A114-43CF-91C4-DF58BD48075A}" srcOrd="0" destOrd="0" presId="urn:microsoft.com/office/officeart/2005/8/layout/orgChart1"/>
    <dgm:cxn modelId="{C9D3FDB2-F7F2-4174-B60B-752A1652EB64}" type="presParOf" srcId="{48CE122A-3ECC-43D9-ADC4-681E1E46780D}" destId="{7F567E5B-884E-4709-B437-040682B97F9C}" srcOrd="1" destOrd="0" presId="urn:microsoft.com/office/officeart/2005/8/layout/orgChart1"/>
    <dgm:cxn modelId="{8426E2C9-0CD0-4660-BC08-D537E05E9BCD}" type="presParOf" srcId="{7F567E5B-884E-4709-B437-040682B97F9C}" destId="{EC31A06D-C6AC-4C29-ADB6-0CC5CD9CB4A4}" srcOrd="0" destOrd="0" presId="urn:microsoft.com/office/officeart/2005/8/layout/orgChart1"/>
    <dgm:cxn modelId="{0622AAC9-6B50-46FE-A325-19D70F4878AB}" type="presParOf" srcId="{EC31A06D-C6AC-4C29-ADB6-0CC5CD9CB4A4}" destId="{9A2E9A83-DC1C-4856-A5F4-F4BD6542BBDC}" srcOrd="0" destOrd="0" presId="urn:microsoft.com/office/officeart/2005/8/layout/orgChart1"/>
    <dgm:cxn modelId="{9E892342-6D28-4CDF-AC2E-05F20D71D8BE}" type="presParOf" srcId="{EC31A06D-C6AC-4C29-ADB6-0CC5CD9CB4A4}" destId="{CA0B2B66-FF05-40D0-B82B-5FA3A9F40601}" srcOrd="1" destOrd="0" presId="urn:microsoft.com/office/officeart/2005/8/layout/orgChart1"/>
    <dgm:cxn modelId="{5E13BFF6-E0EE-40BA-BCC3-D8BA270189DB}" type="presParOf" srcId="{7F567E5B-884E-4709-B437-040682B97F9C}" destId="{31A55262-3C4E-4FFC-9B62-0FF3FFAC91AB}" srcOrd="1" destOrd="0" presId="urn:microsoft.com/office/officeart/2005/8/layout/orgChart1"/>
    <dgm:cxn modelId="{E583D217-1B4D-4C80-A90E-236466679834}" type="presParOf" srcId="{7F567E5B-884E-4709-B437-040682B97F9C}" destId="{6F801CCC-0D0D-4AE6-B2E6-4BED0A5975EF}" srcOrd="2" destOrd="0" presId="urn:microsoft.com/office/officeart/2005/8/layout/orgChart1"/>
    <dgm:cxn modelId="{2FB1039E-0446-42E6-A2AF-768632BCC4EA}" type="presParOf" srcId="{48CE122A-3ECC-43D9-ADC4-681E1E46780D}" destId="{2D65F671-8A60-4B10-A553-299C82653B73}" srcOrd="2" destOrd="0" presId="urn:microsoft.com/office/officeart/2005/8/layout/orgChart1"/>
    <dgm:cxn modelId="{49AD8617-0B8D-4E50-87B8-86038C00FF91}" type="presParOf" srcId="{48CE122A-3ECC-43D9-ADC4-681E1E46780D}" destId="{D0353DF7-CC20-4538-A4B4-2601F0E925A7}" srcOrd="3" destOrd="0" presId="urn:microsoft.com/office/officeart/2005/8/layout/orgChart1"/>
    <dgm:cxn modelId="{B0B6C4AC-DDCD-4B7C-80CD-A95988D6F228}" type="presParOf" srcId="{D0353DF7-CC20-4538-A4B4-2601F0E925A7}" destId="{138AF385-1582-4F37-A4EE-164CAD87F1C8}" srcOrd="0" destOrd="0" presId="urn:microsoft.com/office/officeart/2005/8/layout/orgChart1"/>
    <dgm:cxn modelId="{F295F849-790C-48DF-8F13-7512F04BA5AC}" type="presParOf" srcId="{138AF385-1582-4F37-A4EE-164CAD87F1C8}" destId="{6BFF7836-3A5D-4466-8691-9D1F290F411F}" srcOrd="0" destOrd="0" presId="urn:microsoft.com/office/officeart/2005/8/layout/orgChart1"/>
    <dgm:cxn modelId="{BDD33339-5EFB-4B17-A8E5-73BF3C6AF848}" type="presParOf" srcId="{138AF385-1582-4F37-A4EE-164CAD87F1C8}" destId="{AB20CF91-204A-4714-A210-631F2C81A02D}" srcOrd="1" destOrd="0" presId="urn:microsoft.com/office/officeart/2005/8/layout/orgChart1"/>
    <dgm:cxn modelId="{27679430-183E-404A-A827-11D3D34050D9}" type="presParOf" srcId="{D0353DF7-CC20-4538-A4B4-2601F0E925A7}" destId="{0EC80965-99AD-4F4B-98C1-2131947C0E98}" srcOrd="1" destOrd="0" presId="urn:microsoft.com/office/officeart/2005/8/layout/orgChart1"/>
    <dgm:cxn modelId="{E77EE289-58B3-40FE-B164-92C763C128FB}" type="presParOf" srcId="{0EC80965-99AD-4F4B-98C1-2131947C0E98}" destId="{B70FD6F3-18D8-454C-9C6C-FC76280460DD}" srcOrd="0" destOrd="0" presId="urn:microsoft.com/office/officeart/2005/8/layout/orgChart1"/>
    <dgm:cxn modelId="{A01DB0C2-F6BC-4A61-9E6E-9E67539030F3}" type="presParOf" srcId="{0EC80965-99AD-4F4B-98C1-2131947C0E98}" destId="{475ADE0C-EE76-43DA-9DB2-2C2801A25822}" srcOrd="1" destOrd="0" presId="urn:microsoft.com/office/officeart/2005/8/layout/orgChart1"/>
    <dgm:cxn modelId="{D131B4A5-0146-4A49-A1F2-0D47AA3DBF47}" type="presParOf" srcId="{475ADE0C-EE76-43DA-9DB2-2C2801A25822}" destId="{EB22CFDF-0A6C-42C9-A282-181F29FBF6AD}" srcOrd="0" destOrd="0" presId="urn:microsoft.com/office/officeart/2005/8/layout/orgChart1"/>
    <dgm:cxn modelId="{CD770088-0B75-4FF9-82B1-FFD6111CAFB2}" type="presParOf" srcId="{EB22CFDF-0A6C-42C9-A282-181F29FBF6AD}" destId="{D572552E-0D9E-4CCE-B55C-FEB746B71F04}" srcOrd="0" destOrd="0" presId="urn:microsoft.com/office/officeart/2005/8/layout/orgChart1"/>
    <dgm:cxn modelId="{4F5433F1-7B47-4D76-9FA0-39391B9A3C43}" type="presParOf" srcId="{EB22CFDF-0A6C-42C9-A282-181F29FBF6AD}" destId="{7F3AB575-B967-43B1-A0D1-E14C960D1D0F}" srcOrd="1" destOrd="0" presId="urn:microsoft.com/office/officeart/2005/8/layout/orgChart1"/>
    <dgm:cxn modelId="{ABDC5BFB-6D32-4B1B-91B6-54EE93D205D3}" type="presParOf" srcId="{475ADE0C-EE76-43DA-9DB2-2C2801A25822}" destId="{72175AF6-AACE-4797-B41D-B4C128DEEDB0}" srcOrd="1" destOrd="0" presId="urn:microsoft.com/office/officeart/2005/8/layout/orgChart1"/>
    <dgm:cxn modelId="{F2A709C6-0577-41B9-82D5-9D334F4D60E2}" type="presParOf" srcId="{475ADE0C-EE76-43DA-9DB2-2C2801A25822}" destId="{B8C9C480-7988-4A39-8823-F69DF7A51CD3}" srcOrd="2" destOrd="0" presId="urn:microsoft.com/office/officeart/2005/8/layout/orgChart1"/>
    <dgm:cxn modelId="{B5768CB7-D19B-4D09-8F07-580E6A0721C0}" type="presParOf" srcId="{0EC80965-99AD-4F4B-98C1-2131947C0E98}" destId="{3B5559BC-311B-4682-B06F-B4E7C4CA4428}" srcOrd="2" destOrd="0" presId="urn:microsoft.com/office/officeart/2005/8/layout/orgChart1"/>
    <dgm:cxn modelId="{0FC54879-7E60-4090-8426-972410A954C5}" type="presParOf" srcId="{0EC80965-99AD-4F4B-98C1-2131947C0E98}" destId="{374CF018-DE76-4C4A-AB6C-5163F09AFFAB}" srcOrd="3" destOrd="0" presId="urn:microsoft.com/office/officeart/2005/8/layout/orgChart1"/>
    <dgm:cxn modelId="{1EBF6C82-5663-4E63-B1E6-5CE7BD33D10E}" type="presParOf" srcId="{374CF018-DE76-4C4A-AB6C-5163F09AFFAB}" destId="{BB60B713-7BB8-4E90-8E42-CD8C4E9BEDA7}" srcOrd="0" destOrd="0" presId="urn:microsoft.com/office/officeart/2005/8/layout/orgChart1"/>
    <dgm:cxn modelId="{C2349E57-2F1C-4690-A7DB-A18E9E66E939}" type="presParOf" srcId="{BB60B713-7BB8-4E90-8E42-CD8C4E9BEDA7}" destId="{4E40564F-9231-4E9C-ADCB-CEE148783C9C}" srcOrd="0" destOrd="0" presId="urn:microsoft.com/office/officeart/2005/8/layout/orgChart1"/>
    <dgm:cxn modelId="{D8E6EF44-9C42-4755-81BD-6DE920A0720E}" type="presParOf" srcId="{BB60B713-7BB8-4E90-8E42-CD8C4E9BEDA7}" destId="{29CEE2B2-F517-4D17-935A-4736B91611E8}" srcOrd="1" destOrd="0" presId="urn:microsoft.com/office/officeart/2005/8/layout/orgChart1"/>
    <dgm:cxn modelId="{1B548982-5B3B-4D21-82C0-785643290DC0}" type="presParOf" srcId="{374CF018-DE76-4C4A-AB6C-5163F09AFFAB}" destId="{C7774F49-A45D-4ACA-AA33-83B407941C6E}" srcOrd="1" destOrd="0" presId="urn:microsoft.com/office/officeart/2005/8/layout/orgChart1"/>
    <dgm:cxn modelId="{6461A906-2406-4F4F-9E48-7FD4B3282C72}" type="presParOf" srcId="{374CF018-DE76-4C4A-AB6C-5163F09AFFAB}" destId="{C151279B-CD63-4E14-A052-527ABC7F0CA4}" srcOrd="2" destOrd="0" presId="urn:microsoft.com/office/officeart/2005/8/layout/orgChart1"/>
    <dgm:cxn modelId="{49F2D507-749D-4EEF-90B5-806578F349DB}" type="presParOf" srcId="{0EC80965-99AD-4F4B-98C1-2131947C0E98}" destId="{A8AA34E5-225A-4B72-B593-B4753FC7FE88}" srcOrd="4" destOrd="0" presId="urn:microsoft.com/office/officeart/2005/8/layout/orgChart1"/>
    <dgm:cxn modelId="{C24C33BC-3CBE-4A4D-8EA8-0299DEC91891}" type="presParOf" srcId="{0EC80965-99AD-4F4B-98C1-2131947C0E98}" destId="{61769459-3FB6-4878-A752-DE9416290B7F}" srcOrd="5" destOrd="0" presId="urn:microsoft.com/office/officeart/2005/8/layout/orgChart1"/>
    <dgm:cxn modelId="{71B6784E-879F-4618-A800-38E95A0F9FBF}" type="presParOf" srcId="{61769459-3FB6-4878-A752-DE9416290B7F}" destId="{9157AD5F-520F-4B40-B443-73923F97A26E}" srcOrd="0" destOrd="0" presId="urn:microsoft.com/office/officeart/2005/8/layout/orgChart1"/>
    <dgm:cxn modelId="{EFBB62D4-839C-4B3F-BD22-9F6D75651473}" type="presParOf" srcId="{9157AD5F-520F-4B40-B443-73923F97A26E}" destId="{BCA4DE12-B39A-4B66-A172-5FCE1C527CD1}" srcOrd="0" destOrd="0" presId="urn:microsoft.com/office/officeart/2005/8/layout/orgChart1"/>
    <dgm:cxn modelId="{BBF73D5C-48E5-475E-9354-57DACF43A223}" type="presParOf" srcId="{9157AD5F-520F-4B40-B443-73923F97A26E}" destId="{B0D3C9A1-46F5-4AF4-A873-0CC9726B2886}" srcOrd="1" destOrd="0" presId="urn:microsoft.com/office/officeart/2005/8/layout/orgChart1"/>
    <dgm:cxn modelId="{03A4EBA1-FB1B-4AB1-8002-6CB2F6E68A62}" type="presParOf" srcId="{61769459-3FB6-4878-A752-DE9416290B7F}" destId="{1E66B020-C5FF-41B6-A4E8-7E667AF91B68}" srcOrd="1" destOrd="0" presId="urn:microsoft.com/office/officeart/2005/8/layout/orgChart1"/>
    <dgm:cxn modelId="{60569CFC-0662-4731-A405-1FE58869CF08}" type="presParOf" srcId="{61769459-3FB6-4878-A752-DE9416290B7F}" destId="{55881BA7-92D1-484B-8A25-4E462FC31A19}" srcOrd="2" destOrd="0" presId="urn:microsoft.com/office/officeart/2005/8/layout/orgChart1"/>
    <dgm:cxn modelId="{4CC5718B-73D5-4671-9C57-7F7416C24B24}" type="presParOf" srcId="{0EC80965-99AD-4F4B-98C1-2131947C0E98}" destId="{0FA1C9F2-8ABB-4EC9-AF04-A87B079C7556}" srcOrd="6" destOrd="0" presId="urn:microsoft.com/office/officeart/2005/8/layout/orgChart1"/>
    <dgm:cxn modelId="{3D2A5219-E6CD-41A0-BBA5-30D7D858CE1E}" type="presParOf" srcId="{0EC80965-99AD-4F4B-98C1-2131947C0E98}" destId="{DDED9464-7803-47FD-83B0-C0550C353AB9}" srcOrd="7" destOrd="0" presId="urn:microsoft.com/office/officeart/2005/8/layout/orgChart1"/>
    <dgm:cxn modelId="{ABE66FFB-02CE-42F5-AB0C-A2BD30D17DE5}" type="presParOf" srcId="{DDED9464-7803-47FD-83B0-C0550C353AB9}" destId="{795D7F35-B9E0-4A21-A5DF-D6DE08E50E9F}" srcOrd="0" destOrd="0" presId="urn:microsoft.com/office/officeart/2005/8/layout/orgChart1"/>
    <dgm:cxn modelId="{A4047E0C-772D-43DA-9557-D53D79A66EF5}" type="presParOf" srcId="{795D7F35-B9E0-4A21-A5DF-D6DE08E50E9F}" destId="{69E7555A-9EEB-4E61-BA45-123E10737BC2}" srcOrd="0" destOrd="0" presId="urn:microsoft.com/office/officeart/2005/8/layout/orgChart1"/>
    <dgm:cxn modelId="{E725ECBC-3B51-482D-AD6D-4F700BA21E87}" type="presParOf" srcId="{795D7F35-B9E0-4A21-A5DF-D6DE08E50E9F}" destId="{A2D475E7-BFA5-4ED7-AFB1-1A4462FA37ED}" srcOrd="1" destOrd="0" presId="urn:microsoft.com/office/officeart/2005/8/layout/orgChart1"/>
    <dgm:cxn modelId="{715135EE-E97E-4B34-9780-EC5055275C69}" type="presParOf" srcId="{DDED9464-7803-47FD-83B0-C0550C353AB9}" destId="{E16C1D14-0184-41DB-9031-495CFE0B4D08}" srcOrd="1" destOrd="0" presId="urn:microsoft.com/office/officeart/2005/8/layout/orgChart1"/>
    <dgm:cxn modelId="{1889BC8B-2D67-4A50-84E2-96C45A09D36A}" type="presParOf" srcId="{DDED9464-7803-47FD-83B0-C0550C353AB9}" destId="{F51088AC-652E-427F-B09A-15F49900A2A7}" srcOrd="2" destOrd="0" presId="urn:microsoft.com/office/officeart/2005/8/layout/orgChart1"/>
    <dgm:cxn modelId="{1CC0320B-9275-4A37-9CF6-F343EA99EE81}" type="presParOf" srcId="{0EC80965-99AD-4F4B-98C1-2131947C0E98}" destId="{BC0FC690-3EA4-46E5-884F-BCF0745F2508}" srcOrd="8" destOrd="0" presId="urn:microsoft.com/office/officeart/2005/8/layout/orgChart1"/>
    <dgm:cxn modelId="{16103DAA-639E-42BE-BAAE-9766B17B25FF}" type="presParOf" srcId="{0EC80965-99AD-4F4B-98C1-2131947C0E98}" destId="{2ECE14AE-DD1D-45D2-8065-43B3C6ACB395}" srcOrd="9" destOrd="0" presId="urn:microsoft.com/office/officeart/2005/8/layout/orgChart1"/>
    <dgm:cxn modelId="{29787009-9F07-4070-B6B6-F565B195FD5F}" type="presParOf" srcId="{2ECE14AE-DD1D-45D2-8065-43B3C6ACB395}" destId="{E5A02FC2-AED8-4BF1-BAF9-F8C2F1EDE808}" srcOrd="0" destOrd="0" presId="urn:microsoft.com/office/officeart/2005/8/layout/orgChart1"/>
    <dgm:cxn modelId="{AB3FB89D-E0B3-45A7-80DD-8BB26C2288AE}" type="presParOf" srcId="{E5A02FC2-AED8-4BF1-BAF9-F8C2F1EDE808}" destId="{8F2884B6-09F4-4C91-9EC1-8F8754ED2A7B}" srcOrd="0" destOrd="0" presId="urn:microsoft.com/office/officeart/2005/8/layout/orgChart1"/>
    <dgm:cxn modelId="{2896F342-6C1E-4B4D-8B2D-ECB383D2DE7D}" type="presParOf" srcId="{E5A02FC2-AED8-4BF1-BAF9-F8C2F1EDE808}" destId="{98D649E8-7681-41E9-B7B0-7605C4CD8C98}" srcOrd="1" destOrd="0" presId="urn:microsoft.com/office/officeart/2005/8/layout/orgChart1"/>
    <dgm:cxn modelId="{182018A9-4385-44D2-909C-C2E507C2C48E}" type="presParOf" srcId="{2ECE14AE-DD1D-45D2-8065-43B3C6ACB395}" destId="{99D8DC3D-8A9D-48A2-A394-DD5DD6644B21}" srcOrd="1" destOrd="0" presId="urn:microsoft.com/office/officeart/2005/8/layout/orgChart1"/>
    <dgm:cxn modelId="{3A21A0EC-F564-4108-B0A2-79C4AD94C4F2}" type="presParOf" srcId="{2ECE14AE-DD1D-45D2-8065-43B3C6ACB395}" destId="{62D1773A-ACC7-4822-95AA-C990F4A2C935}" srcOrd="2" destOrd="0" presId="urn:microsoft.com/office/officeart/2005/8/layout/orgChart1"/>
    <dgm:cxn modelId="{C730E7C7-FC6C-4C84-B543-D670E392ADB8}" type="presParOf" srcId="{0EC80965-99AD-4F4B-98C1-2131947C0E98}" destId="{9075D590-2D19-46E8-9E44-660C747CDD84}" srcOrd="10" destOrd="0" presId="urn:microsoft.com/office/officeart/2005/8/layout/orgChart1"/>
    <dgm:cxn modelId="{675986A4-A9AE-4F10-9E6D-1E5E4574115D}" type="presParOf" srcId="{0EC80965-99AD-4F4B-98C1-2131947C0E98}" destId="{42D54F9B-0353-4732-ACAE-C4BFF4187584}" srcOrd="11" destOrd="0" presId="urn:microsoft.com/office/officeart/2005/8/layout/orgChart1"/>
    <dgm:cxn modelId="{3991CDBF-E4FB-41EA-BF21-E77F3C7B0985}" type="presParOf" srcId="{42D54F9B-0353-4732-ACAE-C4BFF4187584}" destId="{40C0FECF-6DBC-45F8-AA2A-12421573E995}" srcOrd="0" destOrd="0" presId="urn:microsoft.com/office/officeart/2005/8/layout/orgChart1"/>
    <dgm:cxn modelId="{970552FA-6702-43C7-82DC-92C259FF8F95}" type="presParOf" srcId="{40C0FECF-6DBC-45F8-AA2A-12421573E995}" destId="{B70CB09B-DA62-4E01-AE4F-3DCDB129E66B}" srcOrd="0" destOrd="0" presId="urn:microsoft.com/office/officeart/2005/8/layout/orgChart1"/>
    <dgm:cxn modelId="{B8B2DFD1-0B19-497D-9FE0-82F1BF69EF85}" type="presParOf" srcId="{40C0FECF-6DBC-45F8-AA2A-12421573E995}" destId="{4D2EF61E-CC3F-43F4-8889-1D0763F62B42}" srcOrd="1" destOrd="0" presId="urn:microsoft.com/office/officeart/2005/8/layout/orgChart1"/>
    <dgm:cxn modelId="{F64667F8-11DD-419C-B52F-D3A234058B78}" type="presParOf" srcId="{42D54F9B-0353-4732-ACAE-C4BFF4187584}" destId="{2E95E348-11E7-4D4F-AE10-630E3AD25802}" srcOrd="1" destOrd="0" presId="urn:microsoft.com/office/officeart/2005/8/layout/orgChart1"/>
    <dgm:cxn modelId="{4A3FB365-0A39-469F-A341-D5E447832099}" type="presParOf" srcId="{42D54F9B-0353-4732-ACAE-C4BFF4187584}" destId="{38C91C02-0F43-4E98-BF44-FD89F3D18165}" srcOrd="2" destOrd="0" presId="urn:microsoft.com/office/officeart/2005/8/layout/orgChart1"/>
    <dgm:cxn modelId="{7EFC04BC-E2A7-4DBE-A01E-FDF610A1BD02}" type="presParOf" srcId="{D0353DF7-CC20-4538-A4B4-2601F0E925A7}" destId="{4EB6E5D0-2889-4176-8B84-AF81F53AC69E}" srcOrd="2" destOrd="0" presId="urn:microsoft.com/office/officeart/2005/8/layout/orgChart1"/>
    <dgm:cxn modelId="{CD3BDAB0-7079-40BC-B25E-D59311916EE2}" type="presParOf" srcId="{48CE122A-3ECC-43D9-ADC4-681E1E46780D}" destId="{B91118DB-C98C-46E3-8F31-7B4AECAED02B}" srcOrd="4" destOrd="0" presId="urn:microsoft.com/office/officeart/2005/8/layout/orgChart1"/>
    <dgm:cxn modelId="{31C0C533-ED35-47F4-A2F3-BAF084CAB840}" type="presParOf" srcId="{48CE122A-3ECC-43D9-ADC4-681E1E46780D}" destId="{A37CCF7F-3365-4C35-BA4D-750377F2C09D}" srcOrd="5" destOrd="0" presId="urn:microsoft.com/office/officeart/2005/8/layout/orgChart1"/>
    <dgm:cxn modelId="{89CBAFD7-5467-4DE1-AD90-06709E505823}" type="presParOf" srcId="{A37CCF7F-3365-4C35-BA4D-750377F2C09D}" destId="{CD61D5EF-CBD5-460D-ACBB-560D62B3494E}" srcOrd="0" destOrd="0" presId="urn:microsoft.com/office/officeart/2005/8/layout/orgChart1"/>
    <dgm:cxn modelId="{D677FF9F-41AE-4486-ABB3-89EC5F53589D}" type="presParOf" srcId="{CD61D5EF-CBD5-460D-ACBB-560D62B3494E}" destId="{1ECD135F-C308-4097-A30B-0CEC99CD8FBD}" srcOrd="0" destOrd="0" presId="urn:microsoft.com/office/officeart/2005/8/layout/orgChart1"/>
    <dgm:cxn modelId="{AE4D4426-E0EE-4BA7-BF9F-8952EF042511}" type="presParOf" srcId="{CD61D5EF-CBD5-460D-ACBB-560D62B3494E}" destId="{E5EA2F75-F0B1-4B80-9AD1-BE6F590659EC}" srcOrd="1" destOrd="0" presId="urn:microsoft.com/office/officeart/2005/8/layout/orgChart1"/>
    <dgm:cxn modelId="{95B0B5C5-3B3C-483D-BE95-5B812FA52F73}" type="presParOf" srcId="{A37CCF7F-3365-4C35-BA4D-750377F2C09D}" destId="{5CEB7FED-3858-40F3-8217-F8E24DC4743A}" srcOrd="1" destOrd="0" presId="urn:microsoft.com/office/officeart/2005/8/layout/orgChart1"/>
    <dgm:cxn modelId="{FA6995EA-8E8C-4ADC-BAB7-13763EDAC5FF}" type="presParOf" srcId="{5CEB7FED-3858-40F3-8217-F8E24DC4743A}" destId="{C42BA675-AE6E-4F43-8877-ECEEF5EF39FE}" srcOrd="0" destOrd="0" presId="urn:microsoft.com/office/officeart/2005/8/layout/orgChart1"/>
    <dgm:cxn modelId="{7901CC28-A479-4812-8668-27E9FF460011}" type="presParOf" srcId="{5CEB7FED-3858-40F3-8217-F8E24DC4743A}" destId="{6CA6907E-B3F1-40F3-ADF7-4A6A48095487}" srcOrd="1" destOrd="0" presId="urn:microsoft.com/office/officeart/2005/8/layout/orgChart1"/>
    <dgm:cxn modelId="{33A30BB4-06A4-4BE2-B517-3092E3160A2B}" type="presParOf" srcId="{6CA6907E-B3F1-40F3-ADF7-4A6A48095487}" destId="{F5DABA0D-34C1-4994-ABE5-6B3E642BFC68}" srcOrd="0" destOrd="0" presId="urn:microsoft.com/office/officeart/2005/8/layout/orgChart1"/>
    <dgm:cxn modelId="{98FE1960-0CA9-41D3-BE4A-19F1BCB129FC}" type="presParOf" srcId="{F5DABA0D-34C1-4994-ABE5-6B3E642BFC68}" destId="{E93BC0C2-BBC6-4F72-AFAC-E1833EDB0C45}" srcOrd="0" destOrd="0" presId="urn:microsoft.com/office/officeart/2005/8/layout/orgChart1"/>
    <dgm:cxn modelId="{662F0557-8846-46F8-850C-AD0AD113F72A}" type="presParOf" srcId="{F5DABA0D-34C1-4994-ABE5-6B3E642BFC68}" destId="{1DCE2D56-CA5F-44C8-A925-066EFF693CDA}" srcOrd="1" destOrd="0" presId="urn:microsoft.com/office/officeart/2005/8/layout/orgChart1"/>
    <dgm:cxn modelId="{DCDB178E-2690-4BF3-A9D2-9DD2A23D559E}" type="presParOf" srcId="{6CA6907E-B3F1-40F3-ADF7-4A6A48095487}" destId="{12A5718B-B4DC-4E3B-8A68-8BB7EC754010}" srcOrd="1" destOrd="0" presId="urn:microsoft.com/office/officeart/2005/8/layout/orgChart1"/>
    <dgm:cxn modelId="{A9B7C4BC-6BF4-4E59-81DF-EB42918C2DDB}" type="presParOf" srcId="{6CA6907E-B3F1-40F3-ADF7-4A6A48095487}" destId="{D63FB72F-0A3A-4C28-B7E4-2B2B9D59561F}" srcOrd="2" destOrd="0" presId="urn:microsoft.com/office/officeart/2005/8/layout/orgChart1"/>
    <dgm:cxn modelId="{C1080E01-BE1E-4337-A3A0-A605E297BB5B}" type="presParOf" srcId="{5CEB7FED-3858-40F3-8217-F8E24DC4743A}" destId="{EA918C50-1579-4B22-B545-4615C4361CA7}" srcOrd="2" destOrd="0" presId="urn:microsoft.com/office/officeart/2005/8/layout/orgChart1"/>
    <dgm:cxn modelId="{421223E3-6410-4BE2-8B3F-29CE2121C640}" type="presParOf" srcId="{5CEB7FED-3858-40F3-8217-F8E24DC4743A}" destId="{6A14AA90-D825-4D20-A755-8D2AE64408BF}" srcOrd="3" destOrd="0" presId="urn:microsoft.com/office/officeart/2005/8/layout/orgChart1"/>
    <dgm:cxn modelId="{E698AA30-39C6-4295-A5DB-6EB2843323A0}" type="presParOf" srcId="{6A14AA90-D825-4D20-A755-8D2AE64408BF}" destId="{7F00072A-AA2D-4560-8C58-827EE2157CFA}" srcOrd="0" destOrd="0" presId="urn:microsoft.com/office/officeart/2005/8/layout/orgChart1"/>
    <dgm:cxn modelId="{4E3616E8-F90E-48DE-8BE1-B178556F1E55}" type="presParOf" srcId="{7F00072A-AA2D-4560-8C58-827EE2157CFA}" destId="{AACBF60E-0FE7-4EA8-B670-3B224EB90137}" srcOrd="0" destOrd="0" presId="urn:microsoft.com/office/officeart/2005/8/layout/orgChart1"/>
    <dgm:cxn modelId="{27A6410A-E8E2-4CDD-888E-D1B732B15232}" type="presParOf" srcId="{7F00072A-AA2D-4560-8C58-827EE2157CFA}" destId="{982B2524-1557-4A26-9D18-97003089AE23}" srcOrd="1" destOrd="0" presId="urn:microsoft.com/office/officeart/2005/8/layout/orgChart1"/>
    <dgm:cxn modelId="{8B1FD786-0102-40AC-A82F-51A839CB83AC}" type="presParOf" srcId="{6A14AA90-D825-4D20-A755-8D2AE64408BF}" destId="{8CC9D010-6FF5-4696-A3A2-01B084CB3F34}" srcOrd="1" destOrd="0" presId="urn:microsoft.com/office/officeart/2005/8/layout/orgChart1"/>
    <dgm:cxn modelId="{0F89F320-0DFA-44F4-80B1-1C58435B95DB}" type="presParOf" srcId="{6A14AA90-D825-4D20-A755-8D2AE64408BF}" destId="{FEF8EEE0-C71F-4F3D-ABE9-6E6F9EE89E06}" srcOrd="2" destOrd="0" presId="urn:microsoft.com/office/officeart/2005/8/layout/orgChart1"/>
    <dgm:cxn modelId="{DFC42029-B9A0-4E1C-90BB-3B6537EF2EE1}" type="presParOf" srcId="{5CEB7FED-3858-40F3-8217-F8E24DC4743A}" destId="{6018BCD4-EF87-46CD-8FB6-A22262A4BCF9}" srcOrd="4" destOrd="0" presId="urn:microsoft.com/office/officeart/2005/8/layout/orgChart1"/>
    <dgm:cxn modelId="{C696EA91-D4C9-48C7-B2A5-F5615B77C6EE}" type="presParOf" srcId="{5CEB7FED-3858-40F3-8217-F8E24DC4743A}" destId="{73015E19-0930-43A3-90BD-89A897F121DA}" srcOrd="5" destOrd="0" presId="urn:microsoft.com/office/officeart/2005/8/layout/orgChart1"/>
    <dgm:cxn modelId="{5BACD7E3-3D15-444E-85E8-FF551B260D1C}" type="presParOf" srcId="{73015E19-0930-43A3-90BD-89A897F121DA}" destId="{FC42A1A7-D7A6-4100-9077-AAC9F38CC078}" srcOrd="0" destOrd="0" presId="urn:microsoft.com/office/officeart/2005/8/layout/orgChart1"/>
    <dgm:cxn modelId="{4A04FBFE-AC31-4C25-AE98-8FA0DE207EEC}" type="presParOf" srcId="{FC42A1A7-D7A6-4100-9077-AAC9F38CC078}" destId="{CBAFA14D-2EEB-492F-AACE-325D57548F16}" srcOrd="0" destOrd="0" presId="urn:microsoft.com/office/officeart/2005/8/layout/orgChart1"/>
    <dgm:cxn modelId="{29D9A2C2-1A8C-4E9F-B0B9-B56B35FAB6E0}" type="presParOf" srcId="{FC42A1A7-D7A6-4100-9077-AAC9F38CC078}" destId="{4F3CEFA5-512F-4A11-A0A9-CC318182BB07}" srcOrd="1" destOrd="0" presId="urn:microsoft.com/office/officeart/2005/8/layout/orgChart1"/>
    <dgm:cxn modelId="{2F956135-D66C-449F-8750-19F0DD2E743F}" type="presParOf" srcId="{73015E19-0930-43A3-90BD-89A897F121DA}" destId="{5831687C-B993-4E13-B407-ACFC5A2F6F2D}" srcOrd="1" destOrd="0" presId="urn:microsoft.com/office/officeart/2005/8/layout/orgChart1"/>
    <dgm:cxn modelId="{5EA567A1-02A0-4614-B0BA-E58D574B69B6}" type="presParOf" srcId="{73015E19-0930-43A3-90BD-89A897F121DA}" destId="{DFF0C057-6AC6-4A18-AB60-8CB2E70A2EF4}" srcOrd="2" destOrd="0" presId="urn:microsoft.com/office/officeart/2005/8/layout/orgChart1"/>
    <dgm:cxn modelId="{1FD448EB-8C47-4DE7-91CF-9A1D1593342A}" type="presParOf" srcId="{5CEB7FED-3858-40F3-8217-F8E24DC4743A}" destId="{26C15F6F-9909-4CC0-AD80-35960171A60F}" srcOrd="6" destOrd="0" presId="urn:microsoft.com/office/officeart/2005/8/layout/orgChart1"/>
    <dgm:cxn modelId="{749336B9-DEED-4FC9-BF86-7D3BFEDE304B}" type="presParOf" srcId="{5CEB7FED-3858-40F3-8217-F8E24DC4743A}" destId="{6CB7765E-3668-45F1-A16E-9DD89FE5CE18}" srcOrd="7" destOrd="0" presId="urn:microsoft.com/office/officeart/2005/8/layout/orgChart1"/>
    <dgm:cxn modelId="{07822F1E-01D0-47B3-8E0F-21E2C53B7C9A}" type="presParOf" srcId="{6CB7765E-3668-45F1-A16E-9DD89FE5CE18}" destId="{B3C3E9B5-E199-41C1-ABB5-6E2370E62E89}" srcOrd="0" destOrd="0" presId="urn:microsoft.com/office/officeart/2005/8/layout/orgChart1"/>
    <dgm:cxn modelId="{26C35203-03F6-468C-9188-64DC77D06CFF}" type="presParOf" srcId="{B3C3E9B5-E199-41C1-ABB5-6E2370E62E89}" destId="{CA4DB846-4B6B-499F-81BB-9B7B9244C4BA}" srcOrd="0" destOrd="0" presId="urn:microsoft.com/office/officeart/2005/8/layout/orgChart1"/>
    <dgm:cxn modelId="{F75B05EB-EEBC-4FF9-9CD9-A495211CE6DE}" type="presParOf" srcId="{B3C3E9B5-E199-41C1-ABB5-6E2370E62E89}" destId="{32527178-F487-4FB8-BCB4-31415C478F34}" srcOrd="1" destOrd="0" presId="urn:microsoft.com/office/officeart/2005/8/layout/orgChart1"/>
    <dgm:cxn modelId="{42B005A2-3ADB-40E7-B25B-B147DC90F056}" type="presParOf" srcId="{6CB7765E-3668-45F1-A16E-9DD89FE5CE18}" destId="{A4A403AF-FA45-444C-B6B1-E6F2DF28FD79}" srcOrd="1" destOrd="0" presId="urn:microsoft.com/office/officeart/2005/8/layout/orgChart1"/>
    <dgm:cxn modelId="{D4C9A12E-F52C-4376-84D4-4193B8FE5DD2}" type="presParOf" srcId="{6CB7765E-3668-45F1-A16E-9DD89FE5CE18}" destId="{71A9CA37-28F4-47E9-BCC9-A931FFAB503D}" srcOrd="2" destOrd="0" presId="urn:microsoft.com/office/officeart/2005/8/layout/orgChart1"/>
    <dgm:cxn modelId="{BDD9F5CE-0CA8-4F4F-B92B-CC640E261078}" type="presParOf" srcId="{5CEB7FED-3858-40F3-8217-F8E24DC4743A}" destId="{D5CDEB6C-3130-4277-BA7B-B5E89125D17B}" srcOrd="8" destOrd="0" presId="urn:microsoft.com/office/officeart/2005/8/layout/orgChart1"/>
    <dgm:cxn modelId="{5FE68BC4-90F2-40CC-93F3-745658E2ECD7}" type="presParOf" srcId="{5CEB7FED-3858-40F3-8217-F8E24DC4743A}" destId="{12188FB2-3020-4D69-9F8A-007009A45647}" srcOrd="9" destOrd="0" presId="urn:microsoft.com/office/officeart/2005/8/layout/orgChart1"/>
    <dgm:cxn modelId="{8910AC50-056B-4D8E-93AA-C18A82669725}" type="presParOf" srcId="{12188FB2-3020-4D69-9F8A-007009A45647}" destId="{B87F572F-F96D-4B0F-981E-B96C86C9726E}" srcOrd="0" destOrd="0" presId="urn:microsoft.com/office/officeart/2005/8/layout/orgChart1"/>
    <dgm:cxn modelId="{58453119-F9E8-4868-8920-CD9BC8C768EB}" type="presParOf" srcId="{B87F572F-F96D-4B0F-981E-B96C86C9726E}" destId="{707BAC45-DC1F-4E47-ABE6-2C1A41AC5116}" srcOrd="0" destOrd="0" presId="urn:microsoft.com/office/officeart/2005/8/layout/orgChart1"/>
    <dgm:cxn modelId="{FD7E7F22-8641-4AD8-9629-E071C2465B58}" type="presParOf" srcId="{B87F572F-F96D-4B0F-981E-B96C86C9726E}" destId="{BD42B9A0-06A3-4ACE-9B85-95CBBED07032}" srcOrd="1" destOrd="0" presId="urn:microsoft.com/office/officeart/2005/8/layout/orgChart1"/>
    <dgm:cxn modelId="{BB8C9B70-056B-4E9C-B4C4-2221BC90356B}" type="presParOf" srcId="{12188FB2-3020-4D69-9F8A-007009A45647}" destId="{8808800F-83B2-4271-900D-5FEAE92F05B5}" srcOrd="1" destOrd="0" presId="urn:microsoft.com/office/officeart/2005/8/layout/orgChart1"/>
    <dgm:cxn modelId="{6BC3748F-88EF-4039-94F5-4436BD8A1CE7}" type="presParOf" srcId="{12188FB2-3020-4D69-9F8A-007009A45647}" destId="{6FE30435-E858-45AF-9294-D2C677BD8712}" srcOrd="2" destOrd="0" presId="urn:microsoft.com/office/officeart/2005/8/layout/orgChart1"/>
    <dgm:cxn modelId="{3D9B420F-CA13-4795-A3C4-F5FB048D2833}" type="presParOf" srcId="{5CEB7FED-3858-40F3-8217-F8E24DC4743A}" destId="{506B15CD-854D-494F-BFD3-4DEF9FF0F899}" srcOrd="10" destOrd="0" presId="urn:microsoft.com/office/officeart/2005/8/layout/orgChart1"/>
    <dgm:cxn modelId="{C76089CD-F2DC-49D6-9ABF-0F053A996925}" type="presParOf" srcId="{5CEB7FED-3858-40F3-8217-F8E24DC4743A}" destId="{E358CE9E-C989-4165-8992-8C83214BC211}" srcOrd="11" destOrd="0" presId="urn:microsoft.com/office/officeart/2005/8/layout/orgChart1"/>
    <dgm:cxn modelId="{E855EB74-A72F-485E-A9E5-2CE50ACA7D14}" type="presParOf" srcId="{E358CE9E-C989-4165-8992-8C83214BC211}" destId="{CA5A1325-AB92-4769-9DAA-A3B4789EB808}" srcOrd="0" destOrd="0" presId="urn:microsoft.com/office/officeart/2005/8/layout/orgChart1"/>
    <dgm:cxn modelId="{69FFD8DC-CFA0-4C78-822A-D8BB467FD833}" type="presParOf" srcId="{CA5A1325-AB92-4769-9DAA-A3B4789EB808}" destId="{1195A04B-AA63-4C45-B830-7DDA97BB2C13}" srcOrd="0" destOrd="0" presId="urn:microsoft.com/office/officeart/2005/8/layout/orgChart1"/>
    <dgm:cxn modelId="{2402B1C6-6192-42C5-951B-3C606072B6D6}" type="presParOf" srcId="{CA5A1325-AB92-4769-9DAA-A3B4789EB808}" destId="{1394AE82-6312-4D20-9300-9F8D2B1CB28D}" srcOrd="1" destOrd="0" presId="urn:microsoft.com/office/officeart/2005/8/layout/orgChart1"/>
    <dgm:cxn modelId="{24674121-ACCE-4E7E-BADA-8F9907FE7766}" type="presParOf" srcId="{E358CE9E-C989-4165-8992-8C83214BC211}" destId="{B9E2CA0E-9351-4027-B6F1-5B09BAA3A227}" srcOrd="1" destOrd="0" presId="urn:microsoft.com/office/officeart/2005/8/layout/orgChart1"/>
    <dgm:cxn modelId="{66CFCD01-AE76-41AE-A29B-EC1E7CE39846}" type="presParOf" srcId="{E358CE9E-C989-4165-8992-8C83214BC211}" destId="{ECEF3D75-460E-4FB4-B2E4-404954946D9C}" srcOrd="2" destOrd="0" presId="urn:microsoft.com/office/officeart/2005/8/layout/orgChart1"/>
    <dgm:cxn modelId="{3C41E392-A371-4688-B669-FD4DAC87A593}" type="presParOf" srcId="{5CEB7FED-3858-40F3-8217-F8E24DC4743A}" destId="{9300C45D-1B9B-45E8-AE34-C14EDDE96536}" srcOrd="12" destOrd="0" presId="urn:microsoft.com/office/officeart/2005/8/layout/orgChart1"/>
    <dgm:cxn modelId="{40F457AC-35AF-43CE-B619-FDA8AF842FBE}" type="presParOf" srcId="{5CEB7FED-3858-40F3-8217-F8E24DC4743A}" destId="{6250102C-0214-41D6-BCB3-167806B4A618}" srcOrd="13" destOrd="0" presId="urn:microsoft.com/office/officeart/2005/8/layout/orgChart1"/>
    <dgm:cxn modelId="{99388BFA-3ADB-446D-83FD-5F6A8CC1725C}" type="presParOf" srcId="{6250102C-0214-41D6-BCB3-167806B4A618}" destId="{13E4C314-94A1-40F5-B5C9-EA73212EABA0}" srcOrd="0" destOrd="0" presId="urn:microsoft.com/office/officeart/2005/8/layout/orgChart1"/>
    <dgm:cxn modelId="{A64E8C7B-B09F-4216-8FE3-D550226CD4CE}" type="presParOf" srcId="{13E4C314-94A1-40F5-B5C9-EA73212EABA0}" destId="{4E53E19E-229E-4DB3-9562-45C92FB19DF5}" srcOrd="0" destOrd="0" presId="urn:microsoft.com/office/officeart/2005/8/layout/orgChart1"/>
    <dgm:cxn modelId="{360A8A81-EBFF-421F-B596-B422D8F2A6BB}" type="presParOf" srcId="{13E4C314-94A1-40F5-B5C9-EA73212EABA0}" destId="{F4237DD2-0A5D-426A-BD3F-C4E381360ABB}" srcOrd="1" destOrd="0" presId="urn:microsoft.com/office/officeart/2005/8/layout/orgChart1"/>
    <dgm:cxn modelId="{CC415D2D-FD2E-48A4-9928-7F9690C4E892}" type="presParOf" srcId="{6250102C-0214-41D6-BCB3-167806B4A618}" destId="{5114682C-A55B-4473-99E8-A8538211B713}" srcOrd="1" destOrd="0" presId="urn:microsoft.com/office/officeart/2005/8/layout/orgChart1"/>
    <dgm:cxn modelId="{A264EC71-8A93-4DE3-95BB-9B03C1BB1F32}" type="presParOf" srcId="{6250102C-0214-41D6-BCB3-167806B4A618}" destId="{26857E9A-D5DD-4D09-8FAA-5DCE17BF9D91}" srcOrd="2" destOrd="0" presId="urn:microsoft.com/office/officeart/2005/8/layout/orgChart1"/>
    <dgm:cxn modelId="{3B6D30E5-F16F-4580-9B29-5E4CF75166F0}" type="presParOf" srcId="{A37CCF7F-3365-4C35-BA4D-750377F2C09D}" destId="{FB779B82-FBB1-47A2-959A-E10BAFC579DD}" srcOrd="2" destOrd="0" presId="urn:microsoft.com/office/officeart/2005/8/layout/orgChart1"/>
    <dgm:cxn modelId="{97301ED0-81BC-4EC5-B22D-81880D616DC1}" type="presParOf" srcId="{E199AD91-A4BF-4755-8E18-693122C3ADEF}" destId="{B611EFCD-84C6-46C0-A3AE-180FA84A827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999AA2A-A012-446B-B4D0-2AF051FB087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8B4AE2D6-E42E-45B4-A6D8-28269B79F05D}">
      <dgm:prSet phldrT="[Testo]" phldr="0"/>
      <dgm:spPr/>
      <dgm:t>
        <a:bodyPr/>
        <a:lstStyle/>
        <a:p>
          <a:r>
            <a:rPr lang="en-US" noProof="0" dirty="0"/>
            <a:t>EPR /EHR</a:t>
          </a:r>
        </a:p>
      </dgm:t>
    </dgm:pt>
    <dgm:pt modelId="{F941B766-7AA0-4E3C-B537-4CE054A4AD57}" type="parTrans" cxnId="{D984C929-8201-4D18-A1D1-9D348F08D1A2}">
      <dgm:prSet/>
      <dgm:spPr/>
      <dgm:t>
        <a:bodyPr/>
        <a:lstStyle/>
        <a:p>
          <a:endParaRPr lang="en-US"/>
        </a:p>
      </dgm:t>
    </dgm:pt>
    <dgm:pt modelId="{31C99D3C-174A-435B-8793-7E424BFF4A91}" type="sibTrans" cxnId="{D984C929-8201-4D18-A1D1-9D348F08D1A2}">
      <dgm:prSet/>
      <dgm:spPr/>
      <dgm:t>
        <a:bodyPr/>
        <a:lstStyle/>
        <a:p>
          <a:endParaRPr lang="en-US"/>
        </a:p>
      </dgm:t>
    </dgm:pt>
    <dgm:pt modelId="{6B8C1C7B-CD40-4594-A856-FE664C909B84}">
      <dgm:prSet/>
      <dgm:spPr>
        <a:solidFill>
          <a:srgbClr val="FFC000"/>
        </a:solidFill>
      </dgm:spPr>
      <dgm:t>
        <a:bodyPr/>
        <a:lstStyle/>
        <a:p>
          <a:r>
            <a:rPr lang="en-US" noProof="0" dirty="0">
              <a:solidFill>
                <a:schemeClr val="tx1"/>
              </a:solidFill>
            </a:rPr>
            <a:t>GP</a:t>
          </a:r>
        </a:p>
      </dgm:t>
    </dgm:pt>
    <dgm:pt modelId="{A7F92F68-13A6-4D1E-9BA7-9C379C3DD92E}" type="parTrans" cxnId="{DBD83E61-C432-42E6-BB6D-575A027B808D}">
      <dgm:prSet/>
      <dgm:spPr/>
      <dgm:t>
        <a:bodyPr/>
        <a:lstStyle/>
        <a:p>
          <a:endParaRPr lang="en-US"/>
        </a:p>
      </dgm:t>
    </dgm:pt>
    <dgm:pt modelId="{9F1DF369-FF4F-40DC-B258-1CACBBD7C0CB}" type="sibTrans" cxnId="{DBD83E61-C432-42E6-BB6D-575A027B808D}">
      <dgm:prSet/>
      <dgm:spPr/>
      <dgm:t>
        <a:bodyPr/>
        <a:lstStyle/>
        <a:p>
          <a:endParaRPr lang="en-US"/>
        </a:p>
      </dgm:t>
    </dgm:pt>
    <dgm:pt modelId="{91E0FF0E-C394-4A6B-8922-95E4B9420C26}">
      <dgm:prSet/>
      <dgm:spPr>
        <a:solidFill>
          <a:srgbClr val="FFC000"/>
        </a:solidFill>
      </dgm:spPr>
      <dgm:t>
        <a:bodyPr/>
        <a:lstStyle/>
        <a:p>
          <a:r>
            <a:rPr lang="en-US" noProof="0" dirty="0">
              <a:solidFill>
                <a:schemeClr val="tx1"/>
              </a:solidFill>
            </a:rPr>
            <a:t>Other</a:t>
          </a:r>
        </a:p>
      </dgm:t>
    </dgm:pt>
    <dgm:pt modelId="{B0C8D6B6-54C8-4C1E-AE4E-1C339847982C}" type="parTrans" cxnId="{FBE1073E-B797-4894-A646-A1FA2E224595}">
      <dgm:prSet/>
      <dgm:spPr/>
      <dgm:t>
        <a:bodyPr/>
        <a:lstStyle/>
        <a:p>
          <a:endParaRPr lang="en-US"/>
        </a:p>
      </dgm:t>
    </dgm:pt>
    <dgm:pt modelId="{B6E200FD-C0FA-4690-ACD3-711FBCFCB024}" type="sibTrans" cxnId="{FBE1073E-B797-4894-A646-A1FA2E224595}">
      <dgm:prSet/>
      <dgm:spPr/>
      <dgm:t>
        <a:bodyPr/>
        <a:lstStyle/>
        <a:p>
          <a:endParaRPr lang="en-US"/>
        </a:p>
      </dgm:t>
    </dgm:pt>
    <dgm:pt modelId="{4294FB7B-5BF3-4542-88BC-0AA018713895}">
      <dgm:prSet/>
      <dgm:spPr>
        <a:solidFill>
          <a:srgbClr val="FFC000"/>
        </a:solidFill>
      </dgm:spPr>
      <dgm:t>
        <a:bodyPr/>
        <a:lstStyle/>
        <a:p>
          <a:r>
            <a:rPr lang="en-US" noProof="0" dirty="0">
              <a:solidFill>
                <a:schemeClr val="tx1"/>
              </a:solidFill>
            </a:rPr>
            <a:t>Facility bearer card</a:t>
          </a:r>
        </a:p>
      </dgm:t>
    </dgm:pt>
    <dgm:pt modelId="{7BE2DA87-BA7F-4A8D-BCDC-FF367126D3A2}" type="parTrans" cxnId="{A7110A4D-2312-4410-BD08-DACE0753A105}">
      <dgm:prSet/>
      <dgm:spPr/>
      <dgm:t>
        <a:bodyPr/>
        <a:lstStyle/>
        <a:p>
          <a:endParaRPr lang="en-US"/>
        </a:p>
      </dgm:t>
    </dgm:pt>
    <dgm:pt modelId="{092BF080-3526-4AEB-96FD-E52E134D0226}" type="sibTrans" cxnId="{A7110A4D-2312-4410-BD08-DACE0753A105}">
      <dgm:prSet/>
      <dgm:spPr/>
      <dgm:t>
        <a:bodyPr/>
        <a:lstStyle/>
        <a:p>
          <a:endParaRPr lang="en-US"/>
        </a:p>
      </dgm:t>
    </dgm:pt>
    <dgm:pt modelId="{2CB08EC8-26CD-417C-8963-7022F9B92BF3}">
      <dgm:prSet/>
      <dgm:spPr>
        <a:solidFill>
          <a:srgbClr val="FFC000"/>
        </a:solidFill>
      </dgm:spPr>
      <dgm:t>
        <a:bodyPr/>
        <a:lstStyle/>
        <a:p>
          <a:r>
            <a:rPr lang="en-US" noProof="0" dirty="0">
              <a:solidFill>
                <a:schemeClr val="tx1"/>
              </a:solidFill>
            </a:rPr>
            <a:t>invitations for screening, vaccination or other prevention paths</a:t>
          </a:r>
        </a:p>
      </dgm:t>
    </dgm:pt>
    <dgm:pt modelId="{BA70830C-3FC5-424E-A371-F01A7A217231}" type="parTrans" cxnId="{B258431D-B27E-4C7F-AB88-056625A0FE0B}">
      <dgm:prSet/>
      <dgm:spPr/>
      <dgm:t>
        <a:bodyPr/>
        <a:lstStyle/>
        <a:p>
          <a:endParaRPr lang="en-US"/>
        </a:p>
      </dgm:t>
    </dgm:pt>
    <dgm:pt modelId="{587BE3E1-245E-4663-932C-F585F6741BD7}" type="sibTrans" cxnId="{B258431D-B27E-4C7F-AB88-056625A0FE0B}">
      <dgm:prSet/>
      <dgm:spPr/>
      <dgm:t>
        <a:bodyPr/>
        <a:lstStyle/>
        <a:p>
          <a:endParaRPr lang="en-US"/>
        </a:p>
      </dgm:t>
    </dgm:pt>
    <dgm:pt modelId="{97BB106D-6FE9-4FFA-B017-E630AF63CBF6}">
      <dgm:prSet/>
      <dgm:spPr>
        <a:solidFill>
          <a:srgbClr val="FFC000"/>
        </a:solidFill>
      </dgm:spPr>
      <dgm:t>
        <a:bodyPr/>
        <a:lstStyle/>
        <a:p>
          <a:r>
            <a:rPr lang="en-US" noProof="0" dirty="0">
              <a:solidFill>
                <a:schemeClr val="tx1"/>
              </a:solidFill>
            </a:rPr>
            <a:t>Patient</a:t>
          </a:r>
        </a:p>
      </dgm:t>
    </dgm:pt>
    <dgm:pt modelId="{A3187671-28DD-4AD8-A3FB-704393B5E2F4}" type="parTrans" cxnId="{5F3C1A52-AB28-4C77-885C-2D589861F1FD}">
      <dgm:prSet/>
      <dgm:spPr/>
      <dgm:t>
        <a:bodyPr/>
        <a:lstStyle/>
        <a:p>
          <a:endParaRPr lang="en-US"/>
        </a:p>
      </dgm:t>
    </dgm:pt>
    <dgm:pt modelId="{55F65BA5-7C34-421B-899F-1EEBA4740B0D}" type="sibTrans" cxnId="{5F3C1A52-AB28-4C77-885C-2D589861F1FD}">
      <dgm:prSet/>
      <dgm:spPr/>
      <dgm:t>
        <a:bodyPr/>
        <a:lstStyle/>
        <a:p>
          <a:endParaRPr lang="en-US"/>
        </a:p>
      </dgm:t>
    </dgm:pt>
    <dgm:pt modelId="{CED1ECBC-0677-4FA6-83A8-5F5AEC9DF929}">
      <dgm:prSet/>
      <dgm:spPr>
        <a:solidFill>
          <a:srgbClr val="FFC000"/>
        </a:solidFill>
      </dgm:spPr>
      <dgm:t>
        <a:bodyPr/>
        <a:lstStyle/>
        <a:p>
          <a:r>
            <a:rPr lang="en-US" noProof="0" dirty="0">
              <a:solidFill>
                <a:schemeClr val="tx1"/>
              </a:solidFill>
            </a:rPr>
            <a:t>Personal health record</a:t>
          </a:r>
        </a:p>
      </dgm:t>
    </dgm:pt>
    <dgm:pt modelId="{AAF74F9E-74FE-4947-B58F-17DDF1F0C98A}" type="parTrans" cxnId="{9065D2CB-A318-46D9-A65F-89C78B34FC15}">
      <dgm:prSet/>
      <dgm:spPr/>
      <dgm:t>
        <a:bodyPr/>
        <a:lstStyle/>
        <a:p>
          <a:endParaRPr lang="en-US"/>
        </a:p>
      </dgm:t>
    </dgm:pt>
    <dgm:pt modelId="{F2487FBB-1363-44E8-AB92-8CB3B3DD0036}" type="sibTrans" cxnId="{9065D2CB-A318-46D9-A65F-89C78B34FC15}">
      <dgm:prSet/>
      <dgm:spPr/>
      <dgm:t>
        <a:bodyPr/>
        <a:lstStyle/>
        <a:p>
          <a:endParaRPr lang="en-US"/>
        </a:p>
      </dgm:t>
    </dgm:pt>
    <dgm:pt modelId="{E3C387CC-F448-45CB-8D83-563787F014B2}">
      <dgm:prSet/>
      <dgm:spPr>
        <a:solidFill>
          <a:srgbClr val="FFC000"/>
        </a:solidFill>
      </dgm:spPr>
      <dgm:t>
        <a:bodyPr/>
        <a:lstStyle/>
        <a:p>
          <a:r>
            <a:rPr lang="en-US" noProof="0">
              <a:solidFill>
                <a:schemeClr val="tx1"/>
              </a:solidFill>
            </a:rPr>
            <a:t>Patient Summary</a:t>
          </a:r>
          <a:endParaRPr lang="en-US" noProof="0" dirty="0">
            <a:solidFill>
              <a:schemeClr val="tx1"/>
            </a:solidFill>
          </a:endParaRPr>
        </a:p>
      </dgm:t>
    </dgm:pt>
    <dgm:pt modelId="{DD6F6576-BDBB-4FB3-9956-0B305B34CD3A}" type="parTrans" cxnId="{80F90E3E-C088-4F34-BC0F-A39B9FBDFE49}">
      <dgm:prSet/>
      <dgm:spPr/>
      <dgm:t>
        <a:bodyPr/>
        <a:lstStyle/>
        <a:p>
          <a:endParaRPr lang="en-US"/>
        </a:p>
      </dgm:t>
    </dgm:pt>
    <dgm:pt modelId="{EA2D9FAB-DFB4-46D1-B1F1-2AF71327D114}" type="sibTrans" cxnId="{80F90E3E-C088-4F34-BC0F-A39B9FBDFE49}">
      <dgm:prSet/>
      <dgm:spPr/>
      <dgm:t>
        <a:bodyPr/>
        <a:lstStyle/>
        <a:p>
          <a:endParaRPr lang="en-US"/>
        </a:p>
      </dgm:t>
    </dgm:pt>
    <dgm:pt modelId="{4850F8C9-D1E5-4238-BF1A-EBA40B0E0AA7}">
      <dgm:prSet/>
      <dgm:spPr>
        <a:solidFill>
          <a:srgbClr val="FFC000"/>
        </a:solidFill>
      </dgm:spPr>
      <dgm:t>
        <a:bodyPr/>
        <a:lstStyle/>
        <a:p>
          <a:r>
            <a:rPr lang="en-US" noProof="0">
              <a:solidFill>
                <a:schemeClr val="tx1"/>
              </a:solidFill>
            </a:rPr>
            <a:t>Patient notebook</a:t>
          </a:r>
          <a:endParaRPr lang="en-US" noProof="0" dirty="0">
            <a:solidFill>
              <a:schemeClr val="tx1"/>
            </a:solidFill>
          </a:endParaRPr>
        </a:p>
      </dgm:t>
    </dgm:pt>
    <dgm:pt modelId="{290EB398-68D2-475D-9285-94A38E1A0BE0}" type="parTrans" cxnId="{5D6BB769-9B05-48C5-88AB-B7181D2CB738}">
      <dgm:prSet/>
      <dgm:spPr/>
      <dgm:t>
        <a:bodyPr/>
        <a:lstStyle/>
        <a:p>
          <a:endParaRPr lang="en-US"/>
        </a:p>
      </dgm:t>
    </dgm:pt>
    <dgm:pt modelId="{9C5A5DF1-60C0-42AA-AE13-30B562803C52}" type="sibTrans" cxnId="{5D6BB769-9B05-48C5-88AB-B7181D2CB738}">
      <dgm:prSet/>
      <dgm:spPr/>
      <dgm:t>
        <a:bodyPr/>
        <a:lstStyle/>
        <a:p>
          <a:endParaRPr lang="en-US"/>
        </a:p>
      </dgm:t>
    </dgm:pt>
    <dgm:pt modelId="{6B950391-0644-4365-8117-930A834AA079}" type="pres">
      <dgm:prSet presAssocID="{A999AA2A-A012-446B-B4D0-2AF051FB0878}" presName="hierChild1" presStyleCnt="0">
        <dgm:presLayoutVars>
          <dgm:orgChart val="1"/>
          <dgm:chPref val="1"/>
          <dgm:dir/>
          <dgm:animOne val="branch"/>
          <dgm:animLvl val="lvl"/>
          <dgm:resizeHandles/>
        </dgm:presLayoutVars>
      </dgm:prSet>
      <dgm:spPr/>
    </dgm:pt>
    <dgm:pt modelId="{E199AD91-A4BF-4755-8E18-693122C3ADEF}" type="pres">
      <dgm:prSet presAssocID="{8B4AE2D6-E42E-45B4-A6D8-28269B79F05D}" presName="hierRoot1" presStyleCnt="0">
        <dgm:presLayoutVars>
          <dgm:hierBranch/>
        </dgm:presLayoutVars>
      </dgm:prSet>
      <dgm:spPr/>
    </dgm:pt>
    <dgm:pt modelId="{C459BD1F-0AF0-4063-80C2-50F821C85C19}" type="pres">
      <dgm:prSet presAssocID="{8B4AE2D6-E42E-45B4-A6D8-28269B79F05D}" presName="rootComposite1" presStyleCnt="0"/>
      <dgm:spPr/>
    </dgm:pt>
    <dgm:pt modelId="{01DEF9FF-762E-410F-978B-D767058C1432}" type="pres">
      <dgm:prSet presAssocID="{8B4AE2D6-E42E-45B4-A6D8-28269B79F05D}" presName="rootText1" presStyleLbl="node0" presStyleIdx="0" presStyleCnt="1">
        <dgm:presLayoutVars>
          <dgm:chPref val="3"/>
        </dgm:presLayoutVars>
      </dgm:prSet>
      <dgm:spPr/>
    </dgm:pt>
    <dgm:pt modelId="{E2D7715D-E962-48F3-B6C6-4F0CC709F9F0}" type="pres">
      <dgm:prSet presAssocID="{8B4AE2D6-E42E-45B4-A6D8-28269B79F05D}" presName="rootConnector1" presStyleLbl="node1" presStyleIdx="0" presStyleCnt="0"/>
      <dgm:spPr/>
    </dgm:pt>
    <dgm:pt modelId="{48CE122A-3ECC-43D9-ADC4-681E1E46780D}" type="pres">
      <dgm:prSet presAssocID="{8B4AE2D6-E42E-45B4-A6D8-28269B79F05D}" presName="hierChild2" presStyleCnt="0"/>
      <dgm:spPr/>
    </dgm:pt>
    <dgm:pt modelId="{41CDBD1F-3506-4595-99F8-DC26E29DE955}" type="pres">
      <dgm:prSet presAssocID="{A7F92F68-13A6-4D1E-9BA7-9C379C3DD92E}" presName="Name35" presStyleLbl="parChTrans1D2" presStyleIdx="0" presStyleCnt="3"/>
      <dgm:spPr/>
    </dgm:pt>
    <dgm:pt modelId="{B638A727-A0C8-4CA9-96E6-019E4BB561F2}" type="pres">
      <dgm:prSet presAssocID="{6B8C1C7B-CD40-4594-A856-FE664C909B84}" presName="hierRoot2" presStyleCnt="0">
        <dgm:presLayoutVars>
          <dgm:hierBranch val="init"/>
        </dgm:presLayoutVars>
      </dgm:prSet>
      <dgm:spPr/>
    </dgm:pt>
    <dgm:pt modelId="{6C18D1C9-C960-42A5-AE82-0B1C3284291B}" type="pres">
      <dgm:prSet presAssocID="{6B8C1C7B-CD40-4594-A856-FE664C909B84}" presName="rootComposite" presStyleCnt="0"/>
      <dgm:spPr/>
    </dgm:pt>
    <dgm:pt modelId="{EE093B7D-87F5-4968-9948-00698301C948}" type="pres">
      <dgm:prSet presAssocID="{6B8C1C7B-CD40-4594-A856-FE664C909B84}" presName="rootText" presStyleLbl="node2" presStyleIdx="0" presStyleCnt="3">
        <dgm:presLayoutVars>
          <dgm:chPref val="3"/>
        </dgm:presLayoutVars>
      </dgm:prSet>
      <dgm:spPr/>
    </dgm:pt>
    <dgm:pt modelId="{AA4C79F7-36DC-4044-AB21-693C70485B08}" type="pres">
      <dgm:prSet presAssocID="{6B8C1C7B-CD40-4594-A856-FE664C909B84}" presName="rootConnector" presStyleLbl="node2" presStyleIdx="0" presStyleCnt="3"/>
      <dgm:spPr/>
    </dgm:pt>
    <dgm:pt modelId="{CCC0283D-B743-464C-A628-D13899F73BEF}" type="pres">
      <dgm:prSet presAssocID="{6B8C1C7B-CD40-4594-A856-FE664C909B84}" presName="hierChild4" presStyleCnt="0"/>
      <dgm:spPr/>
    </dgm:pt>
    <dgm:pt modelId="{47F0000F-52C4-4D12-BCA9-C1727556E166}" type="pres">
      <dgm:prSet presAssocID="{DD6F6576-BDBB-4FB3-9956-0B305B34CD3A}" presName="Name37" presStyleLbl="parChTrans1D3" presStyleIdx="0" presStyleCnt="5"/>
      <dgm:spPr/>
    </dgm:pt>
    <dgm:pt modelId="{B40E55BB-05EA-4B74-9CAA-E84AD07F3FBC}" type="pres">
      <dgm:prSet presAssocID="{E3C387CC-F448-45CB-8D83-563787F014B2}" presName="hierRoot2" presStyleCnt="0">
        <dgm:presLayoutVars>
          <dgm:hierBranch val="init"/>
        </dgm:presLayoutVars>
      </dgm:prSet>
      <dgm:spPr/>
    </dgm:pt>
    <dgm:pt modelId="{B0C6B027-650A-4C40-966E-5DA4AE31D32A}" type="pres">
      <dgm:prSet presAssocID="{E3C387CC-F448-45CB-8D83-563787F014B2}" presName="rootComposite" presStyleCnt="0"/>
      <dgm:spPr/>
    </dgm:pt>
    <dgm:pt modelId="{0E419B94-6D8E-4200-8372-90582F937211}" type="pres">
      <dgm:prSet presAssocID="{E3C387CC-F448-45CB-8D83-563787F014B2}" presName="rootText" presStyleLbl="node3" presStyleIdx="0" presStyleCnt="5">
        <dgm:presLayoutVars>
          <dgm:chPref val="3"/>
        </dgm:presLayoutVars>
      </dgm:prSet>
      <dgm:spPr/>
    </dgm:pt>
    <dgm:pt modelId="{4259EAB5-6FB7-4470-A2A1-DE00979AB61A}" type="pres">
      <dgm:prSet presAssocID="{E3C387CC-F448-45CB-8D83-563787F014B2}" presName="rootConnector" presStyleLbl="node3" presStyleIdx="0" presStyleCnt="5"/>
      <dgm:spPr/>
    </dgm:pt>
    <dgm:pt modelId="{E7D4AEAD-EAAB-41C2-9DFA-66C6EDCCAB2E}" type="pres">
      <dgm:prSet presAssocID="{E3C387CC-F448-45CB-8D83-563787F014B2}" presName="hierChild4" presStyleCnt="0"/>
      <dgm:spPr/>
    </dgm:pt>
    <dgm:pt modelId="{D8A97779-D2AF-4CD0-8917-DFF0E0B0E279}" type="pres">
      <dgm:prSet presAssocID="{E3C387CC-F448-45CB-8D83-563787F014B2}" presName="hierChild5" presStyleCnt="0"/>
      <dgm:spPr/>
    </dgm:pt>
    <dgm:pt modelId="{1970F82A-4D1E-4471-9C3F-C6DE99784B09}" type="pres">
      <dgm:prSet presAssocID="{6B8C1C7B-CD40-4594-A856-FE664C909B84}" presName="hierChild5" presStyleCnt="0"/>
      <dgm:spPr/>
    </dgm:pt>
    <dgm:pt modelId="{F8DDA6F2-3863-41EE-8B16-48B09D68B028}" type="pres">
      <dgm:prSet presAssocID="{A3187671-28DD-4AD8-A3FB-704393B5E2F4}" presName="Name35" presStyleLbl="parChTrans1D2" presStyleIdx="1" presStyleCnt="3"/>
      <dgm:spPr/>
    </dgm:pt>
    <dgm:pt modelId="{98692F91-E5F1-448F-AAE3-3C4748364327}" type="pres">
      <dgm:prSet presAssocID="{97BB106D-6FE9-4FFA-B017-E630AF63CBF6}" presName="hierRoot2" presStyleCnt="0">
        <dgm:presLayoutVars>
          <dgm:hierBranch val="init"/>
        </dgm:presLayoutVars>
      </dgm:prSet>
      <dgm:spPr/>
    </dgm:pt>
    <dgm:pt modelId="{C2C6BA2E-C364-4AAF-A7AF-6F94EE5992CE}" type="pres">
      <dgm:prSet presAssocID="{97BB106D-6FE9-4FFA-B017-E630AF63CBF6}" presName="rootComposite" presStyleCnt="0"/>
      <dgm:spPr/>
    </dgm:pt>
    <dgm:pt modelId="{46C1EB12-99D1-454B-A4D4-A9FA6E78FF21}" type="pres">
      <dgm:prSet presAssocID="{97BB106D-6FE9-4FFA-B017-E630AF63CBF6}" presName="rootText" presStyleLbl="node2" presStyleIdx="1" presStyleCnt="3">
        <dgm:presLayoutVars>
          <dgm:chPref val="3"/>
        </dgm:presLayoutVars>
      </dgm:prSet>
      <dgm:spPr/>
    </dgm:pt>
    <dgm:pt modelId="{CC2C1B12-9189-4608-9CE7-962D4D028554}" type="pres">
      <dgm:prSet presAssocID="{97BB106D-6FE9-4FFA-B017-E630AF63CBF6}" presName="rootConnector" presStyleLbl="node2" presStyleIdx="1" presStyleCnt="3"/>
      <dgm:spPr/>
    </dgm:pt>
    <dgm:pt modelId="{EBD3BD60-6D57-43D9-8D5D-BA7B0BF6C0DE}" type="pres">
      <dgm:prSet presAssocID="{97BB106D-6FE9-4FFA-B017-E630AF63CBF6}" presName="hierChild4" presStyleCnt="0"/>
      <dgm:spPr/>
    </dgm:pt>
    <dgm:pt modelId="{80904B0F-A9D6-444D-B90F-10E389BA1D81}" type="pres">
      <dgm:prSet presAssocID="{290EB398-68D2-475D-9285-94A38E1A0BE0}" presName="Name37" presStyleLbl="parChTrans1D3" presStyleIdx="1" presStyleCnt="5"/>
      <dgm:spPr/>
    </dgm:pt>
    <dgm:pt modelId="{2FD9451F-E094-493A-9C44-FFFF0E91058F}" type="pres">
      <dgm:prSet presAssocID="{4850F8C9-D1E5-4238-BF1A-EBA40B0E0AA7}" presName="hierRoot2" presStyleCnt="0">
        <dgm:presLayoutVars>
          <dgm:hierBranch val="init"/>
        </dgm:presLayoutVars>
      </dgm:prSet>
      <dgm:spPr/>
    </dgm:pt>
    <dgm:pt modelId="{CA52CD48-1A71-4AE4-AE59-7BE98D8B0BD6}" type="pres">
      <dgm:prSet presAssocID="{4850F8C9-D1E5-4238-BF1A-EBA40B0E0AA7}" presName="rootComposite" presStyleCnt="0"/>
      <dgm:spPr/>
    </dgm:pt>
    <dgm:pt modelId="{B29D170B-A64E-4E2E-B035-D51C60A8657C}" type="pres">
      <dgm:prSet presAssocID="{4850F8C9-D1E5-4238-BF1A-EBA40B0E0AA7}" presName="rootText" presStyleLbl="node3" presStyleIdx="1" presStyleCnt="5">
        <dgm:presLayoutVars>
          <dgm:chPref val="3"/>
        </dgm:presLayoutVars>
      </dgm:prSet>
      <dgm:spPr/>
    </dgm:pt>
    <dgm:pt modelId="{9F1D66BD-4818-48E3-802A-1D9749949636}" type="pres">
      <dgm:prSet presAssocID="{4850F8C9-D1E5-4238-BF1A-EBA40B0E0AA7}" presName="rootConnector" presStyleLbl="node3" presStyleIdx="1" presStyleCnt="5"/>
      <dgm:spPr/>
    </dgm:pt>
    <dgm:pt modelId="{09768C88-0A97-4735-8BCE-E1100346BF76}" type="pres">
      <dgm:prSet presAssocID="{4850F8C9-D1E5-4238-BF1A-EBA40B0E0AA7}" presName="hierChild4" presStyleCnt="0"/>
      <dgm:spPr/>
    </dgm:pt>
    <dgm:pt modelId="{CD51C129-0FD5-432A-9EC5-68671141BD10}" type="pres">
      <dgm:prSet presAssocID="{4850F8C9-D1E5-4238-BF1A-EBA40B0E0AA7}" presName="hierChild5" presStyleCnt="0"/>
      <dgm:spPr/>
    </dgm:pt>
    <dgm:pt modelId="{4BA23DA9-3C35-4485-90E8-FF9405584401}" type="pres">
      <dgm:prSet presAssocID="{AAF74F9E-74FE-4947-B58F-17DDF1F0C98A}" presName="Name37" presStyleLbl="parChTrans1D3" presStyleIdx="2" presStyleCnt="5"/>
      <dgm:spPr/>
    </dgm:pt>
    <dgm:pt modelId="{49A4544D-E492-4B53-A08A-8DE243ECA881}" type="pres">
      <dgm:prSet presAssocID="{CED1ECBC-0677-4FA6-83A8-5F5AEC9DF929}" presName="hierRoot2" presStyleCnt="0">
        <dgm:presLayoutVars>
          <dgm:hierBranch val="init"/>
        </dgm:presLayoutVars>
      </dgm:prSet>
      <dgm:spPr/>
    </dgm:pt>
    <dgm:pt modelId="{F0B6469C-FE12-43AA-B5DF-2465D451B1DC}" type="pres">
      <dgm:prSet presAssocID="{CED1ECBC-0677-4FA6-83A8-5F5AEC9DF929}" presName="rootComposite" presStyleCnt="0"/>
      <dgm:spPr/>
    </dgm:pt>
    <dgm:pt modelId="{FCD09F2D-7064-4DB6-B006-D76F109BAB2E}" type="pres">
      <dgm:prSet presAssocID="{CED1ECBC-0677-4FA6-83A8-5F5AEC9DF929}" presName="rootText" presStyleLbl="node3" presStyleIdx="2" presStyleCnt="5">
        <dgm:presLayoutVars>
          <dgm:chPref val="3"/>
        </dgm:presLayoutVars>
      </dgm:prSet>
      <dgm:spPr/>
    </dgm:pt>
    <dgm:pt modelId="{553116D1-3F1D-4765-AB02-98D3FDEC24C8}" type="pres">
      <dgm:prSet presAssocID="{CED1ECBC-0677-4FA6-83A8-5F5AEC9DF929}" presName="rootConnector" presStyleLbl="node3" presStyleIdx="2" presStyleCnt="5"/>
      <dgm:spPr/>
    </dgm:pt>
    <dgm:pt modelId="{0C5B720D-883C-4DC8-91CE-03EAC855ABA9}" type="pres">
      <dgm:prSet presAssocID="{CED1ECBC-0677-4FA6-83A8-5F5AEC9DF929}" presName="hierChild4" presStyleCnt="0"/>
      <dgm:spPr/>
    </dgm:pt>
    <dgm:pt modelId="{459E98C3-3BAF-4D3E-8648-11D6B531173D}" type="pres">
      <dgm:prSet presAssocID="{CED1ECBC-0677-4FA6-83A8-5F5AEC9DF929}" presName="hierChild5" presStyleCnt="0"/>
      <dgm:spPr/>
    </dgm:pt>
    <dgm:pt modelId="{C3DC9C88-DA6C-44BA-87CE-951D0AFB1445}" type="pres">
      <dgm:prSet presAssocID="{97BB106D-6FE9-4FFA-B017-E630AF63CBF6}" presName="hierChild5" presStyleCnt="0"/>
      <dgm:spPr/>
    </dgm:pt>
    <dgm:pt modelId="{FA256A84-4F9B-4BBF-9951-EDEB6A163FE6}" type="pres">
      <dgm:prSet presAssocID="{B0C8D6B6-54C8-4C1E-AE4E-1C339847982C}" presName="Name35" presStyleLbl="parChTrans1D2" presStyleIdx="2" presStyleCnt="3"/>
      <dgm:spPr/>
    </dgm:pt>
    <dgm:pt modelId="{018D3774-4DEA-4FD7-8637-2E27C582A54F}" type="pres">
      <dgm:prSet presAssocID="{91E0FF0E-C394-4A6B-8922-95E4B9420C26}" presName="hierRoot2" presStyleCnt="0">
        <dgm:presLayoutVars>
          <dgm:hierBranch val="hang"/>
        </dgm:presLayoutVars>
      </dgm:prSet>
      <dgm:spPr/>
    </dgm:pt>
    <dgm:pt modelId="{02F2C4FE-913E-42F8-B11A-94311656FA5C}" type="pres">
      <dgm:prSet presAssocID="{91E0FF0E-C394-4A6B-8922-95E4B9420C26}" presName="rootComposite" presStyleCnt="0"/>
      <dgm:spPr/>
    </dgm:pt>
    <dgm:pt modelId="{E22C6535-503B-4121-AD9C-789C32744D0B}" type="pres">
      <dgm:prSet presAssocID="{91E0FF0E-C394-4A6B-8922-95E4B9420C26}" presName="rootText" presStyleLbl="node2" presStyleIdx="2" presStyleCnt="3">
        <dgm:presLayoutVars>
          <dgm:chPref val="3"/>
        </dgm:presLayoutVars>
      </dgm:prSet>
      <dgm:spPr/>
    </dgm:pt>
    <dgm:pt modelId="{E0765F24-DE58-4E4E-91AE-2744747D4DF9}" type="pres">
      <dgm:prSet presAssocID="{91E0FF0E-C394-4A6B-8922-95E4B9420C26}" presName="rootConnector" presStyleLbl="node2" presStyleIdx="2" presStyleCnt="3"/>
      <dgm:spPr/>
    </dgm:pt>
    <dgm:pt modelId="{74E92BF2-836A-4A2B-A005-47B977E37779}" type="pres">
      <dgm:prSet presAssocID="{91E0FF0E-C394-4A6B-8922-95E4B9420C26}" presName="hierChild4" presStyleCnt="0"/>
      <dgm:spPr/>
    </dgm:pt>
    <dgm:pt modelId="{A9AFE238-C44F-42EC-845F-71C0ADC4F8B9}" type="pres">
      <dgm:prSet presAssocID="{7BE2DA87-BA7F-4A8D-BCDC-FF367126D3A2}" presName="Name48" presStyleLbl="parChTrans1D3" presStyleIdx="3" presStyleCnt="5"/>
      <dgm:spPr/>
    </dgm:pt>
    <dgm:pt modelId="{7CC14A1F-C750-4F4A-A2E3-1917573ECFA8}" type="pres">
      <dgm:prSet presAssocID="{4294FB7B-5BF3-4542-88BC-0AA018713895}" presName="hierRoot2" presStyleCnt="0">
        <dgm:presLayoutVars>
          <dgm:hierBranch val="init"/>
        </dgm:presLayoutVars>
      </dgm:prSet>
      <dgm:spPr/>
    </dgm:pt>
    <dgm:pt modelId="{2AD22D50-C8B4-4D4F-99A7-619596EFE246}" type="pres">
      <dgm:prSet presAssocID="{4294FB7B-5BF3-4542-88BC-0AA018713895}" presName="rootComposite" presStyleCnt="0"/>
      <dgm:spPr/>
    </dgm:pt>
    <dgm:pt modelId="{3B5E4DEC-546E-47E4-8D3B-2BBB221AB9BF}" type="pres">
      <dgm:prSet presAssocID="{4294FB7B-5BF3-4542-88BC-0AA018713895}" presName="rootText" presStyleLbl="node3" presStyleIdx="3" presStyleCnt="5">
        <dgm:presLayoutVars>
          <dgm:chPref val="3"/>
        </dgm:presLayoutVars>
      </dgm:prSet>
      <dgm:spPr/>
    </dgm:pt>
    <dgm:pt modelId="{54238749-A773-48BC-B3EA-A59C6359DF21}" type="pres">
      <dgm:prSet presAssocID="{4294FB7B-5BF3-4542-88BC-0AA018713895}" presName="rootConnector" presStyleLbl="node3" presStyleIdx="3" presStyleCnt="5"/>
      <dgm:spPr/>
    </dgm:pt>
    <dgm:pt modelId="{7CF172BB-74B5-4E35-8717-0F0F0A734B4F}" type="pres">
      <dgm:prSet presAssocID="{4294FB7B-5BF3-4542-88BC-0AA018713895}" presName="hierChild4" presStyleCnt="0"/>
      <dgm:spPr/>
    </dgm:pt>
    <dgm:pt modelId="{7387C32F-1ECC-47D1-84C2-9B148E502719}" type="pres">
      <dgm:prSet presAssocID="{4294FB7B-5BF3-4542-88BC-0AA018713895}" presName="hierChild5" presStyleCnt="0"/>
      <dgm:spPr/>
    </dgm:pt>
    <dgm:pt modelId="{98A6AE90-F5DF-4706-B446-DB9A2FB9BE87}" type="pres">
      <dgm:prSet presAssocID="{BA70830C-3FC5-424E-A371-F01A7A217231}" presName="Name48" presStyleLbl="parChTrans1D3" presStyleIdx="4" presStyleCnt="5"/>
      <dgm:spPr/>
    </dgm:pt>
    <dgm:pt modelId="{F8231A31-2191-4984-B12F-8A441F456AF7}" type="pres">
      <dgm:prSet presAssocID="{2CB08EC8-26CD-417C-8963-7022F9B92BF3}" presName="hierRoot2" presStyleCnt="0">
        <dgm:presLayoutVars>
          <dgm:hierBranch val="init"/>
        </dgm:presLayoutVars>
      </dgm:prSet>
      <dgm:spPr/>
    </dgm:pt>
    <dgm:pt modelId="{C27AA1A2-9CB3-4D86-A814-AF6FAABC1148}" type="pres">
      <dgm:prSet presAssocID="{2CB08EC8-26CD-417C-8963-7022F9B92BF3}" presName="rootComposite" presStyleCnt="0"/>
      <dgm:spPr/>
    </dgm:pt>
    <dgm:pt modelId="{BAF6F5DF-7EF1-4991-8130-B4B42488E204}" type="pres">
      <dgm:prSet presAssocID="{2CB08EC8-26CD-417C-8963-7022F9B92BF3}" presName="rootText" presStyleLbl="node3" presStyleIdx="4" presStyleCnt="5">
        <dgm:presLayoutVars>
          <dgm:chPref val="3"/>
        </dgm:presLayoutVars>
      </dgm:prSet>
      <dgm:spPr/>
    </dgm:pt>
    <dgm:pt modelId="{DAD16269-7801-4497-8B73-1E899BEED044}" type="pres">
      <dgm:prSet presAssocID="{2CB08EC8-26CD-417C-8963-7022F9B92BF3}" presName="rootConnector" presStyleLbl="node3" presStyleIdx="4" presStyleCnt="5"/>
      <dgm:spPr/>
    </dgm:pt>
    <dgm:pt modelId="{22F37B86-96BF-4807-A47C-F0D452B14FE6}" type="pres">
      <dgm:prSet presAssocID="{2CB08EC8-26CD-417C-8963-7022F9B92BF3}" presName="hierChild4" presStyleCnt="0"/>
      <dgm:spPr/>
    </dgm:pt>
    <dgm:pt modelId="{C632F29D-0C99-440C-AF38-1C10E17AF71E}" type="pres">
      <dgm:prSet presAssocID="{2CB08EC8-26CD-417C-8963-7022F9B92BF3}" presName="hierChild5" presStyleCnt="0"/>
      <dgm:spPr/>
    </dgm:pt>
    <dgm:pt modelId="{B3127C1B-842D-489E-8B7E-02BDA2399449}" type="pres">
      <dgm:prSet presAssocID="{91E0FF0E-C394-4A6B-8922-95E4B9420C26}" presName="hierChild5" presStyleCnt="0"/>
      <dgm:spPr/>
    </dgm:pt>
    <dgm:pt modelId="{B611EFCD-84C6-46C0-A3AE-180FA84A8270}" type="pres">
      <dgm:prSet presAssocID="{8B4AE2D6-E42E-45B4-A6D8-28269B79F05D}" presName="hierChild3" presStyleCnt="0"/>
      <dgm:spPr/>
    </dgm:pt>
  </dgm:ptLst>
  <dgm:cxnLst>
    <dgm:cxn modelId="{92803305-2979-43E6-82C6-60E76329C60D}" type="presOf" srcId="{91E0FF0E-C394-4A6B-8922-95E4B9420C26}" destId="{E0765F24-DE58-4E4E-91AE-2744747D4DF9}" srcOrd="1" destOrd="0" presId="urn:microsoft.com/office/officeart/2005/8/layout/orgChart1"/>
    <dgm:cxn modelId="{B258431D-B27E-4C7F-AB88-056625A0FE0B}" srcId="{91E0FF0E-C394-4A6B-8922-95E4B9420C26}" destId="{2CB08EC8-26CD-417C-8963-7022F9B92BF3}" srcOrd="1" destOrd="0" parTransId="{BA70830C-3FC5-424E-A371-F01A7A217231}" sibTransId="{587BE3E1-245E-4663-932C-F585F6741BD7}"/>
    <dgm:cxn modelId="{4B85971D-B73B-457F-BBD4-54127323CA7F}" type="presOf" srcId="{97BB106D-6FE9-4FFA-B017-E630AF63CBF6}" destId="{CC2C1B12-9189-4608-9CE7-962D4D028554}" srcOrd="1" destOrd="0" presId="urn:microsoft.com/office/officeart/2005/8/layout/orgChart1"/>
    <dgm:cxn modelId="{20E6981D-FF16-43A3-94CA-F95BD6ABAF8F}" type="presOf" srcId="{4294FB7B-5BF3-4542-88BC-0AA018713895}" destId="{3B5E4DEC-546E-47E4-8D3B-2BBB221AB9BF}" srcOrd="0" destOrd="0" presId="urn:microsoft.com/office/officeart/2005/8/layout/orgChart1"/>
    <dgm:cxn modelId="{2EF57E20-214F-490B-9E75-1F171106A3C3}" type="presOf" srcId="{CED1ECBC-0677-4FA6-83A8-5F5AEC9DF929}" destId="{553116D1-3F1D-4765-AB02-98D3FDEC24C8}" srcOrd="1" destOrd="0" presId="urn:microsoft.com/office/officeart/2005/8/layout/orgChart1"/>
    <dgm:cxn modelId="{D984C929-8201-4D18-A1D1-9D348F08D1A2}" srcId="{A999AA2A-A012-446B-B4D0-2AF051FB0878}" destId="{8B4AE2D6-E42E-45B4-A6D8-28269B79F05D}" srcOrd="0" destOrd="0" parTransId="{F941B766-7AA0-4E3C-B537-4CE054A4AD57}" sibTransId="{31C99D3C-174A-435B-8793-7E424BFF4A91}"/>
    <dgm:cxn modelId="{6662182C-9C71-429E-B5DE-4F21276F2524}" type="presOf" srcId="{6B8C1C7B-CD40-4594-A856-FE664C909B84}" destId="{AA4C79F7-36DC-4044-AB21-693C70485B08}" srcOrd="1" destOrd="0" presId="urn:microsoft.com/office/officeart/2005/8/layout/orgChart1"/>
    <dgm:cxn modelId="{058D702C-9A0C-4AE9-926A-A43DD5A0CBCE}" type="presOf" srcId="{DD6F6576-BDBB-4FB3-9956-0B305B34CD3A}" destId="{47F0000F-52C4-4D12-BCA9-C1727556E166}" srcOrd="0" destOrd="0" presId="urn:microsoft.com/office/officeart/2005/8/layout/orgChart1"/>
    <dgm:cxn modelId="{A8928B2E-AB77-4B0A-A7F0-9BDD1BC2EE13}" type="presOf" srcId="{2CB08EC8-26CD-417C-8963-7022F9B92BF3}" destId="{DAD16269-7801-4497-8B73-1E899BEED044}" srcOrd="1" destOrd="0" presId="urn:microsoft.com/office/officeart/2005/8/layout/orgChart1"/>
    <dgm:cxn modelId="{18055035-F7EA-457B-9920-45F5514AD6C2}" type="presOf" srcId="{4850F8C9-D1E5-4238-BF1A-EBA40B0E0AA7}" destId="{9F1D66BD-4818-48E3-802A-1D9749949636}" srcOrd="1" destOrd="0" presId="urn:microsoft.com/office/officeart/2005/8/layout/orgChart1"/>
    <dgm:cxn modelId="{FBE1073E-B797-4894-A646-A1FA2E224595}" srcId="{8B4AE2D6-E42E-45B4-A6D8-28269B79F05D}" destId="{91E0FF0E-C394-4A6B-8922-95E4B9420C26}" srcOrd="2" destOrd="0" parTransId="{B0C8D6B6-54C8-4C1E-AE4E-1C339847982C}" sibTransId="{B6E200FD-C0FA-4690-ACD3-711FBCFCB024}"/>
    <dgm:cxn modelId="{80F90E3E-C088-4F34-BC0F-A39B9FBDFE49}" srcId="{6B8C1C7B-CD40-4594-A856-FE664C909B84}" destId="{E3C387CC-F448-45CB-8D83-563787F014B2}" srcOrd="0" destOrd="0" parTransId="{DD6F6576-BDBB-4FB3-9956-0B305B34CD3A}" sibTransId="{EA2D9FAB-DFB4-46D1-B1F1-2AF71327D114}"/>
    <dgm:cxn modelId="{B648053F-939B-47D8-9D70-BE5BA952CDF3}" type="presOf" srcId="{7BE2DA87-BA7F-4A8D-BCDC-FF367126D3A2}" destId="{A9AFE238-C44F-42EC-845F-71C0ADC4F8B9}" srcOrd="0" destOrd="0" presId="urn:microsoft.com/office/officeart/2005/8/layout/orgChart1"/>
    <dgm:cxn modelId="{5EE21841-3F66-4FE5-ACEE-40FF07153987}" type="presOf" srcId="{290EB398-68D2-475D-9285-94A38E1A0BE0}" destId="{80904B0F-A9D6-444D-B90F-10E389BA1D81}" srcOrd="0" destOrd="0" presId="urn:microsoft.com/office/officeart/2005/8/layout/orgChart1"/>
    <dgm:cxn modelId="{DBD83E61-C432-42E6-BB6D-575A027B808D}" srcId="{8B4AE2D6-E42E-45B4-A6D8-28269B79F05D}" destId="{6B8C1C7B-CD40-4594-A856-FE664C909B84}" srcOrd="0" destOrd="0" parTransId="{A7F92F68-13A6-4D1E-9BA7-9C379C3DD92E}" sibTransId="{9F1DF369-FF4F-40DC-B258-1CACBBD7C0CB}"/>
    <dgm:cxn modelId="{1EFADC43-F012-466E-BCE3-43A7C7A2591B}" type="presOf" srcId="{BA70830C-3FC5-424E-A371-F01A7A217231}" destId="{98A6AE90-F5DF-4706-B446-DB9A2FB9BE87}" srcOrd="0" destOrd="0" presId="urn:microsoft.com/office/officeart/2005/8/layout/orgChart1"/>
    <dgm:cxn modelId="{F00C5665-5071-4A43-AC0D-55D855B3588C}" type="presOf" srcId="{A7F92F68-13A6-4D1E-9BA7-9C379C3DD92E}" destId="{41CDBD1F-3506-4595-99F8-DC26E29DE955}" srcOrd="0" destOrd="0" presId="urn:microsoft.com/office/officeart/2005/8/layout/orgChart1"/>
    <dgm:cxn modelId="{5D6BB769-9B05-48C5-88AB-B7181D2CB738}" srcId="{97BB106D-6FE9-4FFA-B017-E630AF63CBF6}" destId="{4850F8C9-D1E5-4238-BF1A-EBA40B0E0AA7}" srcOrd="0" destOrd="0" parTransId="{290EB398-68D2-475D-9285-94A38E1A0BE0}" sibTransId="{9C5A5DF1-60C0-42AA-AE13-30B562803C52}"/>
    <dgm:cxn modelId="{69670A6A-F0DE-40BF-83DE-FFFDE0B1CE11}" type="presOf" srcId="{8B4AE2D6-E42E-45B4-A6D8-28269B79F05D}" destId="{01DEF9FF-762E-410F-978B-D767058C1432}" srcOrd="0" destOrd="0" presId="urn:microsoft.com/office/officeart/2005/8/layout/orgChart1"/>
    <dgm:cxn modelId="{B8CCA84C-755E-44FC-B843-3DC7F2297ACE}" type="presOf" srcId="{E3C387CC-F448-45CB-8D83-563787F014B2}" destId="{0E419B94-6D8E-4200-8372-90582F937211}" srcOrd="0" destOrd="0" presId="urn:microsoft.com/office/officeart/2005/8/layout/orgChart1"/>
    <dgm:cxn modelId="{A7110A4D-2312-4410-BD08-DACE0753A105}" srcId="{91E0FF0E-C394-4A6B-8922-95E4B9420C26}" destId="{4294FB7B-5BF3-4542-88BC-0AA018713895}" srcOrd="0" destOrd="0" parTransId="{7BE2DA87-BA7F-4A8D-BCDC-FF367126D3A2}" sibTransId="{092BF080-3526-4AEB-96FD-E52E134D0226}"/>
    <dgm:cxn modelId="{5F93B650-8D71-4582-A046-DD17634EE648}" type="presOf" srcId="{A999AA2A-A012-446B-B4D0-2AF051FB0878}" destId="{6B950391-0644-4365-8117-930A834AA079}" srcOrd="0" destOrd="0" presId="urn:microsoft.com/office/officeart/2005/8/layout/orgChart1"/>
    <dgm:cxn modelId="{5F3C1A52-AB28-4C77-885C-2D589861F1FD}" srcId="{8B4AE2D6-E42E-45B4-A6D8-28269B79F05D}" destId="{97BB106D-6FE9-4FFA-B017-E630AF63CBF6}" srcOrd="1" destOrd="0" parTransId="{A3187671-28DD-4AD8-A3FB-704393B5E2F4}" sibTransId="{55F65BA5-7C34-421B-899F-1EEBA4740B0D}"/>
    <dgm:cxn modelId="{5DAED253-AF5F-49F7-8616-0B771E25F55C}" type="presOf" srcId="{4294FB7B-5BF3-4542-88BC-0AA018713895}" destId="{54238749-A773-48BC-B3EA-A59C6359DF21}" srcOrd="1" destOrd="0" presId="urn:microsoft.com/office/officeart/2005/8/layout/orgChart1"/>
    <dgm:cxn modelId="{20805177-B40E-4186-9E95-C5EBB3793271}" type="presOf" srcId="{91E0FF0E-C394-4A6B-8922-95E4B9420C26}" destId="{E22C6535-503B-4121-AD9C-789C32744D0B}" srcOrd="0" destOrd="0" presId="urn:microsoft.com/office/officeart/2005/8/layout/orgChart1"/>
    <dgm:cxn modelId="{CE194F8C-2A52-4856-BF22-9E74C0BB3A10}" type="presOf" srcId="{97BB106D-6FE9-4FFA-B017-E630AF63CBF6}" destId="{46C1EB12-99D1-454B-A4D4-A9FA6E78FF21}" srcOrd="0" destOrd="0" presId="urn:microsoft.com/office/officeart/2005/8/layout/orgChart1"/>
    <dgm:cxn modelId="{DDE2458E-2933-4586-8EF6-5383B995DD2D}" type="presOf" srcId="{CED1ECBC-0677-4FA6-83A8-5F5AEC9DF929}" destId="{FCD09F2D-7064-4DB6-B006-D76F109BAB2E}" srcOrd="0" destOrd="0" presId="urn:microsoft.com/office/officeart/2005/8/layout/orgChart1"/>
    <dgm:cxn modelId="{5808938F-FBED-44EE-8FEB-9D10B6082479}" type="presOf" srcId="{4850F8C9-D1E5-4238-BF1A-EBA40B0E0AA7}" destId="{B29D170B-A64E-4E2E-B035-D51C60A8657C}" srcOrd="0" destOrd="0" presId="urn:microsoft.com/office/officeart/2005/8/layout/orgChart1"/>
    <dgm:cxn modelId="{A79ECC9C-4917-44EB-A55E-3D265A58EF9E}" type="presOf" srcId="{6B8C1C7B-CD40-4594-A856-FE664C909B84}" destId="{EE093B7D-87F5-4968-9948-00698301C948}" srcOrd="0" destOrd="0" presId="urn:microsoft.com/office/officeart/2005/8/layout/orgChart1"/>
    <dgm:cxn modelId="{5206FFA6-2DCF-4C8D-A5F4-E416BA7CDE1B}" type="presOf" srcId="{A3187671-28DD-4AD8-A3FB-704393B5E2F4}" destId="{F8DDA6F2-3863-41EE-8B16-48B09D68B028}" srcOrd="0" destOrd="0" presId="urn:microsoft.com/office/officeart/2005/8/layout/orgChart1"/>
    <dgm:cxn modelId="{751624BD-F67A-4B52-913C-EE4535FE4AF5}" type="presOf" srcId="{E3C387CC-F448-45CB-8D83-563787F014B2}" destId="{4259EAB5-6FB7-4470-A2A1-DE00979AB61A}" srcOrd="1" destOrd="0" presId="urn:microsoft.com/office/officeart/2005/8/layout/orgChart1"/>
    <dgm:cxn modelId="{61D616C7-1385-4C93-BEA7-63A2395E5BF7}" type="presOf" srcId="{8B4AE2D6-E42E-45B4-A6D8-28269B79F05D}" destId="{E2D7715D-E962-48F3-B6C6-4F0CC709F9F0}" srcOrd="1" destOrd="0" presId="urn:microsoft.com/office/officeart/2005/8/layout/orgChart1"/>
    <dgm:cxn modelId="{FA6A1EC8-1565-4C3B-98D8-59EA47C49182}" type="presOf" srcId="{B0C8D6B6-54C8-4C1E-AE4E-1C339847982C}" destId="{FA256A84-4F9B-4BBF-9951-EDEB6A163FE6}" srcOrd="0" destOrd="0" presId="urn:microsoft.com/office/officeart/2005/8/layout/orgChart1"/>
    <dgm:cxn modelId="{9065D2CB-A318-46D9-A65F-89C78B34FC15}" srcId="{97BB106D-6FE9-4FFA-B017-E630AF63CBF6}" destId="{CED1ECBC-0677-4FA6-83A8-5F5AEC9DF929}" srcOrd="1" destOrd="0" parTransId="{AAF74F9E-74FE-4947-B58F-17DDF1F0C98A}" sibTransId="{F2487FBB-1363-44E8-AB92-8CB3B3DD0036}"/>
    <dgm:cxn modelId="{394C37F9-C502-4587-B3F5-D1DB3FE1F579}" type="presOf" srcId="{2CB08EC8-26CD-417C-8963-7022F9B92BF3}" destId="{BAF6F5DF-7EF1-4991-8130-B4B42488E204}" srcOrd="0" destOrd="0" presId="urn:microsoft.com/office/officeart/2005/8/layout/orgChart1"/>
    <dgm:cxn modelId="{3C395EF9-F349-48E0-AC70-2C0A5A11573A}" type="presOf" srcId="{AAF74F9E-74FE-4947-B58F-17DDF1F0C98A}" destId="{4BA23DA9-3C35-4485-90E8-FF9405584401}" srcOrd="0" destOrd="0" presId="urn:microsoft.com/office/officeart/2005/8/layout/orgChart1"/>
    <dgm:cxn modelId="{584A2F5C-4D83-4472-8B0F-E8258B167240}" type="presParOf" srcId="{6B950391-0644-4365-8117-930A834AA079}" destId="{E199AD91-A4BF-4755-8E18-693122C3ADEF}" srcOrd="0" destOrd="0" presId="urn:microsoft.com/office/officeart/2005/8/layout/orgChart1"/>
    <dgm:cxn modelId="{AE88DEF2-E78D-4D97-92E8-F9715BA75E7F}" type="presParOf" srcId="{E199AD91-A4BF-4755-8E18-693122C3ADEF}" destId="{C459BD1F-0AF0-4063-80C2-50F821C85C19}" srcOrd="0" destOrd="0" presId="urn:microsoft.com/office/officeart/2005/8/layout/orgChart1"/>
    <dgm:cxn modelId="{698CE0F7-1BA7-4A11-808C-E2EB24534A7E}" type="presParOf" srcId="{C459BD1F-0AF0-4063-80C2-50F821C85C19}" destId="{01DEF9FF-762E-410F-978B-D767058C1432}" srcOrd="0" destOrd="0" presId="urn:microsoft.com/office/officeart/2005/8/layout/orgChart1"/>
    <dgm:cxn modelId="{8408152F-07BD-4DF8-AED2-B03526700F74}" type="presParOf" srcId="{C459BD1F-0AF0-4063-80C2-50F821C85C19}" destId="{E2D7715D-E962-48F3-B6C6-4F0CC709F9F0}" srcOrd="1" destOrd="0" presId="urn:microsoft.com/office/officeart/2005/8/layout/orgChart1"/>
    <dgm:cxn modelId="{1556C1E5-5D1E-4599-B794-77013BD8C838}" type="presParOf" srcId="{E199AD91-A4BF-4755-8E18-693122C3ADEF}" destId="{48CE122A-3ECC-43D9-ADC4-681E1E46780D}" srcOrd="1" destOrd="0" presId="urn:microsoft.com/office/officeart/2005/8/layout/orgChart1"/>
    <dgm:cxn modelId="{D674EA47-772A-47A9-99F2-797F5E39DA41}" type="presParOf" srcId="{48CE122A-3ECC-43D9-ADC4-681E1E46780D}" destId="{41CDBD1F-3506-4595-99F8-DC26E29DE955}" srcOrd="0" destOrd="0" presId="urn:microsoft.com/office/officeart/2005/8/layout/orgChart1"/>
    <dgm:cxn modelId="{EC5E5DAC-64A9-4FE2-A69B-C89007A695D9}" type="presParOf" srcId="{48CE122A-3ECC-43D9-ADC4-681E1E46780D}" destId="{B638A727-A0C8-4CA9-96E6-019E4BB561F2}" srcOrd="1" destOrd="0" presId="urn:microsoft.com/office/officeart/2005/8/layout/orgChart1"/>
    <dgm:cxn modelId="{0ECF4048-4DC4-4898-B554-6E8B82C22C54}" type="presParOf" srcId="{B638A727-A0C8-4CA9-96E6-019E4BB561F2}" destId="{6C18D1C9-C960-42A5-AE82-0B1C3284291B}" srcOrd="0" destOrd="0" presId="urn:microsoft.com/office/officeart/2005/8/layout/orgChart1"/>
    <dgm:cxn modelId="{85EBAE46-83CB-4EB6-A633-BA2147223BAB}" type="presParOf" srcId="{6C18D1C9-C960-42A5-AE82-0B1C3284291B}" destId="{EE093B7D-87F5-4968-9948-00698301C948}" srcOrd="0" destOrd="0" presId="urn:microsoft.com/office/officeart/2005/8/layout/orgChart1"/>
    <dgm:cxn modelId="{D0A87F1F-BF87-4479-9F3D-A1EEF1B7AE87}" type="presParOf" srcId="{6C18D1C9-C960-42A5-AE82-0B1C3284291B}" destId="{AA4C79F7-36DC-4044-AB21-693C70485B08}" srcOrd="1" destOrd="0" presId="urn:microsoft.com/office/officeart/2005/8/layout/orgChart1"/>
    <dgm:cxn modelId="{1A45445B-475B-4994-A91D-4F123CC5FFB8}" type="presParOf" srcId="{B638A727-A0C8-4CA9-96E6-019E4BB561F2}" destId="{CCC0283D-B743-464C-A628-D13899F73BEF}" srcOrd="1" destOrd="0" presId="urn:microsoft.com/office/officeart/2005/8/layout/orgChart1"/>
    <dgm:cxn modelId="{EEB4F35E-7C32-4F93-9F91-BB40486EEF34}" type="presParOf" srcId="{CCC0283D-B743-464C-A628-D13899F73BEF}" destId="{47F0000F-52C4-4D12-BCA9-C1727556E166}" srcOrd="0" destOrd="0" presId="urn:microsoft.com/office/officeart/2005/8/layout/orgChart1"/>
    <dgm:cxn modelId="{AC54CFFD-FFC6-4280-A27D-4A38AA9946C0}" type="presParOf" srcId="{CCC0283D-B743-464C-A628-D13899F73BEF}" destId="{B40E55BB-05EA-4B74-9CAA-E84AD07F3FBC}" srcOrd="1" destOrd="0" presId="urn:microsoft.com/office/officeart/2005/8/layout/orgChart1"/>
    <dgm:cxn modelId="{1C6C58FA-95AC-4F63-BC4C-AB69475801C3}" type="presParOf" srcId="{B40E55BB-05EA-4B74-9CAA-E84AD07F3FBC}" destId="{B0C6B027-650A-4C40-966E-5DA4AE31D32A}" srcOrd="0" destOrd="0" presId="urn:microsoft.com/office/officeart/2005/8/layout/orgChart1"/>
    <dgm:cxn modelId="{5C061659-2997-4DB2-8C48-593650C2C9F4}" type="presParOf" srcId="{B0C6B027-650A-4C40-966E-5DA4AE31D32A}" destId="{0E419B94-6D8E-4200-8372-90582F937211}" srcOrd="0" destOrd="0" presId="urn:microsoft.com/office/officeart/2005/8/layout/orgChart1"/>
    <dgm:cxn modelId="{498B1E91-FDD0-42BE-B0C8-8EB45A9C0F1D}" type="presParOf" srcId="{B0C6B027-650A-4C40-966E-5DA4AE31D32A}" destId="{4259EAB5-6FB7-4470-A2A1-DE00979AB61A}" srcOrd="1" destOrd="0" presId="urn:microsoft.com/office/officeart/2005/8/layout/orgChart1"/>
    <dgm:cxn modelId="{77F5BA3D-6291-4541-AE9B-54F924CD418E}" type="presParOf" srcId="{B40E55BB-05EA-4B74-9CAA-E84AD07F3FBC}" destId="{E7D4AEAD-EAAB-41C2-9DFA-66C6EDCCAB2E}" srcOrd="1" destOrd="0" presId="urn:microsoft.com/office/officeart/2005/8/layout/orgChart1"/>
    <dgm:cxn modelId="{9C8A495B-07CE-4007-A03F-946B527B4FAA}" type="presParOf" srcId="{B40E55BB-05EA-4B74-9CAA-E84AD07F3FBC}" destId="{D8A97779-D2AF-4CD0-8917-DFF0E0B0E279}" srcOrd="2" destOrd="0" presId="urn:microsoft.com/office/officeart/2005/8/layout/orgChart1"/>
    <dgm:cxn modelId="{D78B52E5-5EA0-494D-ADE9-28FEB33C750F}" type="presParOf" srcId="{B638A727-A0C8-4CA9-96E6-019E4BB561F2}" destId="{1970F82A-4D1E-4471-9C3F-C6DE99784B09}" srcOrd="2" destOrd="0" presId="urn:microsoft.com/office/officeart/2005/8/layout/orgChart1"/>
    <dgm:cxn modelId="{9000FFD9-201E-4F81-9758-EDE627AE7050}" type="presParOf" srcId="{48CE122A-3ECC-43D9-ADC4-681E1E46780D}" destId="{F8DDA6F2-3863-41EE-8B16-48B09D68B028}" srcOrd="2" destOrd="0" presId="urn:microsoft.com/office/officeart/2005/8/layout/orgChart1"/>
    <dgm:cxn modelId="{A0ED673C-ED83-43B2-B2E9-59E2D5F7D0F0}" type="presParOf" srcId="{48CE122A-3ECC-43D9-ADC4-681E1E46780D}" destId="{98692F91-E5F1-448F-AAE3-3C4748364327}" srcOrd="3" destOrd="0" presId="urn:microsoft.com/office/officeart/2005/8/layout/orgChart1"/>
    <dgm:cxn modelId="{5F99BF44-44D3-4FB5-8EB2-0382C377776F}" type="presParOf" srcId="{98692F91-E5F1-448F-AAE3-3C4748364327}" destId="{C2C6BA2E-C364-4AAF-A7AF-6F94EE5992CE}" srcOrd="0" destOrd="0" presId="urn:microsoft.com/office/officeart/2005/8/layout/orgChart1"/>
    <dgm:cxn modelId="{058E0D7A-2948-494F-ACA0-617D91BC87CC}" type="presParOf" srcId="{C2C6BA2E-C364-4AAF-A7AF-6F94EE5992CE}" destId="{46C1EB12-99D1-454B-A4D4-A9FA6E78FF21}" srcOrd="0" destOrd="0" presId="urn:microsoft.com/office/officeart/2005/8/layout/orgChart1"/>
    <dgm:cxn modelId="{BBDD4550-98A4-413B-B0CA-2A3626DE47B6}" type="presParOf" srcId="{C2C6BA2E-C364-4AAF-A7AF-6F94EE5992CE}" destId="{CC2C1B12-9189-4608-9CE7-962D4D028554}" srcOrd="1" destOrd="0" presId="urn:microsoft.com/office/officeart/2005/8/layout/orgChart1"/>
    <dgm:cxn modelId="{AF96B01A-28D7-420F-A94E-3455173C613D}" type="presParOf" srcId="{98692F91-E5F1-448F-AAE3-3C4748364327}" destId="{EBD3BD60-6D57-43D9-8D5D-BA7B0BF6C0DE}" srcOrd="1" destOrd="0" presId="urn:microsoft.com/office/officeart/2005/8/layout/orgChart1"/>
    <dgm:cxn modelId="{B4378295-97ED-46EE-8B60-AB32FBCA6CED}" type="presParOf" srcId="{EBD3BD60-6D57-43D9-8D5D-BA7B0BF6C0DE}" destId="{80904B0F-A9D6-444D-B90F-10E389BA1D81}" srcOrd="0" destOrd="0" presId="urn:microsoft.com/office/officeart/2005/8/layout/orgChart1"/>
    <dgm:cxn modelId="{4BE7BDD1-CEFC-489D-AD16-05BE09B5DC67}" type="presParOf" srcId="{EBD3BD60-6D57-43D9-8D5D-BA7B0BF6C0DE}" destId="{2FD9451F-E094-493A-9C44-FFFF0E91058F}" srcOrd="1" destOrd="0" presId="urn:microsoft.com/office/officeart/2005/8/layout/orgChart1"/>
    <dgm:cxn modelId="{76CA8D8A-E0A4-4189-9737-F48B35566956}" type="presParOf" srcId="{2FD9451F-E094-493A-9C44-FFFF0E91058F}" destId="{CA52CD48-1A71-4AE4-AE59-7BE98D8B0BD6}" srcOrd="0" destOrd="0" presId="urn:microsoft.com/office/officeart/2005/8/layout/orgChart1"/>
    <dgm:cxn modelId="{27816B27-9B9E-4899-B94D-BDEFF8C0954F}" type="presParOf" srcId="{CA52CD48-1A71-4AE4-AE59-7BE98D8B0BD6}" destId="{B29D170B-A64E-4E2E-B035-D51C60A8657C}" srcOrd="0" destOrd="0" presId="urn:microsoft.com/office/officeart/2005/8/layout/orgChart1"/>
    <dgm:cxn modelId="{4D2C03A1-68F9-4BBE-9E05-A6939E97ECCA}" type="presParOf" srcId="{CA52CD48-1A71-4AE4-AE59-7BE98D8B0BD6}" destId="{9F1D66BD-4818-48E3-802A-1D9749949636}" srcOrd="1" destOrd="0" presId="urn:microsoft.com/office/officeart/2005/8/layout/orgChart1"/>
    <dgm:cxn modelId="{CD1DBAE3-9E56-4163-91E3-86CB21958724}" type="presParOf" srcId="{2FD9451F-E094-493A-9C44-FFFF0E91058F}" destId="{09768C88-0A97-4735-8BCE-E1100346BF76}" srcOrd="1" destOrd="0" presId="urn:microsoft.com/office/officeart/2005/8/layout/orgChart1"/>
    <dgm:cxn modelId="{6F7F2703-14E8-420E-9FCF-64C1A7A47C4A}" type="presParOf" srcId="{2FD9451F-E094-493A-9C44-FFFF0E91058F}" destId="{CD51C129-0FD5-432A-9EC5-68671141BD10}" srcOrd="2" destOrd="0" presId="urn:microsoft.com/office/officeart/2005/8/layout/orgChart1"/>
    <dgm:cxn modelId="{5B59B131-B548-45C2-A995-F7B4912021EB}" type="presParOf" srcId="{EBD3BD60-6D57-43D9-8D5D-BA7B0BF6C0DE}" destId="{4BA23DA9-3C35-4485-90E8-FF9405584401}" srcOrd="2" destOrd="0" presId="urn:microsoft.com/office/officeart/2005/8/layout/orgChart1"/>
    <dgm:cxn modelId="{3491B4A7-84D9-442D-86D0-A57B77F56728}" type="presParOf" srcId="{EBD3BD60-6D57-43D9-8D5D-BA7B0BF6C0DE}" destId="{49A4544D-E492-4B53-A08A-8DE243ECA881}" srcOrd="3" destOrd="0" presId="urn:microsoft.com/office/officeart/2005/8/layout/orgChart1"/>
    <dgm:cxn modelId="{69408787-3F4B-468F-A79F-27EA4B1DE8D1}" type="presParOf" srcId="{49A4544D-E492-4B53-A08A-8DE243ECA881}" destId="{F0B6469C-FE12-43AA-B5DF-2465D451B1DC}" srcOrd="0" destOrd="0" presId="urn:microsoft.com/office/officeart/2005/8/layout/orgChart1"/>
    <dgm:cxn modelId="{9F428580-0781-4381-9A08-BFF99716F4F1}" type="presParOf" srcId="{F0B6469C-FE12-43AA-B5DF-2465D451B1DC}" destId="{FCD09F2D-7064-4DB6-B006-D76F109BAB2E}" srcOrd="0" destOrd="0" presId="urn:microsoft.com/office/officeart/2005/8/layout/orgChart1"/>
    <dgm:cxn modelId="{509FDAFF-9B0A-4077-89A4-F850754CC5AD}" type="presParOf" srcId="{F0B6469C-FE12-43AA-B5DF-2465D451B1DC}" destId="{553116D1-3F1D-4765-AB02-98D3FDEC24C8}" srcOrd="1" destOrd="0" presId="urn:microsoft.com/office/officeart/2005/8/layout/orgChart1"/>
    <dgm:cxn modelId="{4B7282D1-BD1C-4AB7-82CB-C518ECD16D58}" type="presParOf" srcId="{49A4544D-E492-4B53-A08A-8DE243ECA881}" destId="{0C5B720D-883C-4DC8-91CE-03EAC855ABA9}" srcOrd="1" destOrd="0" presId="urn:microsoft.com/office/officeart/2005/8/layout/orgChart1"/>
    <dgm:cxn modelId="{A8D26540-02D1-438E-8E77-4B9B89EF0A40}" type="presParOf" srcId="{49A4544D-E492-4B53-A08A-8DE243ECA881}" destId="{459E98C3-3BAF-4D3E-8648-11D6B531173D}" srcOrd="2" destOrd="0" presId="urn:microsoft.com/office/officeart/2005/8/layout/orgChart1"/>
    <dgm:cxn modelId="{296451B0-D848-48F2-9EC1-188FDA2FBF22}" type="presParOf" srcId="{98692F91-E5F1-448F-AAE3-3C4748364327}" destId="{C3DC9C88-DA6C-44BA-87CE-951D0AFB1445}" srcOrd="2" destOrd="0" presId="urn:microsoft.com/office/officeart/2005/8/layout/orgChart1"/>
    <dgm:cxn modelId="{E18E8EEB-D74B-4CCB-88C2-7D2D3ED9D070}" type="presParOf" srcId="{48CE122A-3ECC-43D9-ADC4-681E1E46780D}" destId="{FA256A84-4F9B-4BBF-9951-EDEB6A163FE6}" srcOrd="4" destOrd="0" presId="urn:microsoft.com/office/officeart/2005/8/layout/orgChart1"/>
    <dgm:cxn modelId="{ACC1FF12-0ABF-49B4-810B-06322390503C}" type="presParOf" srcId="{48CE122A-3ECC-43D9-ADC4-681E1E46780D}" destId="{018D3774-4DEA-4FD7-8637-2E27C582A54F}" srcOrd="5" destOrd="0" presId="urn:microsoft.com/office/officeart/2005/8/layout/orgChart1"/>
    <dgm:cxn modelId="{0997A9F1-15CE-4850-855C-CC4CD2397E7B}" type="presParOf" srcId="{018D3774-4DEA-4FD7-8637-2E27C582A54F}" destId="{02F2C4FE-913E-42F8-B11A-94311656FA5C}" srcOrd="0" destOrd="0" presId="urn:microsoft.com/office/officeart/2005/8/layout/orgChart1"/>
    <dgm:cxn modelId="{6CD13A51-ED5A-4963-A15D-45A1E1C29D06}" type="presParOf" srcId="{02F2C4FE-913E-42F8-B11A-94311656FA5C}" destId="{E22C6535-503B-4121-AD9C-789C32744D0B}" srcOrd="0" destOrd="0" presId="urn:microsoft.com/office/officeart/2005/8/layout/orgChart1"/>
    <dgm:cxn modelId="{C5407A0F-4BBB-4CBB-8ED7-E57292B35D70}" type="presParOf" srcId="{02F2C4FE-913E-42F8-B11A-94311656FA5C}" destId="{E0765F24-DE58-4E4E-91AE-2744747D4DF9}" srcOrd="1" destOrd="0" presId="urn:microsoft.com/office/officeart/2005/8/layout/orgChart1"/>
    <dgm:cxn modelId="{F2BCDF82-7C5E-4767-8254-C3F329576438}" type="presParOf" srcId="{018D3774-4DEA-4FD7-8637-2E27C582A54F}" destId="{74E92BF2-836A-4A2B-A005-47B977E37779}" srcOrd="1" destOrd="0" presId="urn:microsoft.com/office/officeart/2005/8/layout/orgChart1"/>
    <dgm:cxn modelId="{1FEEA25B-B94B-466B-A232-699DB6CB1955}" type="presParOf" srcId="{74E92BF2-836A-4A2B-A005-47B977E37779}" destId="{A9AFE238-C44F-42EC-845F-71C0ADC4F8B9}" srcOrd="0" destOrd="0" presId="urn:microsoft.com/office/officeart/2005/8/layout/orgChart1"/>
    <dgm:cxn modelId="{431A2514-F559-4783-ACE5-09F986E7F92A}" type="presParOf" srcId="{74E92BF2-836A-4A2B-A005-47B977E37779}" destId="{7CC14A1F-C750-4F4A-A2E3-1917573ECFA8}" srcOrd="1" destOrd="0" presId="urn:microsoft.com/office/officeart/2005/8/layout/orgChart1"/>
    <dgm:cxn modelId="{C50A5847-CB69-4A95-BCC7-A763381DD842}" type="presParOf" srcId="{7CC14A1F-C750-4F4A-A2E3-1917573ECFA8}" destId="{2AD22D50-C8B4-4D4F-99A7-619596EFE246}" srcOrd="0" destOrd="0" presId="urn:microsoft.com/office/officeart/2005/8/layout/orgChart1"/>
    <dgm:cxn modelId="{3F09B9D1-DB69-4A11-A1B9-1B73E509D442}" type="presParOf" srcId="{2AD22D50-C8B4-4D4F-99A7-619596EFE246}" destId="{3B5E4DEC-546E-47E4-8D3B-2BBB221AB9BF}" srcOrd="0" destOrd="0" presId="urn:microsoft.com/office/officeart/2005/8/layout/orgChart1"/>
    <dgm:cxn modelId="{1177B7BB-E189-4EC2-BB05-9FF92953ADB2}" type="presParOf" srcId="{2AD22D50-C8B4-4D4F-99A7-619596EFE246}" destId="{54238749-A773-48BC-B3EA-A59C6359DF21}" srcOrd="1" destOrd="0" presId="urn:microsoft.com/office/officeart/2005/8/layout/orgChart1"/>
    <dgm:cxn modelId="{0B9A844E-456E-40AF-83C2-334351E5F2EC}" type="presParOf" srcId="{7CC14A1F-C750-4F4A-A2E3-1917573ECFA8}" destId="{7CF172BB-74B5-4E35-8717-0F0F0A734B4F}" srcOrd="1" destOrd="0" presId="urn:microsoft.com/office/officeart/2005/8/layout/orgChart1"/>
    <dgm:cxn modelId="{7A703BC5-3215-44EC-8C0B-C5B6BBD5EF2A}" type="presParOf" srcId="{7CC14A1F-C750-4F4A-A2E3-1917573ECFA8}" destId="{7387C32F-1ECC-47D1-84C2-9B148E502719}" srcOrd="2" destOrd="0" presId="urn:microsoft.com/office/officeart/2005/8/layout/orgChart1"/>
    <dgm:cxn modelId="{816E1D2B-55F5-4CAA-B67D-D3A876836174}" type="presParOf" srcId="{74E92BF2-836A-4A2B-A005-47B977E37779}" destId="{98A6AE90-F5DF-4706-B446-DB9A2FB9BE87}" srcOrd="2" destOrd="0" presId="urn:microsoft.com/office/officeart/2005/8/layout/orgChart1"/>
    <dgm:cxn modelId="{0F89ABE3-491A-4D3C-AC92-895D934C2F60}" type="presParOf" srcId="{74E92BF2-836A-4A2B-A005-47B977E37779}" destId="{F8231A31-2191-4984-B12F-8A441F456AF7}" srcOrd="3" destOrd="0" presId="urn:microsoft.com/office/officeart/2005/8/layout/orgChart1"/>
    <dgm:cxn modelId="{B8EBB946-981C-4E7E-B31C-FE976AEA7EC3}" type="presParOf" srcId="{F8231A31-2191-4984-B12F-8A441F456AF7}" destId="{C27AA1A2-9CB3-4D86-A814-AF6FAABC1148}" srcOrd="0" destOrd="0" presId="urn:microsoft.com/office/officeart/2005/8/layout/orgChart1"/>
    <dgm:cxn modelId="{55838BA7-DB8B-4E60-BD3F-3B198B8135CA}" type="presParOf" srcId="{C27AA1A2-9CB3-4D86-A814-AF6FAABC1148}" destId="{BAF6F5DF-7EF1-4991-8130-B4B42488E204}" srcOrd="0" destOrd="0" presId="urn:microsoft.com/office/officeart/2005/8/layout/orgChart1"/>
    <dgm:cxn modelId="{044D2AAA-CCE7-4B5B-ABAF-3E2C367FAA97}" type="presParOf" srcId="{C27AA1A2-9CB3-4D86-A814-AF6FAABC1148}" destId="{DAD16269-7801-4497-8B73-1E899BEED044}" srcOrd="1" destOrd="0" presId="urn:microsoft.com/office/officeart/2005/8/layout/orgChart1"/>
    <dgm:cxn modelId="{0E0FC0F0-A672-4F70-B8D1-EC4A9BAA8460}" type="presParOf" srcId="{F8231A31-2191-4984-B12F-8A441F456AF7}" destId="{22F37B86-96BF-4807-A47C-F0D452B14FE6}" srcOrd="1" destOrd="0" presId="urn:microsoft.com/office/officeart/2005/8/layout/orgChart1"/>
    <dgm:cxn modelId="{8A0130E6-ABCB-4B45-91E6-5FC26642A3E7}" type="presParOf" srcId="{F8231A31-2191-4984-B12F-8A441F456AF7}" destId="{C632F29D-0C99-440C-AF38-1C10E17AF71E}" srcOrd="2" destOrd="0" presId="urn:microsoft.com/office/officeart/2005/8/layout/orgChart1"/>
    <dgm:cxn modelId="{860E3A13-CF1B-45F8-A123-B978E5094FC3}" type="presParOf" srcId="{018D3774-4DEA-4FD7-8637-2E27C582A54F}" destId="{B3127C1B-842D-489E-8B7E-02BDA2399449}" srcOrd="2" destOrd="0" presId="urn:microsoft.com/office/officeart/2005/8/layout/orgChart1"/>
    <dgm:cxn modelId="{0F0591B0-F835-4ABC-BB85-934BFFD6BD10}" type="presParOf" srcId="{E199AD91-A4BF-4755-8E18-693122C3ADEF}" destId="{B611EFCD-84C6-46C0-A3AE-180FA84A827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custLinFactNeighborX="-1731" custLinFactNeighborY="-615">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D2E67F7C-DE35-4A2A-8200-BF1FEF8E7C0B}" type="doc">
      <dgm:prSet loTypeId="urn:microsoft.com/office/officeart/2005/8/layout/vList5" loCatId="list" qsTypeId="urn:microsoft.com/office/officeart/2005/8/quickstyle/simple1" qsCatId="simple" csTypeId="urn:microsoft.com/office/officeart/2005/8/colors/accent1_2" csCatId="accent1" phldr="1"/>
      <dgm:spPr/>
    </dgm:pt>
    <dgm:pt modelId="{5CAE8CB9-21C6-4339-ACF1-A7D26D1C7B66}">
      <dgm:prSet phldrT="[Testo]" custT="1"/>
      <dgm:spPr/>
      <dgm:t>
        <a:bodyPr/>
        <a:lstStyle/>
        <a:p>
          <a:r>
            <a:rPr lang="en-US" sz="1400" noProof="0" dirty="0"/>
            <a:t>Minister (1)</a:t>
          </a:r>
        </a:p>
      </dgm:t>
    </dgm:pt>
    <dgm:pt modelId="{8BA22EAC-5F2A-4D17-B69D-8731F064DE89}" type="parTrans" cxnId="{8CE7A3E4-0585-47A9-A49E-26CDF14737C6}">
      <dgm:prSet/>
      <dgm:spPr/>
      <dgm:t>
        <a:bodyPr/>
        <a:lstStyle/>
        <a:p>
          <a:endParaRPr lang="it-IT" sz="1100"/>
        </a:p>
      </dgm:t>
    </dgm:pt>
    <dgm:pt modelId="{3ED448C6-00C5-44FF-91A3-C003C361A958}" type="sibTrans" cxnId="{8CE7A3E4-0585-47A9-A49E-26CDF14737C6}">
      <dgm:prSet/>
      <dgm:spPr/>
      <dgm:t>
        <a:bodyPr/>
        <a:lstStyle/>
        <a:p>
          <a:endParaRPr lang="it-IT" sz="1100"/>
        </a:p>
      </dgm:t>
    </dgm:pt>
    <dgm:pt modelId="{EB8C4625-5D1E-4C0B-A875-B6D0DFBF4AB7}">
      <dgm:prSet phldrT="[Testo]" custT="1"/>
      <dgm:spPr/>
      <dgm:t>
        <a:bodyPr/>
        <a:lstStyle/>
        <a:p>
          <a:r>
            <a:rPr lang="en-US" sz="1400" noProof="0" dirty="0"/>
            <a:t>Provinces (100) </a:t>
          </a:r>
        </a:p>
      </dgm:t>
    </dgm:pt>
    <dgm:pt modelId="{2EAB6788-785A-47B2-9B6A-9E6FB292EE4C}" type="parTrans" cxnId="{F77B8C16-97A7-48EF-A0E1-FC0C7334EC2C}">
      <dgm:prSet/>
      <dgm:spPr/>
      <dgm:t>
        <a:bodyPr/>
        <a:lstStyle/>
        <a:p>
          <a:endParaRPr lang="it-IT" sz="1100"/>
        </a:p>
      </dgm:t>
    </dgm:pt>
    <dgm:pt modelId="{B409B86C-B5FA-497D-BC3C-D83C7739A857}" type="sibTrans" cxnId="{F77B8C16-97A7-48EF-A0E1-FC0C7334EC2C}">
      <dgm:prSet/>
      <dgm:spPr/>
      <dgm:t>
        <a:bodyPr/>
        <a:lstStyle/>
        <a:p>
          <a:endParaRPr lang="it-IT" sz="1100"/>
        </a:p>
      </dgm:t>
    </dgm:pt>
    <dgm:pt modelId="{D2AFDDF6-7138-4A52-8649-6584FB0E553F}">
      <dgm:prSet phldrT="[Testo]" custT="1"/>
      <dgm:spPr/>
      <dgm:t>
        <a:bodyPr/>
        <a:lstStyle/>
        <a:p>
          <a:r>
            <a:rPr lang="en-US" sz="1400" noProof="0" dirty="0"/>
            <a:t>Hospitals  (+1,000)  </a:t>
          </a:r>
        </a:p>
      </dgm:t>
    </dgm:pt>
    <dgm:pt modelId="{2D7029C4-CAFD-4E15-83D2-49DDC05B5F57}" type="parTrans" cxnId="{3BA5546B-E423-49EA-A94D-A59E5FFE1D32}">
      <dgm:prSet/>
      <dgm:spPr/>
      <dgm:t>
        <a:bodyPr/>
        <a:lstStyle/>
        <a:p>
          <a:endParaRPr lang="it-IT" sz="1100"/>
        </a:p>
      </dgm:t>
    </dgm:pt>
    <dgm:pt modelId="{D1E2F5CE-19A8-444E-9D6B-68C7E9ECB40D}" type="sibTrans" cxnId="{3BA5546B-E423-49EA-A94D-A59E5FFE1D32}">
      <dgm:prSet/>
      <dgm:spPr/>
      <dgm:t>
        <a:bodyPr/>
        <a:lstStyle/>
        <a:p>
          <a:endParaRPr lang="it-IT" sz="1100"/>
        </a:p>
      </dgm:t>
    </dgm:pt>
    <dgm:pt modelId="{7EFFFAF5-CFFC-443A-866E-AD99047B2F88}">
      <dgm:prSet phldrT="[Testo]" custT="1"/>
      <dgm:spPr/>
      <dgm:t>
        <a:bodyPr/>
        <a:lstStyle/>
        <a:p>
          <a:r>
            <a:rPr lang="en-US" sz="1400" noProof="0" dirty="0"/>
            <a:t>Labs (+1.000)  </a:t>
          </a:r>
        </a:p>
      </dgm:t>
    </dgm:pt>
    <dgm:pt modelId="{65F28B76-AED8-4F9F-9A16-E914CA035644}" type="parTrans" cxnId="{491BA47C-CCF2-4126-BE82-D16672756EC9}">
      <dgm:prSet/>
      <dgm:spPr/>
      <dgm:t>
        <a:bodyPr/>
        <a:lstStyle/>
        <a:p>
          <a:endParaRPr lang="it-IT" sz="1100"/>
        </a:p>
      </dgm:t>
    </dgm:pt>
    <dgm:pt modelId="{7B96DB4C-9020-47A0-BCE3-0C3CBABC4219}" type="sibTrans" cxnId="{491BA47C-CCF2-4126-BE82-D16672756EC9}">
      <dgm:prSet/>
      <dgm:spPr/>
      <dgm:t>
        <a:bodyPr/>
        <a:lstStyle/>
        <a:p>
          <a:endParaRPr lang="it-IT" sz="1100"/>
        </a:p>
      </dgm:t>
    </dgm:pt>
    <dgm:pt modelId="{3267F2C0-D78B-4942-AB25-116A0D1931A3}">
      <dgm:prSet phldrT="[Testo]" custT="1"/>
      <dgm:spPr/>
      <dgm:t>
        <a:bodyPr/>
        <a:lstStyle/>
        <a:p>
          <a:r>
            <a:rPr lang="en-US" sz="1400" noProof="0" dirty="0"/>
            <a:t>Regions (20) </a:t>
          </a:r>
        </a:p>
      </dgm:t>
    </dgm:pt>
    <dgm:pt modelId="{DE6F89BA-A5FF-4C15-B0BD-B236253CD44C}" type="parTrans" cxnId="{D7F87F69-E837-46F2-B7D3-AD76DE36E1E3}">
      <dgm:prSet/>
      <dgm:spPr/>
      <dgm:t>
        <a:bodyPr/>
        <a:lstStyle/>
        <a:p>
          <a:endParaRPr lang="it-IT" sz="1100"/>
        </a:p>
      </dgm:t>
    </dgm:pt>
    <dgm:pt modelId="{A2E8E99C-B555-4412-9805-4086A6AA2470}" type="sibTrans" cxnId="{D7F87F69-E837-46F2-B7D3-AD76DE36E1E3}">
      <dgm:prSet/>
      <dgm:spPr/>
      <dgm:t>
        <a:bodyPr/>
        <a:lstStyle/>
        <a:p>
          <a:endParaRPr lang="it-IT" sz="1100"/>
        </a:p>
      </dgm:t>
    </dgm:pt>
    <dgm:pt modelId="{623EBD0F-3E9E-4A30-B135-A555131EAAE0}">
      <dgm:prSet phldrT="[Testo]" custT="1"/>
      <dgm:spPr>
        <a:ln>
          <a:prstDash val="lgDash"/>
        </a:ln>
      </dgm:spPr>
      <dgm:t>
        <a:bodyPr/>
        <a:lstStyle/>
        <a:p>
          <a:r>
            <a:rPr lang="en-US" sz="1400" noProof="0" dirty="0"/>
            <a:t>GPs (ca 30K)</a:t>
          </a:r>
        </a:p>
      </dgm:t>
    </dgm:pt>
    <dgm:pt modelId="{FCF98F03-9E3F-4F17-9427-27D30DF50069}" type="parTrans" cxnId="{FC96721C-5C96-4431-80B6-F6BFDB689159}">
      <dgm:prSet/>
      <dgm:spPr/>
      <dgm:t>
        <a:bodyPr/>
        <a:lstStyle/>
        <a:p>
          <a:endParaRPr lang="it-IT" sz="1100"/>
        </a:p>
      </dgm:t>
    </dgm:pt>
    <dgm:pt modelId="{3D903351-028D-462E-B134-E3686F303DDE}" type="sibTrans" cxnId="{FC96721C-5C96-4431-80B6-F6BFDB689159}">
      <dgm:prSet/>
      <dgm:spPr/>
      <dgm:t>
        <a:bodyPr/>
        <a:lstStyle/>
        <a:p>
          <a:endParaRPr lang="it-IT" sz="1100"/>
        </a:p>
      </dgm:t>
    </dgm:pt>
    <dgm:pt modelId="{4A340B39-723A-49B1-9FDC-156BDA144114}">
      <dgm:prSet phldrT="[Testo]" custT="1"/>
      <dgm:spPr/>
      <dgm:t>
        <a:bodyPr/>
        <a:lstStyle/>
        <a:p>
          <a:r>
            <a:rPr lang="en-US" sz="1400" noProof="0" dirty="0"/>
            <a:t>IT </a:t>
          </a:r>
          <a:r>
            <a:rPr lang="en-US" sz="1400" noProof="0" dirty="0" err="1"/>
            <a:t>Dpt</a:t>
          </a:r>
          <a:r>
            <a:rPr lang="en-US" sz="1400" noProof="0" dirty="0"/>
            <a:t> of the </a:t>
          </a:r>
          <a:r>
            <a:rPr lang="en-US" sz="1400" noProof="0" dirty="0" err="1"/>
            <a:t>Ministery</a:t>
          </a:r>
          <a:r>
            <a:rPr lang="en-US" sz="1400" noProof="0" dirty="0"/>
            <a:t> </a:t>
          </a:r>
        </a:p>
      </dgm:t>
    </dgm:pt>
    <dgm:pt modelId="{869FB137-DB0D-42EA-8B2C-A4D141451DC5}" type="parTrans" cxnId="{8B2FA2A6-2FD9-4FB2-8B79-1F32FE3F018C}">
      <dgm:prSet/>
      <dgm:spPr/>
      <dgm:t>
        <a:bodyPr/>
        <a:lstStyle/>
        <a:p>
          <a:endParaRPr lang="it-IT" sz="1100"/>
        </a:p>
      </dgm:t>
    </dgm:pt>
    <dgm:pt modelId="{34410975-ECF4-4325-882F-C44D1F0DFD66}" type="sibTrans" cxnId="{8B2FA2A6-2FD9-4FB2-8B79-1F32FE3F018C}">
      <dgm:prSet/>
      <dgm:spPr/>
      <dgm:t>
        <a:bodyPr/>
        <a:lstStyle/>
        <a:p>
          <a:endParaRPr lang="it-IT" sz="1100"/>
        </a:p>
      </dgm:t>
    </dgm:pt>
    <dgm:pt modelId="{EEE56E9A-DEF2-4E19-BEC3-9C1BA09DB105}">
      <dgm:prSet phldrT="[Testo]" custT="1"/>
      <dgm:spPr/>
      <dgm:t>
        <a:bodyPr/>
        <a:lstStyle/>
        <a:p>
          <a:r>
            <a:rPr lang="en-US" sz="1400" noProof="0" dirty="0"/>
            <a:t>Regional IT </a:t>
          </a:r>
          <a:r>
            <a:rPr lang="en-US" sz="1400" noProof="0" dirty="0" err="1"/>
            <a:t>Dpt</a:t>
          </a:r>
          <a:endParaRPr lang="en-US" sz="1400" noProof="0" dirty="0"/>
        </a:p>
      </dgm:t>
    </dgm:pt>
    <dgm:pt modelId="{0182083A-3684-4824-A5B7-CD9C4F9941EE}" type="parTrans" cxnId="{8A86BCD1-A0FD-4606-831B-D2A21438E81B}">
      <dgm:prSet/>
      <dgm:spPr/>
      <dgm:t>
        <a:bodyPr/>
        <a:lstStyle/>
        <a:p>
          <a:endParaRPr lang="it-IT" sz="1100"/>
        </a:p>
      </dgm:t>
    </dgm:pt>
    <dgm:pt modelId="{1FCAD1D7-293D-405F-8ACE-F16C511DA86C}" type="sibTrans" cxnId="{8A86BCD1-A0FD-4606-831B-D2A21438E81B}">
      <dgm:prSet/>
      <dgm:spPr/>
      <dgm:t>
        <a:bodyPr/>
        <a:lstStyle/>
        <a:p>
          <a:endParaRPr lang="it-IT" sz="1100"/>
        </a:p>
      </dgm:t>
    </dgm:pt>
    <dgm:pt modelId="{2AE9CFF4-978A-46C6-86B9-3D84FE86044F}">
      <dgm:prSet phldrT="[Testo]" custT="1"/>
      <dgm:spPr/>
      <dgm:t>
        <a:bodyPr/>
        <a:lstStyle/>
        <a:p>
          <a:r>
            <a:rPr lang="en-US" sz="1400" noProof="0" dirty="0"/>
            <a:t>Province IT </a:t>
          </a:r>
          <a:r>
            <a:rPr lang="en-US" sz="1400" noProof="0" dirty="0" err="1"/>
            <a:t>Dpt</a:t>
          </a:r>
          <a:endParaRPr lang="en-US" sz="1400" noProof="0" dirty="0"/>
        </a:p>
      </dgm:t>
    </dgm:pt>
    <dgm:pt modelId="{859E580B-DACE-40D5-9E54-288ACC31AD7E}" type="parTrans" cxnId="{8E55E977-4B65-4AC3-A174-2986482E9849}">
      <dgm:prSet/>
      <dgm:spPr/>
      <dgm:t>
        <a:bodyPr/>
        <a:lstStyle/>
        <a:p>
          <a:endParaRPr lang="it-IT" sz="1100"/>
        </a:p>
      </dgm:t>
    </dgm:pt>
    <dgm:pt modelId="{355D5BEE-E852-4279-8A74-8F73E2BD7492}" type="sibTrans" cxnId="{8E55E977-4B65-4AC3-A174-2986482E9849}">
      <dgm:prSet/>
      <dgm:spPr/>
      <dgm:t>
        <a:bodyPr/>
        <a:lstStyle/>
        <a:p>
          <a:endParaRPr lang="it-IT" sz="1100"/>
        </a:p>
      </dgm:t>
    </dgm:pt>
    <dgm:pt modelId="{9DA45E4C-850F-49F6-8F62-594F7823BBFB}">
      <dgm:prSet phldrT="[Testo]" custT="1"/>
      <dgm:spPr/>
      <dgm:t>
        <a:bodyPr/>
        <a:lstStyle/>
        <a:p>
          <a:r>
            <a:rPr lang="en-US" sz="1400" noProof="0" dirty="0"/>
            <a:t>Hospital IT </a:t>
          </a:r>
          <a:r>
            <a:rPr lang="en-US" sz="1400" noProof="0" dirty="0" err="1"/>
            <a:t>Dpt</a:t>
          </a:r>
          <a:endParaRPr lang="en-US" sz="1400" noProof="0" dirty="0"/>
        </a:p>
      </dgm:t>
    </dgm:pt>
    <dgm:pt modelId="{A958ED4B-B89A-490B-8E34-372097A9FD0B}" type="parTrans" cxnId="{812E6DBF-2597-4A2E-A345-305000C337FD}">
      <dgm:prSet/>
      <dgm:spPr/>
      <dgm:t>
        <a:bodyPr/>
        <a:lstStyle/>
        <a:p>
          <a:endParaRPr lang="it-IT" sz="1100"/>
        </a:p>
      </dgm:t>
    </dgm:pt>
    <dgm:pt modelId="{BE6F2C87-CFD6-441C-AB48-F8C4F296639C}" type="sibTrans" cxnId="{812E6DBF-2597-4A2E-A345-305000C337FD}">
      <dgm:prSet/>
      <dgm:spPr/>
      <dgm:t>
        <a:bodyPr/>
        <a:lstStyle/>
        <a:p>
          <a:endParaRPr lang="it-IT" sz="1100"/>
        </a:p>
      </dgm:t>
    </dgm:pt>
    <dgm:pt modelId="{C83CD172-3D7A-446A-9AD0-7364D18E4BF5}">
      <dgm:prSet phldrT="[Testo]" custT="1"/>
      <dgm:spPr/>
      <dgm:t>
        <a:bodyPr/>
        <a:lstStyle/>
        <a:p>
          <a:r>
            <a:rPr lang="en-US" sz="1400" noProof="0" dirty="0"/>
            <a:t>Typically rely on a parent Hospital </a:t>
          </a:r>
        </a:p>
      </dgm:t>
    </dgm:pt>
    <dgm:pt modelId="{93509744-66FB-4BDE-AB43-1501895F6313}" type="parTrans" cxnId="{3752D0CA-EFB6-48F7-B087-D0AC5B2931F3}">
      <dgm:prSet/>
      <dgm:spPr/>
      <dgm:t>
        <a:bodyPr/>
        <a:lstStyle/>
        <a:p>
          <a:endParaRPr lang="it-IT" sz="1100"/>
        </a:p>
      </dgm:t>
    </dgm:pt>
    <dgm:pt modelId="{4FD963D0-8AD3-4E3C-98FC-7DF512CA95E9}" type="sibTrans" cxnId="{3752D0CA-EFB6-48F7-B087-D0AC5B2931F3}">
      <dgm:prSet/>
      <dgm:spPr/>
      <dgm:t>
        <a:bodyPr/>
        <a:lstStyle/>
        <a:p>
          <a:endParaRPr lang="it-IT" sz="1100"/>
        </a:p>
      </dgm:t>
    </dgm:pt>
    <dgm:pt modelId="{87001A42-6129-4897-B917-21D9F52F5C89}">
      <dgm:prSet phldrT="[Testo]" custT="1"/>
      <dgm:spPr>
        <a:ln>
          <a:prstDash val="lgDash"/>
        </a:ln>
      </dgm:spPr>
      <dgm:t>
        <a:bodyPr/>
        <a:lstStyle/>
        <a:p>
          <a:r>
            <a:rPr lang="en-US" sz="1400" noProof="0" dirty="0"/>
            <a:t>Various Software &amp; Service Providers </a:t>
          </a:r>
        </a:p>
      </dgm:t>
    </dgm:pt>
    <dgm:pt modelId="{69C110CD-8F5F-4CBF-8C9B-8608D9C638E1}" type="parTrans" cxnId="{E470CBC0-253F-477E-B82B-08C57219E437}">
      <dgm:prSet/>
      <dgm:spPr/>
      <dgm:t>
        <a:bodyPr/>
        <a:lstStyle/>
        <a:p>
          <a:endParaRPr lang="it-IT" sz="1100"/>
        </a:p>
      </dgm:t>
    </dgm:pt>
    <dgm:pt modelId="{AC6EFD83-1371-4709-B18A-9720DE4F43D1}" type="sibTrans" cxnId="{E470CBC0-253F-477E-B82B-08C57219E437}">
      <dgm:prSet/>
      <dgm:spPr/>
      <dgm:t>
        <a:bodyPr/>
        <a:lstStyle/>
        <a:p>
          <a:endParaRPr lang="it-IT" sz="1100"/>
        </a:p>
      </dgm:t>
    </dgm:pt>
    <dgm:pt modelId="{C474300C-D96E-470F-A9CE-D2C452EDCEC0}" type="pres">
      <dgm:prSet presAssocID="{D2E67F7C-DE35-4A2A-8200-BF1FEF8E7C0B}" presName="Name0" presStyleCnt="0">
        <dgm:presLayoutVars>
          <dgm:dir/>
          <dgm:animLvl val="lvl"/>
          <dgm:resizeHandles val="exact"/>
        </dgm:presLayoutVars>
      </dgm:prSet>
      <dgm:spPr/>
    </dgm:pt>
    <dgm:pt modelId="{F29C7452-0A6A-4CAF-BB99-C286011C811E}" type="pres">
      <dgm:prSet presAssocID="{5CAE8CB9-21C6-4339-ACF1-A7D26D1C7B66}" presName="linNode" presStyleCnt="0"/>
      <dgm:spPr/>
    </dgm:pt>
    <dgm:pt modelId="{06219F9E-BD52-4146-A9CB-9018C963B60C}" type="pres">
      <dgm:prSet presAssocID="{5CAE8CB9-21C6-4339-ACF1-A7D26D1C7B66}" presName="parentText" presStyleLbl="node1" presStyleIdx="0" presStyleCnt="6">
        <dgm:presLayoutVars>
          <dgm:chMax val="1"/>
          <dgm:bulletEnabled val="1"/>
        </dgm:presLayoutVars>
      </dgm:prSet>
      <dgm:spPr/>
    </dgm:pt>
    <dgm:pt modelId="{912270D7-B589-4675-BE48-395F9411718D}" type="pres">
      <dgm:prSet presAssocID="{5CAE8CB9-21C6-4339-ACF1-A7D26D1C7B66}" presName="descendantText" presStyleLbl="alignAccFollowNode1" presStyleIdx="0" presStyleCnt="6" custLinFactNeighborY="-4077">
        <dgm:presLayoutVars>
          <dgm:bulletEnabled val="1"/>
        </dgm:presLayoutVars>
      </dgm:prSet>
      <dgm:spPr/>
    </dgm:pt>
    <dgm:pt modelId="{70A18D07-7E4C-489A-806A-B127AEEC6A8C}" type="pres">
      <dgm:prSet presAssocID="{3ED448C6-00C5-44FF-91A3-C003C361A958}" presName="sp" presStyleCnt="0"/>
      <dgm:spPr/>
    </dgm:pt>
    <dgm:pt modelId="{379F694E-1C1D-4E14-AC1A-7F2B5931653E}" type="pres">
      <dgm:prSet presAssocID="{3267F2C0-D78B-4942-AB25-116A0D1931A3}" presName="linNode" presStyleCnt="0"/>
      <dgm:spPr/>
    </dgm:pt>
    <dgm:pt modelId="{96B03345-45DE-4DE7-89AD-BEED3AD2A882}" type="pres">
      <dgm:prSet presAssocID="{3267F2C0-D78B-4942-AB25-116A0D1931A3}" presName="parentText" presStyleLbl="node1" presStyleIdx="1" presStyleCnt="6">
        <dgm:presLayoutVars>
          <dgm:chMax val="1"/>
          <dgm:bulletEnabled val="1"/>
        </dgm:presLayoutVars>
      </dgm:prSet>
      <dgm:spPr/>
    </dgm:pt>
    <dgm:pt modelId="{94CB8F96-5849-4FF9-8065-C1DDFFC5D2CC}" type="pres">
      <dgm:prSet presAssocID="{3267F2C0-D78B-4942-AB25-116A0D1931A3}" presName="descendantText" presStyleLbl="alignAccFollowNode1" presStyleIdx="1" presStyleCnt="6" custLinFactNeighborY="-4077">
        <dgm:presLayoutVars>
          <dgm:bulletEnabled val="1"/>
        </dgm:presLayoutVars>
      </dgm:prSet>
      <dgm:spPr/>
    </dgm:pt>
    <dgm:pt modelId="{91CC6F02-3430-4302-8C1D-4238CAFC6049}" type="pres">
      <dgm:prSet presAssocID="{A2E8E99C-B555-4412-9805-4086A6AA2470}" presName="sp" presStyleCnt="0"/>
      <dgm:spPr/>
    </dgm:pt>
    <dgm:pt modelId="{C2EEF2E0-66B2-4CDF-9F67-BB627A33BE7C}" type="pres">
      <dgm:prSet presAssocID="{EB8C4625-5D1E-4C0B-A875-B6D0DFBF4AB7}" presName="linNode" presStyleCnt="0"/>
      <dgm:spPr/>
    </dgm:pt>
    <dgm:pt modelId="{5016DC18-8CD9-4E15-9D73-012C695D384C}" type="pres">
      <dgm:prSet presAssocID="{EB8C4625-5D1E-4C0B-A875-B6D0DFBF4AB7}" presName="parentText" presStyleLbl="node1" presStyleIdx="2" presStyleCnt="6">
        <dgm:presLayoutVars>
          <dgm:chMax val="1"/>
          <dgm:bulletEnabled val="1"/>
        </dgm:presLayoutVars>
      </dgm:prSet>
      <dgm:spPr/>
    </dgm:pt>
    <dgm:pt modelId="{082C0794-00CF-435E-8EEC-55E634E62F04}" type="pres">
      <dgm:prSet presAssocID="{EB8C4625-5D1E-4C0B-A875-B6D0DFBF4AB7}" presName="descendantText" presStyleLbl="alignAccFollowNode1" presStyleIdx="2" presStyleCnt="6" custLinFactNeighborY="-4077">
        <dgm:presLayoutVars>
          <dgm:bulletEnabled val="1"/>
        </dgm:presLayoutVars>
      </dgm:prSet>
      <dgm:spPr/>
    </dgm:pt>
    <dgm:pt modelId="{79703952-8612-492A-AE67-3AE580CF2F53}" type="pres">
      <dgm:prSet presAssocID="{B409B86C-B5FA-497D-BC3C-D83C7739A857}" presName="sp" presStyleCnt="0"/>
      <dgm:spPr/>
    </dgm:pt>
    <dgm:pt modelId="{DD1D575E-3D7A-4398-B964-68C3E8DE627F}" type="pres">
      <dgm:prSet presAssocID="{D2AFDDF6-7138-4A52-8649-6584FB0E553F}" presName="linNode" presStyleCnt="0"/>
      <dgm:spPr/>
    </dgm:pt>
    <dgm:pt modelId="{9CEA0845-5509-4844-B8AD-8E01773F6D0C}" type="pres">
      <dgm:prSet presAssocID="{D2AFDDF6-7138-4A52-8649-6584FB0E553F}" presName="parentText" presStyleLbl="node1" presStyleIdx="3" presStyleCnt="6">
        <dgm:presLayoutVars>
          <dgm:chMax val="1"/>
          <dgm:bulletEnabled val="1"/>
        </dgm:presLayoutVars>
      </dgm:prSet>
      <dgm:spPr/>
    </dgm:pt>
    <dgm:pt modelId="{D1D4ED8A-3B89-46D6-AEF9-68355BFDEC9E}" type="pres">
      <dgm:prSet presAssocID="{D2AFDDF6-7138-4A52-8649-6584FB0E553F}" presName="descendantText" presStyleLbl="alignAccFollowNode1" presStyleIdx="3" presStyleCnt="6">
        <dgm:presLayoutVars>
          <dgm:bulletEnabled val="1"/>
        </dgm:presLayoutVars>
      </dgm:prSet>
      <dgm:spPr/>
    </dgm:pt>
    <dgm:pt modelId="{2BD839DD-F6DC-4EEA-BED0-26C992743630}" type="pres">
      <dgm:prSet presAssocID="{D1E2F5CE-19A8-444E-9D6B-68C7E9ECB40D}" presName="sp" presStyleCnt="0"/>
      <dgm:spPr/>
    </dgm:pt>
    <dgm:pt modelId="{9E9FE98B-77FB-40B9-9D5F-1FC6F1BB7601}" type="pres">
      <dgm:prSet presAssocID="{7EFFFAF5-CFFC-443A-866E-AD99047B2F88}" presName="linNode" presStyleCnt="0"/>
      <dgm:spPr/>
    </dgm:pt>
    <dgm:pt modelId="{58DD7ACB-1E5F-4910-91BC-BC6BD749F17D}" type="pres">
      <dgm:prSet presAssocID="{7EFFFAF5-CFFC-443A-866E-AD99047B2F88}" presName="parentText" presStyleLbl="node1" presStyleIdx="4" presStyleCnt="6">
        <dgm:presLayoutVars>
          <dgm:chMax val="1"/>
          <dgm:bulletEnabled val="1"/>
        </dgm:presLayoutVars>
      </dgm:prSet>
      <dgm:spPr/>
    </dgm:pt>
    <dgm:pt modelId="{D369C217-D476-495C-8A9C-F53747A6A81B}" type="pres">
      <dgm:prSet presAssocID="{7EFFFAF5-CFFC-443A-866E-AD99047B2F88}" presName="descendantText" presStyleLbl="alignAccFollowNode1" presStyleIdx="4" presStyleCnt="6">
        <dgm:presLayoutVars>
          <dgm:bulletEnabled val="1"/>
        </dgm:presLayoutVars>
      </dgm:prSet>
      <dgm:spPr/>
    </dgm:pt>
    <dgm:pt modelId="{360A2C16-99EA-44CD-8AF5-08E99DB23350}" type="pres">
      <dgm:prSet presAssocID="{7B96DB4C-9020-47A0-BCE3-0C3CBABC4219}" presName="sp" presStyleCnt="0"/>
      <dgm:spPr/>
    </dgm:pt>
    <dgm:pt modelId="{80AE658D-9026-48DC-8585-5D92AA3D1EF5}" type="pres">
      <dgm:prSet presAssocID="{623EBD0F-3E9E-4A30-B135-A555131EAAE0}" presName="linNode" presStyleCnt="0"/>
      <dgm:spPr/>
    </dgm:pt>
    <dgm:pt modelId="{A5C1488E-92AF-45F8-9E33-9254C8CBECBC}" type="pres">
      <dgm:prSet presAssocID="{623EBD0F-3E9E-4A30-B135-A555131EAAE0}" presName="parentText" presStyleLbl="node1" presStyleIdx="5" presStyleCnt="6">
        <dgm:presLayoutVars>
          <dgm:chMax val="1"/>
          <dgm:bulletEnabled val="1"/>
        </dgm:presLayoutVars>
      </dgm:prSet>
      <dgm:spPr/>
    </dgm:pt>
    <dgm:pt modelId="{9ABA699F-6D18-4CD3-9C9E-D354BD0B725B}" type="pres">
      <dgm:prSet presAssocID="{623EBD0F-3E9E-4A30-B135-A555131EAAE0}" presName="descendantText" presStyleLbl="alignAccFollowNode1" presStyleIdx="5" presStyleCnt="6">
        <dgm:presLayoutVars>
          <dgm:bulletEnabled val="1"/>
        </dgm:presLayoutVars>
      </dgm:prSet>
      <dgm:spPr/>
    </dgm:pt>
  </dgm:ptLst>
  <dgm:cxnLst>
    <dgm:cxn modelId="{E330D506-926F-4E45-8B73-DF4C6F119DFE}" type="presOf" srcId="{9DA45E4C-850F-49F6-8F62-594F7823BBFB}" destId="{D1D4ED8A-3B89-46D6-AEF9-68355BFDEC9E}" srcOrd="0" destOrd="0" presId="urn:microsoft.com/office/officeart/2005/8/layout/vList5"/>
    <dgm:cxn modelId="{72086F0A-C997-4783-9E65-E0D0CA06D9D0}" type="presOf" srcId="{3267F2C0-D78B-4942-AB25-116A0D1931A3}" destId="{96B03345-45DE-4DE7-89AD-BEED3AD2A882}" srcOrd="0" destOrd="0" presId="urn:microsoft.com/office/officeart/2005/8/layout/vList5"/>
    <dgm:cxn modelId="{F77B8C16-97A7-48EF-A0E1-FC0C7334EC2C}" srcId="{D2E67F7C-DE35-4A2A-8200-BF1FEF8E7C0B}" destId="{EB8C4625-5D1E-4C0B-A875-B6D0DFBF4AB7}" srcOrd="2" destOrd="0" parTransId="{2EAB6788-785A-47B2-9B6A-9E6FB292EE4C}" sibTransId="{B409B86C-B5FA-497D-BC3C-D83C7739A857}"/>
    <dgm:cxn modelId="{FC96721C-5C96-4431-80B6-F6BFDB689159}" srcId="{D2E67F7C-DE35-4A2A-8200-BF1FEF8E7C0B}" destId="{623EBD0F-3E9E-4A30-B135-A555131EAAE0}" srcOrd="5" destOrd="0" parTransId="{FCF98F03-9E3F-4F17-9427-27D30DF50069}" sibTransId="{3D903351-028D-462E-B134-E3686F303DDE}"/>
    <dgm:cxn modelId="{E366E21D-CC9D-4675-B29B-EEC92F962140}" type="presOf" srcId="{87001A42-6129-4897-B917-21D9F52F5C89}" destId="{9ABA699F-6D18-4CD3-9C9E-D354BD0B725B}" srcOrd="0" destOrd="0" presId="urn:microsoft.com/office/officeart/2005/8/layout/vList5"/>
    <dgm:cxn modelId="{7B422421-2DB8-44CC-AEB9-AABCE7ED2D8C}" type="presOf" srcId="{7EFFFAF5-CFFC-443A-866E-AD99047B2F88}" destId="{58DD7ACB-1E5F-4910-91BC-BC6BD749F17D}" srcOrd="0" destOrd="0" presId="urn:microsoft.com/office/officeart/2005/8/layout/vList5"/>
    <dgm:cxn modelId="{9BC11141-4EF8-4152-95CF-31EBA8BA4FD4}" type="presOf" srcId="{623EBD0F-3E9E-4A30-B135-A555131EAAE0}" destId="{A5C1488E-92AF-45F8-9E33-9254C8CBECBC}" srcOrd="0" destOrd="0" presId="urn:microsoft.com/office/officeart/2005/8/layout/vList5"/>
    <dgm:cxn modelId="{D7F87F69-E837-46F2-B7D3-AD76DE36E1E3}" srcId="{D2E67F7C-DE35-4A2A-8200-BF1FEF8E7C0B}" destId="{3267F2C0-D78B-4942-AB25-116A0D1931A3}" srcOrd="1" destOrd="0" parTransId="{DE6F89BA-A5FF-4C15-B0BD-B236253CD44C}" sibTransId="{A2E8E99C-B555-4412-9805-4086A6AA2470}"/>
    <dgm:cxn modelId="{3BA5546B-E423-49EA-A94D-A59E5FFE1D32}" srcId="{D2E67F7C-DE35-4A2A-8200-BF1FEF8E7C0B}" destId="{D2AFDDF6-7138-4A52-8649-6584FB0E553F}" srcOrd="3" destOrd="0" parTransId="{2D7029C4-CAFD-4E15-83D2-49DDC05B5F57}" sibTransId="{D1E2F5CE-19A8-444E-9D6B-68C7E9ECB40D}"/>
    <dgm:cxn modelId="{A1DD5D6D-AEA0-47F1-A06B-36A4D765ED29}" type="presOf" srcId="{D2E67F7C-DE35-4A2A-8200-BF1FEF8E7C0B}" destId="{C474300C-D96E-470F-A9CE-D2C452EDCEC0}" srcOrd="0" destOrd="0" presId="urn:microsoft.com/office/officeart/2005/8/layout/vList5"/>
    <dgm:cxn modelId="{0B032175-A65C-4088-991B-6508C9570A71}" type="presOf" srcId="{4A340B39-723A-49B1-9FDC-156BDA144114}" destId="{912270D7-B589-4675-BE48-395F9411718D}" srcOrd="0" destOrd="0" presId="urn:microsoft.com/office/officeart/2005/8/layout/vList5"/>
    <dgm:cxn modelId="{8E55E977-4B65-4AC3-A174-2986482E9849}" srcId="{EB8C4625-5D1E-4C0B-A875-B6D0DFBF4AB7}" destId="{2AE9CFF4-978A-46C6-86B9-3D84FE86044F}" srcOrd="0" destOrd="0" parTransId="{859E580B-DACE-40D5-9E54-288ACC31AD7E}" sibTransId="{355D5BEE-E852-4279-8A74-8F73E2BD7492}"/>
    <dgm:cxn modelId="{86C8F558-8682-4C54-9A70-BABB88D5B14B}" type="presOf" srcId="{EB8C4625-5D1E-4C0B-A875-B6D0DFBF4AB7}" destId="{5016DC18-8CD9-4E15-9D73-012C695D384C}" srcOrd="0" destOrd="0" presId="urn:microsoft.com/office/officeart/2005/8/layout/vList5"/>
    <dgm:cxn modelId="{491BA47C-CCF2-4126-BE82-D16672756EC9}" srcId="{D2E67F7C-DE35-4A2A-8200-BF1FEF8E7C0B}" destId="{7EFFFAF5-CFFC-443A-866E-AD99047B2F88}" srcOrd="4" destOrd="0" parTransId="{65F28B76-AED8-4F9F-9A16-E914CA035644}" sibTransId="{7B96DB4C-9020-47A0-BCE3-0C3CBABC4219}"/>
    <dgm:cxn modelId="{002C6B8D-AC55-4C61-8B0A-AD467BE74892}" type="presOf" srcId="{2AE9CFF4-978A-46C6-86B9-3D84FE86044F}" destId="{082C0794-00CF-435E-8EEC-55E634E62F04}" srcOrd="0" destOrd="0" presId="urn:microsoft.com/office/officeart/2005/8/layout/vList5"/>
    <dgm:cxn modelId="{DA82DC9E-5398-48B4-8C30-160BB9028887}" type="presOf" srcId="{C83CD172-3D7A-446A-9AD0-7364D18E4BF5}" destId="{D369C217-D476-495C-8A9C-F53747A6A81B}" srcOrd="0" destOrd="0" presId="urn:microsoft.com/office/officeart/2005/8/layout/vList5"/>
    <dgm:cxn modelId="{8B2FA2A6-2FD9-4FB2-8B79-1F32FE3F018C}" srcId="{5CAE8CB9-21C6-4339-ACF1-A7D26D1C7B66}" destId="{4A340B39-723A-49B1-9FDC-156BDA144114}" srcOrd="0" destOrd="0" parTransId="{869FB137-DB0D-42EA-8B2C-A4D141451DC5}" sibTransId="{34410975-ECF4-4325-882F-C44D1F0DFD66}"/>
    <dgm:cxn modelId="{8A4A71AE-B90E-4D0A-90F0-B1B4F16C0784}" type="presOf" srcId="{5CAE8CB9-21C6-4339-ACF1-A7D26D1C7B66}" destId="{06219F9E-BD52-4146-A9CB-9018C963B60C}" srcOrd="0" destOrd="0" presId="urn:microsoft.com/office/officeart/2005/8/layout/vList5"/>
    <dgm:cxn modelId="{812E6DBF-2597-4A2E-A345-305000C337FD}" srcId="{D2AFDDF6-7138-4A52-8649-6584FB0E553F}" destId="{9DA45E4C-850F-49F6-8F62-594F7823BBFB}" srcOrd="0" destOrd="0" parTransId="{A958ED4B-B89A-490B-8E34-372097A9FD0B}" sibTransId="{BE6F2C87-CFD6-441C-AB48-F8C4F296639C}"/>
    <dgm:cxn modelId="{E470CBC0-253F-477E-B82B-08C57219E437}" srcId="{623EBD0F-3E9E-4A30-B135-A555131EAAE0}" destId="{87001A42-6129-4897-B917-21D9F52F5C89}" srcOrd="0" destOrd="0" parTransId="{69C110CD-8F5F-4CBF-8C9B-8608D9C638E1}" sibTransId="{AC6EFD83-1371-4709-B18A-9720DE4F43D1}"/>
    <dgm:cxn modelId="{27EB43C2-54B0-4894-9D6A-5B4C2849033F}" type="presOf" srcId="{EEE56E9A-DEF2-4E19-BEC3-9C1BA09DB105}" destId="{94CB8F96-5849-4FF9-8065-C1DDFFC5D2CC}" srcOrd="0" destOrd="0" presId="urn:microsoft.com/office/officeart/2005/8/layout/vList5"/>
    <dgm:cxn modelId="{770D69C6-872E-48A3-8568-ED56E332AFC1}" type="presOf" srcId="{D2AFDDF6-7138-4A52-8649-6584FB0E553F}" destId="{9CEA0845-5509-4844-B8AD-8E01773F6D0C}" srcOrd="0" destOrd="0" presId="urn:microsoft.com/office/officeart/2005/8/layout/vList5"/>
    <dgm:cxn modelId="{3752D0CA-EFB6-48F7-B087-D0AC5B2931F3}" srcId="{7EFFFAF5-CFFC-443A-866E-AD99047B2F88}" destId="{C83CD172-3D7A-446A-9AD0-7364D18E4BF5}" srcOrd="0" destOrd="0" parTransId="{93509744-66FB-4BDE-AB43-1501895F6313}" sibTransId="{4FD963D0-8AD3-4E3C-98FC-7DF512CA95E9}"/>
    <dgm:cxn modelId="{8A86BCD1-A0FD-4606-831B-D2A21438E81B}" srcId="{3267F2C0-D78B-4942-AB25-116A0D1931A3}" destId="{EEE56E9A-DEF2-4E19-BEC3-9C1BA09DB105}" srcOrd="0" destOrd="0" parTransId="{0182083A-3684-4824-A5B7-CD9C4F9941EE}" sibTransId="{1FCAD1D7-293D-405F-8ACE-F16C511DA86C}"/>
    <dgm:cxn modelId="{8CE7A3E4-0585-47A9-A49E-26CDF14737C6}" srcId="{D2E67F7C-DE35-4A2A-8200-BF1FEF8E7C0B}" destId="{5CAE8CB9-21C6-4339-ACF1-A7D26D1C7B66}" srcOrd="0" destOrd="0" parTransId="{8BA22EAC-5F2A-4D17-B69D-8731F064DE89}" sibTransId="{3ED448C6-00C5-44FF-91A3-C003C361A958}"/>
    <dgm:cxn modelId="{FBE202A3-05F6-4759-B4A8-D5D2C77DE456}" type="presParOf" srcId="{C474300C-D96E-470F-A9CE-D2C452EDCEC0}" destId="{F29C7452-0A6A-4CAF-BB99-C286011C811E}" srcOrd="0" destOrd="0" presId="urn:microsoft.com/office/officeart/2005/8/layout/vList5"/>
    <dgm:cxn modelId="{618F6C65-B01F-4251-A556-BD5524090D4E}" type="presParOf" srcId="{F29C7452-0A6A-4CAF-BB99-C286011C811E}" destId="{06219F9E-BD52-4146-A9CB-9018C963B60C}" srcOrd="0" destOrd="0" presId="urn:microsoft.com/office/officeart/2005/8/layout/vList5"/>
    <dgm:cxn modelId="{5D1526E5-A902-48C9-BD8E-BC34F456F4EA}" type="presParOf" srcId="{F29C7452-0A6A-4CAF-BB99-C286011C811E}" destId="{912270D7-B589-4675-BE48-395F9411718D}" srcOrd="1" destOrd="0" presId="urn:microsoft.com/office/officeart/2005/8/layout/vList5"/>
    <dgm:cxn modelId="{88F7B38F-A913-4E4B-85D3-E624AE3806B6}" type="presParOf" srcId="{C474300C-D96E-470F-A9CE-D2C452EDCEC0}" destId="{70A18D07-7E4C-489A-806A-B127AEEC6A8C}" srcOrd="1" destOrd="0" presId="urn:microsoft.com/office/officeart/2005/8/layout/vList5"/>
    <dgm:cxn modelId="{7AD1E4F7-7079-44C9-BEF8-512CDE76C6E0}" type="presParOf" srcId="{C474300C-D96E-470F-A9CE-D2C452EDCEC0}" destId="{379F694E-1C1D-4E14-AC1A-7F2B5931653E}" srcOrd="2" destOrd="0" presId="urn:microsoft.com/office/officeart/2005/8/layout/vList5"/>
    <dgm:cxn modelId="{2C73DDE5-724F-4651-B0E7-0D5E2DBF7AF3}" type="presParOf" srcId="{379F694E-1C1D-4E14-AC1A-7F2B5931653E}" destId="{96B03345-45DE-4DE7-89AD-BEED3AD2A882}" srcOrd="0" destOrd="0" presId="urn:microsoft.com/office/officeart/2005/8/layout/vList5"/>
    <dgm:cxn modelId="{EC1E441B-B7DA-4FBF-95C8-471219549A91}" type="presParOf" srcId="{379F694E-1C1D-4E14-AC1A-7F2B5931653E}" destId="{94CB8F96-5849-4FF9-8065-C1DDFFC5D2CC}" srcOrd="1" destOrd="0" presId="urn:microsoft.com/office/officeart/2005/8/layout/vList5"/>
    <dgm:cxn modelId="{46C7E0FB-4168-4F34-892B-ECD9CA8EEE06}" type="presParOf" srcId="{C474300C-D96E-470F-A9CE-D2C452EDCEC0}" destId="{91CC6F02-3430-4302-8C1D-4238CAFC6049}" srcOrd="3" destOrd="0" presId="urn:microsoft.com/office/officeart/2005/8/layout/vList5"/>
    <dgm:cxn modelId="{AB335603-AA73-4A17-8512-BEB288EF2686}" type="presParOf" srcId="{C474300C-D96E-470F-A9CE-D2C452EDCEC0}" destId="{C2EEF2E0-66B2-4CDF-9F67-BB627A33BE7C}" srcOrd="4" destOrd="0" presId="urn:microsoft.com/office/officeart/2005/8/layout/vList5"/>
    <dgm:cxn modelId="{EE69E1F8-AEAA-4A6E-A25E-80D242D6C065}" type="presParOf" srcId="{C2EEF2E0-66B2-4CDF-9F67-BB627A33BE7C}" destId="{5016DC18-8CD9-4E15-9D73-012C695D384C}" srcOrd="0" destOrd="0" presId="urn:microsoft.com/office/officeart/2005/8/layout/vList5"/>
    <dgm:cxn modelId="{95C98345-FFA7-4F43-BE9B-6E8FC639381D}" type="presParOf" srcId="{C2EEF2E0-66B2-4CDF-9F67-BB627A33BE7C}" destId="{082C0794-00CF-435E-8EEC-55E634E62F04}" srcOrd="1" destOrd="0" presId="urn:microsoft.com/office/officeart/2005/8/layout/vList5"/>
    <dgm:cxn modelId="{76D2454F-A095-49EA-9DB8-23A0BC0628F2}" type="presParOf" srcId="{C474300C-D96E-470F-A9CE-D2C452EDCEC0}" destId="{79703952-8612-492A-AE67-3AE580CF2F53}" srcOrd="5" destOrd="0" presId="urn:microsoft.com/office/officeart/2005/8/layout/vList5"/>
    <dgm:cxn modelId="{943DF192-ED4E-4AF5-9C65-19FFF751AC7B}" type="presParOf" srcId="{C474300C-D96E-470F-A9CE-D2C452EDCEC0}" destId="{DD1D575E-3D7A-4398-B964-68C3E8DE627F}" srcOrd="6" destOrd="0" presId="urn:microsoft.com/office/officeart/2005/8/layout/vList5"/>
    <dgm:cxn modelId="{5040D2A5-94B3-4E70-958F-1F6B3487DCC8}" type="presParOf" srcId="{DD1D575E-3D7A-4398-B964-68C3E8DE627F}" destId="{9CEA0845-5509-4844-B8AD-8E01773F6D0C}" srcOrd="0" destOrd="0" presId="urn:microsoft.com/office/officeart/2005/8/layout/vList5"/>
    <dgm:cxn modelId="{B2E8E5F4-95C6-4601-BA50-C8F8F92BD1BB}" type="presParOf" srcId="{DD1D575E-3D7A-4398-B964-68C3E8DE627F}" destId="{D1D4ED8A-3B89-46D6-AEF9-68355BFDEC9E}" srcOrd="1" destOrd="0" presId="urn:microsoft.com/office/officeart/2005/8/layout/vList5"/>
    <dgm:cxn modelId="{3EB6E8E5-5AFD-436F-9AAF-97CAD03B669D}" type="presParOf" srcId="{C474300C-D96E-470F-A9CE-D2C452EDCEC0}" destId="{2BD839DD-F6DC-4EEA-BED0-26C992743630}" srcOrd="7" destOrd="0" presId="urn:microsoft.com/office/officeart/2005/8/layout/vList5"/>
    <dgm:cxn modelId="{D61C6987-1DEF-4530-BA77-B2A1BE89E588}" type="presParOf" srcId="{C474300C-D96E-470F-A9CE-D2C452EDCEC0}" destId="{9E9FE98B-77FB-40B9-9D5F-1FC6F1BB7601}" srcOrd="8" destOrd="0" presId="urn:microsoft.com/office/officeart/2005/8/layout/vList5"/>
    <dgm:cxn modelId="{C3DE9972-C27D-4373-AA0D-B1666276D281}" type="presParOf" srcId="{9E9FE98B-77FB-40B9-9D5F-1FC6F1BB7601}" destId="{58DD7ACB-1E5F-4910-91BC-BC6BD749F17D}" srcOrd="0" destOrd="0" presId="urn:microsoft.com/office/officeart/2005/8/layout/vList5"/>
    <dgm:cxn modelId="{E54A300D-3499-47FE-9B3A-8D5910520185}" type="presParOf" srcId="{9E9FE98B-77FB-40B9-9D5F-1FC6F1BB7601}" destId="{D369C217-D476-495C-8A9C-F53747A6A81B}" srcOrd="1" destOrd="0" presId="urn:microsoft.com/office/officeart/2005/8/layout/vList5"/>
    <dgm:cxn modelId="{2A8180D5-7455-44A8-9541-6091D0435A22}" type="presParOf" srcId="{C474300C-D96E-470F-A9CE-D2C452EDCEC0}" destId="{360A2C16-99EA-44CD-8AF5-08E99DB23350}" srcOrd="9" destOrd="0" presId="urn:microsoft.com/office/officeart/2005/8/layout/vList5"/>
    <dgm:cxn modelId="{0F0A774B-EC71-4BCC-98B0-288859689705}" type="presParOf" srcId="{C474300C-D96E-470F-A9CE-D2C452EDCEC0}" destId="{80AE658D-9026-48DC-8585-5D92AA3D1EF5}" srcOrd="10" destOrd="0" presId="urn:microsoft.com/office/officeart/2005/8/layout/vList5"/>
    <dgm:cxn modelId="{72157E6D-3B18-4B0C-8868-2F83C5790513}" type="presParOf" srcId="{80AE658D-9026-48DC-8585-5D92AA3D1EF5}" destId="{A5C1488E-92AF-45F8-9E33-9254C8CBECBC}" srcOrd="0" destOrd="0" presId="urn:microsoft.com/office/officeart/2005/8/layout/vList5"/>
    <dgm:cxn modelId="{0EF5218F-FC1E-47D5-B479-8B3DB4E522AC}" type="presParOf" srcId="{80AE658D-9026-48DC-8585-5D92AA3D1EF5}" destId="{9ABA699F-6D18-4CD3-9C9E-D354BD0B725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C000"/>
        </a:solidFill>
      </dgm:spPr>
      <dgm:t>
        <a:bodyPr/>
        <a:lstStyle/>
        <a:p>
          <a:r>
            <a:rPr lang="en-US" sz="1200" i="0" noProof="0" dirty="0">
              <a:solidFill>
                <a:schemeClr val="tx1"/>
              </a:solidFil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dgm:t>
        <a:bodyPr/>
        <a:lstStyle/>
        <a:p>
          <a:r>
            <a:rPr lang="en-US" sz="1200" i="0" noProof="0" dirty="0">
              <a:solidFill>
                <a:schemeClr val="tx1"/>
              </a:solidFil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94DF5C4A-2550-454E-A351-D2AA5E60B01D}" type="doc">
      <dgm:prSet loTypeId="urn:microsoft.com/office/officeart/2005/8/layout/process2" loCatId="process" qsTypeId="urn:microsoft.com/office/officeart/2005/8/quickstyle/simple1" qsCatId="simple" csTypeId="urn:microsoft.com/office/officeart/2005/8/colors/accent0_2" csCatId="mainScheme" phldr="1"/>
      <dgm:spPr/>
    </dgm:pt>
    <dgm:pt modelId="{ABF970E0-DD41-4C75-A914-22FAAA6787C8}">
      <dgm:prSet phldrT="[Testo]" custT="1"/>
      <dgm:spPr>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gm:t>
    </dgm:pt>
    <dgm:pt modelId="{5173E1ED-75CA-4742-91F4-0F4F21376C01}" type="parTrans" cxnId="{0441E81E-967F-4EED-951F-C8B8E5137DEE}">
      <dgm:prSet/>
      <dgm:spPr/>
      <dgm:t>
        <a:bodyPr/>
        <a:lstStyle/>
        <a:p>
          <a:endParaRPr lang="it-IT" sz="1200"/>
        </a:p>
      </dgm:t>
    </dgm:pt>
    <dgm:pt modelId="{01576FE4-440F-40D2-9350-D9EE2245EEBE}" type="sibTrans" cxnId="{0441E81E-967F-4EED-951F-C8B8E5137DEE}">
      <dgm:prSet custT="1"/>
      <dgm:spPr/>
      <dgm:t>
        <a:bodyPr/>
        <a:lstStyle/>
        <a:p>
          <a:endParaRPr lang="en-US" sz="1200" noProof="0" dirty="0"/>
        </a:p>
      </dgm:t>
    </dgm:pt>
    <dgm:pt modelId="{10D1EBEB-F2DE-4AC4-8BE7-DF781B2A16E0}">
      <dgm:prSet phldrT="[Testo]" custT="1"/>
      <dgm:spPr>
        <a:solidFill>
          <a:schemeClr val="bg1"/>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gm:t>
    </dgm:pt>
    <dgm:pt modelId="{A3F080C4-9EBC-43F5-AE6D-A3F0B9781ECD}" type="parTrans" cxnId="{10242999-DCF0-48C6-B59A-083589269A0A}">
      <dgm:prSet/>
      <dgm:spPr/>
      <dgm:t>
        <a:bodyPr/>
        <a:lstStyle/>
        <a:p>
          <a:endParaRPr lang="it-IT" sz="1200"/>
        </a:p>
      </dgm:t>
    </dgm:pt>
    <dgm:pt modelId="{6ACBCB85-F805-4DC3-A7BC-219DD6E0083D}" type="sibTrans" cxnId="{10242999-DCF0-48C6-B59A-083589269A0A}">
      <dgm:prSet custT="1"/>
      <dgm:spPr/>
      <dgm:t>
        <a:bodyPr/>
        <a:lstStyle/>
        <a:p>
          <a:endParaRPr lang="en-US" sz="1200" noProof="0" dirty="0"/>
        </a:p>
      </dgm:t>
    </dgm:pt>
    <dgm:pt modelId="{ECABF451-0AF2-4CD6-A4CF-B29C3D598F87}">
      <dgm:prSet phldrT="[Testo]" custT="1"/>
      <dgm:spPr>
        <a:solidFill>
          <a:srgbClr val="FFFFFF"/>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Systems </a:t>
          </a:r>
        </a:p>
      </dgm:t>
    </dgm:pt>
    <dgm:pt modelId="{DAEB4290-6B94-4CD8-8D41-41F2D25DD06C}" type="parTrans" cxnId="{B1B38851-6731-45CF-9BE7-000C13965A91}">
      <dgm:prSet/>
      <dgm:spPr/>
      <dgm:t>
        <a:bodyPr/>
        <a:lstStyle/>
        <a:p>
          <a:endParaRPr lang="it-IT" sz="1200"/>
        </a:p>
      </dgm:t>
    </dgm:pt>
    <dgm:pt modelId="{6A911500-2639-4339-A258-7DDC82F6BC80}" type="sibTrans" cxnId="{B1B38851-6731-45CF-9BE7-000C13965A91}">
      <dgm:prSet custT="1"/>
      <dgm:spPr/>
      <dgm:t>
        <a:bodyPr/>
        <a:lstStyle/>
        <a:p>
          <a:endParaRPr lang="en-US" sz="1200" noProof="0" dirty="0"/>
        </a:p>
      </dgm:t>
    </dgm:pt>
    <dgm:pt modelId="{77BCAC2F-7539-4266-831B-BDCD8CF7DEBA}">
      <dgm:prSet phldrT="[Testo]" custT="1"/>
      <dgm:spPr>
        <a:solidFill>
          <a:srgbClr val="FFC000"/>
        </a:solidFill>
        <a:ln w="25400" cap="flat" cmpd="sng" algn="ctr">
          <a:solidFill>
            <a:srgbClr val="6A6B67">
              <a:shade val="80000"/>
              <a:hueOff val="0"/>
              <a:satOff val="0"/>
              <a:lumOff val="0"/>
              <a:alphaOff val="0"/>
            </a:srgbClr>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As-is User Process</a:t>
          </a:r>
        </a:p>
      </dgm:t>
    </dgm:pt>
    <dgm:pt modelId="{167D8C2C-A7A4-4A54-80D6-4A881009621A}" type="parTrans" cxnId="{DBDFB086-921B-4932-9A52-ADDF95D7C8A7}">
      <dgm:prSet/>
      <dgm:spPr/>
      <dgm:t>
        <a:bodyPr/>
        <a:lstStyle/>
        <a:p>
          <a:endParaRPr lang="it-IT" sz="1200"/>
        </a:p>
      </dgm:t>
    </dgm:pt>
    <dgm:pt modelId="{7DEADC54-C3D6-4877-8B1E-29314C262CB8}" type="sibTrans" cxnId="{DBDFB086-921B-4932-9A52-ADDF95D7C8A7}">
      <dgm:prSet custT="1"/>
      <dgm:spPr/>
      <dgm:t>
        <a:bodyPr/>
        <a:lstStyle/>
        <a:p>
          <a:endParaRPr lang="it-IT" sz="1200"/>
        </a:p>
      </dgm:t>
    </dgm:pt>
    <dgm:pt modelId="{080A8465-CAE8-4768-8AE3-C1275BDF3455}" type="pres">
      <dgm:prSet presAssocID="{94DF5C4A-2550-454E-A351-D2AA5E60B01D}" presName="linearFlow" presStyleCnt="0">
        <dgm:presLayoutVars>
          <dgm:resizeHandles val="exact"/>
        </dgm:presLayoutVars>
      </dgm:prSet>
      <dgm:spPr/>
    </dgm:pt>
    <dgm:pt modelId="{A04B2099-9E97-41AC-88E3-1099145465F8}" type="pres">
      <dgm:prSet presAssocID="{ABF970E0-DD41-4C75-A914-22FAAA6787C8}" presName="node" presStyleLbl="node1" presStyleIdx="0" presStyleCnt="4">
        <dgm:presLayoutVars>
          <dgm:bulletEnabled val="1"/>
        </dgm:presLayoutVars>
      </dgm:prSet>
      <dgm:spPr>
        <a:xfrm>
          <a:off x="0" y="579"/>
          <a:ext cx="1151260" cy="678377"/>
        </a:xfrm>
        <a:prstGeom prst="roundRect">
          <a:avLst>
            <a:gd name="adj" fmla="val 10000"/>
          </a:avLst>
        </a:prstGeom>
      </dgm:spPr>
    </dgm:pt>
    <dgm:pt modelId="{A0EC5BFB-F60A-432B-A161-F8DF09EF85B5}" type="pres">
      <dgm:prSet presAssocID="{01576FE4-440F-40D2-9350-D9EE2245EEBE}" presName="sibTrans" presStyleLbl="sibTrans2D1" presStyleIdx="0" presStyleCnt="3"/>
      <dgm:spPr/>
    </dgm:pt>
    <dgm:pt modelId="{DF5A98D6-8F5B-488D-BB9B-86AAB9E96C5D}" type="pres">
      <dgm:prSet presAssocID="{01576FE4-440F-40D2-9350-D9EE2245EEBE}" presName="connectorText" presStyleLbl="sibTrans2D1" presStyleIdx="0" presStyleCnt="3"/>
      <dgm:spPr/>
    </dgm:pt>
    <dgm:pt modelId="{45839B18-39B6-4B91-BDC3-D7A076E9A2D9}" type="pres">
      <dgm:prSet presAssocID="{10D1EBEB-F2DE-4AC4-8BE7-DF781B2A16E0}" presName="node" presStyleLbl="node1" presStyleIdx="1" presStyleCnt="4">
        <dgm:presLayoutVars>
          <dgm:bulletEnabled val="1"/>
        </dgm:presLayoutVars>
      </dgm:prSet>
      <dgm:spPr>
        <a:xfrm>
          <a:off x="0" y="1018145"/>
          <a:ext cx="1151260" cy="678377"/>
        </a:xfrm>
        <a:prstGeom prst="roundRect">
          <a:avLst>
            <a:gd name="adj" fmla="val 10000"/>
          </a:avLst>
        </a:prstGeom>
      </dgm:spPr>
    </dgm:pt>
    <dgm:pt modelId="{ABD5E5A8-9CCD-45C0-B7FC-09A077538439}" type="pres">
      <dgm:prSet presAssocID="{6ACBCB85-F805-4DC3-A7BC-219DD6E0083D}" presName="sibTrans" presStyleLbl="sibTrans2D1" presStyleIdx="1" presStyleCnt="3"/>
      <dgm:spPr/>
    </dgm:pt>
    <dgm:pt modelId="{8AD513D4-56BD-46DE-BFA5-659E9CD548AA}" type="pres">
      <dgm:prSet presAssocID="{6ACBCB85-F805-4DC3-A7BC-219DD6E0083D}" presName="connectorText" presStyleLbl="sibTrans2D1" presStyleIdx="1" presStyleCnt="3"/>
      <dgm:spPr/>
    </dgm:pt>
    <dgm:pt modelId="{C6705BF2-1A94-4AB4-988B-97EFB242FE35}" type="pres">
      <dgm:prSet presAssocID="{ECABF451-0AF2-4CD6-A4CF-B29C3D598F87}" presName="node" presStyleLbl="node1" presStyleIdx="2" presStyleCnt="4">
        <dgm:presLayoutVars>
          <dgm:bulletEnabled val="1"/>
        </dgm:presLayoutVars>
      </dgm:prSet>
      <dgm:spPr>
        <a:xfrm>
          <a:off x="0" y="2590589"/>
          <a:ext cx="1151260" cy="862756"/>
        </a:xfrm>
        <a:prstGeom prst="roundRect">
          <a:avLst>
            <a:gd name="adj" fmla="val 10000"/>
          </a:avLst>
        </a:prstGeom>
      </dgm:spPr>
    </dgm:pt>
    <dgm:pt modelId="{8C326D8F-8259-498B-B1DF-82458836633F}" type="pres">
      <dgm:prSet presAssocID="{6A911500-2639-4339-A258-7DDC82F6BC80}" presName="sibTrans" presStyleLbl="sibTrans2D1" presStyleIdx="2" presStyleCnt="3"/>
      <dgm:spPr/>
    </dgm:pt>
    <dgm:pt modelId="{B1F6356F-B416-40CF-9B5F-DB20A797CD16}" type="pres">
      <dgm:prSet presAssocID="{6A911500-2639-4339-A258-7DDC82F6BC80}" presName="connectorText" presStyleLbl="sibTrans2D1" presStyleIdx="2" presStyleCnt="3"/>
      <dgm:spPr/>
    </dgm:pt>
    <dgm:pt modelId="{008C98B4-5405-4DC4-B9D3-2C65003A485E}" type="pres">
      <dgm:prSet presAssocID="{77BCAC2F-7539-4266-831B-BDCD8CF7DEBA}" presName="node" presStyleLbl="node1" presStyleIdx="3" presStyleCnt="4">
        <dgm:presLayoutVars>
          <dgm:bulletEnabled val="1"/>
        </dgm:presLayoutVars>
      </dgm:prSet>
      <dgm:spPr>
        <a:xfrm>
          <a:off x="0" y="3884724"/>
          <a:ext cx="1151260" cy="862756"/>
        </a:xfrm>
        <a:prstGeom prst="roundRect">
          <a:avLst>
            <a:gd name="adj" fmla="val 10000"/>
          </a:avLst>
        </a:prstGeom>
      </dgm:spPr>
    </dgm:pt>
  </dgm:ptLst>
  <dgm:cxnLst>
    <dgm:cxn modelId="{24701D14-0970-4A49-BA6C-B6B241EF48DE}" type="presOf" srcId="{ECABF451-0AF2-4CD6-A4CF-B29C3D598F87}" destId="{C6705BF2-1A94-4AB4-988B-97EFB242FE35}" srcOrd="0" destOrd="0" presId="urn:microsoft.com/office/officeart/2005/8/layout/process2"/>
    <dgm:cxn modelId="{0441E81E-967F-4EED-951F-C8B8E5137DEE}" srcId="{94DF5C4A-2550-454E-A351-D2AA5E60B01D}" destId="{ABF970E0-DD41-4C75-A914-22FAAA6787C8}" srcOrd="0" destOrd="0" parTransId="{5173E1ED-75CA-4742-91F4-0F4F21376C01}" sibTransId="{01576FE4-440F-40D2-9350-D9EE2245EEBE}"/>
    <dgm:cxn modelId="{0655D42D-8C6F-4B10-8189-9DFECEE23DC5}" type="presOf" srcId="{6ACBCB85-F805-4DC3-A7BC-219DD6E0083D}" destId="{ABD5E5A8-9CCD-45C0-B7FC-09A077538439}" srcOrd="0" destOrd="0" presId="urn:microsoft.com/office/officeart/2005/8/layout/process2"/>
    <dgm:cxn modelId="{0136E442-0184-447D-8ADE-ADE29F4244B3}" type="presOf" srcId="{6ACBCB85-F805-4DC3-A7BC-219DD6E0083D}" destId="{8AD513D4-56BD-46DE-BFA5-659E9CD548AA}" srcOrd="1" destOrd="0" presId="urn:microsoft.com/office/officeart/2005/8/layout/process2"/>
    <dgm:cxn modelId="{3B853D48-F68B-45DE-8EF1-10E05B533957}" type="presOf" srcId="{6A911500-2639-4339-A258-7DDC82F6BC80}" destId="{B1F6356F-B416-40CF-9B5F-DB20A797CD16}" srcOrd="1" destOrd="0" presId="urn:microsoft.com/office/officeart/2005/8/layout/process2"/>
    <dgm:cxn modelId="{1A635D6B-EF3C-485F-951A-66A210FEEE71}" type="presOf" srcId="{77BCAC2F-7539-4266-831B-BDCD8CF7DEBA}" destId="{008C98B4-5405-4DC4-B9D3-2C65003A485E}" srcOrd="0" destOrd="0" presId="urn:microsoft.com/office/officeart/2005/8/layout/process2"/>
    <dgm:cxn modelId="{B1B38851-6731-45CF-9BE7-000C13965A91}" srcId="{94DF5C4A-2550-454E-A351-D2AA5E60B01D}" destId="{ECABF451-0AF2-4CD6-A4CF-B29C3D598F87}" srcOrd="2" destOrd="0" parTransId="{DAEB4290-6B94-4CD8-8D41-41F2D25DD06C}" sibTransId="{6A911500-2639-4339-A258-7DDC82F6BC80}"/>
    <dgm:cxn modelId="{1A99AB51-EB58-4F55-9F66-3453BC6EAE0A}" type="presOf" srcId="{94DF5C4A-2550-454E-A351-D2AA5E60B01D}" destId="{080A8465-CAE8-4768-8AE3-C1275BDF3455}" srcOrd="0" destOrd="0" presId="urn:microsoft.com/office/officeart/2005/8/layout/process2"/>
    <dgm:cxn modelId="{A86E4457-34F2-4673-B367-F5A64C7D36D9}" type="presOf" srcId="{01576FE4-440F-40D2-9350-D9EE2245EEBE}" destId="{A0EC5BFB-F60A-432B-A161-F8DF09EF85B5}" srcOrd="0" destOrd="0" presId="urn:microsoft.com/office/officeart/2005/8/layout/process2"/>
    <dgm:cxn modelId="{DBDFB086-921B-4932-9A52-ADDF95D7C8A7}" srcId="{94DF5C4A-2550-454E-A351-D2AA5E60B01D}" destId="{77BCAC2F-7539-4266-831B-BDCD8CF7DEBA}" srcOrd="3" destOrd="0" parTransId="{167D8C2C-A7A4-4A54-80D6-4A881009621A}" sibTransId="{7DEADC54-C3D6-4877-8B1E-29314C262CB8}"/>
    <dgm:cxn modelId="{599A9092-3935-4055-9C78-6F7D8F53F849}" type="presOf" srcId="{6A911500-2639-4339-A258-7DDC82F6BC80}" destId="{8C326D8F-8259-498B-B1DF-82458836633F}" srcOrd="0" destOrd="0" presId="urn:microsoft.com/office/officeart/2005/8/layout/process2"/>
    <dgm:cxn modelId="{10242999-DCF0-48C6-B59A-083589269A0A}" srcId="{94DF5C4A-2550-454E-A351-D2AA5E60B01D}" destId="{10D1EBEB-F2DE-4AC4-8BE7-DF781B2A16E0}" srcOrd="1" destOrd="0" parTransId="{A3F080C4-9EBC-43F5-AE6D-A3F0B9781ECD}" sibTransId="{6ACBCB85-F805-4DC3-A7BC-219DD6E0083D}"/>
    <dgm:cxn modelId="{D26C49AF-28D2-4892-BCFE-3D5D43236CEF}" type="presOf" srcId="{ABF970E0-DD41-4C75-A914-22FAAA6787C8}" destId="{A04B2099-9E97-41AC-88E3-1099145465F8}" srcOrd="0" destOrd="0" presId="urn:microsoft.com/office/officeart/2005/8/layout/process2"/>
    <dgm:cxn modelId="{83ADAFCB-228C-45CB-A2AA-D549A2F79481}" type="presOf" srcId="{01576FE4-440F-40D2-9350-D9EE2245EEBE}" destId="{DF5A98D6-8F5B-488D-BB9B-86AAB9E96C5D}" srcOrd="1" destOrd="0" presId="urn:microsoft.com/office/officeart/2005/8/layout/process2"/>
    <dgm:cxn modelId="{694E81DA-D5DB-4591-96FE-4EB9F60C2280}" type="presOf" srcId="{10D1EBEB-F2DE-4AC4-8BE7-DF781B2A16E0}" destId="{45839B18-39B6-4B91-BDC3-D7A076E9A2D9}" srcOrd="0" destOrd="0" presId="urn:microsoft.com/office/officeart/2005/8/layout/process2"/>
    <dgm:cxn modelId="{68080F3D-BE18-4BAC-9006-F412ACB30AFE}" type="presParOf" srcId="{080A8465-CAE8-4768-8AE3-C1275BDF3455}" destId="{A04B2099-9E97-41AC-88E3-1099145465F8}" srcOrd="0" destOrd="0" presId="urn:microsoft.com/office/officeart/2005/8/layout/process2"/>
    <dgm:cxn modelId="{B44BF1FE-0B2B-4296-BC28-332FD3C25C7D}" type="presParOf" srcId="{080A8465-CAE8-4768-8AE3-C1275BDF3455}" destId="{A0EC5BFB-F60A-432B-A161-F8DF09EF85B5}" srcOrd="1" destOrd="0" presId="urn:microsoft.com/office/officeart/2005/8/layout/process2"/>
    <dgm:cxn modelId="{1177E411-6F10-40D0-9FA6-735E522B5F04}" type="presParOf" srcId="{A0EC5BFB-F60A-432B-A161-F8DF09EF85B5}" destId="{DF5A98D6-8F5B-488D-BB9B-86AAB9E96C5D}" srcOrd="0" destOrd="0" presId="urn:microsoft.com/office/officeart/2005/8/layout/process2"/>
    <dgm:cxn modelId="{22ECED5B-3566-496A-91E4-DB950D3777E7}" type="presParOf" srcId="{080A8465-CAE8-4768-8AE3-C1275BDF3455}" destId="{45839B18-39B6-4B91-BDC3-D7A076E9A2D9}" srcOrd="2" destOrd="0" presId="urn:microsoft.com/office/officeart/2005/8/layout/process2"/>
    <dgm:cxn modelId="{B385CF8F-71C5-4342-AF29-33C632132EDF}" type="presParOf" srcId="{080A8465-CAE8-4768-8AE3-C1275BDF3455}" destId="{ABD5E5A8-9CCD-45C0-B7FC-09A077538439}" srcOrd="3" destOrd="0" presId="urn:microsoft.com/office/officeart/2005/8/layout/process2"/>
    <dgm:cxn modelId="{1371656A-585C-41F2-8B76-766A4D6D24B7}" type="presParOf" srcId="{ABD5E5A8-9CCD-45C0-B7FC-09A077538439}" destId="{8AD513D4-56BD-46DE-BFA5-659E9CD548AA}" srcOrd="0" destOrd="0" presId="urn:microsoft.com/office/officeart/2005/8/layout/process2"/>
    <dgm:cxn modelId="{C992844B-6CE1-4E9F-A82B-EA31080BC9A9}" type="presParOf" srcId="{080A8465-CAE8-4768-8AE3-C1275BDF3455}" destId="{C6705BF2-1A94-4AB4-988B-97EFB242FE35}" srcOrd="4" destOrd="0" presId="urn:microsoft.com/office/officeart/2005/8/layout/process2"/>
    <dgm:cxn modelId="{965FFFE8-C2C9-440F-90FC-E168977F5CD5}" type="presParOf" srcId="{080A8465-CAE8-4768-8AE3-C1275BDF3455}" destId="{8C326D8F-8259-498B-B1DF-82458836633F}" srcOrd="5" destOrd="0" presId="urn:microsoft.com/office/officeart/2005/8/layout/process2"/>
    <dgm:cxn modelId="{3598043B-9A3A-4BA3-89DB-437CF4FE64D3}" type="presParOf" srcId="{8C326D8F-8259-498B-B1DF-82458836633F}" destId="{B1F6356F-B416-40CF-9B5F-DB20A797CD16}" srcOrd="0" destOrd="0" presId="urn:microsoft.com/office/officeart/2005/8/layout/process2"/>
    <dgm:cxn modelId="{1E9FBBA0-67B9-41FF-BE93-E7562F83BE37}" type="presParOf" srcId="{080A8465-CAE8-4768-8AE3-C1275BDF3455}" destId="{008C98B4-5405-4DC4-B9D3-2C65003A485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34749" y="0"/>
          <a:ext cx="1275398" cy="415185"/>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noProof="0" dirty="0">
              <a:solidFill>
                <a:srgbClr val="00457E"/>
              </a:solidFill>
              <a:latin typeface="Lucida Sans"/>
              <a:ea typeface="+mn-ea"/>
              <a:cs typeface="Arial"/>
            </a:rPr>
            <a:t>Ministry (1)</a:t>
          </a:r>
        </a:p>
      </dsp:txBody>
      <dsp:txXfrm>
        <a:off x="46909" y="12160"/>
        <a:ext cx="1251078" cy="390865"/>
      </dsp:txXfrm>
    </dsp:sp>
    <dsp:sp modelId="{A0EC5BFB-F60A-432B-A161-F8DF09EF85B5}">
      <dsp:nvSpPr>
        <dsp:cNvPr id="0" name=""/>
        <dsp:cNvSpPr/>
      </dsp:nvSpPr>
      <dsp:spPr>
        <a:xfrm rot="5400000">
          <a:off x="594601" y="425565"/>
          <a:ext cx="155694" cy="18683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616399" y="441134"/>
        <a:ext cx="112099" cy="108986"/>
      </dsp:txXfrm>
    </dsp:sp>
    <dsp:sp modelId="{45839B18-39B6-4B91-BDC3-D7A076E9A2D9}">
      <dsp:nvSpPr>
        <dsp:cNvPr id="0" name=""/>
        <dsp:cNvSpPr/>
      </dsp:nvSpPr>
      <dsp:spPr>
        <a:xfrm>
          <a:off x="34749" y="622778"/>
          <a:ext cx="1275398" cy="415185"/>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100" i="0" kern="1200" noProof="0" dirty="0">
              <a:solidFill>
                <a:srgbClr val="00457E"/>
              </a:solidFill>
              <a:latin typeface="Lucida Sans"/>
              <a:ea typeface="+mn-ea"/>
              <a:cs typeface="Arial"/>
            </a:rPr>
            <a:t>Regions (20) </a:t>
          </a:r>
        </a:p>
      </dsp:txBody>
      <dsp:txXfrm>
        <a:off x="46909" y="634938"/>
        <a:ext cx="1251078" cy="390865"/>
      </dsp:txXfrm>
    </dsp:sp>
    <dsp:sp modelId="{ABD5E5A8-9CCD-45C0-B7FC-09A077538439}">
      <dsp:nvSpPr>
        <dsp:cNvPr id="0" name=""/>
        <dsp:cNvSpPr/>
      </dsp:nvSpPr>
      <dsp:spPr>
        <a:xfrm rot="5400000">
          <a:off x="601741" y="1038823"/>
          <a:ext cx="141414" cy="18683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616399" y="1061532"/>
        <a:ext cx="112099" cy="98990"/>
      </dsp:txXfrm>
    </dsp:sp>
    <dsp:sp modelId="{C6705BF2-1A94-4AB4-988B-97EFB242FE35}">
      <dsp:nvSpPr>
        <dsp:cNvPr id="0" name=""/>
        <dsp:cNvSpPr/>
      </dsp:nvSpPr>
      <dsp:spPr>
        <a:xfrm>
          <a:off x="34749" y="1226516"/>
          <a:ext cx="1275398" cy="415185"/>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100" i="0" kern="1200" noProof="0" dirty="0">
              <a:solidFill>
                <a:srgbClr val="00457E"/>
              </a:solidFill>
              <a:latin typeface="Lucida Sans"/>
              <a:ea typeface="+mn-ea"/>
              <a:cs typeface="Arial"/>
            </a:rPr>
            <a:t>Local Authorities  (100+) </a:t>
          </a:r>
        </a:p>
      </dsp:txBody>
      <dsp:txXfrm>
        <a:off x="46909" y="1238676"/>
        <a:ext cx="1251078" cy="3908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386004" y="0"/>
          <a:ext cx="2125736" cy="287753"/>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noProof="0" dirty="0">
              <a:solidFill>
                <a:srgbClr val="00457E"/>
              </a:solidFill>
              <a:latin typeface="Lucida Sans"/>
              <a:ea typeface="+mn-ea"/>
              <a:cs typeface="Arial"/>
            </a:rPr>
            <a:t>GP initial visit </a:t>
          </a:r>
        </a:p>
      </dsp:txBody>
      <dsp:txXfrm>
        <a:off x="394432" y="8428"/>
        <a:ext cx="2108880" cy="270897"/>
      </dsp:txXfrm>
    </dsp:sp>
    <dsp:sp modelId="{A0EC5BFB-F60A-432B-A161-F8DF09EF85B5}">
      <dsp:nvSpPr>
        <dsp:cNvPr id="0" name=""/>
        <dsp:cNvSpPr/>
      </dsp:nvSpPr>
      <dsp:spPr>
        <a:xfrm rot="5400000">
          <a:off x="1394075" y="296072"/>
          <a:ext cx="109595"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noProof="0" dirty="0"/>
        </a:p>
      </dsp:txBody>
      <dsp:txXfrm rot="-5400000">
        <a:off x="1410027" y="306018"/>
        <a:ext cx="77692" cy="76717"/>
      </dsp:txXfrm>
    </dsp:sp>
    <dsp:sp modelId="{45839B18-39B6-4B91-BDC3-D7A076E9A2D9}">
      <dsp:nvSpPr>
        <dsp:cNvPr id="0" name=""/>
        <dsp:cNvSpPr/>
      </dsp:nvSpPr>
      <dsp:spPr>
        <a:xfrm>
          <a:off x="386004" y="433879"/>
          <a:ext cx="2125736" cy="287753"/>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Reservation</a:t>
          </a:r>
        </a:p>
      </dsp:txBody>
      <dsp:txXfrm>
        <a:off x="394432" y="442307"/>
        <a:ext cx="2108880" cy="270897"/>
      </dsp:txXfrm>
    </dsp:sp>
    <dsp:sp modelId="{ABD5E5A8-9CCD-45C0-B7FC-09A077538439}">
      <dsp:nvSpPr>
        <dsp:cNvPr id="0" name=""/>
        <dsp:cNvSpPr/>
      </dsp:nvSpPr>
      <dsp:spPr>
        <a:xfrm rot="5400000">
          <a:off x="1399867" y="722228"/>
          <a:ext cx="98010"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noProof="0" dirty="0"/>
        </a:p>
      </dsp:txBody>
      <dsp:txXfrm rot="-5400000">
        <a:off x="1410027" y="737967"/>
        <a:ext cx="77692" cy="68607"/>
      </dsp:txXfrm>
    </dsp:sp>
    <dsp:sp modelId="{C6705BF2-1A94-4AB4-988B-97EFB242FE35}">
      <dsp:nvSpPr>
        <dsp:cNvPr id="0" name=""/>
        <dsp:cNvSpPr/>
      </dsp:nvSpPr>
      <dsp:spPr>
        <a:xfrm>
          <a:off x="386004" y="852313"/>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Specialist</a:t>
          </a:r>
        </a:p>
      </dsp:txBody>
      <dsp:txXfrm>
        <a:off x="394432" y="860741"/>
        <a:ext cx="2108880" cy="270897"/>
      </dsp:txXfrm>
    </dsp:sp>
    <dsp:sp modelId="{38C3B526-7694-4621-91ED-271BBE7002F8}">
      <dsp:nvSpPr>
        <dsp:cNvPr id="0" name=""/>
        <dsp:cNvSpPr/>
      </dsp:nvSpPr>
      <dsp:spPr>
        <a:xfrm rot="5400000">
          <a:off x="1389970" y="1153858"/>
          <a:ext cx="117804"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US" sz="1050" kern="1200" noProof="0" dirty="0"/>
        </a:p>
      </dsp:txBody>
      <dsp:txXfrm rot="-5400000">
        <a:off x="1410026" y="1159701"/>
        <a:ext cx="77692" cy="82463"/>
      </dsp:txXfrm>
    </dsp:sp>
    <dsp:sp modelId="{C41BAB20-633E-476C-B7D3-EC43C35B2869}">
      <dsp:nvSpPr>
        <dsp:cNvPr id="0" name=""/>
        <dsp:cNvSpPr/>
      </dsp:nvSpPr>
      <dsp:spPr>
        <a:xfrm>
          <a:off x="386004" y="1297139"/>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GP prescription</a:t>
          </a:r>
        </a:p>
      </dsp:txBody>
      <dsp:txXfrm>
        <a:off x="394432" y="1305567"/>
        <a:ext cx="2108880" cy="270897"/>
      </dsp:txXfrm>
    </dsp:sp>
    <dsp:sp modelId="{1AAF9DF9-9AA4-4B3F-BF9A-0495AB4516AD}">
      <dsp:nvSpPr>
        <dsp:cNvPr id="0" name=""/>
        <dsp:cNvSpPr/>
      </dsp:nvSpPr>
      <dsp:spPr>
        <a:xfrm rot="5400000">
          <a:off x="1394919" y="1592086"/>
          <a:ext cx="107907"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noProof="0" dirty="0"/>
        </a:p>
      </dsp:txBody>
      <dsp:txXfrm rot="-5400000">
        <a:off x="1410027" y="1602876"/>
        <a:ext cx="77692" cy="75535"/>
      </dsp:txXfrm>
    </dsp:sp>
    <dsp:sp modelId="{BDE46F02-652A-4A4B-A98F-CA110611F14A}">
      <dsp:nvSpPr>
        <dsp:cNvPr id="0" name=""/>
        <dsp:cNvSpPr/>
      </dsp:nvSpPr>
      <dsp:spPr>
        <a:xfrm>
          <a:off x="386004" y="1728769"/>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Exam booking</a:t>
          </a:r>
        </a:p>
      </dsp:txBody>
      <dsp:txXfrm>
        <a:off x="394432" y="1737197"/>
        <a:ext cx="2108880" cy="270897"/>
      </dsp:txXfrm>
    </dsp:sp>
    <dsp:sp modelId="{1B99C094-FBAC-4945-9FF8-01A2AD18889F}">
      <dsp:nvSpPr>
        <dsp:cNvPr id="0" name=""/>
        <dsp:cNvSpPr/>
      </dsp:nvSpPr>
      <dsp:spPr>
        <a:xfrm rot="5400000">
          <a:off x="1394919" y="2023716"/>
          <a:ext cx="107907"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noProof="0" dirty="0"/>
        </a:p>
      </dsp:txBody>
      <dsp:txXfrm rot="-5400000">
        <a:off x="1410027" y="2034506"/>
        <a:ext cx="77692" cy="75535"/>
      </dsp:txXfrm>
    </dsp:sp>
    <dsp:sp modelId="{0BCACDC5-9392-421D-894F-5E5F89A5548C}">
      <dsp:nvSpPr>
        <dsp:cNvPr id="0" name=""/>
        <dsp:cNvSpPr/>
      </dsp:nvSpPr>
      <dsp:spPr>
        <a:xfrm>
          <a:off x="386004" y="2160398"/>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Ticket payment</a:t>
          </a:r>
        </a:p>
      </dsp:txBody>
      <dsp:txXfrm>
        <a:off x="394432" y="2168826"/>
        <a:ext cx="2108880" cy="270897"/>
      </dsp:txXfrm>
    </dsp:sp>
    <dsp:sp modelId="{821F20F5-E3F9-45FB-B459-169B12FB5D37}">
      <dsp:nvSpPr>
        <dsp:cNvPr id="0" name=""/>
        <dsp:cNvSpPr/>
      </dsp:nvSpPr>
      <dsp:spPr>
        <a:xfrm rot="5400000">
          <a:off x="1394919" y="2455345"/>
          <a:ext cx="107907"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noProof="0" dirty="0"/>
        </a:p>
      </dsp:txBody>
      <dsp:txXfrm rot="-5400000">
        <a:off x="1410027" y="2466135"/>
        <a:ext cx="77692" cy="75535"/>
      </dsp:txXfrm>
    </dsp:sp>
    <dsp:sp modelId="{3A99A5E9-4BA2-4791-ACF6-666A49DA12C7}">
      <dsp:nvSpPr>
        <dsp:cNvPr id="0" name=""/>
        <dsp:cNvSpPr/>
      </dsp:nvSpPr>
      <dsp:spPr>
        <a:xfrm>
          <a:off x="386004" y="2592028"/>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Lab Check-in </a:t>
          </a:r>
        </a:p>
      </dsp:txBody>
      <dsp:txXfrm>
        <a:off x="394432" y="2600456"/>
        <a:ext cx="2108880" cy="270897"/>
      </dsp:txXfrm>
    </dsp:sp>
    <dsp:sp modelId="{AA57551E-9A02-487D-83F1-6782221C7FC6}">
      <dsp:nvSpPr>
        <dsp:cNvPr id="0" name=""/>
        <dsp:cNvSpPr/>
      </dsp:nvSpPr>
      <dsp:spPr>
        <a:xfrm rot="5400000">
          <a:off x="1394919" y="2886975"/>
          <a:ext cx="107907"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noProof="0" dirty="0"/>
        </a:p>
      </dsp:txBody>
      <dsp:txXfrm rot="-5400000">
        <a:off x="1410027" y="2897765"/>
        <a:ext cx="77692" cy="75535"/>
      </dsp:txXfrm>
    </dsp:sp>
    <dsp:sp modelId="{928978D7-7339-4DE6-BC71-1C4F53A08B63}">
      <dsp:nvSpPr>
        <dsp:cNvPr id="0" name=""/>
        <dsp:cNvSpPr/>
      </dsp:nvSpPr>
      <dsp:spPr>
        <a:xfrm>
          <a:off x="386004" y="3023658"/>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Lab  Exam </a:t>
          </a:r>
        </a:p>
      </dsp:txBody>
      <dsp:txXfrm>
        <a:off x="394432" y="3032086"/>
        <a:ext cx="2108880" cy="270897"/>
      </dsp:txXfrm>
    </dsp:sp>
    <dsp:sp modelId="{03DE3D76-D83F-4D79-8A3F-B41EADEED627}">
      <dsp:nvSpPr>
        <dsp:cNvPr id="0" name=""/>
        <dsp:cNvSpPr/>
      </dsp:nvSpPr>
      <dsp:spPr>
        <a:xfrm rot="5400000">
          <a:off x="1394919" y="3318605"/>
          <a:ext cx="107907"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noProof="0" dirty="0"/>
        </a:p>
      </dsp:txBody>
      <dsp:txXfrm rot="-5400000">
        <a:off x="1410027" y="3329395"/>
        <a:ext cx="77692" cy="75535"/>
      </dsp:txXfrm>
    </dsp:sp>
    <dsp:sp modelId="{16870123-4C5C-4A2E-AC6D-CB6E0160C989}">
      <dsp:nvSpPr>
        <dsp:cNvPr id="0" name=""/>
        <dsp:cNvSpPr/>
      </dsp:nvSpPr>
      <dsp:spPr>
        <a:xfrm>
          <a:off x="386004" y="3455288"/>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Lab Referral</a:t>
          </a:r>
        </a:p>
      </dsp:txBody>
      <dsp:txXfrm>
        <a:off x="394432" y="3463716"/>
        <a:ext cx="2108880" cy="270897"/>
      </dsp:txXfrm>
    </dsp:sp>
    <dsp:sp modelId="{937A1080-4F0A-465B-BD4D-9071572815F2}">
      <dsp:nvSpPr>
        <dsp:cNvPr id="0" name=""/>
        <dsp:cNvSpPr/>
      </dsp:nvSpPr>
      <dsp:spPr>
        <a:xfrm rot="5400000">
          <a:off x="1394919" y="3750235"/>
          <a:ext cx="107907"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noProof="0" dirty="0"/>
        </a:p>
      </dsp:txBody>
      <dsp:txXfrm rot="-5400000">
        <a:off x="1410027" y="3761025"/>
        <a:ext cx="77692" cy="75535"/>
      </dsp:txXfrm>
    </dsp:sp>
    <dsp:sp modelId="{A79D2981-A3D8-4D5A-A89B-AA50A177A13A}">
      <dsp:nvSpPr>
        <dsp:cNvPr id="0" name=""/>
        <dsp:cNvSpPr/>
      </dsp:nvSpPr>
      <dsp:spPr>
        <a:xfrm>
          <a:off x="386004" y="3886917"/>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Referral withdrawal</a:t>
          </a:r>
        </a:p>
      </dsp:txBody>
      <dsp:txXfrm>
        <a:off x="394432" y="3895345"/>
        <a:ext cx="2108880" cy="270897"/>
      </dsp:txXfrm>
    </dsp:sp>
    <dsp:sp modelId="{06D299CB-AEB9-4784-AA8D-99AADF7A3AC3}">
      <dsp:nvSpPr>
        <dsp:cNvPr id="0" name=""/>
        <dsp:cNvSpPr/>
      </dsp:nvSpPr>
      <dsp:spPr>
        <a:xfrm rot="5400000">
          <a:off x="1394919" y="4181864"/>
          <a:ext cx="107907" cy="12948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noProof="0" dirty="0"/>
        </a:p>
      </dsp:txBody>
      <dsp:txXfrm rot="-5400000">
        <a:off x="1410027" y="4192654"/>
        <a:ext cx="77692" cy="75535"/>
      </dsp:txXfrm>
    </dsp:sp>
    <dsp:sp modelId="{3CB27182-154A-44BD-9882-F75C7DEF465B}">
      <dsp:nvSpPr>
        <dsp:cNvPr id="0" name=""/>
        <dsp:cNvSpPr/>
      </dsp:nvSpPr>
      <dsp:spPr>
        <a:xfrm>
          <a:off x="386004" y="4318547"/>
          <a:ext cx="2125736" cy="287753"/>
        </a:xfrm>
        <a:prstGeom prst="roundRect">
          <a:avLst>
            <a:gd name="adj" fmla="val 10000"/>
          </a:avLst>
        </a:prstGeom>
        <a:solidFill>
          <a:prstClr val="white"/>
        </a:solidFill>
        <a:ln w="25400" cap="flat" cmpd="sng" algn="ctr">
          <a:solidFill>
            <a:srgbClr val="6A6B6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050" i="0" kern="1200" noProof="0" dirty="0">
              <a:solidFill>
                <a:srgbClr val="00457E"/>
              </a:solidFill>
              <a:latin typeface="Lucida Sans"/>
              <a:ea typeface="+mn-ea"/>
              <a:cs typeface="Arial"/>
            </a:rPr>
            <a:t>GP  follow up visit</a:t>
          </a:r>
        </a:p>
      </dsp:txBody>
      <dsp:txXfrm>
        <a:off x="394432" y="4326975"/>
        <a:ext cx="2108880" cy="2708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94"/>
          <a:ext cx="692406" cy="890800"/>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i="0" kern="1200" noProof="0" dirty="0">
              <a:solidFill>
                <a:schemeClr val="tx1"/>
              </a:solidFill>
            </a:rPr>
            <a:t>Summary </a:t>
          </a:r>
        </a:p>
      </dsp:txBody>
      <dsp:txXfrm>
        <a:off x="20280" y="22674"/>
        <a:ext cx="651846" cy="850240"/>
      </dsp:txXfrm>
    </dsp:sp>
    <dsp:sp modelId="{A0EC5BFB-F60A-432B-A161-F8DF09EF85B5}">
      <dsp:nvSpPr>
        <dsp:cNvPr id="0" name=""/>
        <dsp:cNvSpPr/>
      </dsp:nvSpPr>
      <dsp:spPr>
        <a:xfrm rot="5400000">
          <a:off x="179177" y="915464"/>
          <a:ext cx="334050" cy="4008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noProof="0" dirty="0"/>
        </a:p>
      </dsp:txBody>
      <dsp:txXfrm rot="-5400000">
        <a:off x="225945" y="948869"/>
        <a:ext cx="240516" cy="233835"/>
      </dsp:txXfrm>
    </dsp:sp>
    <dsp:sp modelId="{45839B18-39B6-4B91-BDC3-D7A076E9A2D9}">
      <dsp:nvSpPr>
        <dsp:cNvPr id="0" name=""/>
        <dsp:cNvSpPr/>
      </dsp:nvSpPr>
      <dsp:spPr>
        <a:xfrm>
          <a:off x="0" y="1338594"/>
          <a:ext cx="692406" cy="890800"/>
        </a:xfrm>
        <a:prstGeom prst="roundRect">
          <a:avLst>
            <a:gd name="adj" fmla="val 10000"/>
          </a:avLst>
        </a:prstGeom>
        <a:solidFill>
          <a:schemeClr val="bg1"/>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i="0" kern="1200" noProof="0" dirty="0">
              <a:solidFill>
                <a:schemeClr val="tx1"/>
              </a:solidFill>
            </a:rPr>
            <a:t>Organization </a:t>
          </a:r>
        </a:p>
      </dsp:txBody>
      <dsp:txXfrm>
        <a:off x="20280" y="1358874"/>
        <a:ext cx="651846" cy="850240"/>
      </dsp:txXfrm>
    </dsp:sp>
    <dsp:sp modelId="{ABD5E5A8-9CCD-45C0-B7FC-09A077538439}">
      <dsp:nvSpPr>
        <dsp:cNvPr id="0" name=""/>
        <dsp:cNvSpPr/>
      </dsp:nvSpPr>
      <dsp:spPr>
        <a:xfrm rot="5400000">
          <a:off x="179177" y="2251664"/>
          <a:ext cx="334050" cy="4008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noProof="0" dirty="0"/>
        </a:p>
      </dsp:txBody>
      <dsp:txXfrm rot="-5400000">
        <a:off x="225945" y="2285069"/>
        <a:ext cx="240516" cy="233835"/>
      </dsp:txXfrm>
    </dsp:sp>
    <dsp:sp modelId="{C6705BF2-1A94-4AB4-988B-97EFB242FE35}">
      <dsp:nvSpPr>
        <dsp:cNvPr id="0" name=""/>
        <dsp:cNvSpPr/>
      </dsp:nvSpPr>
      <dsp:spPr>
        <a:xfrm>
          <a:off x="0" y="2674795"/>
          <a:ext cx="692406" cy="890800"/>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i="0" kern="1200" noProof="0" dirty="0">
              <a:solidFill>
                <a:schemeClr val="tx1"/>
              </a:solidFill>
            </a:rPr>
            <a:t>Systems </a:t>
          </a:r>
        </a:p>
      </dsp:txBody>
      <dsp:txXfrm>
        <a:off x="20280" y="2695075"/>
        <a:ext cx="651846" cy="850240"/>
      </dsp:txXfrm>
    </dsp:sp>
    <dsp:sp modelId="{8C326D8F-8259-498B-B1DF-82458836633F}">
      <dsp:nvSpPr>
        <dsp:cNvPr id="0" name=""/>
        <dsp:cNvSpPr/>
      </dsp:nvSpPr>
      <dsp:spPr>
        <a:xfrm rot="5400000">
          <a:off x="179177" y="3587865"/>
          <a:ext cx="334050" cy="4008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noProof="0" dirty="0"/>
        </a:p>
      </dsp:txBody>
      <dsp:txXfrm rot="-5400000">
        <a:off x="225945" y="3621270"/>
        <a:ext cx="240516" cy="233835"/>
      </dsp:txXfrm>
    </dsp:sp>
    <dsp:sp modelId="{008C98B4-5405-4DC4-B9D3-2C65003A485E}">
      <dsp:nvSpPr>
        <dsp:cNvPr id="0" name=""/>
        <dsp:cNvSpPr/>
      </dsp:nvSpPr>
      <dsp:spPr>
        <a:xfrm>
          <a:off x="0" y="4010995"/>
          <a:ext cx="692406" cy="890800"/>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i="0" kern="1200" noProof="0" dirty="0">
              <a:solidFill>
                <a:schemeClr val="tx1"/>
              </a:solidFill>
            </a:rPr>
            <a:t>As-is User Process</a:t>
          </a:r>
        </a:p>
      </dsp:txBody>
      <dsp:txXfrm>
        <a:off x="20280" y="4031275"/>
        <a:ext cx="651846" cy="8502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C5E33E-3DBC-4DB4-90DE-564B8BD1DE70}">
      <dsp:nvSpPr>
        <dsp:cNvPr id="0" name=""/>
        <dsp:cNvSpPr/>
      </dsp:nvSpPr>
      <dsp:spPr>
        <a:xfrm>
          <a:off x="900666" y="738193"/>
          <a:ext cx="2051529" cy="106415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Governance </a:t>
          </a:r>
        </a:p>
      </dsp:txBody>
      <dsp:txXfrm>
        <a:off x="931834" y="769361"/>
        <a:ext cx="1989193" cy="1001821"/>
      </dsp:txXfrm>
    </dsp:sp>
    <dsp:sp modelId="{1FD913A4-3584-4270-8636-F6562DEFDDD6}">
      <dsp:nvSpPr>
        <dsp:cNvPr id="0" name=""/>
        <dsp:cNvSpPr/>
      </dsp:nvSpPr>
      <dsp:spPr>
        <a:xfrm rot="3600000">
          <a:off x="2102806" y="2104067"/>
          <a:ext cx="756772" cy="25416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noProof="0" dirty="0"/>
        </a:p>
      </dsp:txBody>
      <dsp:txXfrm>
        <a:off x="2179054" y="2154899"/>
        <a:ext cx="604276" cy="152496"/>
      </dsp:txXfrm>
    </dsp:sp>
    <dsp:sp modelId="{0C94DEFB-D1B3-4A3A-AB68-5B59A091DFF5}">
      <dsp:nvSpPr>
        <dsp:cNvPr id="0" name=""/>
        <dsp:cNvSpPr/>
      </dsp:nvSpPr>
      <dsp:spPr>
        <a:xfrm>
          <a:off x="2399413" y="2659945"/>
          <a:ext cx="1452348" cy="1374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GPs</a:t>
          </a:r>
        </a:p>
      </dsp:txBody>
      <dsp:txXfrm>
        <a:off x="2439675" y="2700207"/>
        <a:ext cx="1371824" cy="1294130"/>
      </dsp:txXfrm>
    </dsp:sp>
    <dsp:sp modelId="{28D3387E-2F0E-48CC-8C9F-A05C47672CE5}">
      <dsp:nvSpPr>
        <dsp:cNvPr id="0" name=""/>
        <dsp:cNvSpPr/>
      </dsp:nvSpPr>
      <dsp:spPr>
        <a:xfrm rot="10800000">
          <a:off x="1548044" y="3220192"/>
          <a:ext cx="756772" cy="25416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noProof="0" dirty="0"/>
        </a:p>
      </dsp:txBody>
      <dsp:txXfrm rot="10800000">
        <a:off x="1624292" y="3271024"/>
        <a:ext cx="604276" cy="152496"/>
      </dsp:txXfrm>
    </dsp:sp>
    <dsp:sp modelId="{334E4CF8-6F62-4ACD-BF33-7635AAC5A7B7}">
      <dsp:nvSpPr>
        <dsp:cNvPr id="0" name=""/>
        <dsp:cNvSpPr/>
      </dsp:nvSpPr>
      <dsp:spPr>
        <a:xfrm>
          <a:off x="1099" y="2648014"/>
          <a:ext cx="1452348" cy="13985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err="1"/>
            <a:t>Ope</a:t>
          </a:r>
          <a:r>
            <a:rPr lang="en-US" sz="2400" kern="1200" noProof="0" dirty="0"/>
            <a:t>-rations</a:t>
          </a:r>
        </a:p>
      </dsp:txBody>
      <dsp:txXfrm>
        <a:off x="42060" y="2688975"/>
        <a:ext cx="1370426" cy="1316595"/>
      </dsp:txXfrm>
    </dsp:sp>
    <dsp:sp modelId="{EFB9F065-B6DD-4B60-8D00-97EDB71C541A}">
      <dsp:nvSpPr>
        <dsp:cNvPr id="0" name=""/>
        <dsp:cNvSpPr/>
      </dsp:nvSpPr>
      <dsp:spPr>
        <a:xfrm rot="18000000">
          <a:off x="996727" y="2098102"/>
          <a:ext cx="756772" cy="25416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noProof="0" dirty="0"/>
        </a:p>
      </dsp:txBody>
      <dsp:txXfrm>
        <a:off x="1072975" y="2148934"/>
        <a:ext cx="604276" cy="1524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rgbClr val="FFC000"/>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B62493-06A9-4722-8914-5A8057273A3C}">
      <dsp:nvSpPr>
        <dsp:cNvPr id="0" name=""/>
        <dsp:cNvSpPr/>
      </dsp:nvSpPr>
      <dsp:spPr>
        <a:xfrm>
          <a:off x="1926431" y="1074455"/>
          <a:ext cx="1362964" cy="236547"/>
        </a:xfrm>
        <a:custGeom>
          <a:avLst/>
          <a:gdLst/>
          <a:ahLst/>
          <a:cxnLst/>
          <a:rect l="0" t="0" r="0" b="0"/>
          <a:pathLst>
            <a:path>
              <a:moveTo>
                <a:pt x="0" y="0"/>
              </a:moveTo>
              <a:lnTo>
                <a:pt x="0" y="118273"/>
              </a:lnTo>
              <a:lnTo>
                <a:pt x="1362964" y="118273"/>
              </a:lnTo>
              <a:lnTo>
                <a:pt x="1362964" y="23654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B184AF-1921-4359-9C41-B8FBDB6C38C8}">
      <dsp:nvSpPr>
        <dsp:cNvPr id="0" name=""/>
        <dsp:cNvSpPr/>
      </dsp:nvSpPr>
      <dsp:spPr>
        <a:xfrm>
          <a:off x="1880710" y="1074455"/>
          <a:ext cx="91440" cy="236547"/>
        </a:xfrm>
        <a:custGeom>
          <a:avLst/>
          <a:gdLst/>
          <a:ahLst/>
          <a:cxnLst/>
          <a:rect l="0" t="0" r="0" b="0"/>
          <a:pathLst>
            <a:path>
              <a:moveTo>
                <a:pt x="45720" y="0"/>
              </a:moveTo>
              <a:lnTo>
                <a:pt x="45720" y="23654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46F2F5-E716-4900-B0F4-0FDDBC591B6E}">
      <dsp:nvSpPr>
        <dsp:cNvPr id="0" name=""/>
        <dsp:cNvSpPr/>
      </dsp:nvSpPr>
      <dsp:spPr>
        <a:xfrm>
          <a:off x="517746" y="3473722"/>
          <a:ext cx="91440" cy="236547"/>
        </a:xfrm>
        <a:custGeom>
          <a:avLst/>
          <a:gdLst/>
          <a:ahLst/>
          <a:cxnLst/>
          <a:rect l="0" t="0" r="0" b="0"/>
          <a:pathLst>
            <a:path>
              <a:moveTo>
                <a:pt x="45720" y="0"/>
              </a:moveTo>
              <a:lnTo>
                <a:pt x="45720" y="23654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A1361B-469C-4177-9FB4-3F5BB3FBB9B7}">
      <dsp:nvSpPr>
        <dsp:cNvPr id="0" name=""/>
        <dsp:cNvSpPr/>
      </dsp:nvSpPr>
      <dsp:spPr>
        <a:xfrm>
          <a:off x="517746" y="2673966"/>
          <a:ext cx="91440" cy="236547"/>
        </a:xfrm>
        <a:custGeom>
          <a:avLst/>
          <a:gdLst/>
          <a:ahLst/>
          <a:cxnLst/>
          <a:rect l="0" t="0" r="0" b="0"/>
          <a:pathLst>
            <a:path>
              <a:moveTo>
                <a:pt x="45720" y="0"/>
              </a:moveTo>
              <a:lnTo>
                <a:pt x="45720" y="23654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270FB2-06FE-4219-B216-ABF690BF87F4}">
      <dsp:nvSpPr>
        <dsp:cNvPr id="0" name=""/>
        <dsp:cNvSpPr/>
      </dsp:nvSpPr>
      <dsp:spPr>
        <a:xfrm>
          <a:off x="517746" y="1874210"/>
          <a:ext cx="91440" cy="236547"/>
        </a:xfrm>
        <a:custGeom>
          <a:avLst/>
          <a:gdLst/>
          <a:ahLst/>
          <a:cxnLst/>
          <a:rect l="0" t="0" r="0" b="0"/>
          <a:pathLst>
            <a:path>
              <a:moveTo>
                <a:pt x="45720" y="0"/>
              </a:moveTo>
              <a:lnTo>
                <a:pt x="45720" y="23654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3CDC5C-BD1C-4212-8908-B35AF796A95F}">
      <dsp:nvSpPr>
        <dsp:cNvPr id="0" name=""/>
        <dsp:cNvSpPr/>
      </dsp:nvSpPr>
      <dsp:spPr>
        <a:xfrm>
          <a:off x="563466" y="1074455"/>
          <a:ext cx="1362964" cy="236547"/>
        </a:xfrm>
        <a:custGeom>
          <a:avLst/>
          <a:gdLst/>
          <a:ahLst/>
          <a:cxnLst/>
          <a:rect l="0" t="0" r="0" b="0"/>
          <a:pathLst>
            <a:path>
              <a:moveTo>
                <a:pt x="1362964" y="0"/>
              </a:moveTo>
              <a:lnTo>
                <a:pt x="1362964" y="118273"/>
              </a:lnTo>
              <a:lnTo>
                <a:pt x="0" y="118273"/>
              </a:lnTo>
              <a:lnTo>
                <a:pt x="0" y="23654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23B110-1311-42FB-ADE4-71CC65E30C75}">
      <dsp:nvSpPr>
        <dsp:cNvPr id="0" name=""/>
        <dsp:cNvSpPr/>
      </dsp:nvSpPr>
      <dsp:spPr>
        <a:xfrm>
          <a:off x="1363222" y="511246"/>
          <a:ext cx="1126416" cy="563208"/>
        </a:xfrm>
        <a:prstGeom prst="rect">
          <a:avLst/>
        </a:prstGeom>
        <a:solidFill>
          <a:schemeClr val="accent1">
            <a:hueOff val="0"/>
            <a:satOff val="0"/>
            <a:lumOff val="0"/>
            <a:alphaOff val="0"/>
          </a:schemeClr>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NHC</a:t>
          </a:r>
        </a:p>
      </dsp:txBody>
      <dsp:txXfrm>
        <a:off x="1363222" y="511246"/>
        <a:ext cx="1126416" cy="563208"/>
      </dsp:txXfrm>
    </dsp:sp>
    <dsp:sp modelId="{57393680-72C5-4AD9-9761-3AD0C62A322D}">
      <dsp:nvSpPr>
        <dsp:cNvPr id="0" name=""/>
        <dsp:cNvSpPr/>
      </dsp:nvSpPr>
      <dsp:spPr>
        <a:xfrm>
          <a:off x="258" y="1311002"/>
          <a:ext cx="1126416" cy="563208"/>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Governance</a:t>
          </a:r>
        </a:p>
      </dsp:txBody>
      <dsp:txXfrm>
        <a:off x="258" y="1311002"/>
        <a:ext cx="1126416" cy="563208"/>
      </dsp:txXfrm>
    </dsp:sp>
    <dsp:sp modelId="{C02D9C24-9F7D-47A0-AD0F-6231E4BD384C}">
      <dsp:nvSpPr>
        <dsp:cNvPr id="0" name=""/>
        <dsp:cNvSpPr/>
      </dsp:nvSpPr>
      <dsp:spPr>
        <a:xfrm>
          <a:off x="258" y="2110758"/>
          <a:ext cx="1126416" cy="563208"/>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Ministry</a:t>
          </a:r>
        </a:p>
      </dsp:txBody>
      <dsp:txXfrm>
        <a:off x="258" y="2110758"/>
        <a:ext cx="1126416" cy="563208"/>
      </dsp:txXfrm>
    </dsp:sp>
    <dsp:sp modelId="{45B64A7F-ADE5-4590-80ED-E5C3EAC856AB}">
      <dsp:nvSpPr>
        <dsp:cNvPr id="0" name=""/>
        <dsp:cNvSpPr/>
      </dsp:nvSpPr>
      <dsp:spPr>
        <a:xfrm>
          <a:off x="258" y="2910514"/>
          <a:ext cx="1126416" cy="563208"/>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Regions</a:t>
          </a:r>
        </a:p>
      </dsp:txBody>
      <dsp:txXfrm>
        <a:off x="258" y="2910514"/>
        <a:ext cx="1126416" cy="563208"/>
      </dsp:txXfrm>
    </dsp:sp>
    <dsp:sp modelId="{FB74FAD5-E858-4506-902D-084DCE30C862}">
      <dsp:nvSpPr>
        <dsp:cNvPr id="0" name=""/>
        <dsp:cNvSpPr/>
      </dsp:nvSpPr>
      <dsp:spPr>
        <a:xfrm>
          <a:off x="258" y="3710269"/>
          <a:ext cx="1126416" cy="563208"/>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Provinces / Local HC authorities</a:t>
          </a:r>
        </a:p>
      </dsp:txBody>
      <dsp:txXfrm>
        <a:off x="258" y="3710269"/>
        <a:ext cx="1126416" cy="563208"/>
      </dsp:txXfrm>
    </dsp:sp>
    <dsp:sp modelId="{DD924B1F-43F4-4923-B3D1-D3DF90FEED59}">
      <dsp:nvSpPr>
        <dsp:cNvPr id="0" name=""/>
        <dsp:cNvSpPr/>
      </dsp:nvSpPr>
      <dsp:spPr>
        <a:xfrm>
          <a:off x="1363222" y="1311002"/>
          <a:ext cx="1126416" cy="563208"/>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Family Doctors </a:t>
          </a:r>
        </a:p>
      </dsp:txBody>
      <dsp:txXfrm>
        <a:off x="1363222" y="1311002"/>
        <a:ext cx="1126416" cy="563208"/>
      </dsp:txXfrm>
    </dsp:sp>
    <dsp:sp modelId="{165D9B6F-A063-499B-89AC-BAC3F5CCB11A}">
      <dsp:nvSpPr>
        <dsp:cNvPr id="0" name=""/>
        <dsp:cNvSpPr/>
      </dsp:nvSpPr>
      <dsp:spPr>
        <a:xfrm>
          <a:off x="2726186" y="1311002"/>
          <a:ext cx="1126416" cy="563208"/>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Operational Units </a:t>
          </a:r>
        </a:p>
      </dsp:txBody>
      <dsp:txXfrm>
        <a:off x="2726186" y="1311002"/>
        <a:ext cx="1126416" cy="5632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rgbClr val="FFC000"/>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E81002-9DAE-44D6-A91E-7C5ACC07CFC3}">
      <dsp:nvSpPr>
        <dsp:cNvPr id="0" name=""/>
        <dsp:cNvSpPr/>
      </dsp:nvSpPr>
      <dsp:spPr>
        <a:xfrm>
          <a:off x="1926431" y="1074455"/>
          <a:ext cx="1362964" cy="236547"/>
        </a:xfrm>
        <a:custGeom>
          <a:avLst/>
          <a:gdLst/>
          <a:ahLst/>
          <a:cxnLst/>
          <a:rect l="0" t="0" r="0" b="0"/>
          <a:pathLst>
            <a:path>
              <a:moveTo>
                <a:pt x="0" y="0"/>
              </a:moveTo>
              <a:lnTo>
                <a:pt x="0" y="118273"/>
              </a:lnTo>
              <a:lnTo>
                <a:pt x="1362964" y="118273"/>
              </a:lnTo>
              <a:lnTo>
                <a:pt x="1362964" y="23654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6E0412-5A74-49BE-8F83-6C465C66E641}">
      <dsp:nvSpPr>
        <dsp:cNvPr id="0" name=""/>
        <dsp:cNvSpPr/>
      </dsp:nvSpPr>
      <dsp:spPr>
        <a:xfrm>
          <a:off x="1475864" y="1874210"/>
          <a:ext cx="168962" cy="2117663"/>
        </a:xfrm>
        <a:custGeom>
          <a:avLst/>
          <a:gdLst/>
          <a:ahLst/>
          <a:cxnLst/>
          <a:rect l="0" t="0" r="0" b="0"/>
          <a:pathLst>
            <a:path>
              <a:moveTo>
                <a:pt x="0" y="0"/>
              </a:moveTo>
              <a:lnTo>
                <a:pt x="0" y="2117663"/>
              </a:lnTo>
              <a:lnTo>
                <a:pt x="168962" y="21176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78BFBE-F15B-4800-8764-62CD0C4BF167}">
      <dsp:nvSpPr>
        <dsp:cNvPr id="0" name=""/>
        <dsp:cNvSpPr/>
      </dsp:nvSpPr>
      <dsp:spPr>
        <a:xfrm>
          <a:off x="1475864" y="1874210"/>
          <a:ext cx="168962" cy="1317907"/>
        </a:xfrm>
        <a:custGeom>
          <a:avLst/>
          <a:gdLst/>
          <a:ahLst/>
          <a:cxnLst/>
          <a:rect l="0" t="0" r="0" b="0"/>
          <a:pathLst>
            <a:path>
              <a:moveTo>
                <a:pt x="0" y="0"/>
              </a:moveTo>
              <a:lnTo>
                <a:pt x="0" y="1317907"/>
              </a:lnTo>
              <a:lnTo>
                <a:pt x="168962" y="13179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1E3228-9F03-45DA-826A-D9BD9D4482FC}">
      <dsp:nvSpPr>
        <dsp:cNvPr id="0" name=""/>
        <dsp:cNvSpPr/>
      </dsp:nvSpPr>
      <dsp:spPr>
        <a:xfrm>
          <a:off x="1475864" y="1874210"/>
          <a:ext cx="168962" cy="518151"/>
        </a:xfrm>
        <a:custGeom>
          <a:avLst/>
          <a:gdLst/>
          <a:ahLst/>
          <a:cxnLst/>
          <a:rect l="0" t="0" r="0" b="0"/>
          <a:pathLst>
            <a:path>
              <a:moveTo>
                <a:pt x="0" y="0"/>
              </a:moveTo>
              <a:lnTo>
                <a:pt x="0" y="518151"/>
              </a:lnTo>
              <a:lnTo>
                <a:pt x="168962" y="51815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90B423-A662-43D3-B491-BD016F706102}">
      <dsp:nvSpPr>
        <dsp:cNvPr id="0" name=""/>
        <dsp:cNvSpPr/>
      </dsp:nvSpPr>
      <dsp:spPr>
        <a:xfrm>
          <a:off x="1880710" y="1074455"/>
          <a:ext cx="91440" cy="236547"/>
        </a:xfrm>
        <a:custGeom>
          <a:avLst/>
          <a:gdLst/>
          <a:ahLst/>
          <a:cxnLst/>
          <a:rect l="0" t="0" r="0" b="0"/>
          <a:pathLst>
            <a:path>
              <a:moveTo>
                <a:pt x="45720" y="0"/>
              </a:moveTo>
              <a:lnTo>
                <a:pt x="45720" y="23654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3CDC5C-BD1C-4212-8908-B35AF796A95F}">
      <dsp:nvSpPr>
        <dsp:cNvPr id="0" name=""/>
        <dsp:cNvSpPr/>
      </dsp:nvSpPr>
      <dsp:spPr>
        <a:xfrm>
          <a:off x="563466" y="1074455"/>
          <a:ext cx="1362964" cy="236547"/>
        </a:xfrm>
        <a:custGeom>
          <a:avLst/>
          <a:gdLst/>
          <a:ahLst/>
          <a:cxnLst/>
          <a:rect l="0" t="0" r="0" b="0"/>
          <a:pathLst>
            <a:path>
              <a:moveTo>
                <a:pt x="1362964" y="0"/>
              </a:moveTo>
              <a:lnTo>
                <a:pt x="1362964" y="118273"/>
              </a:lnTo>
              <a:lnTo>
                <a:pt x="0" y="118273"/>
              </a:lnTo>
              <a:lnTo>
                <a:pt x="0" y="23654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23B110-1311-42FB-ADE4-71CC65E30C75}">
      <dsp:nvSpPr>
        <dsp:cNvPr id="0" name=""/>
        <dsp:cNvSpPr/>
      </dsp:nvSpPr>
      <dsp:spPr>
        <a:xfrm>
          <a:off x="1363222" y="511246"/>
          <a:ext cx="1126416" cy="563208"/>
        </a:xfrm>
        <a:prstGeom prst="rect">
          <a:avLst/>
        </a:prstGeom>
        <a:solidFill>
          <a:schemeClr val="accent1">
            <a:hueOff val="0"/>
            <a:satOff val="0"/>
            <a:lumOff val="0"/>
            <a:alphaOff val="0"/>
          </a:schemeClr>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NHC</a:t>
          </a:r>
        </a:p>
      </dsp:txBody>
      <dsp:txXfrm>
        <a:off x="1363222" y="511246"/>
        <a:ext cx="1126416" cy="563208"/>
      </dsp:txXfrm>
    </dsp:sp>
    <dsp:sp modelId="{57393680-72C5-4AD9-9761-3AD0C62A322D}">
      <dsp:nvSpPr>
        <dsp:cNvPr id="0" name=""/>
        <dsp:cNvSpPr/>
      </dsp:nvSpPr>
      <dsp:spPr>
        <a:xfrm>
          <a:off x="258" y="1311002"/>
          <a:ext cx="1126416" cy="563208"/>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Governance</a:t>
          </a:r>
        </a:p>
      </dsp:txBody>
      <dsp:txXfrm>
        <a:off x="258" y="1311002"/>
        <a:ext cx="1126416" cy="563208"/>
      </dsp:txXfrm>
    </dsp:sp>
    <dsp:sp modelId="{B3B63557-E5A0-4AB3-886A-07C276EE260C}">
      <dsp:nvSpPr>
        <dsp:cNvPr id="0" name=""/>
        <dsp:cNvSpPr/>
      </dsp:nvSpPr>
      <dsp:spPr>
        <a:xfrm>
          <a:off x="1363222" y="1311002"/>
          <a:ext cx="1126416" cy="563208"/>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noProof="0" dirty="0">
              <a:solidFill>
                <a:schemeClr val="tx1">
                  <a:lumMod val="50000"/>
                </a:schemeClr>
              </a:solidFill>
            </a:rPr>
            <a:t>Family Doctors </a:t>
          </a:r>
        </a:p>
      </dsp:txBody>
      <dsp:txXfrm>
        <a:off x="1363222" y="1311002"/>
        <a:ext cx="1126416" cy="563208"/>
      </dsp:txXfrm>
    </dsp:sp>
    <dsp:sp modelId="{6F70A76D-3F92-4953-A18F-9B201F366287}">
      <dsp:nvSpPr>
        <dsp:cNvPr id="0" name=""/>
        <dsp:cNvSpPr/>
      </dsp:nvSpPr>
      <dsp:spPr>
        <a:xfrm>
          <a:off x="1644826" y="2110758"/>
          <a:ext cx="1126416" cy="563208"/>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GPs</a:t>
          </a:r>
          <a:endParaRPr lang="en-US" sz="1300" b="1" kern="1200" noProof="0" dirty="0">
            <a:solidFill>
              <a:schemeClr val="tx1"/>
            </a:solidFill>
          </a:endParaRPr>
        </a:p>
      </dsp:txBody>
      <dsp:txXfrm>
        <a:off x="1644826" y="2110758"/>
        <a:ext cx="1126416" cy="563208"/>
      </dsp:txXfrm>
    </dsp:sp>
    <dsp:sp modelId="{9FE3A093-FD57-4D48-8F86-3E0DD33A9DFC}">
      <dsp:nvSpPr>
        <dsp:cNvPr id="0" name=""/>
        <dsp:cNvSpPr/>
      </dsp:nvSpPr>
      <dsp:spPr>
        <a:xfrm>
          <a:off x="1644826" y="2910514"/>
          <a:ext cx="1126416" cy="563208"/>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err="1">
              <a:solidFill>
                <a:schemeClr val="tx1"/>
              </a:solidFill>
            </a:rPr>
            <a:t>Paediatricians</a:t>
          </a:r>
          <a:endParaRPr lang="en-US" sz="1300" b="1" kern="1200" noProof="0" dirty="0">
            <a:solidFill>
              <a:schemeClr val="tx1"/>
            </a:solidFill>
          </a:endParaRPr>
        </a:p>
      </dsp:txBody>
      <dsp:txXfrm>
        <a:off x="1644826" y="2910514"/>
        <a:ext cx="1126416" cy="563208"/>
      </dsp:txXfrm>
    </dsp:sp>
    <dsp:sp modelId="{6F47791C-BA5C-477F-8210-1B7B7DB2B051}">
      <dsp:nvSpPr>
        <dsp:cNvPr id="0" name=""/>
        <dsp:cNvSpPr/>
      </dsp:nvSpPr>
      <dsp:spPr>
        <a:xfrm>
          <a:off x="1644826" y="3710269"/>
          <a:ext cx="1126416" cy="563208"/>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Specialists </a:t>
          </a:r>
          <a:endParaRPr lang="en-US" sz="1300" b="1" kern="1200" noProof="0" dirty="0">
            <a:solidFill>
              <a:schemeClr val="tx1"/>
            </a:solidFill>
          </a:endParaRPr>
        </a:p>
      </dsp:txBody>
      <dsp:txXfrm>
        <a:off x="1644826" y="3710269"/>
        <a:ext cx="1126416" cy="563208"/>
      </dsp:txXfrm>
    </dsp:sp>
    <dsp:sp modelId="{A219EF1F-E150-456B-9E84-05E003C4104D}">
      <dsp:nvSpPr>
        <dsp:cNvPr id="0" name=""/>
        <dsp:cNvSpPr/>
      </dsp:nvSpPr>
      <dsp:spPr>
        <a:xfrm>
          <a:off x="2726186" y="1311002"/>
          <a:ext cx="1126416" cy="563208"/>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Operational Units </a:t>
          </a:r>
          <a:endParaRPr lang="en-US" sz="1300" b="1" kern="1200" noProof="0" dirty="0">
            <a:solidFill>
              <a:schemeClr val="tx1"/>
            </a:solidFill>
          </a:endParaRPr>
        </a:p>
      </dsp:txBody>
      <dsp:txXfrm>
        <a:off x="2726186" y="1311002"/>
        <a:ext cx="1126416" cy="56320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rgbClr val="FFC000"/>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1F018B-0323-4807-8C77-8423F082ED12}">
      <dsp:nvSpPr>
        <dsp:cNvPr id="0" name=""/>
        <dsp:cNvSpPr/>
      </dsp:nvSpPr>
      <dsp:spPr>
        <a:xfrm>
          <a:off x="2614262" y="1217526"/>
          <a:ext cx="150620" cy="3313640"/>
        </a:xfrm>
        <a:custGeom>
          <a:avLst/>
          <a:gdLst/>
          <a:ahLst/>
          <a:cxnLst/>
          <a:rect l="0" t="0" r="0" b="0"/>
          <a:pathLst>
            <a:path>
              <a:moveTo>
                <a:pt x="0" y="0"/>
              </a:moveTo>
              <a:lnTo>
                <a:pt x="0" y="3313640"/>
              </a:lnTo>
              <a:lnTo>
                <a:pt x="150620" y="331364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98077F-B544-4137-AEBC-8DF5F07259FB}">
      <dsp:nvSpPr>
        <dsp:cNvPr id="0" name=""/>
        <dsp:cNvSpPr/>
      </dsp:nvSpPr>
      <dsp:spPr>
        <a:xfrm>
          <a:off x="2614262" y="1217526"/>
          <a:ext cx="150620" cy="2600705"/>
        </a:xfrm>
        <a:custGeom>
          <a:avLst/>
          <a:gdLst/>
          <a:ahLst/>
          <a:cxnLst/>
          <a:rect l="0" t="0" r="0" b="0"/>
          <a:pathLst>
            <a:path>
              <a:moveTo>
                <a:pt x="0" y="0"/>
              </a:moveTo>
              <a:lnTo>
                <a:pt x="0" y="2600705"/>
              </a:lnTo>
              <a:lnTo>
                <a:pt x="150620" y="260070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F288A7-6870-4BC9-AFCB-95A2350B07D6}">
      <dsp:nvSpPr>
        <dsp:cNvPr id="0" name=""/>
        <dsp:cNvSpPr/>
      </dsp:nvSpPr>
      <dsp:spPr>
        <a:xfrm>
          <a:off x="2614262" y="1217526"/>
          <a:ext cx="150620" cy="1887770"/>
        </a:xfrm>
        <a:custGeom>
          <a:avLst/>
          <a:gdLst/>
          <a:ahLst/>
          <a:cxnLst/>
          <a:rect l="0" t="0" r="0" b="0"/>
          <a:pathLst>
            <a:path>
              <a:moveTo>
                <a:pt x="0" y="0"/>
              </a:moveTo>
              <a:lnTo>
                <a:pt x="0" y="1887770"/>
              </a:lnTo>
              <a:lnTo>
                <a:pt x="150620" y="18877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BFE430-1B2D-43C8-A996-D07E32FC35CC}">
      <dsp:nvSpPr>
        <dsp:cNvPr id="0" name=""/>
        <dsp:cNvSpPr/>
      </dsp:nvSpPr>
      <dsp:spPr>
        <a:xfrm>
          <a:off x="2614262" y="1217526"/>
          <a:ext cx="150620" cy="1174836"/>
        </a:xfrm>
        <a:custGeom>
          <a:avLst/>
          <a:gdLst/>
          <a:ahLst/>
          <a:cxnLst/>
          <a:rect l="0" t="0" r="0" b="0"/>
          <a:pathLst>
            <a:path>
              <a:moveTo>
                <a:pt x="0" y="0"/>
              </a:moveTo>
              <a:lnTo>
                <a:pt x="0" y="1174836"/>
              </a:lnTo>
              <a:lnTo>
                <a:pt x="150620" y="117483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73DE07-5528-4003-A200-13EAA3980278}">
      <dsp:nvSpPr>
        <dsp:cNvPr id="0" name=""/>
        <dsp:cNvSpPr/>
      </dsp:nvSpPr>
      <dsp:spPr>
        <a:xfrm>
          <a:off x="2614262" y="1217526"/>
          <a:ext cx="150620" cy="461901"/>
        </a:xfrm>
        <a:custGeom>
          <a:avLst/>
          <a:gdLst/>
          <a:ahLst/>
          <a:cxnLst/>
          <a:rect l="0" t="0" r="0" b="0"/>
          <a:pathLst>
            <a:path>
              <a:moveTo>
                <a:pt x="0" y="0"/>
              </a:moveTo>
              <a:lnTo>
                <a:pt x="0" y="461901"/>
              </a:lnTo>
              <a:lnTo>
                <a:pt x="150620" y="46190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82CC55-DDFE-43A3-AC97-B6B8D250458C}">
      <dsp:nvSpPr>
        <dsp:cNvPr id="0" name=""/>
        <dsp:cNvSpPr/>
      </dsp:nvSpPr>
      <dsp:spPr>
        <a:xfrm>
          <a:off x="1800914" y="504591"/>
          <a:ext cx="1215001" cy="210868"/>
        </a:xfrm>
        <a:custGeom>
          <a:avLst/>
          <a:gdLst/>
          <a:ahLst/>
          <a:cxnLst/>
          <a:rect l="0" t="0" r="0" b="0"/>
          <a:pathLst>
            <a:path>
              <a:moveTo>
                <a:pt x="0" y="0"/>
              </a:moveTo>
              <a:lnTo>
                <a:pt x="0" y="105434"/>
              </a:lnTo>
              <a:lnTo>
                <a:pt x="1215001" y="105434"/>
              </a:lnTo>
              <a:lnTo>
                <a:pt x="1215001" y="21086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478FAD-FE30-42CE-94EE-90E263CBAA23}">
      <dsp:nvSpPr>
        <dsp:cNvPr id="0" name=""/>
        <dsp:cNvSpPr/>
      </dsp:nvSpPr>
      <dsp:spPr>
        <a:xfrm>
          <a:off x="1755194" y="504591"/>
          <a:ext cx="91440" cy="210868"/>
        </a:xfrm>
        <a:custGeom>
          <a:avLst/>
          <a:gdLst/>
          <a:ahLst/>
          <a:cxnLst/>
          <a:rect l="0" t="0" r="0" b="0"/>
          <a:pathLst>
            <a:path>
              <a:moveTo>
                <a:pt x="45720" y="0"/>
              </a:moveTo>
              <a:lnTo>
                <a:pt x="45720" y="21086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0626A3-058E-450C-85DB-E169657B3DD3}">
      <dsp:nvSpPr>
        <dsp:cNvPr id="0" name=""/>
        <dsp:cNvSpPr/>
      </dsp:nvSpPr>
      <dsp:spPr>
        <a:xfrm>
          <a:off x="585912" y="504591"/>
          <a:ext cx="1215001" cy="210868"/>
        </a:xfrm>
        <a:custGeom>
          <a:avLst/>
          <a:gdLst/>
          <a:ahLst/>
          <a:cxnLst/>
          <a:rect l="0" t="0" r="0" b="0"/>
          <a:pathLst>
            <a:path>
              <a:moveTo>
                <a:pt x="1215001" y="0"/>
              </a:moveTo>
              <a:lnTo>
                <a:pt x="1215001" y="105434"/>
              </a:lnTo>
              <a:lnTo>
                <a:pt x="0" y="105434"/>
              </a:lnTo>
              <a:lnTo>
                <a:pt x="0" y="21086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23B110-1311-42FB-ADE4-71CC65E30C75}">
      <dsp:nvSpPr>
        <dsp:cNvPr id="0" name=""/>
        <dsp:cNvSpPr/>
      </dsp:nvSpPr>
      <dsp:spPr>
        <a:xfrm>
          <a:off x="1298847" y="2525"/>
          <a:ext cx="1004133" cy="50206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NHC</a:t>
          </a:r>
        </a:p>
      </dsp:txBody>
      <dsp:txXfrm>
        <a:off x="1298847" y="2525"/>
        <a:ext cx="1004133" cy="502066"/>
      </dsp:txXfrm>
    </dsp:sp>
    <dsp:sp modelId="{57393680-72C5-4AD9-9761-3AD0C62A322D}">
      <dsp:nvSpPr>
        <dsp:cNvPr id="0" name=""/>
        <dsp:cNvSpPr/>
      </dsp:nvSpPr>
      <dsp:spPr>
        <a:xfrm>
          <a:off x="83846" y="715459"/>
          <a:ext cx="1004133" cy="502066"/>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Governance</a:t>
          </a:r>
        </a:p>
      </dsp:txBody>
      <dsp:txXfrm>
        <a:off x="83846" y="715459"/>
        <a:ext cx="1004133" cy="502066"/>
      </dsp:txXfrm>
    </dsp:sp>
    <dsp:sp modelId="{B3B63557-E5A0-4AB3-886A-07C276EE260C}">
      <dsp:nvSpPr>
        <dsp:cNvPr id="0" name=""/>
        <dsp:cNvSpPr/>
      </dsp:nvSpPr>
      <dsp:spPr>
        <a:xfrm>
          <a:off x="1298847" y="715459"/>
          <a:ext cx="1004133" cy="502066"/>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Family Doctors </a:t>
          </a:r>
        </a:p>
      </dsp:txBody>
      <dsp:txXfrm>
        <a:off x="1298847" y="715459"/>
        <a:ext cx="1004133" cy="502066"/>
      </dsp:txXfrm>
    </dsp:sp>
    <dsp:sp modelId="{BD8D036F-F687-4323-A660-EC554CBAA5AA}">
      <dsp:nvSpPr>
        <dsp:cNvPr id="0" name=""/>
        <dsp:cNvSpPr/>
      </dsp:nvSpPr>
      <dsp:spPr>
        <a:xfrm>
          <a:off x="2513849" y="715459"/>
          <a:ext cx="1004133" cy="502066"/>
        </a:xfrm>
        <a:prstGeom prst="rect">
          <a:avLst/>
        </a:prstGeom>
        <a:solidFill>
          <a:schemeClr val="bg1"/>
        </a:solidFill>
        <a:ln w="25400" cap="flat" cmpd="sng" algn="ctr">
          <a:solidFill>
            <a:schemeClr val="tx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lumMod val="50000"/>
                </a:schemeClr>
              </a:solidFill>
            </a:rPr>
            <a:t>Operational Units </a:t>
          </a:r>
        </a:p>
      </dsp:txBody>
      <dsp:txXfrm>
        <a:off x="2513849" y="715459"/>
        <a:ext cx="1004133" cy="502066"/>
      </dsp:txXfrm>
    </dsp:sp>
    <dsp:sp modelId="{13D50533-7C53-4E47-B470-980AE5D16543}">
      <dsp:nvSpPr>
        <dsp:cNvPr id="0" name=""/>
        <dsp:cNvSpPr/>
      </dsp:nvSpPr>
      <dsp:spPr>
        <a:xfrm>
          <a:off x="2764882" y="1428394"/>
          <a:ext cx="1004133" cy="502066"/>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Hospital</a:t>
          </a:r>
        </a:p>
      </dsp:txBody>
      <dsp:txXfrm>
        <a:off x="2764882" y="1428394"/>
        <a:ext cx="1004133" cy="502066"/>
      </dsp:txXfrm>
    </dsp:sp>
    <dsp:sp modelId="{AEB4D19D-3272-469F-96B8-936B9F319E0A}">
      <dsp:nvSpPr>
        <dsp:cNvPr id="0" name=""/>
        <dsp:cNvSpPr/>
      </dsp:nvSpPr>
      <dsp:spPr>
        <a:xfrm>
          <a:off x="2764882" y="2141329"/>
          <a:ext cx="1004133" cy="502066"/>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Clinic</a:t>
          </a:r>
        </a:p>
      </dsp:txBody>
      <dsp:txXfrm>
        <a:off x="2764882" y="2141329"/>
        <a:ext cx="1004133" cy="502066"/>
      </dsp:txXfrm>
    </dsp:sp>
    <dsp:sp modelId="{6C5FBC73-4CE2-412A-AE51-099C5277EE53}">
      <dsp:nvSpPr>
        <dsp:cNvPr id="0" name=""/>
        <dsp:cNvSpPr/>
      </dsp:nvSpPr>
      <dsp:spPr>
        <a:xfrm>
          <a:off x="2764882" y="2854263"/>
          <a:ext cx="1004133" cy="502066"/>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Ambulatory</a:t>
          </a:r>
        </a:p>
      </dsp:txBody>
      <dsp:txXfrm>
        <a:off x="2764882" y="2854263"/>
        <a:ext cx="1004133" cy="502066"/>
      </dsp:txXfrm>
    </dsp:sp>
    <dsp:sp modelId="{FEC26DD7-01E5-4FFD-A1D5-31B7DBD41891}">
      <dsp:nvSpPr>
        <dsp:cNvPr id="0" name=""/>
        <dsp:cNvSpPr/>
      </dsp:nvSpPr>
      <dsp:spPr>
        <a:xfrm>
          <a:off x="2764882" y="3567198"/>
          <a:ext cx="1004133" cy="502066"/>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Lab</a:t>
          </a:r>
        </a:p>
      </dsp:txBody>
      <dsp:txXfrm>
        <a:off x="2764882" y="3567198"/>
        <a:ext cx="1004133" cy="502066"/>
      </dsp:txXfrm>
    </dsp:sp>
    <dsp:sp modelId="{426E5C81-15F1-433D-A20F-3FABE983C3F1}">
      <dsp:nvSpPr>
        <dsp:cNvPr id="0" name=""/>
        <dsp:cNvSpPr/>
      </dsp:nvSpPr>
      <dsp:spPr>
        <a:xfrm>
          <a:off x="2764882" y="4280133"/>
          <a:ext cx="1004133" cy="502066"/>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Pharmacies </a:t>
          </a:r>
        </a:p>
      </dsp:txBody>
      <dsp:txXfrm>
        <a:off x="2764882" y="4280133"/>
        <a:ext cx="1004133" cy="5020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rgbClr val="FFC000"/>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rgbClr val="FFC000"/>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rgbClr val="FFC000"/>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5BD1A2-E5C0-4E5F-891D-31F899ABEDC9}">
      <dsp:nvSpPr>
        <dsp:cNvPr id="0" name=""/>
        <dsp:cNvSpPr/>
      </dsp:nvSpPr>
      <dsp:spPr>
        <a:xfrm>
          <a:off x="0" y="0"/>
          <a:ext cx="3350314" cy="4784724"/>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3FFBFE-D3E5-48E7-96FC-5D5CA1DF3E07}">
      <dsp:nvSpPr>
        <dsp:cNvPr id="0" name=""/>
        <dsp:cNvSpPr/>
      </dsp:nvSpPr>
      <dsp:spPr>
        <a:xfrm>
          <a:off x="1675157" y="481042"/>
          <a:ext cx="2177704" cy="566317"/>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Minister (1)</a:t>
          </a:r>
        </a:p>
      </dsp:txBody>
      <dsp:txXfrm>
        <a:off x="1702802" y="508687"/>
        <a:ext cx="2122414" cy="511027"/>
      </dsp:txXfrm>
    </dsp:sp>
    <dsp:sp modelId="{009C4325-AAFE-4AF7-8F21-36F707BA1923}">
      <dsp:nvSpPr>
        <dsp:cNvPr id="0" name=""/>
        <dsp:cNvSpPr/>
      </dsp:nvSpPr>
      <dsp:spPr>
        <a:xfrm>
          <a:off x="1675157" y="1118149"/>
          <a:ext cx="2177704" cy="566317"/>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Regions (20) </a:t>
          </a:r>
        </a:p>
      </dsp:txBody>
      <dsp:txXfrm>
        <a:off x="1702802" y="1145794"/>
        <a:ext cx="2122414" cy="511027"/>
      </dsp:txXfrm>
    </dsp:sp>
    <dsp:sp modelId="{640254BE-51CB-4017-AC7A-A86ABF6D7553}">
      <dsp:nvSpPr>
        <dsp:cNvPr id="0" name=""/>
        <dsp:cNvSpPr/>
      </dsp:nvSpPr>
      <dsp:spPr>
        <a:xfrm>
          <a:off x="1675157" y="1755255"/>
          <a:ext cx="2177704" cy="566317"/>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Provinces (ca 100) </a:t>
          </a:r>
        </a:p>
      </dsp:txBody>
      <dsp:txXfrm>
        <a:off x="1702802" y="1782900"/>
        <a:ext cx="2122414" cy="511027"/>
      </dsp:txXfrm>
    </dsp:sp>
    <dsp:sp modelId="{57B17D30-ED6C-4588-A6C8-B34E648FA6C1}">
      <dsp:nvSpPr>
        <dsp:cNvPr id="0" name=""/>
        <dsp:cNvSpPr/>
      </dsp:nvSpPr>
      <dsp:spPr>
        <a:xfrm>
          <a:off x="1675157" y="2392362"/>
          <a:ext cx="2177704" cy="566317"/>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Hospitals  (1.000+)  </a:t>
          </a:r>
        </a:p>
      </dsp:txBody>
      <dsp:txXfrm>
        <a:off x="1702802" y="2420007"/>
        <a:ext cx="2122414" cy="511027"/>
      </dsp:txXfrm>
    </dsp:sp>
    <dsp:sp modelId="{BA186915-A617-476E-9461-43DE66EE3E3B}">
      <dsp:nvSpPr>
        <dsp:cNvPr id="0" name=""/>
        <dsp:cNvSpPr/>
      </dsp:nvSpPr>
      <dsp:spPr>
        <a:xfrm>
          <a:off x="1675157" y="3029469"/>
          <a:ext cx="2177704" cy="566317"/>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Labs (1.000 +)  </a:t>
          </a:r>
        </a:p>
      </dsp:txBody>
      <dsp:txXfrm>
        <a:off x="1702802" y="3057114"/>
        <a:ext cx="2122414" cy="511027"/>
      </dsp:txXfrm>
    </dsp:sp>
    <dsp:sp modelId="{609843D1-17F4-42B5-9A17-3B2B6660E66F}">
      <dsp:nvSpPr>
        <dsp:cNvPr id="0" name=""/>
        <dsp:cNvSpPr/>
      </dsp:nvSpPr>
      <dsp:spPr>
        <a:xfrm>
          <a:off x="1675157" y="3666575"/>
          <a:ext cx="2177704" cy="566317"/>
        </a:xfrm>
        <a:prstGeom prst="roundRect">
          <a:avLst/>
        </a:prstGeom>
        <a:solidFill>
          <a:schemeClr val="lt1">
            <a:alpha val="90000"/>
            <a:hueOff val="0"/>
            <a:satOff val="0"/>
            <a:lumOff val="0"/>
            <a:alphaOff val="0"/>
          </a:schemeClr>
        </a:solidFill>
        <a:ln w="25400" cap="flat" cmpd="sng" algn="ctr">
          <a:solidFill>
            <a:scrgbClr r="0" g="0" b="0"/>
          </a:solidFill>
          <a:prstDash val="lgDash"/>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GPs (30.000 + )</a:t>
          </a:r>
        </a:p>
      </dsp:txBody>
      <dsp:txXfrm>
        <a:off x="1702802" y="3694220"/>
        <a:ext cx="2122414" cy="51102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F841F5-174B-471C-AEDE-5668A397388E}">
      <dsp:nvSpPr>
        <dsp:cNvPr id="0" name=""/>
        <dsp:cNvSpPr/>
      </dsp:nvSpPr>
      <dsp:spPr>
        <a:xfrm>
          <a:off x="6302660" y="1336520"/>
          <a:ext cx="165587" cy="3642934"/>
        </a:xfrm>
        <a:custGeom>
          <a:avLst/>
          <a:gdLst/>
          <a:ahLst/>
          <a:cxnLst/>
          <a:rect l="0" t="0" r="0" b="0"/>
          <a:pathLst>
            <a:path>
              <a:moveTo>
                <a:pt x="0" y="0"/>
              </a:moveTo>
              <a:lnTo>
                <a:pt x="0" y="3642934"/>
              </a:lnTo>
              <a:lnTo>
                <a:pt x="165587" y="36429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86CCE2-5C16-4A2E-852B-86173D76597B}">
      <dsp:nvSpPr>
        <dsp:cNvPr id="0" name=""/>
        <dsp:cNvSpPr/>
      </dsp:nvSpPr>
      <dsp:spPr>
        <a:xfrm>
          <a:off x="6302660" y="1336520"/>
          <a:ext cx="165587" cy="2859151"/>
        </a:xfrm>
        <a:custGeom>
          <a:avLst/>
          <a:gdLst/>
          <a:ahLst/>
          <a:cxnLst/>
          <a:rect l="0" t="0" r="0" b="0"/>
          <a:pathLst>
            <a:path>
              <a:moveTo>
                <a:pt x="0" y="0"/>
              </a:moveTo>
              <a:lnTo>
                <a:pt x="0" y="2859151"/>
              </a:lnTo>
              <a:lnTo>
                <a:pt x="165587" y="285915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966E07-3D30-4B10-992E-4AA4C833BD05}">
      <dsp:nvSpPr>
        <dsp:cNvPr id="0" name=""/>
        <dsp:cNvSpPr/>
      </dsp:nvSpPr>
      <dsp:spPr>
        <a:xfrm>
          <a:off x="6302660" y="1336520"/>
          <a:ext cx="165587" cy="2075368"/>
        </a:xfrm>
        <a:custGeom>
          <a:avLst/>
          <a:gdLst/>
          <a:ahLst/>
          <a:cxnLst/>
          <a:rect l="0" t="0" r="0" b="0"/>
          <a:pathLst>
            <a:path>
              <a:moveTo>
                <a:pt x="0" y="0"/>
              </a:moveTo>
              <a:lnTo>
                <a:pt x="0" y="2075368"/>
              </a:lnTo>
              <a:lnTo>
                <a:pt x="165587" y="20753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A66FF1-9C84-46CC-B795-FFABA0D2D16B}">
      <dsp:nvSpPr>
        <dsp:cNvPr id="0" name=""/>
        <dsp:cNvSpPr/>
      </dsp:nvSpPr>
      <dsp:spPr>
        <a:xfrm>
          <a:off x="6302660" y="1336520"/>
          <a:ext cx="165587" cy="1291585"/>
        </a:xfrm>
        <a:custGeom>
          <a:avLst/>
          <a:gdLst/>
          <a:ahLst/>
          <a:cxnLst/>
          <a:rect l="0" t="0" r="0" b="0"/>
          <a:pathLst>
            <a:path>
              <a:moveTo>
                <a:pt x="0" y="0"/>
              </a:moveTo>
              <a:lnTo>
                <a:pt x="0" y="1291585"/>
              </a:lnTo>
              <a:lnTo>
                <a:pt x="165587" y="129158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B6E9B6-18DF-4ADA-B65D-86CC081D7920}">
      <dsp:nvSpPr>
        <dsp:cNvPr id="0" name=""/>
        <dsp:cNvSpPr/>
      </dsp:nvSpPr>
      <dsp:spPr>
        <a:xfrm>
          <a:off x="6302660" y="1336520"/>
          <a:ext cx="165587" cy="507802"/>
        </a:xfrm>
        <a:custGeom>
          <a:avLst/>
          <a:gdLst/>
          <a:ahLst/>
          <a:cxnLst/>
          <a:rect l="0" t="0" r="0" b="0"/>
          <a:pathLst>
            <a:path>
              <a:moveTo>
                <a:pt x="0" y="0"/>
              </a:moveTo>
              <a:lnTo>
                <a:pt x="0" y="507802"/>
              </a:lnTo>
              <a:lnTo>
                <a:pt x="165587" y="5078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097225-D869-4898-ACC5-0F67841FFB69}">
      <dsp:nvSpPr>
        <dsp:cNvPr id="0" name=""/>
        <dsp:cNvSpPr/>
      </dsp:nvSpPr>
      <dsp:spPr>
        <a:xfrm>
          <a:off x="3876797" y="552737"/>
          <a:ext cx="2867430" cy="231823"/>
        </a:xfrm>
        <a:custGeom>
          <a:avLst/>
          <a:gdLst/>
          <a:ahLst/>
          <a:cxnLst/>
          <a:rect l="0" t="0" r="0" b="0"/>
          <a:pathLst>
            <a:path>
              <a:moveTo>
                <a:pt x="0" y="0"/>
              </a:moveTo>
              <a:lnTo>
                <a:pt x="0" y="115911"/>
              </a:lnTo>
              <a:lnTo>
                <a:pt x="2867430" y="115911"/>
              </a:lnTo>
              <a:lnTo>
                <a:pt x="2867430" y="2318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00C45D-1B9B-45E8-AE34-C14EDDE96536}">
      <dsp:nvSpPr>
        <dsp:cNvPr id="0" name=""/>
        <dsp:cNvSpPr/>
      </dsp:nvSpPr>
      <dsp:spPr>
        <a:xfrm>
          <a:off x="4900682" y="1336520"/>
          <a:ext cx="115911" cy="2859151"/>
        </a:xfrm>
        <a:custGeom>
          <a:avLst/>
          <a:gdLst/>
          <a:ahLst/>
          <a:cxnLst/>
          <a:rect l="0" t="0" r="0" b="0"/>
          <a:pathLst>
            <a:path>
              <a:moveTo>
                <a:pt x="115911" y="0"/>
              </a:moveTo>
              <a:lnTo>
                <a:pt x="115911" y="2859151"/>
              </a:lnTo>
              <a:lnTo>
                <a:pt x="0" y="285915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6B15CD-854D-494F-BFD3-4DEF9FF0F899}">
      <dsp:nvSpPr>
        <dsp:cNvPr id="0" name=""/>
        <dsp:cNvSpPr/>
      </dsp:nvSpPr>
      <dsp:spPr>
        <a:xfrm>
          <a:off x="5016594" y="1336520"/>
          <a:ext cx="115911" cy="2075368"/>
        </a:xfrm>
        <a:custGeom>
          <a:avLst/>
          <a:gdLst/>
          <a:ahLst/>
          <a:cxnLst/>
          <a:rect l="0" t="0" r="0" b="0"/>
          <a:pathLst>
            <a:path>
              <a:moveTo>
                <a:pt x="0" y="0"/>
              </a:moveTo>
              <a:lnTo>
                <a:pt x="0" y="2075368"/>
              </a:lnTo>
              <a:lnTo>
                <a:pt x="115911" y="20753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CDEB6C-3130-4277-BA7B-B5E89125D17B}">
      <dsp:nvSpPr>
        <dsp:cNvPr id="0" name=""/>
        <dsp:cNvSpPr/>
      </dsp:nvSpPr>
      <dsp:spPr>
        <a:xfrm>
          <a:off x="4900682" y="1336520"/>
          <a:ext cx="115911" cy="2075368"/>
        </a:xfrm>
        <a:custGeom>
          <a:avLst/>
          <a:gdLst/>
          <a:ahLst/>
          <a:cxnLst/>
          <a:rect l="0" t="0" r="0" b="0"/>
          <a:pathLst>
            <a:path>
              <a:moveTo>
                <a:pt x="115911" y="0"/>
              </a:moveTo>
              <a:lnTo>
                <a:pt x="115911" y="2075368"/>
              </a:lnTo>
              <a:lnTo>
                <a:pt x="0" y="20753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C15F6F-9909-4CC0-AD80-35960171A60F}">
      <dsp:nvSpPr>
        <dsp:cNvPr id="0" name=""/>
        <dsp:cNvSpPr/>
      </dsp:nvSpPr>
      <dsp:spPr>
        <a:xfrm>
          <a:off x="5016594" y="1336520"/>
          <a:ext cx="115911" cy="1291585"/>
        </a:xfrm>
        <a:custGeom>
          <a:avLst/>
          <a:gdLst/>
          <a:ahLst/>
          <a:cxnLst/>
          <a:rect l="0" t="0" r="0" b="0"/>
          <a:pathLst>
            <a:path>
              <a:moveTo>
                <a:pt x="0" y="0"/>
              </a:moveTo>
              <a:lnTo>
                <a:pt x="0" y="1291585"/>
              </a:lnTo>
              <a:lnTo>
                <a:pt x="115911" y="129158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18BCD4-EF87-46CD-8FB6-A22262A4BCF9}">
      <dsp:nvSpPr>
        <dsp:cNvPr id="0" name=""/>
        <dsp:cNvSpPr/>
      </dsp:nvSpPr>
      <dsp:spPr>
        <a:xfrm>
          <a:off x="4900682" y="1336520"/>
          <a:ext cx="115911" cy="1291585"/>
        </a:xfrm>
        <a:custGeom>
          <a:avLst/>
          <a:gdLst/>
          <a:ahLst/>
          <a:cxnLst/>
          <a:rect l="0" t="0" r="0" b="0"/>
          <a:pathLst>
            <a:path>
              <a:moveTo>
                <a:pt x="115911" y="0"/>
              </a:moveTo>
              <a:lnTo>
                <a:pt x="115911" y="1291585"/>
              </a:lnTo>
              <a:lnTo>
                <a:pt x="0" y="129158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918C50-1579-4B22-B545-4615C4361CA7}">
      <dsp:nvSpPr>
        <dsp:cNvPr id="0" name=""/>
        <dsp:cNvSpPr/>
      </dsp:nvSpPr>
      <dsp:spPr>
        <a:xfrm>
          <a:off x="5016594" y="1336520"/>
          <a:ext cx="115911" cy="507802"/>
        </a:xfrm>
        <a:custGeom>
          <a:avLst/>
          <a:gdLst/>
          <a:ahLst/>
          <a:cxnLst/>
          <a:rect l="0" t="0" r="0" b="0"/>
          <a:pathLst>
            <a:path>
              <a:moveTo>
                <a:pt x="0" y="0"/>
              </a:moveTo>
              <a:lnTo>
                <a:pt x="0" y="507802"/>
              </a:lnTo>
              <a:lnTo>
                <a:pt x="115911" y="5078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2BA675-AE6E-4F43-8877-ECEEF5EF39FE}">
      <dsp:nvSpPr>
        <dsp:cNvPr id="0" name=""/>
        <dsp:cNvSpPr/>
      </dsp:nvSpPr>
      <dsp:spPr>
        <a:xfrm>
          <a:off x="4900682" y="1336520"/>
          <a:ext cx="115911" cy="507802"/>
        </a:xfrm>
        <a:custGeom>
          <a:avLst/>
          <a:gdLst/>
          <a:ahLst/>
          <a:cxnLst/>
          <a:rect l="0" t="0" r="0" b="0"/>
          <a:pathLst>
            <a:path>
              <a:moveTo>
                <a:pt x="115911" y="0"/>
              </a:moveTo>
              <a:lnTo>
                <a:pt x="115911" y="507802"/>
              </a:lnTo>
              <a:lnTo>
                <a:pt x="0" y="5078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1118DB-C98C-46E3-8F31-7B4AECAED02B}">
      <dsp:nvSpPr>
        <dsp:cNvPr id="0" name=""/>
        <dsp:cNvSpPr/>
      </dsp:nvSpPr>
      <dsp:spPr>
        <a:xfrm>
          <a:off x="3876797" y="552737"/>
          <a:ext cx="1139796" cy="231823"/>
        </a:xfrm>
        <a:custGeom>
          <a:avLst/>
          <a:gdLst/>
          <a:ahLst/>
          <a:cxnLst/>
          <a:rect l="0" t="0" r="0" b="0"/>
          <a:pathLst>
            <a:path>
              <a:moveTo>
                <a:pt x="0" y="0"/>
              </a:moveTo>
              <a:lnTo>
                <a:pt x="0" y="115911"/>
              </a:lnTo>
              <a:lnTo>
                <a:pt x="1139796" y="115911"/>
              </a:lnTo>
              <a:lnTo>
                <a:pt x="1139796" y="2318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75D590-2D19-46E8-9E44-660C747CDD84}">
      <dsp:nvSpPr>
        <dsp:cNvPr id="0" name=""/>
        <dsp:cNvSpPr/>
      </dsp:nvSpPr>
      <dsp:spPr>
        <a:xfrm>
          <a:off x="2345109" y="1336520"/>
          <a:ext cx="115911" cy="2075368"/>
        </a:xfrm>
        <a:custGeom>
          <a:avLst/>
          <a:gdLst/>
          <a:ahLst/>
          <a:cxnLst/>
          <a:rect l="0" t="0" r="0" b="0"/>
          <a:pathLst>
            <a:path>
              <a:moveTo>
                <a:pt x="0" y="0"/>
              </a:moveTo>
              <a:lnTo>
                <a:pt x="0" y="2075368"/>
              </a:lnTo>
              <a:lnTo>
                <a:pt x="115911" y="20753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FC690-3EA4-46E5-884F-BCF0745F2508}">
      <dsp:nvSpPr>
        <dsp:cNvPr id="0" name=""/>
        <dsp:cNvSpPr/>
      </dsp:nvSpPr>
      <dsp:spPr>
        <a:xfrm>
          <a:off x="2229197" y="1336520"/>
          <a:ext cx="115911" cy="2075368"/>
        </a:xfrm>
        <a:custGeom>
          <a:avLst/>
          <a:gdLst/>
          <a:ahLst/>
          <a:cxnLst/>
          <a:rect l="0" t="0" r="0" b="0"/>
          <a:pathLst>
            <a:path>
              <a:moveTo>
                <a:pt x="115911" y="0"/>
              </a:moveTo>
              <a:lnTo>
                <a:pt x="115911" y="2075368"/>
              </a:lnTo>
              <a:lnTo>
                <a:pt x="0" y="20753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A1C9F2-8ABB-4EC9-AF04-A87B079C7556}">
      <dsp:nvSpPr>
        <dsp:cNvPr id="0" name=""/>
        <dsp:cNvSpPr/>
      </dsp:nvSpPr>
      <dsp:spPr>
        <a:xfrm>
          <a:off x="2345109" y="1336520"/>
          <a:ext cx="115911" cy="1291585"/>
        </a:xfrm>
        <a:custGeom>
          <a:avLst/>
          <a:gdLst/>
          <a:ahLst/>
          <a:cxnLst/>
          <a:rect l="0" t="0" r="0" b="0"/>
          <a:pathLst>
            <a:path>
              <a:moveTo>
                <a:pt x="0" y="0"/>
              </a:moveTo>
              <a:lnTo>
                <a:pt x="0" y="1291585"/>
              </a:lnTo>
              <a:lnTo>
                <a:pt x="115911" y="129158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AA34E5-225A-4B72-B593-B4753FC7FE88}">
      <dsp:nvSpPr>
        <dsp:cNvPr id="0" name=""/>
        <dsp:cNvSpPr/>
      </dsp:nvSpPr>
      <dsp:spPr>
        <a:xfrm>
          <a:off x="2229197" y="1336520"/>
          <a:ext cx="115911" cy="1291585"/>
        </a:xfrm>
        <a:custGeom>
          <a:avLst/>
          <a:gdLst/>
          <a:ahLst/>
          <a:cxnLst/>
          <a:rect l="0" t="0" r="0" b="0"/>
          <a:pathLst>
            <a:path>
              <a:moveTo>
                <a:pt x="115911" y="0"/>
              </a:moveTo>
              <a:lnTo>
                <a:pt x="115911" y="1291585"/>
              </a:lnTo>
              <a:lnTo>
                <a:pt x="0" y="129158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5559BC-311B-4682-B06F-B4E7C4CA4428}">
      <dsp:nvSpPr>
        <dsp:cNvPr id="0" name=""/>
        <dsp:cNvSpPr/>
      </dsp:nvSpPr>
      <dsp:spPr>
        <a:xfrm>
          <a:off x="2345109" y="1336520"/>
          <a:ext cx="115911" cy="507802"/>
        </a:xfrm>
        <a:custGeom>
          <a:avLst/>
          <a:gdLst/>
          <a:ahLst/>
          <a:cxnLst/>
          <a:rect l="0" t="0" r="0" b="0"/>
          <a:pathLst>
            <a:path>
              <a:moveTo>
                <a:pt x="0" y="0"/>
              </a:moveTo>
              <a:lnTo>
                <a:pt x="0" y="507802"/>
              </a:lnTo>
              <a:lnTo>
                <a:pt x="115911" y="5078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0FD6F3-18D8-454C-9C6C-FC76280460DD}">
      <dsp:nvSpPr>
        <dsp:cNvPr id="0" name=""/>
        <dsp:cNvSpPr/>
      </dsp:nvSpPr>
      <dsp:spPr>
        <a:xfrm>
          <a:off x="2229197" y="1336520"/>
          <a:ext cx="115911" cy="507802"/>
        </a:xfrm>
        <a:custGeom>
          <a:avLst/>
          <a:gdLst/>
          <a:ahLst/>
          <a:cxnLst/>
          <a:rect l="0" t="0" r="0" b="0"/>
          <a:pathLst>
            <a:path>
              <a:moveTo>
                <a:pt x="115911" y="0"/>
              </a:moveTo>
              <a:lnTo>
                <a:pt x="115911" y="507802"/>
              </a:lnTo>
              <a:lnTo>
                <a:pt x="0" y="5078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65F671-8A60-4B10-A553-299C82653B73}">
      <dsp:nvSpPr>
        <dsp:cNvPr id="0" name=""/>
        <dsp:cNvSpPr/>
      </dsp:nvSpPr>
      <dsp:spPr>
        <a:xfrm>
          <a:off x="2345109" y="552737"/>
          <a:ext cx="1531688" cy="231823"/>
        </a:xfrm>
        <a:custGeom>
          <a:avLst/>
          <a:gdLst/>
          <a:ahLst/>
          <a:cxnLst/>
          <a:rect l="0" t="0" r="0" b="0"/>
          <a:pathLst>
            <a:path>
              <a:moveTo>
                <a:pt x="1531688" y="0"/>
              </a:moveTo>
              <a:lnTo>
                <a:pt x="1531688" y="115911"/>
              </a:lnTo>
              <a:lnTo>
                <a:pt x="0" y="115911"/>
              </a:lnTo>
              <a:lnTo>
                <a:pt x="0" y="2318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C63F59-A114-43CF-91C4-DF58BD48075A}">
      <dsp:nvSpPr>
        <dsp:cNvPr id="0" name=""/>
        <dsp:cNvSpPr/>
      </dsp:nvSpPr>
      <dsp:spPr>
        <a:xfrm>
          <a:off x="1009366" y="552737"/>
          <a:ext cx="2867430" cy="231823"/>
        </a:xfrm>
        <a:custGeom>
          <a:avLst/>
          <a:gdLst/>
          <a:ahLst/>
          <a:cxnLst/>
          <a:rect l="0" t="0" r="0" b="0"/>
          <a:pathLst>
            <a:path>
              <a:moveTo>
                <a:pt x="2867430" y="0"/>
              </a:moveTo>
              <a:lnTo>
                <a:pt x="2867430" y="115911"/>
              </a:lnTo>
              <a:lnTo>
                <a:pt x="0" y="115911"/>
              </a:lnTo>
              <a:lnTo>
                <a:pt x="0" y="2318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DEF9FF-762E-410F-978B-D767058C1432}">
      <dsp:nvSpPr>
        <dsp:cNvPr id="0" name=""/>
        <dsp:cNvSpPr/>
      </dsp:nvSpPr>
      <dsp:spPr>
        <a:xfrm>
          <a:off x="3324837" y="777"/>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EPR /EHR</a:t>
          </a:r>
        </a:p>
      </dsp:txBody>
      <dsp:txXfrm>
        <a:off x="3324837" y="777"/>
        <a:ext cx="1103919" cy="551959"/>
      </dsp:txXfrm>
    </dsp:sp>
    <dsp:sp modelId="{9A2E9A83-DC1C-4856-A5F4-F4BD6542BBDC}">
      <dsp:nvSpPr>
        <dsp:cNvPr id="0" name=""/>
        <dsp:cNvSpPr/>
      </dsp:nvSpPr>
      <dsp:spPr>
        <a:xfrm>
          <a:off x="457406" y="784560"/>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Identification and administrative patient data</a:t>
          </a:r>
        </a:p>
      </dsp:txBody>
      <dsp:txXfrm>
        <a:off x="457406" y="784560"/>
        <a:ext cx="1103919" cy="551959"/>
      </dsp:txXfrm>
    </dsp:sp>
    <dsp:sp modelId="{6BFF7836-3A5D-4466-8691-9D1F290F411F}">
      <dsp:nvSpPr>
        <dsp:cNvPr id="0" name=""/>
        <dsp:cNvSpPr/>
      </dsp:nvSpPr>
      <dsp:spPr>
        <a:xfrm>
          <a:off x="1793149" y="784560"/>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Reports</a:t>
          </a:r>
        </a:p>
      </dsp:txBody>
      <dsp:txXfrm>
        <a:off x="1793149" y="784560"/>
        <a:ext cx="1103919" cy="551959"/>
      </dsp:txXfrm>
    </dsp:sp>
    <dsp:sp modelId="{D572552E-0D9E-4CCE-B55C-FEB746B71F04}">
      <dsp:nvSpPr>
        <dsp:cNvPr id="0" name=""/>
        <dsp:cNvSpPr/>
      </dsp:nvSpPr>
      <dsp:spPr>
        <a:xfrm>
          <a:off x="1125278" y="1568343"/>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Laboratory reports</a:t>
          </a:r>
        </a:p>
      </dsp:txBody>
      <dsp:txXfrm>
        <a:off x="1125278" y="1568343"/>
        <a:ext cx="1103919" cy="551959"/>
      </dsp:txXfrm>
    </dsp:sp>
    <dsp:sp modelId="{4E40564F-9231-4E9C-ADCB-CEE148783C9C}">
      <dsp:nvSpPr>
        <dsp:cNvPr id="0" name=""/>
        <dsp:cNvSpPr/>
      </dsp:nvSpPr>
      <dsp:spPr>
        <a:xfrm>
          <a:off x="2461020" y="1568343"/>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Radiology reports</a:t>
          </a:r>
        </a:p>
      </dsp:txBody>
      <dsp:txXfrm>
        <a:off x="2461020" y="1568343"/>
        <a:ext cx="1103919" cy="551959"/>
      </dsp:txXfrm>
    </dsp:sp>
    <dsp:sp modelId="{BCA4DE12-B39A-4B66-A172-5FCE1C527CD1}">
      <dsp:nvSpPr>
        <dsp:cNvPr id="0" name=""/>
        <dsp:cNvSpPr/>
      </dsp:nvSpPr>
      <dsp:spPr>
        <a:xfrm>
          <a:off x="1125278" y="2352126"/>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Specialist outpatient reports</a:t>
          </a:r>
        </a:p>
      </dsp:txBody>
      <dsp:txXfrm>
        <a:off x="1125278" y="2352126"/>
        <a:ext cx="1103919" cy="551959"/>
      </dsp:txXfrm>
    </dsp:sp>
    <dsp:sp modelId="{69E7555A-9EEB-4E61-BA45-123E10737BC2}">
      <dsp:nvSpPr>
        <dsp:cNvPr id="0" name=""/>
        <dsp:cNvSpPr/>
      </dsp:nvSpPr>
      <dsp:spPr>
        <a:xfrm>
          <a:off x="2461020" y="2352126"/>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Pathological anatomy reports</a:t>
          </a:r>
        </a:p>
      </dsp:txBody>
      <dsp:txXfrm>
        <a:off x="2461020" y="2352126"/>
        <a:ext cx="1103919" cy="551959"/>
      </dsp:txXfrm>
    </dsp:sp>
    <dsp:sp modelId="{8F2884B6-09F4-4C91-9EC1-8F8754ED2A7B}">
      <dsp:nvSpPr>
        <dsp:cNvPr id="0" name=""/>
        <dsp:cNvSpPr/>
      </dsp:nvSpPr>
      <dsp:spPr>
        <a:xfrm>
          <a:off x="1125278" y="3135908"/>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Emergency Room Reports</a:t>
          </a:r>
        </a:p>
      </dsp:txBody>
      <dsp:txXfrm>
        <a:off x="1125278" y="3135908"/>
        <a:ext cx="1103919" cy="551959"/>
      </dsp:txXfrm>
    </dsp:sp>
    <dsp:sp modelId="{B70CB09B-DA62-4E01-AE4F-3DCDB129E66B}">
      <dsp:nvSpPr>
        <dsp:cNvPr id="0" name=""/>
        <dsp:cNvSpPr/>
      </dsp:nvSpPr>
      <dsp:spPr>
        <a:xfrm>
          <a:off x="2461020" y="3135908"/>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Hospital discharge letters</a:t>
          </a:r>
        </a:p>
      </dsp:txBody>
      <dsp:txXfrm>
        <a:off x="2461020" y="3135908"/>
        <a:ext cx="1103919" cy="551959"/>
      </dsp:txXfrm>
    </dsp:sp>
    <dsp:sp modelId="{1ECD135F-C308-4097-A30B-0CEC99CD8FBD}">
      <dsp:nvSpPr>
        <dsp:cNvPr id="0" name=""/>
        <dsp:cNvSpPr/>
      </dsp:nvSpPr>
      <dsp:spPr>
        <a:xfrm>
          <a:off x="4464634" y="784560"/>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Prescriptions</a:t>
          </a:r>
        </a:p>
      </dsp:txBody>
      <dsp:txXfrm>
        <a:off x="4464634" y="784560"/>
        <a:ext cx="1103919" cy="551959"/>
      </dsp:txXfrm>
    </dsp:sp>
    <dsp:sp modelId="{E93BC0C2-BBC6-4F72-AFAC-E1833EDB0C45}">
      <dsp:nvSpPr>
        <dsp:cNvPr id="0" name=""/>
        <dsp:cNvSpPr/>
      </dsp:nvSpPr>
      <dsp:spPr>
        <a:xfrm>
          <a:off x="3796763" y="1568343"/>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Pharmaceutical prescriptions</a:t>
          </a:r>
        </a:p>
      </dsp:txBody>
      <dsp:txXfrm>
        <a:off x="3796763" y="1568343"/>
        <a:ext cx="1103919" cy="551959"/>
      </dsp:txXfrm>
    </dsp:sp>
    <dsp:sp modelId="{AACBF60E-0FE7-4EA8-B670-3B224EB90137}">
      <dsp:nvSpPr>
        <dsp:cNvPr id="0" name=""/>
        <dsp:cNvSpPr/>
      </dsp:nvSpPr>
      <dsp:spPr>
        <a:xfrm>
          <a:off x="5132506" y="1568343"/>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Specialist prescriptions</a:t>
          </a:r>
        </a:p>
      </dsp:txBody>
      <dsp:txXfrm>
        <a:off x="5132506" y="1568343"/>
        <a:ext cx="1103919" cy="551959"/>
      </dsp:txXfrm>
    </dsp:sp>
    <dsp:sp modelId="{CBAFA14D-2EEB-492F-AACE-325D57548F16}">
      <dsp:nvSpPr>
        <dsp:cNvPr id="0" name=""/>
        <dsp:cNvSpPr/>
      </dsp:nvSpPr>
      <dsp:spPr>
        <a:xfrm>
          <a:off x="3796763" y="2352126"/>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Medical records</a:t>
          </a:r>
        </a:p>
      </dsp:txBody>
      <dsp:txXfrm>
        <a:off x="3796763" y="2352126"/>
        <a:ext cx="1103919" cy="551959"/>
      </dsp:txXfrm>
    </dsp:sp>
    <dsp:sp modelId="{CA4DB846-4B6B-499F-81BB-9B7B9244C4BA}">
      <dsp:nvSpPr>
        <dsp:cNvPr id="0" name=""/>
        <dsp:cNvSpPr/>
      </dsp:nvSpPr>
      <dsp:spPr>
        <a:xfrm>
          <a:off x="5132506" y="2352126"/>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Provision of drugs paid or not by NHS </a:t>
          </a:r>
        </a:p>
      </dsp:txBody>
      <dsp:txXfrm>
        <a:off x="5132506" y="2352126"/>
        <a:ext cx="1103919" cy="551959"/>
      </dsp:txXfrm>
    </dsp:sp>
    <dsp:sp modelId="{707BAC45-DC1F-4E47-ABE6-2C1A41AC5116}">
      <dsp:nvSpPr>
        <dsp:cNvPr id="0" name=""/>
        <dsp:cNvSpPr/>
      </dsp:nvSpPr>
      <dsp:spPr>
        <a:xfrm>
          <a:off x="3796763" y="3135908"/>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Single vaccination cards</a:t>
          </a:r>
        </a:p>
      </dsp:txBody>
      <dsp:txXfrm>
        <a:off x="3796763" y="3135908"/>
        <a:ext cx="1103919" cy="551959"/>
      </dsp:txXfrm>
    </dsp:sp>
    <dsp:sp modelId="{1195A04B-AA63-4C45-B830-7DDA97BB2C13}">
      <dsp:nvSpPr>
        <dsp:cNvPr id="0" name=""/>
        <dsp:cNvSpPr/>
      </dsp:nvSpPr>
      <dsp:spPr>
        <a:xfrm>
          <a:off x="5132506" y="3135908"/>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Vaccination certificates</a:t>
          </a:r>
        </a:p>
      </dsp:txBody>
      <dsp:txXfrm>
        <a:off x="5132506" y="3135908"/>
        <a:ext cx="1103919" cy="551959"/>
      </dsp:txXfrm>
    </dsp:sp>
    <dsp:sp modelId="{4E53E19E-229E-4DB3-9562-45C92FB19DF5}">
      <dsp:nvSpPr>
        <dsp:cNvPr id="0" name=""/>
        <dsp:cNvSpPr/>
      </dsp:nvSpPr>
      <dsp:spPr>
        <a:xfrm>
          <a:off x="3796763" y="3919691"/>
          <a:ext cx="1103919" cy="5519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Provision of specialist assistance services</a:t>
          </a:r>
        </a:p>
      </dsp:txBody>
      <dsp:txXfrm>
        <a:off x="3796763" y="3919691"/>
        <a:ext cx="1103919" cy="551959"/>
      </dsp:txXfrm>
    </dsp:sp>
    <dsp:sp modelId="{66AF2393-EF3D-4271-9D6F-B6C4639C53A5}">
      <dsp:nvSpPr>
        <dsp:cNvPr id="0" name=""/>
        <dsp:cNvSpPr/>
      </dsp:nvSpPr>
      <dsp:spPr>
        <a:xfrm>
          <a:off x="6192268" y="784560"/>
          <a:ext cx="1103919" cy="551959"/>
        </a:xfrm>
        <a:prstGeom prst="rect">
          <a:avLst/>
        </a:prstGeom>
        <a:solidFill>
          <a:srgbClr val="FFCC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Additions</a:t>
          </a:r>
        </a:p>
      </dsp:txBody>
      <dsp:txXfrm>
        <a:off x="6192268" y="784560"/>
        <a:ext cx="1103919" cy="551959"/>
      </dsp:txXfrm>
    </dsp:sp>
    <dsp:sp modelId="{178ED13E-DC1A-454E-A853-AF6651B4BF0F}">
      <dsp:nvSpPr>
        <dsp:cNvPr id="0" name=""/>
        <dsp:cNvSpPr/>
      </dsp:nvSpPr>
      <dsp:spPr>
        <a:xfrm>
          <a:off x="6468248" y="1568343"/>
          <a:ext cx="1103919" cy="551959"/>
        </a:xfrm>
        <a:prstGeom prst="rect">
          <a:avLst/>
        </a:prstGeom>
        <a:solidFill>
          <a:srgbClr val="FFCC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Patient Summary</a:t>
          </a:r>
        </a:p>
      </dsp:txBody>
      <dsp:txXfrm>
        <a:off x="6468248" y="1568343"/>
        <a:ext cx="1103919" cy="551959"/>
      </dsp:txXfrm>
    </dsp:sp>
    <dsp:sp modelId="{2DFFA526-9E48-4DCA-A8CD-8BBD4B6DAAE3}">
      <dsp:nvSpPr>
        <dsp:cNvPr id="0" name=""/>
        <dsp:cNvSpPr/>
      </dsp:nvSpPr>
      <dsp:spPr>
        <a:xfrm>
          <a:off x="6468248" y="2352126"/>
          <a:ext cx="1103919" cy="551959"/>
        </a:xfrm>
        <a:prstGeom prst="rect">
          <a:avLst/>
        </a:prstGeom>
        <a:solidFill>
          <a:srgbClr val="FFCC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Personal health record</a:t>
          </a:r>
        </a:p>
      </dsp:txBody>
      <dsp:txXfrm>
        <a:off x="6468248" y="2352126"/>
        <a:ext cx="1103919" cy="551959"/>
      </dsp:txXfrm>
    </dsp:sp>
    <dsp:sp modelId="{3B5E4DEC-546E-47E4-8D3B-2BBB221AB9BF}">
      <dsp:nvSpPr>
        <dsp:cNvPr id="0" name=""/>
        <dsp:cNvSpPr/>
      </dsp:nvSpPr>
      <dsp:spPr>
        <a:xfrm>
          <a:off x="6468248" y="3135908"/>
          <a:ext cx="1103919" cy="551959"/>
        </a:xfrm>
        <a:prstGeom prst="rect">
          <a:avLst/>
        </a:prstGeom>
        <a:solidFill>
          <a:srgbClr val="FFCC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Facility bearer card</a:t>
          </a:r>
        </a:p>
      </dsp:txBody>
      <dsp:txXfrm>
        <a:off x="6468248" y="3135908"/>
        <a:ext cx="1103919" cy="551959"/>
      </dsp:txXfrm>
    </dsp:sp>
    <dsp:sp modelId="{BAF6F5DF-7EF1-4991-8130-B4B42488E204}">
      <dsp:nvSpPr>
        <dsp:cNvPr id="0" name=""/>
        <dsp:cNvSpPr/>
      </dsp:nvSpPr>
      <dsp:spPr>
        <a:xfrm>
          <a:off x="6468248" y="3919691"/>
          <a:ext cx="1103919" cy="551959"/>
        </a:xfrm>
        <a:prstGeom prst="rect">
          <a:avLst/>
        </a:prstGeom>
        <a:solidFill>
          <a:srgbClr val="FFCC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err="1">
              <a:solidFill>
                <a:schemeClr val="tx1"/>
              </a:solidFill>
            </a:rPr>
            <a:t>nvitations</a:t>
          </a:r>
          <a:r>
            <a:rPr lang="en-US" sz="1000" kern="1200" noProof="0" dirty="0">
              <a:solidFill>
                <a:schemeClr val="tx1"/>
              </a:solidFill>
            </a:rPr>
            <a:t> for screening, vaccination or other prevention</a:t>
          </a:r>
        </a:p>
      </dsp:txBody>
      <dsp:txXfrm>
        <a:off x="6468248" y="3919691"/>
        <a:ext cx="1103919" cy="551959"/>
      </dsp:txXfrm>
    </dsp:sp>
    <dsp:sp modelId="{7A245237-F7E6-4944-8B24-B154483008ED}">
      <dsp:nvSpPr>
        <dsp:cNvPr id="0" name=""/>
        <dsp:cNvSpPr/>
      </dsp:nvSpPr>
      <dsp:spPr>
        <a:xfrm>
          <a:off x="6468248" y="4703474"/>
          <a:ext cx="1103919" cy="551959"/>
        </a:xfrm>
        <a:prstGeom prst="rect">
          <a:avLst/>
        </a:prstGeom>
        <a:solidFill>
          <a:srgbClr val="FFCC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Patient notebook</a:t>
          </a:r>
        </a:p>
      </dsp:txBody>
      <dsp:txXfrm>
        <a:off x="6468248" y="4703474"/>
        <a:ext cx="1103919" cy="55195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00C45D-1B9B-45E8-AE34-C14EDDE96536}">
      <dsp:nvSpPr>
        <dsp:cNvPr id="0" name=""/>
        <dsp:cNvSpPr/>
      </dsp:nvSpPr>
      <dsp:spPr>
        <a:xfrm>
          <a:off x="5839299" y="1571639"/>
          <a:ext cx="136109" cy="3357361"/>
        </a:xfrm>
        <a:custGeom>
          <a:avLst/>
          <a:gdLst/>
          <a:ahLst/>
          <a:cxnLst/>
          <a:rect l="0" t="0" r="0" b="0"/>
          <a:pathLst>
            <a:path>
              <a:moveTo>
                <a:pt x="136109" y="0"/>
              </a:moveTo>
              <a:lnTo>
                <a:pt x="136109" y="3357361"/>
              </a:lnTo>
              <a:lnTo>
                <a:pt x="0" y="335736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6B15CD-854D-494F-BFD3-4DEF9FF0F899}">
      <dsp:nvSpPr>
        <dsp:cNvPr id="0" name=""/>
        <dsp:cNvSpPr/>
      </dsp:nvSpPr>
      <dsp:spPr>
        <a:xfrm>
          <a:off x="5975408" y="1571639"/>
          <a:ext cx="136109" cy="2437003"/>
        </a:xfrm>
        <a:custGeom>
          <a:avLst/>
          <a:gdLst/>
          <a:ahLst/>
          <a:cxnLst/>
          <a:rect l="0" t="0" r="0" b="0"/>
          <a:pathLst>
            <a:path>
              <a:moveTo>
                <a:pt x="0" y="0"/>
              </a:moveTo>
              <a:lnTo>
                <a:pt x="0" y="2437003"/>
              </a:lnTo>
              <a:lnTo>
                <a:pt x="136109" y="243700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CDEB6C-3130-4277-BA7B-B5E89125D17B}">
      <dsp:nvSpPr>
        <dsp:cNvPr id="0" name=""/>
        <dsp:cNvSpPr/>
      </dsp:nvSpPr>
      <dsp:spPr>
        <a:xfrm>
          <a:off x="5839299" y="1571639"/>
          <a:ext cx="136109" cy="2437003"/>
        </a:xfrm>
        <a:custGeom>
          <a:avLst/>
          <a:gdLst/>
          <a:ahLst/>
          <a:cxnLst/>
          <a:rect l="0" t="0" r="0" b="0"/>
          <a:pathLst>
            <a:path>
              <a:moveTo>
                <a:pt x="136109" y="0"/>
              </a:moveTo>
              <a:lnTo>
                <a:pt x="136109" y="2437003"/>
              </a:lnTo>
              <a:lnTo>
                <a:pt x="0" y="243700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C15F6F-9909-4CC0-AD80-35960171A60F}">
      <dsp:nvSpPr>
        <dsp:cNvPr id="0" name=""/>
        <dsp:cNvSpPr/>
      </dsp:nvSpPr>
      <dsp:spPr>
        <a:xfrm>
          <a:off x="5975408" y="1571639"/>
          <a:ext cx="136109" cy="1516645"/>
        </a:xfrm>
        <a:custGeom>
          <a:avLst/>
          <a:gdLst/>
          <a:ahLst/>
          <a:cxnLst/>
          <a:rect l="0" t="0" r="0" b="0"/>
          <a:pathLst>
            <a:path>
              <a:moveTo>
                <a:pt x="0" y="0"/>
              </a:moveTo>
              <a:lnTo>
                <a:pt x="0" y="1516645"/>
              </a:lnTo>
              <a:lnTo>
                <a:pt x="136109" y="15166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18BCD4-EF87-46CD-8FB6-A22262A4BCF9}">
      <dsp:nvSpPr>
        <dsp:cNvPr id="0" name=""/>
        <dsp:cNvSpPr/>
      </dsp:nvSpPr>
      <dsp:spPr>
        <a:xfrm>
          <a:off x="5839299" y="1571639"/>
          <a:ext cx="136109" cy="1516645"/>
        </a:xfrm>
        <a:custGeom>
          <a:avLst/>
          <a:gdLst/>
          <a:ahLst/>
          <a:cxnLst/>
          <a:rect l="0" t="0" r="0" b="0"/>
          <a:pathLst>
            <a:path>
              <a:moveTo>
                <a:pt x="136109" y="0"/>
              </a:moveTo>
              <a:lnTo>
                <a:pt x="136109" y="1516645"/>
              </a:lnTo>
              <a:lnTo>
                <a:pt x="0" y="15166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918C50-1579-4B22-B545-4615C4361CA7}">
      <dsp:nvSpPr>
        <dsp:cNvPr id="0" name=""/>
        <dsp:cNvSpPr/>
      </dsp:nvSpPr>
      <dsp:spPr>
        <a:xfrm>
          <a:off x="5975408" y="1571639"/>
          <a:ext cx="136109" cy="596288"/>
        </a:xfrm>
        <a:custGeom>
          <a:avLst/>
          <a:gdLst/>
          <a:ahLst/>
          <a:cxnLst/>
          <a:rect l="0" t="0" r="0" b="0"/>
          <a:pathLst>
            <a:path>
              <a:moveTo>
                <a:pt x="0" y="0"/>
              </a:moveTo>
              <a:lnTo>
                <a:pt x="0" y="596288"/>
              </a:lnTo>
              <a:lnTo>
                <a:pt x="136109" y="59628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2BA675-AE6E-4F43-8877-ECEEF5EF39FE}">
      <dsp:nvSpPr>
        <dsp:cNvPr id="0" name=""/>
        <dsp:cNvSpPr/>
      </dsp:nvSpPr>
      <dsp:spPr>
        <a:xfrm>
          <a:off x="5839299" y="1571639"/>
          <a:ext cx="136109" cy="596288"/>
        </a:xfrm>
        <a:custGeom>
          <a:avLst/>
          <a:gdLst/>
          <a:ahLst/>
          <a:cxnLst/>
          <a:rect l="0" t="0" r="0" b="0"/>
          <a:pathLst>
            <a:path>
              <a:moveTo>
                <a:pt x="136109" y="0"/>
              </a:moveTo>
              <a:lnTo>
                <a:pt x="136109" y="596288"/>
              </a:lnTo>
              <a:lnTo>
                <a:pt x="0" y="59628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1118DB-C98C-46E3-8F31-7B4AECAED02B}">
      <dsp:nvSpPr>
        <dsp:cNvPr id="0" name=""/>
        <dsp:cNvSpPr/>
      </dsp:nvSpPr>
      <dsp:spPr>
        <a:xfrm>
          <a:off x="3622663" y="651281"/>
          <a:ext cx="2352745" cy="272218"/>
        </a:xfrm>
        <a:custGeom>
          <a:avLst/>
          <a:gdLst/>
          <a:ahLst/>
          <a:cxnLst/>
          <a:rect l="0" t="0" r="0" b="0"/>
          <a:pathLst>
            <a:path>
              <a:moveTo>
                <a:pt x="0" y="0"/>
              </a:moveTo>
              <a:lnTo>
                <a:pt x="0" y="136109"/>
              </a:lnTo>
              <a:lnTo>
                <a:pt x="2352745" y="136109"/>
              </a:lnTo>
              <a:lnTo>
                <a:pt x="2352745" y="2722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75D590-2D19-46E8-9E44-660C747CDD84}">
      <dsp:nvSpPr>
        <dsp:cNvPr id="0" name=""/>
        <dsp:cNvSpPr/>
      </dsp:nvSpPr>
      <dsp:spPr>
        <a:xfrm>
          <a:off x="2838414" y="1571639"/>
          <a:ext cx="136109" cy="2437003"/>
        </a:xfrm>
        <a:custGeom>
          <a:avLst/>
          <a:gdLst/>
          <a:ahLst/>
          <a:cxnLst/>
          <a:rect l="0" t="0" r="0" b="0"/>
          <a:pathLst>
            <a:path>
              <a:moveTo>
                <a:pt x="0" y="0"/>
              </a:moveTo>
              <a:lnTo>
                <a:pt x="0" y="2437003"/>
              </a:lnTo>
              <a:lnTo>
                <a:pt x="136109" y="243700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FC690-3EA4-46E5-884F-BCF0745F2508}">
      <dsp:nvSpPr>
        <dsp:cNvPr id="0" name=""/>
        <dsp:cNvSpPr/>
      </dsp:nvSpPr>
      <dsp:spPr>
        <a:xfrm>
          <a:off x="2702305" y="1571639"/>
          <a:ext cx="136109" cy="2437003"/>
        </a:xfrm>
        <a:custGeom>
          <a:avLst/>
          <a:gdLst/>
          <a:ahLst/>
          <a:cxnLst/>
          <a:rect l="0" t="0" r="0" b="0"/>
          <a:pathLst>
            <a:path>
              <a:moveTo>
                <a:pt x="136109" y="0"/>
              </a:moveTo>
              <a:lnTo>
                <a:pt x="136109" y="2437003"/>
              </a:lnTo>
              <a:lnTo>
                <a:pt x="0" y="243700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A1C9F2-8ABB-4EC9-AF04-A87B079C7556}">
      <dsp:nvSpPr>
        <dsp:cNvPr id="0" name=""/>
        <dsp:cNvSpPr/>
      </dsp:nvSpPr>
      <dsp:spPr>
        <a:xfrm>
          <a:off x="2838414" y="1571639"/>
          <a:ext cx="136109" cy="1516645"/>
        </a:xfrm>
        <a:custGeom>
          <a:avLst/>
          <a:gdLst/>
          <a:ahLst/>
          <a:cxnLst/>
          <a:rect l="0" t="0" r="0" b="0"/>
          <a:pathLst>
            <a:path>
              <a:moveTo>
                <a:pt x="0" y="0"/>
              </a:moveTo>
              <a:lnTo>
                <a:pt x="0" y="1516645"/>
              </a:lnTo>
              <a:lnTo>
                <a:pt x="136109" y="15166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AA34E5-225A-4B72-B593-B4753FC7FE88}">
      <dsp:nvSpPr>
        <dsp:cNvPr id="0" name=""/>
        <dsp:cNvSpPr/>
      </dsp:nvSpPr>
      <dsp:spPr>
        <a:xfrm>
          <a:off x="2702305" y="1571639"/>
          <a:ext cx="136109" cy="1516645"/>
        </a:xfrm>
        <a:custGeom>
          <a:avLst/>
          <a:gdLst/>
          <a:ahLst/>
          <a:cxnLst/>
          <a:rect l="0" t="0" r="0" b="0"/>
          <a:pathLst>
            <a:path>
              <a:moveTo>
                <a:pt x="136109" y="0"/>
              </a:moveTo>
              <a:lnTo>
                <a:pt x="136109" y="1516645"/>
              </a:lnTo>
              <a:lnTo>
                <a:pt x="0" y="15166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5559BC-311B-4682-B06F-B4E7C4CA4428}">
      <dsp:nvSpPr>
        <dsp:cNvPr id="0" name=""/>
        <dsp:cNvSpPr/>
      </dsp:nvSpPr>
      <dsp:spPr>
        <a:xfrm>
          <a:off x="2838414" y="1571639"/>
          <a:ext cx="136109" cy="596288"/>
        </a:xfrm>
        <a:custGeom>
          <a:avLst/>
          <a:gdLst/>
          <a:ahLst/>
          <a:cxnLst/>
          <a:rect l="0" t="0" r="0" b="0"/>
          <a:pathLst>
            <a:path>
              <a:moveTo>
                <a:pt x="0" y="0"/>
              </a:moveTo>
              <a:lnTo>
                <a:pt x="0" y="596288"/>
              </a:lnTo>
              <a:lnTo>
                <a:pt x="136109" y="59628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0FD6F3-18D8-454C-9C6C-FC76280460DD}">
      <dsp:nvSpPr>
        <dsp:cNvPr id="0" name=""/>
        <dsp:cNvSpPr/>
      </dsp:nvSpPr>
      <dsp:spPr>
        <a:xfrm>
          <a:off x="2702305" y="1571639"/>
          <a:ext cx="136109" cy="596288"/>
        </a:xfrm>
        <a:custGeom>
          <a:avLst/>
          <a:gdLst/>
          <a:ahLst/>
          <a:cxnLst/>
          <a:rect l="0" t="0" r="0" b="0"/>
          <a:pathLst>
            <a:path>
              <a:moveTo>
                <a:pt x="136109" y="0"/>
              </a:moveTo>
              <a:lnTo>
                <a:pt x="136109" y="596288"/>
              </a:lnTo>
              <a:lnTo>
                <a:pt x="0" y="59628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65F671-8A60-4B10-A553-299C82653B73}">
      <dsp:nvSpPr>
        <dsp:cNvPr id="0" name=""/>
        <dsp:cNvSpPr/>
      </dsp:nvSpPr>
      <dsp:spPr>
        <a:xfrm>
          <a:off x="2838414" y="651281"/>
          <a:ext cx="784248" cy="272218"/>
        </a:xfrm>
        <a:custGeom>
          <a:avLst/>
          <a:gdLst/>
          <a:ahLst/>
          <a:cxnLst/>
          <a:rect l="0" t="0" r="0" b="0"/>
          <a:pathLst>
            <a:path>
              <a:moveTo>
                <a:pt x="784248" y="0"/>
              </a:moveTo>
              <a:lnTo>
                <a:pt x="784248" y="136109"/>
              </a:lnTo>
              <a:lnTo>
                <a:pt x="0" y="136109"/>
              </a:lnTo>
              <a:lnTo>
                <a:pt x="0" y="2722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C63F59-A114-43CF-91C4-DF58BD48075A}">
      <dsp:nvSpPr>
        <dsp:cNvPr id="0" name=""/>
        <dsp:cNvSpPr/>
      </dsp:nvSpPr>
      <dsp:spPr>
        <a:xfrm>
          <a:off x="1269917" y="651281"/>
          <a:ext cx="2352745" cy="272218"/>
        </a:xfrm>
        <a:custGeom>
          <a:avLst/>
          <a:gdLst/>
          <a:ahLst/>
          <a:cxnLst/>
          <a:rect l="0" t="0" r="0" b="0"/>
          <a:pathLst>
            <a:path>
              <a:moveTo>
                <a:pt x="2352745" y="0"/>
              </a:moveTo>
              <a:lnTo>
                <a:pt x="2352745" y="136109"/>
              </a:lnTo>
              <a:lnTo>
                <a:pt x="0" y="136109"/>
              </a:lnTo>
              <a:lnTo>
                <a:pt x="0" y="2722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DEF9FF-762E-410F-978B-D767058C1432}">
      <dsp:nvSpPr>
        <dsp:cNvPr id="0" name=""/>
        <dsp:cNvSpPr/>
      </dsp:nvSpPr>
      <dsp:spPr>
        <a:xfrm>
          <a:off x="2974524" y="3142"/>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EPR /EHR</a:t>
          </a:r>
        </a:p>
      </dsp:txBody>
      <dsp:txXfrm>
        <a:off x="2974524" y="3142"/>
        <a:ext cx="1296278" cy="648139"/>
      </dsp:txXfrm>
    </dsp:sp>
    <dsp:sp modelId="{9A2E9A83-DC1C-4856-A5F4-F4BD6542BBDC}">
      <dsp:nvSpPr>
        <dsp:cNvPr id="0" name=""/>
        <dsp:cNvSpPr/>
      </dsp:nvSpPr>
      <dsp:spPr>
        <a:xfrm>
          <a:off x="621778" y="923499"/>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Identification and administrative patient data</a:t>
          </a:r>
        </a:p>
      </dsp:txBody>
      <dsp:txXfrm>
        <a:off x="621778" y="923499"/>
        <a:ext cx="1296278" cy="648139"/>
      </dsp:txXfrm>
    </dsp:sp>
    <dsp:sp modelId="{6BFF7836-3A5D-4466-8691-9D1F290F411F}">
      <dsp:nvSpPr>
        <dsp:cNvPr id="0" name=""/>
        <dsp:cNvSpPr/>
      </dsp:nvSpPr>
      <dsp:spPr>
        <a:xfrm>
          <a:off x="2190275" y="923499"/>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Reports</a:t>
          </a:r>
        </a:p>
      </dsp:txBody>
      <dsp:txXfrm>
        <a:off x="2190275" y="923499"/>
        <a:ext cx="1296278" cy="648139"/>
      </dsp:txXfrm>
    </dsp:sp>
    <dsp:sp modelId="{D572552E-0D9E-4CCE-B55C-FEB746B71F04}">
      <dsp:nvSpPr>
        <dsp:cNvPr id="0" name=""/>
        <dsp:cNvSpPr/>
      </dsp:nvSpPr>
      <dsp:spPr>
        <a:xfrm>
          <a:off x="1406027" y="1843857"/>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Laboratory reports</a:t>
          </a:r>
        </a:p>
      </dsp:txBody>
      <dsp:txXfrm>
        <a:off x="1406027" y="1843857"/>
        <a:ext cx="1296278" cy="648139"/>
      </dsp:txXfrm>
    </dsp:sp>
    <dsp:sp modelId="{4E40564F-9231-4E9C-ADCB-CEE148783C9C}">
      <dsp:nvSpPr>
        <dsp:cNvPr id="0" name=""/>
        <dsp:cNvSpPr/>
      </dsp:nvSpPr>
      <dsp:spPr>
        <a:xfrm>
          <a:off x="2974524" y="1843857"/>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Radiology reports</a:t>
          </a:r>
        </a:p>
      </dsp:txBody>
      <dsp:txXfrm>
        <a:off x="2974524" y="1843857"/>
        <a:ext cx="1296278" cy="648139"/>
      </dsp:txXfrm>
    </dsp:sp>
    <dsp:sp modelId="{BCA4DE12-B39A-4B66-A172-5FCE1C527CD1}">
      <dsp:nvSpPr>
        <dsp:cNvPr id="0" name=""/>
        <dsp:cNvSpPr/>
      </dsp:nvSpPr>
      <dsp:spPr>
        <a:xfrm>
          <a:off x="1406027" y="2764215"/>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Specialist outpatient reports</a:t>
          </a:r>
        </a:p>
      </dsp:txBody>
      <dsp:txXfrm>
        <a:off x="1406027" y="2764215"/>
        <a:ext cx="1296278" cy="648139"/>
      </dsp:txXfrm>
    </dsp:sp>
    <dsp:sp modelId="{69E7555A-9EEB-4E61-BA45-123E10737BC2}">
      <dsp:nvSpPr>
        <dsp:cNvPr id="0" name=""/>
        <dsp:cNvSpPr/>
      </dsp:nvSpPr>
      <dsp:spPr>
        <a:xfrm>
          <a:off x="2974524" y="2764215"/>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Pathological anatomy reports</a:t>
          </a:r>
        </a:p>
      </dsp:txBody>
      <dsp:txXfrm>
        <a:off x="2974524" y="2764215"/>
        <a:ext cx="1296278" cy="648139"/>
      </dsp:txXfrm>
    </dsp:sp>
    <dsp:sp modelId="{8F2884B6-09F4-4C91-9EC1-8F8754ED2A7B}">
      <dsp:nvSpPr>
        <dsp:cNvPr id="0" name=""/>
        <dsp:cNvSpPr/>
      </dsp:nvSpPr>
      <dsp:spPr>
        <a:xfrm>
          <a:off x="1406027" y="3684572"/>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Emergency Room Reports</a:t>
          </a:r>
        </a:p>
      </dsp:txBody>
      <dsp:txXfrm>
        <a:off x="1406027" y="3684572"/>
        <a:ext cx="1296278" cy="648139"/>
      </dsp:txXfrm>
    </dsp:sp>
    <dsp:sp modelId="{B70CB09B-DA62-4E01-AE4F-3DCDB129E66B}">
      <dsp:nvSpPr>
        <dsp:cNvPr id="0" name=""/>
        <dsp:cNvSpPr/>
      </dsp:nvSpPr>
      <dsp:spPr>
        <a:xfrm>
          <a:off x="2974524" y="3684572"/>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Hospital discharge letters</a:t>
          </a:r>
        </a:p>
      </dsp:txBody>
      <dsp:txXfrm>
        <a:off x="2974524" y="3684572"/>
        <a:ext cx="1296278" cy="648139"/>
      </dsp:txXfrm>
    </dsp:sp>
    <dsp:sp modelId="{1ECD135F-C308-4097-A30B-0CEC99CD8FBD}">
      <dsp:nvSpPr>
        <dsp:cNvPr id="0" name=""/>
        <dsp:cNvSpPr/>
      </dsp:nvSpPr>
      <dsp:spPr>
        <a:xfrm>
          <a:off x="5327269" y="923499"/>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Prescriptions</a:t>
          </a:r>
        </a:p>
      </dsp:txBody>
      <dsp:txXfrm>
        <a:off x="5327269" y="923499"/>
        <a:ext cx="1296278" cy="648139"/>
      </dsp:txXfrm>
    </dsp:sp>
    <dsp:sp modelId="{E93BC0C2-BBC6-4F72-AFAC-E1833EDB0C45}">
      <dsp:nvSpPr>
        <dsp:cNvPr id="0" name=""/>
        <dsp:cNvSpPr/>
      </dsp:nvSpPr>
      <dsp:spPr>
        <a:xfrm>
          <a:off x="4543020" y="1843857"/>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Pharmaceutical prescriptions</a:t>
          </a:r>
        </a:p>
      </dsp:txBody>
      <dsp:txXfrm>
        <a:off x="4543020" y="1843857"/>
        <a:ext cx="1296278" cy="648139"/>
      </dsp:txXfrm>
    </dsp:sp>
    <dsp:sp modelId="{AACBF60E-0FE7-4EA8-B670-3B224EB90137}">
      <dsp:nvSpPr>
        <dsp:cNvPr id="0" name=""/>
        <dsp:cNvSpPr/>
      </dsp:nvSpPr>
      <dsp:spPr>
        <a:xfrm>
          <a:off x="6111517" y="1843857"/>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Specialist prescriptions</a:t>
          </a:r>
        </a:p>
      </dsp:txBody>
      <dsp:txXfrm>
        <a:off x="6111517" y="1843857"/>
        <a:ext cx="1296278" cy="648139"/>
      </dsp:txXfrm>
    </dsp:sp>
    <dsp:sp modelId="{CBAFA14D-2EEB-492F-AACE-325D57548F16}">
      <dsp:nvSpPr>
        <dsp:cNvPr id="0" name=""/>
        <dsp:cNvSpPr/>
      </dsp:nvSpPr>
      <dsp:spPr>
        <a:xfrm>
          <a:off x="4543020" y="2764215"/>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Medical records</a:t>
          </a:r>
        </a:p>
      </dsp:txBody>
      <dsp:txXfrm>
        <a:off x="4543020" y="2764215"/>
        <a:ext cx="1296278" cy="648139"/>
      </dsp:txXfrm>
    </dsp:sp>
    <dsp:sp modelId="{CA4DB846-4B6B-499F-81BB-9B7B9244C4BA}">
      <dsp:nvSpPr>
        <dsp:cNvPr id="0" name=""/>
        <dsp:cNvSpPr/>
      </dsp:nvSpPr>
      <dsp:spPr>
        <a:xfrm>
          <a:off x="6111517" y="2764215"/>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Provision of drugs paid or not by NHS </a:t>
          </a:r>
        </a:p>
      </dsp:txBody>
      <dsp:txXfrm>
        <a:off x="6111517" y="2764215"/>
        <a:ext cx="1296278" cy="648139"/>
      </dsp:txXfrm>
    </dsp:sp>
    <dsp:sp modelId="{707BAC45-DC1F-4E47-ABE6-2C1A41AC5116}">
      <dsp:nvSpPr>
        <dsp:cNvPr id="0" name=""/>
        <dsp:cNvSpPr/>
      </dsp:nvSpPr>
      <dsp:spPr>
        <a:xfrm>
          <a:off x="4543020" y="3684572"/>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Single vaccination cards</a:t>
          </a:r>
        </a:p>
      </dsp:txBody>
      <dsp:txXfrm>
        <a:off x="4543020" y="3684572"/>
        <a:ext cx="1296278" cy="648139"/>
      </dsp:txXfrm>
    </dsp:sp>
    <dsp:sp modelId="{1195A04B-AA63-4C45-B830-7DDA97BB2C13}">
      <dsp:nvSpPr>
        <dsp:cNvPr id="0" name=""/>
        <dsp:cNvSpPr/>
      </dsp:nvSpPr>
      <dsp:spPr>
        <a:xfrm>
          <a:off x="6111517" y="3684572"/>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Vaccination certificates</a:t>
          </a:r>
        </a:p>
      </dsp:txBody>
      <dsp:txXfrm>
        <a:off x="6111517" y="3684572"/>
        <a:ext cx="1296278" cy="648139"/>
      </dsp:txXfrm>
    </dsp:sp>
    <dsp:sp modelId="{4E53E19E-229E-4DB3-9562-45C92FB19DF5}">
      <dsp:nvSpPr>
        <dsp:cNvPr id="0" name=""/>
        <dsp:cNvSpPr/>
      </dsp:nvSpPr>
      <dsp:spPr>
        <a:xfrm>
          <a:off x="4543020" y="4604930"/>
          <a:ext cx="1296278" cy="6481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noProof="0" dirty="0"/>
            <a:t>Provision of specialist assistance services</a:t>
          </a:r>
        </a:p>
      </dsp:txBody>
      <dsp:txXfrm>
        <a:off x="4543020" y="4604930"/>
        <a:ext cx="1296278" cy="64813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A6AE90-F5DF-4706-B446-DB9A2FB9BE87}">
      <dsp:nvSpPr>
        <dsp:cNvPr id="0" name=""/>
        <dsp:cNvSpPr/>
      </dsp:nvSpPr>
      <dsp:spPr>
        <a:xfrm>
          <a:off x="6209847" y="2455460"/>
          <a:ext cx="172645" cy="756350"/>
        </a:xfrm>
        <a:custGeom>
          <a:avLst/>
          <a:gdLst/>
          <a:ahLst/>
          <a:cxnLst/>
          <a:rect l="0" t="0" r="0" b="0"/>
          <a:pathLst>
            <a:path>
              <a:moveTo>
                <a:pt x="0" y="0"/>
              </a:moveTo>
              <a:lnTo>
                <a:pt x="0" y="756350"/>
              </a:lnTo>
              <a:lnTo>
                <a:pt x="172645" y="75635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AFE238-C44F-42EC-845F-71C0ADC4F8B9}">
      <dsp:nvSpPr>
        <dsp:cNvPr id="0" name=""/>
        <dsp:cNvSpPr/>
      </dsp:nvSpPr>
      <dsp:spPr>
        <a:xfrm>
          <a:off x="6037202" y="2455460"/>
          <a:ext cx="172645" cy="756350"/>
        </a:xfrm>
        <a:custGeom>
          <a:avLst/>
          <a:gdLst/>
          <a:ahLst/>
          <a:cxnLst/>
          <a:rect l="0" t="0" r="0" b="0"/>
          <a:pathLst>
            <a:path>
              <a:moveTo>
                <a:pt x="172645" y="0"/>
              </a:moveTo>
              <a:lnTo>
                <a:pt x="172645" y="756350"/>
              </a:lnTo>
              <a:lnTo>
                <a:pt x="0" y="75635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256A84-4F9B-4BBF-9951-EDEB6A163FE6}">
      <dsp:nvSpPr>
        <dsp:cNvPr id="0" name=""/>
        <dsp:cNvSpPr/>
      </dsp:nvSpPr>
      <dsp:spPr>
        <a:xfrm>
          <a:off x="3517404" y="1288050"/>
          <a:ext cx="2692442" cy="345290"/>
        </a:xfrm>
        <a:custGeom>
          <a:avLst/>
          <a:gdLst/>
          <a:ahLst/>
          <a:cxnLst/>
          <a:rect l="0" t="0" r="0" b="0"/>
          <a:pathLst>
            <a:path>
              <a:moveTo>
                <a:pt x="0" y="0"/>
              </a:moveTo>
              <a:lnTo>
                <a:pt x="0" y="172645"/>
              </a:lnTo>
              <a:lnTo>
                <a:pt x="2692442" y="172645"/>
              </a:lnTo>
              <a:lnTo>
                <a:pt x="2692442" y="34529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A23DA9-3C35-4485-90E8-FF9405584401}">
      <dsp:nvSpPr>
        <dsp:cNvPr id="0" name=""/>
        <dsp:cNvSpPr/>
      </dsp:nvSpPr>
      <dsp:spPr>
        <a:xfrm>
          <a:off x="2156796" y="2455460"/>
          <a:ext cx="246635" cy="1923760"/>
        </a:xfrm>
        <a:custGeom>
          <a:avLst/>
          <a:gdLst/>
          <a:ahLst/>
          <a:cxnLst/>
          <a:rect l="0" t="0" r="0" b="0"/>
          <a:pathLst>
            <a:path>
              <a:moveTo>
                <a:pt x="0" y="0"/>
              </a:moveTo>
              <a:lnTo>
                <a:pt x="0" y="1923760"/>
              </a:lnTo>
              <a:lnTo>
                <a:pt x="246635" y="192376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904B0F-A9D6-444D-B90F-10E389BA1D81}">
      <dsp:nvSpPr>
        <dsp:cNvPr id="0" name=""/>
        <dsp:cNvSpPr/>
      </dsp:nvSpPr>
      <dsp:spPr>
        <a:xfrm>
          <a:off x="2156796" y="2455460"/>
          <a:ext cx="246635" cy="756350"/>
        </a:xfrm>
        <a:custGeom>
          <a:avLst/>
          <a:gdLst/>
          <a:ahLst/>
          <a:cxnLst/>
          <a:rect l="0" t="0" r="0" b="0"/>
          <a:pathLst>
            <a:path>
              <a:moveTo>
                <a:pt x="0" y="0"/>
              </a:moveTo>
              <a:lnTo>
                <a:pt x="0" y="756350"/>
              </a:lnTo>
              <a:lnTo>
                <a:pt x="246635" y="75635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DDA6F2-3863-41EE-8B16-48B09D68B028}">
      <dsp:nvSpPr>
        <dsp:cNvPr id="0" name=""/>
        <dsp:cNvSpPr/>
      </dsp:nvSpPr>
      <dsp:spPr>
        <a:xfrm>
          <a:off x="2814492" y="1288050"/>
          <a:ext cx="702912" cy="345290"/>
        </a:xfrm>
        <a:custGeom>
          <a:avLst/>
          <a:gdLst/>
          <a:ahLst/>
          <a:cxnLst/>
          <a:rect l="0" t="0" r="0" b="0"/>
          <a:pathLst>
            <a:path>
              <a:moveTo>
                <a:pt x="702912" y="0"/>
              </a:moveTo>
              <a:lnTo>
                <a:pt x="702912" y="172645"/>
              </a:lnTo>
              <a:lnTo>
                <a:pt x="0" y="172645"/>
              </a:lnTo>
              <a:lnTo>
                <a:pt x="0" y="34529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F0000F-52C4-4D12-BCA9-C1727556E166}">
      <dsp:nvSpPr>
        <dsp:cNvPr id="0" name=""/>
        <dsp:cNvSpPr/>
      </dsp:nvSpPr>
      <dsp:spPr>
        <a:xfrm>
          <a:off x="167266" y="2455460"/>
          <a:ext cx="246635" cy="756350"/>
        </a:xfrm>
        <a:custGeom>
          <a:avLst/>
          <a:gdLst/>
          <a:ahLst/>
          <a:cxnLst/>
          <a:rect l="0" t="0" r="0" b="0"/>
          <a:pathLst>
            <a:path>
              <a:moveTo>
                <a:pt x="0" y="0"/>
              </a:moveTo>
              <a:lnTo>
                <a:pt x="0" y="756350"/>
              </a:lnTo>
              <a:lnTo>
                <a:pt x="246635" y="75635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CDBD1F-3506-4595-99F8-DC26E29DE955}">
      <dsp:nvSpPr>
        <dsp:cNvPr id="0" name=""/>
        <dsp:cNvSpPr/>
      </dsp:nvSpPr>
      <dsp:spPr>
        <a:xfrm>
          <a:off x="824962" y="1288050"/>
          <a:ext cx="2692442" cy="345290"/>
        </a:xfrm>
        <a:custGeom>
          <a:avLst/>
          <a:gdLst/>
          <a:ahLst/>
          <a:cxnLst/>
          <a:rect l="0" t="0" r="0" b="0"/>
          <a:pathLst>
            <a:path>
              <a:moveTo>
                <a:pt x="2692442" y="0"/>
              </a:moveTo>
              <a:lnTo>
                <a:pt x="2692442" y="172645"/>
              </a:lnTo>
              <a:lnTo>
                <a:pt x="0" y="172645"/>
              </a:lnTo>
              <a:lnTo>
                <a:pt x="0" y="34529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DEF9FF-762E-410F-978B-D767058C1432}">
      <dsp:nvSpPr>
        <dsp:cNvPr id="0" name=""/>
        <dsp:cNvSpPr/>
      </dsp:nvSpPr>
      <dsp:spPr>
        <a:xfrm>
          <a:off x="2695285" y="465930"/>
          <a:ext cx="1644239" cy="8221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EPR /EHR</a:t>
          </a:r>
        </a:p>
      </dsp:txBody>
      <dsp:txXfrm>
        <a:off x="2695285" y="465930"/>
        <a:ext cx="1644239" cy="822119"/>
      </dsp:txXfrm>
    </dsp:sp>
    <dsp:sp modelId="{EE093B7D-87F5-4968-9948-00698301C948}">
      <dsp:nvSpPr>
        <dsp:cNvPr id="0" name=""/>
        <dsp:cNvSpPr/>
      </dsp:nvSpPr>
      <dsp:spPr>
        <a:xfrm>
          <a:off x="2842" y="1633340"/>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GP</a:t>
          </a:r>
        </a:p>
      </dsp:txBody>
      <dsp:txXfrm>
        <a:off x="2842" y="1633340"/>
        <a:ext cx="1644239" cy="822119"/>
      </dsp:txXfrm>
    </dsp:sp>
    <dsp:sp modelId="{0E419B94-6D8E-4200-8372-90582F937211}">
      <dsp:nvSpPr>
        <dsp:cNvPr id="0" name=""/>
        <dsp:cNvSpPr/>
      </dsp:nvSpPr>
      <dsp:spPr>
        <a:xfrm>
          <a:off x="413902" y="2800751"/>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a:solidFill>
                <a:schemeClr val="tx1"/>
              </a:solidFill>
            </a:rPr>
            <a:t>Patient Summary</a:t>
          </a:r>
          <a:endParaRPr lang="en-US" sz="1300" kern="1200" noProof="0" dirty="0">
            <a:solidFill>
              <a:schemeClr val="tx1"/>
            </a:solidFill>
          </a:endParaRPr>
        </a:p>
      </dsp:txBody>
      <dsp:txXfrm>
        <a:off x="413902" y="2800751"/>
        <a:ext cx="1644239" cy="822119"/>
      </dsp:txXfrm>
    </dsp:sp>
    <dsp:sp modelId="{46C1EB12-99D1-454B-A4D4-A9FA6E78FF21}">
      <dsp:nvSpPr>
        <dsp:cNvPr id="0" name=""/>
        <dsp:cNvSpPr/>
      </dsp:nvSpPr>
      <dsp:spPr>
        <a:xfrm>
          <a:off x="1992372" y="1633340"/>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Patient</a:t>
          </a:r>
        </a:p>
      </dsp:txBody>
      <dsp:txXfrm>
        <a:off x="1992372" y="1633340"/>
        <a:ext cx="1644239" cy="822119"/>
      </dsp:txXfrm>
    </dsp:sp>
    <dsp:sp modelId="{B29D170B-A64E-4E2E-B035-D51C60A8657C}">
      <dsp:nvSpPr>
        <dsp:cNvPr id="0" name=""/>
        <dsp:cNvSpPr/>
      </dsp:nvSpPr>
      <dsp:spPr>
        <a:xfrm>
          <a:off x="2403432" y="2800751"/>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a:solidFill>
                <a:schemeClr val="tx1"/>
              </a:solidFill>
            </a:rPr>
            <a:t>Patient notebook</a:t>
          </a:r>
          <a:endParaRPr lang="en-US" sz="1300" kern="1200" noProof="0" dirty="0">
            <a:solidFill>
              <a:schemeClr val="tx1"/>
            </a:solidFill>
          </a:endParaRPr>
        </a:p>
      </dsp:txBody>
      <dsp:txXfrm>
        <a:off x="2403432" y="2800751"/>
        <a:ext cx="1644239" cy="822119"/>
      </dsp:txXfrm>
    </dsp:sp>
    <dsp:sp modelId="{FCD09F2D-7064-4DB6-B006-D76F109BAB2E}">
      <dsp:nvSpPr>
        <dsp:cNvPr id="0" name=""/>
        <dsp:cNvSpPr/>
      </dsp:nvSpPr>
      <dsp:spPr>
        <a:xfrm>
          <a:off x="2403432" y="3968161"/>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Personal health record</a:t>
          </a:r>
        </a:p>
      </dsp:txBody>
      <dsp:txXfrm>
        <a:off x="2403432" y="3968161"/>
        <a:ext cx="1644239" cy="822119"/>
      </dsp:txXfrm>
    </dsp:sp>
    <dsp:sp modelId="{E22C6535-503B-4121-AD9C-789C32744D0B}">
      <dsp:nvSpPr>
        <dsp:cNvPr id="0" name=""/>
        <dsp:cNvSpPr/>
      </dsp:nvSpPr>
      <dsp:spPr>
        <a:xfrm>
          <a:off x="5387727" y="1633340"/>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Other</a:t>
          </a:r>
        </a:p>
      </dsp:txBody>
      <dsp:txXfrm>
        <a:off x="5387727" y="1633340"/>
        <a:ext cx="1644239" cy="822119"/>
      </dsp:txXfrm>
    </dsp:sp>
    <dsp:sp modelId="{3B5E4DEC-546E-47E4-8D3B-2BBB221AB9BF}">
      <dsp:nvSpPr>
        <dsp:cNvPr id="0" name=""/>
        <dsp:cNvSpPr/>
      </dsp:nvSpPr>
      <dsp:spPr>
        <a:xfrm>
          <a:off x="4392962" y="2800751"/>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Facility bearer card</a:t>
          </a:r>
        </a:p>
      </dsp:txBody>
      <dsp:txXfrm>
        <a:off x="4392962" y="2800751"/>
        <a:ext cx="1644239" cy="822119"/>
      </dsp:txXfrm>
    </dsp:sp>
    <dsp:sp modelId="{BAF6F5DF-7EF1-4991-8130-B4B42488E204}">
      <dsp:nvSpPr>
        <dsp:cNvPr id="0" name=""/>
        <dsp:cNvSpPr/>
      </dsp:nvSpPr>
      <dsp:spPr>
        <a:xfrm>
          <a:off x="6382492" y="2800751"/>
          <a:ext cx="1644239" cy="822119"/>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invitations for screening, vaccination or other prevention paths</a:t>
          </a:r>
        </a:p>
      </dsp:txBody>
      <dsp:txXfrm>
        <a:off x="6382492" y="2800751"/>
        <a:ext cx="1644239" cy="82211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636"/>
          <a:ext cx="863228" cy="861914"/>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45" y="29881"/>
        <a:ext cx="812738" cy="811424"/>
      </dsp:txXfrm>
    </dsp:sp>
    <dsp:sp modelId="{A0EC5BFB-F60A-432B-A161-F8DF09EF85B5}">
      <dsp:nvSpPr>
        <dsp:cNvPr id="0" name=""/>
        <dsp:cNvSpPr/>
      </dsp:nvSpPr>
      <dsp:spPr>
        <a:xfrm rot="5400000">
          <a:off x="270005" y="888098"/>
          <a:ext cx="323217"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920420"/>
        <a:ext cx="232717" cy="226252"/>
      </dsp:txXfrm>
    </dsp:sp>
    <dsp:sp modelId="{45839B18-39B6-4B91-BDC3-D7A076E9A2D9}">
      <dsp:nvSpPr>
        <dsp:cNvPr id="0" name=""/>
        <dsp:cNvSpPr/>
      </dsp:nvSpPr>
      <dsp:spPr>
        <a:xfrm>
          <a:off x="0" y="1297507"/>
          <a:ext cx="863228" cy="861914"/>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45" y="1322752"/>
        <a:ext cx="812738" cy="811424"/>
      </dsp:txXfrm>
    </dsp:sp>
    <dsp:sp modelId="{ABD5E5A8-9CCD-45C0-B7FC-09A077538439}">
      <dsp:nvSpPr>
        <dsp:cNvPr id="0" name=""/>
        <dsp:cNvSpPr/>
      </dsp:nvSpPr>
      <dsp:spPr>
        <a:xfrm rot="5400000">
          <a:off x="270999" y="2179644"/>
          <a:ext cx="321229"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2212960"/>
        <a:ext cx="232717" cy="224860"/>
      </dsp:txXfrm>
    </dsp:sp>
    <dsp:sp modelId="{C6705BF2-1A94-4AB4-988B-97EFB242FE35}">
      <dsp:nvSpPr>
        <dsp:cNvPr id="0" name=""/>
        <dsp:cNvSpPr/>
      </dsp:nvSpPr>
      <dsp:spPr>
        <a:xfrm>
          <a:off x="0" y="2587728"/>
          <a:ext cx="863228" cy="861914"/>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45" y="2612973"/>
        <a:ext cx="812738" cy="811424"/>
      </dsp:txXfrm>
    </dsp:sp>
    <dsp:sp modelId="{8C326D8F-8259-498B-B1DF-82458836633F}">
      <dsp:nvSpPr>
        <dsp:cNvPr id="0" name=""/>
        <dsp:cNvSpPr/>
      </dsp:nvSpPr>
      <dsp:spPr>
        <a:xfrm rot="5400000">
          <a:off x="269011" y="3472515"/>
          <a:ext cx="325205" cy="38786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15256" y="3503843"/>
        <a:ext cx="232717" cy="227644"/>
      </dsp:txXfrm>
    </dsp:sp>
    <dsp:sp modelId="{008C98B4-5405-4DC4-B9D3-2C65003A485E}">
      <dsp:nvSpPr>
        <dsp:cNvPr id="0" name=""/>
        <dsp:cNvSpPr/>
      </dsp:nvSpPr>
      <dsp:spPr>
        <a:xfrm>
          <a:off x="0" y="3883249"/>
          <a:ext cx="863228" cy="86191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45" y="3908494"/>
        <a:ext cx="812738" cy="81142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986"/>
          <a:ext cx="983432" cy="926953"/>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7150" y="32136"/>
        <a:ext cx="929132" cy="872653"/>
      </dsp:txXfrm>
    </dsp:sp>
    <dsp:sp modelId="{A0EC5BFB-F60A-432B-A161-F8DF09EF85B5}">
      <dsp:nvSpPr>
        <dsp:cNvPr id="0" name=""/>
        <dsp:cNvSpPr/>
      </dsp:nvSpPr>
      <dsp:spPr>
        <a:xfrm rot="5400000">
          <a:off x="317912" y="95511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989872"/>
        <a:ext cx="250276" cy="243325"/>
      </dsp:txXfrm>
    </dsp:sp>
    <dsp:sp modelId="{45839B18-39B6-4B91-BDC3-D7A076E9A2D9}">
      <dsp:nvSpPr>
        <dsp:cNvPr id="0" name=""/>
        <dsp:cNvSpPr/>
      </dsp:nvSpPr>
      <dsp:spPr>
        <a:xfrm>
          <a:off x="0" y="1395415"/>
          <a:ext cx="983432" cy="926953"/>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7150" y="1422565"/>
        <a:ext cx="929132" cy="872653"/>
      </dsp:txXfrm>
    </dsp:sp>
    <dsp:sp modelId="{ABD5E5A8-9CCD-45C0-B7FC-09A077538439}">
      <dsp:nvSpPr>
        <dsp:cNvPr id="0" name=""/>
        <dsp:cNvSpPr/>
      </dsp:nvSpPr>
      <dsp:spPr>
        <a:xfrm rot="5400000">
          <a:off x="317912" y="234554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2380302"/>
        <a:ext cx="250276" cy="243325"/>
      </dsp:txXfrm>
    </dsp:sp>
    <dsp:sp modelId="{C6705BF2-1A94-4AB4-988B-97EFB242FE35}">
      <dsp:nvSpPr>
        <dsp:cNvPr id="0" name=""/>
        <dsp:cNvSpPr/>
      </dsp:nvSpPr>
      <dsp:spPr>
        <a:xfrm>
          <a:off x="0" y="2785845"/>
          <a:ext cx="983432" cy="926953"/>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7150" y="2812995"/>
        <a:ext cx="929132" cy="872653"/>
      </dsp:txXfrm>
    </dsp:sp>
    <dsp:sp modelId="{8C326D8F-8259-498B-B1DF-82458836633F}">
      <dsp:nvSpPr>
        <dsp:cNvPr id="0" name=""/>
        <dsp:cNvSpPr/>
      </dsp:nvSpPr>
      <dsp:spPr>
        <a:xfrm rot="5400000">
          <a:off x="317912" y="373597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3770732"/>
        <a:ext cx="250276" cy="243325"/>
      </dsp:txXfrm>
    </dsp:sp>
    <dsp:sp modelId="{008C98B4-5405-4DC4-B9D3-2C65003A485E}">
      <dsp:nvSpPr>
        <dsp:cNvPr id="0" name=""/>
        <dsp:cNvSpPr/>
      </dsp:nvSpPr>
      <dsp:spPr>
        <a:xfrm>
          <a:off x="0" y="4176274"/>
          <a:ext cx="983432" cy="926953"/>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7150" y="4203424"/>
        <a:ext cx="929132" cy="87265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2270D7-B589-4675-BE48-395F9411718D}">
      <dsp:nvSpPr>
        <dsp:cNvPr id="0" name=""/>
        <dsp:cNvSpPr/>
      </dsp:nvSpPr>
      <dsp:spPr>
        <a:xfrm rot="5400000">
          <a:off x="2313891" y="-873989"/>
          <a:ext cx="612108" cy="246583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noProof="0" dirty="0"/>
            <a:t>IT </a:t>
          </a:r>
          <a:r>
            <a:rPr lang="en-US" sz="1400" kern="1200" noProof="0" dirty="0" err="1"/>
            <a:t>Dpt</a:t>
          </a:r>
          <a:r>
            <a:rPr lang="en-US" sz="1400" kern="1200" noProof="0" dirty="0"/>
            <a:t> of the </a:t>
          </a:r>
          <a:r>
            <a:rPr lang="en-US" sz="1400" kern="1200" noProof="0" dirty="0" err="1"/>
            <a:t>Ministery</a:t>
          </a:r>
          <a:r>
            <a:rPr lang="en-US" sz="1400" kern="1200" noProof="0" dirty="0"/>
            <a:t> </a:t>
          </a:r>
        </a:p>
      </dsp:txBody>
      <dsp:txXfrm rot="-5400000">
        <a:off x="1387030" y="82753"/>
        <a:ext cx="2435950" cy="552346"/>
      </dsp:txXfrm>
    </dsp:sp>
    <dsp:sp modelId="{06219F9E-BD52-4146-A9CB-9018C963B60C}">
      <dsp:nvSpPr>
        <dsp:cNvPr id="0" name=""/>
        <dsp:cNvSpPr/>
      </dsp:nvSpPr>
      <dsp:spPr>
        <a:xfrm>
          <a:off x="0" y="1314"/>
          <a:ext cx="1387030" cy="7651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noProof="0" dirty="0"/>
            <a:t>Minister (1)</a:t>
          </a:r>
        </a:p>
      </dsp:txBody>
      <dsp:txXfrm>
        <a:off x="37351" y="38665"/>
        <a:ext cx="1312328" cy="690433"/>
      </dsp:txXfrm>
    </dsp:sp>
    <dsp:sp modelId="{94CB8F96-5849-4FF9-8065-C1DDFFC5D2CC}">
      <dsp:nvSpPr>
        <dsp:cNvPr id="0" name=""/>
        <dsp:cNvSpPr/>
      </dsp:nvSpPr>
      <dsp:spPr>
        <a:xfrm rot="5400000">
          <a:off x="2313891" y="-70597"/>
          <a:ext cx="612108" cy="246583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noProof="0" dirty="0"/>
            <a:t>Regional IT </a:t>
          </a:r>
          <a:r>
            <a:rPr lang="en-US" sz="1400" kern="1200" noProof="0" dirty="0" err="1"/>
            <a:t>Dpt</a:t>
          </a:r>
          <a:endParaRPr lang="en-US" sz="1400" kern="1200" noProof="0" dirty="0"/>
        </a:p>
      </dsp:txBody>
      <dsp:txXfrm rot="-5400000">
        <a:off x="1387030" y="886145"/>
        <a:ext cx="2435950" cy="552346"/>
      </dsp:txXfrm>
    </dsp:sp>
    <dsp:sp modelId="{96B03345-45DE-4DE7-89AD-BEED3AD2A882}">
      <dsp:nvSpPr>
        <dsp:cNvPr id="0" name=""/>
        <dsp:cNvSpPr/>
      </dsp:nvSpPr>
      <dsp:spPr>
        <a:xfrm>
          <a:off x="0" y="804706"/>
          <a:ext cx="1387030" cy="7651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noProof="0" dirty="0"/>
            <a:t>Regions (20) </a:t>
          </a:r>
        </a:p>
      </dsp:txBody>
      <dsp:txXfrm>
        <a:off x="37351" y="842057"/>
        <a:ext cx="1312328" cy="690433"/>
      </dsp:txXfrm>
    </dsp:sp>
    <dsp:sp modelId="{082C0794-00CF-435E-8EEC-55E634E62F04}">
      <dsp:nvSpPr>
        <dsp:cNvPr id="0" name=""/>
        <dsp:cNvSpPr/>
      </dsp:nvSpPr>
      <dsp:spPr>
        <a:xfrm rot="5400000">
          <a:off x="2313891" y="732794"/>
          <a:ext cx="612108" cy="246583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noProof="0" dirty="0"/>
            <a:t>Province IT </a:t>
          </a:r>
          <a:r>
            <a:rPr lang="en-US" sz="1400" kern="1200" noProof="0" dirty="0" err="1"/>
            <a:t>Dpt</a:t>
          </a:r>
          <a:endParaRPr lang="en-US" sz="1400" kern="1200" noProof="0" dirty="0"/>
        </a:p>
      </dsp:txBody>
      <dsp:txXfrm rot="-5400000">
        <a:off x="1387030" y="1689537"/>
        <a:ext cx="2435950" cy="552346"/>
      </dsp:txXfrm>
    </dsp:sp>
    <dsp:sp modelId="{5016DC18-8CD9-4E15-9D73-012C695D384C}">
      <dsp:nvSpPr>
        <dsp:cNvPr id="0" name=""/>
        <dsp:cNvSpPr/>
      </dsp:nvSpPr>
      <dsp:spPr>
        <a:xfrm>
          <a:off x="0" y="1608098"/>
          <a:ext cx="1387030" cy="7651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Provinces (100) </a:t>
          </a:r>
        </a:p>
      </dsp:txBody>
      <dsp:txXfrm>
        <a:off x="37351" y="1645449"/>
        <a:ext cx="1312328" cy="690433"/>
      </dsp:txXfrm>
    </dsp:sp>
    <dsp:sp modelId="{D1D4ED8A-3B89-46D6-AEF9-68355BFDEC9E}">
      <dsp:nvSpPr>
        <dsp:cNvPr id="0" name=""/>
        <dsp:cNvSpPr/>
      </dsp:nvSpPr>
      <dsp:spPr>
        <a:xfrm rot="5400000">
          <a:off x="2313891" y="1561142"/>
          <a:ext cx="612108" cy="246583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noProof="0" dirty="0"/>
            <a:t>Hospital IT </a:t>
          </a:r>
          <a:r>
            <a:rPr lang="en-US" sz="1400" kern="1200" noProof="0" dirty="0" err="1"/>
            <a:t>Dpt</a:t>
          </a:r>
          <a:endParaRPr lang="en-US" sz="1400" kern="1200" noProof="0" dirty="0"/>
        </a:p>
      </dsp:txBody>
      <dsp:txXfrm rot="-5400000">
        <a:off x="1387030" y="2517885"/>
        <a:ext cx="2435950" cy="552346"/>
      </dsp:txXfrm>
    </dsp:sp>
    <dsp:sp modelId="{9CEA0845-5509-4844-B8AD-8E01773F6D0C}">
      <dsp:nvSpPr>
        <dsp:cNvPr id="0" name=""/>
        <dsp:cNvSpPr/>
      </dsp:nvSpPr>
      <dsp:spPr>
        <a:xfrm>
          <a:off x="0" y="2411490"/>
          <a:ext cx="1387030" cy="7651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noProof="0" dirty="0"/>
            <a:t>Hospitals  (+1,000)  </a:t>
          </a:r>
        </a:p>
      </dsp:txBody>
      <dsp:txXfrm>
        <a:off x="37351" y="2448841"/>
        <a:ext cx="1312328" cy="690433"/>
      </dsp:txXfrm>
    </dsp:sp>
    <dsp:sp modelId="{D369C217-D476-495C-8A9C-F53747A6A81B}">
      <dsp:nvSpPr>
        <dsp:cNvPr id="0" name=""/>
        <dsp:cNvSpPr/>
      </dsp:nvSpPr>
      <dsp:spPr>
        <a:xfrm rot="5400000">
          <a:off x="2313891" y="2364535"/>
          <a:ext cx="612108" cy="246583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noProof="0" dirty="0"/>
            <a:t>Typically rely on a parent Hospital </a:t>
          </a:r>
        </a:p>
      </dsp:txBody>
      <dsp:txXfrm rot="-5400000">
        <a:off x="1387030" y="3321278"/>
        <a:ext cx="2435950" cy="552346"/>
      </dsp:txXfrm>
    </dsp:sp>
    <dsp:sp modelId="{58DD7ACB-1E5F-4910-91BC-BC6BD749F17D}">
      <dsp:nvSpPr>
        <dsp:cNvPr id="0" name=""/>
        <dsp:cNvSpPr/>
      </dsp:nvSpPr>
      <dsp:spPr>
        <a:xfrm>
          <a:off x="0" y="3214883"/>
          <a:ext cx="1387030" cy="76513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noProof="0" dirty="0"/>
            <a:t>Labs (+1.000)  </a:t>
          </a:r>
        </a:p>
      </dsp:txBody>
      <dsp:txXfrm>
        <a:off x="37351" y="3252234"/>
        <a:ext cx="1312328" cy="690433"/>
      </dsp:txXfrm>
    </dsp:sp>
    <dsp:sp modelId="{9ABA699F-6D18-4CD3-9C9E-D354BD0B725B}">
      <dsp:nvSpPr>
        <dsp:cNvPr id="0" name=""/>
        <dsp:cNvSpPr/>
      </dsp:nvSpPr>
      <dsp:spPr>
        <a:xfrm rot="5400000">
          <a:off x="2313891" y="3167927"/>
          <a:ext cx="612108" cy="2465831"/>
        </a:xfrm>
        <a:prstGeom prst="round2SameRect">
          <a:avLst/>
        </a:prstGeom>
        <a:solidFill>
          <a:schemeClr val="accent1">
            <a:alpha val="90000"/>
            <a:tint val="40000"/>
            <a:hueOff val="0"/>
            <a:satOff val="0"/>
            <a:lumOff val="0"/>
            <a:alphaOff val="0"/>
          </a:schemeClr>
        </a:solidFill>
        <a:ln w="25400" cap="flat" cmpd="sng" algn="ctr">
          <a:solidFill>
            <a:scrgbClr r="0" g="0" b="0"/>
          </a:solidFill>
          <a:prstDash val="lgDash"/>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noProof="0" dirty="0"/>
            <a:t>Various Software &amp; Service Providers </a:t>
          </a:r>
        </a:p>
      </dsp:txBody>
      <dsp:txXfrm rot="-5400000">
        <a:off x="1387030" y="4124670"/>
        <a:ext cx="2435950" cy="552346"/>
      </dsp:txXfrm>
    </dsp:sp>
    <dsp:sp modelId="{A5C1488E-92AF-45F8-9E33-9254C8CBECBC}">
      <dsp:nvSpPr>
        <dsp:cNvPr id="0" name=""/>
        <dsp:cNvSpPr/>
      </dsp:nvSpPr>
      <dsp:spPr>
        <a:xfrm>
          <a:off x="0" y="4018275"/>
          <a:ext cx="1387030" cy="765135"/>
        </a:xfrm>
        <a:prstGeom prst="roundRect">
          <a:avLst/>
        </a:prstGeom>
        <a:solidFill>
          <a:schemeClr val="accent1">
            <a:hueOff val="0"/>
            <a:satOff val="0"/>
            <a:lumOff val="0"/>
            <a:alphaOff val="0"/>
          </a:schemeClr>
        </a:solidFill>
        <a:ln w="25400" cap="flat" cmpd="sng" algn="ctr">
          <a:solidFill>
            <a:scrgbClr r="0" g="0" b="0"/>
          </a:solidFill>
          <a:prstDash val="lgDash"/>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noProof="0" dirty="0"/>
            <a:t>GPs (ca 30K)</a:t>
          </a:r>
        </a:p>
      </dsp:txBody>
      <dsp:txXfrm>
        <a:off x="37351" y="4055626"/>
        <a:ext cx="1312328" cy="690433"/>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5269" y="3909993"/>
        <a:ext cx="1100722" cy="812218"/>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986"/>
          <a:ext cx="983432" cy="926953"/>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7150" y="32136"/>
        <a:ext cx="929132" cy="872653"/>
      </dsp:txXfrm>
    </dsp:sp>
    <dsp:sp modelId="{A0EC5BFB-F60A-432B-A161-F8DF09EF85B5}">
      <dsp:nvSpPr>
        <dsp:cNvPr id="0" name=""/>
        <dsp:cNvSpPr/>
      </dsp:nvSpPr>
      <dsp:spPr>
        <a:xfrm rot="5400000">
          <a:off x="317912" y="95511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989872"/>
        <a:ext cx="250276" cy="243325"/>
      </dsp:txXfrm>
    </dsp:sp>
    <dsp:sp modelId="{45839B18-39B6-4B91-BDC3-D7A076E9A2D9}">
      <dsp:nvSpPr>
        <dsp:cNvPr id="0" name=""/>
        <dsp:cNvSpPr/>
      </dsp:nvSpPr>
      <dsp:spPr>
        <a:xfrm>
          <a:off x="0" y="1395415"/>
          <a:ext cx="983432" cy="926953"/>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7150" y="1422565"/>
        <a:ext cx="929132" cy="872653"/>
      </dsp:txXfrm>
    </dsp:sp>
    <dsp:sp modelId="{ABD5E5A8-9CCD-45C0-B7FC-09A077538439}">
      <dsp:nvSpPr>
        <dsp:cNvPr id="0" name=""/>
        <dsp:cNvSpPr/>
      </dsp:nvSpPr>
      <dsp:spPr>
        <a:xfrm rot="5400000">
          <a:off x="317912" y="234554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2380302"/>
        <a:ext cx="250276" cy="243325"/>
      </dsp:txXfrm>
    </dsp:sp>
    <dsp:sp modelId="{C6705BF2-1A94-4AB4-988B-97EFB242FE35}">
      <dsp:nvSpPr>
        <dsp:cNvPr id="0" name=""/>
        <dsp:cNvSpPr/>
      </dsp:nvSpPr>
      <dsp:spPr>
        <a:xfrm>
          <a:off x="0" y="2785845"/>
          <a:ext cx="983432" cy="926953"/>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7150" y="2812995"/>
        <a:ext cx="929132" cy="872653"/>
      </dsp:txXfrm>
    </dsp:sp>
    <dsp:sp modelId="{8C326D8F-8259-498B-B1DF-82458836633F}">
      <dsp:nvSpPr>
        <dsp:cNvPr id="0" name=""/>
        <dsp:cNvSpPr/>
      </dsp:nvSpPr>
      <dsp:spPr>
        <a:xfrm rot="5400000">
          <a:off x="317912" y="373597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3770732"/>
        <a:ext cx="250276" cy="243325"/>
      </dsp:txXfrm>
    </dsp:sp>
    <dsp:sp modelId="{008C98B4-5405-4DC4-B9D3-2C65003A485E}">
      <dsp:nvSpPr>
        <dsp:cNvPr id="0" name=""/>
        <dsp:cNvSpPr/>
      </dsp:nvSpPr>
      <dsp:spPr>
        <a:xfrm>
          <a:off x="0" y="4176274"/>
          <a:ext cx="983432" cy="926953"/>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7150" y="4203424"/>
        <a:ext cx="929132" cy="872653"/>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4986"/>
          <a:ext cx="983432" cy="926953"/>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7150" y="32136"/>
        <a:ext cx="929132" cy="872653"/>
      </dsp:txXfrm>
    </dsp:sp>
    <dsp:sp modelId="{A0EC5BFB-F60A-432B-A161-F8DF09EF85B5}">
      <dsp:nvSpPr>
        <dsp:cNvPr id="0" name=""/>
        <dsp:cNvSpPr/>
      </dsp:nvSpPr>
      <dsp:spPr>
        <a:xfrm rot="5400000">
          <a:off x="317912" y="95511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989872"/>
        <a:ext cx="250276" cy="243325"/>
      </dsp:txXfrm>
    </dsp:sp>
    <dsp:sp modelId="{45839B18-39B6-4B91-BDC3-D7A076E9A2D9}">
      <dsp:nvSpPr>
        <dsp:cNvPr id="0" name=""/>
        <dsp:cNvSpPr/>
      </dsp:nvSpPr>
      <dsp:spPr>
        <a:xfrm>
          <a:off x="0" y="1395415"/>
          <a:ext cx="983432" cy="926953"/>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7150" y="1422565"/>
        <a:ext cx="929132" cy="872653"/>
      </dsp:txXfrm>
    </dsp:sp>
    <dsp:sp modelId="{ABD5E5A8-9CCD-45C0-B7FC-09A077538439}">
      <dsp:nvSpPr>
        <dsp:cNvPr id="0" name=""/>
        <dsp:cNvSpPr/>
      </dsp:nvSpPr>
      <dsp:spPr>
        <a:xfrm rot="5400000">
          <a:off x="317912" y="234554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2380302"/>
        <a:ext cx="250276" cy="243325"/>
      </dsp:txXfrm>
    </dsp:sp>
    <dsp:sp modelId="{C6705BF2-1A94-4AB4-988B-97EFB242FE35}">
      <dsp:nvSpPr>
        <dsp:cNvPr id="0" name=""/>
        <dsp:cNvSpPr/>
      </dsp:nvSpPr>
      <dsp:spPr>
        <a:xfrm>
          <a:off x="0" y="2785845"/>
          <a:ext cx="983432" cy="926953"/>
        </a:xfrm>
        <a:prstGeom prst="roundRect">
          <a:avLst>
            <a:gd name="adj" fmla="val 10000"/>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Systems </a:t>
          </a:r>
        </a:p>
      </dsp:txBody>
      <dsp:txXfrm>
        <a:off x="27150" y="2812995"/>
        <a:ext cx="929132" cy="872653"/>
      </dsp:txXfrm>
    </dsp:sp>
    <dsp:sp modelId="{8C326D8F-8259-498B-B1DF-82458836633F}">
      <dsp:nvSpPr>
        <dsp:cNvPr id="0" name=""/>
        <dsp:cNvSpPr/>
      </dsp:nvSpPr>
      <dsp:spPr>
        <a:xfrm rot="5400000">
          <a:off x="317912" y="3735972"/>
          <a:ext cx="347607" cy="41712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366578" y="3770732"/>
        <a:ext cx="250276" cy="243325"/>
      </dsp:txXfrm>
    </dsp:sp>
    <dsp:sp modelId="{008C98B4-5405-4DC4-B9D3-2C65003A485E}">
      <dsp:nvSpPr>
        <dsp:cNvPr id="0" name=""/>
        <dsp:cNvSpPr/>
      </dsp:nvSpPr>
      <dsp:spPr>
        <a:xfrm>
          <a:off x="0" y="4176274"/>
          <a:ext cx="983432" cy="926953"/>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chemeClr val="tx1"/>
              </a:solidFill>
            </a:rPr>
            <a:t>As-is User Process</a:t>
          </a:r>
        </a:p>
      </dsp:txBody>
      <dsp:txXfrm>
        <a:off x="27150" y="4203424"/>
        <a:ext cx="929132" cy="872653"/>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B2099-9E97-41AC-88E3-1099145465F8}">
      <dsp:nvSpPr>
        <dsp:cNvPr id="0" name=""/>
        <dsp:cNvSpPr/>
      </dsp:nvSpPr>
      <dsp:spPr>
        <a:xfrm>
          <a:off x="0" y="2319"/>
          <a:ext cx="1151260" cy="862756"/>
        </a:xfrm>
        <a:prstGeom prst="roundRect">
          <a:avLst>
            <a:gd name="adj" fmla="val 10000"/>
          </a:avLst>
        </a:prstGeom>
        <a:solidFill>
          <a:srgbClr val="FFFFFF">
            <a:hueOff val="0"/>
            <a:satOff val="0"/>
            <a:lumOff val="0"/>
            <a:alphaOff val="0"/>
          </a:srgbClr>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200" i="0" kern="1200" noProof="0" dirty="0">
              <a:solidFill>
                <a:srgbClr val="00457E"/>
              </a:solidFill>
              <a:latin typeface="Lucida Sans"/>
              <a:ea typeface="+mn-ea"/>
              <a:cs typeface="Arial"/>
            </a:rPr>
            <a:t>Summary </a:t>
          </a:r>
        </a:p>
      </dsp:txBody>
      <dsp:txXfrm>
        <a:off x="25269" y="27588"/>
        <a:ext cx="1100722" cy="812218"/>
      </dsp:txXfrm>
    </dsp:sp>
    <dsp:sp modelId="{A0EC5BFB-F60A-432B-A161-F8DF09EF85B5}">
      <dsp:nvSpPr>
        <dsp:cNvPr id="0" name=""/>
        <dsp:cNvSpPr/>
      </dsp:nvSpPr>
      <dsp:spPr>
        <a:xfrm rot="5400000">
          <a:off x="413863" y="88664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918997"/>
        <a:ext cx="232944" cy="226473"/>
      </dsp:txXfrm>
    </dsp:sp>
    <dsp:sp modelId="{45839B18-39B6-4B91-BDC3-D7A076E9A2D9}">
      <dsp:nvSpPr>
        <dsp:cNvPr id="0" name=""/>
        <dsp:cNvSpPr/>
      </dsp:nvSpPr>
      <dsp:spPr>
        <a:xfrm>
          <a:off x="0" y="1296454"/>
          <a:ext cx="1151260" cy="862756"/>
        </a:xfrm>
        <a:prstGeom prst="roundRect">
          <a:avLst>
            <a:gd name="adj" fmla="val 10000"/>
          </a:avLst>
        </a:prstGeom>
        <a:solidFill>
          <a:schemeClr val="bg1"/>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Organization </a:t>
          </a:r>
        </a:p>
      </dsp:txBody>
      <dsp:txXfrm>
        <a:off x="25269" y="1321723"/>
        <a:ext cx="1100722" cy="812218"/>
      </dsp:txXfrm>
    </dsp:sp>
    <dsp:sp modelId="{ABD5E5A8-9CCD-45C0-B7FC-09A077538439}">
      <dsp:nvSpPr>
        <dsp:cNvPr id="0" name=""/>
        <dsp:cNvSpPr/>
      </dsp:nvSpPr>
      <dsp:spPr>
        <a:xfrm rot="5400000">
          <a:off x="413863" y="2180779"/>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2213132"/>
        <a:ext cx="232944" cy="226473"/>
      </dsp:txXfrm>
    </dsp:sp>
    <dsp:sp modelId="{C6705BF2-1A94-4AB4-988B-97EFB242FE35}">
      <dsp:nvSpPr>
        <dsp:cNvPr id="0" name=""/>
        <dsp:cNvSpPr/>
      </dsp:nvSpPr>
      <dsp:spPr>
        <a:xfrm>
          <a:off x="0" y="2590589"/>
          <a:ext cx="1151260" cy="862756"/>
        </a:xfrm>
        <a:prstGeom prst="roundRect">
          <a:avLst>
            <a:gd name="adj" fmla="val 10000"/>
          </a:avLst>
        </a:prstGeom>
        <a:solidFill>
          <a:srgbClr val="FFFFFF"/>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Systems </a:t>
          </a:r>
        </a:p>
      </dsp:txBody>
      <dsp:txXfrm>
        <a:off x="25269" y="2615858"/>
        <a:ext cx="1100722" cy="812218"/>
      </dsp:txXfrm>
    </dsp:sp>
    <dsp:sp modelId="{8C326D8F-8259-498B-B1DF-82458836633F}">
      <dsp:nvSpPr>
        <dsp:cNvPr id="0" name=""/>
        <dsp:cNvSpPr/>
      </dsp:nvSpPr>
      <dsp:spPr>
        <a:xfrm rot="5400000">
          <a:off x="413863" y="3474914"/>
          <a:ext cx="323533" cy="38824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p>
      </dsp:txBody>
      <dsp:txXfrm rot="-5400000">
        <a:off x="459158" y="3507267"/>
        <a:ext cx="232944" cy="226473"/>
      </dsp:txXfrm>
    </dsp:sp>
    <dsp:sp modelId="{008C98B4-5405-4DC4-B9D3-2C65003A485E}">
      <dsp:nvSpPr>
        <dsp:cNvPr id="0" name=""/>
        <dsp:cNvSpPr/>
      </dsp:nvSpPr>
      <dsp:spPr>
        <a:xfrm>
          <a:off x="0" y="3884724"/>
          <a:ext cx="1151260" cy="862756"/>
        </a:xfrm>
        <a:prstGeom prst="roundRect">
          <a:avLst>
            <a:gd name="adj" fmla="val 10000"/>
          </a:avLst>
        </a:prstGeom>
        <a:solidFill>
          <a:srgbClr val="FFC000"/>
        </a:solidFill>
        <a:ln w="25400" cap="flat" cmpd="sng" algn="ctr">
          <a:solidFill>
            <a:srgbClr val="6A6B67">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noProof="0" dirty="0">
              <a:solidFill>
                <a:srgbClr val="00457E"/>
              </a:solidFill>
              <a:latin typeface="Lucida Sans"/>
              <a:ea typeface="+mn-ea"/>
              <a:cs typeface="Arial"/>
            </a:rPr>
            <a:t>As-is User Process</a:t>
          </a:r>
        </a:p>
      </dsp:txBody>
      <dsp:txXfrm>
        <a:off x="25269" y="3909993"/>
        <a:ext cx="1100722" cy="81221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2146" tIns="46074" rIns="92146" bIns="46074" numCol="1" anchor="t" anchorCtr="0" compatLnSpc="1">
            <a:prstTxWarp prst="textNoShape">
              <a:avLst/>
            </a:prstTxWarp>
          </a:bodyPr>
          <a:lstStyle>
            <a:lvl1pPr defTabSz="920750" eaLnBrk="0" hangingPunct="0">
              <a:defRPr sz="1200">
                <a:solidFill>
                  <a:schemeClr val="tx1"/>
                </a:solidFill>
                <a:latin typeface="Arial" pitchFamily="34" charset="0"/>
                <a:ea typeface="SimSun" pitchFamily="2" charset="-122"/>
              </a:defRPr>
            </a:lvl1pPr>
          </a:lstStyle>
          <a:p>
            <a:endParaRPr lang="en-US" altLang="it-IT"/>
          </a:p>
        </p:txBody>
      </p:sp>
      <p:sp>
        <p:nvSpPr>
          <p:cNvPr id="7171" name="Rectangle 3"/>
          <p:cNvSpPr>
            <a:spLocks noGrp="1" noChangeArrowheads="1"/>
          </p:cNvSpPr>
          <p:nvPr>
            <p:ph type="dt" sz="quarter" idx="1"/>
          </p:nvPr>
        </p:nvSpPr>
        <p:spPr bwMode="auto">
          <a:xfrm>
            <a:off x="3851275" y="0"/>
            <a:ext cx="2946400" cy="496888"/>
          </a:xfrm>
          <a:prstGeom prst="rect">
            <a:avLst/>
          </a:prstGeom>
          <a:noFill/>
          <a:ln>
            <a:noFill/>
          </a:ln>
          <a:effectLst/>
        </p:spPr>
        <p:txBody>
          <a:bodyPr vert="horz" wrap="square" lIns="92146" tIns="46074" rIns="92146" bIns="46074" numCol="1" anchor="t" anchorCtr="0" compatLnSpc="1">
            <a:prstTxWarp prst="textNoShape">
              <a:avLst/>
            </a:prstTxWarp>
          </a:bodyPr>
          <a:lstStyle>
            <a:lvl1pPr algn="r" defTabSz="920750" eaLnBrk="0" hangingPunct="0">
              <a:defRPr sz="1200">
                <a:solidFill>
                  <a:schemeClr val="tx1"/>
                </a:solidFill>
                <a:latin typeface="Arial" pitchFamily="34" charset="0"/>
                <a:ea typeface="SimSun" pitchFamily="2" charset="-122"/>
              </a:defRPr>
            </a:lvl1pPr>
          </a:lstStyle>
          <a:p>
            <a:fld id="{2C485921-8B7E-4121-AE7A-4BF6B69A8C7B}" type="datetime1">
              <a:rPr lang="it-IT" altLang="it-IT"/>
              <a:pPr/>
              <a:t>21/10/2025</a:t>
            </a:fld>
            <a:endParaRPr lang="en-US" altLang="it-IT"/>
          </a:p>
        </p:txBody>
      </p:sp>
      <p:sp>
        <p:nvSpPr>
          <p:cNvPr id="7172" name="Rectangle 4"/>
          <p:cNvSpPr>
            <a:spLocks noGrp="1" noChangeArrowheads="1"/>
          </p:cNvSpPr>
          <p:nvPr>
            <p:ph type="ftr" sz="quarter" idx="2"/>
          </p:nvPr>
        </p:nvSpPr>
        <p:spPr bwMode="auto">
          <a:xfrm>
            <a:off x="0" y="9431338"/>
            <a:ext cx="2946400" cy="496887"/>
          </a:xfrm>
          <a:prstGeom prst="rect">
            <a:avLst/>
          </a:prstGeom>
          <a:noFill/>
          <a:ln>
            <a:noFill/>
          </a:ln>
          <a:effectLst/>
        </p:spPr>
        <p:txBody>
          <a:bodyPr vert="horz" wrap="square" lIns="92146" tIns="46074" rIns="92146" bIns="46074" numCol="1" anchor="b" anchorCtr="0" compatLnSpc="1">
            <a:prstTxWarp prst="textNoShape">
              <a:avLst/>
            </a:prstTxWarp>
          </a:bodyPr>
          <a:lstStyle>
            <a:lvl1pPr defTabSz="920750" eaLnBrk="0" hangingPunct="0">
              <a:defRPr sz="1200">
                <a:solidFill>
                  <a:schemeClr val="tx1"/>
                </a:solidFill>
                <a:latin typeface="Arial" pitchFamily="34" charset="0"/>
              </a:defRPr>
            </a:lvl1pPr>
          </a:lstStyle>
          <a:p>
            <a:r>
              <a:rPr lang="zh-SG" altLang="it-IT"/>
              <a:t>© BIP. 2008</a:t>
            </a:r>
            <a:endParaRPr lang="en-US" altLang="it-IT">
              <a:ea typeface="SimSun" pitchFamily="2" charset="-122"/>
            </a:endParaRPr>
          </a:p>
        </p:txBody>
      </p:sp>
      <p:sp>
        <p:nvSpPr>
          <p:cNvPr id="7173" name="Rectangle 5"/>
          <p:cNvSpPr>
            <a:spLocks noGrp="1" noChangeArrowheads="1"/>
          </p:cNvSpPr>
          <p:nvPr>
            <p:ph type="sldNum" sz="quarter" idx="3"/>
          </p:nvPr>
        </p:nvSpPr>
        <p:spPr bwMode="auto">
          <a:xfrm>
            <a:off x="3851275" y="9431338"/>
            <a:ext cx="2946400" cy="496887"/>
          </a:xfrm>
          <a:prstGeom prst="rect">
            <a:avLst/>
          </a:prstGeom>
          <a:noFill/>
          <a:ln>
            <a:noFill/>
          </a:ln>
          <a:effectLst/>
        </p:spPr>
        <p:txBody>
          <a:bodyPr vert="horz" wrap="square" lIns="92146" tIns="46074" rIns="92146" bIns="46074" numCol="1" anchor="b" anchorCtr="0" compatLnSpc="1">
            <a:prstTxWarp prst="textNoShape">
              <a:avLst/>
            </a:prstTxWarp>
          </a:bodyPr>
          <a:lstStyle>
            <a:lvl1pPr algn="r" defTabSz="920750" eaLnBrk="0" hangingPunct="0">
              <a:defRPr sz="1200">
                <a:solidFill>
                  <a:schemeClr val="tx1"/>
                </a:solidFill>
                <a:latin typeface="Arial" pitchFamily="34" charset="0"/>
              </a:defRPr>
            </a:lvl1pPr>
          </a:lstStyle>
          <a:p>
            <a:fld id="{D06C47A5-DB72-4332-BD62-1F08E5DDD1F8}" type="slidenum">
              <a:rPr lang="pt-BR" altLang="zh-SG"/>
              <a:pPr/>
              <a:t>‹N›</a:t>
            </a:fld>
            <a:endParaRPr lang="en-US" altLang="it-IT">
              <a:ea typeface="SimSun" pitchFamily="2" charset="-122"/>
            </a:endParaRPr>
          </a:p>
        </p:txBody>
      </p:sp>
    </p:spTree>
    <p:extLst>
      <p:ext uri="{BB962C8B-B14F-4D97-AF65-F5344CB8AC3E}">
        <p14:creationId xmlns:p14="http://schemas.microsoft.com/office/powerpoint/2010/main" val="2070645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2146" tIns="46074" rIns="92146" bIns="46074" numCol="1" anchor="t" anchorCtr="0" compatLnSpc="1">
            <a:prstTxWarp prst="textNoShape">
              <a:avLst/>
            </a:prstTxWarp>
          </a:bodyPr>
          <a:lstStyle>
            <a:lvl1pPr defTabSz="920750" eaLnBrk="0" hangingPunct="0">
              <a:defRPr sz="1200">
                <a:solidFill>
                  <a:schemeClr val="tx1"/>
                </a:solidFill>
                <a:latin typeface="Arial" pitchFamily="34" charset="0"/>
                <a:ea typeface="SimSun" pitchFamily="2" charset="-122"/>
              </a:defRPr>
            </a:lvl1pPr>
          </a:lstStyle>
          <a:p>
            <a:endParaRPr lang="en-US" altLang="it-IT"/>
          </a:p>
        </p:txBody>
      </p:sp>
      <p:sp>
        <p:nvSpPr>
          <p:cNvPr id="6147" name="Rectangle 3"/>
          <p:cNvSpPr>
            <a:spLocks noGrp="1" noChangeArrowheads="1"/>
          </p:cNvSpPr>
          <p:nvPr>
            <p:ph type="dt" idx="1"/>
          </p:nvPr>
        </p:nvSpPr>
        <p:spPr bwMode="auto">
          <a:xfrm>
            <a:off x="3851275" y="0"/>
            <a:ext cx="2946400" cy="496888"/>
          </a:xfrm>
          <a:prstGeom prst="rect">
            <a:avLst/>
          </a:prstGeom>
          <a:noFill/>
          <a:ln>
            <a:noFill/>
          </a:ln>
          <a:effectLst/>
        </p:spPr>
        <p:txBody>
          <a:bodyPr vert="horz" wrap="square" lIns="92146" tIns="46074" rIns="92146" bIns="46074" numCol="1" anchor="t" anchorCtr="0" compatLnSpc="1">
            <a:prstTxWarp prst="textNoShape">
              <a:avLst/>
            </a:prstTxWarp>
          </a:bodyPr>
          <a:lstStyle>
            <a:lvl1pPr algn="r" defTabSz="920750" eaLnBrk="0" hangingPunct="0">
              <a:defRPr sz="1200">
                <a:solidFill>
                  <a:schemeClr val="tx1"/>
                </a:solidFill>
                <a:latin typeface="Arial" pitchFamily="34" charset="0"/>
                <a:ea typeface="SimSun" pitchFamily="2" charset="-122"/>
              </a:defRPr>
            </a:lvl1pPr>
          </a:lstStyle>
          <a:p>
            <a:fld id="{326BF4CA-EC4A-4D42-AF69-3D2F89716A55}" type="datetime1">
              <a:rPr lang="it-IT" altLang="it-IT"/>
              <a:pPr/>
              <a:t>21/10/2025</a:t>
            </a:fld>
            <a:endParaRPr lang="en-US" altLang="it-IT"/>
          </a:p>
        </p:txBody>
      </p:sp>
      <p:sp>
        <p:nvSpPr>
          <p:cNvPr id="57348" name="Rectangle 4"/>
          <p:cNvSpPr>
            <a:spLocks noGrp="1" noRot="1" noChangeAspect="1" noChangeArrowheads="1" noTextEdit="1"/>
          </p:cNvSpPr>
          <p:nvPr>
            <p:ph type="sldImg" idx="2"/>
          </p:nvPr>
        </p:nvSpPr>
        <p:spPr bwMode="auto">
          <a:xfrm>
            <a:off x="711200" y="744538"/>
            <a:ext cx="5376863"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06463" y="4716463"/>
            <a:ext cx="4984750" cy="4468812"/>
          </a:xfrm>
          <a:prstGeom prst="rect">
            <a:avLst/>
          </a:prstGeom>
          <a:noFill/>
          <a:ln>
            <a:noFill/>
          </a:ln>
          <a:effectLst/>
        </p:spPr>
        <p:txBody>
          <a:bodyPr vert="horz" wrap="square" lIns="0" tIns="46074" rIns="0" bIns="4607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431338"/>
            <a:ext cx="2946400" cy="496887"/>
          </a:xfrm>
          <a:prstGeom prst="rect">
            <a:avLst/>
          </a:prstGeom>
          <a:noFill/>
          <a:ln>
            <a:noFill/>
          </a:ln>
          <a:effectLst/>
        </p:spPr>
        <p:txBody>
          <a:bodyPr vert="horz" wrap="square" lIns="92146" tIns="46074" rIns="92146" bIns="46074" numCol="1" anchor="b" anchorCtr="0" compatLnSpc="1">
            <a:prstTxWarp prst="textNoShape">
              <a:avLst/>
            </a:prstTxWarp>
          </a:bodyPr>
          <a:lstStyle>
            <a:lvl1pPr defTabSz="920750" eaLnBrk="0" hangingPunct="0">
              <a:defRPr sz="1200">
                <a:solidFill>
                  <a:schemeClr val="tx1"/>
                </a:solidFill>
                <a:latin typeface="Arial" pitchFamily="34" charset="0"/>
              </a:defRPr>
            </a:lvl1pPr>
          </a:lstStyle>
          <a:p>
            <a:r>
              <a:rPr lang="zh-SG" altLang="it-IT"/>
              <a:t>© BIP. 2008</a:t>
            </a:r>
            <a:endParaRPr lang="en-US" altLang="it-IT">
              <a:ea typeface="SimSun" pitchFamily="2" charset="-122"/>
            </a:endParaRPr>
          </a:p>
        </p:txBody>
      </p:sp>
      <p:sp>
        <p:nvSpPr>
          <p:cNvPr id="6151" name="Rectangle 7"/>
          <p:cNvSpPr>
            <a:spLocks noGrp="1" noChangeArrowheads="1"/>
          </p:cNvSpPr>
          <p:nvPr>
            <p:ph type="sldNum" sz="quarter" idx="5"/>
          </p:nvPr>
        </p:nvSpPr>
        <p:spPr bwMode="auto">
          <a:xfrm>
            <a:off x="3851275" y="9431338"/>
            <a:ext cx="2946400" cy="496887"/>
          </a:xfrm>
          <a:prstGeom prst="rect">
            <a:avLst/>
          </a:prstGeom>
          <a:noFill/>
          <a:ln>
            <a:noFill/>
          </a:ln>
          <a:effectLst/>
        </p:spPr>
        <p:txBody>
          <a:bodyPr vert="horz" wrap="square" lIns="92146" tIns="46074" rIns="92146" bIns="46074" numCol="1" anchor="b" anchorCtr="0" compatLnSpc="1">
            <a:prstTxWarp prst="textNoShape">
              <a:avLst/>
            </a:prstTxWarp>
          </a:bodyPr>
          <a:lstStyle>
            <a:lvl1pPr algn="r" defTabSz="920750" eaLnBrk="0" hangingPunct="0">
              <a:defRPr sz="1200">
                <a:solidFill>
                  <a:schemeClr val="tx1"/>
                </a:solidFill>
                <a:latin typeface="Arial" pitchFamily="34" charset="0"/>
              </a:defRPr>
            </a:lvl1pPr>
          </a:lstStyle>
          <a:p>
            <a:fld id="{91974E20-8CE0-42C5-9B5B-C9AB83AC7F0C}" type="slidenum">
              <a:rPr lang="pt-BR" altLang="zh-SG"/>
              <a:pPr/>
              <a:t>‹N›</a:t>
            </a:fld>
            <a:endParaRPr lang="en-US" altLang="it-IT">
              <a:ea typeface="SimSun" pitchFamily="2" charset="-122"/>
            </a:endParaRPr>
          </a:p>
        </p:txBody>
      </p:sp>
    </p:spTree>
    <p:extLst>
      <p:ext uri="{BB962C8B-B14F-4D97-AF65-F5344CB8AC3E}">
        <p14:creationId xmlns:p14="http://schemas.microsoft.com/office/powerpoint/2010/main" val="158090225"/>
      </p:ext>
    </p:extLst>
  </p:cSld>
  <p:clrMap bg1="lt1" tx1="dk1" bg2="lt2" tx2="dk2" accent1="accent1" accent2="accent2" accent3="accent3" accent4="accent4" accent5="accent5" accent6="accent6" hlink="hlink" folHlink="folHlink"/>
  <p:hf hdr="0"/>
  <p:notesStyle>
    <a:lvl1pPr marL="198438" indent="-198438" algn="l" rtl="0" eaLnBrk="0" fontAlgn="base" hangingPunct="0">
      <a:spcBef>
        <a:spcPct val="0"/>
      </a:spcBef>
      <a:spcAft>
        <a:spcPct val="20000"/>
      </a:spcAft>
      <a:buClr>
        <a:schemeClr val="tx1"/>
      </a:buClr>
      <a:buChar char="•"/>
      <a:defRPr sz="1200" kern="1200">
        <a:solidFill>
          <a:schemeClr val="tx1"/>
        </a:solidFill>
        <a:latin typeface="Arial" charset="0"/>
        <a:ea typeface="+mn-ea"/>
        <a:cs typeface="Arial" charset="0"/>
      </a:defRPr>
    </a:lvl1pPr>
    <a:lvl2pPr marL="371475" indent="-171450" algn="l" rtl="0" eaLnBrk="0" fontAlgn="base" hangingPunct="0">
      <a:spcBef>
        <a:spcPct val="0"/>
      </a:spcBef>
      <a:spcAft>
        <a:spcPct val="20000"/>
      </a:spcAft>
      <a:buClr>
        <a:schemeClr val="tx1"/>
      </a:buClr>
      <a:buChar char="•"/>
      <a:defRPr sz="1200" kern="1200">
        <a:solidFill>
          <a:schemeClr val="tx1"/>
        </a:solidFill>
        <a:latin typeface="Arial" charset="0"/>
        <a:ea typeface="+mn-ea"/>
        <a:cs typeface="Arial" charset="0"/>
      </a:defRPr>
    </a:lvl2pPr>
    <a:lvl3pPr marL="581025" indent="-207963" algn="l" rtl="0" eaLnBrk="0" fontAlgn="base" hangingPunct="0">
      <a:spcBef>
        <a:spcPct val="0"/>
      </a:spcBef>
      <a:spcAft>
        <a:spcPct val="20000"/>
      </a:spcAft>
      <a:buClr>
        <a:schemeClr val="tx1"/>
      </a:buClr>
      <a:buChar char="•"/>
      <a:defRPr sz="1200" kern="1200">
        <a:solidFill>
          <a:schemeClr val="tx1"/>
        </a:solidFill>
        <a:latin typeface="Arial" charset="0"/>
        <a:ea typeface="+mn-ea"/>
        <a:cs typeface="Arial" charset="0"/>
      </a:defRPr>
    </a:lvl3pPr>
    <a:lvl4pPr marL="747713" indent="-165100" algn="l" rtl="0" eaLnBrk="0" fontAlgn="base" hangingPunct="0">
      <a:spcBef>
        <a:spcPct val="0"/>
      </a:spcBef>
      <a:spcAft>
        <a:spcPct val="20000"/>
      </a:spcAft>
      <a:buClr>
        <a:schemeClr val="tx1"/>
      </a:buClr>
      <a:buChar char="•"/>
      <a:defRPr sz="1200" kern="1200">
        <a:solidFill>
          <a:schemeClr val="tx1"/>
        </a:solidFill>
        <a:latin typeface="Arial" charset="0"/>
        <a:ea typeface="+mn-ea"/>
        <a:cs typeface="Arial" charset="0"/>
      </a:defRPr>
    </a:lvl4pPr>
    <a:lvl5pPr marL="938213" indent="-176213" algn="l" rtl="0" eaLnBrk="0" fontAlgn="base" hangingPunct="0">
      <a:spcBef>
        <a:spcPct val="0"/>
      </a:spcBef>
      <a:spcAft>
        <a:spcPct val="20000"/>
      </a:spcAft>
      <a:buClr>
        <a:schemeClr val="tx1"/>
      </a:buClr>
      <a:buChar char="•"/>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eaLnBrk="0" hangingPunct="0">
              <a:spcAft>
                <a:spcPct val="20000"/>
              </a:spcAft>
              <a:buClr>
                <a:schemeClr val="tx1"/>
              </a:buClr>
              <a:buChar char="•"/>
              <a:defRPr sz="1200">
                <a:solidFill>
                  <a:schemeClr val="tx1"/>
                </a:solidFill>
                <a:latin typeface="Arial" pitchFamily="34" charset="0"/>
                <a:cs typeface="Arial" pitchFamily="34" charset="0"/>
              </a:defRPr>
            </a:lvl1pPr>
            <a:lvl2pPr marL="742950" indent="-285750" defTabSz="920750" eaLnBrk="0" hangingPunct="0">
              <a:spcAft>
                <a:spcPct val="20000"/>
              </a:spcAft>
              <a:buClr>
                <a:schemeClr val="tx1"/>
              </a:buClr>
              <a:buChar char="•"/>
              <a:defRPr sz="1200">
                <a:solidFill>
                  <a:schemeClr val="tx1"/>
                </a:solidFill>
                <a:latin typeface="Arial" pitchFamily="34" charset="0"/>
                <a:cs typeface="Arial" pitchFamily="34" charset="0"/>
              </a:defRPr>
            </a:lvl2pPr>
            <a:lvl3pPr marL="11430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3pPr>
            <a:lvl4pPr marL="16002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4pPr>
            <a:lvl5pPr marL="20574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5pPr>
            <a:lvl6pPr marL="25146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6pPr>
            <a:lvl7pPr marL="29718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7pPr>
            <a:lvl8pPr marL="34290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8pPr>
            <a:lvl9pPr marL="38862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9pPr>
          </a:lstStyle>
          <a:p>
            <a:pPr>
              <a:spcAft>
                <a:spcPct val="0"/>
              </a:spcAft>
              <a:buClrTx/>
              <a:buFontTx/>
              <a:buNone/>
            </a:pPr>
            <a:fld id="{9116578C-BDDB-40D3-9C7F-C89CFFA532EE}" type="datetime1">
              <a:rPr lang="it-IT" altLang="it-IT"/>
              <a:pPr>
                <a:spcAft>
                  <a:spcPct val="0"/>
                </a:spcAft>
                <a:buClrTx/>
                <a:buFontTx/>
                <a:buNone/>
              </a:pPr>
              <a:t>21/10/2025</a:t>
            </a:fld>
            <a:endParaRPr lang="en-US" altLang="it-IT"/>
          </a:p>
        </p:txBody>
      </p:sp>
      <p:sp>
        <p:nvSpPr>
          <p:cNvPr id="58371"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eaLnBrk="0" hangingPunct="0">
              <a:spcAft>
                <a:spcPct val="20000"/>
              </a:spcAft>
              <a:buClr>
                <a:schemeClr val="tx1"/>
              </a:buClr>
              <a:buChar char="•"/>
              <a:defRPr sz="1200">
                <a:solidFill>
                  <a:schemeClr val="tx1"/>
                </a:solidFill>
                <a:latin typeface="Arial" pitchFamily="34" charset="0"/>
                <a:cs typeface="Arial" pitchFamily="34" charset="0"/>
              </a:defRPr>
            </a:lvl1pPr>
            <a:lvl2pPr marL="742950" indent="-285750" defTabSz="920750" eaLnBrk="0" hangingPunct="0">
              <a:spcAft>
                <a:spcPct val="20000"/>
              </a:spcAft>
              <a:buClr>
                <a:schemeClr val="tx1"/>
              </a:buClr>
              <a:buChar char="•"/>
              <a:defRPr sz="1200">
                <a:solidFill>
                  <a:schemeClr val="tx1"/>
                </a:solidFill>
                <a:latin typeface="Arial" pitchFamily="34" charset="0"/>
                <a:cs typeface="Arial" pitchFamily="34" charset="0"/>
              </a:defRPr>
            </a:lvl2pPr>
            <a:lvl3pPr marL="11430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3pPr>
            <a:lvl4pPr marL="16002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4pPr>
            <a:lvl5pPr marL="20574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5pPr>
            <a:lvl6pPr marL="25146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6pPr>
            <a:lvl7pPr marL="29718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7pPr>
            <a:lvl8pPr marL="34290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8pPr>
            <a:lvl9pPr marL="38862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9pPr>
          </a:lstStyle>
          <a:p>
            <a:pPr>
              <a:spcAft>
                <a:spcPct val="0"/>
              </a:spcAft>
              <a:buClrTx/>
              <a:buFontTx/>
              <a:buNone/>
            </a:pPr>
            <a:r>
              <a:rPr lang="zh-SG" altLang="it-IT"/>
              <a:t>© BIP. 2008</a:t>
            </a:r>
            <a:endParaRPr lang="en-US" altLang="it-IT">
              <a:ea typeface="SimSun" pitchFamily="2" charset="-122"/>
            </a:endParaRPr>
          </a:p>
        </p:txBody>
      </p:sp>
      <p:sp>
        <p:nvSpPr>
          <p:cNvPr id="5837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eaLnBrk="0" hangingPunct="0">
              <a:spcAft>
                <a:spcPct val="20000"/>
              </a:spcAft>
              <a:buClr>
                <a:schemeClr val="tx1"/>
              </a:buClr>
              <a:buChar char="•"/>
              <a:defRPr sz="1200">
                <a:solidFill>
                  <a:schemeClr val="tx1"/>
                </a:solidFill>
                <a:latin typeface="Arial" pitchFamily="34" charset="0"/>
                <a:cs typeface="Arial" pitchFamily="34" charset="0"/>
              </a:defRPr>
            </a:lvl1pPr>
            <a:lvl2pPr marL="742950" indent="-285750" defTabSz="920750" eaLnBrk="0" hangingPunct="0">
              <a:spcAft>
                <a:spcPct val="20000"/>
              </a:spcAft>
              <a:buClr>
                <a:schemeClr val="tx1"/>
              </a:buClr>
              <a:buChar char="•"/>
              <a:defRPr sz="1200">
                <a:solidFill>
                  <a:schemeClr val="tx1"/>
                </a:solidFill>
                <a:latin typeface="Arial" pitchFamily="34" charset="0"/>
                <a:cs typeface="Arial" pitchFamily="34" charset="0"/>
              </a:defRPr>
            </a:lvl2pPr>
            <a:lvl3pPr marL="11430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3pPr>
            <a:lvl4pPr marL="16002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4pPr>
            <a:lvl5pPr marL="2057400" indent="-228600" defTabSz="920750" eaLnBrk="0" hangingPunct="0">
              <a:spcAft>
                <a:spcPct val="20000"/>
              </a:spcAft>
              <a:buClr>
                <a:schemeClr val="tx1"/>
              </a:buClr>
              <a:buChar char="•"/>
              <a:defRPr sz="1200">
                <a:solidFill>
                  <a:schemeClr val="tx1"/>
                </a:solidFill>
                <a:latin typeface="Arial" pitchFamily="34" charset="0"/>
                <a:cs typeface="Arial" pitchFamily="34" charset="0"/>
              </a:defRPr>
            </a:lvl5pPr>
            <a:lvl6pPr marL="25146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6pPr>
            <a:lvl7pPr marL="29718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7pPr>
            <a:lvl8pPr marL="34290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8pPr>
            <a:lvl9pPr marL="3886200" indent="-228600" defTabSz="920750" eaLnBrk="0" fontAlgn="base" hangingPunct="0">
              <a:spcBef>
                <a:spcPct val="0"/>
              </a:spcBef>
              <a:spcAft>
                <a:spcPct val="20000"/>
              </a:spcAft>
              <a:buClr>
                <a:schemeClr val="tx1"/>
              </a:buClr>
              <a:buChar char="•"/>
              <a:defRPr sz="1200">
                <a:solidFill>
                  <a:schemeClr val="tx1"/>
                </a:solidFill>
                <a:latin typeface="Arial" pitchFamily="34" charset="0"/>
                <a:cs typeface="Arial" pitchFamily="34" charset="0"/>
              </a:defRPr>
            </a:lvl9pPr>
          </a:lstStyle>
          <a:p>
            <a:pPr>
              <a:spcAft>
                <a:spcPct val="0"/>
              </a:spcAft>
              <a:buClrTx/>
              <a:buFontTx/>
              <a:buNone/>
            </a:pPr>
            <a:fld id="{83D642E9-D60F-4D27-BE15-36E7C807033B}" type="slidenum">
              <a:rPr lang="pt-BR" altLang="zh-SG"/>
              <a:pPr>
                <a:spcAft>
                  <a:spcPct val="0"/>
                </a:spcAft>
                <a:buClrTx/>
                <a:buFontTx/>
                <a:buNone/>
              </a:pPr>
              <a:t>0</a:t>
            </a:fld>
            <a:endParaRPr lang="en-US" altLang="it-IT">
              <a:ea typeface="SimSun" pitchFamily="2" charset="-122"/>
            </a:endParaRPr>
          </a:p>
        </p:txBody>
      </p:sp>
      <p:sp>
        <p:nvSpPr>
          <p:cNvPr id="58373" name="Rectangle 2"/>
          <p:cNvSpPr>
            <a:spLocks noGrp="1" noRot="1" noChangeAspect="1" noChangeArrowheads="1" noTextEdit="1"/>
          </p:cNvSpPr>
          <p:nvPr>
            <p:ph type="sldImg"/>
          </p:nvPr>
        </p:nvSpPr>
        <p:spPr>
          <a:ln/>
        </p:spPr>
      </p:sp>
      <p:sp>
        <p:nvSpPr>
          <p:cNvPr id="5837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spcAft>
                <a:spcPct val="0"/>
              </a:spcAft>
              <a:buClrTx/>
              <a:buFontTx/>
              <a:buNone/>
            </a:pPr>
            <a:endParaRPr lang="en-CA" altLang="it-IT" sz="2400">
              <a:latin typeface="Times New Roman" pitchFamily="18" charset="0"/>
              <a:cs typeface="Arial" pitchFamily="34" charset="0"/>
            </a:endParaRPr>
          </a:p>
        </p:txBody>
      </p:sp>
    </p:spTree>
    <p:extLst>
      <p:ext uri="{BB962C8B-B14F-4D97-AF65-F5344CB8AC3E}">
        <p14:creationId xmlns:p14="http://schemas.microsoft.com/office/powerpoint/2010/main" val="1306594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lvl1pPr>
              <a:defRPr sz="2000"/>
            </a:lvl1pPr>
            <a:lvl2pPr>
              <a:defRPr sz="2000"/>
            </a:lvl2pPr>
            <a:lvl3pPr>
              <a:defRPr sz="2000"/>
            </a:lvl3pPr>
            <a:lvl4pPr>
              <a:defRPr sz="2000"/>
            </a:lvl4pPr>
            <a:lvl5pPr>
              <a:defRPr sz="20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2962432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ítulo e conteúdo">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1460612" y="116633"/>
            <a:ext cx="8029462" cy="6009530"/>
          </a:xfrm>
        </p:spPr>
        <p:txBody>
          <a:bodyPr/>
          <a:lstStyle>
            <a:lvl1pPr>
              <a:defRPr sz="2000"/>
            </a:lvl1pPr>
            <a:lvl2pPr>
              <a:defRPr sz="2000"/>
            </a:lvl2pPr>
            <a:lvl3pPr>
              <a:defRPr sz="2000"/>
            </a:lvl3pPr>
            <a:lvl4pPr>
              <a:defRPr sz="2000"/>
            </a:lvl4pPr>
            <a:lvl5pPr>
              <a:defRPr sz="20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2147323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82638" y="3717032"/>
            <a:ext cx="8420100" cy="2556284"/>
          </a:xfrm>
        </p:spPr>
        <p:txBody>
          <a:bodyPr/>
          <a:lstStyle>
            <a:lvl1pPr algn="l">
              <a:spcBef>
                <a:spcPts val="1200"/>
              </a:spcBef>
              <a:spcAft>
                <a:spcPts val="600"/>
              </a:spcAft>
              <a:defRPr sz="3200" b="1" cap="none"/>
            </a:lvl1pPr>
          </a:lstStyle>
          <a:p>
            <a:r>
              <a:rPr lang="en-US" dirty="0"/>
              <a:t>Click to edit Master title style</a:t>
            </a:r>
            <a:endParaRPr lang="pt-BR" dirty="0"/>
          </a:p>
        </p:txBody>
      </p:sp>
      <p:sp>
        <p:nvSpPr>
          <p:cNvPr id="3" name="Espaço Reservado para Texto 2"/>
          <p:cNvSpPr>
            <a:spLocks noGrp="1"/>
          </p:cNvSpPr>
          <p:nvPr>
            <p:ph type="body" idx="1"/>
          </p:nvPr>
        </p:nvSpPr>
        <p:spPr>
          <a:xfrm>
            <a:off x="782638" y="1880828"/>
            <a:ext cx="8420100" cy="1500187"/>
          </a:xfrm>
        </p:spPr>
        <p:txBody>
          <a:bodyPr anchor="b"/>
          <a:lstStyle>
            <a:lvl1pPr marL="0" indent="0">
              <a:spcBef>
                <a:spcPts val="1200"/>
              </a:spcBef>
              <a:spcAft>
                <a:spcPts val="600"/>
              </a:spcAft>
              <a:buNone/>
              <a:defRPr sz="4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BR" dirty="0"/>
              <a:t>Clique para editar o texto mestre</a:t>
            </a:r>
          </a:p>
        </p:txBody>
      </p:sp>
    </p:spTree>
    <p:extLst>
      <p:ext uri="{BB962C8B-B14F-4D97-AF65-F5344CB8AC3E}">
        <p14:creationId xmlns:p14="http://schemas.microsoft.com/office/powerpoint/2010/main" val="729825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1459882" y="1340767"/>
            <a:ext cx="3889162" cy="478539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5637076" y="1340767"/>
            <a:ext cx="3852999" cy="478539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72296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1280592" y="274638"/>
            <a:ext cx="8130108" cy="1143000"/>
          </a:xfrm>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1280592" y="1535113"/>
            <a:ext cx="359144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o texto mestre</a:t>
            </a:r>
          </a:p>
        </p:txBody>
      </p:sp>
      <p:sp>
        <p:nvSpPr>
          <p:cNvPr id="4" name="Espaço Reservado para Conteúdo 3"/>
          <p:cNvSpPr>
            <a:spLocks noGrp="1"/>
          </p:cNvSpPr>
          <p:nvPr>
            <p:ph sz="half" idx="2"/>
          </p:nvPr>
        </p:nvSpPr>
        <p:spPr>
          <a:xfrm>
            <a:off x="1280592" y="2312875"/>
            <a:ext cx="3591446" cy="38132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5" name="Espaço Reservado para Texto 4"/>
          <p:cNvSpPr>
            <a:spLocks noGrp="1"/>
          </p:cNvSpPr>
          <p:nvPr>
            <p:ph type="body" sz="quarter" idx="3"/>
          </p:nvPr>
        </p:nvSpPr>
        <p:spPr>
          <a:xfrm>
            <a:off x="5421052" y="1535113"/>
            <a:ext cx="398964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5421052" y="2312875"/>
            <a:ext cx="3989648" cy="38132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4042857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Tree>
    <p:extLst>
      <p:ext uri="{BB962C8B-B14F-4D97-AF65-F5344CB8AC3E}">
        <p14:creationId xmlns:p14="http://schemas.microsoft.com/office/powerpoint/2010/main" val="2276721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898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585850" y="273050"/>
            <a:ext cx="3259138" cy="1162050"/>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4953000" y="273050"/>
            <a:ext cx="44577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1585850" y="1556792"/>
            <a:ext cx="3259138" cy="45693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Tree>
    <p:extLst>
      <p:ext uri="{BB962C8B-B14F-4D97-AF65-F5344CB8AC3E}">
        <p14:creationId xmlns:p14="http://schemas.microsoft.com/office/powerpoint/2010/main" val="2987893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501788" y="4800600"/>
            <a:ext cx="5943600" cy="566738"/>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2501788"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2501788"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Tree>
    <p:extLst>
      <p:ext uri="{BB962C8B-B14F-4D97-AF65-F5344CB8AC3E}">
        <p14:creationId xmlns:p14="http://schemas.microsoft.com/office/powerpoint/2010/main" val="3668710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87359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221538" y="225425"/>
            <a:ext cx="2268537" cy="59007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1604628" y="225425"/>
            <a:ext cx="5464510" cy="59007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9635738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ítulo, conteúdo e 2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1316038" y="225425"/>
            <a:ext cx="8132762" cy="539750"/>
          </a:xfrm>
        </p:spPr>
        <p:txBody>
          <a:bodyPr/>
          <a:lstStyle/>
          <a:p>
            <a:r>
              <a:rPr lang="pt-BR"/>
              <a:t>Clique para editar o título mestre</a:t>
            </a:r>
          </a:p>
        </p:txBody>
      </p:sp>
      <p:sp>
        <p:nvSpPr>
          <p:cNvPr id="3" name="Espaço Reservado para Conteúdo 2"/>
          <p:cNvSpPr>
            <a:spLocks noGrp="1"/>
          </p:cNvSpPr>
          <p:nvPr>
            <p:ph sz="half" idx="1"/>
          </p:nvPr>
        </p:nvSpPr>
        <p:spPr>
          <a:xfrm>
            <a:off x="1568624" y="1196975"/>
            <a:ext cx="3600400" cy="4929188"/>
          </a:xfrm>
        </p:spPr>
        <p:txBody>
          <a:body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Conteúdo 3"/>
          <p:cNvSpPr>
            <a:spLocks noGrp="1"/>
          </p:cNvSpPr>
          <p:nvPr>
            <p:ph sz="quarter" idx="2"/>
          </p:nvPr>
        </p:nvSpPr>
        <p:spPr>
          <a:xfrm>
            <a:off x="5313040" y="1196975"/>
            <a:ext cx="4135760" cy="23876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Conteúdo 4"/>
          <p:cNvSpPr>
            <a:spLocks noGrp="1"/>
          </p:cNvSpPr>
          <p:nvPr>
            <p:ph sz="quarter" idx="3"/>
          </p:nvPr>
        </p:nvSpPr>
        <p:spPr>
          <a:xfrm>
            <a:off x="5313040" y="3736975"/>
            <a:ext cx="4135760" cy="23891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850522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ítulo e tabela">
    <p:spTree>
      <p:nvGrpSpPr>
        <p:cNvPr id="1" name=""/>
        <p:cNvGrpSpPr/>
        <p:nvPr/>
      </p:nvGrpSpPr>
      <p:grpSpPr>
        <a:xfrm>
          <a:off x="0" y="0"/>
          <a:ext cx="0" cy="0"/>
          <a:chOff x="0" y="0"/>
          <a:chExt cx="0" cy="0"/>
        </a:xfrm>
      </p:grpSpPr>
      <p:sp>
        <p:nvSpPr>
          <p:cNvPr id="2" name="Título 1"/>
          <p:cNvSpPr>
            <a:spLocks noGrp="1"/>
          </p:cNvSpPr>
          <p:nvPr>
            <p:ph type="title"/>
          </p:nvPr>
        </p:nvSpPr>
        <p:spPr>
          <a:xfrm>
            <a:off x="1316038" y="225425"/>
            <a:ext cx="8132762" cy="539750"/>
          </a:xfrm>
        </p:spPr>
        <p:txBody>
          <a:bodyPr/>
          <a:lstStyle/>
          <a:p>
            <a:r>
              <a:rPr lang="pt-BR"/>
              <a:t>Clique para editar o título mestre</a:t>
            </a:r>
          </a:p>
        </p:txBody>
      </p:sp>
      <p:sp>
        <p:nvSpPr>
          <p:cNvPr id="3" name="Espaço Reservado para Tabela 2"/>
          <p:cNvSpPr>
            <a:spLocks noGrp="1"/>
          </p:cNvSpPr>
          <p:nvPr>
            <p:ph type="tbl" idx="1"/>
          </p:nvPr>
        </p:nvSpPr>
        <p:spPr>
          <a:xfrm>
            <a:off x="1316037" y="1196975"/>
            <a:ext cx="8174037" cy="4929188"/>
          </a:xfrm>
        </p:spPr>
        <p:txBody>
          <a:bodyPr/>
          <a:lstStyle/>
          <a:p>
            <a:pPr lvl="0"/>
            <a:endParaRPr lang="pt-BR" noProof="0"/>
          </a:p>
        </p:txBody>
      </p:sp>
    </p:spTree>
    <p:extLst>
      <p:ext uri="{BB962C8B-B14F-4D97-AF65-F5344CB8AC3E}">
        <p14:creationId xmlns:p14="http://schemas.microsoft.com/office/powerpoint/2010/main" val="2459529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ítulo e gráfico">
    <p:spTree>
      <p:nvGrpSpPr>
        <p:cNvPr id="1" name=""/>
        <p:cNvGrpSpPr/>
        <p:nvPr/>
      </p:nvGrpSpPr>
      <p:grpSpPr>
        <a:xfrm>
          <a:off x="0" y="0"/>
          <a:ext cx="0" cy="0"/>
          <a:chOff x="0" y="0"/>
          <a:chExt cx="0" cy="0"/>
        </a:xfrm>
      </p:grpSpPr>
      <p:sp>
        <p:nvSpPr>
          <p:cNvPr id="2" name="Título 1"/>
          <p:cNvSpPr>
            <a:spLocks noGrp="1"/>
          </p:cNvSpPr>
          <p:nvPr>
            <p:ph type="title"/>
          </p:nvPr>
        </p:nvSpPr>
        <p:spPr>
          <a:xfrm>
            <a:off x="1316038" y="225425"/>
            <a:ext cx="8132762" cy="539750"/>
          </a:xfrm>
        </p:spPr>
        <p:txBody>
          <a:bodyPr/>
          <a:lstStyle/>
          <a:p>
            <a:r>
              <a:rPr lang="pt-BR"/>
              <a:t>Clique para editar o título mestre</a:t>
            </a:r>
          </a:p>
        </p:txBody>
      </p:sp>
      <p:sp>
        <p:nvSpPr>
          <p:cNvPr id="3" name="Espaço Reservado para Gráfico 2"/>
          <p:cNvSpPr>
            <a:spLocks noGrp="1"/>
          </p:cNvSpPr>
          <p:nvPr>
            <p:ph type="chart" idx="1"/>
          </p:nvPr>
        </p:nvSpPr>
        <p:spPr>
          <a:xfrm>
            <a:off x="1316037" y="1196975"/>
            <a:ext cx="8174037" cy="4929188"/>
          </a:xfrm>
        </p:spPr>
        <p:txBody>
          <a:bodyPr/>
          <a:lstStyle/>
          <a:p>
            <a:pPr lvl="0"/>
            <a:endParaRPr lang="pt-BR" noProof="0"/>
          </a:p>
        </p:txBody>
      </p:sp>
    </p:spTree>
    <p:extLst>
      <p:ext uri="{BB962C8B-B14F-4D97-AF65-F5344CB8AC3E}">
        <p14:creationId xmlns:p14="http://schemas.microsoft.com/office/powerpoint/2010/main" val="1451487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5" name="矩形 4"/>
          <p:cNvSpPr/>
          <p:nvPr userDrawn="1"/>
        </p:nvSpPr>
        <p:spPr>
          <a:xfrm>
            <a:off x="9701527" y="447369"/>
            <a:ext cx="204473" cy="157316"/>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标题 1"/>
          <p:cNvSpPr>
            <a:spLocks noGrp="1"/>
          </p:cNvSpPr>
          <p:nvPr>
            <p:ph type="title"/>
          </p:nvPr>
        </p:nvSpPr>
        <p:spPr>
          <a:xfrm>
            <a:off x="1496616" y="119314"/>
            <a:ext cx="8215412" cy="1293461"/>
          </a:xfrm>
        </p:spPr>
        <p:txBody>
          <a:bodyPr/>
          <a:lstStyle/>
          <a:p>
            <a:r>
              <a:rPr lang="zh-CN" altLang="en-US" dirty="0"/>
              <a:t>单击此处编辑母版标题样式</a:t>
            </a:r>
            <a:endParaRPr lang="en-GB" dirty="0"/>
          </a:p>
        </p:txBody>
      </p:sp>
    </p:spTree>
    <p:extLst>
      <p:ext uri="{BB962C8B-B14F-4D97-AF65-F5344CB8AC3E}">
        <p14:creationId xmlns:p14="http://schemas.microsoft.com/office/powerpoint/2010/main" val="2252173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verTx">
  <p:cSld name="Titolo e contenuto sopra testo">
    <p:spTree>
      <p:nvGrpSpPr>
        <p:cNvPr id="1" name=""/>
        <p:cNvGrpSpPr/>
        <p:nvPr/>
      </p:nvGrpSpPr>
      <p:grpSpPr>
        <a:xfrm>
          <a:off x="0" y="0"/>
          <a:ext cx="0" cy="0"/>
          <a:chOff x="0" y="0"/>
          <a:chExt cx="0" cy="0"/>
        </a:xfrm>
      </p:grpSpPr>
      <p:sp>
        <p:nvSpPr>
          <p:cNvPr id="2" name="Titolo 1"/>
          <p:cNvSpPr>
            <a:spLocks noGrp="1"/>
          </p:cNvSpPr>
          <p:nvPr>
            <p:ph type="title"/>
          </p:nvPr>
        </p:nvSpPr>
        <p:spPr>
          <a:xfrm>
            <a:off x="1532621" y="274638"/>
            <a:ext cx="7878079" cy="1143000"/>
          </a:xfrm>
        </p:spPr>
        <p:txBody>
          <a:bodyPr/>
          <a:lstStyle/>
          <a:p>
            <a:r>
              <a:rPr lang="it-IT"/>
              <a:t>Fare clic per modificare lo stile del titolo</a:t>
            </a:r>
            <a:endParaRPr lang="en-US"/>
          </a:p>
        </p:txBody>
      </p:sp>
      <p:sp>
        <p:nvSpPr>
          <p:cNvPr id="3" name="Segnaposto contenuto 2"/>
          <p:cNvSpPr>
            <a:spLocks noGrp="1"/>
          </p:cNvSpPr>
          <p:nvPr>
            <p:ph sz="half" idx="1"/>
          </p:nvPr>
        </p:nvSpPr>
        <p:spPr>
          <a:xfrm>
            <a:off x="1532620" y="1600200"/>
            <a:ext cx="7878079" cy="21859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p:cNvSpPr>
            <a:spLocks noGrp="1"/>
          </p:cNvSpPr>
          <p:nvPr>
            <p:ph type="body" sz="half" idx="2"/>
          </p:nvPr>
        </p:nvSpPr>
        <p:spPr>
          <a:xfrm>
            <a:off x="1532620" y="3938589"/>
            <a:ext cx="7878079" cy="218757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Tree>
    <p:extLst>
      <p:ext uri="{BB962C8B-B14F-4D97-AF65-F5344CB8AC3E}">
        <p14:creationId xmlns:p14="http://schemas.microsoft.com/office/powerpoint/2010/main" val="4059291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AndObj">
  <p:cSld name="Titolo, contenuto 2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1388604" y="274638"/>
            <a:ext cx="8022095" cy="1143000"/>
          </a:xfrm>
        </p:spPr>
        <p:txBody>
          <a:bodyPr/>
          <a:lstStyle/>
          <a:p>
            <a:r>
              <a:rPr lang="it-IT"/>
              <a:t>Fare clic per modificare lo stile del titolo</a:t>
            </a:r>
            <a:endParaRPr lang="en-US"/>
          </a:p>
        </p:txBody>
      </p:sp>
      <p:sp>
        <p:nvSpPr>
          <p:cNvPr id="3" name="Segnaposto contenuto 2"/>
          <p:cNvSpPr>
            <a:spLocks noGrp="1"/>
          </p:cNvSpPr>
          <p:nvPr>
            <p:ph sz="quarter" idx="1"/>
          </p:nvPr>
        </p:nvSpPr>
        <p:spPr>
          <a:xfrm>
            <a:off x="1388604" y="1600200"/>
            <a:ext cx="3481846" cy="2185988"/>
          </a:xfrm>
        </p:spPr>
        <p:txBody>
          <a:bodyPr/>
          <a:lstStyle>
            <a:lvl1pPr>
              <a:defRPr sz="2000"/>
            </a:lvl1pPr>
            <a:lvl2pPr>
              <a:defRPr sz="1800"/>
            </a:lvl2pPr>
            <a:lvl3pPr>
              <a:defRPr sz="1600"/>
            </a:lvl3pPr>
            <a:lvl4pPr>
              <a:defRPr sz="1400"/>
            </a:lvl4pPr>
            <a:lvl5pPr>
              <a:defRPr sz="1400"/>
            </a:lvl5pPr>
          </a:lstStyle>
          <a:p>
            <a:pPr lvl="0"/>
            <a:r>
              <a:rPr lang="it-IT" dirty="0"/>
              <a:t>Fare clic per modificare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contenuto 3"/>
          <p:cNvSpPr>
            <a:spLocks noGrp="1"/>
          </p:cNvSpPr>
          <p:nvPr>
            <p:ph sz="quarter" idx="2"/>
          </p:nvPr>
        </p:nvSpPr>
        <p:spPr>
          <a:xfrm>
            <a:off x="1388604" y="3938589"/>
            <a:ext cx="3481846" cy="2187575"/>
          </a:xfrm>
        </p:spPr>
        <p:txBody>
          <a:bodyPr/>
          <a:lstStyle>
            <a:lvl1pPr>
              <a:defRPr sz="2000"/>
            </a:lvl1pPr>
            <a:lvl2pPr>
              <a:defRPr sz="1800"/>
            </a:lvl2pPr>
            <a:lvl3pPr>
              <a:defRPr sz="1600"/>
            </a:lvl3pPr>
            <a:lvl4pPr>
              <a:defRPr sz="1400"/>
            </a:lvl4pPr>
            <a:lvl5pPr>
              <a:defRPr sz="1400"/>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contenuto 4"/>
          <p:cNvSpPr>
            <a:spLocks noGrp="1"/>
          </p:cNvSpPr>
          <p:nvPr>
            <p:ph sz="half" idx="3"/>
          </p:nvPr>
        </p:nvSpPr>
        <p:spPr>
          <a:xfrm>
            <a:off x="5035550" y="1600201"/>
            <a:ext cx="4375150" cy="4525963"/>
          </a:xfrm>
        </p:spPr>
        <p:txBody>
          <a:bodyPr/>
          <a:lstStyle>
            <a:lvl1pPr>
              <a:defRPr sz="2000"/>
            </a:lvl1pPr>
            <a:lvl2pPr>
              <a:defRPr sz="1800"/>
            </a:lvl2pPr>
            <a:lvl3pPr>
              <a:defRPr sz="1600"/>
            </a:lvl3pPr>
            <a:lvl4pPr>
              <a:defRPr sz="1400"/>
            </a:lvl4pPr>
            <a:lvl5pPr>
              <a:defRPr sz="1400"/>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Tree>
    <p:extLst>
      <p:ext uri="{BB962C8B-B14F-4D97-AF65-F5344CB8AC3E}">
        <p14:creationId xmlns:p14="http://schemas.microsoft.com/office/powerpoint/2010/main" val="1515075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1460612" y="1376771"/>
            <a:ext cx="8029462" cy="4749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0000" bIns="45720" numCol="1" anchor="t" anchorCtr="0" compatLnSpc="1">
            <a:prstTxWarp prst="textNoShape">
              <a:avLst/>
            </a:prstTxWarp>
          </a:bodyPr>
          <a:lstStyle/>
          <a:p>
            <a:pPr lvl="0"/>
            <a:r>
              <a:rPr lang="it-IT" altLang="it-IT" dirty="0"/>
              <a:t>Fare clic per modificare gli stili del testo dello schema</a:t>
            </a:r>
          </a:p>
          <a:p>
            <a:pPr lvl="1"/>
            <a:r>
              <a:rPr lang="it-IT" altLang="it-IT" dirty="0"/>
              <a:t>Secondo livello</a:t>
            </a:r>
          </a:p>
          <a:p>
            <a:pPr lvl="2"/>
            <a:r>
              <a:rPr lang="it-IT" altLang="it-IT" dirty="0"/>
              <a:t>Terzo livello</a:t>
            </a:r>
          </a:p>
          <a:p>
            <a:pPr lvl="3"/>
            <a:r>
              <a:rPr lang="it-IT" altLang="it-IT" dirty="0"/>
              <a:t>Quarto livello</a:t>
            </a:r>
          </a:p>
          <a:p>
            <a:pPr lvl="4"/>
            <a:r>
              <a:rPr lang="it-IT" altLang="it-IT" dirty="0"/>
              <a:t>Quinto livello</a:t>
            </a:r>
          </a:p>
        </p:txBody>
      </p:sp>
      <p:sp>
        <p:nvSpPr>
          <p:cNvPr id="1027" name="Rectangle 7"/>
          <p:cNvSpPr>
            <a:spLocks noGrp="1" noChangeArrowheads="1"/>
          </p:cNvSpPr>
          <p:nvPr>
            <p:ph type="title"/>
          </p:nvPr>
        </p:nvSpPr>
        <p:spPr bwMode="auto">
          <a:xfrm>
            <a:off x="1459882" y="225425"/>
            <a:ext cx="798891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36000" rIns="91440" bIns="36000" numCol="1" anchor="t" anchorCtr="0" compatLnSpc="1">
            <a:prstTxWarp prst="textNoShape">
              <a:avLst/>
            </a:prstTxWarp>
          </a:bodyPr>
          <a:lstStyle/>
          <a:p>
            <a:pPr lvl="0"/>
            <a:r>
              <a:rPr lang="it-IT" altLang="it-IT"/>
              <a:t>Click to edit Master title style</a:t>
            </a:r>
          </a:p>
        </p:txBody>
      </p:sp>
      <p:sp>
        <p:nvSpPr>
          <p:cNvPr id="1028" name="Text Box 9"/>
          <p:cNvSpPr txBox="1">
            <a:spLocks noChangeArrowheads="1"/>
          </p:cNvSpPr>
          <p:nvPr/>
        </p:nvSpPr>
        <p:spPr bwMode="auto">
          <a:xfrm>
            <a:off x="8121650" y="6524625"/>
            <a:ext cx="1492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72000" bIns="36000" anchor="b"/>
          <a:lstStyle>
            <a:lvl1pPr eaLnBrk="0" hangingPunct="0">
              <a:defRPr sz="2200">
                <a:solidFill>
                  <a:srgbClr val="003E74"/>
                </a:solidFill>
                <a:latin typeface="Lucida Sans" pitchFamily="34" charset="0"/>
                <a:cs typeface="Arial" pitchFamily="34" charset="0"/>
              </a:defRPr>
            </a:lvl1pPr>
            <a:lvl2pPr marL="742950" indent="-285750" eaLnBrk="0" hangingPunct="0">
              <a:defRPr sz="2200">
                <a:solidFill>
                  <a:srgbClr val="003E74"/>
                </a:solidFill>
                <a:latin typeface="Lucida Sans" pitchFamily="34" charset="0"/>
                <a:cs typeface="Arial" pitchFamily="34" charset="0"/>
              </a:defRPr>
            </a:lvl2pPr>
            <a:lvl3pPr marL="1143000" indent="-228600" eaLnBrk="0" hangingPunct="0">
              <a:defRPr sz="2200">
                <a:solidFill>
                  <a:srgbClr val="003E74"/>
                </a:solidFill>
                <a:latin typeface="Lucida Sans" pitchFamily="34" charset="0"/>
                <a:cs typeface="Arial" pitchFamily="34" charset="0"/>
              </a:defRPr>
            </a:lvl3pPr>
            <a:lvl4pPr marL="1600200" indent="-228600" eaLnBrk="0" hangingPunct="0">
              <a:defRPr sz="2200">
                <a:solidFill>
                  <a:srgbClr val="003E74"/>
                </a:solidFill>
                <a:latin typeface="Lucida Sans" pitchFamily="34" charset="0"/>
                <a:cs typeface="Arial" pitchFamily="34" charset="0"/>
              </a:defRPr>
            </a:lvl4pPr>
            <a:lvl5pPr marL="2057400" indent="-228600" eaLnBrk="0" hangingPunct="0">
              <a:defRPr sz="2200">
                <a:solidFill>
                  <a:srgbClr val="003E74"/>
                </a:solidFill>
                <a:latin typeface="Lucida Sans" pitchFamily="34" charset="0"/>
                <a:cs typeface="Arial" pitchFamily="34" charset="0"/>
              </a:defRPr>
            </a:lvl5pPr>
            <a:lvl6pPr marL="2514600" indent="-228600" eaLnBrk="0" fontAlgn="base" hangingPunct="0">
              <a:spcBef>
                <a:spcPct val="0"/>
              </a:spcBef>
              <a:spcAft>
                <a:spcPct val="0"/>
              </a:spcAft>
              <a:defRPr sz="2200">
                <a:solidFill>
                  <a:srgbClr val="003E74"/>
                </a:solidFill>
                <a:latin typeface="Lucida Sans" pitchFamily="34" charset="0"/>
                <a:cs typeface="Arial" pitchFamily="34" charset="0"/>
              </a:defRPr>
            </a:lvl6pPr>
            <a:lvl7pPr marL="2971800" indent="-228600" eaLnBrk="0" fontAlgn="base" hangingPunct="0">
              <a:spcBef>
                <a:spcPct val="0"/>
              </a:spcBef>
              <a:spcAft>
                <a:spcPct val="0"/>
              </a:spcAft>
              <a:defRPr sz="2200">
                <a:solidFill>
                  <a:srgbClr val="003E74"/>
                </a:solidFill>
                <a:latin typeface="Lucida Sans" pitchFamily="34" charset="0"/>
                <a:cs typeface="Arial" pitchFamily="34" charset="0"/>
              </a:defRPr>
            </a:lvl7pPr>
            <a:lvl8pPr marL="3429000" indent="-228600" eaLnBrk="0" fontAlgn="base" hangingPunct="0">
              <a:spcBef>
                <a:spcPct val="0"/>
              </a:spcBef>
              <a:spcAft>
                <a:spcPct val="0"/>
              </a:spcAft>
              <a:defRPr sz="2200">
                <a:solidFill>
                  <a:srgbClr val="003E74"/>
                </a:solidFill>
                <a:latin typeface="Lucida Sans" pitchFamily="34" charset="0"/>
                <a:cs typeface="Arial" pitchFamily="34" charset="0"/>
              </a:defRPr>
            </a:lvl8pPr>
            <a:lvl9pPr marL="3886200" indent="-228600" eaLnBrk="0" fontAlgn="base" hangingPunct="0">
              <a:spcBef>
                <a:spcPct val="0"/>
              </a:spcBef>
              <a:spcAft>
                <a:spcPct val="0"/>
              </a:spcAft>
              <a:defRPr sz="2200">
                <a:solidFill>
                  <a:srgbClr val="003E74"/>
                </a:solidFill>
                <a:latin typeface="Lucida Sans" pitchFamily="34" charset="0"/>
                <a:cs typeface="Arial" pitchFamily="34" charset="0"/>
              </a:defRPr>
            </a:lvl9pPr>
          </a:lstStyle>
          <a:p>
            <a:pPr algn="r"/>
            <a:r>
              <a:rPr lang="it-IT" altLang="it-IT" sz="800"/>
              <a:t>    - </a:t>
            </a:r>
            <a:fld id="{7C98F405-FC0F-4CDD-96C1-81071F21CAF2}" type="slidenum">
              <a:rPr lang="it-IT" altLang="it-IT" sz="800"/>
              <a:pPr algn="r"/>
              <a:t>‹N›</a:t>
            </a:fld>
            <a:r>
              <a:rPr lang="it-IT" altLang="it-IT" sz="800"/>
              <a:t>-</a:t>
            </a:r>
          </a:p>
          <a:p>
            <a:pPr algn="r"/>
            <a:endParaRPr lang="en-US" altLang="it-IT" sz="800"/>
          </a:p>
        </p:txBody>
      </p:sp>
      <p:sp>
        <p:nvSpPr>
          <p:cNvPr id="1030" name="Rectangle 10"/>
          <p:cNvSpPr>
            <a:spLocks noChangeArrowheads="1"/>
          </p:cNvSpPr>
          <p:nvPr/>
        </p:nvSpPr>
        <p:spPr bwMode="auto">
          <a:xfrm>
            <a:off x="0" y="6753225"/>
            <a:ext cx="9906000" cy="104775"/>
          </a:xfrm>
          <a:prstGeom prst="rect">
            <a:avLst/>
          </a:prstGeom>
          <a:solidFill>
            <a:schemeClr val="bg1">
              <a:lumMod val="75000"/>
            </a:schemeClr>
          </a:solidFill>
          <a:ln w="6350">
            <a:noFill/>
            <a:miter lim="800000"/>
            <a:headEnd/>
            <a:tailEnd/>
          </a:ln>
          <a:effectLst/>
        </p:spPr>
        <p:txBody>
          <a:bodyPr wrap="none" anchor="ctr"/>
          <a:lstStyle>
            <a:lvl1pPr eaLnBrk="0" hangingPunct="0">
              <a:defRPr sz="2200">
                <a:solidFill>
                  <a:srgbClr val="003E74"/>
                </a:solidFill>
                <a:latin typeface="Lucida Sans" pitchFamily="34" charset="0"/>
                <a:cs typeface="Arial" pitchFamily="34" charset="0"/>
              </a:defRPr>
            </a:lvl1pPr>
            <a:lvl2pPr marL="742950" indent="-285750" eaLnBrk="0" hangingPunct="0">
              <a:defRPr sz="2200">
                <a:solidFill>
                  <a:srgbClr val="003E74"/>
                </a:solidFill>
                <a:latin typeface="Lucida Sans" pitchFamily="34" charset="0"/>
                <a:cs typeface="Arial" pitchFamily="34" charset="0"/>
              </a:defRPr>
            </a:lvl2pPr>
            <a:lvl3pPr marL="1143000" indent="-228600" eaLnBrk="0" hangingPunct="0">
              <a:defRPr sz="2200">
                <a:solidFill>
                  <a:srgbClr val="003E74"/>
                </a:solidFill>
                <a:latin typeface="Lucida Sans" pitchFamily="34" charset="0"/>
                <a:cs typeface="Arial" pitchFamily="34" charset="0"/>
              </a:defRPr>
            </a:lvl3pPr>
            <a:lvl4pPr marL="1600200" indent="-228600" eaLnBrk="0" hangingPunct="0">
              <a:defRPr sz="2200">
                <a:solidFill>
                  <a:srgbClr val="003E74"/>
                </a:solidFill>
                <a:latin typeface="Lucida Sans" pitchFamily="34" charset="0"/>
                <a:cs typeface="Arial" pitchFamily="34" charset="0"/>
              </a:defRPr>
            </a:lvl4pPr>
            <a:lvl5pPr marL="2057400" indent="-228600" eaLnBrk="0" hangingPunct="0">
              <a:defRPr sz="2200">
                <a:solidFill>
                  <a:srgbClr val="003E74"/>
                </a:solidFill>
                <a:latin typeface="Lucida Sans" pitchFamily="34" charset="0"/>
                <a:cs typeface="Arial" pitchFamily="34" charset="0"/>
              </a:defRPr>
            </a:lvl5pPr>
            <a:lvl6pPr marL="2514600" indent="-228600" eaLnBrk="0" fontAlgn="base" hangingPunct="0">
              <a:spcBef>
                <a:spcPct val="0"/>
              </a:spcBef>
              <a:spcAft>
                <a:spcPct val="0"/>
              </a:spcAft>
              <a:defRPr sz="2200">
                <a:solidFill>
                  <a:srgbClr val="003E74"/>
                </a:solidFill>
                <a:latin typeface="Lucida Sans" pitchFamily="34" charset="0"/>
                <a:cs typeface="Arial" pitchFamily="34" charset="0"/>
              </a:defRPr>
            </a:lvl6pPr>
            <a:lvl7pPr marL="2971800" indent="-228600" eaLnBrk="0" fontAlgn="base" hangingPunct="0">
              <a:spcBef>
                <a:spcPct val="0"/>
              </a:spcBef>
              <a:spcAft>
                <a:spcPct val="0"/>
              </a:spcAft>
              <a:defRPr sz="2200">
                <a:solidFill>
                  <a:srgbClr val="003E74"/>
                </a:solidFill>
                <a:latin typeface="Lucida Sans" pitchFamily="34" charset="0"/>
                <a:cs typeface="Arial" pitchFamily="34" charset="0"/>
              </a:defRPr>
            </a:lvl7pPr>
            <a:lvl8pPr marL="3429000" indent="-228600" eaLnBrk="0" fontAlgn="base" hangingPunct="0">
              <a:spcBef>
                <a:spcPct val="0"/>
              </a:spcBef>
              <a:spcAft>
                <a:spcPct val="0"/>
              </a:spcAft>
              <a:defRPr sz="2200">
                <a:solidFill>
                  <a:srgbClr val="003E74"/>
                </a:solidFill>
                <a:latin typeface="Lucida Sans" pitchFamily="34" charset="0"/>
                <a:cs typeface="Arial" pitchFamily="34" charset="0"/>
              </a:defRPr>
            </a:lvl8pPr>
            <a:lvl9pPr marL="3886200" indent="-228600" eaLnBrk="0" fontAlgn="base" hangingPunct="0">
              <a:spcBef>
                <a:spcPct val="0"/>
              </a:spcBef>
              <a:spcAft>
                <a:spcPct val="0"/>
              </a:spcAft>
              <a:defRPr sz="2200">
                <a:solidFill>
                  <a:srgbClr val="003E74"/>
                </a:solidFill>
                <a:latin typeface="Lucida Sans" pitchFamily="34" charset="0"/>
                <a:cs typeface="Arial" pitchFamily="34" charset="0"/>
              </a:defRPr>
            </a:lvl9pPr>
          </a:lstStyle>
          <a:p>
            <a:pPr algn="r" eaLnBrk="1" hangingPunct="1">
              <a:lnSpc>
                <a:spcPct val="105000"/>
              </a:lnSpc>
            </a:pPr>
            <a:endParaRPr lang="pt-BR" altLang="it-IT"/>
          </a:p>
        </p:txBody>
      </p:sp>
      <p:pic>
        <p:nvPicPr>
          <p:cNvPr id="2" name="Picture 8"/>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07950" y="225425"/>
            <a:ext cx="992188"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6" r:id="rId1"/>
    <p:sldLayoutId id="2147483874"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72" r:id="rId15"/>
    <p:sldLayoutId id="2147483873" r:id="rId16"/>
    <p:sldLayoutId id="2147483875" r:id="rId17"/>
  </p:sldLayoutIdLst>
  <p:txStyles>
    <p:titleStyle>
      <a:lvl1pPr algn="r" rtl="0" eaLnBrk="0" fontAlgn="base" hangingPunct="0">
        <a:lnSpc>
          <a:spcPct val="105000"/>
        </a:lnSpc>
        <a:spcBef>
          <a:spcPct val="0"/>
        </a:spcBef>
        <a:spcAft>
          <a:spcPct val="0"/>
        </a:spcAft>
        <a:defRPr sz="2200">
          <a:solidFill>
            <a:srgbClr val="003E74"/>
          </a:solidFill>
          <a:latin typeface="+mj-lt"/>
          <a:ea typeface="+mj-ea"/>
          <a:cs typeface="+mj-cs"/>
        </a:defRPr>
      </a:lvl1pPr>
      <a:lvl2pPr algn="r" rtl="0" eaLnBrk="0" fontAlgn="base" hangingPunct="0">
        <a:lnSpc>
          <a:spcPct val="105000"/>
        </a:lnSpc>
        <a:spcBef>
          <a:spcPct val="0"/>
        </a:spcBef>
        <a:spcAft>
          <a:spcPct val="0"/>
        </a:spcAft>
        <a:defRPr sz="2200">
          <a:solidFill>
            <a:srgbClr val="003E74"/>
          </a:solidFill>
          <a:latin typeface="Lucida Sans" pitchFamily="34" charset="0"/>
          <a:cs typeface="Arial" charset="0"/>
        </a:defRPr>
      </a:lvl2pPr>
      <a:lvl3pPr algn="r" rtl="0" eaLnBrk="0" fontAlgn="base" hangingPunct="0">
        <a:lnSpc>
          <a:spcPct val="105000"/>
        </a:lnSpc>
        <a:spcBef>
          <a:spcPct val="0"/>
        </a:spcBef>
        <a:spcAft>
          <a:spcPct val="0"/>
        </a:spcAft>
        <a:defRPr sz="2200">
          <a:solidFill>
            <a:srgbClr val="003E74"/>
          </a:solidFill>
          <a:latin typeface="Lucida Sans" pitchFamily="34" charset="0"/>
          <a:cs typeface="Arial" charset="0"/>
        </a:defRPr>
      </a:lvl3pPr>
      <a:lvl4pPr algn="r" rtl="0" eaLnBrk="0" fontAlgn="base" hangingPunct="0">
        <a:lnSpc>
          <a:spcPct val="105000"/>
        </a:lnSpc>
        <a:spcBef>
          <a:spcPct val="0"/>
        </a:spcBef>
        <a:spcAft>
          <a:spcPct val="0"/>
        </a:spcAft>
        <a:defRPr sz="2200">
          <a:solidFill>
            <a:srgbClr val="003E74"/>
          </a:solidFill>
          <a:latin typeface="Lucida Sans" pitchFamily="34" charset="0"/>
          <a:cs typeface="Arial" charset="0"/>
        </a:defRPr>
      </a:lvl4pPr>
      <a:lvl5pPr algn="r" rtl="0" eaLnBrk="0" fontAlgn="base" hangingPunct="0">
        <a:lnSpc>
          <a:spcPct val="105000"/>
        </a:lnSpc>
        <a:spcBef>
          <a:spcPct val="0"/>
        </a:spcBef>
        <a:spcAft>
          <a:spcPct val="0"/>
        </a:spcAft>
        <a:defRPr sz="2200">
          <a:solidFill>
            <a:srgbClr val="003E74"/>
          </a:solidFill>
          <a:latin typeface="Lucida Sans" pitchFamily="34" charset="0"/>
          <a:cs typeface="Arial" charset="0"/>
        </a:defRPr>
      </a:lvl5pPr>
      <a:lvl6pPr marL="457200" algn="r" rtl="0" fontAlgn="base">
        <a:lnSpc>
          <a:spcPct val="105000"/>
        </a:lnSpc>
        <a:spcBef>
          <a:spcPct val="0"/>
        </a:spcBef>
        <a:spcAft>
          <a:spcPct val="0"/>
        </a:spcAft>
        <a:defRPr sz="2200">
          <a:solidFill>
            <a:srgbClr val="003E74"/>
          </a:solidFill>
          <a:latin typeface="Lucida Sans" pitchFamily="34" charset="0"/>
          <a:cs typeface="Arial" charset="0"/>
        </a:defRPr>
      </a:lvl6pPr>
      <a:lvl7pPr marL="914400" algn="r" rtl="0" fontAlgn="base">
        <a:lnSpc>
          <a:spcPct val="105000"/>
        </a:lnSpc>
        <a:spcBef>
          <a:spcPct val="0"/>
        </a:spcBef>
        <a:spcAft>
          <a:spcPct val="0"/>
        </a:spcAft>
        <a:defRPr sz="2200">
          <a:solidFill>
            <a:srgbClr val="003E74"/>
          </a:solidFill>
          <a:latin typeface="Lucida Sans" pitchFamily="34" charset="0"/>
          <a:cs typeface="Arial" charset="0"/>
        </a:defRPr>
      </a:lvl7pPr>
      <a:lvl8pPr marL="1371600" algn="r" rtl="0" fontAlgn="base">
        <a:lnSpc>
          <a:spcPct val="105000"/>
        </a:lnSpc>
        <a:spcBef>
          <a:spcPct val="0"/>
        </a:spcBef>
        <a:spcAft>
          <a:spcPct val="0"/>
        </a:spcAft>
        <a:defRPr sz="2200">
          <a:solidFill>
            <a:srgbClr val="003E74"/>
          </a:solidFill>
          <a:latin typeface="Lucida Sans" pitchFamily="34" charset="0"/>
          <a:cs typeface="Arial" charset="0"/>
        </a:defRPr>
      </a:lvl8pPr>
      <a:lvl9pPr marL="1828800" algn="r" rtl="0" fontAlgn="base">
        <a:lnSpc>
          <a:spcPct val="105000"/>
        </a:lnSpc>
        <a:spcBef>
          <a:spcPct val="0"/>
        </a:spcBef>
        <a:spcAft>
          <a:spcPct val="0"/>
        </a:spcAft>
        <a:defRPr sz="2200">
          <a:solidFill>
            <a:srgbClr val="003E74"/>
          </a:solidFill>
          <a:latin typeface="Lucida Sans" pitchFamily="34" charset="0"/>
          <a:cs typeface="Arial" charset="0"/>
        </a:defRPr>
      </a:lvl9pPr>
    </p:titleStyle>
    <p:bodyStyle>
      <a:lvl1pPr marL="176213" indent="-176213" algn="l" rtl="0" eaLnBrk="0" fontAlgn="base" hangingPunct="0">
        <a:spcBef>
          <a:spcPct val="100000"/>
        </a:spcBef>
        <a:spcAft>
          <a:spcPct val="0"/>
        </a:spcAft>
        <a:buFont typeface="Wingdings" pitchFamily="2" charset="2"/>
        <a:buChar char=""/>
        <a:defRPr sz="1600">
          <a:solidFill>
            <a:srgbClr val="003E74"/>
          </a:solidFill>
          <a:latin typeface="+mn-lt"/>
          <a:ea typeface="+mn-ea"/>
          <a:cs typeface="+mn-cs"/>
        </a:defRPr>
      </a:lvl1pPr>
      <a:lvl2pPr marL="517525" indent="-227013" algn="l" rtl="0" eaLnBrk="0" fontAlgn="base" hangingPunct="0">
        <a:spcBef>
          <a:spcPct val="25000"/>
        </a:spcBef>
        <a:spcAft>
          <a:spcPct val="0"/>
        </a:spcAft>
        <a:buFont typeface="Lucida Sans" pitchFamily="34" charset="0"/>
        <a:buChar char="–"/>
        <a:defRPr sz="1600">
          <a:solidFill>
            <a:srgbClr val="003E74"/>
          </a:solidFill>
          <a:latin typeface="+mn-lt"/>
          <a:cs typeface="+mn-cs"/>
        </a:defRPr>
      </a:lvl2pPr>
      <a:lvl3pPr marL="801688" indent="-169863" algn="l" rtl="0" eaLnBrk="0" fontAlgn="base" hangingPunct="0">
        <a:spcBef>
          <a:spcPct val="15000"/>
        </a:spcBef>
        <a:spcAft>
          <a:spcPct val="0"/>
        </a:spcAft>
        <a:buChar char="•"/>
        <a:defRPr sz="1600">
          <a:solidFill>
            <a:srgbClr val="003E74"/>
          </a:solidFill>
          <a:latin typeface="+mn-lt"/>
          <a:cs typeface="+mn-cs"/>
        </a:defRPr>
      </a:lvl3pPr>
      <a:lvl4pPr marL="1084263" indent="-168275" algn="l" rtl="0" eaLnBrk="0" fontAlgn="base" hangingPunct="0">
        <a:spcBef>
          <a:spcPct val="0"/>
        </a:spcBef>
        <a:spcAft>
          <a:spcPct val="0"/>
        </a:spcAft>
        <a:buFont typeface="Lucida Sans" pitchFamily="34" charset="0"/>
        <a:buChar char="•"/>
        <a:defRPr sz="1600">
          <a:solidFill>
            <a:srgbClr val="003E74"/>
          </a:solidFill>
          <a:latin typeface="+mn-lt"/>
          <a:cs typeface="+mn-cs"/>
        </a:defRPr>
      </a:lvl4pPr>
      <a:lvl5pPr marL="1368425" indent="-169863" algn="l" rtl="0" eaLnBrk="0" fontAlgn="base" hangingPunct="0">
        <a:spcBef>
          <a:spcPct val="0"/>
        </a:spcBef>
        <a:spcAft>
          <a:spcPct val="0"/>
        </a:spcAft>
        <a:buFont typeface="Lucida Sans" pitchFamily="34" charset="0"/>
        <a:buChar char="•"/>
        <a:defRPr sz="1600">
          <a:solidFill>
            <a:srgbClr val="003E74"/>
          </a:solidFill>
          <a:latin typeface="+mn-lt"/>
          <a:cs typeface="+mn-cs"/>
        </a:defRPr>
      </a:lvl5pPr>
      <a:lvl6pPr marL="1825625" indent="-169863" algn="l" rtl="0" fontAlgn="base">
        <a:spcBef>
          <a:spcPct val="0"/>
        </a:spcBef>
        <a:spcAft>
          <a:spcPct val="0"/>
        </a:spcAft>
        <a:buFont typeface="Lucida Sans" pitchFamily="34" charset="0"/>
        <a:buChar char="•"/>
        <a:defRPr sz="1600">
          <a:solidFill>
            <a:srgbClr val="003E74"/>
          </a:solidFill>
          <a:latin typeface="+mn-lt"/>
          <a:cs typeface="+mn-cs"/>
        </a:defRPr>
      </a:lvl6pPr>
      <a:lvl7pPr marL="2282825" indent="-169863" algn="l" rtl="0" fontAlgn="base">
        <a:spcBef>
          <a:spcPct val="0"/>
        </a:spcBef>
        <a:spcAft>
          <a:spcPct val="0"/>
        </a:spcAft>
        <a:buFont typeface="Lucida Sans" pitchFamily="34" charset="0"/>
        <a:buChar char="•"/>
        <a:defRPr sz="1600">
          <a:solidFill>
            <a:srgbClr val="003E74"/>
          </a:solidFill>
          <a:latin typeface="+mn-lt"/>
          <a:cs typeface="+mn-cs"/>
        </a:defRPr>
      </a:lvl7pPr>
      <a:lvl8pPr marL="2740025" indent="-169863" algn="l" rtl="0" fontAlgn="base">
        <a:spcBef>
          <a:spcPct val="0"/>
        </a:spcBef>
        <a:spcAft>
          <a:spcPct val="0"/>
        </a:spcAft>
        <a:buFont typeface="Lucida Sans" pitchFamily="34" charset="0"/>
        <a:buChar char="•"/>
        <a:defRPr sz="1600">
          <a:solidFill>
            <a:srgbClr val="003E74"/>
          </a:solidFill>
          <a:latin typeface="+mn-lt"/>
          <a:cs typeface="+mn-cs"/>
        </a:defRPr>
      </a:lvl8pPr>
      <a:lvl9pPr marL="3197225" indent="-169863" algn="l" rtl="0" fontAlgn="base">
        <a:spcBef>
          <a:spcPct val="0"/>
        </a:spcBef>
        <a:spcAft>
          <a:spcPct val="0"/>
        </a:spcAft>
        <a:buFont typeface="Lucida Sans" pitchFamily="34" charset="0"/>
        <a:buChar char="•"/>
        <a:defRPr sz="1600">
          <a:solidFill>
            <a:srgbClr val="003E74"/>
          </a:solidFill>
          <a:latin typeface="+mn-lt"/>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diagramLayout" Target="../diagrams/layout4.xml"/><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diagramData" Target="../diagrams/data4.xml"/><Relationship Id="rId2" Type="http://schemas.openxmlformats.org/officeDocument/2006/relationships/diagramData" Target="../diagrams/data2.xml"/><Relationship Id="rId16" Type="http://schemas.microsoft.com/office/2007/relationships/diagramDrawing" Target="../diagrams/drawing4.xml"/><Relationship Id="rId1" Type="http://schemas.openxmlformats.org/officeDocument/2006/relationships/slideLayout" Target="../slideLayouts/slideLayout6.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5" Type="http://schemas.openxmlformats.org/officeDocument/2006/relationships/diagramColors" Target="../diagrams/colors4.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 Id="rId14"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17.xml"/><Relationship Id="rId3" Type="http://schemas.microsoft.com/office/2007/relationships/hdphoto" Target="../media/hdphoto1.wdp"/><Relationship Id="rId7" Type="http://schemas.openxmlformats.org/officeDocument/2006/relationships/diagramLayout" Target="../diagrams/layout17.xml"/><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diagramData" Target="../diagrams/data17.xml"/><Relationship Id="rId5" Type="http://schemas.microsoft.com/office/2007/relationships/hdphoto" Target="../media/hdphoto2.wdp"/><Relationship Id="rId10" Type="http://schemas.microsoft.com/office/2007/relationships/diagramDrawing" Target="../diagrams/drawing17.xml"/><Relationship Id="rId4" Type="http://schemas.openxmlformats.org/officeDocument/2006/relationships/image" Target="../media/image4.png"/><Relationship Id="rId9" Type="http://schemas.openxmlformats.org/officeDocument/2006/relationships/diagramColors" Target="../diagrams/colors1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0.xml"/><Relationship Id="rId3" Type="http://schemas.openxmlformats.org/officeDocument/2006/relationships/diagramLayout" Target="../diagrams/layout19.xml"/><Relationship Id="rId7" Type="http://schemas.openxmlformats.org/officeDocument/2006/relationships/diagramData" Target="../diagrams/data20.xml"/><Relationship Id="rId2" Type="http://schemas.openxmlformats.org/officeDocument/2006/relationships/diagramData" Target="../diagrams/data19.xml"/><Relationship Id="rId1" Type="http://schemas.openxmlformats.org/officeDocument/2006/relationships/slideLayout" Target="../slideLayouts/slideLayout1.xml"/><Relationship Id="rId6" Type="http://schemas.microsoft.com/office/2007/relationships/diagramDrawing" Target="../diagrams/drawing19.xml"/><Relationship Id="rId11" Type="http://schemas.microsoft.com/office/2007/relationships/diagramDrawing" Target="../diagrams/drawing20.xml"/><Relationship Id="rId5" Type="http://schemas.openxmlformats.org/officeDocument/2006/relationships/diagramColors" Target="../diagrams/colors19.xml"/><Relationship Id="rId10" Type="http://schemas.openxmlformats.org/officeDocument/2006/relationships/diagramColors" Target="../diagrams/colors20.xml"/><Relationship Id="rId4" Type="http://schemas.openxmlformats.org/officeDocument/2006/relationships/diagramQuickStyle" Target="../diagrams/quickStyle19.xml"/><Relationship Id="rId9" Type="http://schemas.openxmlformats.org/officeDocument/2006/relationships/diagramQuickStyle" Target="../diagrams/quickStyle20.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1.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24.xml"/><Relationship Id="rId3" Type="http://schemas.openxmlformats.org/officeDocument/2006/relationships/diagramLayout" Target="../diagrams/layout23.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1.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1.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1.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7.xml"/><Relationship Id="rId7" Type="http://schemas.openxmlformats.org/officeDocument/2006/relationships/image" Target="../media/image5.jpeg"/><Relationship Id="rId2" Type="http://schemas.openxmlformats.org/officeDocument/2006/relationships/diagramData" Target="../diagrams/data27.xml"/><Relationship Id="rId1" Type="http://schemas.openxmlformats.org/officeDocument/2006/relationships/slideLayout" Target="../slideLayouts/slideLayout1.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1.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31.xml"/><Relationship Id="rId3" Type="http://schemas.openxmlformats.org/officeDocument/2006/relationships/diagramLayout" Target="../diagrams/layout30.xml"/><Relationship Id="rId7" Type="http://schemas.openxmlformats.org/officeDocument/2006/relationships/diagramData" Target="../diagrams/data31.xml"/><Relationship Id="rId2" Type="http://schemas.openxmlformats.org/officeDocument/2006/relationships/diagramData" Target="../diagrams/data30.xml"/><Relationship Id="rId1" Type="http://schemas.openxmlformats.org/officeDocument/2006/relationships/slideLayout" Target="../slideLayouts/slideLayout4.xml"/><Relationship Id="rId6" Type="http://schemas.microsoft.com/office/2007/relationships/diagramDrawing" Target="../diagrams/drawing30.xml"/><Relationship Id="rId11" Type="http://schemas.microsoft.com/office/2007/relationships/diagramDrawing" Target="../diagrams/drawing31.xml"/><Relationship Id="rId5" Type="http://schemas.openxmlformats.org/officeDocument/2006/relationships/diagramColors" Target="../diagrams/colors30.xml"/><Relationship Id="rId10" Type="http://schemas.openxmlformats.org/officeDocument/2006/relationships/diagramColors" Target="../diagrams/colors31.xml"/><Relationship Id="rId4" Type="http://schemas.openxmlformats.org/officeDocument/2006/relationships/diagramQuickStyle" Target="../diagrams/quickStyle30.xml"/><Relationship Id="rId9" Type="http://schemas.openxmlformats.org/officeDocument/2006/relationships/diagramQuickStyle" Target="../diagrams/quickStyle3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image" Target="../media/image7.jpeg"/><Relationship Id="rId1" Type="http://schemas.openxmlformats.org/officeDocument/2006/relationships/slideLayout" Target="../slideLayouts/slideLayout4.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1.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1.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25.xml.rels><?xml version="1.0" encoding="UTF-8" standalone="yes"?>
<Relationships xmlns="http://schemas.openxmlformats.org/package/2006/relationships"><Relationship Id="rId8" Type="http://schemas.microsoft.com/office/2007/relationships/diagramDrawing" Target="../diagrams/drawing35.xml"/><Relationship Id="rId3" Type="http://schemas.openxmlformats.org/officeDocument/2006/relationships/image" Target="../media/image9.png"/><Relationship Id="rId7" Type="http://schemas.openxmlformats.org/officeDocument/2006/relationships/diagramColors" Target="../diagrams/colors35.xml"/><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diagramQuickStyle" Target="../diagrams/quickStyle35.xml"/><Relationship Id="rId5" Type="http://schemas.openxmlformats.org/officeDocument/2006/relationships/diagramLayout" Target="../diagrams/layout35.xml"/><Relationship Id="rId4" Type="http://schemas.openxmlformats.org/officeDocument/2006/relationships/diagramData" Target="../diagrams/data3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image" Target="../media/image10.jpeg"/><Relationship Id="rId1" Type="http://schemas.openxmlformats.org/officeDocument/2006/relationships/slideLayout" Target="../slideLayouts/slideLayout6.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6.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8.xml"/><Relationship Id="rId7" Type="http://schemas.openxmlformats.org/officeDocument/2006/relationships/image" Target="../media/image11.png"/><Relationship Id="rId2" Type="http://schemas.openxmlformats.org/officeDocument/2006/relationships/diagramData" Target="../diagrams/data38.xml"/><Relationship Id="rId1" Type="http://schemas.openxmlformats.org/officeDocument/2006/relationships/slideLayout" Target="../slideLayouts/slideLayout17.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1.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olo 1"/>
          <p:cNvSpPr>
            <a:spLocks noGrp="1"/>
          </p:cNvSpPr>
          <p:nvPr>
            <p:ph type="title"/>
          </p:nvPr>
        </p:nvSpPr>
        <p:spPr>
          <a:xfrm>
            <a:off x="786484" y="3733864"/>
            <a:ext cx="8420100" cy="2557462"/>
          </a:xfrm>
        </p:spPr>
        <p:txBody>
          <a:bodyPr anchor="ctr">
            <a:normAutofit/>
          </a:bodyPr>
          <a:lstStyle/>
          <a:p>
            <a:pPr algn="ctr">
              <a:spcBef>
                <a:spcPts val="0"/>
              </a:spcBef>
              <a:spcAft>
                <a:spcPts val="0"/>
              </a:spcAft>
            </a:pPr>
            <a:r>
              <a:rPr lang="en-US" sz="2400" noProof="0" dirty="0"/>
              <a:t>Gianmario Motta, motta05@unipv.it</a:t>
            </a:r>
            <a:br>
              <a:rPr lang="en-US" sz="2400" i="1" noProof="0" dirty="0"/>
            </a:br>
            <a:r>
              <a:rPr lang="en-US" sz="2200" i="1" dirty="0"/>
              <a:t>Revision 2 251021</a:t>
            </a:r>
            <a:endParaRPr lang="en-US" sz="2400" b="0" noProof="0" dirty="0"/>
          </a:p>
        </p:txBody>
      </p:sp>
      <p:sp>
        <p:nvSpPr>
          <p:cNvPr id="6147" name="Segnaposto testo 2"/>
          <p:cNvSpPr>
            <a:spLocks noGrp="1"/>
          </p:cNvSpPr>
          <p:nvPr>
            <p:ph type="body" idx="1"/>
          </p:nvPr>
        </p:nvSpPr>
        <p:spPr>
          <a:xfrm>
            <a:off x="772472" y="1881621"/>
            <a:ext cx="8420100" cy="1500187"/>
          </a:xfrm>
        </p:spPr>
        <p:txBody>
          <a:bodyPr>
            <a:normAutofit/>
          </a:bodyPr>
          <a:lstStyle/>
          <a:p>
            <a:r>
              <a:rPr lang="en-US" sz="3200" b="1" u="sng" noProof="0" dirty="0"/>
              <a:t>Health Care case study </a:t>
            </a:r>
          </a:p>
          <a:p>
            <a:r>
              <a:rPr lang="en-US" sz="3200" b="1" u="sng" noProof="0" dirty="0"/>
              <a:t>Part 1- Background  </a:t>
            </a:r>
          </a:p>
        </p:txBody>
      </p:sp>
    </p:spTree>
    <p:extLst>
      <p:ext uri="{BB962C8B-B14F-4D97-AF65-F5344CB8AC3E}">
        <p14:creationId xmlns:p14="http://schemas.microsoft.com/office/powerpoint/2010/main" val="3623081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The National Health Care (NHC)  </a:t>
            </a:r>
          </a:p>
        </p:txBody>
      </p:sp>
      <p:sp>
        <p:nvSpPr>
          <p:cNvPr id="6" name="Segnaposto contenuto 5"/>
          <p:cNvSpPr>
            <a:spLocks noGrp="1"/>
          </p:cNvSpPr>
          <p:nvPr>
            <p:ph idx="1"/>
          </p:nvPr>
        </p:nvSpPr>
        <p:spPr/>
        <p:txBody>
          <a:bodyPr anchor="ctr">
            <a:normAutofit lnSpcReduction="10000"/>
          </a:bodyPr>
          <a:lstStyle/>
          <a:p>
            <a:pPr>
              <a:spcBef>
                <a:spcPts val="600"/>
              </a:spcBef>
            </a:pPr>
            <a:r>
              <a:rPr lang="en-US" noProof="0" dirty="0"/>
              <a:t>The </a:t>
            </a:r>
            <a:r>
              <a:rPr lang="en-US" noProof="0" dirty="0" err="1"/>
              <a:t>Servizio</a:t>
            </a:r>
            <a:r>
              <a:rPr lang="en-US" noProof="0" dirty="0"/>
              <a:t> </a:t>
            </a:r>
            <a:r>
              <a:rPr lang="en-US" noProof="0" dirty="0" err="1"/>
              <a:t>Sanitario</a:t>
            </a:r>
            <a:r>
              <a:rPr lang="en-US" noProof="0" dirty="0"/>
              <a:t> Nazionale (SSN) is the National Health Care service (NHC) that funds all healthcare services, with few exceptions, as dentists and spa.</a:t>
            </a:r>
          </a:p>
          <a:p>
            <a:pPr>
              <a:spcBef>
                <a:spcPts val="600"/>
              </a:spcBef>
            </a:pPr>
            <a:r>
              <a:rPr lang="en-US" noProof="0" dirty="0"/>
              <a:t>Operations and hospitalizations are free and unlimited </a:t>
            </a:r>
          </a:p>
          <a:p>
            <a:pPr>
              <a:spcBef>
                <a:spcPts val="600"/>
              </a:spcBef>
            </a:pPr>
            <a:r>
              <a:rPr lang="en-US" noProof="0" dirty="0"/>
              <a:t>Other services are co-</a:t>
            </a:r>
            <a:r>
              <a:rPr lang="en-US" noProof="0" dirty="0" err="1"/>
              <a:t>payed</a:t>
            </a:r>
            <a:r>
              <a:rPr lang="en-US" noProof="0" dirty="0"/>
              <a:t> (“contribution ticket”) </a:t>
            </a:r>
          </a:p>
          <a:p>
            <a:pPr lvl="1">
              <a:spcBef>
                <a:spcPts val="600"/>
              </a:spcBef>
            </a:pPr>
            <a:r>
              <a:rPr lang="en-US" noProof="0" dirty="0"/>
              <a:t>In tests, diagnostic procedures and prescriptions, co-payments may be up to 30%. </a:t>
            </a:r>
          </a:p>
          <a:p>
            <a:pPr lvl="1">
              <a:spcBef>
                <a:spcPts val="600"/>
              </a:spcBef>
            </a:pPr>
            <a:r>
              <a:rPr lang="en-US" noProof="0" dirty="0"/>
              <a:t>40% of the population (e.g., elderly, pregnant women, kids) are exempt from co-payments.</a:t>
            </a:r>
          </a:p>
          <a:p>
            <a:pPr>
              <a:spcBef>
                <a:spcPts val="600"/>
              </a:spcBef>
            </a:pPr>
            <a:r>
              <a:rPr lang="en-US" noProof="0" dirty="0"/>
              <a:t>NHC is funded by ad-hoc taxes, which are 10.6% of income for the first €20,660 and to 4.6% of income between €20,510 and €77,480. </a:t>
            </a:r>
          </a:p>
          <a:p>
            <a:pPr>
              <a:spcBef>
                <a:spcPts val="600"/>
              </a:spcBef>
            </a:pPr>
            <a:r>
              <a:rPr lang="en-US" noProof="0" dirty="0"/>
              <a:t>NHC pays the services of hospitals, clinics, labs, etc., based on a price list called DRG (Diagnosis Related Group).</a:t>
            </a:r>
          </a:p>
          <a:p>
            <a:pPr lvl="1">
              <a:spcBef>
                <a:spcPts val="600"/>
              </a:spcBef>
            </a:pPr>
            <a:endParaRPr lang="en-US" noProof="0" dirty="0"/>
          </a:p>
        </p:txBody>
      </p:sp>
      <p:graphicFrame>
        <p:nvGraphicFramePr>
          <p:cNvPr id="7" name="Segnaposto contenuto 2"/>
          <p:cNvGraphicFramePr>
            <a:graphicFrameLocks/>
          </p:cNvGraphicFramePr>
          <p:nvPr>
            <p:extLst>
              <p:ext uri="{D42A27DB-BD31-4B8C-83A1-F6EECF244321}">
                <p14:modId xmlns:p14="http://schemas.microsoft.com/office/powerpoint/2010/main" val="4202971291"/>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7987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egnaposto contenuto 2">
            <a:extLst>
              <a:ext uri="{FF2B5EF4-FFF2-40B4-BE49-F238E27FC236}">
                <a16:creationId xmlns:a16="http://schemas.microsoft.com/office/drawing/2014/main" id="{7038FED8-3C65-491C-8FAC-8E66C6FD4332}"/>
              </a:ext>
            </a:extLst>
          </p:cNvPr>
          <p:cNvGraphicFramePr>
            <a:graphicFrameLocks/>
          </p:cNvGraphicFramePr>
          <p:nvPr>
            <p:extLst>
              <p:ext uri="{D42A27DB-BD31-4B8C-83A1-F6EECF244321}">
                <p14:modId xmlns:p14="http://schemas.microsoft.com/office/powerpoint/2010/main" val="2167736168"/>
              </p:ext>
            </p:extLst>
          </p:nvPr>
        </p:nvGraphicFramePr>
        <p:xfrm>
          <a:off x="967032" y="1750082"/>
          <a:ext cx="1344897" cy="1660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ttangolo con angoli arrotondati 5">
            <a:extLst>
              <a:ext uri="{FF2B5EF4-FFF2-40B4-BE49-F238E27FC236}">
                <a16:creationId xmlns:a16="http://schemas.microsoft.com/office/drawing/2014/main" id="{AEA5D2E7-280A-41F4-9C6C-6A1FD788DC15}"/>
              </a:ext>
            </a:extLst>
          </p:cNvPr>
          <p:cNvSpPr/>
          <p:nvPr/>
        </p:nvSpPr>
        <p:spPr>
          <a:xfrm>
            <a:off x="967032" y="3666870"/>
            <a:ext cx="1344896" cy="341783"/>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138" noProof="0" dirty="0">
                <a:solidFill>
                  <a:prstClr val="white"/>
                </a:solidFill>
                <a:latin typeface="Calibri" panose="020F0502020204030204"/>
              </a:rPr>
              <a:t>Hospital &amp; Clinics</a:t>
            </a:r>
          </a:p>
        </p:txBody>
      </p:sp>
      <p:sp>
        <p:nvSpPr>
          <p:cNvPr id="7" name="Rettangolo con angoli arrotondati 6">
            <a:extLst>
              <a:ext uri="{FF2B5EF4-FFF2-40B4-BE49-F238E27FC236}">
                <a16:creationId xmlns:a16="http://schemas.microsoft.com/office/drawing/2014/main" id="{7905CEE3-D3BD-4A87-BF23-F836BE807AD4}"/>
              </a:ext>
            </a:extLst>
          </p:cNvPr>
          <p:cNvSpPr/>
          <p:nvPr/>
        </p:nvSpPr>
        <p:spPr>
          <a:xfrm>
            <a:off x="974435" y="4134254"/>
            <a:ext cx="1344896" cy="341783"/>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138" noProof="0" dirty="0">
                <a:solidFill>
                  <a:prstClr val="white"/>
                </a:solidFill>
                <a:latin typeface="Calibri" panose="020F0502020204030204"/>
              </a:rPr>
              <a:t>Labs</a:t>
            </a:r>
          </a:p>
        </p:txBody>
      </p:sp>
      <p:sp>
        <p:nvSpPr>
          <p:cNvPr id="8" name="Rettangolo con angoli arrotondati 7">
            <a:extLst>
              <a:ext uri="{FF2B5EF4-FFF2-40B4-BE49-F238E27FC236}">
                <a16:creationId xmlns:a16="http://schemas.microsoft.com/office/drawing/2014/main" id="{189EEB76-760C-410D-99BB-D4128DC23903}"/>
              </a:ext>
            </a:extLst>
          </p:cNvPr>
          <p:cNvSpPr/>
          <p:nvPr/>
        </p:nvSpPr>
        <p:spPr>
          <a:xfrm>
            <a:off x="967031" y="4601643"/>
            <a:ext cx="1344896" cy="341783"/>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138" noProof="0" dirty="0">
                <a:solidFill>
                  <a:prstClr val="white"/>
                </a:solidFill>
                <a:latin typeface="Calibri" panose="020F0502020204030204"/>
              </a:rPr>
              <a:t>Pharmacies</a:t>
            </a:r>
          </a:p>
        </p:txBody>
      </p:sp>
      <p:sp>
        <p:nvSpPr>
          <p:cNvPr id="9" name="Rettangolo con angoli arrotondati 8">
            <a:extLst>
              <a:ext uri="{FF2B5EF4-FFF2-40B4-BE49-F238E27FC236}">
                <a16:creationId xmlns:a16="http://schemas.microsoft.com/office/drawing/2014/main" id="{24EFB26D-68E4-48E2-BEA4-D7723FACE03A}"/>
              </a:ext>
            </a:extLst>
          </p:cNvPr>
          <p:cNvSpPr/>
          <p:nvPr/>
        </p:nvSpPr>
        <p:spPr>
          <a:xfrm>
            <a:off x="974435" y="5135198"/>
            <a:ext cx="1344895" cy="514164"/>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138" noProof="0" dirty="0">
                <a:solidFill>
                  <a:prstClr val="white"/>
                </a:solidFill>
                <a:latin typeface="Calibri" panose="020F0502020204030204"/>
              </a:rPr>
              <a:t>GPs &amp; PAEDs </a:t>
            </a:r>
          </a:p>
        </p:txBody>
      </p:sp>
      <p:sp>
        <p:nvSpPr>
          <p:cNvPr id="10" name="Rettangolo con angoli arrotondati 9">
            <a:extLst>
              <a:ext uri="{FF2B5EF4-FFF2-40B4-BE49-F238E27FC236}">
                <a16:creationId xmlns:a16="http://schemas.microsoft.com/office/drawing/2014/main" id="{D547B2CF-2362-4A38-9BB8-DA83217E1D0D}"/>
              </a:ext>
            </a:extLst>
          </p:cNvPr>
          <p:cNvSpPr/>
          <p:nvPr/>
        </p:nvSpPr>
        <p:spPr>
          <a:xfrm>
            <a:off x="974435" y="5785227"/>
            <a:ext cx="1337124" cy="490046"/>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138" noProof="0" dirty="0">
                <a:solidFill>
                  <a:prstClr val="white"/>
                </a:solidFill>
                <a:latin typeface="Calibri" panose="020F0502020204030204"/>
              </a:rPr>
              <a:t>Specialists</a:t>
            </a:r>
          </a:p>
        </p:txBody>
      </p:sp>
      <p:sp>
        <p:nvSpPr>
          <p:cNvPr id="11" name="CasellaDiTesto 10">
            <a:extLst>
              <a:ext uri="{FF2B5EF4-FFF2-40B4-BE49-F238E27FC236}">
                <a16:creationId xmlns:a16="http://schemas.microsoft.com/office/drawing/2014/main" id="{D8AE1806-BCC2-4470-A011-324B05620F0E}"/>
              </a:ext>
            </a:extLst>
          </p:cNvPr>
          <p:cNvSpPr txBox="1"/>
          <p:nvPr/>
        </p:nvSpPr>
        <p:spPr>
          <a:xfrm>
            <a:off x="2399929" y="1720519"/>
            <a:ext cx="1430457" cy="542456"/>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HC budget</a:t>
            </a:r>
          </a:p>
          <a:p>
            <a:pPr defTabSz="742950" fontAlgn="auto">
              <a:spcBef>
                <a:spcPts val="0"/>
              </a:spcBef>
              <a:spcAft>
                <a:spcPts val="0"/>
              </a:spcAft>
            </a:pPr>
            <a:r>
              <a:rPr lang="en-US" sz="975" noProof="0" dirty="0">
                <a:solidFill>
                  <a:prstClr val="black"/>
                </a:solidFill>
                <a:latin typeface="Calibri" panose="020F0502020204030204"/>
                <a:cs typeface="+mn-cs"/>
              </a:rPr>
              <a:t>Standards (DRG, EPR, etc.)</a:t>
            </a:r>
          </a:p>
        </p:txBody>
      </p:sp>
      <p:sp>
        <p:nvSpPr>
          <p:cNvPr id="12" name="CasellaDiTesto 11">
            <a:extLst>
              <a:ext uri="{FF2B5EF4-FFF2-40B4-BE49-F238E27FC236}">
                <a16:creationId xmlns:a16="http://schemas.microsoft.com/office/drawing/2014/main" id="{867CF8C4-A17D-4B2E-A376-71BD96027481}"/>
              </a:ext>
            </a:extLst>
          </p:cNvPr>
          <p:cNvSpPr txBox="1"/>
          <p:nvPr/>
        </p:nvSpPr>
        <p:spPr>
          <a:xfrm>
            <a:off x="2399929" y="2318349"/>
            <a:ext cx="1430457" cy="542456"/>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Region Budget</a:t>
            </a:r>
          </a:p>
          <a:p>
            <a:pPr defTabSz="742950" fontAlgn="auto">
              <a:spcBef>
                <a:spcPts val="0"/>
              </a:spcBef>
              <a:spcAft>
                <a:spcPts val="0"/>
              </a:spcAft>
            </a:pPr>
            <a:r>
              <a:rPr lang="en-US" sz="975" noProof="0" dirty="0">
                <a:solidFill>
                  <a:prstClr val="black"/>
                </a:solidFill>
                <a:latin typeface="Calibri" panose="020F0502020204030204"/>
                <a:cs typeface="+mn-cs"/>
              </a:rPr>
              <a:t>HC Apps</a:t>
            </a:r>
          </a:p>
          <a:p>
            <a:pPr defTabSz="742950" fontAlgn="auto">
              <a:spcBef>
                <a:spcPts val="0"/>
              </a:spcBef>
              <a:spcAft>
                <a:spcPts val="0"/>
              </a:spcAft>
            </a:pPr>
            <a:r>
              <a:rPr lang="en-US" sz="975" noProof="0" dirty="0">
                <a:solidFill>
                  <a:prstClr val="black"/>
                </a:solidFill>
                <a:latin typeface="Calibri" panose="020F0502020204030204"/>
                <a:cs typeface="+mn-cs"/>
              </a:rPr>
              <a:t>Regional rules</a:t>
            </a:r>
          </a:p>
        </p:txBody>
      </p:sp>
      <p:sp>
        <p:nvSpPr>
          <p:cNvPr id="13" name="CasellaDiTesto 12">
            <a:extLst>
              <a:ext uri="{FF2B5EF4-FFF2-40B4-BE49-F238E27FC236}">
                <a16:creationId xmlns:a16="http://schemas.microsoft.com/office/drawing/2014/main" id="{4CA2E949-6E46-4048-BBCC-AF209C0B30EF}"/>
              </a:ext>
            </a:extLst>
          </p:cNvPr>
          <p:cNvSpPr txBox="1"/>
          <p:nvPr/>
        </p:nvSpPr>
        <p:spPr>
          <a:xfrm>
            <a:off x="2399928" y="2909493"/>
            <a:ext cx="1597655" cy="542456"/>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Social services </a:t>
            </a:r>
          </a:p>
          <a:p>
            <a:pPr defTabSz="742950" fontAlgn="auto">
              <a:spcBef>
                <a:spcPts val="0"/>
              </a:spcBef>
              <a:spcAft>
                <a:spcPts val="0"/>
              </a:spcAft>
            </a:pPr>
            <a:r>
              <a:rPr lang="en-US" sz="975" noProof="0" dirty="0">
                <a:solidFill>
                  <a:prstClr val="black"/>
                </a:solidFill>
                <a:latin typeface="Calibri" panose="020F0502020204030204"/>
                <a:cs typeface="+mn-cs"/>
              </a:rPr>
              <a:t>Monitoring</a:t>
            </a:r>
          </a:p>
          <a:p>
            <a:pPr defTabSz="742950" fontAlgn="auto">
              <a:spcBef>
                <a:spcPts val="0"/>
              </a:spcBef>
              <a:spcAft>
                <a:spcPts val="0"/>
              </a:spcAft>
            </a:pPr>
            <a:r>
              <a:rPr lang="en-US" sz="975" noProof="0" dirty="0">
                <a:solidFill>
                  <a:prstClr val="black"/>
                </a:solidFill>
                <a:latin typeface="Calibri" panose="020F0502020204030204"/>
                <a:cs typeface="+mn-cs"/>
              </a:rPr>
              <a:t>Quality Assurance </a:t>
            </a:r>
          </a:p>
        </p:txBody>
      </p:sp>
      <p:sp>
        <p:nvSpPr>
          <p:cNvPr id="14" name="CasellaDiTesto 13">
            <a:extLst>
              <a:ext uri="{FF2B5EF4-FFF2-40B4-BE49-F238E27FC236}">
                <a16:creationId xmlns:a16="http://schemas.microsoft.com/office/drawing/2014/main" id="{BCC58AF7-CDA2-43A2-8EF1-4992B7E262F7}"/>
              </a:ext>
            </a:extLst>
          </p:cNvPr>
          <p:cNvSpPr txBox="1"/>
          <p:nvPr/>
        </p:nvSpPr>
        <p:spPr>
          <a:xfrm>
            <a:off x="2399928" y="3586444"/>
            <a:ext cx="1597655" cy="542456"/>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Emergency</a:t>
            </a:r>
          </a:p>
          <a:p>
            <a:pPr defTabSz="742950" fontAlgn="auto">
              <a:spcBef>
                <a:spcPts val="0"/>
              </a:spcBef>
              <a:spcAft>
                <a:spcPts val="0"/>
              </a:spcAft>
            </a:pPr>
            <a:r>
              <a:rPr lang="en-US" sz="975" noProof="0" dirty="0">
                <a:solidFill>
                  <a:prstClr val="black"/>
                </a:solidFill>
                <a:latin typeface="Calibri" panose="020F0502020204030204"/>
                <a:cs typeface="+mn-cs"/>
              </a:rPr>
              <a:t>Patient care</a:t>
            </a:r>
          </a:p>
          <a:p>
            <a:pPr defTabSz="742950" fontAlgn="auto">
              <a:spcBef>
                <a:spcPts val="0"/>
              </a:spcBef>
              <a:spcAft>
                <a:spcPts val="0"/>
              </a:spcAft>
            </a:pPr>
            <a:r>
              <a:rPr lang="en-US" sz="975" noProof="0" dirty="0">
                <a:solidFill>
                  <a:prstClr val="black"/>
                </a:solidFill>
                <a:latin typeface="Calibri" panose="020F0502020204030204"/>
                <a:cs typeface="+mn-cs"/>
              </a:rPr>
              <a:t>Paid DRG</a:t>
            </a:r>
          </a:p>
        </p:txBody>
      </p:sp>
      <p:sp>
        <p:nvSpPr>
          <p:cNvPr id="15" name="CasellaDiTesto 14">
            <a:extLst>
              <a:ext uri="{FF2B5EF4-FFF2-40B4-BE49-F238E27FC236}">
                <a16:creationId xmlns:a16="http://schemas.microsoft.com/office/drawing/2014/main" id="{91498204-AC81-40B7-8477-16BF577638C1}"/>
              </a:ext>
            </a:extLst>
          </p:cNvPr>
          <p:cNvSpPr txBox="1"/>
          <p:nvPr/>
        </p:nvSpPr>
        <p:spPr>
          <a:xfrm>
            <a:off x="2399928" y="4121516"/>
            <a:ext cx="1597655" cy="392415"/>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Exams </a:t>
            </a:r>
          </a:p>
          <a:p>
            <a:pPr defTabSz="742950" fontAlgn="auto">
              <a:spcBef>
                <a:spcPts val="0"/>
              </a:spcBef>
              <a:spcAft>
                <a:spcPts val="0"/>
              </a:spcAft>
            </a:pPr>
            <a:r>
              <a:rPr lang="en-US" sz="975" noProof="0" dirty="0">
                <a:solidFill>
                  <a:prstClr val="black"/>
                </a:solidFill>
                <a:latin typeface="Calibri" panose="020F0502020204030204"/>
                <a:cs typeface="+mn-cs"/>
              </a:rPr>
              <a:t>Paid on DRG </a:t>
            </a:r>
          </a:p>
        </p:txBody>
      </p:sp>
      <p:sp>
        <p:nvSpPr>
          <p:cNvPr id="16" name="CasellaDiTesto 15">
            <a:extLst>
              <a:ext uri="{FF2B5EF4-FFF2-40B4-BE49-F238E27FC236}">
                <a16:creationId xmlns:a16="http://schemas.microsoft.com/office/drawing/2014/main" id="{F28229C1-6D8D-4D03-A48B-6891D232F6C8}"/>
              </a:ext>
            </a:extLst>
          </p:cNvPr>
          <p:cNvSpPr txBox="1"/>
          <p:nvPr/>
        </p:nvSpPr>
        <p:spPr>
          <a:xfrm>
            <a:off x="2399928" y="4589843"/>
            <a:ext cx="1597655" cy="392415"/>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Drugs</a:t>
            </a:r>
          </a:p>
          <a:p>
            <a:pPr defTabSz="742950" fontAlgn="auto">
              <a:spcBef>
                <a:spcPts val="0"/>
              </a:spcBef>
              <a:spcAft>
                <a:spcPts val="0"/>
              </a:spcAft>
            </a:pPr>
            <a:r>
              <a:rPr lang="en-US" sz="975" noProof="0" dirty="0">
                <a:solidFill>
                  <a:prstClr val="black"/>
                </a:solidFill>
                <a:latin typeface="Calibri" panose="020F0502020204030204"/>
                <a:cs typeface="+mn-cs"/>
              </a:rPr>
              <a:t>Paid on DRG</a:t>
            </a:r>
          </a:p>
        </p:txBody>
      </p:sp>
      <p:sp>
        <p:nvSpPr>
          <p:cNvPr id="17" name="CasellaDiTesto 16">
            <a:extLst>
              <a:ext uri="{FF2B5EF4-FFF2-40B4-BE49-F238E27FC236}">
                <a16:creationId xmlns:a16="http://schemas.microsoft.com/office/drawing/2014/main" id="{F885769B-2438-4646-A9E7-00C620797C30}"/>
              </a:ext>
            </a:extLst>
          </p:cNvPr>
          <p:cNvSpPr txBox="1"/>
          <p:nvPr/>
        </p:nvSpPr>
        <p:spPr>
          <a:xfrm>
            <a:off x="2387942" y="5164530"/>
            <a:ext cx="1941325" cy="542456"/>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Paid on capitation</a:t>
            </a:r>
          </a:p>
          <a:p>
            <a:pPr defTabSz="742950" fontAlgn="auto">
              <a:spcBef>
                <a:spcPts val="0"/>
              </a:spcBef>
              <a:spcAft>
                <a:spcPts val="0"/>
              </a:spcAft>
            </a:pPr>
            <a:r>
              <a:rPr lang="en-US" sz="975" noProof="0" dirty="0">
                <a:solidFill>
                  <a:prstClr val="black"/>
                </a:solidFill>
                <a:latin typeface="Calibri" panose="020F0502020204030204"/>
                <a:cs typeface="+mn-cs"/>
              </a:rPr>
              <a:t>Up to 1,5K patients</a:t>
            </a:r>
          </a:p>
          <a:p>
            <a:pPr defTabSz="742950" fontAlgn="auto">
              <a:spcBef>
                <a:spcPts val="0"/>
              </a:spcBef>
              <a:spcAft>
                <a:spcPts val="0"/>
              </a:spcAft>
            </a:pPr>
            <a:r>
              <a:rPr lang="en-US" sz="975" noProof="0" dirty="0">
                <a:solidFill>
                  <a:prstClr val="black"/>
                </a:solidFill>
                <a:latin typeface="Calibri" panose="020F0502020204030204"/>
                <a:cs typeface="+mn-cs"/>
              </a:rPr>
              <a:t>Visit &amp; prescriptions</a:t>
            </a:r>
          </a:p>
        </p:txBody>
      </p:sp>
      <p:sp>
        <p:nvSpPr>
          <p:cNvPr id="18" name="CasellaDiTesto 17">
            <a:extLst>
              <a:ext uri="{FF2B5EF4-FFF2-40B4-BE49-F238E27FC236}">
                <a16:creationId xmlns:a16="http://schemas.microsoft.com/office/drawing/2014/main" id="{685C80FA-36D6-48E8-BF98-81DCB60D8E5F}"/>
              </a:ext>
            </a:extLst>
          </p:cNvPr>
          <p:cNvSpPr txBox="1"/>
          <p:nvPr/>
        </p:nvSpPr>
        <p:spPr>
          <a:xfrm>
            <a:off x="2428439" y="5834567"/>
            <a:ext cx="1597655" cy="392415"/>
          </a:xfrm>
          <a:prstGeom prst="rect">
            <a:avLst/>
          </a:prstGeom>
          <a:noFill/>
        </p:spPr>
        <p:txBody>
          <a:bodyPr wrap="square" rtlCol="0">
            <a:spAutoFit/>
          </a:bodyPr>
          <a:lstStyle/>
          <a:p>
            <a:pPr defTabSz="742950" fontAlgn="auto">
              <a:spcBef>
                <a:spcPts val="0"/>
              </a:spcBef>
              <a:spcAft>
                <a:spcPts val="0"/>
              </a:spcAft>
            </a:pPr>
            <a:r>
              <a:rPr lang="en-US" sz="975" noProof="0" dirty="0">
                <a:solidFill>
                  <a:prstClr val="black"/>
                </a:solidFill>
                <a:latin typeface="Calibri" panose="020F0502020204030204"/>
                <a:cs typeface="+mn-cs"/>
              </a:rPr>
              <a:t>Paid on DRG</a:t>
            </a:r>
          </a:p>
          <a:p>
            <a:pPr defTabSz="742950" fontAlgn="auto">
              <a:spcBef>
                <a:spcPts val="0"/>
              </a:spcBef>
              <a:spcAft>
                <a:spcPts val="0"/>
              </a:spcAft>
            </a:pPr>
            <a:r>
              <a:rPr lang="en-US" sz="975" noProof="0" dirty="0">
                <a:solidFill>
                  <a:prstClr val="black"/>
                </a:solidFill>
                <a:latin typeface="Calibri" panose="020F0502020204030204"/>
                <a:cs typeface="+mn-cs"/>
              </a:rPr>
              <a:t>Visits</a:t>
            </a:r>
          </a:p>
        </p:txBody>
      </p:sp>
      <p:sp>
        <p:nvSpPr>
          <p:cNvPr id="22" name="Rettangolo 21">
            <a:extLst>
              <a:ext uri="{FF2B5EF4-FFF2-40B4-BE49-F238E27FC236}">
                <a16:creationId xmlns:a16="http://schemas.microsoft.com/office/drawing/2014/main" id="{55F2DBC5-71AB-408C-8580-920C7D3E4682}"/>
              </a:ext>
            </a:extLst>
          </p:cNvPr>
          <p:cNvSpPr/>
          <p:nvPr/>
        </p:nvSpPr>
        <p:spPr>
          <a:xfrm>
            <a:off x="4074863" y="1930018"/>
            <a:ext cx="1201723" cy="680942"/>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63" b="1" noProof="0" dirty="0">
                <a:solidFill>
                  <a:prstClr val="black"/>
                </a:solidFill>
                <a:latin typeface="Calibri" panose="020F0502020204030204"/>
              </a:rPr>
              <a:t>Regional HC  System</a:t>
            </a:r>
          </a:p>
        </p:txBody>
      </p:sp>
      <p:sp>
        <p:nvSpPr>
          <p:cNvPr id="23" name="Disco magnetico 22">
            <a:extLst>
              <a:ext uri="{FF2B5EF4-FFF2-40B4-BE49-F238E27FC236}">
                <a16:creationId xmlns:a16="http://schemas.microsoft.com/office/drawing/2014/main" id="{54633AC3-03DC-4A75-AC07-FAE262AE63F6}"/>
              </a:ext>
            </a:extLst>
          </p:cNvPr>
          <p:cNvSpPr/>
          <p:nvPr/>
        </p:nvSpPr>
        <p:spPr>
          <a:xfrm>
            <a:off x="5723963" y="1907140"/>
            <a:ext cx="968055" cy="708356"/>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00" noProof="0" dirty="0">
                <a:solidFill>
                  <a:prstClr val="black"/>
                </a:solidFill>
                <a:latin typeface="Calibri" panose="020F0502020204030204"/>
              </a:rPr>
              <a:t>DRG, EPR </a:t>
            </a:r>
          </a:p>
          <a:p>
            <a:pPr algn="ctr" defTabSz="742950" fontAlgn="auto">
              <a:spcBef>
                <a:spcPts val="0"/>
              </a:spcBef>
              <a:spcAft>
                <a:spcPts val="0"/>
              </a:spcAft>
            </a:pPr>
            <a:r>
              <a:rPr lang="en-US" sz="1400" noProof="0" dirty="0">
                <a:solidFill>
                  <a:prstClr val="black"/>
                </a:solidFill>
                <a:latin typeface="Calibri" panose="020F0502020204030204"/>
              </a:rPr>
              <a:t>Etc. </a:t>
            </a:r>
          </a:p>
        </p:txBody>
      </p:sp>
      <p:cxnSp>
        <p:nvCxnSpPr>
          <p:cNvPr id="25" name="Connettore diritto 24">
            <a:extLst>
              <a:ext uri="{FF2B5EF4-FFF2-40B4-BE49-F238E27FC236}">
                <a16:creationId xmlns:a16="http://schemas.microsoft.com/office/drawing/2014/main" id="{5DEB7B8D-3841-4B4A-BC90-54E7F3CCF523}"/>
              </a:ext>
            </a:extLst>
          </p:cNvPr>
          <p:cNvCxnSpPr>
            <a:stCxn id="22" idx="3"/>
            <a:endCxn id="23" idx="2"/>
          </p:cNvCxnSpPr>
          <p:nvPr/>
        </p:nvCxnSpPr>
        <p:spPr>
          <a:xfrm flipV="1">
            <a:off x="5276586" y="2261318"/>
            <a:ext cx="447377" cy="91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6" name="Rettangolo 25">
            <a:extLst>
              <a:ext uri="{FF2B5EF4-FFF2-40B4-BE49-F238E27FC236}">
                <a16:creationId xmlns:a16="http://schemas.microsoft.com/office/drawing/2014/main" id="{18C60637-EAE4-42B8-9E67-7CA5E71406AF}"/>
              </a:ext>
            </a:extLst>
          </p:cNvPr>
          <p:cNvSpPr/>
          <p:nvPr/>
        </p:nvSpPr>
        <p:spPr>
          <a:xfrm>
            <a:off x="4122950" y="2793669"/>
            <a:ext cx="1201723" cy="680942"/>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63" b="1" noProof="0" dirty="0">
                <a:solidFill>
                  <a:prstClr val="black"/>
                </a:solidFill>
                <a:latin typeface="Calibri" panose="020F0502020204030204"/>
              </a:rPr>
              <a:t>Hospital Information System</a:t>
            </a:r>
          </a:p>
        </p:txBody>
      </p:sp>
      <p:sp>
        <p:nvSpPr>
          <p:cNvPr id="27" name="Disco magnetico 26">
            <a:extLst>
              <a:ext uri="{FF2B5EF4-FFF2-40B4-BE49-F238E27FC236}">
                <a16:creationId xmlns:a16="http://schemas.microsoft.com/office/drawing/2014/main" id="{5A921DED-AFEE-41AA-B94C-F3B344F04553}"/>
              </a:ext>
            </a:extLst>
          </p:cNvPr>
          <p:cNvSpPr/>
          <p:nvPr/>
        </p:nvSpPr>
        <p:spPr>
          <a:xfrm>
            <a:off x="5772050" y="2770791"/>
            <a:ext cx="968055" cy="708356"/>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00" noProof="0" dirty="0">
                <a:solidFill>
                  <a:prstClr val="black"/>
                </a:solidFill>
                <a:latin typeface="Calibri" panose="020F0502020204030204"/>
              </a:rPr>
              <a:t>HIS DB</a:t>
            </a:r>
          </a:p>
        </p:txBody>
      </p:sp>
      <p:cxnSp>
        <p:nvCxnSpPr>
          <p:cNvPr id="28" name="Connettore diritto 27">
            <a:extLst>
              <a:ext uri="{FF2B5EF4-FFF2-40B4-BE49-F238E27FC236}">
                <a16:creationId xmlns:a16="http://schemas.microsoft.com/office/drawing/2014/main" id="{0D7E2A5D-FDF7-46BD-8636-83F334A190B1}"/>
              </a:ext>
            </a:extLst>
          </p:cNvPr>
          <p:cNvCxnSpPr>
            <a:stCxn id="26" idx="3"/>
            <a:endCxn id="27" idx="2"/>
          </p:cNvCxnSpPr>
          <p:nvPr/>
        </p:nvCxnSpPr>
        <p:spPr>
          <a:xfrm flipV="1">
            <a:off x="5324673" y="3124970"/>
            <a:ext cx="447377" cy="91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0" name="Rettangolo 29">
            <a:extLst>
              <a:ext uri="{FF2B5EF4-FFF2-40B4-BE49-F238E27FC236}">
                <a16:creationId xmlns:a16="http://schemas.microsoft.com/office/drawing/2014/main" id="{90C5FB41-2902-4CA9-84DA-481D42A227E9}"/>
              </a:ext>
            </a:extLst>
          </p:cNvPr>
          <p:cNvSpPr/>
          <p:nvPr/>
        </p:nvSpPr>
        <p:spPr>
          <a:xfrm>
            <a:off x="4134077" y="3668124"/>
            <a:ext cx="1201723" cy="680942"/>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63" b="1" noProof="0" dirty="0">
                <a:solidFill>
                  <a:prstClr val="black"/>
                </a:solidFill>
                <a:latin typeface="Calibri" panose="020F0502020204030204"/>
              </a:rPr>
              <a:t>Lab Information System</a:t>
            </a:r>
          </a:p>
        </p:txBody>
      </p:sp>
      <p:sp>
        <p:nvSpPr>
          <p:cNvPr id="31" name="Disco magnetico 30">
            <a:extLst>
              <a:ext uri="{FF2B5EF4-FFF2-40B4-BE49-F238E27FC236}">
                <a16:creationId xmlns:a16="http://schemas.microsoft.com/office/drawing/2014/main" id="{91D4F73E-932D-40DB-AB8E-55A9764B1BD3}"/>
              </a:ext>
            </a:extLst>
          </p:cNvPr>
          <p:cNvSpPr/>
          <p:nvPr/>
        </p:nvSpPr>
        <p:spPr>
          <a:xfrm>
            <a:off x="5783177" y="3645246"/>
            <a:ext cx="968055" cy="708356"/>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00" noProof="0" dirty="0">
                <a:solidFill>
                  <a:prstClr val="black"/>
                </a:solidFill>
                <a:latin typeface="Calibri" panose="020F0502020204030204"/>
              </a:rPr>
              <a:t>Exam data</a:t>
            </a:r>
          </a:p>
        </p:txBody>
      </p:sp>
      <p:cxnSp>
        <p:nvCxnSpPr>
          <p:cNvPr id="32" name="Connettore diritto 31">
            <a:extLst>
              <a:ext uri="{FF2B5EF4-FFF2-40B4-BE49-F238E27FC236}">
                <a16:creationId xmlns:a16="http://schemas.microsoft.com/office/drawing/2014/main" id="{D379EAEF-1B38-4775-8333-E42AA5066D97}"/>
              </a:ext>
            </a:extLst>
          </p:cNvPr>
          <p:cNvCxnSpPr>
            <a:stCxn id="30" idx="3"/>
            <a:endCxn id="31" idx="2"/>
          </p:cNvCxnSpPr>
          <p:nvPr/>
        </p:nvCxnSpPr>
        <p:spPr>
          <a:xfrm flipV="1">
            <a:off x="5335800" y="3999425"/>
            <a:ext cx="447377" cy="91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Rettangolo 32">
            <a:extLst>
              <a:ext uri="{FF2B5EF4-FFF2-40B4-BE49-F238E27FC236}">
                <a16:creationId xmlns:a16="http://schemas.microsoft.com/office/drawing/2014/main" id="{327719BA-48D9-4039-AE56-C44F7C959B75}"/>
              </a:ext>
            </a:extLst>
          </p:cNvPr>
          <p:cNvSpPr/>
          <p:nvPr/>
        </p:nvSpPr>
        <p:spPr>
          <a:xfrm>
            <a:off x="4134077" y="4531275"/>
            <a:ext cx="1201723" cy="680942"/>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63" b="1" noProof="0" dirty="0">
                <a:solidFill>
                  <a:prstClr val="black"/>
                </a:solidFill>
                <a:latin typeface="Calibri" panose="020F0502020204030204"/>
              </a:rPr>
              <a:t>Booking System</a:t>
            </a:r>
          </a:p>
          <a:p>
            <a:pPr algn="ctr" defTabSz="742950" fontAlgn="auto">
              <a:spcBef>
                <a:spcPts val="0"/>
              </a:spcBef>
              <a:spcAft>
                <a:spcPts val="0"/>
              </a:spcAft>
            </a:pPr>
            <a:r>
              <a:rPr lang="en-US" sz="1463" b="1" noProof="0" dirty="0">
                <a:solidFill>
                  <a:prstClr val="black"/>
                </a:solidFill>
                <a:latin typeface="Calibri" panose="020F0502020204030204"/>
              </a:rPr>
              <a:t>(Call centers)</a:t>
            </a:r>
          </a:p>
        </p:txBody>
      </p:sp>
      <p:sp>
        <p:nvSpPr>
          <p:cNvPr id="34" name="Disco magnetico 33">
            <a:extLst>
              <a:ext uri="{FF2B5EF4-FFF2-40B4-BE49-F238E27FC236}">
                <a16:creationId xmlns:a16="http://schemas.microsoft.com/office/drawing/2014/main" id="{D83153BD-01AB-4DA5-81F1-C714405AB0E1}"/>
              </a:ext>
            </a:extLst>
          </p:cNvPr>
          <p:cNvSpPr/>
          <p:nvPr/>
        </p:nvSpPr>
        <p:spPr>
          <a:xfrm>
            <a:off x="5783177" y="4508397"/>
            <a:ext cx="968055" cy="708356"/>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63" noProof="0" dirty="0">
                <a:solidFill>
                  <a:prstClr val="black"/>
                </a:solidFill>
                <a:latin typeface="Calibri" panose="020F0502020204030204"/>
              </a:rPr>
              <a:t>Reser-</a:t>
            </a:r>
            <a:r>
              <a:rPr lang="en-US" sz="1463" noProof="0" dirty="0" err="1">
                <a:solidFill>
                  <a:prstClr val="black"/>
                </a:solidFill>
                <a:latin typeface="Calibri" panose="020F0502020204030204"/>
              </a:rPr>
              <a:t>vations</a:t>
            </a:r>
            <a:endParaRPr lang="en-US" sz="1463" noProof="0" dirty="0">
              <a:solidFill>
                <a:prstClr val="black"/>
              </a:solidFill>
              <a:latin typeface="Calibri" panose="020F0502020204030204"/>
            </a:endParaRPr>
          </a:p>
        </p:txBody>
      </p:sp>
      <p:cxnSp>
        <p:nvCxnSpPr>
          <p:cNvPr id="35" name="Connettore diritto 34">
            <a:extLst>
              <a:ext uri="{FF2B5EF4-FFF2-40B4-BE49-F238E27FC236}">
                <a16:creationId xmlns:a16="http://schemas.microsoft.com/office/drawing/2014/main" id="{07CCFF5F-E7C3-472F-89FD-ECF249F70E66}"/>
              </a:ext>
            </a:extLst>
          </p:cNvPr>
          <p:cNvCxnSpPr>
            <a:stCxn id="33" idx="3"/>
            <a:endCxn id="34" idx="2"/>
          </p:cNvCxnSpPr>
          <p:nvPr/>
        </p:nvCxnSpPr>
        <p:spPr>
          <a:xfrm flipV="1">
            <a:off x="5335800" y="4862575"/>
            <a:ext cx="447377" cy="91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ettangolo 35">
            <a:extLst>
              <a:ext uri="{FF2B5EF4-FFF2-40B4-BE49-F238E27FC236}">
                <a16:creationId xmlns:a16="http://schemas.microsoft.com/office/drawing/2014/main" id="{F39855F5-1867-4C54-A9A5-DDAFF47E458E}"/>
              </a:ext>
            </a:extLst>
          </p:cNvPr>
          <p:cNvSpPr/>
          <p:nvPr/>
        </p:nvSpPr>
        <p:spPr>
          <a:xfrm>
            <a:off x="4156331" y="5428345"/>
            <a:ext cx="1201723" cy="680942"/>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63" b="1" noProof="0" dirty="0">
                <a:solidFill>
                  <a:prstClr val="black"/>
                </a:solidFill>
                <a:latin typeface="Calibri" panose="020F0502020204030204"/>
              </a:rPr>
              <a:t>General </a:t>
            </a:r>
            <a:r>
              <a:rPr lang="en-US" sz="1463" b="1" noProof="0" dirty="0" err="1">
                <a:solidFill>
                  <a:prstClr val="black"/>
                </a:solidFill>
                <a:latin typeface="Calibri" panose="020F0502020204030204"/>
              </a:rPr>
              <a:t>Practicioner</a:t>
            </a:r>
            <a:r>
              <a:rPr lang="en-US" sz="1463" b="1" noProof="0" dirty="0">
                <a:solidFill>
                  <a:prstClr val="black"/>
                </a:solidFill>
                <a:latin typeface="Calibri" panose="020F0502020204030204"/>
              </a:rPr>
              <a:t>  (GP)</a:t>
            </a:r>
          </a:p>
        </p:txBody>
      </p:sp>
      <p:sp>
        <p:nvSpPr>
          <p:cNvPr id="37" name="Disco magnetico 36">
            <a:extLst>
              <a:ext uri="{FF2B5EF4-FFF2-40B4-BE49-F238E27FC236}">
                <a16:creationId xmlns:a16="http://schemas.microsoft.com/office/drawing/2014/main" id="{950A2260-38C0-406A-8C48-50F21F0AAA07}"/>
              </a:ext>
            </a:extLst>
          </p:cNvPr>
          <p:cNvSpPr/>
          <p:nvPr/>
        </p:nvSpPr>
        <p:spPr>
          <a:xfrm>
            <a:off x="5805431" y="5405467"/>
            <a:ext cx="968055" cy="708356"/>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algn="ctr" defTabSz="742950" fontAlgn="auto">
              <a:spcBef>
                <a:spcPts val="0"/>
              </a:spcBef>
              <a:spcAft>
                <a:spcPts val="0"/>
              </a:spcAft>
            </a:pPr>
            <a:r>
              <a:rPr lang="en-US" sz="1400" noProof="0" dirty="0">
                <a:solidFill>
                  <a:prstClr val="black"/>
                </a:solidFill>
                <a:latin typeface="Calibri" panose="020F0502020204030204"/>
              </a:rPr>
              <a:t>GP data</a:t>
            </a:r>
          </a:p>
        </p:txBody>
      </p:sp>
      <p:cxnSp>
        <p:nvCxnSpPr>
          <p:cNvPr id="38" name="Connettore diritto 37">
            <a:extLst>
              <a:ext uri="{FF2B5EF4-FFF2-40B4-BE49-F238E27FC236}">
                <a16:creationId xmlns:a16="http://schemas.microsoft.com/office/drawing/2014/main" id="{7EB18589-A215-4856-9214-D86BB32A145F}"/>
              </a:ext>
            </a:extLst>
          </p:cNvPr>
          <p:cNvCxnSpPr>
            <a:stCxn id="36" idx="3"/>
            <a:endCxn id="37" idx="2"/>
          </p:cNvCxnSpPr>
          <p:nvPr/>
        </p:nvCxnSpPr>
        <p:spPr>
          <a:xfrm flipV="1">
            <a:off x="5358054" y="5759645"/>
            <a:ext cx="447377" cy="91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3" name="CasellaDiTesto 42">
            <a:extLst>
              <a:ext uri="{FF2B5EF4-FFF2-40B4-BE49-F238E27FC236}">
                <a16:creationId xmlns:a16="http://schemas.microsoft.com/office/drawing/2014/main" id="{52ECBB6C-0868-42ED-AEA6-391F029CB292}"/>
              </a:ext>
            </a:extLst>
          </p:cNvPr>
          <p:cNvSpPr txBox="1"/>
          <p:nvPr/>
        </p:nvSpPr>
        <p:spPr>
          <a:xfrm>
            <a:off x="785734" y="1232756"/>
            <a:ext cx="2635401" cy="392415"/>
          </a:xfrm>
          <a:prstGeom prst="rect">
            <a:avLst/>
          </a:prstGeom>
          <a:noFill/>
        </p:spPr>
        <p:txBody>
          <a:bodyPr wrap="none" rtlCol="0">
            <a:spAutoFit/>
          </a:bodyPr>
          <a:lstStyle/>
          <a:p>
            <a:pPr defTabSz="742950" fontAlgn="auto">
              <a:spcBef>
                <a:spcPts val="0"/>
              </a:spcBef>
              <a:spcAft>
                <a:spcPts val="0"/>
              </a:spcAft>
            </a:pPr>
            <a:r>
              <a:rPr lang="en-US" sz="1950" b="1" noProof="0" dirty="0">
                <a:solidFill>
                  <a:prstClr val="black"/>
                </a:solidFill>
                <a:latin typeface="Calibri" panose="020F0502020204030204"/>
                <a:cs typeface="+mn-cs"/>
              </a:rPr>
              <a:t>Multilevel organization </a:t>
            </a:r>
          </a:p>
        </p:txBody>
      </p:sp>
      <p:sp>
        <p:nvSpPr>
          <p:cNvPr id="44" name="CasellaDiTesto 43">
            <a:extLst>
              <a:ext uri="{FF2B5EF4-FFF2-40B4-BE49-F238E27FC236}">
                <a16:creationId xmlns:a16="http://schemas.microsoft.com/office/drawing/2014/main" id="{2F0546AD-556D-4E62-B01B-BDD667CDEE17}"/>
              </a:ext>
            </a:extLst>
          </p:cNvPr>
          <p:cNvSpPr txBox="1"/>
          <p:nvPr/>
        </p:nvSpPr>
        <p:spPr>
          <a:xfrm>
            <a:off x="4026094" y="1236385"/>
            <a:ext cx="2635401" cy="392415"/>
          </a:xfrm>
          <a:prstGeom prst="rect">
            <a:avLst/>
          </a:prstGeom>
          <a:noFill/>
        </p:spPr>
        <p:txBody>
          <a:bodyPr wrap="square" rtlCol="0">
            <a:spAutoFit/>
          </a:bodyPr>
          <a:lstStyle/>
          <a:p>
            <a:pPr algn="ctr" defTabSz="742950" fontAlgn="auto">
              <a:spcBef>
                <a:spcPts val="0"/>
              </a:spcBef>
              <a:spcAft>
                <a:spcPts val="0"/>
              </a:spcAft>
            </a:pPr>
            <a:r>
              <a:rPr lang="en-US" sz="1950" b="1" noProof="0" dirty="0">
                <a:solidFill>
                  <a:prstClr val="black"/>
                </a:solidFill>
                <a:latin typeface="Calibri" panose="020F0502020204030204"/>
                <a:cs typeface="+mn-cs"/>
              </a:rPr>
              <a:t>As-is systems</a:t>
            </a:r>
          </a:p>
        </p:txBody>
      </p:sp>
      <p:sp>
        <p:nvSpPr>
          <p:cNvPr id="45" name="CasellaDiTesto 44">
            <a:extLst>
              <a:ext uri="{FF2B5EF4-FFF2-40B4-BE49-F238E27FC236}">
                <a16:creationId xmlns:a16="http://schemas.microsoft.com/office/drawing/2014/main" id="{90DBA411-A005-4F3E-B4D8-BBBB43F36C4D}"/>
              </a:ext>
            </a:extLst>
          </p:cNvPr>
          <p:cNvSpPr txBox="1"/>
          <p:nvPr/>
        </p:nvSpPr>
        <p:spPr>
          <a:xfrm>
            <a:off x="7374065" y="1014488"/>
            <a:ext cx="2074734" cy="692497"/>
          </a:xfrm>
          <a:prstGeom prst="rect">
            <a:avLst/>
          </a:prstGeom>
          <a:noFill/>
        </p:spPr>
        <p:txBody>
          <a:bodyPr wrap="none" rtlCol="0">
            <a:spAutoFit/>
          </a:bodyPr>
          <a:lstStyle/>
          <a:p>
            <a:pPr algn="ctr" defTabSz="742950" fontAlgn="auto">
              <a:spcBef>
                <a:spcPts val="0"/>
              </a:spcBef>
              <a:spcAft>
                <a:spcPts val="0"/>
              </a:spcAft>
            </a:pPr>
            <a:r>
              <a:rPr lang="en-US" sz="1950" b="1" noProof="0" dirty="0">
                <a:solidFill>
                  <a:prstClr val="black"/>
                </a:solidFill>
                <a:latin typeface="Calibri" panose="020F0502020204030204"/>
                <a:cs typeface="+mn-cs"/>
              </a:rPr>
              <a:t>Radiology-exam</a:t>
            </a:r>
          </a:p>
          <a:p>
            <a:pPr algn="ctr" defTabSz="742950" fontAlgn="auto">
              <a:spcBef>
                <a:spcPts val="0"/>
              </a:spcBef>
              <a:spcAft>
                <a:spcPts val="0"/>
              </a:spcAft>
            </a:pPr>
            <a:r>
              <a:rPr lang="en-US" sz="1950" b="1" noProof="0" dirty="0">
                <a:solidFill>
                  <a:prstClr val="black"/>
                </a:solidFill>
                <a:latin typeface="Calibri" panose="020F0502020204030204"/>
                <a:cs typeface="+mn-cs"/>
              </a:rPr>
              <a:t>As-is user process </a:t>
            </a:r>
          </a:p>
        </p:txBody>
      </p:sp>
      <p:graphicFrame>
        <p:nvGraphicFramePr>
          <p:cNvPr id="46" name="Segnaposto contenuto 2">
            <a:extLst>
              <a:ext uri="{FF2B5EF4-FFF2-40B4-BE49-F238E27FC236}">
                <a16:creationId xmlns:a16="http://schemas.microsoft.com/office/drawing/2014/main" id="{4D7889B9-04EE-475E-B9AB-F522336E3B33}"/>
              </a:ext>
            </a:extLst>
          </p:cNvPr>
          <p:cNvGraphicFramePr>
            <a:graphicFrameLocks/>
          </p:cNvGraphicFramePr>
          <p:nvPr>
            <p:extLst>
              <p:ext uri="{D42A27DB-BD31-4B8C-83A1-F6EECF244321}">
                <p14:modId xmlns:p14="http://schemas.microsoft.com/office/powerpoint/2010/main" val="528317595"/>
              </p:ext>
            </p:extLst>
          </p:nvPr>
        </p:nvGraphicFramePr>
        <p:xfrm>
          <a:off x="6978422" y="1676765"/>
          <a:ext cx="2897746" cy="46085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itolo 1">
            <a:extLst>
              <a:ext uri="{FF2B5EF4-FFF2-40B4-BE49-F238E27FC236}">
                <a16:creationId xmlns:a16="http://schemas.microsoft.com/office/drawing/2014/main" id="{268C2CA1-98BB-459C-A9C2-1E28617CD1A8}"/>
              </a:ext>
            </a:extLst>
          </p:cNvPr>
          <p:cNvSpPr>
            <a:spLocks noGrp="1"/>
          </p:cNvSpPr>
          <p:nvPr>
            <p:ph type="title"/>
          </p:nvPr>
        </p:nvSpPr>
        <p:spPr/>
        <p:txBody>
          <a:bodyPr/>
          <a:lstStyle/>
          <a:p>
            <a:r>
              <a:rPr lang="en-US" noProof="0" dirty="0"/>
              <a:t>As-is HC: summary </a:t>
            </a:r>
          </a:p>
        </p:txBody>
      </p:sp>
      <p:graphicFrame>
        <p:nvGraphicFramePr>
          <p:cNvPr id="4" name="Segnaposto contenuto 2">
            <a:extLst>
              <a:ext uri="{FF2B5EF4-FFF2-40B4-BE49-F238E27FC236}">
                <a16:creationId xmlns:a16="http://schemas.microsoft.com/office/drawing/2014/main" id="{2D86E637-1D8E-F9B2-0181-34D204489621}"/>
              </a:ext>
            </a:extLst>
          </p:cNvPr>
          <p:cNvGraphicFramePr>
            <a:graphicFrameLocks/>
          </p:cNvGraphicFramePr>
          <p:nvPr>
            <p:extLst>
              <p:ext uri="{D42A27DB-BD31-4B8C-83A1-F6EECF244321}">
                <p14:modId xmlns:p14="http://schemas.microsoft.com/office/powerpoint/2010/main" val="1823335115"/>
              </p:ext>
            </p:extLst>
          </p:nvPr>
        </p:nvGraphicFramePr>
        <p:xfrm>
          <a:off x="93328" y="1381126"/>
          <a:ext cx="692406" cy="490419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700378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Organization roles </a:t>
            </a:r>
          </a:p>
        </p:txBody>
      </p:sp>
      <p:sp>
        <p:nvSpPr>
          <p:cNvPr id="3" name="Segnaposto contenuto 2"/>
          <p:cNvSpPr>
            <a:spLocks noGrp="1"/>
          </p:cNvSpPr>
          <p:nvPr>
            <p:ph sz="half" idx="1"/>
          </p:nvPr>
        </p:nvSpPr>
        <p:spPr/>
        <p:txBody>
          <a:bodyPr>
            <a:normAutofit/>
          </a:bodyPr>
          <a:lstStyle/>
          <a:p>
            <a:pPr marL="0" indent="0">
              <a:buNone/>
            </a:pPr>
            <a:endParaRPr lang="en-US" noProof="0" dirty="0"/>
          </a:p>
          <a:p>
            <a:pPr>
              <a:spcBef>
                <a:spcPts val="600"/>
              </a:spcBef>
            </a:pPr>
            <a:r>
              <a:rPr lang="en-US" sz="2000" noProof="0" dirty="0"/>
              <a:t>The service includes 3 main organization roles:</a:t>
            </a:r>
          </a:p>
          <a:p>
            <a:pPr lvl="1">
              <a:spcBef>
                <a:spcPts val="600"/>
              </a:spcBef>
            </a:pPr>
            <a:r>
              <a:rPr lang="en-US" sz="2200" noProof="0" dirty="0">
                <a:ea typeface="+mn-ea"/>
              </a:rPr>
              <a:t>Governance, </a:t>
            </a:r>
          </a:p>
          <a:p>
            <a:pPr lvl="1">
              <a:spcBef>
                <a:spcPts val="600"/>
              </a:spcBef>
            </a:pPr>
            <a:r>
              <a:rPr lang="en-US" sz="2200" noProof="0" dirty="0">
                <a:ea typeface="+mn-ea"/>
              </a:rPr>
              <a:t>Operational Units, </a:t>
            </a:r>
          </a:p>
          <a:p>
            <a:pPr lvl="1">
              <a:spcBef>
                <a:spcPts val="600"/>
              </a:spcBef>
            </a:pPr>
            <a:r>
              <a:rPr lang="en-US" sz="2200" noProof="0" dirty="0">
                <a:ea typeface="+mn-ea"/>
              </a:rPr>
              <a:t>Family Doctors (aka GP/ General Practitioners) </a:t>
            </a:r>
          </a:p>
          <a:p>
            <a:pPr>
              <a:spcBef>
                <a:spcPts val="600"/>
              </a:spcBef>
            </a:pPr>
            <a:r>
              <a:rPr lang="en-US" sz="2200" noProof="0" dirty="0"/>
              <a:t>Let us illustrate their responsibilities and  activities</a:t>
            </a:r>
          </a:p>
        </p:txBody>
      </p:sp>
      <p:graphicFrame>
        <p:nvGraphicFramePr>
          <p:cNvPr id="12" name="Segnaposto contenuto 11"/>
          <p:cNvGraphicFramePr>
            <a:graphicFrameLocks noGrp="1"/>
          </p:cNvGraphicFramePr>
          <p:nvPr>
            <p:ph sz="half" idx="2"/>
            <p:extLst>
              <p:ext uri="{D42A27DB-BD31-4B8C-83A1-F6EECF244321}">
                <p14:modId xmlns:p14="http://schemas.microsoft.com/office/powerpoint/2010/main" val="4139414259"/>
              </p:ext>
            </p:extLst>
          </p:nvPr>
        </p:nvGraphicFramePr>
        <p:xfrm>
          <a:off x="5637213" y="1341438"/>
          <a:ext cx="3852862" cy="478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Segnaposto contenuto 2">
            <a:extLst>
              <a:ext uri="{FF2B5EF4-FFF2-40B4-BE49-F238E27FC236}">
                <a16:creationId xmlns:a16="http://schemas.microsoft.com/office/drawing/2014/main" id="{63FA02B5-72DB-457D-A573-75D18D36FC27}"/>
              </a:ext>
            </a:extLst>
          </p:cNvPr>
          <p:cNvGraphicFramePr>
            <a:graphicFrameLocks/>
          </p:cNvGraphicFramePr>
          <p:nvPr>
            <p:extLst>
              <p:ext uri="{D42A27DB-BD31-4B8C-83A1-F6EECF244321}">
                <p14:modId xmlns:p14="http://schemas.microsoft.com/office/powerpoint/2010/main" val="2044599809"/>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025011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Organization roles: Governance</a:t>
            </a:r>
          </a:p>
        </p:txBody>
      </p:sp>
      <p:sp>
        <p:nvSpPr>
          <p:cNvPr id="5" name="Segnaposto contenuto 4"/>
          <p:cNvSpPr>
            <a:spLocks noGrp="1"/>
          </p:cNvSpPr>
          <p:nvPr>
            <p:ph sz="half" idx="1"/>
          </p:nvPr>
        </p:nvSpPr>
        <p:spPr/>
        <p:txBody>
          <a:bodyPr>
            <a:noAutofit/>
          </a:bodyPr>
          <a:lstStyle/>
          <a:p>
            <a:pPr>
              <a:spcBef>
                <a:spcPts val="300"/>
              </a:spcBef>
            </a:pPr>
            <a:r>
              <a:rPr lang="en-US" sz="1600" noProof="0" dirty="0"/>
              <a:t>Health Minister decides on:</a:t>
            </a:r>
          </a:p>
          <a:p>
            <a:pPr lvl="1">
              <a:spcBef>
                <a:spcPts val="300"/>
              </a:spcBef>
            </a:pPr>
            <a:r>
              <a:rPr lang="en-US" sz="1400" noProof="0" dirty="0"/>
              <a:t>Drug licenses and prices</a:t>
            </a:r>
          </a:p>
          <a:p>
            <a:pPr lvl="1">
              <a:spcBef>
                <a:spcPts val="300"/>
              </a:spcBef>
            </a:pPr>
            <a:r>
              <a:rPr lang="en-US" sz="1400" noProof="0" dirty="0"/>
              <a:t>Pricelist of healthcare services, called DRG (Diagnosis Related Groups). </a:t>
            </a:r>
          </a:p>
          <a:p>
            <a:pPr lvl="1">
              <a:spcBef>
                <a:spcPts val="300"/>
              </a:spcBef>
            </a:pPr>
            <a:r>
              <a:rPr lang="en-US" sz="1400" noProof="0" dirty="0"/>
              <a:t>Reimbursable drugs </a:t>
            </a:r>
          </a:p>
          <a:p>
            <a:pPr lvl="1">
              <a:spcBef>
                <a:spcPts val="300"/>
              </a:spcBef>
            </a:pPr>
            <a:r>
              <a:rPr lang="en-US" sz="1400" noProof="0" dirty="0"/>
              <a:t>National healthcare budget </a:t>
            </a:r>
          </a:p>
          <a:p>
            <a:pPr>
              <a:spcBef>
                <a:spcPts val="300"/>
              </a:spcBef>
            </a:pPr>
            <a:r>
              <a:rPr lang="en-US" sz="1600" noProof="0" dirty="0"/>
              <a:t>Regions (20) manage:</a:t>
            </a:r>
          </a:p>
          <a:p>
            <a:pPr lvl="1">
              <a:spcBef>
                <a:spcPts val="300"/>
              </a:spcBef>
            </a:pPr>
            <a:r>
              <a:rPr lang="en-US" sz="1400" noProof="0" dirty="0"/>
              <a:t>Their assigned budget </a:t>
            </a:r>
          </a:p>
          <a:p>
            <a:pPr lvl="1">
              <a:spcBef>
                <a:spcPts val="300"/>
              </a:spcBef>
            </a:pPr>
            <a:r>
              <a:rPr lang="en-US" sz="1400" noProof="0" dirty="0"/>
              <a:t>Their Health Care IT system</a:t>
            </a:r>
          </a:p>
          <a:p>
            <a:pPr lvl="1">
              <a:spcBef>
                <a:spcPts val="300"/>
              </a:spcBef>
            </a:pPr>
            <a:r>
              <a:rPr lang="en-US" sz="1400" noProof="0" dirty="0"/>
              <a:t>The Quality of Service</a:t>
            </a:r>
          </a:p>
          <a:p>
            <a:pPr lvl="1">
              <a:spcBef>
                <a:spcPts val="300"/>
              </a:spcBef>
            </a:pPr>
            <a:r>
              <a:rPr lang="en-US" sz="1400" noProof="0" dirty="0"/>
              <a:t>The reimbursement to operational units, which is based on DRG* and regional laws </a:t>
            </a:r>
          </a:p>
          <a:p>
            <a:pPr>
              <a:spcBef>
                <a:spcPts val="300"/>
              </a:spcBef>
            </a:pPr>
            <a:r>
              <a:rPr lang="en-US" sz="1600" noProof="0" dirty="0"/>
              <a:t>Local authorities (100+):</a:t>
            </a:r>
          </a:p>
          <a:p>
            <a:pPr lvl="1">
              <a:spcBef>
                <a:spcPts val="300"/>
              </a:spcBef>
            </a:pPr>
            <a:r>
              <a:rPr lang="en-US" sz="1400" noProof="0" dirty="0"/>
              <a:t>Govern health care services. </a:t>
            </a:r>
          </a:p>
          <a:p>
            <a:pPr lvl="1">
              <a:spcBef>
                <a:spcPts val="300"/>
              </a:spcBef>
            </a:pPr>
            <a:r>
              <a:rPr lang="en-US" sz="1400" noProof="0" dirty="0"/>
              <a:t>Control local operational units </a:t>
            </a:r>
          </a:p>
          <a:p>
            <a:pPr lvl="1">
              <a:spcBef>
                <a:spcPts val="300"/>
              </a:spcBef>
            </a:pPr>
            <a:r>
              <a:rPr lang="en-US" sz="1400" noProof="0" dirty="0"/>
              <a:t>Control family doctors </a:t>
            </a:r>
          </a:p>
          <a:p>
            <a:pPr lvl="1">
              <a:spcBef>
                <a:spcPts val="300"/>
              </a:spcBef>
            </a:pPr>
            <a:r>
              <a:rPr lang="en-US" sz="1400" noProof="0" dirty="0"/>
              <a:t>Provide some local and social services </a:t>
            </a:r>
          </a:p>
        </p:txBody>
      </p:sp>
      <p:graphicFrame>
        <p:nvGraphicFramePr>
          <p:cNvPr id="7" name="Segnaposto contenuto 6"/>
          <p:cNvGraphicFramePr>
            <a:graphicFrameLocks noGrp="1"/>
          </p:cNvGraphicFramePr>
          <p:nvPr>
            <p:ph sz="half" idx="2"/>
            <p:extLst>
              <p:ext uri="{D42A27DB-BD31-4B8C-83A1-F6EECF244321}">
                <p14:modId xmlns:p14="http://schemas.microsoft.com/office/powerpoint/2010/main" val="45993174"/>
              </p:ext>
            </p:extLst>
          </p:nvPr>
        </p:nvGraphicFramePr>
        <p:xfrm>
          <a:off x="5637213" y="1341438"/>
          <a:ext cx="3852862" cy="478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asellaDiTesto 5">
            <a:extLst>
              <a:ext uri="{FF2B5EF4-FFF2-40B4-BE49-F238E27FC236}">
                <a16:creationId xmlns:a16="http://schemas.microsoft.com/office/drawing/2014/main" id="{53DFBDBB-19B2-4FDD-9F11-848EDBA43096}"/>
              </a:ext>
            </a:extLst>
          </p:cNvPr>
          <p:cNvSpPr txBox="1"/>
          <p:nvPr/>
        </p:nvSpPr>
        <p:spPr>
          <a:xfrm>
            <a:off x="1712640" y="6116065"/>
            <a:ext cx="6135013" cy="307777"/>
          </a:xfrm>
          <a:prstGeom prst="rect">
            <a:avLst/>
          </a:prstGeom>
          <a:noFill/>
        </p:spPr>
        <p:txBody>
          <a:bodyPr wrap="none" rtlCol="0">
            <a:spAutoFit/>
          </a:bodyPr>
          <a:lstStyle/>
          <a:p>
            <a:r>
              <a:rPr lang="en-US" sz="1400" i="1" noProof="0" dirty="0"/>
              <a:t>* DRG = Diagnostic Research Group = Pricelist of healthcare services </a:t>
            </a:r>
          </a:p>
        </p:txBody>
      </p:sp>
      <p:graphicFrame>
        <p:nvGraphicFramePr>
          <p:cNvPr id="2" name="Segnaposto contenuto 2">
            <a:extLst>
              <a:ext uri="{FF2B5EF4-FFF2-40B4-BE49-F238E27FC236}">
                <a16:creationId xmlns:a16="http://schemas.microsoft.com/office/drawing/2014/main" id="{7216F2F1-25B5-2FC0-DE57-915B595E45FF}"/>
              </a:ext>
            </a:extLst>
          </p:cNvPr>
          <p:cNvGraphicFramePr>
            <a:graphicFrameLocks/>
          </p:cNvGraphicFramePr>
          <p:nvPr>
            <p:extLst>
              <p:ext uri="{D42A27DB-BD31-4B8C-83A1-F6EECF244321}">
                <p14:modId xmlns:p14="http://schemas.microsoft.com/office/powerpoint/2010/main" val="2268832429"/>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40249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Organization roles: Family Doctors </a:t>
            </a:r>
          </a:p>
        </p:txBody>
      </p:sp>
      <p:sp>
        <p:nvSpPr>
          <p:cNvPr id="5" name="Segnaposto contenuto 4"/>
          <p:cNvSpPr>
            <a:spLocks noGrp="1"/>
          </p:cNvSpPr>
          <p:nvPr>
            <p:ph sz="half" idx="1"/>
          </p:nvPr>
        </p:nvSpPr>
        <p:spPr/>
        <p:txBody>
          <a:bodyPr anchor="ctr">
            <a:normAutofit fontScale="70000" lnSpcReduction="20000"/>
          </a:bodyPr>
          <a:lstStyle/>
          <a:p>
            <a:pPr lvl="0">
              <a:lnSpc>
                <a:spcPct val="120000"/>
              </a:lnSpc>
              <a:spcBef>
                <a:spcPts val="0"/>
              </a:spcBef>
            </a:pPr>
            <a:r>
              <a:rPr lang="en-US" noProof="0" dirty="0"/>
              <a:t>General Practitioners (GP)</a:t>
            </a:r>
          </a:p>
          <a:p>
            <a:pPr lvl="1">
              <a:lnSpc>
                <a:spcPct val="120000"/>
              </a:lnSpc>
              <a:spcBef>
                <a:spcPts val="0"/>
              </a:spcBef>
            </a:pPr>
            <a:r>
              <a:rPr lang="en-US" noProof="0" dirty="0"/>
              <a:t>AKA Family Doctors</a:t>
            </a:r>
          </a:p>
          <a:p>
            <a:pPr lvl="1">
              <a:lnSpc>
                <a:spcPct val="120000"/>
              </a:lnSpc>
              <a:spcBef>
                <a:spcPts val="0"/>
              </a:spcBef>
            </a:pPr>
            <a:r>
              <a:rPr lang="en-US" noProof="0" dirty="0"/>
              <a:t>Responsible for citizens’ health</a:t>
            </a:r>
          </a:p>
          <a:p>
            <a:pPr lvl="1">
              <a:lnSpc>
                <a:spcPct val="120000"/>
              </a:lnSpc>
              <a:spcBef>
                <a:spcPts val="0"/>
              </a:spcBef>
            </a:pPr>
            <a:r>
              <a:rPr lang="en-US" noProof="0" dirty="0"/>
              <a:t>Authorize prescriptions and complex cares (e.g., operation) </a:t>
            </a:r>
          </a:p>
          <a:p>
            <a:pPr lvl="1">
              <a:lnSpc>
                <a:spcPct val="120000"/>
              </a:lnSpc>
              <a:spcBef>
                <a:spcPts val="0"/>
              </a:spcBef>
            </a:pPr>
            <a:r>
              <a:rPr lang="en-US" noProof="0" dirty="0"/>
              <a:t>Care up to1,500 patients</a:t>
            </a:r>
          </a:p>
          <a:p>
            <a:pPr lvl="1">
              <a:lnSpc>
                <a:spcPct val="120000"/>
              </a:lnSpc>
              <a:spcBef>
                <a:spcPts val="0"/>
              </a:spcBef>
            </a:pPr>
            <a:r>
              <a:rPr lang="en-US" noProof="0" dirty="0"/>
              <a:t>Chosen by citizens  </a:t>
            </a:r>
          </a:p>
          <a:p>
            <a:pPr lvl="1">
              <a:lnSpc>
                <a:spcPct val="120000"/>
              </a:lnSpc>
              <a:spcBef>
                <a:spcPts val="0"/>
              </a:spcBef>
            </a:pPr>
            <a:r>
              <a:rPr lang="en-US" noProof="0" dirty="0"/>
              <a:t>Paid on capitation</a:t>
            </a:r>
          </a:p>
          <a:p>
            <a:pPr>
              <a:lnSpc>
                <a:spcPct val="120000"/>
              </a:lnSpc>
              <a:spcBef>
                <a:spcPts val="0"/>
              </a:spcBef>
            </a:pPr>
            <a:r>
              <a:rPr lang="en-US" noProof="0" dirty="0"/>
              <a:t>Pediatricians </a:t>
            </a:r>
          </a:p>
          <a:p>
            <a:pPr lvl="1">
              <a:lnSpc>
                <a:spcPct val="120000"/>
              </a:lnSpc>
              <a:spcBef>
                <a:spcPts val="0"/>
              </a:spcBef>
            </a:pPr>
            <a:r>
              <a:rPr lang="en-US" noProof="0" dirty="0"/>
              <a:t>GP for children</a:t>
            </a:r>
          </a:p>
          <a:p>
            <a:pPr lvl="0">
              <a:lnSpc>
                <a:spcPct val="120000"/>
              </a:lnSpc>
              <a:spcBef>
                <a:spcPts val="0"/>
              </a:spcBef>
            </a:pPr>
            <a:r>
              <a:rPr lang="en-US" noProof="0" dirty="0"/>
              <a:t>Specialists</a:t>
            </a:r>
          </a:p>
          <a:p>
            <a:pPr lvl="1">
              <a:lnSpc>
                <a:spcPct val="120000"/>
              </a:lnSpc>
              <a:spcBef>
                <a:spcPts val="0"/>
              </a:spcBef>
            </a:pPr>
            <a:r>
              <a:rPr lang="en-US" noProof="0" dirty="0"/>
              <a:t>Practice a specific field e.g., otolaryngologist, cardiologist, neurologist. </a:t>
            </a:r>
          </a:p>
          <a:p>
            <a:pPr lvl="1">
              <a:lnSpc>
                <a:spcPct val="120000"/>
              </a:lnSpc>
              <a:spcBef>
                <a:spcPts val="0"/>
              </a:spcBef>
            </a:pPr>
            <a:r>
              <a:rPr lang="en-US" noProof="0" dirty="0"/>
              <a:t>Usually professionals.</a:t>
            </a:r>
          </a:p>
          <a:p>
            <a:pPr lvl="1">
              <a:lnSpc>
                <a:spcPct val="120000"/>
              </a:lnSpc>
              <a:spcBef>
                <a:spcPts val="0"/>
              </a:spcBef>
            </a:pPr>
            <a:r>
              <a:rPr lang="en-US" noProof="0" dirty="0"/>
              <a:t>Reimbursed on DRG* </a:t>
            </a:r>
          </a:p>
        </p:txBody>
      </p:sp>
      <p:graphicFrame>
        <p:nvGraphicFramePr>
          <p:cNvPr id="7" name="Segnaposto contenuto 6"/>
          <p:cNvGraphicFramePr>
            <a:graphicFrameLocks noGrp="1"/>
          </p:cNvGraphicFramePr>
          <p:nvPr>
            <p:ph sz="half" idx="2"/>
            <p:extLst>
              <p:ext uri="{D42A27DB-BD31-4B8C-83A1-F6EECF244321}">
                <p14:modId xmlns:p14="http://schemas.microsoft.com/office/powerpoint/2010/main" val="2040112325"/>
              </p:ext>
            </p:extLst>
          </p:nvPr>
        </p:nvGraphicFramePr>
        <p:xfrm>
          <a:off x="5637213" y="1341438"/>
          <a:ext cx="3852862" cy="478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asellaDiTesto 7">
            <a:extLst>
              <a:ext uri="{FF2B5EF4-FFF2-40B4-BE49-F238E27FC236}">
                <a16:creationId xmlns:a16="http://schemas.microsoft.com/office/drawing/2014/main" id="{8164FB1F-6C9F-495A-A86F-E8284F9F8902}"/>
              </a:ext>
            </a:extLst>
          </p:cNvPr>
          <p:cNvSpPr txBox="1"/>
          <p:nvPr/>
        </p:nvSpPr>
        <p:spPr>
          <a:xfrm>
            <a:off x="1712640" y="6116065"/>
            <a:ext cx="6135013" cy="307777"/>
          </a:xfrm>
          <a:prstGeom prst="rect">
            <a:avLst/>
          </a:prstGeom>
          <a:noFill/>
        </p:spPr>
        <p:txBody>
          <a:bodyPr wrap="none" rtlCol="0">
            <a:spAutoFit/>
          </a:bodyPr>
          <a:lstStyle/>
          <a:p>
            <a:r>
              <a:rPr lang="en-US" sz="1400" i="1" noProof="0" dirty="0"/>
              <a:t>* DRG = Diagnostic Research Group = Pricelist of healthcare services </a:t>
            </a:r>
          </a:p>
        </p:txBody>
      </p:sp>
      <p:graphicFrame>
        <p:nvGraphicFramePr>
          <p:cNvPr id="2" name="Segnaposto contenuto 2">
            <a:extLst>
              <a:ext uri="{FF2B5EF4-FFF2-40B4-BE49-F238E27FC236}">
                <a16:creationId xmlns:a16="http://schemas.microsoft.com/office/drawing/2014/main" id="{62BB665D-2038-3904-6529-6CAEA81EBA92}"/>
              </a:ext>
            </a:extLst>
          </p:cNvPr>
          <p:cNvGraphicFramePr>
            <a:graphicFrameLocks/>
          </p:cNvGraphicFramePr>
          <p:nvPr>
            <p:extLst>
              <p:ext uri="{D42A27DB-BD31-4B8C-83A1-F6EECF244321}">
                <p14:modId xmlns:p14="http://schemas.microsoft.com/office/powerpoint/2010/main" val="862330679"/>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85674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Organization roles: Operations </a:t>
            </a:r>
          </a:p>
        </p:txBody>
      </p:sp>
      <p:sp>
        <p:nvSpPr>
          <p:cNvPr id="5" name="Segnaposto contenuto 4"/>
          <p:cNvSpPr>
            <a:spLocks noGrp="1"/>
          </p:cNvSpPr>
          <p:nvPr>
            <p:ph sz="half" idx="1"/>
          </p:nvPr>
        </p:nvSpPr>
        <p:spPr>
          <a:xfrm>
            <a:off x="1459881" y="2672916"/>
            <a:ext cx="6481451" cy="3453246"/>
          </a:xfrm>
        </p:spPr>
        <p:txBody>
          <a:bodyPr anchor="ctr">
            <a:normAutofit fontScale="55000" lnSpcReduction="20000"/>
          </a:bodyPr>
          <a:lstStyle/>
          <a:p>
            <a:pPr lvl="0">
              <a:lnSpc>
                <a:spcPct val="120000"/>
              </a:lnSpc>
              <a:spcBef>
                <a:spcPts val="0"/>
              </a:spcBef>
            </a:pPr>
            <a:r>
              <a:rPr lang="en-US" noProof="0" dirty="0"/>
              <a:t>Hospitals (public and private)</a:t>
            </a:r>
          </a:p>
          <a:p>
            <a:pPr lvl="1">
              <a:lnSpc>
                <a:spcPct val="120000"/>
              </a:lnSpc>
              <a:spcBef>
                <a:spcPts val="0"/>
              </a:spcBef>
            </a:pPr>
            <a:r>
              <a:rPr lang="en-US" noProof="0" dirty="0"/>
              <a:t>Emergency services, operation rooms, hospitalization, day hospital services, labs, miscellaneous services. </a:t>
            </a:r>
          </a:p>
          <a:p>
            <a:pPr lvl="0">
              <a:lnSpc>
                <a:spcPct val="120000"/>
              </a:lnSpc>
              <a:spcBef>
                <a:spcPts val="0"/>
              </a:spcBef>
            </a:pPr>
            <a:r>
              <a:rPr lang="en-US" noProof="0" dirty="0"/>
              <a:t>Clinics </a:t>
            </a:r>
          </a:p>
          <a:p>
            <a:pPr lvl="1">
              <a:lnSpc>
                <a:spcPct val="120000"/>
              </a:lnSpc>
              <a:spcBef>
                <a:spcPts val="0"/>
              </a:spcBef>
            </a:pPr>
            <a:r>
              <a:rPr lang="en-US" noProof="0" dirty="0"/>
              <a:t>Alike hospitals, but without emergency</a:t>
            </a:r>
          </a:p>
          <a:p>
            <a:pPr lvl="1">
              <a:lnSpc>
                <a:spcPct val="120000"/>
              </a:lnSpc>
              <a:spcBef>
                <a:spcPts val="0"/>
              </a:spcBef>
            </a:pPr>
            <a:r>
              <a:rPr lang="en-US" noProof="0" dirty="0"/>
              <a:t>Focus on a specific issue e.g., rehabilitation. </a:t>
            </a:r>
          </a:p>
          <a:p>
            <a:pPr lvl="0">
              <a:lnSpc>
                <a:spcPct val="120000"/>
              </a:lnSpc>
              <a:spcBef>
                <a:spcPts val="0"/>
              </a:spcBef>
            </a:pPr>
            <a:r>
              <a:rPr lang="en-US" noProof="0" dirty="0"/>
              <a:t>Ambulatories </a:t>
            </a:r>
          </a:p>
          <a:p>
            <a:pPr lvl="1">
              <a:lnSpc>
                <a:spcPct val="120000"/>
              </a:lnSpc>
              <a:spcBef>
                <a:spcPts val="0"/>
              </a:spcBef>
            </a:pPr>
            <a:r>
              <a:rPr lang="en-US" noProof="0" dirty="0"/>
              <a:t>Smaller version of clinics </a:t>
            </a:r>
          </a:p>
          <a:p>
            <a:pPr lvl="1">
              <a:lnSpc>
                <a:spcPct val="120000"/>
              </a:lnSpc>
              <a:spcBef>
                <a:spcPts val="0"/>
              </a:spcBef>
            </a:pPr>
            <a:r>
              <a:rPr lang="en-US" noProof="0" dirty="0"/>
              <a:t>For outpatients to be treated in daytime. </a:t>
            </a:r>
          </a:p>
          <a:p>
            <a:pPr lvl="0">
              <a:lnSpc>
                <a:spcPct val="120000"/>
              </a:lnSpc>
              <a:spcBef>
                <a:spcPts val="0"/>
              </a:spcBef>
            </a:pPr>
            <a:r>
              <a:rPr lang="en-US" noProof="0" dirty="0"/>
              <a:t>Labs </a:t>
            </a:r>
          </a:p>
          <a:p>
            <a:pPr lvl="1">
              <a:lnSpc>
                <a:spcPct val="120000"/>
              </a:lnSpc>
              <a:spcBef>
                <a:spcPts val="0"/>
              </a:spcBef>
            </a:pPr>
            <a:r>
              <a:rPr lang="en-US" noProof="0" dirty="0"/>
              <a:t>Technology-based services, as radiology, TAC (Axial Computerized Tomography), analyses and so on. </a:t>
            </a:r>
          </a:p>
          <a:p>
            <a:pPr lvl="1">
              <a:lnSpc>
                <a:spcPct val="120000"/>
              </a:lnSpc>
              <a:spcBef>
                <a:spcPts val="0"/>
              </a:spcBef>
            </a:pPr>
            <a:r>
              <a:rPr lang="en-US" noProof="0" dirty="0"/>
              <a:t>Self-contained units – like Diagnostic Centers – or hospital sections.</a:t>
            </a:r>
          </a:p>
          <a:p>
            <a:pPr>
              <a:lnSpc>
                <a:spcPct val="120000"/>
              </a:lnSpc>
              <a:spcBef>
                <a:spcPts val="0"/>
              </a:spcBef>
            </a:pPr>
            <a:r>
              <a:rPr lang="en-US" noProof="0" dirty="0"/>
              <a:t>Pharmacies  </a:t>
            </a:r>
          </a:p>
          <a:p>
            <a:pPr lvl="1">
              <a:lnSpc>
                <a:spcPct val="120000"/>
              </a:lnSpc>
              <a:spcBef>
                <a:spcPts val="0"/>
              </a:spcBef>
            </a:pPr>
            <a:r>
              <a:rPr lang="en-US" noProof="0" dirty="0"/>
              <a:t>Licensed by government</a:t>
            </a:r>
          </a:p>
          <a:p>
            <a:pPr lvl="1">
              <a:lnSpc>
                <a:spcPct val="120000"/>
              </a:lnSpc>
              <a:spcBef>
                <a:spcPts val="0"/>
              </a:spcBef>
            </a:pPr>
            <a:r>
              <a:rPr lang="en-US" noProof="0" dirty="0"/>
              <a:t>Sell all licensed drugs  </a:t>
            </a:r>
          </a:p>
        </p:txBody>
      </p:sp>
      <p:graphicFrame>
        <p:nvGraphicFramePr>
          <p:cNvPr id="7" name="Segnaposto contenuto 6"/>
          <p:cNvGraphicFramePr>
            <a:graphicFrameLocks noGrp="1"/>
          </p:cNvGraphicFramePr>
          <p:nvPr>
            <p:ph sz="half" idx="2"/>
            <p:extLst>
              <p:ext uri="{D42A27DB-BD31-4B8C-83A1-F6EECF244321}">
                <p14:modId xmlns:p14="http://schemas.microsoft.com/office/powerpoint/2010/main" val="2020855800"/>
              </p:ext>
            </p:extLst>
          </p:nvPr>
        </p:nvGraphicFramePr>
        <p:xfrm>
          <a:off x="5637213" y="1341438"/>
          <a:ext cx="3852862" cy="478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Segnaposto contenuto 2">
            <a:extLst>
              <a:ext uri="{FF2B5EF4-FFF2-40B4-BE49-F238E27FC236}">
                <a16:creationId xmlns:a16="http://schemas.microsoft.com/office/drawing/2014/main" id="{9FAE00B6-381D-DA6F-B068-63298568E464}"/>
              </a:ext>
            </a:extLst>
          </p:cNvPr>
          <p:cNvGraphicFramePr>
            <a:graphicFrameLocks/>
          </p:cNvGraphicFramePr>
          <p:nvPr>
            <p:extLst>
              <p:ext uri="{D42A27DB-BD31-4B8C-83A1-F6EECF244321}">
                <p14:modId xmlns:p14="http://schemas.microsoft.com/office/powerpoint/2010/main" val="52423016"/>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21406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Italian Regions </a:t>
            </a:r>
          </a:p>
        </p:txBody>
      </p:sp>
      <p:graphicFrame>
        <p:nvGraphicFramePr>
          <p:cNvPr id="6" name="Content Placeholder 5">
            <a:extLst>
              <a:ext uri="{FF2B5EF4-FFF2-40B4-BE49-F238E27FC236}">
                <a16:creationId xmlns:a16="http://schemas.microsoft.com/office/drawing/2014/main" id="{23D974AF-E70D-4555-8BB3-2B2214F7F528}"/>
              </a:ext>
            </a:extLst>
          </p:cNvPr>
          <p:cNvGraphicFramePr>
            <a:graphicFrameLocks noGrp="1"/>
          </p:cNvGraphicFramePr>
          <p:nvPr>
            <p:ph idx="1"/>
            <p:extLst>
              <p:ext uri="{D42A27DB-BD31-4B8C-83A1-F6EECF244321}">
                <p14:modId xmlns:p14="http://schemas.microsoft.com/office/powerpoint/2010/main" val="742182396"/>
              </p:ext>
            </p:extLst>
          </p:nvPr>
        </p:nvGraphicFramePr>
        <p:xfrm>
          <a:off x="1460500" y="1435380"/>
          <a:ext cx="8091149" cy="4480560"/>
        </p:xfrm>
        <a:graphic>
          <a:graphicData uri="http://schemas.openxmlformats.org/drawingml/2006/table">
            <a:tbl>
              <a:tblPr firstRow="1" firstCol="1" bandRow="1">
                <a:tableStyleId>{5C22544A-7EE6-4342-B048-85BDC9FD1C3A}</a:tableStyleId>
              </a:tblPr>
              <a:tblGrid>
                <a:gridCol w="2914736">
                  <a:extLst>
                    <a:ext uri="{9D8B030D-6E8A-4147-A177-3AD203B41FA5}">
                      <a16:colId xmlns:a16="http://schemas.microsoft.com/office/drawing/2014/main" val="1333309868"/>
                    </a:ext>
                  </a:extLst>
                </a:gridCol>
                <a:gridCol w="1309370">
                  <a:extLst>
                    <a:ext uri="{9D8B030D-6E8A-4147-A177-3AD203B41FA5}">
                      <a16:colId xmlns:a16="http://schemas.microsoft.com/office/drawing/2014/main" val="15522016"/>
                    </a:ext>
                  </a:extLst>
                </a:gridCol>
                <a:gridCol w="2030268">
                  <a:extLst>
                    <a:ext uri="{9D8B030D-6E8A-4147-A177-3AD203B41FA5}">
                      <a16:colId xmlns:a16="http://schemas.microsoft.com/office/drawing/2014/main" val="187539196"/>
                    </a:ext>
                  </a:extLst>
                </a:gridCol>
                <a:gridCol w="1836775">
                  <a:extLst>
                    <a:ext uri="{9D8B030D-6E8A-4147-A177-3AD203B41FA5}">
                      <a16:colId xmlns:a16="http://schemas.microsoft.com/office/drawing/2014/main" val="124333520"/>
                    </a:ext>
                  </a:extLst>
                </a:gridCol>
              </a:tblGrid>
              <a:tr h="0">
                <a:tc>
                  <a:txBody>
                    <a:bodyPr/>
                    <a:lstStyle/>
                    <a:p>
                      <a:pPr indent="183515" algn="just">
                        <a:spcBef>
                          <a:spcPts val="300"/>
                        </a:spcBef>
                        <a:spcAft>
                          <a:spcPts val="0"/>
                        </a:spcAft>
                      </a:pPr>
                      <a:r>
                        <a:rPr lang="en-US" sz="1400" noProof="0" dirty="0">
                          <a:effectLst/>
                        </a:rPr>
                        <a:t>Region</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050" noProof="0" dirty="0">
                          <a:effectLst/>
                        </a:rPr>
                        <a:t>Capital</a:t>
                      </a:r>
                      <a:endParaRPr lang="en-US" sz="14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050" noProof="0" dirty="0">
                          <a:effectLst/>
                        </a:rPr>
                        <a:t>Area</a:t>
                      </a:r>
                      <a:endParaRPr lang="en-US" sz="14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050" noProof="0" dirty="0">
                          <a:effectLst/>
                        </a:rPr>
                        <a:t>Population</a:t>
                      </a:r>
                      <a:endParaRPr lang="en-US" sz="14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355530898"/>
                  </a:ext>
                </a:extLst>
              </a:tr>
              <a:tr h="0">
                <a:tc>
                  <a:txBody>
                    <a:bodyPr/>
                    <a:lstStyle/>
                    <a:p>
                      <a:pPr indent="183515" algn="just">
                        <a:spcBef>
                          <a:spcPts val="300"/>
                        </a:spcBef>
                        <a:spcAft>
                          <a:spcPts val="0"/>
                        </a:spcAft>
                      </a:pPr>
                      <a:r>
                        <a:rPr lang="en-US" sz="1200" noProof="0" dirty="0">
                          <a:effectLst/>
                        </a:rPr>
                        <a:t>Valle d’Aosta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err="1">
                          <a:effectLst/>
                        </a:rPr>
                        <a:t>Aosta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3,263</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128,298</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46572476"/>
                  </a:ext>
                </a:extLst>
              </a:tr>
              <a:tr h="0">
                <a:tc>
                  <a:txBody>
                    <a:bodyPr/>
                    <a:lstStyle/>
                    <a:p>
                      <a:pPr indent="183515" algn="just">
                        <a:spcBef>
                          <a:spcPts val="300"/>
                        </a:spcBef>
                        <a:spcAft>
                          <a:spcPts val="0"/>
                        </a:spcAft>
                      </a:pPr>
                      <a:r>
                        <a:rPr lang="en-US" sz="1200" noProof="0" dirty="0">
                          <a:effectLst/>
                        </a:rPr>
                        <a:t>Piemonte</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Torino</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25,402</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4,424,467</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71703627"/>
                  </a:ext>
                </a:extLst>
              </a:tr>
              <a:tr h="0">
                <a:tc>
                  <a:txBody>
                    <a:bodyPr/>
                    <a:lstStyle/>
                    <a:p>
                      <a:pPr indent="183515" algn="just">
                        <a:spcBef>
                          <a:spcPts val="300"/>
                        </a:spcBef>
                        <a:spcAft>
                          <a:spcPts val="0"/>
                        </a:spcAft>
                      </a:pPr>
                      <a:r>
                        <a:rPr lang="en-US" sz="1200" noProof="0" dirty="0">
                          <a:effectLst/>
                        </a:rPr>
                        <a:t>Liguria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Genoa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5,422</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1,583,263</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551901867"/>
                  </a:ext>
                </a:extLst>
              </a:tr>
              <a:tr h="0">
                <a:tc>
                  <a:txBody>
                    <a:bodyPr/>
                    <a:lstStyle/>
                    <a:p>
                      <a:pPr indent="183515" algn="just">
                        <a:spcBef>
                          <a:spcPts val="300"/>
                        </a:spcBef>
                        <a:spcAft>
                          <a:spcPts val="0"/>
                        </a:spcAft>
                      </a:pPr>
                      <a:r>
                        <a:rPr lang="en-US" sz="1200" noProof="0" dirty="0" err="1">
                          <a:effectLst/>
                        </a:rPr>
                        <a:t>Lombardia</a:t>
                      </a:r>
                      <a:r>
                        <a:rPr lang="en-US" sz="1200" noProof="0" dirty="0">
                          <a:effectLst/>
                        </a:rPr>
                        <a:t> (Lombardy)</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solidFill>
                      <a:schemeClr val="bg1">
                        <a:lumMod val="65000"/>
                      </a:schemeClr>
                    </a:solidFill>
                  </a:tcPr>
                </a:tc>
                <a:tc>
                  <a:txBody>
                    <a:bodyPr/>
                    <a:lstStyle/>
                    <a:p>
                      <a:pPr indent="19685" algn="just">
                        <a:spcBef>
                          <a:spcPts val="300"/>
                        </a:spcBef>
                        <a:spcAft>
                          <a:spcPts val="0"/>
                        </a:spcAft>
                      </a:pPr>
                      <a:r>
                        <a:rPr lang="en-US" sz="1400" noProof="0" dirty="0">
                          <a:effectLst/>
                        </a:rPr>
                        <a:t>Milano</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solidFill>
                      <a:schemeClr val="bg1">
                        <a:lumMod val="65000"/>
                      </a:schemeClr>
                    </a:solidFill>
                  </a:tcPr>
                </a:tc>
                <a:tc>
                  <a:txBody>
                    <a:bodyPr/>
                    <a:lstStyle/>
                    <a:p>
                      <a:pPr indent="183515" algn="just">
                        <a:spcBef>
                          <a:spcPts val="300"/>
                        </a:spcBef>
                        <a:spcAft>
                          <a:spcPts val="0"/>
                        </a:spcAft>
                      </a:pPr>
                      <a:r>
                        <a:rPr lang="en-US" sz="1200" noProof="0" dirty="0">
                          <a:effectLst/>
                        </a:rPr>
                        <a:t>23,844</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solidFill>
                      <a:schemeClr val="bg1">
                        <a:lumMod val="65000"/>
                      </a:schemeClr>
                    </a:solidFill>
                  </a:tcPr>
                </a:tc>
                <a:tc>
                  <a:txBody>
                    <a:bodyPr/>
                    <a:lstStyle/>
                    <a:p>
                      <a:pPr indent="183515" algn="just">
                        <a:spcBef>
                          <a:spcPts val="300"/>
                        </a:spcBef>
                        <a:spcAft>
                          <a:spcPts val="0"/>
                        </a:spcAft>
                      </a:pPr>
                      <a:r>
                        <a:rPr lang="en-US" sz="1200" noProof="0" dirty="0">
                          <a:effectLst/>
                        </a:rPr>
                        <a:t>10,002,615</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solidFill>
                      <a:schemeClr val="bg1">
                        <a:lumMod val="65000"/>
                      </a:schemeClr>
                    </a:solidFill>
                  </a:tcPr>
                </a:tc>
                <a:extLst>
                  <a:ext uri="{0D108BD9-81ED-4DB2-BD59-A6C34878D82A}">
                    <a16:rowId xmlns:a16="http://schemas.microsoft.com/office/drawing/2014/main" val="1123789291"/>
                  </a:ext>
                </a:extLst>
              </a:tr>
              <a:tr h="0">
                <a:tc>
                  <a:txBody>
                    <a:bodyPr/>
                    <a:lstStyle/>
                    <a:p>
                      <a:pPr indent="183515" algn="just">
                        <a:spcBef>
                          <a:spcPts val="300"/>
                        </a:spcBef>
                        <a:spcAft>
                          <a:spcPts val="0"/>
                        </a:spcAft>
                      </a:pPr>
                      <a:r>
                        <a:rPr lang="en-US" sz="1200" noProof="0" dirty="0">
                          <a:effectLst/>
                        </a:rPr>
                        <a:t>Veneto</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Venice</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18,399</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4,927,596</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270417608"/>
                  </a:ext>
                </a:extLst>
              </a:tr>
              <a:tr h="0">
                <a:tc>
                  <a:txBody>
                    <a:bodyPr/>
                    <a:lstStyle/>
                    <a:p>
                      <a:pPr indent="183515" algn="just">
                        <a:spcBef>
                          <a:spcPts val="300"/>
                        </a:spcBef>
                        <a:spcAft>
                          <a:spcPts val="0"/>
                        </a:spcAft>
                      </a:pPr>
                      <a:r>
                        <a:rPr lang="en-US" sz="1200" noProof="0" dirty="0">
                          <a:effectLst/>
                        </a:rPr>
                        <a:t>Trentino-Alto Adige/</a:t>
                      </a:r>
                      <a:r>
                        <a:rPr lang="en-US" sz="1200" noProof="0" dirty="0" err="1">
                          <a:effectLst/>
                        </a:rPr>
                        <a:t>Südtirol</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Trento</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13,607</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1,055,934</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34092894"/>
                  </a:ext>
                </a:extLst>
              </a:tr>
              <a:tr h="0">
                <a:tc>
                  <a:txBody>
                    <a:bodyPr/>
                    <a:lstStyle/>
                    <a:p>
                      <a:pPr indent="183515" algn="just">
                        <a:spcBef>
                          <a:spcPts val="300"/>
                        </a:spcBef>
                        <a:spcAft>
                          <a:spcPts val="0"/>
                        </a:spcAft>
                      </a:pPr>
                      <a:r>
                        <a:rPr lang="en-US" sz="1200" noProof="0" dirty="0">
                          <a:effectLst/>
                        </a:rPr>
                        <a:t>Friuli-Venezia Giulia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Trieste</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7,858</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1,227,122</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11983762"/>
                  </a:ext>
                </a:extLst>
              </a:tr>
              <a:tr h="0">
                <a:tc>
                  <a:txBody>
                    <a:bodyPr/>
                    <a:lstStyle/>
                    <a:p>
                      <a:pPr indent="183515" algn="just">
                        <a:spcBef>
                          <a:spcPts val="300"/>
                        </a:spcBef>
                        <a:spcAft>
                          <a:spcPts val="0"/>
                        </a:spcAft>
                      </a:pPr>
                      <a:r>
                        <a:rPr lang="en-US" sz="1200" noProof="0" dirty="0">
                          <a:effectLst/>
                        </a:rPr>
                        <a:t>Emilia-Romagna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Bologna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22,446</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4,450,508</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489240"/>
                  </a:ext>
                </a:extLst>
              </a:tr>
              <a:tr h="0">
                <a:tc>
                  <a:txBody>
                    <a:bodyPr/>
                    <a:lstStyle/>
                    <a:p>
                      <a:pPr indent="183515" algn="just">
                        <a:spcBef>
                          <a:spcPts val="300"/>
                        </a:spcBef>
                        <a:spcAft>
                          <a:spcPts val="0"/>
                        </a:spcAft>
                      </a:pPr>
                      <a:r>
                        <a:rPr lang="en-US" sz="1200" noProof="0" dirty="0">
                          <a:effectLst/>
                        </a:rPr>
                        <a:t>Toscana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Firenze </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22,993</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3,752,654</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285305790"/>
                  </a:ext>
                </a:extLst>
              </a:tr>
              <a:tr h="0">
                <a:tc>
                  <a:txBody>
                    <a:bodyPr/>
                    <a:lstStyle/>
                    <a:p>
                      <a:pPr indent="183515" algn="just">
                        <a:spcBef>
                          <a:spcPts val="300"/>
                        </a:spcBef>
                        <a:spcAft>
                          <a:spcPts val="0"/>
                        </a:spcAft>
                      </a:pPr>
                      <a:r>
                        <a:rPr lang="en-US" sz="1200" noProof="0" dirty="0">
                          <a:effectLst/>
                        </a:rPr>
                        <a:t>Marche</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Ancona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9,366</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1,550,796</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32377346"/>
                  </a:ext>
                </a:extLst>
              </a:tr>
              <a:tr h="0">
                <a:tc>
                  <a:txBody>
                    <a:bodyPr/>
                    <a:lstStyle/>
                    <a:p>
                      <a:pPr indent="183515" algn="just">
                        <a:spcBef>
                          <a:spcPts val="300"/>
                        </a:spcBef>
                        <a:spcAft>
                          <a:spcPts val="0"/>
                        </a:spcAft>
                      </a:pPr>
                      <a:r>
                        <a:rPr lang="en-US" sz="1200" noProof="0" dirty="0">
                          <a:effectLst/>
                        </a:rPr>
                        <a:t>Umbria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Perugia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8,456</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894,762</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132433279"/>
                  </a:ext>
                </a:extLst>
              </a:tr>
              <a:tr h="0">
                <a:tc>
                  <a:txBody>
                    <a:bodyPr/>
                    <a:lstStyle/>
                    <a:p>
                      <a:pPr indent="183515" algn="just">
                        <a:spcBef>
                          <a:spcPts val="300"/>
                        </a:spcBef>
                        <a:spcAft>
                          <a:spcPts val="0"/>
                        </a:spcAft>
                      </a:pPr>
                      <a:r>
                        <a:rPr lang="en-US" sz="1200" noProof="0" dirty="0">
                          <a:effectLst/>
                        </a:rPr>
                        <a:t>Lazio</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Roma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17,236</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5,892,425</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904414555"/>
                  </a:ext>
                </a:extLst>
              </a:tr>
              <a:tr h="0">
                <a:tc>
                  <a:txBody>
                    <a:bodyPr/>
                    <a:lstStyle/>
                    <a:p>
                      <a:pPr indent="183515" algn="just">
                        <a:spcBef>
                          <a:spcPts val="300"/>
                        </a:spcBef>
                        <a:spcAft>
                          <a:spcPts val="0"/>
                        </a:spcAft>
                      </a:pPr>
                      <a:r>
                        <a:rPr lang="en-US" sz="1200" noProof="0" dirty="0">
                          <a:effectLst/>
                        </a:rPr>
                        <a:t>Campania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Napoli</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13,590</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5,861,529</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070441811"/>
                  </a:ext>
                </a:extLst>
              </a:tr>
              <a:tr h="0">
                <a:tc>
                  <a:txBody>
                    <a:bodyPr/>
                    <a:lstStyle/>
                    <a:p>
                      <a:pPr indent="183515" algn="just">
                        <a:spcBef>
                          <a:spcPts val="300"/>
                        </a:spcBef>
                        <a:spcAft>
                          <a:spcPts val="0"/>
                        </a:spcAft>
                      </a:pPr>
                      <a:r>
                        <a:rPr lang="en-US" sz="1200" noProof="0" dirty="0">
                          <a:effectLst/>
                        </a:rPr>
                        <a:t>Abruzzo</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L'Aquila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10,763</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1,331,574</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65297628"/>
                  </a:ext>
                </a:extLst>
              </a:tr>
              <a:tr h="0">
                <a:tc>
                  <a:txBody>
                    <a:bodyPr/>
                    <a:lstStyle/>
                    <a:p>
                      <a:pPr indent="183515" algn="just">
                        <a:spcBef>
                          <a:spcPts val="300"/>
                        </a:spcBef>
                        <a:spcAft>
                          <a:spcPts val="0"/>
                        </a:spcAft>
                      </a:pPr>
                      <a:r>
                        <a:rPr lang="en-US" sz="1200" noProof="0" dirty="0">
                          <a:effectLst/>
                        </a:rPr>
                        <a:t>Molise</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Campobasso</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4,438</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313,348</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947032467"/>
                  </a:ext>
                </a:extLst>
              </a:tr>
              <a:tr h="0">
                <a:tc>
                  <a:txBody>
                    <a:bodyPr/>
                    <a:lstStyle/>
                    <a:p>
                      <a:pPr indent="183515" algn="just">
                        <a:spcBef>
                          <a:spcPts val="300"/>
                        </a:spcBef>
                        <a:spcAft>
                          <a:spcPts val="0"/>
                        </a:spcAft>
                      </a:pPr>
                      <a:r>
                        <a:rPr lang="en-US" sz="1200" noProof="0" dirty="0">
                          <a:effectLst/>
                        </a:rPr>
                        <a:t>Puglia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Bari</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19,358</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4,090,105</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740420664"/>
                  </a:ext>
                </a:extLst>
              </a:tr>
              <a:tr h="0">
                <a:tc>
                  <a:txBody>
                    <a:bodyPr/>
                    <a:lstStyle/>
                    <a:p>
                      <a:pPr indent="183515" algn="just">
                        <a:spcBef>
                          <a:spcPts val="300"/>
                        </a:spcBef>
                        <a:spcAft>
                          <a:spcPts val="0"/>
                        </a:spcAft>
                      </a:pPr>
                      <a:r>
                        <a:rPr lang="en-US" sz="1200" noProof="0" dirty="0">
                          <a:effectLst/>
                        </a:rPr>
                        <a:t>Basilicata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Potenza</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9,995</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576,619</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70382161"/>
                  </a:ext>
                </a:extLst>
              </a:tr>
              <a:tr h="0">
                <a:tc>
                  <a:txBody>
                    <a:bodyPr/>
                    <a:lstStyle/>
                    <a:p>
                      <a:pPr indent="183515" algn="just">
                        <a:spcBef>
                          <a:spcPts val="300"/>
                        </a:spcBef>
                        <a:spcAft>
                          <a:spcPts val="0"/>
                        </a:spcAft>
                      </a:pPr>
                      <a:r>
                        <a:rPr lang="en-US" sz="1200" noProof="0" dirty="0">
                          <a:effectLst/>
                        </a:rPr>
                        <a:t>Calabria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Catanzaro</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15,080</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1,976,631</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116239896"/>
                  </a:ext>
                </a:extLst>
              </a:tr>
              <a:tr h="0">
                <a:tc>
                  <a:txBody>
                    <a:bodyPr/>
                    <a:lstStyle/>
                    <a:p>
                      <a:pPr indent="183515" algn="just">
                        <a:spcBef>
                          <a:spcPts val="300"/>
                        </a:spcBef>
                        <a:spcAft>
                          <a:spcPts val="0"/>
                        </a:spcAft>
                      </a:pPr>
                      <a:r>
                        <a:rPr lang="en-US" sz="1200" noProof="0" dirty="0">
                          <a:effectLst/>
                        </a:rPr>
                        <a:t>Sardegna </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Cagliari</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24,090</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1,663,286</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599261721"/>
                  </a:ext>
                </a:extLst>
              </a:tr>
              <a:tr h="0">
                <a:tc>
                  <a:txBody>
                    <a:bodyPr/>
                    <a:lstStyle/>
                    <a:p>
                      <a:pPr indent="183515" algn="just">
                        <a:spcBef>
                          <a:spcPts val="300"/>
                        </a:spcBef>
                        <a:spcAft>
                          <a:spcPts val="0"/>
                        </a:spcAft>
                      </a:pPr>
                      <a:r>
                        <a:rPr lang="en-US" sz="1200" noProof="0" dirty="0">
                          <a:effectLst/>
                        </a:rPr>
                        <a:t>Sicilia</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9685" algn="just">
                        <a:spcBef>
                          <a:spcPts val="300"/>
                        </a:spcBef>
                        <a:spcAft>
                          <a:spcPts val="0"/>
                        </a:spcAft>
                      </a:pPr>
                      <a:r>
                        <a:rPr lang="en-US" sz="1400" noProof="0" dirty="0">
                          <a:effectLst/>
                        </a:rPr>
                        <a:t>Palermo</a:t>
                      </a:r>
                      <a:endParaRPr lang="en-US" sz="20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25,711</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183515" algn="just">
                        <a:spcBef>
                          <a:spcPts val="300"/>
                        </a:spcBef>
                        <a:spcAft>
                          <a:spcPts val="0"/>
                        </a:spcAft>
                      </a:pPr>
                      <a:r>
                        <a:rPr lang="en-US" sz="1200" noProof="0" dirty="0">
                          <a:effectLst/>
                        </a:rPr>
                        <a:t>5,092,080</a:t>
                      </a:r>
                      <a:endParaRPr lang="en-US" sz="1800" noProof="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084709503"/>
                  </a:ext>
                </a:extLst>
              </a:tr>
            </a:tbl>
          </a:graphicData>
        </a:graphic>
      </p:graphicFrame>
      <p:graphicFrame>
        <p:nvGraphicFramePr>
          <p:cNvPr id="4" name="Segnaposto contenuto 2">
            <a:extLst>
              <a:ext uri="{FF2B5EF4-FFF2-40B4-BE49-F238E27FC236}">
                <a16:creationId xmlns:a16="http://schemas.microsoft.com/office/drawing/2014/main" id="{CBF982AC-D55C-55A6-25B8-A8B874F55CC9}"/>
              </a:ext>
            </a:extLst>
          </p:cNvPr>
          <p:cNvGraphicFramePr>
            <a:graphicFrameLocks/>
          </p:cNvGraphicFramePr>
          <p:nvPr>
            <p:extLst>
              <p:ext uri="{D42A27DB-BD31-4B8C-83A1-F6EECF244321}">
                <p14:modId xmlns:p14="http://schemas.microsoft.com/office/powerpoint/2010/main" val="3063939393"/>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9632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79FEE8A-020A-4EBC-9943-4472FC4E25FC}"/>
              </a:ext>
            </a:extLst>
          </p:cNvPr>
          <p:cNvPicPr>
            <a:picLocks noGrp="1"/>
          </p:cNvPicPr>
          <p:nvPr>
            <p:ph idx="1"/>
          </p:nvPr>
        </p:nvPicPr>
        <p:blipFill>
          <a:blip r:embed="rId2" cstate="print">
            <a:lum bright="-20000" contrast="20000"/>
            <a:extLst>
              <a:ext uri="{28A0092B-C50C-407E-A947-70E740481C1C}">
                <a14:useLocalDpi xmlns:a14="http://schemas.microsoft.com/office/drawing/2010/main" val="0"/>
              </a:ext>
            </a:extLst>
          </a:blip>
          <a:srcRect/>
          <a:stretch>
            <a:fillRect/>
          </a:stretch>
        </p:blipFill>
        <p:spPr>
          <a:xfrm>
            <a:off x="1388604" y="116632"/>
            <a:ext cx="5596752" cy="6419920"/>
          </a:xfrm>
        </p:spPr>
      </p:pic>
      <p:graphicFrame>
        <p:nvGraphicFramePr>
          <p:cNvPr id="3" name="Segnaposto contenuto 2">
            <a:extLst>
              <a:ext uri="{FF2B5EF4-FFF2-40B4-BE49-F238E27FC236}">
                <a16:creationId xmlns:a16="http://schemas.microsoft.com/office/drawing/2014/main" id="{E1464C19-AE41-8784-552F-60AF755C035D}"/>
              </a:ext>
            </a:extLst>
          </p:cNvPr>
          <p:cNvGraphicFramePr>
            <a:graphicFrameLocks/>
          </p:cNvGraphicFramePr>
          <p:nvPr>
            <p:extLst>
              <p:ext uri="{D42A27DB-BD31-4B8C-83A1-F6EECF244321}">
                <p14:modId xmlns:p14="http://schemas.microsoft.com/office/powerpoint/2010/main" val="1494824486"/>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olo 3">
            <a:extLst>
              <a:ext uri="{FF2B5EF4-FFF2-40B4-BE49-F238E27FC236}">
                <a16:creationId xmlns:a16="http://schemas.microsoft.com/office/drawing/2014/main" id="{A77BB27A-038C-CEDC-D8D9-310F61656D08}"/>
              </a:ext>
            </a:extLst>
          </p:cNvPr>
          <p:cNvSpPr>
            <a:spLocks noGrp="1"/>
          </p:cNvSpPr>
          <p:nvPr>
            <p:ph type="title"/>
          </p:nvPr>
        </p:nvSpPr>
        <p:spPr>
          <a:xfrm>
            <a:off x="7221252" y="225424"/>
            <a:ext cx="2227547" cy="1295363"/>
          </a:xfrm>
        </p:spPr>
        <p:txBody>
          <a:bodyPr/>
          <a:lstStyle/>
          <a:p>
            <a:r>
              <a:rPr lang="en-US" noProof="0" dirty="0"/>
              <a:t>Key data of  Lombardy  Health Care </a:t>
            </a:r>
          </a:p>
        </p:txBody>
      </p:sp>
      <p:sp>
        <p:nvSpPr>
          <p:cNvPr id="2" name="CasellaDiTesto 1">
            <a:extLst>
              <a:ext uri="{FF2B5EF4-FFF2-40B4-BE49-F238E27FC236}">
                <a16:creationId xmlns:a16="http://schemas.microsoft.com/office/drawing/2014/main" id="{EB82705B-0987-EA53-8DD9-D82EABBF3D9C}"/>
              </a:ext>
            </a:extLst>
          </p:cNvPr>
          <p:cNvSpPr txBox="1"/>
          <p:nvPr/>
        </p:nvSpPr>
        <p:spPr>
          <a:xfrm>
            <a:off x="7129372" y="1988840"/>
            <a:ext cx="2504148" cy="2585323"/>
          </a:xfrm>
          <a:prstGeom prst="rect">
            <a:avLst/>
          </a:prstGeom>
          <a:noFill/>
        </p:spPr>
        <p:txBody>
          <a:bodyPr wrap="square" rtlCol="0">
            <a:spAutoFit/>
          </a:bodyPr>
          <a:lstStyle/>
          <a:p>
            <a:pPr marL="342900" indent="-342900">
              <a:buFont typeface="Arial" panose="020B0604020202020204" pitchFamily="34" charset="0"/>
              <a:buChar char="•"/>
            </a:pPr>
            <a:r>
              <a:rPr lang="en-US" sz="1800" noProof="0" dirty="0"/>
              <a:t>GP: 5,500</a:t>
            </a:r>
          </a:p>
          <a:p>
            <a:pPr marL="342900" indent="-342900">
              <a:buFont typeface="Arial" panose="020B0604020202020204" pitchFamily="34" charset="0"/>
              <a:buChar char="•"/>
            </a:pPr>
            <a:r>
              <a:rPr lang="en-US" sz="1800" noProof="0" dirty="0"/>
              <a:t>GP/Patients: 1,600</a:t>
            </a:r>
          </a:p>
          <a:p>
            <a:pPr marL="342900" indent="-342900">
              <a:buFont typeface="Arial" panose="020B0604020202020204" pitchFamily="34" charset="0"/>
              <a:buChar char="•"/>
            </a:pPr>
            <a:r>
              <a:rPr lang="en-US" sz="1800" noProof="0" dirty="0"/>
              <a:t>GP/Patients std: 1,200</a:t>
            </a:r>
          </a:p>
          <a:p>
            <a:pPr marL="342900" indent="-342900">
              <a:buFont typeface="Arial" panose="020B0604020202020204" pitchFamily="34" charset="0"/>
              <a:buChar char="•"/>
            </a:pPr>
            <a:r>
              <a:rPr lang="en-US" sz="1800" noProof="0" dirty="0"/>
              <a:t>Capitation for 1,500 patients:  € 52,500 (gross income)</a:t>
            </a:r>
          </a:p>
        </p:txBody>
      </p:sp>
    </p:spTree>
    <p:extLst>
      <p:ext uri="{BB962C8B-B14F-4D97-AF65-F5344CB8AC3E}">
        <p14:creationId xmlns:p14="http://schemas.microsoft.com/office/powerpoint/2010/main" val="1114713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Layers of Systems </a:t>
            </a:r>
          </a:p>
        </p:txBody>
      </p:sp>
      <p:graphicFrame>
        <p:nvGraphicFramePr>
          <p:cNvPr id="11" name="Segnaposto contenuto 10"/>
          <p:cNvGraphicFramePr>
            <a:graphicFrameLocks noGrp="1"/>
          </p:cNvGraphicFramePr>
          <p:nvPr>
            <p:ph sz="half" idx="2"/>
            <p:extLst>
              <p:ext uri="{D42A27DB-BD31-4B8C-83A1-F6EECF244321}">
                <p14:modId xmlns:p14="http://schemas.microsoft.com/office/powerpoint/2010/main" val="1603993534"/>
              </p:ext>
            </p:extLst>
          </p:nvPr>
        </p:nvGraphicFramePr>
        <p:xfrm>
          <a:off x="5637213" y="1341438"/>
          <a:ext cx="3852862" cy="478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Segnaposto contenuto 9"/>
          <p:cNvSpPr>
            <a:spLocks noGrp="1"/>
          </p:cNvSpPr>
          <p:nvPr>
            <p:ph sz="half" idx="1"/>
          </p:nvPr>
        </p:nvSpPr>
        <p:spPr/>
        <p:txBody>
          <a:bodyPr anchor="ctr">
            <a:normAutofit fontScale="70000" lnSpcReduction="20000"/>
          </a:bodyPr>
          <a:lstStyle/>
          <a:p>
            <a:pPr>
              <a:lnSpc>
                <a:spcPct val="120000"/>
              </a:lnSpc>
              <a:spcBef>
                <a:spcPts val="300"/>
              </a:spcBef>
            </a:pPr>
            <a:r>
              <a:rPr lang="en-US" noProof="0" dirty="0">
                <a:latin typeface="Times New Roman" panose="02020603050405020304" pitchFamily="18" charset="0"/>
                <a:ea typeface="Times New Roman" panose="02020603050405020304" pitchFamily="18" charset="0"/>
              </a:rPr>
              <a:t>Each unit at each organization level runs its own systems</a:t>
            </a:r>
          </a:p>
          <a:p>
            <a:pPr>
              <a:lnSpc>
                <a:spcPct val="120000"/>
              </a:lnSpc>
              <a:spcBef>
                <a:spcPts val="300"/>
              </a:spcBef>
            </a:pPr>
            <a:r>
              <a:rPr lang="en-US" noProof="0" dirty="0">
                <a:latin typeface="Times New Roman" panose="02020603050405020304" pitchFamily="18" charset="0"/>
                <a:ea typeface="Times New Roman" panose="02020603050405020304" pitchFamily="18" charset="0"/>
              </a:rPr>
              <a:t>Systems are numerous (over 500 in Italy) and independent; they process transactions that are peculiar to each organization level </a:t>
            </a:r>
          </a:p>
          <a:p>
            <a:pPr>
              <a:lnSpc>
                <a:spcPct val="120000"/>
              </a:lnSpc>
              <a:spcBef>
                <a:spcPts val="300"/>
              </a:spcBef>
            </a:pPr>
            <a:r>
              <a:rPr lang="en-US" noProof="0" dirty="0">
                <a:latin typeface="Times New Roman" panose="02020603050405020304" pitchFamily="18" charset="0"/>
              </a:rPr>
              <a:t>At any level, systems share</a:t>
            </a:r>
          </a:p>
          <a:p>
            <a:pPr lvl="1">
              <a:lnSpc>
                <a:spcPct val="120000"/>
              </a:lnSpc>
              <a:spcBef>
                <a:spcPts val="300"/>
              </a:spcBef>
            </a:pPr>
            <a:r>
              <a:rPr lang="en-US" b="1" noProof="0" dirty="0">
                <a:latin typeface="Times New Roman" panose="02020603050405020304" pitchFamily="18" charset="0"/>
              </a:rPr>
              <a:t>Electronic Patient Record</a:t>
            </a:r>
          </a:p>
          <a:p>
            <a:pPr lvl="1">
              <a:lnSpc>
                <a:spcPct val="120000"/>
              </a:lnSpc>
              <a:spcBef>
                <a:spcPts val="300"/>
              </a:spcBef>
            </a:pPr>
            <a:r>
              <a:rPr lang="en-US" b="1" noProof="0" dirty="0">
                <a:latin typeface="Times New Roman" panose="02020603050405020304" pitchFamily="18" charset="0"/>
              </a:rPr>
              <a:t>Patient’s Card: records patient’s ID number and other key data</a:t>
            </a:r>
          </a:p>
          <a:p>
            <a:pPr lvl="1">
              <a:lnSpc>
                <a:spcPct val="120000"/>
              </a:lnSpc>
              <a:spcBef>
                <a:spcPts val="300"/>
              </a:spcBef>
            </a:pPr>
            <a:r>
              <a:rPr lang="en-US" b="1" noProof="0" dirty="0">
                <a:latin typeface="Times New Roman" panose="02020603050405020304" pitchFamily="18" charset="0"/>
              </a:rPr>
              <a:t>DRG (Diagnostic Research Group) which is the price list of Health Care Services </a:t>
            </a:r>
            <a:endParaRPr lang="en-US" b="1" noProof="0" dirty="0"/>
          </a:p>
        </p:txBody>
      </p:sp>
      <p:graphicFrame>
        <p:nvGraphicFramePr>
          <p:cNvPr id="7" name="Segnaposto contenuto 2">
            <a:extLst>
              <a:ext uri="{FF2B5EF4-FFF2-40B4-BE49-F238E27FC236}">
                <a16:creationId xmlns:a16="http://schemas.microsoft.com/office/drawing/2014/main" id="{164CE533-A2CA-4CD8-AE8B-8ED434CCE8AF}"/>
              </a:ext>
            </a:extLst>
          </p:cNvPr>
          <p:cNvGraphicFramePr>
            <a:graphicFrameLocks/>
          </p:cNvGraphicFramePr>
          <p:nvPr>
            <p:extLst>
              <p:ext uri="{D42A27DB-BD31-4B8C-83A1-F6EECF244321}">
                <p14:modId xmlns:p14="http://schemas.microsoft.com/office/powerpoint/2010/main" val="881173940"/>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2451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Systems: Patient’s Card </a:t>
            </a:r>
          </a:p>
        </p:txBody>
      </p:sp>
      <p:sp>
        <p:nvSpPr>
          <p:cNvPr id="16" name="Segnaposto contenuto 15"/>
          <p:cNvSpPr>
            <a:spLocks noGrp="1"/>
          </p:cNvSpPr>
          <p:nvPr>
            <p:ph sz="half" idx="2"/>
          </p:nvPr>
        </p:nvSpPr>
        <p:spPr/>
        <p:txBody>
          <a:bodyPr anchor="ctr">
            <a:normAutofit/>
          </a:bodyPr>
          <a:lstStyle/>
          <a:p>
            <a:pPr>
              <a:spcBef>
                <a:spcPts val="0"/>
              </a:spcBef>
            </a:pPr>
            <a:r>
              <a:rPr lang="en-US" sz="1800" noProof="0" dirty="0"/>
              <a:t>It contains Master data, tax code and other key data  </a:t>
            </a:r>
          </a:p>
          <a:p>
            <a:pPr>
              <a:spcBef>
                <a:spcPts val="0"/>
              </a:spcBef>
            </a:pPr>
            <a:r>
              <a:rPr lang="en-US" sz="1800" noProof="0" dirty="0"/>
              <a:t>It allows to access the National Health Service and provides the access to health services in EU countries. </a:t>
            </a:r>
          </a:p>
          <a:p>
            <a:pPr>
              <a:spcBef>
                <a:spcPts val="0"/>
              </a:spcBef>
            </a:pPr>
            <a:r>
              <a:rPr lang="en-US" sz="1800" noProof="0" dirty="0"/>
              <a:t>It is made of polycarbonate, with a microprocessor and a memory. </a:t>
            </a:r>
          </a:p>
          <a:p>
            <a:pPr>
              <a:spcBef>
                <a:spcPts val="0"/>
              </a:spcBef>
            </a:pPr>
            <a:r>
              <a:rPr lang="en-US" sz="1800" noProof="0" dirty="0"/>
              <a:t>It can exchange information with computers to identify the user (digital signature), and exchange and store information with high security levels. </a:t>
            </a:r>
          </a:p>
          <a:p>
            <a:pPr>
              <a:spcBef>
                <a:spcPts val="0"/>
              </a:spcBef>
            </a:pPr>
            <a:r>
              <a:rPr lang="en-US" sz="1800" noProof="0" dirty="0"/>
              <a:t>Patient’s Card information is stored in the EPR </a:t>
            </a:r>
          </a:p>
        </p:txBody>
      </p:sp>
      <p:pic>
        <p:nvPicPr>
          <p:cNvPr id="8" name="Picture 2" descr="C:\Users\gmmotta\Dropbox\Curricula\Docum\GMM-CF\20170511_121459.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l="4191" t="1" r="8977" b="2101"/>
          <a:stretch/>
        </p:blipFill>
        <p:spPr bwMode="auto">
          <a:xfrm>
            <a:off x="1403234" y="946032"/>
            <a:ext cx="3945810" cy="25023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pic>
        <p:nvPicPr>
          <p:cNvPr id="10" name="Picture 3" descr="C:\Users\gmmotta\Dropbox\Curricula\Docum\GMM-CF\20170511_121545.jpg"/>
          <p:cNvPicPr>
            <a:picLocks noChangeAspect="1" noChangeArrowheads="1"/>
          </p:cNvPicPr>
          <p:nvPr/>
        </p:nvPicPr>
        <p:blipFill rotWithShape="1">
          <a:blip r:embed="rId4" cstate="print">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rcRect l="5182" r="10640"/>
          <a:stretch/>
        </p:blipFill>
        <p:spPr bwMode="auto">
          <a:xfrm>
            <a:off x="1349884" y="3576963"/>
            <a:ext cx="4104456" cy="2742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Segnaposto contenuto 2">
            <a:extLst>
              <a:ext uri="{FF2B5EF4-FFF2-40B4-BE49-F238E27FC236}">
                <a16:creationId xmlns:a16="http://schemas.microsoft.com/office/drawing/2014/main" id="{F8FA17FA-78B8-45E6-8BF8-026721FBDABE}"/>
              </a:ext>
            </a:extLst>
          </p:cNvPr>
          <p:cNvGraphicFramePr>
            <a:graphicFrameLocks/>
          </p:cNvGraphicFramePr>
          <p:nvPr>
            <p:extLst>
              <p:ext uri="{D42A27DB-BD31-4B8C-83A1-F6EECF244321}">
                <p14:modId xmlns:p14="http://schemas.microsoft.com/office/powerpoint/2010/main" val="1470553093"/>
              </p:ext>
            </p:extLst>
          </p:nvPr>
        </p:nvGraphicFramePr>
        <p:xfrm>
          <a:off x="93328" y="1415504"/>
          <a:ext cx="1151260" cy="47498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353893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8D8B3-E602-31F5-C1C0-340042596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B58B3-171D-6521-ED5A-4771BE951DD2}"/>
              </a:ext>
            </a:extLst>
          </p:cNvPr>
          <p:cNvSpPr>
            <a:spLocks noGrp="1"/>
          </p:cNvSpPr>
          <p:nvPr>
            <p:ph type="title"/>
          </p:nvPr>
        </p:nvSpPr>
        <p:spPr>
          <a:xfrm>
            <a:off x="1459882" y="225425"/>
            <a:ext cx="7988917" cy="971550"/>
          </a:xfrm>
        </p:spPr>
        <p:txBody>
          <a:bodyPr/>
          <a:lstStyle/>
          <a:p>
            <a:r>
              <a:rPr lang="en-US" noProof="0" dirty="0"/>
              <a:t>Systems: EPR (Electronic Patient Record) and EHR</a:t>
            </a:r>
            <a:br>
              <a:rPr lang="en-US" dirty="0"/>
            </a:br>
            <a:r>
              <a:rPr lang="en-US" sz="1400" dirty="0"/>
              <a:t>Adapted from: https://www.fascicolosanitario.regione.lombardia.it/web/fserl-pubblica/</a:t>
            </a:r>
            <a:r>
              <a:rPr lang="en-US" sz="1400" noProof="0" dirty="0"/>
              <a:t> </a:t>
            </a:r>
            <a:endParaRPr lang="en-US" noProof="0" dirty="0"/>
          </a:p>
        </p:txBody>
      </p:sp>
      <p:sp>
        <p:nvSpPr>
          <p:cNvPr id="8" name="Segnaposto contenuto 7">
            <a:extLst>
              <a:ext uri="{FF2B5EF4-FFF2-40B4-BE49-F238E27FC236}">
                <a16:creationId xmlns:a16="http://schemas.microsoft.com/office/drawing/2014/main" id="{7EC3E7F8-09C3-24AA-DAC6-1882745D1071}"/>
              </a:ext>
            </a:extLst>
          </p:cNvPr>
          <p:cNvSpPr>
            <a:spLocks noGrp="1"/>
          </p:cNvSpPr>
          <p:nvPr>
            <p:ph sz="half" idx="1"/>
          </p:nvPr>
        </p:nvSpPr>
        <p:spPr>
          <a:xfrm>
            <a:off x="1459882" y="1340767"/>
            <a:ext cx="7417554" cy="4785395"/>
          </a:xfrm>
        </p:spPr>
        <p:txBody>
          <a:bodyPr anchor="ctr">
            <a:normAutofit fontScale="70000" lnSpcReduction="20000"/>
          </a:bodyPr>
          <a:lstStyle/>
          <a:p>
            <a:pPr>
              <a:lnSpc>
                <a:spcPct val="120000"/>
              </a:lnSpc>
              <a:spcBef>
                <a:spcPts val="600"/>
              </a:spcBef>
            </a:pPr>
            <a:r>
              <a:rPr lang="en-US" dirty="0"/>
              <a:t>The traditional  EPR  (Electronic Patient Record) will be replaced by an extended database, called Electronic Health Record (HER)</a:t>
            </a:r>
          </a:p>
          <a:p>
            <a:pPr>
              <a:lnSpc>
                <a:spcPct val="120000"/>
              </a:lnSpc>
              <a:spcBef>
                <a:spcPts val="600"/>
              </a:spcBef>
            </a:pPr>
            <a:r>
              <a:rPr lang="en-US" noProof="0" dirty="0"/>
              <a:t>EHR, described in the Decree “Electronic Health Record 2.0” of 7th September 2023, contains the patient's clinical history and comprehends services provided outside the National Health Service.</a:t>
            </a:r>
          </a:p>
          <a:p>
            <a:pPr>
              <a:lnSpc>
                <a:spcPct val="120000"/>
              </a:lnSpc>
              <a:spcBef>
                <a:spcPts val="600"/>
              </a:spcBef>
            </a:pPr>
            <a:r>
              <a:rPr lang="en-US" noProof="0" dirty="0"/>
              <a:t>HER is a future development </a:t>
            </a:r>
            <a:r>
              <a:rPr lang="en-US" dirty="0"/>
              <a:t>and </a:t>
            </a:r>
            <a:r>
              <a:rPr lang="en-US" noProof="0" dirty="0"/>
              <a:t>includes</a:t>
            </a:r>
          </a:p>
          <a:p>
            <a:pPr lvl="1">
              <a:lnSpc>
                <a:spcPct val="120000"/>
              </a:lnSpc>
              <a:spcBef>
                <a:spcPts val="600"/>
              </a:spcBef>
            </a:pPr>
            <a:r>
              <a:rPr lang="en-US" dirty="0"/>
              <a:t>Documents issued by Healthcare Services, which are the  core of the EPR database </a:t>
            </a:r>
            <a:endParaRPr lang="en-US" noProof="0" dirty="0"/>
          </a:p>
          <a:p>
            <a:pPr lvl="1">
              <a:lnSpc>
                <a:spcPct val="120000"/>
              </a:lnSpc>
              <a:spcBef>
                <a:spcPts val="600"/>
              </a:spcBef>
            </a:pPr>
            <a:r>
              <a:rPr lang="en-US" noProof="0" dirty="0"/>
              <a:t>Additions: Patient’s Summary (issued by the GP),</a:t>
            </a:r>
            <a:r>
              <a:rPr lang="en-US" dirty="0"/>
              <a:t> </a:t>
            </a:r>
            <a:r>
              <a:rPr lang="en-US" noProof="0" dirty="0"/>
              <a:t>Patient’s Notebook (crated by the patient)</a:t>
            </a:r>
          </a:p>
          <a:p>
            <a:pPr>
              <a:lnSpc>
                <a:spcPct val="120000"/>
              </a:lnSpc>
              <a:spcBef>
                <a:spcPts val="600"/>
              </a:spcBef>
            </a:pPr>
            <a:r>
              <a:rPr lang="en-US" i="1" dirty="0"/>
              <a:t>HER Reference: https://en.wikipedia.org/wiki/Electronic_health_record</a:t>
            </a:r>
          </a:p>
        </p:txBody>
      </p:sp>
      <p:graphicFrame>
        <p:nvGraphicFramePr>
          <p:cNvPr id="3" name="Segnaposto contenuto 2">
            <a:extLst>
              <a:ext uri="{FF2B5EF4-FFF2-40B4-BE49-F238E27FC236}">
                <a16:creationId xmlns:a16="http://schemas.microsoft.com/office/drawing/2014/main" id="{FFDEF62A-D94E-94C1-FCC2-1C3CBF759744}"/>
              </a:ext>
            </a:extLst>
          </p:cNvPr>
          <p:cNvGraphicFramePr>
            <a:graphicFrameLocks/>
          </p:cNvGraphicFramePr>
          <p:nvPr>
            <p:extLst>
              <p:ext uri="{D42A27DB-BD31-4B8C-83A1-F6EECF244321}">
                <p14:modId xmlns:p14="http://schemas.microsoft.com/office/powerpoint/2010/main" val="2319344126"/>
              </p:ext>
            </p:extLst>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6441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59AA9-F3CE-E220-E3E5-F767F60C8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D1FBD-2C8A-5F7F-80E6-E87209FC324E}"/>
              </a:ext>
            </a:extLst>
          </p:cNvPr>
          <p:cNvSpPr>
            <a:spLocks noGrp="1"/>
          </p:cNvSpPr>
          <p:nvPr>
            <p:ph type="title"/>
          </p:nvPr>
        </p:nvSpPr>
        <p:spPr/>
        <p:txBody>
          <a:bodyPr/>
          <a:lstStyle/>
          <a:p>
            <a:r>
              <a:rPr lang="en-US" dirty="0"/>
              <a:t>Systems: HER (Electronic Health  Record)</a:t>
            </a:r>
            <a:br>
              <a:rPr lang="en-US" noProof="0" dirty="0"/>
            </a:br>
            <a:r>
              <a:rPr lang="en-US" sz="1400" dirty="0"/>
              <a:t>Adapted from: https://www.fascicolosanitario.regione.lombardia.it/web/fserl-pubblica/</a:t>
            </a:r>
            <a:br>
              <a:rPr lang="en-US" sz="1400" noProof="0" dirty="0"/>
            </a:br>
            <a:r>
              <a:rPr lang="en-US" sz="2400" b="1" noProof="0" dirty="0"/>
              <a:t>Main contents: core (blue) and additions (orange) </a:t>
            </a:r>
            <a:endParaRPr lang="en-US" b="1" noProof="0" dirty="0"/>
          </a:p>
        </p:txBody>
      </p:sp>
      <p:graphicFrame>
        <p:nvGraphicFramePr>
          <p:cNvPr id="6" name="Segnaposto contenuto 5">
            <a:extLst>
              <a:ext uri="{FF2B5EF4-FFF2-40B4-BE49-F238E27FC236}">
                <a16:creationId xmlns:a16="http://schemas.microsoft.com/office/drawing/2014/main" id="{B2FF0031-64C9-3401-C861-F1185008B846}"/>
              </a:ext>
            </a:extLst>
          </p:cNvPr>
          <p:cNvGraphicFramePr>
            <a:graphicFrameLocks noGrp="1"/>
          </p:cNvGraphicFramePr>
          <p:nvPr>
            <p:ph idx="1"/>
            <p:extLst>
              <p:ext uri="{D42A27DB-BD31-4B8C-83A1-F6EECF244321}">
                <p14:modId xmlns:p14="http://schemas.microsoft.com/office/powerpoint/2010/main" val="4082655021"/>
              </p:ext>
            </p:extLst>
          </p:nvPr>
        </p:nvGraphicFramePr>
        <p:xfrm>
          <a:off x="1460500" y="1376363"/>
          <a:ext cx="8029575" cy="5256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Segnaposto contenuto 2">
            <a:extLst>
              <a:ext uri="{FF2B5EF4-FFF2-40B4-BE49-F238E27FC236}">
                <a16:creationId xmlns:a16="http://schemas.microsoft.com/office/drawing/2014/main" id="{8617A7B5-CCF5-89A8-6563-9821CC802D6A}"/>
              </a:ext>
            </a:extLst>
          </p:cNvPr>
          <p:cNvGraphicFramePr>
            <a:graphicFrameLocks/>
          </p:cNvGraphicFramePr>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149388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FCCC2-AAB4-9E7F-48E4-6E56FF447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F2B09-6880-48A5-7871-0C7D199ECEA5}"/>
              </a:ext>
            </a:extLst>
          </p:cNvPr>
          <p:cNvSpPr>
            <a:spLocks noGrp="1"/>
          </p:cNvSpPr>
          <p:nvPr>
            <p:ph type="title"/>
          </p:nvPr>
        </p:nvSpPr>
        <p:spPr/>
        <p:txBody>
          <a:bodyPr/>
          <a:lstStyle/>
          <a:p>
            <a:r>
              <a:rPr lang="en-US" dirty="0"/>
              <a:t>Systems: HER/EPR </a:t>
            </a:r>
            <a:br>
              <a:rPr lang="en-US" dirty="0"/>
            </a:br>
            <a:r>
              <a:rPr lang="en-US" sz="1400" dirty="0"/>
              <a:t>Adapted from: https://www.fascicolosanitario.regione.lombardia.it/web/fserl-pubblica/</a:t>
            </a:r>
            <a:br>
              <a:rPr lang="en-US" sz="1400" noProof="0" dirty="0"/>
            </a:br>
            <a:r>
              <a:rPr lang="en-US" sz="2400" b="1" noProof="0" dirty="0"/>
              <a:t>Main contents: original core </a:t>
            </a:r>
            <a:endParaRPr lang="en-US" b="1" noProof="0" dirty="0"/>
          </a:p>
        </p:txBody>
      </p:sp>
      <p:graphicFrame>
        <p:nvGraphicFramePr>
          <p:cNvPr id="6" name="Segnaposto contenuto 5">
            <a:extLst>
              <a:ext uri="{FF2B5EF4-FFF2-40B4-BE49-F238E27FC236}">
                <a16:creationId xmlns:a16="http://schemas.microsoft.com/office/drawing/2014/main" id="{DF747EB0-A233-DB4E-B955-B727BAA3C210}"/>
              </a:ext>
            </a:extLst>
          </p:cNvPr>
          <p:cNvGraphicFramePr>
            <a:graphicFrameLocks noGrp="1"/>
          </p:cNvGraphicFramePr>
          <p:nvPr>
            <p:ph idx="1"/>
            <p:extLst>
              <p:ext uri="{D42A27DB-BD31-4B8C-83A1-F6EECF244321}">
                <p14:modId xmlns:p14="http://schemas.microsoft.com/office/powerpoint/2010/main" val="2130865818"/>
              </p:ext>
            </p:extLst>
          </p:nvPr>
        </p:nvGraphicFramePr>
        <p:xfrm>
          <a:off x="1460500" y="1376363"/>
          <a:ext cx="8029575" cy="5256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Segnaposto contenuto 2">
            <a:extLst>
              <a:ext uri="{FF2B5EF4-FFF2-40B4-BE49-F238E27FC236}">
                <a16:creationId xmlns:a16="http://schemas.microsoft.com/office/drawing/2014/main" id="{5883BF48-3287-5C46-07A9-0D805F72B58F}"/>
              </a:ext>
            </a:extLst>
          </p:cNvPr>
          <p:cNvGraphicFramePr>
            <a:graphicFrameLocks/>
          </p:cNvGraphicFramePr>
          <p:nvPr>
            <p:extLst>
              <p:ext uri="{D42A27DB-BD31-4B8C-83A1-F6EECF244321}">
                <p14:modId xmlns:p14="http://schemas.microsoft.com/office/powerpoint/2010/main" val="746342416"/>
              </p:ext>
            </p:extLst>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39791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8B641-CAD6-29CD-CD05-B831AA838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C50B3-6A25-23A5-FF29-03BEA04E3382}"/>
              </a:ext>
            </a:extLst>
          </p:cNvPr>
          <p:cNvSpPr>
            <a:spLocks noGrp="1"/>
          </p:cNvSpPr>
          <p:nvPr>
            <p:ph type="title"/>
          </p:nvPr>
        </p:nvSpPr>
        <p:spPr/>
        <p:txBody>
          <a:bodyPr/>
          <a:lstStyle/>
          <a:p>
            <a:r>
              <a:rPr lang="en-US" dirty="0"/>
              <a:t>Systems: HER/EPR (Electronic Patient Record)</a:t>
            </a:r>
            <a:br>
              <a:rPr lang="en-US" noProof="0" dirty="0"/>
            </a:br>
            <a:r>
              <a:rPr lang="en-US" sz="1400" dirty="0"/>
              <a:t>Adapted from: https://www.fascicolosanitario.regione.lombardia.it/web/fserl-pubblica/</a:t>
            </a:r>
            <a:br>
              <a:rPr lang="en-US" sz="1400" noProof="0" dirty="0"/>
            </a:br>
            <a:r>
              <a:rPr lang="en-US" sz="2400" b="1" noProof="0" dirty="0"/>
              <a:t>Extensions</a:t>
            </a:r>
            <a:endParaRPr lang="en-US" b="1" noProof="0" dirty="0"/>
          </a:p>
        </p:txBody>
      </p:sp>
      <p:graphicFrame>
        <p:nvGraphicFramePr>
          <p:cNvPr id="6" name="Segnaposto contenuto 5">
            <a:extLst>
              <a:ext uri="{FF2B5EF4-FFF2-40B4-BE49-F238E27FC236}">
                <a16:creationId xmlns:a16="http://schemas.microsoft.com/office/drawing/2014/main" id="{93CAE884-4F36-7291-E4CB-0AEC86B7E338}"/>
              </a:ext>
            </a:extLst>
          </p:cNvPr>
          <p:cNvGraphicFramePr>
            <a:graphicFrameLocks noGrp="1"/>
          </p:cNvGraphicFramePr>
          <p:nvPr>
            <p:ph idx="1"/>
            <p:extLst>
              <p:ext uri="{D42A27DB-BD31-4B8C-83A1-F6EECF244321}">
                <p14:modId xmlns:p14="http://schemas.microsoft.com/office/powerpoint/2010/main" val="2424621299"/>
              </p:ext>
            </p:extLst>
          </p:nvPr>
        </p:nvGraphicFramePr>
        <p:xfrm>
          <a:off x="1460500" y="1376363"/>
          <a:ext cx="8029575" cy="5256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Segnaposto contenuto 2">
            <a:extLst>
              <a:ext uri="{FF2B5EF4-FFF2-40B4-BE49-F238E27FC236}">
                <a16:creationId xmlns:a16="http://schemas.microsoft.com/office/drawing/2014/main" id="{F180AB7C-A989-ECF1-70A0-2C7593A40AB6}"/>
              </a:ext>
            </a:extLst>
          </p:cNvPr>
          <p:cNvGraphicFramePr>
            <a:graphicFrameLocks/>
          </p:cNvGraphicFramePr>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728853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DB4BC-2464-189E-1296-F03EFF13F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DC556-7A63-D12E-70DF-ADADDAD630AB}"/>
              </a:ext>
            </a:extLst>
          </p:cNvPr>
          <p:cNvSpPr>
            <a:spLocks noGrp="1"/>
          </p:cNvSpPr>
          <p:nvPr>
            <p:ph type="title"/>
          </p:nvPr>
        </p:nvSpPr>
        <p:spPr/>
        <p:txBody>
          <a:bodyPr/>
          <a:lstStyle/>
          <a:p>
            <a:r>
              <a:rPr lang="en-US" dirty="0"/>
              <a:t>Systems: HER/EPR (Electronic Patient Record)</a:t>
            </a:r>
            <a:br>
              <a:rPr lang="en-US" dirty="0"/>
            </a:br>
            <a:r>
              <a:rPr lang="en-US" sz="1400" dirty="0"/>
              <a:t>Adapted from: https://www.fascicolosanitario.regione.lombardia.it/web/fserl-pubblica/</a:t>
            </a:r>
            <a:br>
              <a:rPr lang="en-US" sz="1400" dirty="0"/>
            </a:br>
            <a:endParaRPr lang="en-US" b="1" noProof="0" dirty="0"/>
          </a:p>
        </p:txBody>
      </p:sp>
      <p:graphicFrame>
        <p:nvGraphicFramePr>
          <p:cNvPr id="3" name="Segnaposto contenuto 2">
            <a:extLst>
              <a:ext uri="{FF2B5EF4-FFF2-40B4-BE49-F238E27FC236}">
                <a16:creationId xmlns:a16="http://schemas.microsoft.com/office/drawing/2014/main" id="{2DCB796F-A0A1-5429-A55E-BDC908294F1B}"/>
              </a:ext>
            </a:extLst>
          </p:cNvPr>
          <p:cNvGraphicFramePr>
            <a:graphicFrameLocks/>
          </p:cNvGraphicFramePr>
          <p:nvPr>
            <p:extLst>
              <p:ext uri="{D42A27DB-BD31-4B8C-83A1-F6EECF244321}">
                <p14:modId xmlns:p14="http://schemas.microsoft.com/office/powerpoint/2010/main" val="430740915"/>
              </p:ext>
            </p:extLst>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contenuto 4">
            <a:extLst>
              <a:ext uri="{FF2B5EF4-FFF2-40B4-BE49-F238E27FC236}">
                <a16:creationId xmlns:a16="http://schemas.microsoft.com/office/drawing/2014/main" id="{260D236B-2CE0-7CF3-DB34-5A67C424D1AC}"/>
              </a:ext>
            </a:extLst>
          </p:cNvPr>
          <p:cNvSpPr>
            <a:spLocks noGrp="1"/>
          </p:cNvSpPr>
          <p:nvPr>
            <p:ph idx="1"/>
          </p:nvPr>
        </p:nvSpPr>
        <p:spPr/>
        <p:txBody>
          <a:bodyPr anchor="ctr">
            <a:normAutofit/>
          </a:bodyPr>
          <a:lstStyle/>
          <a:p>
            <a:pPr>
              <a:spcBef>
                <a:spcPts val="600"/>
              </a:spcBef>
            </a:pPr>
            <a:r>
              <a:rPr lang="en-US" b="1" noProof="0" dirty="0"/>
              <a:t>The Patient Summary </a:t>
            </a:r>
          </a:p>
          <a:p>
            <a:pPr lvl="1">
              <a:spcBef>
                <a:spcPts val="600"/>
              </a:spcBef>
            </a:pPr>
            <a:r>
              <a:rPr lang="en-US" noProof="0" dirty="0"/>
              <a:t>is a socio-health document updated by the General Practitioner (GP) or the Pediatrician that summarizes patient’s clinical history and current situation.</a:t>
            </a:r>
          </a:p>
          <a:p>
            <a:pPr lvl="1">
              <a:spcBef>
                <a:spcPts val="600"/>
              </a:spcBef>
            </a:pPr>
            <a:r>
              <a:rPr lang="en-US" noProof="0" dirty="0"/>
              <a:t>intends to enable a rapid classification of the patient at contact with health services, without prejudice for the right of obscuration by the patient, as per art. 9 (art. 4, paragraph 2).</a:t>
            </a:r>
          </a:p>
          <a:p>
            <a:pPr lvl="1">
              <a:spcBef>
                <a:spcPts val="600"/>
              </a:spcBef>
            </a:pPr>
            <a:r>
              <a:rPr lang="en-US" noProof="0" dirty="0"/>
              <a:t>allows only the patient to consult obscured documents (art. 4, paragraph 3).</a:t>
            </a:r>
          </a:p>
          <a:p>
            <a:pPr lvl="1">
              <a:spcBef>
                <a:spcPts val="600"/>
              </a:spcBef>
            </a:pPr>
            <a:r>
              <a:rPr lang="en-US" noProof="0" dirty="0"/>
              <a:t>If  the GP/Pediatrician is changed, the new GP/ Pediatrician writes a new Patient Summary (art. 4, paragraph 6).</a:t>
            </a:r>
          </a:p>
        </p:txBody>
      </p:sp>
    </p:spTree>
    <p:extLst>
      <p:ext uri="{BB962C8B-B14F-4D97-AF65-F5344CB8AC3E}">
        <p14:creationId xmlns:p14="http://schemas.microsoft.com/office/powerpoint/2010/main" val="4196208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1B40-3446-056F-FCE8-45A932EB1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EDFE4-18DF-EE5B-A104-35E86A9C0846}"/>
              </a:ext>
            </a:extLst>
          </p:cNvPr>
          <p:cNvSpPr>
            <a:spLocks noGrp="1"/>
          </p:cNvSpPr>
          <p:nvPr>
            <p:ph type="title"/>
          </p:nvPr>
        </p:nvSpPr>
        <p:spPr/>
        <p:txBody>
          <a:bodyPr/>
          <a:lstStyle/>
          <a:p>
            <a:r>
              <a:rPr lang="en-US" dirty="0"/>
              <a:t>Systems: HER</a:t>
            </a:r>
            <a:br>
              <a:rPr lang="en-US" dirty="0"/>
            </a:br>
            <a:r>
              <a:rPr lang="en-US" sz="1400" dirty="0"/>
              <a:t>Adapted from: https://www.fascicolosanitario.regione.lombardia.it/web/fserl-pubblica/</a:t>
            </a:r>
            <a:br>
              <a:rPr lang="en-US" sz="1400" noProof="0" dirty="0"/>
            </a:br>
            <a:br>
              <a:rPr lang="en-US" b="1" noProof="0" dirty="0"/>
            </a:br>
            <a:endParaRPr lang="en-US" noProof="0" dirty="0"/>
          </a:p>
        </p:txBody>
      </p:sp>
      <p:graphicFrame>
        <p:nvGraphicFramePr>
          <p:cNvPr id="3" name="Segnaposto contenuto 2">
            <a:extLst>
              <a:ext uri="{FF2B5EF4-FFF2-40B4-BE49-F238E27FC236}">
                <a16:creationId xmlns:a16="http://schemas.microsoft.com/office/drawing/2014/main" id="{DFF71087-E2E4-AC90-D927-2D1731D34413}"/>
              </a:ext>
            </a:extLst>
          </p:cNvPr>
          <p:cNvGraphicFramePr>
            <a:graphicFrameLocks/>
          </p:cNvGraphicFramePr>
          <p:nvPr>
            <p:extLst>
              <p:ext uri="{D42A27DB-BD31-4B8C-83A1-F6EECF244321}">
                <p14:modId xmlns:p14="http://schemas.microsoft.com/office/powerpoint/2010/main" val="2677482407"/>
              </p:ext>
            </p:extLst>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contenuto 4">
            <a:extLst>
              <a:ext uri="{FF2B5EF4-FFF2-40B4-BE49-F238E27FC236}">
                <a16:creationId xmlns:a16="http://schemas.microsoft.com/office/drawing/2014/main" id="{0EC782C3-FA7A-19BD-BDB5-D576987D596D}"/>
              </a:ext>
            </a:extLst>
          </p:cNvPr>
          <p:cNvSpPr>
            <a:spLocks noGrp="1"/>
          </p:cNvSpPr>
          <p:nvPr>
            <p:ph idx="1"/>
          </p:nvPr>
        </p:nvSpPr>
        <p:spPr/>
        <p:txBody>
          <a:bodyPr anchor="ctr">
            <a:normAutofit/>
          </a:bodyPr>
          <a:lstStyle/>
          <a:p>
            <a:pPr>
              <a:spcBef>
                <a:spcPts val="600"/>
              </a:spcBef>
            </a:pPr>
            <a:r>
              <a:rPr lang="en-US" b="1" dirty="0"/>
              <a:t>Patient’s Notebook </a:t>
            </a:r>
          </a:p>
          <a:p>
            <a:pPr lvl="1">
              <a:spcBef>
                <a:spcPts val="600"/>
              </a:spcBef>
            </a:pPr>
            <a:r>
              <a:rPr lang="en-US" noProof="0" dirty="0"/>
              <a:t>Patient’s Notebook is a private section of the EHR that only the patient can access, modify and delete. It is generated by medical devices and/or wearables, and personal documents relating to treatment paths, as well as additional information as listed in Annex A (art. 5, paragraph 1).</a:t>
            </a:r>
          </a:p>
          <a:p>
            <a:pPr lvl="1">
              <a:spcBef>
                <a:spcPts val="600"/>
              </a:spcBef>
            </a:pPr>
            <a:r>
              <a:rPr lang="en-US" noProof="0" dirty="0"/>
              <a:t>Data and documents in the patient's notebook are uncertified and must be distinguishable from those recorded by the subjects referred to in the art. 12 (art. 5, paragraph 2).</a:t>
            </a:r>
          </a:p>
        </p:txBody>
      </p:sp>
    </p:spTree>
    <p:extLst>
      <p:ext uri="{BB962C8B-B14F-4D97-AF65-F5344CB8AC3E}">
        <p14:creationId xmlns:p14="http://schemas.microsoft.com/office/powerpoint/2010/main" val="3617682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59EF2-E908-8F2C-B333-A5F25BC7D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FE78B-2F7E-B40D-C65E-B732E6028881}"/>
              </a:ext>
            </a:extLst>
          </p:cNvPr>
          <p:cNvSpPr>
            <a:spLocks noGrp="1"/>
          </p:cNvSpPr>
          <p:nvPr>
            <p:ph type="title"/>
          </p:nvPr>
        </p:nvSpPr>
        <p:spPr/>
        <p:txBody>
          <a:bodyPr/>
          <a:lstStyle/>
          <a:p>
            <a:r>
              <a:rPr lang="en-US" noProof="0" dirty="0"/>
              <a:t>EHR screen </a:t>
            </a:r>
            <a:br>
              <a:rPr lang="en-US" noProof="0" dirty="0"/>
            </a:br>
            <a:r>
              <a:rPr lang="en-US" sz="1600" dirty="0"/>
              <a:t>By </a:t>
            </a:r>
            <a:r>
              <a:rPr lang="en-US" sz="1600" dirty="0" err="1"/>
              <a:t>Oguntoye</a:t>
            </a:r>
            <a:r>
              <a:rPr lang="en-US" sz="1600" dirty="0"/>
              <a:t> patients electronic medical record (free opensource version), GPL, https://commons.wikimedia.org/w/index.php?curid=8894074</a:t>
            </a:r>
            <a:br>
              <a:rPr lang="en-US" dirty="0"/>
            </a:br>
            <a:endParaRPr lang="en-US" noProof="0" dirty="0"/>
          </a:p>
        </p:txBody>
      </p:sp>
      <p:graphicFrame>
        <p:nvGraphicFramePr>
          <p:cNvPr id="3" name="Segnaposto contenuto 2">
            <a:extLst>
              <a:ext uri="{FF2B5EF4-FFF2-40B4-BE49-F238E27FC236}">
                <a16:creationId xmlns:a16="http://schemas.microsoft.com/office/drawing/2014/main" id="{4ECE4B2B-5D1A-5A7F-C6EE-52EF85BFB90B}"/>
              </a:ext>
            </a:extLst>
          </p:cNvPr>
          <p:cNvGraphicFramePr>
            <a:graphicFrameLocks/>
          </p:cNvGraphicFramePr>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undefined">
            <a:extLst>
              <a:ext uri="{FF2B5EF4-FFF2-40B4-BE49-F238E27FC236}">
                <a16:creationId xmlns:a16="http://schemas.microsoft.com/office/drawing/2014/main" id="{536D6654-F3C1-97D6-F37A-D6E969D34B89}"/>
              </a:ext>
            </a:extLst>
          </p:cNvPr>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2178785" y="1376363"/>
            <a:ext cx="6593005" cy="474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693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33868-19AD-45AA-8FE9-8387FA0D35E3}"/>
              </a:ext>
            </a:extLst>
          </p:cNvPr>
          <p:cNvSpPr>
            <a:spLocks noGrp="1"/>
          </p:cNvSpPr>
          <p:nvPr>
            <p:ph type="title"/>
          </p:nvPr>
        </p:nvSpPr>
        <p:spPr/>
        <p:txBody>
          <a:bodyPr/>
          <a:lstStyle/>
          <a:p>
            <a:r>
              <a:rPr lang="en-US" noProof="0" dirty="0"/>
              <a:t>Potential extensions of EPR (Electronic Patient Record)</a:t>
            </a:r>
            <a:br>
              <a:rPr lang="en-US" noProof="0" dirty="0"/>
            </a:br>
            <a:r>
              <a:rPr lang="en-US" noProof="0" dirty="0"/>
              <a:t>(from www.lispa.it/wps/portal/LISPA/Home)</a:t>
            </a:r>
          </a:p>
        </p:txBody>
      </p:sp>
      <p:sp>
        <p:nvSpPr>
          <p:cNvPr id="8" name="Text Placeholder 7">
            <a:extLst>
              <a:ext uri="{FF2B5EF4-FFF2-40B4-BE49-F238E27FC236}">
                <a16:creationId xmlns:a16="http://schemas.microsoft.com/office/drawing/2014/main" id="{C621186E-7D74-46CC-8872-E1A1AF7E4D38}"/>
              </a:ext>
            </a:extLst>
          </p:cNvPr>
          <p:cNvSpPr>
            <a:spLocks noGrp="1"/>
          </p:cNvSpPr>
          <p:nvPr>
            <p:ph type="body" sz="half" idx="2"/>
          </p:nvPr>
        </p:nvSpPr>
        <p:spPr>
          <a:xfrm>
            <a:off x="6789204" y="1417638"/>
            <a:ext cx="2736303" cy="4642790"/>
          </a:xfrm>
        </p:spPr>
        <p:txBody>
          <a:bodyPr anchor="ctr"/>
          <a:lstStyle/>
          <a:p>
            <a:pPr marL="0" indent="0">
              <a:spcBef>
                <a:spcPts val="600"/>
              </a:spcBef>
              <a:buNone/>
            </a:pPr>
            <a:r>
              <a:rPr lang="en-US" noProof="0" dirty="0"/>
              <a:t>EPR extensions can be</a:t>
            </a:r>
          </a:p>
          <a:p>
            <a:pPr>
              <a:spcBef>
                <a:spcPts val="600"/>
              </a:spcBef>
            </a:pPr>
            <a:r>
              <a:rPr lang="en-US" noProof="0" dirty="0"/>
              <a:t>IAP (Individual Assistance Plan). suggests (based on the statistical health profile) exams and good practices. </a:t>
            </a:r>
          </a:p>
          <a:p>
            <a:pPr>
              <a:spcBef>
                <a:spcPts val="600"/>
              </a:spcBef>
            </a:pPr>
            <a:r>
              <a:rPr lang="en-US" noProof="0" dirty="0"/>
              <a:t>PHR (Personal Health Record) </a:t>
            </a:r>
          </a:p>
          <a:p>
            <a:pPr lvl="1">
              <a:spcBef>
                <a:spcPts val="600"/>
              </a:spcBef>
            </a:pPr>
            <a:r>
              <a:rPr lang="en-US" noProof="0" dirty="0"/>
              <a:t>records the related transactions</a:t>
            </a:r>
          </a:p>
          <a:p>
            <a:pPr lvl="1">
              <a:spcBef>
                <a:spcPts val="600"/>
              </a:spcBef>
            </a:pPr>
            <a:r>
              <a:rPr lang="en-US" noProof="0" dirty="0"/>
              <a:t>is mapped against IAP to the benefit of patients and their GPs</a:t>
            </a:r>
          </a:p>
        </p:txBody>
      </p:sp>
      <p:pic>
        <p:nvPicPr>
          <p:cNvPr id="10" name="Content Placeholder 3">
            <a:extLst>
              <a:ext uri="{FF2B5EF4-FFF2-40B4-BE49-F238E27FC236}">
                <a16:creationId xmlns:a16="http://schemas.microsoft.com/office/drawing/2014/main" id="{6A8A1482-5D15-4EB3-B0D1-10C57706A5E2}"/>
              </a:ext>
            </a:extLst>
          </p:cNvPr>
          <p:cNvPicPr>
            <a:picLocks noGrp="1"/>
          </p:cNvPicPr>
          <p:nvPr>
            <p:ph sz="half" idx="1"/>
          </p:nvPr>
        </p:nvPicPr>
        <p:blipFill rotWithShape="1">
          <a:blip r:embed="rId2"/>
          <a:srcRect l="17092" t="23345" r="13107" b="9988"/>
          <a:stretch/>
        </p:blipFill>
        <p:spPr bwMode="auto">
          <a:xfrm>
            <a:off x="1424608" y="1340768"/>
            <a:ext cx="5256584" cy="4968552"/>
          </a:xfrm>
          <a:prstGeom prst="rect">
            <a:avLst/>
          </a:prstGeom>
          <a:ln>
            <a:noFill/>
          </a:ln>
          <a:extLst>
            <a:ext uri="{53640926-AAD7-44D8-BBD7-CCE9431645EC}">
              <a14:shadowObscured xmlns:a14="http://schemas.microsoft.com/office/drawing/2010/main"/>
            </a:ext>
          </a:extLst>
        </p:spPr>
      </p:pic>
      <p:graphicFrame>
        <p:nvGraphicFramePr>
          <p:cNvPr id="3" name="Segnaposto contenuto 2">
            <a:extLst>
              <a:ext uri="{FF2B5EF4-FFF2-40B4-BE49-F238E27FC236}">
                <a16:creationId xmlns:a16="http://schemas.microsoft.com/office/drawing/2014/main" id="{61020D3C-8948-47DD-9E52-475031C56AB6}"/>
              </a:ext>
            </a:extLst>
          </p:cNvPr>
          <p:cNvGraphicFramePr>
            <a:graphicFrameLocks/>
          </p:cNvGraphicFramePr>
          <p:nvPr>
            <p:extLst>
              <p:ext uri="{D42A27DB-BD31-4B8C-83A1-F6EECF244321}">
                <p14:modId xmlns:p14="http://schemas.microsoft.com/office/powerpoint/2010/main" val="580671909"/>
              </p:ext>
            </p:extLst>
          </p:nvPr>
        </p:nvGraphicFramePr>
        <p:xfrm>
          <a:off x="93328" y="1381126"/>
          <a:ext cx="863228" cy="474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6955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4D81-89E3-814B-9DF1-47F6FB89443E}"/>
            </a:ext>
          </a:extLst>
        </p:cNvPr>
        <p:cNvGrpSpPr/>
        <p:nvPr/>
      </p:nvGrpSpPr>
      <p:grpSpPr>
        <a:xfrm>
          <a:off x="0" y="0"/>
          <a:ext cx="0" cy="0"/>
          <a:chOff x="0" y="0"/>
          <a:chExt cx="0" cy="0"/>
        </a:xfrm>
      </p:grpSpPr>
      <p:sp>
        <p:nvSpPr>
          <p:cNvPr id="4" name="Titolo 3">
            <a:extLst>
              <a:ext uri="{FF2B5EF4-FFF2-40B4-BE49-F238E27FC236}">
                <a16:creationId xmlns:a16="http://schemas.microsoft.com/office/drawing/2014/main" id="{D4308D21-693B-A74A-7E91-9187B4406921}"/>
              </a:ext>
            </a:extLst>
          </p:cNvPr>
          <p:cNvSpPr>
            <a:spLocks noGrp="1"/>
          </p:cNvSpPr>
          <p:nvPr>
            <p:ph type="title"/>
          </p:nvPr>
        </p:nvSpPr>
        <p:spPr/>
        <p:txBody>
          <a:bodyPr/>
          <a:lstStyle/>
          <a:p>
            <a:r>
              <a:rPr lang="en-US" noProof="0" dirty="0"/>
              <a:t>Systems: DRG data base </a:t>
            </a:r>
          </a:p>
        </p:txBody>
      </p:sp>
      <p:sp>
        <p:nvSpPr>
          <p:cNvPr id="5" name="Segnaposto contenuto 4">
            <a:extLst>
              <a:ext uri="{FF2B5EF4-FFF2-40B4-BE49-F238E27FC236}">
                <a16:creationId xmlns:a16="http://schemas.microsoft.com/office/drawing/2014/main" id="{082C4A7F-0BEE-0DDA-19D9-71728BDE44D9}"/>
              </a:ext>
            </a:extLst>
          </p:cNvPr>
          <p:cNvSpPr>
            <a:spLocks noGrp="1"/>
          </p:cNvSpPr>
          <p:nvPr>
            <p:ph idx="1"/>
          </p:nvPr>
        </p:nvSpPr>
        <p:spPr/>
        <p:txBody>
          <a:bodyPr anchor="ctr">
            <a:normAutofit fontScale="92500" lnSpcReduction="10000"/>
          </a:bodyPr>
          <a:lstStyle/>
          <a:p>
            <a:pPr>
              <a:spcBef>
                <a:spcPts val="600"/>
              </a:spcBef>
            </a:pPr>
            <a:r>
              <a:rPr lang="en-US" noProof="0" dirty="0"/>
              <a:t>The DRG database contains 12.432 diagnosis and 3.733 procedure/surgery items </a:t>
            </a:r>
          </a:p>
          <a:p>
            <a:pPr>
              <a:spcBef>
                <a:spcPts val="600"/>
              </a:spcBef>
            </a:pPr>
            <a:r>
              <a:rPr lang="en-US" noProof="0" dirty="0"/>
              <a:t>This information is used to compute the DRG of an individual patient.</a:t>
            </a:r>
          </a:p>
          <a:p>
            <a:pPr>
              <a:spcBef>
                <a:spcPts val="600"/>
              </a:spcBef>
            </a:pPr>
            <a:r>
              <a:rPr lang="en-US" noProof="0" dirty="0"/>
              <a:t>In the discharge transactions, an individual DRG is assigned to each patient by a software that processes a set of patients' variables such as </a:t>
            </a:r>
          </a:p>
          <a:p>
            <a:pPr lvl="1">
              <a:spcBef>
                <a:spcPts val="600"/>
              </a:spcBef>
            </a:pPr>
            <a:r>
              <a:rPr lang="en-US" noProof="0" dirty="0"/>
              <a:t>age, </a:t>
            </a:r>
          </a:p>
          <a:p>
            <a:pPr lvl="1">
              <a:spcBef>
                <a:spcPts val="600"/>
              </a:spcBef>
            </a:pPr>
            <a:r>
              <a:rPr lang="en-US" noProof="0" dirty="0"/>
              <a:t>sex, </a:t>
            </a:r>
          </a:p>
          <a:p>
            <a:pPr lvl="1">
              <a:spcBef>
                <a:spcPts val="600"/>
              </a:spcBef>
            </a:pPr>
            <a:r>
              <a:rPr lang="en-US" noProof="0" dirty="0"/>
              <a:t>discharge, </a:t>
            </a:r>
          </a:p>
          <a:p>
            <a:pPr lvl="1">
              <a:spcBef>
                <a:spcPts val="600"/>
              </a:spcBef>
            </a:pPr>
            <a:r>
              <a:rPr lang="en-US" noProof="0" dirty="0"/>
              <a:t>main diagnosis, </a:t>
            </a:r>
          </a:p>
          <a:p>
            <a:pPr lvl="1">
              <a:spcBef>
                <a:spcPts val="600"/>
              </a:spcBef>
            </a:pPr>
            <a:r>
              <a:rPr lang="en-US" noProof="0" dirty="0"/>
              <a:t>supplementary diagnosis, </a:t>
            </a:r>
          </a:p>
          <a:p>
            <a:pPr lvl="1">
              <a:spcBef>
                <a:spcPts val="600"/>
              </a:spcBef>
            </a:pPr>
            <a:r>
              <a:rPr lang="en-US" noProof="0" dirty="0"/>
              <a:t>procedures/surgery. </a:t>
            </a:r>
          </a:p>
          <a:p>
            <a:pPr>
              <a:spcBef>
                <a:spcPts val="600"/>
              </a:spcBef>
            </a:pPr>
            <a:r>
              <a:rPr lang="en-US" noProof="0" dirty="0"/>
              <a:t>The related records are added to the patient record and submitted to the Region which will pay the hospital accordingly.  </a:t>
            </a:r>
          </a:p>
        </p:txBody>
      </p:sp>
      <p:graphicFrame>
        <p:nvGraphicFramePr>
          <p:cNvPr id="2" name="Segnaposto contenuto 2">
            <a:extLst>
              <a:ext uri="{FF2B5EF4-FFF2-40B4-BE49-F238E27FC236}">
                <a16:creationId xmlns:a16="http://schemas.microsoft.com/office/drawing/2014/main" id="{1733A524-DCC8-ED1F-3011-07678E0E15B0}"/>
              </a:ext>
            </a:extLst>
          </p:cNvPr>
          <p:cNvGraphicFramePr>
            <a:graphicFrameLocks/>
          </p:cNvGraphicFramePr>
          <p:nvPr>
            <p:extLst>
              <p:ext uri="{D42A27DB-BD31-4B8C-83A1-F6EECF244321}">
                <p14:modId xmlns:p14="http://schemas.microsoft.com/office/powerpoint/2010/main" val="3832351898"/>
              </p:ext>
            </p:extLst>
          </p:nvPr>
        </p:nvGraphicFramePr>
        <p:xfrm>
          <a:off x="93328" y="1381126"/>
          <a:ext cx="983432" cy="5108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6545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Layers of Systems </a:t>
            </a:r>
          </a:p>
        </p:txBody>
      </p:sp>
      <p:sp>
        <p:nvSpPr>
          <p:cNvPr id="10" name="Segnaposto contenuto 9"/>
          <p:cNvSpPr>
            <a:spLocks noGrp="1"/>
          </p:cNvSpPr>
          <p:nvPr>
            <p:ph sz="half" idx="1"/>
          </p:nvPr>
        </p:nvSpPr>
        <p:spPr/>
        <p:txBody>
          <a:bodyPr anchor="b">
            <a:normAutofit fontScale="70000" lnSpcReduction="20000"/>
          </a:bodyPr>
          <a:lstStyle/>
          <a:p>
            <a:pPr>
              <a:lnSpc>
                <a:spcPct val="120000"/>
              </a:lnSpc>
              <a:spcBef>
                <a:spcPts val="300"/>
              </a:spcBef>
            </a:pPr>
            <a:r>
              <a:rPr lang="en-US" noProof="0" dirty="0">
                <a:latin typeface="Times New Roman" panose="02020603050405020304" pitchFamily="18" charset="0"/>
                <a:ea typeface="Times New Roman" panose="02020603050405020304" pitchFamily="18" charset="0"/>
              </a:rPr>
              <a:t>The  most important IT department is the Region, which c</a:t>
            </a:r>
            <a:r>
              <a:rPr lang="en-US" noProof="0" dirty="0">
                <a:latin typeface="Times New Roman" panose="02020603050405020304" pitchFamily="18" charset="0"/>
              </a:rPr>
              <a:t>onceives, designs, implements, run, and manage the HC system</a:t>
            </a:r>
          </a:p>
          <a:p>
            <a:pPr>
              <a:lnSpc>
                <a:spcPct val="120000"/>
              </a:lnSpc>
              <a:spcBef>
                <a:spcPts val="300"/>
              </a:spcBef>
            </a:pPr>
            <a:r>
              <a:rPr lang="en-US" noProof="0" dirty="0">
                <a:latin typeface="Times New Roman" panose="02020603050405020304" pitchFamily="18" charset="0"/>
              </a:rPr>
              <a:t>Provinces have only some specific software application</a:t>
            </a:r>
          </a:p>
          <a:p>
            <a:pPr>
              <a:lnSpc>
                <a:spcPct val="120000"/>
              </a:lnSpc>
              <a:spcBef>
                <a:spcPts val="300"/>
              </a:spcBef>
            </a:pPr>
            <a:r>
              <a:rPr lang="en-US" noProof="0" dirty="0">
                <a:latin typeface="Times New Roman" panose="02020603050405020304" pitchFamily="18" charset="0"/>
              </a:rPr>
              <a:t>Each Hospital / Clinic has its own Hospital Management System typically based on a commercial platform (e.g., SAP) </a:t>
            </a:r>
          </a:p>
          <a:p>
            <a:pPr>
              <a:lnSpc>
                <a:spcPct val="120000"/>
              </a:lnSpc>
              <a:spcBef>
                <a:spcPts val="300"/>
              </a:spcBef>
            </a:pPr>
            <a:r>
              <a:rPr lang="en-US" noProof="0" dirty="0">
                <a:latin typeface="Times New Roman" panose="02020603050405020304" pitchFamily="18" charset="0"/>
              </a:rPr>
              <a:t>General Practitioners and  Specialists rely on a variety of software apps and custom-made software</a:t>
            </a:r>
            <a:endParaRPr lang="en-US" noProof="0" dirty="0"/>
          </a:p>
        </p:txBody>
      </p:sp>
      <p:graphicFrame>
        <p:nvGraphicFramePr>
          <p:cNvPr id="7" name="Segnaposto contenuto 6"/>
          <p:cNvGraphicFramePr>
            <a:graphicFrameLocks noGrp="1"/>
          </p:cNvGraphicFramePr>
          <p:nvPr>
            <p:ph sz="half" idx="2"/>
            <p:extLst>
              <p:ext uri="{D42A27DB-BD31-4B8C-83A1-F6EECF244321}">
                <p14:modId xmlns:p14="http://schemas.microsoft.com/office/powerpoint/2010/main" val="2051486963"/>
              </p:ext>
            </p:extLst>
          </p:nvPr>
        </p:nvGraphicFramePr>
        <p:xfrm>
          <a:off x="5637213" y="1341438"/>
          <a:ext cx="3852862" cy="478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Segnaposto contenuto 2">
            <a:extLst>
              <a:ext uri="{FF2B5EF4-FFF2-40B4-BE49-F238E27FC236}">
                <a16:creationId xmlns:a16="http://schemas.microsoft.com/office/drawing/2014/main" id="{CB4B4CF4-ED7B-1B3C-B016-B032EDCD1FB4}"/>
              </a:ext>
            </a:extLst>
          </p:cNvPr>
          <p:cNvGraphicFramePr>
            <a:graphicFrameLocks/>
          </p:cNvGraphicFramePr>
          <p:nvPr>
            <p:extLst>
              <p:ext uri="{D42A27DB-BD31-4B8C-83A1-F6EECF244321}">
                <p14:modId xmlns:p14="http://schemas.microsoft.com/office/powerpoint/2010/main" val="2761495686"/>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65530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CCE7A-7F2C-42BB-9561-3BC9B862B904}"/>
              </a:ext>
            </a:extLst>
          </p:cNvPr>
          <p:cNvSpPr>
            <a:spLocks noGrp="1"/>
          </p:cNvSpPr>
          <p:nvPr>
            <p:ph type="title"/>
          </p:nvPr>
        </p:nvSpPr>
        <p:spPr/>
        <p:txBody>
          <a:bodyPr/>
          <a:lstStyle/>
          <a:p>
            <a:r>
              <a:rPr lang="en-US" noProof="0" dirty="0"/>
              <a:t>Systems: GP</a:t>
            </a:r>
          </a:p>
        </p:txBody>
      </p:sp>
      <p:sp>
        <p:nvSpPr>
          <p:cNvPr id="3" name="Content Placeholder 2">
            <a:extLst>
              <a:ext uri="{FF2B5EF4-FFF2-40B4-BE49-F238E27FC236}">
                <a16:creationId xmlns:a16="http://schemas.microsoft.com/office/drawing/2014/main" id="{C311AE48-E8E9-4BD2-92EA-AB21F8123FA3}"/>
              </a:ext>
            </a:extLst>
          </p:cNvPr>
          <p:cNvSpPr>
            <a:spLocks noGrp="1"/>
          </p:cNvSpPr>
          <p:nvPr>
            <p:ph sz="half" idx="1"/>
          </p:nvPr>
        </p:nvSpPr>
        <p:spPr/>
        <p:txBody>
          <a:bodyPr anchor="ctr">
            <a:normAutofit fontScale="77500" lnSpcReduction="20000"/>
          </a:bodyPr>
          <a:lstStyle/>
          <a:p>
            <a:pPr>
              <a:spcBef>
                <a:spcPts val="0"/>
              </a:spcBef>
            </a:pPr>
            <a:r>
              <a:rPr lang="en-US" noProof="0" dirty="0"/>
              <a:t>GP  systems  process prescriptions that are recorded in the  Patient Record </a:t>
            </a:r>
          </a:p>
          <a:p>
            <a:pPr>
              <a:spcBef>
                <a:spcPts val="0"/>
              </a:spcBef>
            </a:pPr>
            <a:r>
              <a:rPr lang="en-US" noProof="0" dirty="0"/>
              <a:t>The GP system, ideally, could</a:t>
            </a:r>
          </a:p>
          <a:p>
            <a:pPr lvl="1">
              <a:spcBef>
                <a:spcPts val="0"/>
              </a:spcBef>
            </a:pPr>
            <a:r>
              <a:rPr lang="en-US" noProof="0" dirty="0"/>
              <a:t>Provide professional support to diagnosis, prognosis, and treatment, through Decision Support Systems, Knowledge bases, AI-related technology, Patient Support Systems (tele-medicine)</a:t>
            </a:r>
          </a:p>
          <a:p>
            <a:pPr lvl="1">
              <a:spcBef>
                <a:spcPts val="0"/>
              </a:spcBef>
            </a:pPr>
            <a:r>
              <a:rPr lang="en-US" noProof="0" dirty="0"/>
              <a:t>Access professional and legal information, e.g., Medicine List, Hospital List, Lab List, etc.     </a:t>
            </a:r>
          </a:p>
        </p:txBody>
      </p:sp>
      <p:pic>
        <p:nvPicPr>
          <p:cNvPr id="8" name="Content Placeholder 3">
            <a:extLst>
              <a:ext uri="{FF2B5EF4-FFF2-40B4-BE49-F238E27FC236}">
                <a16:creationId xmlns:a16="http://schemas.microsoft.com/office/drawing/2014/main" id="{1D30C243-A51F-BD6D-4BC6-1BFDEAED9233}"/>
              </a:ext>
            </a:extLst>
          </p:cNvPr>
          <p:cNvPicPr>
            <a:picLocks noGrp="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637213" y="2333694"/>
            <a:ext cx="3852862" cy="2800212"/>
          </a:xfrm>
        </p:spPr>
      </p:pic>
      <p:graphicFrame>
        <p:nvGraphicFramePr>
          <p:cNvPr id="5" name="Segnaposto contenuto 2">
            <a:extLst>
              <a:ext uri="{FF2B5EF4-FFF2-40B4-BE49-F238E27FC236}">
                <a16:creationId xmlns:a16="http://schemas.microsoft.com/office/drawing/2014/main" id="{2D175906-A5C4-DFC3-1457-318C479B291E}"/>
              </a:ext>
            </a:extLst>
          </p:cNvPr>
          <p:cNvGraphicFramePr>
            <a:graphicFrameLocks/>
          </p:cNvGraphicFramePr>
          <p:nvPr>
            <p:extLst>
              <p:ext uri="{D42A27DB-BD31-4B8C-83A1-F6EECF244321}">
                <p14:modId xmlns:p14="http://schemas.microsoft.com/office/powerpoint/2010/main" val="2039838718"/>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9787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4C2AD-10DB-4F94-9FF7-D48984F43594}"/>
              </a:ext>
            </a:extLst>
          </p:cNvPr>
          <p:cNvSpPr>
            <a:spLocks noGrp="1"/>
          </p:cNvSpPr>
          <p:nvPr>
            <p:ph type="title"/>
          </p:nvPr>
        </p:nvSpPr>
        <p:spPr/>
        <p:txBody>
          <a:bodyPr/>
          <a:lstStyle/>
          <a:p>
            <a:r>
              <a:rPr lang="en-US" noProof="0" dirty="0"/>
              <a:t>Systems: Reservation System</a:t>
            </a:r>
          </a:p>
        </p:txBody>
      </p:sp>
      <p:sp>
        <p:nvSpPr>
          <p:cNvPr id="8" name="Content Placeholder 7">
            <a:extLst>
              <a:ext uri="{FF2B5EF4-FFF2-40B4-BE49-F238E27FC236}">
                <a16:creationId xmlns:a16="http://schemas.microsoft.com/office/drawing/2014/main" id="{26BA98ED-503B-4CE3-8B01-50ECAB7BAC4A}"/>
              </a:ext>
            </a:extLst>
          </p:cNvPr>
          <p:cNvSpPr>
            <a:spLocks noGrp="1"/>
          </p:cNvSpPr>
          <p:nvPr>
            <p:ph idx="1"/>
          </p:nvPr>
        </p:nvSpPr>
        <p:spPr/>
        <p:txBody>
          <a:bodyPr anchor="ctr">
            <a:normAutofit fontScale="92500" lnSpcReduction="10000"/>
          </a:bodyPr>
          <a:lstStyle/>
          <a:p>
            <a:pPr>
              <a:lnSpc>
                <a:spcPct val="120000"/>
              </a:lnSpc>
              <a:spcBef>
                <a:spcPts val="0"/>
              </a:spcBef>
            </a:pPr>
            <a:r>
              <a:rPr lang="en-US" noProof="0" dirty="0"/>
              <a:t>By reservation services, called  CUP (Centro Unico </a:t>
            </a:r>
            <a:r>
              <a:rPr lang="en-US" noProof="0" dirty="0" err="1"/>
              <a:t>Prenotazione</a:t>
            </a:r>
            <a:r>
              <a:rPr lang="en-US" noProof="0" dirty="0"/>
              <a:t>). patients book lab tests, operations and other health services. The transactions follow this path:</a:t>
            </a:r>
          </a:p>
          <a:p>
            <a:pPr lvl="1">
              <a:lnSpc>
                <a:spcPct val="120000"/>
              </a:lnSpc>
              <a:spcBef>
                <a:spcPts val="0"/>
              </a:spcBef>
            </a:pPr>
            <a:r>
              <a:rPr lang="en-US" noProof="0" dirty="0"/>
              <a:t>The patient identifies himself by tax and health-card codes and enters the prescription number (which has been previously entered by the doctor). </a:t>
            </a:r>
          </a:p>
          <a:p>
            <a:pPr lvl="1">
              <a:lnSpc>
                <a:spcPct val="120000"/>
              </a:lnSpc>
              <a:spcBef>
                <a:spcPts val="0"/>
              </a:spcBef>
            </a:pPr>
            <a:r>
              <a:rPr lang="en-US" noProof="0" dirty="0"/>
              <a:t>The system, after checking the patient data, displays the agenda of the appropriate labs and hospitals, and the patient chooses. </a:t>
            </a:r>
          </a:p>
          <a:p>
            <a:pPr lvl="1">
              <a:lnSpc>
                <a:spcPct val="120000"/>
              </a:lnSpc>
              <a:spcBef>
                <a:spcPts val="0"/>
              </a:spcBef>
            </a:pPr>
            <a:r>
              <a:rPr lang="en-US" noProof="0" dirty="0"/>
              <a:t>The system updates the agenda accordingly, and the patient receives the related notification (a print-out with the counter, a message with the call center or an email or SMS). </a:t>
            </a:r>
          </a:p>
          <a:p>
            <a:pPr>
              <a:lnSpc>
                <a:spcPct val="120000"/>
              </a:lnSpc>
              <a:spcBef>
                <a:spcPts val="0"/>
              </a:spcBef>
            </a:pPr>
            <a:r>
              <a:rPr lang="en-US" noProof="0" dirty="0"/>
              <a:t>Many hospitals have their own reservation systems and call centers, but they all refer to the EPR.</a:t>
            </a:r>
          </a:p>
        </p:txBody>
      </p:sp>
      <p:graphicFrame>
        <p:nvGraphicFramePr>
          <p:cNvPr id="3" name="Segnaposto contenuto 2">
            <a:extLst>
              <a:ext uri="{FF2B5EF4-FFF2-40B4-BE49-F238E27FC236}">
                <a16:creationId xmlns:a16="http://schemas.microsoft.com/office/drawing/2014/main" id="{EEA73519-B2AF-AE83-AB65-97E20F199BFE}"/>
              </a:ext>
            </a:extLst>
          </p:cNvPr>
          <p:cNvGraphicFramePr>
            <a:graphicFrameLocks/>
          </p:cNvGraphicFramePr>
          <p:nvPr>
            <p:extLst>
              <p:ext uri="{D42A27DB-BD31-4B8C-83A1-F6EECF244321}">
                <p14:modId xmlns:p14="http://schemas.microsoft.com/office/powerpoint/2010/main" val="2517003006"/>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5415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08AFD-E419-4D8F-8264-0D1026CB6390}"/>
              </a:ext>
            </a:extLst>
          </p:cNvPr>
          <p:cNvSpPr>
            <a:spLocks noGrp="1"/>
          </p:cNvSpPr>
          <p:nvPr>
            <p:ph type="title"/>
          </p:nvPr>
        </p:nvSpPr>
        <p:spPr/>
        <p:txBody>
          <a:bodyPr/>
          <a:lstStyle/>
          <a:p>
            <a:r>
              <a:rPr lang="en-US" noProof="0" dirty="0"/>
              <a:t>Systems: Lab Information Systems (LIS) </a:t>
            </a:r>
          </a:p>
        </p:txBody>
      </p:sp>
      <p:sp>
        <p:nvSpPr>
          <p:cNvPr id="7" name="Content Placeholder 6">
            <a:extLst>
              <a:ext uri="{FF2B5EF4-FFF2-40B4-BE49-F238E27FC236}">
                <a16:creationId xmlns:a16="http://schemas.microsoft.com/office/drawing/2014/main" id="{C9055811-2B08-4C96-85C5-3AAF28DD845D}"/>
              </a:ext>
            </a:extLst>
          </p:cNvPr>
          <p:cNvSpPr>
            <a:spLocks noGrp="1"/>
          </p:cNvSpPr>
          <p:nvPr>
            <p:ph idx="1"/>
          </p:nvPr>
        </p:nvSpPr>
        <p:spPr/>
        <p:txBody>
          <a:bodyPr>
            <a:normAutofit fontScale="77500" lnSpcReduction="20000"/>
          </a:bodyPr>
          <a:lstStyle/>
          <a:p>
            <a:r>
              <a:rPr lang="en-US" noProof="0" dirty="0"/>
              <a:t>The lab system manages data of the patients and tests. It includes </a:t>
            </a:r>
          </a:p>
          <a:p>
            <a:pPr lvl="1"/>
            <a:r>
              <a:rPr lang="en-US" noProof="0" dirty="0"/>
              <a:t>Transactions processing: </a:t>
            </a:r>
          </a:p>
          <a:p>
            <a:pPr lvl="2"/>
            <a:r>
              <a:rPr lang="en-US" noProof="0" dirty="0"/>
              <a:t>Reception (Check-in) processes administrative transactions of the exam life cycle (booking, check-in, scheduling, exam validation, payment, referral delivery).</a:t>
            </a:r>
          </a:p>
          <a:p>
            <a:pPr lvl="2"/>
            <a:r>
              <a:rPr lang="en-US" noProof="0" dirty="0"/>
              <a:t>The information on the Health Card enables identifying the patient and accessing the Electronic Patient Record. </a:t>
            </a:r>
          </a:p>
          <a:p>
            <a:pPr lvl="1"/>
            <a:r>
              <a:rPr lang="en-US" noProof="0" dirty="0"/>
              <a:t>Sample management: </a:t>
            </a:r>
          </a:p>
          <a:p>
            <a:pPr lvl="2"/>
            <a:r>
              <a:rPr lang="en-US" noProof="0" dirty="0"/>
              <a:t>Samples may be received from another lab or hospital or directly brought by the patient. </a:t>
            </a:r>
          </a:p>
          <a:p>
            <a:pPr lvl="2"/>
            <a:r>
              <a:rPr lang="en-US" noProof="0" dirty="0"/>
              <a:t>Since a same sample can go through multiple tests, the sample and all sub-samples are labelled by a unique identifier; </a:t>
            </a:r>
          </a:p>
          <a:p>
            <a:pPr lvl="2"/>
            <a:r>
              <a:rPr lang="en-US" noProof="0" dirty="0"/>
              <a:t>Also, the patient receives a bracelet with that same identifier, that is printed on a paper receipt and recorded in the lab database</a:t>
            </a:r>
          </a:p>
          <a:p>
            <a:pPr lvl="1"/>
            <a:r>
              <a:rPr lang="en-US" noProof="0" dirty="0"/>
              <a:t>Referral support: </a:t>
            </a:r>
          </a:p>
          <a:p>
            <a:pPr lvl="2"/>
            <a:r>
              <a:rPr lang="en-US" noProof="0" dirty="0"/>
              <a:t>In its simplest form, it is a prefilled template, that automates paperwork. </a:t>
            </a:r>
          </a:p>
          <a:p>
            <a:pPr lvl="2"/>
            <a:r>
              <a:rPr lang="en-US" noProof="0" dirty="0"/>
              <a:t>It can be by a knowledge base or AI-driven system that helps doctor in interpreting the results.    </a:t>
            </a:r>
          </a:p>
          <a:p>
            <a:pPr lvl="2"/>
            <a:r>
              <a:rPr lang="en-US" noProof="0" dirty="0"/>
              <a:t>Referral and related evidence, which, in radiology, includes images, are archived. </a:t>
            </a:r>
          </a:p>
          <a:p>
            <a:pPr lvl="1"/>
            <a:endParaRPr lang="en-US" noProof="0" dirty="0"/>
          </a:p>
          <a:p>
            <a:endParaRPr lang="en-US" noProof="0" dirty="0"/>
          </a:p>
          <a:p>
            <a:endParaRPr lang="en-US" noProof="0" dirty="0"/>
          </a:p>
        </p:txBody>
      </p:sp>
      <p:graphicFrame>
        <p:nvGraphicFramePr>
          <p:cNvPr id="3" name="Segnaposto contenuto 2">
            <a:extLst>
              <a:ext uri="{FF2B5EF4-FFF2-40B4-BE49-F238E27FC236}">
                <a16:creationId xmlns:a16="http://schemas.microsoft.com/office/drawing/2014/main" id="{C38B042B-75EF-858E-FF45-E410BA483838}"/>
              </a:ext>
            </a:extLst>
          </p:cNvPr>
          <p:cNvGraphicFramePr>
            <a:graphicFrameLocks/>
          </p:cNvGraphicFramePr>
          <p:nvPr>
            <p:extLst>
              <p:ext uri="{D42A27DB-BD31-4B8C-83A1-F6EECF244321}">
                <p14:modId xmlns:p14="http://schemas.microsoft.com/office/powerpoint/2010/main" val="2400425629"/>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2320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08AFD-E419-4D8F-8264-0D1026CB6390}"/>
              </a:ext>
            </a:extLst>
          </p:cNvPr>
          <p:cNvSpPr>
            <a:spLocks noGrp="1"/>
          </p:cNvSpPr>
          <p:nvPr>
            <p:ph type="title"/>
          </p:nvPr>
        </p:nvSpPr>
        <p:spPr/>
        <p:txBody>
          <a:bodyPr/>
          <a:lstStyle/>
          <a:p>
            <a:r>
              <a:rPr lang="en-US" noProof="0" dirty="0"/>
              <a:t>Systems: Lab Information Systems (LIS) </a:t>
            </a:r>
          </a:p>
        </p:txBody>
      </p:sp>
      <p:pic>
        <p:nvPicPr>
          <p:cNvPr id="6" name="Content Placeholder 5">
            <a:extLst>
              <a:ext uri="{FF2B5EF4-FFF2-40B4-BE49-F238E27FC236}">
                <a16:creationId xmlns:a16="http://schemas.microsoft.com/office/drawing/2014/main" id="{91667FBE-A85C-4C0D-923C-44807715617B}"/>
              </a:ext>
            </a:extLst>
          </p:cNvPr>
          <p:cNvPicPr>
            <a:picLocks noGrp="1"/>
          </p:cNvPicPr>
          <p:nvPr>
            <p:ph sz="half" idx="4294967295"/>
          </p:nvPr>
        </p:nvPicPr>
        <p:blipFill rotWithShape="1">
          <a:blip r:embed="rId2"/>
          <a:srcRect l="30726" t="1756" r="33790" b="13225"/>
          <a:stretch/>
        </p:blipFill>
        <p:spPr>
          <a:xfrm rot="16200000">
            <a:off x="2080812" y="764383"/>
            <a:ext cx="3551238" cy="4784725"/>
          </a:xfrm>
        </p:spPr>
      </p:pic>
      <p:pic>
        <p:nvPicPr>
          <p:cNvPr id="18" name="Content Placeholder 4">
            <a:extLst>
              <a:ext uri="{FF2B5EF4-FFF2-40B4-BE49-F238E27FC236}">
                <a16:creationId xmlns:a16="http://schemas.microsoft.com/office/drawing/2014/main" id="{4CE538DF-C5A1-4EE5-85F5-CC7E5E1268B5}"/>
              </a:ext>
            </a:extLst>
          </p:cNvPr>
          <p:cNvPicPr>
            <a:picLocks/>
          </p:cNvPicPr>
          <p:nvPr/>
        </p:nvPicPr>
        <p:blipFill rotWithShape="1">
          <a:blip r:embed="rId3"/>
          <a:srcRect l="33548" t="7455" r="34516" b="13978"/>
          <a:stretch/>
        </p:blipFill>
        <p:spPr bwMode="auto">
          <a:xfrm rot="16200000">
            <a:off x="5603997" y="2505743"/>
            <a:ext cx="3457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a:extLst>
              <a:ext uri="{FF2B5EF4-FFF2-40B4-BE49-F238E27FC236}">
                <a16:creationId xmlns:a16="http://schemas.microsoft.com/office/drawing/2014/main" id="{2C022856-CCDA-4453-8C45-ECF2F203BFEA}"/>
              </a:ext>
            </a:extLst>
          </p:cNvPr>
          <p:cNvSpPr/>
          <p:nvPr/>
        </p:nvSpPr>
        <p:spPr>
          <a:xfrm>
            <a:off x="6468274" y="1461557"/>
            <a:ext cx="3093238" cy="646331"/>
          </a:xfrm>
          <a:prstGeom prst="rect">
            <a:avLst/>
          </a:prstGeom>
        </p:spPr>
        <p:txBody>
          <a:bodyPr wrap="square">
            <a:spAutoFit/>
          </a:bodyPr>
          <a:lstStyle/>
          <a:p>
            <a:pPr indent="182880" algn="ctr">
              <a:spcBef>
                <a:spcPts val="600"/>
              </a:spcBef>
              <a:spcAft>
                <a:spcPts val="600"/>
              </a:spcAft>
            </a:pPr>
            <a:r>
              <a:rPr lang="en-US" sz="1800" i="1" noProof="0" dirty="0">
                <a:latin typeface="Times New Roman" panose="02020603050405020304" pitchFamily="18" charset="0"/>
                <a:ea typeface="Times New Roman" panose="02020603050405020304" pitchFamily="18" charset="0"/>
              </a:rPr>
              <a:t>Check-in screen developed by the clinic IT staff</a:t>
            </a:r>
            <a:endParaRPr lang="en-US" sz="1800" i="1" noProof="0" dirty="0">
              <a:effectLst/>
              <a:latin typeface="Times New Roman" panose="02020603050405020304" pitchFamily="18" charset="0"/>
              <a:ea typeface="Times New Roman" panose="02020603050405020304" pitchFamily="18" charset="0"/>
            </a:endParaRPr>
          </a:p>
        </p:txBody>
      </p:sp>
      <p:sp>
        <p:nvSpPr>
          <p:cNvPr id="20" name="Rectangle 19">
            <a:extLst>
              <a:ext uri="{FF2B5EF4-FFF2-40B4-BE49-F238E27FC236}">
                <a16:creationId xmlns:a16="http://schemas.microsoft.com/office/drawing/2014/main" id="{963CE634-123F-421C-9629-574D26B245C3}"/>
              </a:ext>
            </a:extLst>
          </p:cNvPr>
          <p:cNvSpPr/>
          <p:nvPr/>
        </p:nvSpPr>
        <p:spPr>
          <a:xfrm>
            <a:off x="1482066" y="5116516"/>
            <a:ext cx="2916324" cy="646331"/>
          </a:xfrm>
          <a:prstGeom prst="rect">
            <a:avLst/>
          </a:prstGeom>
        </p:spPr>
        <p:txBody>
          <a:bodyPr wrap="square">
            <a:spAutoFit/>
          </a:bodyPr>
          <a:lstStyle/>
          <a:p>
            <a:pPr indent="182880" algn="ctr">
              <a:spcBef>
                <a:spcPts val="600"/>
              </a:spcBef>
              <a:spcAft>
                <a:spcPts val="600"/>
              </a:spcAft>
            </a:pPr>
            <a:r>
              <a:rPr lang="en-US" sz="1800" i="1" noProof="0" dirty="0">
                <a:latin typeface="Times New Roman" panose="02020603050405020304" pitchFamily="18" charset="0"/>
                <a:ea typeface="Times New Roman" panose="02020603050405020304" pitchFamily="18" charset="0"/>
              </a:rPr>
              <a:t>Check-in counters in a  clinic lab </a:t>
            </a:r>
            <a:endParaRPr lang="en-US" sz="1800" i="1" noProof="0" dirty="0">
              <a:effectLst/>
              <a:latin typeface="Times New Roman" panose="02020603050405020304" pitchFamily="18" charset="0"/>
              <a:ea typeface="Times New Roman" panose="02020603050405020304" pitchFamily="18" charset="0"/>
            </a:endParaRPr>
          </a:p>
        </p:txBody>
      </p:sp>
      <p:graphicFrame>
        <p:nvGraphicFramePr>
          <p:cNvPr id="3" name="Segnaposto contenuto 2">
            <a:extLst>
              <a:ext uri="{FF2B5EF4-FFF2-40B4-BE49-F238E27FC236}">
                <a16:creationId xmlns:a16="http://schemas.microsoft.com/office/drawing/2014/main" id="{C5082493-3917-B46C-3497-C6E2DC763DEA}"/>
              </a:ext>
            </a:extLst>
          </p:cNvPr>
          <p:cNvGraphicFramePr>
            <a:graphicFrameLocks/>
          </p:cNvGraphicFramePr>
          <p:nvPr>
            <p:extLst>
              <p:ext uri="{D42A27DB-BD31-4B8C-83A1-F6EECF244321}">
                <p14:modId xmlns:p14="http://schemas.microsoft.com/office/powerpoint/2010/main" val="4275951968"/>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36462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Systems: Lab Information Systems (LIS) </a:t>
            </a:r>
          </a:p>
        </p:txBody>
      </p:sp>
      <p:pic>
        <p:nvPicPr>
          <p:cNvPr id="14" name="Segnaposto contenuto 6"/>
          <p:cNvPicPr>
            <a:picLocks noGrp="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2393640" y="1016732"/>
            <a:ext cx="6121400" cy="4264025"/>
          </a:xfrm>
        </p:spPr>
      </p:pic>
      <p:sp>
        <p:nvSpPr>
          <p:cNvPr id="2" name="Rectangle 1">
            <a:extLst>
              <a:ext uri="{FF2B5EF4-FFF2-40B4-BE49-F238E27FC236}">
                <a16:creationId xmlns:a16="http://schemas.microsoft.com/office/drawing/2014/main" id="{062CCFF4-3B30-423E-9FF1-A94AB62ABBC1}"/>
              </a:ext>
            </a:extLst>
          </p:cNvPr>
          <p:cNvSpPr/>
          <p:nvPr/>
        </p:nvSpPr>
        <p:spPr>
          <a:xfrm>
            <a:off x="1564931" y="5309136"/>
            <a:ext cx="7633578" cy="1077218"/>
          </a:xfrm>
          <a:prstGeom prst="rect">
            <a:avLst/>
          </a:prstGeom>
        </p:spPr>
        <p:txBody>
          <a:bodyPr wrap="square">
            <a:spAutoFit/>
          </a:bodyPr>
          <a:lstStyle/>
          <a:p>
            <a:pPr algn="just">
              <a:spcAft>
                <a:spcPts val="1010"/>
              </a:spcAft>
            </a:pPr>
            <a:r>
              <a:rPr lang="en-US" sz="1600" i="1" noProof="0" dirty="0">
                <a:latin typeface="Times New Roman" panose="02020603050405020304" pitchFamily="18" charset="0"/>
                <a:ea typeface="Times New Roman" panose="02020603050405020304" pitchFamily="18" charset="0"/>
              </a:rPr>
              <a:t>Lab systems are increasingly integrated with lab equipment and applications and can create control files that are "fed" into the equipment and direct operations on a physical item such as a sample tube or sample plate. Conversely, lab systems import equipment results. In short, lab integration is like CIM (Computer Integrated Manufacturing).</a:t>
            </a:r>
            <a:endParaRPr lang="en-US" sz="1600" i="1" noProof="0" dirty="0">
              <a:effectLst/>
              <a:latin typeface="Times New Roman" panose="02020603050405020304" pitchFamily="18" charset="0"/>
              <a:ea typeface="Times New Roman" panose="02020603050405020304" pitchFamily="18" charset="0"/>
            </a:endParaRPr>
          </a:p>
        </p:txBody>
      </p:sp>
      <p:graphicFrame>
        <p:nvGraphicFramePr>
          <p:cNvPr id="3" name="Segnaposto contenuto 2">
            <a:extLst>
              <a:ext uri="{FF2B5EF4-FFF2-40B4-BE49-F238E27FC236}">
                <a16:creationId xmlns:a16="http://schemas.microsoft.com/office/drawing/2014/main" id="{57561594-B5EA-91CA-E56B-3881A2861571}"/>
              </a:ext>
            </a:extLst>
          </p:cNvPr>
          <p:cNvGraphicFramePr>
            <a:graphicFrameLocks/>
          </p:cNvGraphicFramePr>
          <p:nvPr>
            <p:extLst>
              <p:ext uri="{D42A27DB-BD31-4B8C-83A1-F6EECF244321}">
                <p14:modId xmlns:p14="http://schemas.microsoft.com/office/powerpoint/2010/main" val="45300265"/>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3032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Systems: Hospital Information System</a:t>
            </a:r>
          </a:p>
        </p:txBody>
      </p:sp>
      <p:sp>
        <p:nvSpPr>
          <p:cNvPr id="9" name="Rectangle 45">
            <a:extLst>
              <a:ext uri="{FF2B5EF4-FFF2-40B4-BE49-F238E27FC236}">
                <a16:creationId xmlns:a16="http://schemas.microsoft.com/office/drawing/2014/main" id="{7F911352-5069-4F83-B427-CE44828CCB53}"/>
              </a:ext>
            </a:extLst>
          </p:cNvPr>
          <p:cNvSpPr>
            <a:spLocks noChangeArrowheads="1"/>
          </p:cNvSpPr>
          <p:nvPr/>
        </p:nvSpPr>
        <p:spPr bwMode="auto">
          <a:xfrm>
            <a:off x="1791135" y="1491332"/>
            <a:ext cx="7424737" cy="1068388"/>
          </a:xfrm>
          <a:prstGeom prst="rect">
            <a:avLst/>
          </a:prstGeom>
          <a:solidFill>
            <a:schemeClr val="bg2">
              <a:lumMod val="50000"/>
            </a:schemeClr>
          </a:solidFill>
          <a:ln w="9525" algn="ctr">
            <a:solidFill>
              <a:srgbClr val="003366"/>
            </a:solidFill>
            <a:miter lim="800000"/>
            <a:headEnd/>
            <a:tailEnd/>
          </a:ln>
          <a:effectLst/>
        </p:spPr>
        <p:txBody>
          <a:bodyPr lIns="0" tIns="0" rIns="0" bIns="0" anchor="ctr" anchorCtr="1"/>
          <a:lstStyle>
            <a:lvl1pPr algn="l">
              <a:defRPr sz="2400">
                <a:solidFill>
                  <a:schemeClr val="tx1"/>
                </a:solidFill>
                <a:latin typeface="Times New Roman" pitchFamily="18" charset="0"/>
              </a:defRPr>
            </a:lvl1pPr>
            <a:lvl2pPr marL="187325" indent="-185738" algn="l">
              <a:defRPr sz="2400">
                <a:solidFill>
                  <a:schemeClr val="tx1"/>
                </a:solidFill>
                <a:latin typeface="Times New Roman" pitchFamily="18" charset="0"/>
              </a:defRPr>
            </a:lvl2pPr>
            <a:lvl3pPr marL="377825" indent="-188913"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3200" b="1" noProof="0" dirty="0">
                <a:solidFill>
                  <a:schemeClr val="bg1"/>
                </a:solidFill>
                <a:latin typeface="Arial" charset="0"/>
              </a:rPr>
              <a:t>ERP</a:t>
            </a:r>
            <a:endParaRPr lang="en-US" b="1" noProof="0" dirty="0">
              <a:solidFill>
                <a:schemeClr val="bg1"/>
              </a:solidFill>
              <a:latin typeface="Arial" charset="0"/>
            </a:endParaRPr>
          </a:p>
        </p:txBody>
      </p:sp>
      <p:sp>
        <p:nvSpPr>
          <p:cNvPr id="11" name="Rectangle 46">
            <a:extLst>
              <a:ext uri="{FF2B5EF4-FFF2-40B4-BE49-F238E27FC236}">
                <a16:creationId xmlns:a16="http://schemas.microsoft.com/office/drawing/2014/main" id="{AB240423-0BEC-4FD5-BD2A-2FD124EA1A1E}"/>
              </a:ext>
            </a:extLst>
          </p:cNvPr>
          <p:cNvSpPr>
            <a:spLocks noChangeArrowheads="1"/>
          </p:cNvSpPr>
          <p:nvPr/>
        </p:nvSpPr>
        <p:spPr bwMode="auto">
          <a:xfrm>
            <a:off x="5601135" y="5609307"/>
            <a:ext cx="3592512" cy="276225"/>
          </a:xfrm>
          <a:prstGeom prst="rect">
            <a:avLst/>
          </a:prstGeom>
          <a:solidFill>
            <a:schemeClr val="bg2">
              <a:lumMod val="50000"/>
            </a:schemeClr>
          </a:solidFill>
          <a:ln w="9525" algn="ctr">
            <a:solidFill>
              <a:schemeClr val="tx1"/>
            </a:solidFill>
            <a:miter lim="800000"/>
            <a:headEnd/>
            <a:tailEnd/>
          </a:ln>
          <a:effectLst/>
        </p:spPr>
        <p:txBody>
          <a:bodyPr lIns="0" tIns="0" rIns="0" bIns="0" anchor="ctr" anchorCtr="1">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US" sz="1800" b="1" noProof="0" dirty="0">
                <a:solidFill>
                  <a:schemeClr val="bg1"/>
                </a:solidFill>
              </a:rPr>
              <a:t>CLINICAL DATA REPOSITORY</a:t>
            </a:r>
          </a:p>
        </p:txBody>
      </p:sp>
      <p:sp>
        <p:nvSpPr>
          <p:cNvPr id="12" name="Rectangle 47">
            <a:extLst>
              <a:ext uri="{FF2B5EF4-FFF2-40B4-BE49-F238E27FC236}">
                <a16:creationId xmlns:a16="http://schemas.microsoft.com/office/drawing/2014/main" id="{70EA2487-00DC-4258-B953-E48D7936E74F}"/>
              </a:ext>
            </a:extLst>
          </p:cNvPr>
          <p:cNvSpPr>
            <a:spLocks noChangeArrowheads="1"/>
          </p:cNvSpPr>
          <p:nvPr/>
        </p:nvSpPr>
        <p:spPr bwMode="gray">
          <a:xfrm>
            <a:off x="9326997" y="1504032"/>
            <a:ext cx="436563" cy="4443413"/>
          </a:xfrm>
          <a:prstGeom prst="rect">
            <a:avLst/>
          </a:prstGeom>
          <a:solidFill>
            <a:schemeClr val="bg2">
              <a:lumMod val="50000"/>
            </a:schemeClr>
          </a:solidFill>
          <a:ln w="9525">
            <a:solidFill>
              <a:schemeClr val="tx1"/>
            </a:solidFill>
            <a:miter lim="800000"/>
            <a:headEnd/>
            <a:tailEnd/>
          </a:ln>
        </p:spPr>
        <p:txBody>
          <a:bodyPr vert="eaVert" anchor="ctr"/>
          <a:lstStyle>
            <a:lvl1pPr>
              <a:defRPr sz="1400">
                <a:solidFill>
                  <a:schemeClr val="tx1"/>
                </a:solidFill>
                <a:latin typeface="Arial" panose="020B0604020202020204" pitchFamily="34" charset="0"/>
              </a:defRPr>
            </a:lvl1pPr>
            <a:lvl2pPr marL="187325" indent="-185738">
              <a:defRPr sz="1400">
                <a:solidFill>
                  <a:schemeClr val="tx1"/>
                </a:solidFill>
                <a:latin typeface="Arial" panose="020B0604020202020204" pitchFamily="34" charset="0"/>
              </a:defRPr>
            </a:lvl2pPr>
            <a:lvl3pPr marL="377825" indent="-188913">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r>
              <a:rPr lang="en-US" sz="2000" b="1" noProof="0" dirty="0">
                <a:solidFill>
                  <a:schemeClr val="bg1"/>
                </a:solidFill>
              </a:rPr>
              <a:t>Interface to  Regional Systems </a:t>
            </a:r>
            <a:endParaRPr lang="en-US" b="1" noProof="0" dirty="0">
              <a:solidFill>
                <a:schemeClr val="bg1"/>
              </a:solidFill>
            </a:endParaRPr>
          </a:p>
        </p:txBody>
      </p:sp>
      <p:sp>
        <p:nvSpPr>
          <p:cNvPr id="13" name="Rectangle 48">
            <a:extLst>
              <a:ext uri="{FF2B5EF4-FFF2-40B4-BE49-F238E27FC236}">
                <a16:creationId xmlns:a16="http://schemas.microsoft.com/office/drawing/2014/main" id="{A4D16D3E-56B5-47EE-A4A3-84F79FC682CB}"/>
              </a:ext>
            </a:extLst>
          </p:cNvPr>
          <p:cNvSpPr>
            <a:spLocks noChangeArrowheads="1"/>
          </p:cNvSpPr>
          <p:nvPr/>
        </p:nvSpPr>
        <p:spPr bwMode="auto">
          <a:xfrm>
            <a:off x="6313922" y="1954882"/>
            <a:ext cx="2389188" cy="979488"/>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400">
                <a:solidFill>
                  <a:schemeClr val="tx1"/>
                </a:solidFill>
                <a:latin typeface="Arial" panose="020B0604020202020204" pitchFamily="34" charset="0"/>
              </a:defRPr>
            </a:lvl1pPr>
            <a:lvl2pPr marL="187325" indent="-185738">
              <a:defRPr sz="1400">
                <a:solidFill>
                  <a:schemeClr val="tx1"/>
                </a:solidFill>
                <a:latin typeface="Arial" panose="020B0604020202020204" pitchFamily="34" charset="0"/>
              </a:defRPr>
            </a:lvl2pPr>
            <a:lvl3pPr marL="377825" indent="-188913">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endParaRPr lang="en-US" sz="2000" noProof="0" dirty="0"/>
          </a:p>
        </p:txBody>
      </p:sp>
      <p:sp>
        <p:nvSpPr>
          <p:cNvPr id="14" name="Rectangle 49">
            <a:extLst>
              <a:ext uri="{FF2B5EF4-FFF2-40B4-BE49-F238E27FC236}">
                <a16:creationId xmlns:a16="http://schemas.microsoft.com/office/drawing/2014/main" id="{3B7846DC-8948-4BC6-A17C-97AF1DEBA399}"/>
              </a:ext>
            </a:extLst>
          </p:cNvPr>
          <p:cNvSpPr>
            <a:spLocks noChangeArrowheads="1"/>
          </p:cNvSpPr>
          <p:nvPr/>
        </p:nvSpPr>
        <p:spPr bwMode="auto">
          <a:xfrm>
            <a:off x="6101197" y="1661195"/>
            <a:ext cx="1301750" cy="777875"/>
          </a:xfrm>
          <a:prstGeom prst="rect">
            <a:avLst/>
          </a:prstGeom>
          <a:solidFill>
            <a:srgbClr val="FFCC66"/>
          </a:solidFill>
          <a:ln>
            <a:noFill/>
          </a:ln>
          <a:effectLst/>
        </p:spPr>
        <p:txBody>
          <a:bodyPr tIns="36000" anchor="ctr" anchorCtr="1"/>
          <a:lstStyle>
            <a:lvl1pPr algn="l">
              <a:defRPr sz="2400">
                <a:solidFill>
                  <a:schemeClr val="tx1"/>
                </a:solidFill>
                <a:latin typeface="Times New Roman" pitchFamily="18" charset="0"/>
              </a:defRPr>
            </a:lvl1pPr>
            <a:lvl2pPr marL="187325" indent="-185738" algn="l">
              <a:defRPr sz="2400">
                <a:solidFill>
                  <a:schemeClr val="tx1"/>
                </a:solidFill>
                <a:latin typeface="Times New Roman" pitchFamily="18" charset="0"/>
              </a:defRPr>
            </a:lvl2pPr>
            <a:lvl3pPr marL="388938" indent="-11113"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lvl="1" algn="ctr" eaLnBrk="1" hangingPunct="1">
              <a:defRPr/>
            </a:pPr>
            <a:r>
              <a:rPr lang="en-US" sz="1400" b="1" noProof="0" dirty="0">
                <a:latin typeface="Arial" charset="0"/>
              </a:rPr>
              <a:t>Billing</a:t>
            </a:r>
          </a:p>
          <a:p>
            <a:pPr marL="0" lvl="1" indent="1588" algn="ctr" eaLnBrk="1" hangingPunct="1">
              <a:defRPr/>
            </a:pPr>
            <a:r>
              <a:rPr lang="en-US" sz="1400" b="1" noProof="0" dirty="0">
                <a:latin typeface="Arial" charset="0"/>
              </a:rPr>
              <a:t>Receivables</a:t>
            </a:r>
          </a:p>
        </p:txBody>
      </p:sp>
      <p:sp>
        <p:nvSpPr>
          <p:cNvPr id="15" name="Rectangle 50">
            <a:extLst>
              <a:ext uri="{FF2B5EF4-FFF2-40B4-BE49-F238E27FC236}">
                <a16:creationId xmlns:a16="http://schemas.microsoft.com/office/drawing/2014/main" id="{0EC218F2-E391-4002-8CFE-E0A86729ADA1}"/>
              </a:ext>
            </a:extLst>
          </p:cNvPr>
          <p:cNvSpPr>
            <a:spLocks noChangeArrowheads="1"/>
          </p:cNvSpPr>
          <p:nvPr/>
        </p:nvSpPr>
        <p:spPr bwMode="gray">
          <a:xfrm>
            <a:off x="1773672" y="932532"/>
            <a:ext cx="7997825" cy="487363"/>
          </a:xfrm>
          <a:prstGeom prst="rect">
            <a:avLst/>
          </a:prstGeom>
          <a:solidFill>
            <a:schemeClr val="bg2">
              <a:lumMod val="50000"/>
            </a:schemeClr>
          </a:solidFill>
          <a:ln w="9525">
            <a:solidFill>
              <a:schemeClr val="tx1"/>
            </a:solidFill>
            <a:miter lim="800000"/>
            <a:headEnd/>
            <a:tailEnd/>
          </a:ln>
          <a:effectLst/>
        </p:spPr>
        <p:txBody>
          <a:bodyPr/>
          <a:lstStyle/>
          <a:p>
            <a:pPr algn="ctr" eaLnBrk="1" hangingPunct="1">
              <a:defRPr/>
            </a:pPr>
            <a:r>
              <a:rPr lang="en-US" sz="2400" b="1" noProof="0" dirty="0">
                <a:solidFill>
                  <a:schemeClr val="bg1"/>
                </a:solidFill>
                <a:latin typeface="Arial" charset="0"/>
              </a:rPr>
              <a:t>MANAGEMENT INFORMATION</a:t>
            </a:r>
          </a:p>
        </p:txBody>
      </p:sp>
      <p:sp>
        <p:nvSpPr>
          <p:cNvPr id="17" name="Rectangle 53">
            <a:extLst>
              <a:ext uri="{FF2B5EF4-FFF2-40B4-BE49-F238E27FC236}">
                <a16:creationId xmlns:a16="http://schemas.microsoft.com/office/drawing/2014/main" id="{69A3E31B-0F77-4C06-8DAC-7679AF281BE0}"/>
              </a:ext>
            </a:extLst>
          </p:cNvPr>
          <p:cNvSpPr>
            <a:spLocks noChangeArrowheads="1"/>
          </p:cNvSpPr>
          <p:nvPr/>
        </p:nvSpPr>
        <p:spPr bwMode="auto">
          <a:xfrm>
            <a:off x="3118285" y="2735932"/>
            <a:ext cx="3994150" cy="2270125"/>
          </a:xfrm>
          <a:prstGeom prst="rect">
            <a:avLst/>
          </a:prstGeom>
          <a:solidFill>
            <a:srgbClr val="FF0000"/>
          </a:solidFill>
          <a:ln w="9525">
            <a:solidFill>
              <a:schemeClr val="tx1"/>
            </a:solidFill>
            <a:miter lim="800000"/>
            <a:headEnd/>
            <a:tailEnd/>
          </a:ln>
        </p:spPr>
        <p:txBody>
          <a:bodyPr anchor="ctr" anchorCtr="1"/>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US" sz="1600" b="1" noProof="0" dirty="0">
                <a:solidFill>
                  <a:schemeClr val="bg1"/>
                </a:solidFill>
              </a:rPr>
              <a:t>CLINIC / DAY HOSPITAL</a:t>
            </a:r>
          </a:p>
          <a:p>
            <a:pPr eaLnBrk="1" hangingPunct="1"/>
            <a:r>
              <a:rPr lang="en-US" sz="1600" noProof="0" dirty="0">
                <a:solidFill>
                  <a:schemeClr val="bg1"/>
                </a:solidFill>
              </a:rPr>
              <a:t>Clinic Patient Record</a:t>
            </a:r>
          </a:p>
          <a:p>
            <a:pPr eaLnBrk="1" hangingPunct="1"/>
            <a:r>
              <a:rPr lang="en-US" sz="1600" noProof="0" dirty="0">
                <a:solidFill>
                  <a:schemeClr val="bg1"/>
                </a:solidFill>
              </a:rPr>
              <a:t>Care management </a:t>
            </a:r>
          </a:p>
          <a:p>
            <a:pPr eaLnBrk="1" hangingPunct="1"/>
            <a:r>
              <a:rPr lang="en-US" sz="1600" b="1" noProof="0" dirty="0">
                <a:solidFill>
                  <a:schemeClr val="bg1"/>
                </a:solidFill>
              </a:rPr>
              <a:t>HOSPITAL</a:t>
            </a:r>
          </a:p>
          <a:p>
            <a:pPr eaLnBrk="1" hangingPunct="1"/>
            <a:r>
              <a:rPr lang="en-US" sz="1600" noProof="0" dirty="0">
                <a:solidFill>
                  <a:schemeClr val="bg1"/>
                </a:solidFill>
              </a:rPr>
              <a:t>General Patient Record </a:t>
            </a:r>
          </a:p>
          <a:p>
            <a:pPr eaLnBrk="1" hangingPunct="1"/>
            <a:r>
              <a:rPr lang="en-US" sz="1600" noProof="0" dirty="0">
                <a:solidFill>
                  <a:schemeClr val="bg1"/>
                </a:solidFill>
              </a:rPr>
              <a:t>Therapy Management</a:t>
            </a:r>
          </a:p>
          <a:p>
            <a:pPr eaLnBrk="1" hangingPunct="1"/>
            <a:r>
              <a:rPr lang="en-US" sz="1600" noProof="0" dirty="0">
                <a:solidFill>
                  <a:schemeClr val="bg1"/>
                </a:solidFill>
              </a:rPr>
              <a:t>Order Management</a:t>
            </a:r>
          </a:p>
          <a:p>
            <a:pPr eaLnBrk="1" hangingPunct="1"/>
            <a:r>
              <a:rPr lang="en-US" sz="1600" noProof="0" dirty="0">
                <a:solidFill>
                  <a:schemeClr val="bg1"/>
                </a:solidFill>
              </a:rPr>
              <a:t>Discharge Letter </a:t>
            </a:r>
          </a:p>
          <a:p>
            <a:pPr eaLnBrk="1" hangingPunct="1"/>
            <a:r>
              <a:rPr lang="en-US" sz="1600" b="1" noProof="0" dirty="0">
                <a:solidFill>
                  <a:schemeClr val="bg1"/>
                </a:solidFill>
              </a:rPr>
              <a:t>EMERGENCY</a:t>
            </a:r>
          </a:p>
        </p:txBody>
      </p:sp>
      <p:sp>
        <p:nvSpPr>
          <p:cNvPr id="18" name="Rectangle 54">
            <a:extLst>
              <a:ext uri="{FF2B5EF4-FFF2-40B4-BE49-F238E27FC236}">
                <a16:creationId xmlns:a16="http://schemas.microsoft.com/office/drawing/2014/main" id="{C3F40987-B3E1-4003-94D5-62DCEFA1EFB8}"/>
              </a:ext>
            </a:extLst>
          </p:cNvPr>
          <p:cNvSpPr>
            <a:spLocks noChangeArrowheads="1"/>
          </p:cNvSpPr>
          <p:nvPr/>
        </p:nvSpPr>
        <p:spPr bwMode="auto">
          <a:xfrm rot="-5400000">
            <a:off x="1545866" y="3509838"/>
            <a:ext cx="2287588" cy="739775"/>
          </a:xfrm>
          <a:prstGeom prst="rect">
            <a:avLst/>
          </a:prstGeom>
          <a:solidFill>
            <a:srgbClr val="FF0000"/>
          </a:solidFill>
          <a:ln w="9525">
            <a:solidFill>
              <a:schemeClr val="tx1"/>
            </a:solidFill>
            <a:miter lim="800000"/>
            <a:headEnd/>
            <a:tailEnd/>
          </a:ln>
          <a:effectLst/>
        </p:spPr>
        <p:txBody>
          <a:bodyPr anchor="ctr" anchorCtr="1"/>
          <a:lstStyle/>
          <a:p>
            <a:pPr algn="ctr" eaLnBrk="1" hangingPunct="1">
              <a:defRPr/>
            </a:pPr>
            <a:r>
              <a:rPr lang="en-US" sz="2000" b="1" noProof="0" dirty="0">
                <a:solidFill>
                  <a:schemeClr val="bg1"/>
                </a:solidFill>
                <a:latin typeface="Arial" charset="0"/>
              </a:rPr>
              <a:t>RECEPTION</a:t>
            </a:r>
          </a:p>
          <a:p>
            <a:pPr algn="ctr" eaLnBrk="1" hangingPunct="1">
              <a:defRPr/>
            </a:pPr>
            <a:r>
              <a:rPr lang="en-US" sz="1050" b="1" noProof="0" dirty="0">
                <a:solidFill>
                  <a:schemeClr val="bg1"/>
                </a:solidFill>
                <a:latin typeface="Arial" charset="0"/>
              </a:rPr>
              <a:t>(BOOKING AND ACCEPTANCE)</a:t>
            </a:r>
          </a:p>
        </p:txBody>
      </p:sp>
      <p:sp>
        <p:nvSpPr>
          <p:cNvPr id="24" name="Rectangle 60">
            <a:extLst>
              <a:ext uri="{FF2B5EF4-FFF2-40B4-BE49-F238E27FC236}">
                <a16:creationId xmlns:a16="http://schemas.microsoft.com/office/drawing/2014/main" id="{18B70BF3-ED47-4309-91C0-B2FB92F9AAF1}"/>
              </a:ext>
            </a:extLst>
          </p:cNvPr>
          <p:cNvSpPr>
            <a:spLocks noChangeArrowheads="1"/>
          </p:cNvSpPr>
          <p:nvPr/>
        </p:nvSpPr>
        <p:spPr bwMode="auto">
          <a:xfrm rot="-5400000">
            <a:off x="-1394184" y="3544764"/>
            <a:ext cx="5689600" cy="417512"/>
          </a:xfrm>
          <a:prstGeom prst="rect">
            <a:avLst/>
          </a:prstGeom>
          <a:solidFill>
            <a:schemeClr val="bg2">
              <a:lumMod val="50000"/>
            </a:schemeClr>
          </a:solidFill>
          <a:ln>
            <a:noFill/>
          </a:ln>
        </p:spPr>
        <p:txBody>
          <a:bodyPr lIns="0" tIns="0" rIns="0" bIns="0" anchor="ct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lnSpc>
                <a:spcPct val="80000"/>
              </a:lnSpc>
            </a:pPr>
            <a:endParaRPr lang="en-US" sz="2000" b="1" noProof="0" dirty="0">
              <a:solidFill>
                <a:schemeClr val="bg1"/>
              </a:solidFill>
            </a:endParaRPr>
          </a:p>
          <a:p>
            <a:pPr eaLnBrk="1" hangingPunct="1">
              <a:lnSpc>
                <a:spcPct val="80000"/>
              </a:lnSpc>
            </a:pPr>
            <a:endParaRPr lang="en-US" noProof="0" dirty="0">
              <a:solidFill>
                <a:schemeClr val="bg1"/>
              </a:solidFill>
            </a:endParaRPr>
          </a:p>
        </p:txBody>
      </p:sp>
      <p:sp>
        <p:nvSpPr>
          <p:cNvPr id="19" name="Rectangle 55">
            <a:extLst>
              <a:ext uri="{FF2B5EF4-FFF2-40B4-BE49-F238E27FC236}">
                <a16:creationId xmlns:a16="http://schemas.microsoft.com/office/drawing/2014/main" id="{ED196F24-F695-47A0-BA89-A9A9E701BD1A}"/>
              </a:ext>
            </a:extLst>
          </p:cNvPr>
          <p:cNvSpPr>
            <a:spLocks noChangeArrowheads="1"/>
          </p:cNvSpPr>
          <p:nvPr/>
        </p:nvSpPr>
        <p:spPr bwMode="auto">
          <a:xfrm>
            <a:off x="7277535" y="2743870"/>
            <a:ext cx="1851025" cy="344487"/>
          </a:xfrm>
          <a:prstGeom prst="rect">
            <a:avLst/>
          </a:prstGeom>
          <a:solidFill>
            <a:srgbClr val="FF0000"/>
          </a:solidFill>
          <a:ln w="9525" algn="ctr">
            <a:solidFill>
              <a:srgbClr val="C00000"/>
            </a:solidFill>
            <a:miter lim="800000"/>
            <a:headEnd/>
            <a:tailEnd/>
          </a:ln>
        </p:spPr>
        <p:txBody>
          <a:bodyPr lIns="0" tIns="0" rIns="0" bIns="0" anchor="ct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lnSpc>
                <a:spcPct val="140000"/>
              </a:lnSpc>
            </a:pPr>
            <a:r>
              <a:rPr lang="en-US" sz="1600" b="1" noProof="0" dirty="0">
                <a:solidFill>
                  <a:schemeClr val="bg1"/>
                </a:solidFill>
              </a:rPr>
              <a:t>LIS</a:t>
            </a:r>
          </a:p>
        </p:txBody>
      </p:sp>
      <p:sp>
        <p:nvSpPr>
          <p:cNvPr id="20" name="Rectangle 56">
            <a:extLst>
              <a:ext uri="{FF2B5EF4-FFF2-40B4-BE49-F238E27FC236}">
                <a16:creationId xmlns:a16="http://schemas.microsoft.com/office/drawing/2014/main" id="{0FE487CC-570A-46B6-B029-08888F6F165B}"/>
              </a:ext>
            </a:extLst>
          </p:cNvPr>
          <p:cNvSpPr>
            <a:spLocks noChangeArrowheads="1"/>
          </p:cNvSpPr>
          <p:nvPr/>
        </p:nvSpPr>
        <p:spPr bwMode="auto">
          <a:xfrm>
            <a:off x="7271185" y="3118520"/>
            <a:ext cx="1860550" cy="344487"/>
          </a:xfrm>
          <a:prstGeom prst="rect">
            <a:avLst/>
          </a:prstGeom>
          <a:solidFill>
            <a:srgbClr val="FF0000"/>
          </a:solidFill>
          <a:ln w="9525">
            <a:solidFill>
              <a:srgbClr val="C00000"/>
            </a:solidFill>
            <a:miter lim="800000"/>
            <a:headEnd/>
            <a:tailEnd/>
          </a:ln>
        </p:spPr>
        <p:txBody>
          <a:bodyPr lIns="0" tIns="0" rIns="0" bIns="0" anchor="ct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lnSpc>
                <a:spcPct val="140000"/>
              </a:lnSpc>
            </a:pPr>
            <a:r>
              <a:rPr lang="en-US" sz="1600" b="1" noProof="0" dirty="0">
                <a:solidFill>
                  <a:schemeClr val="bg1"/>
                </a:solidFill>
              </a:rPr>
              <a:t>RIS</a:t>
            </a:r>
          </a:p>
        </p:txBody>
      </p:sp>
      <p:sp>
        <p:nvSpPr>
          <p:cNvPr id="21" name="Rectangle 57">
            <a:extLst>
              <a:ext uri="{FF2B5EF4-FFF2-40B4-BE49-F238E27FC236}">
                <a16:creationId xmlns:a16="http://schemas.microsoft.com/office/drawing/2014/main" id="{98287077-42F3-4782-A5E5-2A84EC40B3EE}"/>
              </a:ext>
            </a:extLst>
          </p:cNvPr>
          <p:cNvSpPr>
            <a:spLocks noChangeArrowheads="1"/>
          </p:cNvSpPr>
          <p:nvPr/>
        </p:nvSpPr>
        <p:spPr bwMode="auto">
          <a:xfrm>
            <a:off x="7271185" y="3499520"/>
            <a:ext cx="1860550" cy="344487"/>
          </a:xfrm>
          <a:prstGeom prst="rect">
            <a:avLst/>
          </a:prstGeom>
          <a:solidFill>
            <a:srgbClr val="FF0000"/>
          </a:solidFill>
          <a:ln w="9525">
            <a:solidFill>
              <a:srgbClr val="C00000"/>
            </a:solidFill>
            <a:miter lim="800000"/>
            <a:headEnd/>
            <a:tailEnd/>
          </a:ln>
        </p:spPr>
        <p:txBody>
          <a:bodyPr lIns="0" tIns="0" rIns="0" bIns="0" anchor="ct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lnSpc>
                <a:spcPct val="140000"/>
              </a:lnSpc>
            </a:pPr>
            <a:r>
              <a:rPr lang="en-US" sz="1600" b="1" noProof="0" dirty="0">
                <a:solidFill>
                  <a:schemeClr val="bg1"/>
                </a:solidFill>
              </a:rPr>
              <a:t>TAC</a:t>
            </a:r>
          </a:p>
        </p:txBody>
      </p:sp>
      <p:sp>
        <p:nvSpPr>
          <p:cNvPr id="22" name="Rectangle 58">
            <a:extLst>
              <a:ext uri="{FF2B5EF4-FFF2-40B4-BE49-F238E27FC236}">
                <a16:creationId xmlns:a16="http://schemas.microsoft.com/office/drawing/2014/main" id="{8AE6700A-36D3-488D-9D47-E06EC5DD6E07}"/>
              </a:ext>
            </a:extLst>
          </p:cNvPr>
          <p:cNvSpPr>
            <a:spLocks noChangeArrowheads="1"/>
          </p:cNvSpPr>
          <p:nvPr/>
        </p:nvSpPr>
        <p:spPr bwMode="gray">
          <a:xfrm>
            <a:off x="1546660" y="6042695"/>
            <a:ext cx="8224837" cy="555625"/>
          </a:xfrm>
          <a:prstGeom prst="rect">
            <a:avLst/>
          </a:prstGeom>
          <a:solidFill>
            <a:schemeClr val="bg2">
              <a:lumMod val="50000"/>
            </a:schemeClr>
          </a:solidFill>
          <a:ln>
            <a:noFill/>
          </a:ln>
        </p:spPr>
        <p:txBody>
          <a:bodyPr lIns="0" tIns="0" rIns="0" bIns="0" anchor="ctr" anchorCtr="1"/>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US" sz="2400" b="1" noProof="0" dirty="0">
                <a:solidFill>
                  <a:schemeClr val="bg1"/>
                </a:solidFill>
              </a:rPr>
              <a:t>PORTAL</a:t>
            </a:r>
            <a:endParaRPr lang="en-US" sz="1600" noProof="0" dirty="0">
              <a:solidFill>
                <a:schemeClr val="bg1"/>
              </a:solidFill>
            </a:endParaRPr>
          </a:p>
        </p:txBody>
      </p:sp>
      <p:sp>
        <p:nvSpPr>
          <p:cNvPr id="25" name="Rectangle 61">
            <a:extLst>
              <a:ext uri="{FF2B5EF4-FFF2-40B4-BE49-F238E27FC236}">
                <a16:creationId xmlns:a16="http://schemas.microsoft.com/office/drawing/2014/main" id="{6ADE7413-2058-45D8-89D6-4518AF99A44F}"/>
              </a:ext>
            </a:extLst>
          </p:cNvPr>
          <p:cNvSpPr>
            <a:spLocks noChangeArrowheads="1"/>
          </p:cNvSpPr>
          <p:nvPr/>
        </p:nvSpPr>
        <p:spPr bwMode="auto">
          <a:xfrm>
            <a:off x="3591360" y="1629445"/>
            <a:ext cx="1347787" cy="814387"/>
          </a:xfrm>
          <a:prstGeom prst="rect">
            <a:avLst/>
          </a:prstGeom>
          <a:solidFill>
            <a:srgbClr val="FFCC66"/>
          </a:solidFill>
          <a:ln>
            <a:noFill/>
          </a:ln>
          <a:effectLst/>
        </p:spPr>
        <p:txBody>
          <a:bodyPr tIns="36000" anchor="ctr" anchorCtr="1"/>
          <a:lstStyle>
            <a:lvl1pPr algn="l">
              <a:defRPr sz="2400">
                <a:solidFill>
                  <a:schemeClr val="tx1"/>
                </a:solidFill>
                <a:latin typeface="Times New Roman" pitchFamily="18" charset="0"/>
              </a:defRPr>
            </a:lvl1pPr>
            <a:lvl2pPr marL="187325" indent="-185738" algn="l">
              <a:defRPr sz="2400">
                <a:solidFill>
                  <a:schemeClr val="tx1"/>
                </a:solidFill>
                <a:latin typeface="Times New Roman" pitchFamily="18" charset="0"/>
              </a:defRPr>
            </a:lvl2pPr>
            <a:lvl3pPr marL="377825"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lvl="1" algn="ctr" eaLnBrk="1" hangingPunct="1">
              <a:defRPr/>
            </a:pPr>
            <a:r>
              <a:rPr lang="en-US" sz="1400" b="1" noProof="0" dirty="0">
                <a:latin typeface="Arial" charset="0"/>
              </a:rPr>
              <a:t>Purchase</a:t>
            </a:r>
          </a:p>
          <a:p>
            <a:pPr marL="0" lvl="1" indent="1588" algn="ctr" eaLnBrk="1" hangingPunct="1">
              <a:defRPr/>
            </a:pPr>
            <a:r>
              <a:rPr lang="en-US" sz="1400" b="1" noProof="0" dirty="0">
                <a:latin typeface="Arial" charset="0"/>
              </a:rPr>
              <a:t>Payables</a:t>
            </a:r>
          </a:p>
          <a:p>
            <a:pPr lvl="1" algn="ctr" eaLnBrk="1" hangingPunct="1">
              <a:defRPr/>
            </a:pPr>
            <a:r>
              <a:rPr lang="en-US" sz="1400" b="1" noProof="0" dirty="0">
                <a:latin typeface="Arial" charset="0"/>
              </a:rPr>
              <a:t>Asset</a:t>
            </a:r>
          </a:p>
        </p:txBody>
      </p:sp>
      <p:sp>
        <p:nvSpPr>
          <p:cNvPr id="26" name="Rectangle 62">
            <a:extLst>
              <a:ext uri="{FF2B5EF4-FFF2-40B4-BE49-F238E27FC236}">
                <a16:creationId xmlns:a16="http://schemas.microsoft.com/office/drawing/2014/main" id="{2C2FD551-FEDC-49D8-9B5E-0ED30332F852}"/>
              </a:ext>
            </a:extLst>
          </p:cNvPr>
          <p:cNvSpPr>
            <a:spLocks noChangeArrowheads="1"/>
          </p:cNvSpPr>
          <p:nvPr/>
        </p:nvSpPr>
        <p:spPr bwMode="auto">
          <a:xfrm>
            <a:off x="1959410" y="1629445"/>
            <a:ext cx="1339850" cy="795337"/>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tIns="36000" anchor="ctr" anchorCtr="1"/>
          <a:lstStyle>
            <a:lvl1pPr marL="342900" indent="-342900">
              <a:defRPr sz="1400">
                <a:solidFill>
                  <a:schemeClr val="tx1"/>
                </a:solidFill>
                <a:latin typeface="Arial" panose="020B0604020202020204" pitchFamily="34" charset="0"/>
              </a:defRPr>
            </a:lvl1pPr>
            <a:lvl2pPr indent="1588">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marL="0" lvl="1" algn="ctr" eaLnBrk="1" hangingPunct="1"/>
            <a:r>
              <a:rPr lang="en-US" b="1" noProof="0" dirty="0"/>
              <a:t>Finance &amp; Control</a:t>
            </a:r>
          </a:p>
        </p:txBody>
      </p:sp>
      <p:sp>
        <p:nvSpPr>
          <p:cNvPr id="27" name="Rectangle 63">
            <a:extLst>
              <a:ext uri="{FF2B5EF4-FFF2-40B4-BE49-F238E27FC236}">
                <a16:creationId xmlns:a16="http://schemas.microsoft.com/office/drawing/2014/main" id="{9395A143-B856-4E21-8442-7C365CFE6C1C}"/>
              </a:ext>
            </a:extLst>
          </p:cNvPr>
          <p:cNvSpPr>
            <a:spLocks noChangeArrowheads="1"/>
          </p:cNvSpPr>
          <p:nvPr/>
        </p:nvSpPr>
        <p:spPr bwMode="auto">
          <a:xfrm>
            <a:off x="7609322" y="1629445"/>
            <a:ext cx="1450975" cy="795337"/>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tIns="36000" anchor="ctr" anchorCtr="1"/>
          <a:lstStyle>
            <a:lvl1pPr marL="342900" indent="-342900">
              <a:defRPr sz="1400">
                <a:solidFill>
                  <a:schemeClr val="tx1"/>
                </a:solidFill>
                <a:latin typeface="Arial" panose="020B0604020202020204" pitchFamily="34" charset="0"/>
              </a:defRPr>
            </a:lvl1pPr>
            <a:lvl2pPr indent="1588">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marL="0" lvl="1" algn="ctr" eaLnBrk="1" hangingPunct="1"/>
            <a:r>
              <a:rPr lang="en-US" b="1" noProof="0" dirty="0"/>
              <a:t>Materials Management </a:t>
            </a:r>
          </a:p>
        </p:txBody>
      </p:sp>
      <p:sp>
        <p:nvSpPr>
          <p:cNvPr id="28" name="Rectangle 64">
            <a:extLst>
              <a:ext uri="{FF2B5EF4-FFF2-40B4-BE49-F238E27FC236}">
                <a16:creationId xmlns:a16="http://schemas.microsoft.com/office/drawing/2014/main" id="{1295A7F5-8CD4-43F8-A77C-9E9EF36DA6FE}"/>
              </a:ext>
            </a:extLst>
          </p:cNvPr>
          <p:cNvSpPr>
            <a:spLocks noChangeArrowheads="1"/>
          </p:cNvSpPr>
          <p:nvPr/>
        </p:nvSpPr>
        <p:spPr bwMode="auto">
          <a:xfrm>
            <a:off x="1959410" y="5628357"/>
            <a:ext cx="3503612" cy="276225"/>
          </a:xfrm>
          <a:prstGeom prst="rect">
            <a:avLst/>
          </a:prstGeom>
          <a:solidFill>
            <a:schemeClr val="bg2">
              <a:lumMod val="50000"/>
            </a:schemeClr>
          </a:solidFill>
          <a:ln w="9525">
            <a:solidFill>
              <a:schemeClr val="tx1"/>
            </a:solidFill>
            <a:miter lim="800000"/>
            <a:headEnd/>
            <a:tailEnd/>
          </a:ln>
          <a:effectLst/>
        </p:spPr>
        <p:txBody>
          <a:bodyPr lIns="0" tIns="0" rIns="0" bIns="0" anchor="ctr" anchorCtr="1">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US" sz="1800" b="1" noProof="0" dirty="0">
                <a:solidFill>
                  <a:schemeClr val="bg1"/>
                </a:solidFill>
              </a:rPr>
              <a:t>CENTRAL MASTER INFO</a:t>
            </a:r>
          </a:p>
        </p:txBody>
      </p:sp>
      <p:sp>
        <p:nvSpPr>
          <p:cNvPr id="29" name="Rectangle 65">
            <a:extLst>
              <a:ext uri="{FF2B5EF4-FFF2-40B4-BE49-F238E27FC236}">
                <a16:creationId xmlns:a16="http://schemas.microsoft.com/office/drawing/2014/main" id="{7062DE80-154C-4AB5-8D1E-AD8E57CB149D}"/>
              </a:ext>
            </a:extLst>
          </p:cNvPr>
          <p:cNvSpPr>
            <a:spLocks noChangeArrowheads="1"/>
          </p:cNvSpPr>
          <p:nvPr/>
        </p:nvSpPr>
        <p:spPr bwMode="gray">
          <a:xfrm>
            <a:off x="1889560" y="5156870"/>
            <a:ext cx="7283450" cy="393700"/>
          </a:xfrm>
          <a:prstGeom prst="rect">
            <a:avLst/>
          </a:prstGeom>
          <a:solidFill>
            <a:schemeClr val="bg2">
              <a:lumMod val="50000"/>
            </a:schemeClr>
          </a:solidFill>
          <a:ln w="9525" algn="ctr">
            <a:solidFill>
              <a:srgbClr val="003366"/>
            </a:solidFill>
            <a:miter lim="800000"/>
            <a:headEnd/>
            <a:tailEnd/>
          </a:ln>
          <a:effectLst/>
        </p:spPr>
        <p:txBody>
          <a:bodyPr lIns="0" tIns="0" rIns="0" bIns="0" anchor="ctr" anchorCtr="1"/>
          <a:lstStyle/>
          <a:p>
            <a:pPr eaLnBrk="1" hangingPunct="1">
              <a:spcBef>
                <a:spcPct val="50000"/>
              </a:spcBef>
              <a:defRPr/>
            </a:pPr>
            <a:r>
              <a:rPr lang="en-US" sz="2400" b="1" noProof="0" dirty="0">
                <a:solidFill>
                  <a:schemeClr val="bg1"/>
                </a:solidFill>
                <a:latin typeface="Arial" charset="0"/>
              </a:rPr>
              <a:t>INTEGRATION MIDDLEWARE</a:t>
            </a:r>
          </a:p>
        </p:txBody>
      </p:sp>
      <p:sp>
        <p:nvSpPr>
          <p:cNvPr id="30" name="Text Box 70">
            <a:extLst>
              <a:ext uri="{FF2B5EF4-FFF2-40B4-BE49-F238E27FC236}">
                <a16:creationId xmlns:a16="http://schemas.microsoft.com/office/drawing/2014/main" id="{7D1B60DB-5175-4AA4-8552-C361AC3E9D48}"/>
              </a:ext>
            </a:extLst>
          </p:cNvPr>
          <p:cNvSpPr txBox="1">
            <a:spLocks noChangeArrowheads="1"/>
          </p:cNvSpPr>
          <p:nvPr/>
        </p:nvSpPr>
        <p:spPr bwMode="auto">
          <a:xfrm>
            <a:off x="7277535" y="3907507"/>
            <a:ext cx="1851025" cy="306388"/>
          </a:xfrm>
          <a:prstGeom prst="rect">
            <a:avLst/>
          </a:prstGeom>
          <a:solidFill>
            <a:srgbClr val="FF0000"/>
          </a:solidFill>
          <a:ln w="9525" algn="ctr">
            <a:solidFill>
              <a:srgbClr val="C00000"/>
            </a:solidFill>
            <a:miter lim="800000"/>
            <a:headEnd/>
            <a:tailEnd/>
          </a:ln>
        </p:spPr>
        <p:txBody>
          <a:bodyPr lIns="0" tIns="0" rIns="0" bIns="0" anchor="ct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lnSpc>
                <a:spcPct val="140000"/>
              </a:lnSpc>
            </a:pPr>
            <a:r>
              <a:rPr lang="en-US" sz="1600" b="1" noProof="0" dirty="0">
                <a:solidFill>
                  <a:schemeClr val="bg1"/>
                </a:solidFill>
              </a:rPr>
              <a:t>Other systems</a:t>
            </a:r>
          </a:p>
        </p:txBody>
      </p:sp>
      <p:sp>
        <p:nvSpPr>
          <p:cNvPr id="31" name="Rectangle 71">
            <a:extLst>
              <a:ext uri="{FF2B5EF4-FFF2-40B4-BE49-F238E27FC236}">
                <a16:creationId xmlns:a16="http://schemas.microsoft.com/office/drawing/2014/main" id="{9EFA3310-6660-4B15-9171-AAD385C64AEE}"/>
              </a:ext>
            </a:extLst>
          </p:cNvPr>
          <p:cNvSpPr>
            <a:spLocks noChangeArrowheads="1"/>
          </p:cNvSpPr>
          <p:nvPr/>
        </p:nvSpPr>
        <p:spPr bwMode="auto">
          <a:xfrm rot="-5400000">
            <a:off x="944997" y="3680495"/>
            <a:ext cx="2287587" cy="369888"/>
          </a:xfrm>
          <a:prstGeom prst="rect">
            <a:avLst/>
          </a:prstGeom>
          <a:solidFill>
            <a:srgbClr val="FF0000"/>
          </a:solidFill>
          <a:ln w="9525">
            <a:solidFill>
              <a:schemeClr val="tx1"/>
            </a:solidFill>
            <a:miter lim="800000"/>
            <a:headEnd/>
            <a:tailEnd/>
          </a:ln>
        </p:spPr>
        <p:txBody>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r>
              <a:rPr lang="en-US" sz="2000" b="1" noProof="0" dirty="0">
                <a:solidFill>
                  <a:schemeClr val="bg1"/>
                </a:solidFill>
              </a:rPr>
              <a:t> CRM</a:t>
            </a:r>
          </a:p>
        </p:txBody>
      </p:sp>
      <p:sp>
        <p:nvSpPr>
          <p:cNvPr id="32" name="Text Box 72">
            <a:extLst>
              <a:ext uri="{FF2B5EF4-FFF2-40B4-BE49-F238E27FC236}">
                <a16:creationId xmlns:a16="http://schemas.microsoft.com/office/drawing/2014/main" id="{00937986-D76F-46B8-B010-5E6D989C91B3}"/>
              </a:ext>
            </a:extLst>
          </p:cNvPr>
          <p:cNvSpPr txBox="1">
            <a:spLocks noChangeArrowheads="1"/>
          </p:cNvSpPr>
          <p:nvPr/>
        </p:nvSpPr>
        <p:spPr bwMode="auto">
          <a:xfrm>
            <a:off x="7277535" y="4320257"/>
            <a:ext cx="1895475" cy="307975"/>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spcBef>
                <a:spcPct val="50000"/>
              </a:spcBef>
            </a:pPr>
            <a:r>
              <a:rPr lang="en-US" b="1" noProof="0" dirty="0"/>
              <a:t>Image Archives </a:t>
            </a:r>
          </a:p>
        </p:txBody>
      </p:sp>
      <p:sp>
        <p:nvSpPr>
          <p:cNvPr id="33" name="Text Box 73">
            <a:extLst>
              <a:ext uri="{FF2B5EF4-FFF2-40B4-BE49-F238E27FC236}">
                <a16:creationId xmlns:a16="http://schemas.microsoft.com/office/drawing/2014/main" id="{650D3FC0-73CA-43A2-8705-71022D9B49FF}"/>
              </a:ext>
            </a:extLst>
          </p:cNvPr>
          <p:cNvSpPr txBox="1">
            <a:spLocks noChangeArrowheads="1"/>
          </p:cNvSpPr>
          <p:nvPr/>
        </p:nvSpPr>
        <p:spPr bwMode="auto">
          <a:xfrm>
            <a:off x="7264835" y="4680620"/>
            <a:ext cx="1901825" cy="307975"/>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ctr" eaLnBrk="1" hangingPunct="1">
              <a:spcBef>
                <a:spcPct val="50000"/>
              </a:spcBef>
            </a:pPr>
            <a:r>
              <a:rPr lang="en-US" b="1" noProof="0" dirty="0"/>
              <a:t>Shared Services </a:t>
            </a:r>
          </a:p>
        </p:txBody>
      </p:sp>
      <p:graphicFrame>
        <p:nvGraphicFramePr>
          <p:cNvPr id="2" name="Segnaposto contenuto 2">
            <a:extLst>
              <a:ext uri="{FF2B5EF4-FFF2-40B4-BE49-F238E27FC236}">
                <a16:creationId xmlns:a16="http://schemas.microsoft.com/office/drawing/2014/main" id="{B86B1095-6387-E591-30FF-9AB2A8A240E1}"/>
              </a:ext>
            </a:extLst>
          </p:cNvPr>
          <p:cNvGraphicFramePr>
            <a:graphicFrameLocks/>
          </p:cNvGraphicFramePr>
          <p:nvPr/>
        </p:nvGraphicFramePr>
        <p:xfrm>
          <a:off x="93328" y="1381126"/>
          <a:ext cx="983432" cy="5108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9416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6FECF-C1B7-8E93-9AE0-58756D989CE8}"/>
            </a:ext>
          </a:extLst>
        </p:cNvPr>
        <p:cNvGrpSpPr/>
        <p:nvPr/>
      </p:nvGrpSpPr>
      <p:grpSpPr>
        <a:xfrm>
          <a:off x="0" y="0"/>
          <a:ext cx="0" cy="0"/>
          <a:chOff x="0" y="0"/>
          <a:chExt cx="0" cy="0"/>
        </a:xfrm>
      </p:grpSpPr>
      <p:graphicFrame>
        <p:nvGraphicFramePr>
          <p:cNvPr id="2" name="Segnaposto contenuto 2">
            <a:extLst>
              <a:ext uri="{FF2B5EF4-FFF2-40B4-BE49-F238E27FC236}">
                <a16:creationId xmlns:a16="http://schemas.microsoft.com/office/drawing/2014/main" id="{FDF01ED4-8503-52F7-1CA8-02E8C4E44976}"/>
              </a:ext>
            </a:extLst>
          </p:cNvPr>
          <p:cNvGraphicFramePr>
            <a:graphicFrameLocks/>
          </p:cNvGraphicFramePr>
          <p:nvPr/>
        </p:nvGraphicFramePr>
        <p:xfrm>
          <a:off x="93328" y="1381126"/>
          <a:ext cx="983432" cy="5108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itolo 9">
            <a:extLst>
              <a:ext uri="{FF2B5EF4-FFF2-40B4-BE49-F238E27FC236}">
                <a16:creationId xmlns:a16="http://schemas.microsoft.com/office/drawing/2014/main" id="{02CB1DD2-C880-92F6-F57B-62F15BE030CF}"/>
              </a:ext>
            </a:extLst>
          </p:cNvPr>
          <p:cNvSpPr>
            <a:spLocks noGrp="1"/>
          </p:cNvSpPr>
          <p:nvPr>
            <p:ph type="title"/>
          </p:nvPr>
        </p:nvSpPr>
        <p:spPr/>
        <p:txBody>
          <a:bodyPr/>
          <a:lstStyle/>
          <a:p>
            <a:r>
              <a:rPr lang="en-US" noProof="0" dirty="0"/>
              <a:t>by</a:t>
            </a:r>
          </a:p>
        </p:txBody>
      </p:sp>
      <p:sp>
        <p:nvSpPr>
          <p:cNvPr id="23" name="Segnaposto contenuto 22">
            <a:extLst>
              <a:ext uri="{FF2B5EF4-FFF2-40B4-BE49-F238E27FC236}">
                <a16:creationId xmlns:a16="http://schemas.microsoft.com/office/drawing/2014/main" id="{55717C44-E930-612B-28BA-7BD271581782}"/>
              </a:ext>
            </a:extLst>
          </p:cNvPr>
          <p:cNvSpPr>
            <a:spLocks noGrp="1"/>
          </p:cNvSpPr>
          <p:nvPr>
            <p:ph sz="quarter" idx="2"/>
          </p:nvPr>
        </p:nvSpPr>
        <p:spPr/>
        <p:txBody>
          <a:bodyPr anchor="ctr">
            <a:normAutofit fontScale="62500" lnSpcReduction="20000"/>
          </a:bodyPr>
          <a:lstStyle/>
          <a:p>
            <a:r>
              <a:rPr lang="en-US" noProof="0" dirty="0"/>
              <a:t>Hospitals are structured in Departments that provide a variety of services e.g.: </a:t>
            </a:r>
          </a:p>
          <a:p>
            <a:pPr lvl="1"/>
            <a:r>
              <a:rPr lang="en-US" noProof="0" dirty="0"/>
              <a:t>Booking /Reception </a:t>
            </a:r>
          </a:p>
          <a:p>
            <a:pPr lvl="1"/>
            <a:r>
              <a:rPr lang="en-US" noProof="0" dirty="0"/>
              <a:t>Emergency</a:t>
            </a:r>
          </a:p>
          <a:p>
            <a:pPr lvl="1"/>
            <a:r>
              <a:rPr lang="en-US" noProof="0" dirty="0"/>
              <a:t>Intensive Care</a:t>
            </a:r>
          </a:p>
          <a:p>
            <a:pPr lvl="1"/>
            <a:r>
              <a:rPr lang="en-US" noProof="0" dirty="0"/>
              <a:t>Day Hospital</a:t>
            </a:r>
          </a:p>
          <a:p>
            <a:pPr lvl="1"/>
            <a:r>
              <a:rPr lang="en-US" noProof="0" dirty="0"/>
              <a:t>Long-term care </a:t>
            </a:r>
          </a:p>
          <a:p>
            <a:pPr lvl="1"/>
            <a:r>
              <a:rPr lang="en-US" noProof="0" dirty="0"/>
              <a:t>Labs</a:t>
            </a:r>
          </a:p>
          <a:p>
            <a:pPr lvl="1"/>
            <a:r>
              <a:rPr lang="en-US" noProof="0" dirty="0"/>
              <a:t>Surgery</a:t>
            </a:r>
          </a:p>
          <a:p>
            <a:pPr lvl="1"/>
            <a:r>
              <a:rPr lang="en-US" noProof="0" dirty="0"/>
              <a:t>Etc.</a:t>
            </a:r>
          </a:p>
        </p:txBody>
      </p:sp>
      <p:sp>
        <p:nvSpPr>
          <p:cNvPr id="34" name="Segnaposto contenuto 33">
            <a:extLst>
              <a:ext uri="{FF2B5EF4-FFF2-40B4-BE49-F238E27FC236}">
                <a16:creationId xmlns:a16="http://schemas.microsoft.com/office/drawing/2014/main" id="{BCA727B3-4E80-DA3E-600B-46503DCF1FA6}"/>
              </a:ext>
            </a:extLst>
          </p:cNvPr>
          <p:cNvSpPr>
            <a:spLocks noGrp="1"/>
          </p:cNvSpPr>
          <p:nvPr>
            <p:ph sz="half" idx="3"/>
          </p:nvPr>
        </p:nvSpPr>
        <p:spPr/>
        <p:txBody>
          <a:bodyPr>
            <a:normAutofit/>
          </a:bodyPr>
          <a:lstStyle/>
          <a:p>
            <a:pPr>
              <a:lnSpc>
                <a:spcPct val="110000"/>
              </a:lnSpc>
              <a:spcBef>
                <a:spcPts val="600"/>
              </a:spcBef>
            </a:pPr>
            <a:r>
              <a:rPr lang="en-US" noProof="0" dirty="0"/>
              <a:t>Lab systems support the exam cycle of patients from check-in to referral </a:t>
            </a:r>
          </a:p>
          <a:p>
            <a:pPr lvl="1">
              <a:lnSpc>
                <a:spcPct val="110000"/>
              </a:lnSpc>
              <a:spcBef>
                <a:spcPts val="600"/>
              </a:spcBef>
            </a:pPr>
            <a:r>
              <a:rPr lang="en-US" noProof="0" dirty="0"/>
              <a:t>LIS (Lab Information System)</a:t>
            </a:r>
          </a:p>
          <a:p>
            <a:pPr lvl="2">
              <a:lnSpc>
                <a:spcPct val="110000"/>
              </a:lnSpc>
              <a:spcBef>
                <a:spcPts val="600"/>
              </a:spcBef>
            </a:pPr>
            <a:r>
              <a:rPr lang="en-US" noProof="0" dirty="0"/>
              <a:t>See the previous slide</a:t>
            </a:r>
          </a:p>
          <a:p>
            <a:pPr lvl="1">
              <a:lnSpc>
                <a:spcPct val="110000"/>
              </a:lnSpc>
              <a:spcBef>
                <a:spcPts val="600"/>
              </a:spcBef>
            </a:pPr>
            <a:r>
              <a:rPr lang="en-US" noProof="0" dirty="0"/>
              <a:t>RAD (Radiology)</a:t>
            </a:r>
          </a:p>
          <a:p>
            <a:pPr lvl="2">
              <a:lnSpc>
                <a:spcPct val="110000"/>
              </a:lnSpc>
              <a:spcBef>
                <a:spcPts val="600"/>
              </a:spcBef>
            </a:pPr>
            <a:r>
              <a:rPr lang="en-US" noProof="0" dirty="0"/>
              <a:t>Similar to the generic  LIS</a:t>
            </a:r>
          </a:p>
          <a:p>
            <a:pPr lvl="2">
              <a:lnSpc>
                <a:spcPct val="110000"/>
              </a:lnSpc>
              <a:spcBef>
                <a:spcPts val="600"/>
              </a:spcBef>
            </a:pPr>
            <a:r>
              <a:rPr lang="en-US" noProof="0" dirty="0"/>
              <a:t>Critical : diagnosis of Radiographies </a:t>
            </a:r>
          </a:p>
          <a:p>
            <a:pPr lvl="1">
              <a:lnSpc>
                <a:spcPct val="110000"/>
              </a:lnSpc>
              <a:spcBef>
                <a:spcPts val="600"/>
              </a:spcBef>
            </a:pPr>
            <a:r>
              <a:rPr lang="en-US" noProof="0" dirty="0"/>
              <a:t>TAC (Axial Computerized Tomography)</a:t>
            </a:r>
          </a:p>
          <a:p>
            <a:pPr lvl="2">
              <a:lnSpc>
                <a:spcPct val="110000"/>
              </a:lnSpc>
              <a:spcBef>
                <a:spcPts val="600"/>
              </a:spcBef>
            </a:pPr>
            <a:r>
              <a:rPr lang="en-US" dirty="0"/>
              <a:t>Similar to the generic  LIS</a:t>
            </a:r>
          </a:p>
          <a:p>
            <a:pPr lvl="2">
              <a:lnSpc>
                <a:spcPct val="110000"/>
              </a:lnSpc>
              <a:spcBef>
                <a:spcPts val="600"/>
              </a:spcBef>
            </a:pPr>
            <a:r>
              <a:rPr lang="en-US" dirty="0"/>
              <a:t>Critical: diagnosis of </a:t>
            </a:r>
            <a:r>
              <a:rPr lang="en-US" dirty="0" err="1"/>
              <a:t>tomograèhy</a:t>
            </a:r>
            <a:r>
              <a:rPr lang="en-US" dirty="0"/>
              <a:t> </a:t>
            </a:r>
          </a:p>
        </p:txBody>
      </p:sp>
      <p:pic>
        <p:nvPicPr>
          <p:cNvPr id="37" name="Segnaposto contenuto 36">
            <a:extLst>
              <a:ext uri="{FF2B5EF4-FFF2-40B4-BE49-F238E27FC236}">
                <a16:creationId xmlns:a16="http://schemas.microsoft.com/office/drawing/2014/main" id="{8C865CEC-0BEB-E438-A28D-023C4E89DB01}"/>
              </a:ext>
            </a:extLst>
          </p:cNvPr>
          <p:cNvPicPr>
            <a:picLocks noGrp="1" noChangeAspect="1"/>
          </p:cNvPicPr>
          <p:nvPr>
            <p:ph sz="quarter" idx="1"/>
          </p:nvPr>
        </p:nvPicPr>
        <p:blipFill>
          <a:blip r:embed="rId7"/>
          <a:stretch>
            <a:fillRect/>
          </a:stretch>
        </p:blipFill>
        <p:spPr>
          <a:xfrm>
            <a:off x="1522412" y="1600200"/>
            <a:ext cx="3214688" cy="2185988"/>
          </a:xfrm>
          <a:prstGeom prst="rect">
            <a:avLst/>
          </a:prstGeom>
        </p:spPr>
      </p:pic>
    </p:spTree>
    <p:extLst>
      <p:ext uri="{BB962C8B-B14F-4D97-AF65-F5344CB8AC3E}">
        <p14:creationId xmlns:p14="http://schemas.microsoft.com/office/powerpoint/2010/main" val="1544165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An example of a user’s process </a:t>
            </a:r>
            <a:br>
              <a:rPr lang="en-US" noProof="0" dirty="0"/>
            </a:br>
            <a:r>
              <a:rPr lang="en-US" noProof="0" dirty="0"/>
              <a:t>for Radiology Exam (condensed)  </a:t>
            </a:r>
          </a:p>
        </p:txBody>
      </p:sp>
      <p:sp>
        <p:nvSpPr>
          <p:cNvPr id="3" name="Segnaposto contenuto 2"/>
          <p:cNvSpPr>
            <a:spLocks noGrp="1"/>
          </p:cNvSpPr>
          <p:nvPr>
            <p:ph idx="1"/>
          </p:nvPr>
        </p:nvSpPr>
        <p:spPr/>
        <p:txBody>
          <a:bodyPr>
            <a:normAutofit fontScale="92500" lnSpcReduction="10000"/>
          </a:bodyPr>
          <a:lstStyle/>
          <a:p>
            <a:pPr>
              <a:lnSpc>
                <a:spcPct val="120000"/>
              </a:lnSpc>
              <a:spcBef>
                <a:spcPts val="600"/>
              </a:spcBef>
            </a:pPr>
            <a:r>
              <a:rPr lang="en-US" sz="1600" noProof="0" dirty="0"/>
              <a:t>Franco goes to the doctor Rapetti’s office. After one hour, the nurse calls him. Franco explains his pain and the doctor examines him. After the visit, the doctor prescribes a specific exam by an orthopedist. </a:t>
            </a:r>
          </a:p>
          <a:p>
            <a:pPr>
              <a:lnSpc>
                <a:spcPct val="120000"/>
              </a:lnSpc>
              <a:spcBef>
                <a:spcPts val="600"/>
              </a:spcBef>
            </a:pPr>
            <a:r>
              <a:rPr lang="en-US" sz="1600" noProof="0" dirty="0"/>
              <a:t>After the doctor’s prescription, Franco reserved an orthopedic specialist who prescribed him a radiography. </a:t>
            </a:r>
          </a:p>
          <a:p>
            <a:pPr>
              <a:lnSpc>
                <a:spcPct val="120000"/>
              </a:lnSpc>
              <a:spcBef>
                <a:spcPts val="600"/>
              </a:spcBef>
            </a:pPr>
            <a:r>
              <a:rPr lang="en-US" sz="1600" noProof="0" dirty="0"/>
              <a:t>Franco goes to the radiology lab. He checks in and surrenders his prescription, National Health ID, and the receipt of ticket payment. The clerk prints a receipt with the exam data. </a:t>
            </a:r>
          </a:p>
          <a:p>
            <a:pPr>
              <a:lnSpc>
                <a:spcPct val="120000"/>
              </a:lnSpc>
              <a:spcBef>
                <a:spcPts val="600"/>
              </a:spcBef>
            </a:pPr>
            <a:r>
              <a:rPr lang="en-US" sz="1600" noProof="0" dirty="0"/>
              <a:t>Franco goes to diagnosis room. After one hour, he is called. After the exam, the patient waits until the film has been developed, and both the doctor and engineer evaluate results (10% of the exams are repeated because of incorrect  position or exposure). The radiologist writes the referral; his signature and seal validate the process. </a:t>
            </a:r>
          </a:p>
          <a:p>
            <a:pPr>
              <a:lnSpc>
                <a:spcPct val="120000"/>
              </a:lnSpc>
              <a:spcBef>
                <a:spcPts val="600"/>
              </a:spcBef>
            </a:pPr>
            <a:r>
              <a:rPr lang="en-US" sz="1600" noProof="0" dirty="0"/>
              <a:t>The outpatients get the medical reports and images at the delivery desk, by showing their receipt. To protect patient's privacy, medical reports should be delivered only to the patient or to a delegate. Four days later, Franco came to have the referrals and went to Doctor Rapetti, to have a prognosis. </a:t>
            </a:r>
          </a:p>
          <a:p>
            <a:pPr>
              <a:lnSpc>
                <a:spcPct val="120000"/>
              </a:lnSpc>
              <a:spcBef>
                <a:spcPts val="600"/>
              </a:spcBef>
            </a:pPr>
            <a:endParaRPr lang="en-US" sz="1600" noProof="0" dirty="0"/>
          </a:p>
          <a:p>
            <a:pPr>
              <a:lnSpc>
                <a:spcPct val="120000"/>
              </a:lnSpc>
              <a:spcBef>
                <a:spcPts val="600"/>
              </a:spcBef>
            </a:pPr>
            <a:endParaRPr lang="en-US" sz="1600" noProof="0" dirty="0"/>
          </a:p>
        </p:txBody>
      </p:sp>
      <p:graphicFrame>
        <p:nvGraphicFramePr>
          <p:cNvPr id="2" name="Segnaposto contenuto 2">
            <a:extLst>
              <a:ext uri="{FF2B5EF4-FFF2-40B4-BE49-F238E27FC236}">
                <a16:creationId xmlns:a16="http://schemas.microsoft.com/office/drawing/2014/main" id="{D30EAE80-CD14-5C7D-7B92-2280E3914F2B}"/>
              </a:ext>
            </a:extLst>
          </p:cNvPr>
          <p:cNvGraphicFramePr>
            <a:graphicFrameLocks/>
          </p:cNvGraphicFramePr>
          <p:nvPr>
            <p:extLst>
              <p:ext uri="{D42A27DB-BD31-4B8C-83A1-F6EECF244321}">
                <p14:modId xmlns:p14="http://schemas.microsoft.com/office/powerpoint/2010/main" val="1054462658"/>
              </p:ext>
            </p:extLst>
          </p:nvPr>
        </p:nvGraphicFramePr>
        <p:xfrm>
          <a:off x="93328" y="1381126"/>
          <a:ext cx="1151260" cy="474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0491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Segnaposto contenuto 10" descr="Immagine che contiene testo, calligrafia, lavagna, inchiostro&#10;&#10;Il contenuto generato dall'IA potrebbe non essere corretto.">
            <a:extLst>
              <a:ext uri="{FF2B5EF4-FFF2-40B4-BE49-F238E27FC236}">
                <a16:creationId xmlns:a16="http://schemas.microsoft.com/office/drawing/2014/main" id="{A968D8AB-D905-539E-9282-FEEDEC11E7FC}"/>
              </a:ext>
            </a:extLst>
          </p:cNvPr>
          <p:cNvPicPr>
            <a:picLocks noGrp="1" noChangeAspect="1"/>
          </p:cNvPicPr>
          <p:nvPr>
            <p:ph idx="1"/>
          </p:nvPr>
        </p:nvPicPr>
        <p:blipFill rotWithShape="1">
          <a:blip r:embed="rId2" cstate="print">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5390" t="-2211" r="5379" b="2211"/>
          <a:stretch>
            <a:fillRect/>
          </a:stretch>
        </p:blipFill>
        <p:spPr>
          <a:xfrm>
            <a:off x="105072" y="364950"/>
            <a:ext cx="9721080" cy="6128100"/>
          </a:xfrm>
        </p:spPr>
      </p:pic>
    </p:spTree>
    <p:extLst>
      <p:ext uri="{BB962C8B-B14F-4D97-AF65-F5344CB8AC3E}">
        <p14:creationId xmlns:p14="http://schemas.microsoft.com/office/powerpoint/2010/main" val="1808256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1"/>
</p:tagLst>
</file>

<file path=ppt/theme/theme1.xml><?xml version="1.0" encoding="utf-8"?>
<a:theme xmlns:a="http://schemas.openxmlformats.org/drawingml/2006/main" name="2_Blank">
  <a:themeElements>
    <a:clrScheme name="2_Blank 4">
      <a:dk1>
        <a:srgbClr val="00457E"/>
      </a:dk1>
      <a:lt1>
        <a:srgbClr val="FFFFFF"/>
      </a:lt1>
      <a:dk2>
        <a:srgbClr val="6A6B67"/>
      </a:dk2>
      <a:lt2>
        <a:srgbClr val="969696"/>
      </a:lt2>
      <a:accent1>
        <a:srgbClr val="065D98"/>
      </a:accent1>
      <a:accent2>
        <a:srgbClr val="429BD2"/>
      </a:accent2>
      <a:accent3>
        <a:srgbClr val="FFFFFF"/>
      </a:accent3>
      <a:accent4>
        <a:srgbClr val="003A6B"/>
      </a:accent4>
      <a:accent5>
        <a:srgbClr val="AAB6CA"/>
      </a:accent5>
      <a:accent6>
        <a:srgbClr val="3B8CBE"/>
      </a:accent6>
      <a:hlink>
        <a:srgbClr val="A1CCDF"/>
      </a:hlink>
      <a:folHlink>
        <a:srgbClr val="D4E7F0"/>
      </a:folHlink>
    </a:clrScheme>
    <a:fontScheme name="2_Blank">
      <a:majorFont>
        <a:latin typeface="Lucida Sans"/>
        <a:ea typeface=""/>
        <a:cs typeface="Arial"/>
      </a:majorFont>
      <a:minorFont>
        <a:latin typeface="Lucida Sans"/>
        <a:ea typeface=""/>
        <a:cs typeface="Arial"/>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36000" rIns="91440" bIns="36000" numCol="1" anchor="t" anchorCtr="0" compatLnSpc="1">
        <a:prstTxWarp prst="textNoShape">
          <a:avLst/>
        </a:prstTxWarp>
      </a:bodyPr>
      <a:lstStyle>
        <a:defPPr marL="0" marR="0" indent="0" algn="r" defTabSz="914400" rtl="0" eaLnBrk="1" fontAlgn="base" latinLnBrk="0" hangingPunct="1">
          <a:lnSpc>
            <a:spcPct val="105000"/>
          </a:lnSpc>
          <a:spcBef>
            <a:spcPct val="0"/>
          </a:spcBef>
          <a:spcAft>
            <a:spcPct val="0"/>
          </a:spcAft>
          <a:buClrTx/>
          <a:buSzTx/>
          <a:buFontTx/>
          <a:buNone/>
          <a:tabLst/>
          <a:defRPr kumimoji="0" lang="en-GB" sz="2200" b="0" i="0" u="none" strike="noStrike" cap="none" normalizeH="0" baseline="0" smtClean="0">
            <a:ln>
              <a:noFill/>
            </a:ln>
            <a:solidFill>
              <a:srgbClr val="003E74"/>
            </a:solidFill>
            <a:effectLst/>
            <a:latin typeface="Lucida Sans" pitchFamily="34" charset="0"/>
            <a:cs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36000" rIns="91440" bIns="36000" numCol="1" anchor="t" anchorCtr="0" compatLnSpc="1">
        <a:prstTxWarp prst="textNoShape">
          <a:avLst/>
        </a:prstTxWarp>
      </a:bodyPr>
      <a:lstStyle>
        <a:defPPr marL="0" marR="0" indent="0" algn="r" defTabSz="914400" rtl="0" eaLnBrk="1" fontAlgn="base" latinLnBrk="0" hangingPunct="1">
          <a:lnSpc>
            <a:spcPct val="105000"/>
          </a:lnSpc>
          <a:spcBef>
            <a:spcPct val="0"/>
          </a:spcBef>
          <a:spcAft>
            <a:spcPct val="0"/>
          </a:spcAft>
          <a:buClrTx/>
          <a:buSzTx/>
          <a:buFontTx/>
          <a:buNone/>
          <a:tabLst/>
          <a:defRPr kumimoji="0" lang="en-GB" sz="2200" b="0" i="0" u="none" strike="noStrike" cap="none" normalizeH="0" baseline="0" smtClean="0">
            <a:ln>
              <a:noFill/>
            </a:ln>
            <a:solidFill>
              <a:srgbClr val="003E74"/>
            </a:solidFill>
            <a:effectLst/>
            <a:latin typeface="Lucida Sans" pitchFamily="34" charset="0"/>
            <a:cs typeface="Arial" charset="0"/>
          </a:defRPr>
        </a:defPPr>
      </a:lstStyle>
    </a:lnDef>
  </a:objectDefaults>
  <a:extraClrSchemeLst>
    <a:extraClrScheme>
      <a:clrScheme name="2_Blank 1">
        <a:dk1>
          <a:srgbClr val="000000"/>
        </a:dk1>
        <a:lt1>
          <a:srgbClr val="FFFFFF"/>
        </a:lt1>
        <a:dk2>
          <a:srgbClr val="C0C0C0"/>
        </a:dk2>
        <a:lt2>
          <a:srgbClr val="969696"/>
        </a:lt2>
        <a:accent1>
          <a:srgbClr val="DDDDDD"/>
        </a:accent1>
        <a:accent2>
          <a:srgbClr val="C0C0C0"/>
        </a:accent2>
        <a:accent3>
          <a:srgbClr val="FFFFFF"/>
        </a:accent3>
        <a:accent4>
          <a:srgbClr val="000000"/>
        </a:accent4>
        <a:accent5>
          <a:srgbClr val="EBEBEB"/>
        </a:accent5>
        <a:accent6>
          <a:srgbClr val="AEAEAE"/>
        </a:accent6>
        <a:hlink>
          <a:srgbClr val="808080"/>
        </a:hlink>
        <a:folHlink>
          <a:srgbClr val="4D4D4D"/>
        </a:folHlink>
      </a:clrScheme>
      <a:clrMap bg1="lt1" tx1="dk1" bg2="lt2" tx2="dk2" accent1="accent1" accent2="accent2" accent3="accent3" accent4="accent4" accent5="accent5" accent6="accent6" hlink="hlink" folHlink="folHlink"/>
    </a:extraClrScheme>
    <a:extraClrScheme>
      <a:clrScheme name="2_Blank 2">
        <a:dk1>
          <a:srgbClr val="00457E"/>
        </a:dk1>
        <a:lt1>
          <a:srgbClr val="FFFFFF"/>
        </a:lt1>
        <a:dk2>
          <a:srgbClr val="C0C0C0"/>
        </a:dk2>
        <a:lt2>
          <a:srgbClr val="969696"/>
        </a:lt2>
        <a:accent1>
          <a:srgbClr val="DDDDDD"/>
        </a:accent1>
        <a:accent2>
          <a:srgbClr val="C0C0C0"/>
        </a:accent2>
        <a:accent3>
          <a:srgbClr val="FFFFFF"/>
        </a:accent3>
        <a:accent4>
          <a:srgbClr val="003A6B"/>
        </a:accent4>
        <a:accent5>
          <a:srgbClr val="EBEBEB"/>
        </a:accent5>
        <a:accent6>
          <a:srgbClr val="AEAEAE"/>
        </a:accent6>
        <a:hlink>
          <a:srgbClr val="808080"/>
        </a:hlink>
        <a:folHlink>
          <a:srgbClr val="4D4D4D"/>
        </a:folHlink>
      </a:clrScheme>
      <a:clrMap bg1="lt1" tx1="dk1" bg2="lt2" tx2="dk2" accent1="accent1" accent2="accent2" accent3="accent3" accent4="accent4" accent5="accent5" accent6="accent6" hlink="hlink" folHlink="folHlink"/>
    </a:extraClrScheme>
    <a:extraClrScheme>
      <a:clrScheme name="2_Blank 3">
        <a:dk1>
          <a:srgbClr val="00457E"/>
        </a:dk1>
        <a:lt1>
          <a:srgbClr val="FFFFFF"/>
        </a:lt1>
        <a:dk2>
          <a:srgbClr val="6A6B67"/>
        </a:dk2>
        <a:lt2>
          <a:srgbClr val="969696"/>
        </a:lt2>
        <a:accent1>
          <a:srgbClr val="A1CCDF"/>
        </a:accent1>
        <a:accent2>
          <a:srgbClr val="429BD2"/>
        </a:accent2>
        <a:accent3>
          <a:srgbClr val="FFFFFF"/>
        </a:accent3>
        <a:accent4>
          <a:srgbClr val="003A6B"/>
        </a:accent4>
        <a:accent5>
          <a:srgbClr val="CDE2EC"/>
        </a:accent5>
        <a:accent6>
          <a:srgbClr val="3B8CBE"/>
        </a:accent6>
        <a:hlink>
          <a:srgbClr val="065D98"/>
        </a:hlink>
        <a:folHlink>
          <a:srgbClr val="002C52"/>
        </a:folHlink>
      </a:clrScheme>
      <a:clrMap bg1="lt1" tx1="dk1" bg2="lt2" tx2="dk2" accent1="accent1" accent2="accent2" accent3="accent3" accent4="accent4" accent5="accent5" accent6="accent6" hlink="hlink" folHlink="folHlink"/>
    </a:extraClrScheme>
    <a:extraClrScheme>
      <a:clrScheme name="2_Blank 4">
        <a:dk1>
          <a:srgbClr val="00457E"/>
        </a:dk1>
        <a:lt1>
          <a:srgbClr val="FFFFFF"/>
        </a:lt1>
        <a:dk2>
          <a:srgbClr val="6A6B67"/>
        </a:dk2>
        <a:lt2>
          <a:srgbClr val="969696"/>
        </a:lt2>
        <a:accent1>
          <a:srgbClr val="065D98"/>
        </a:accent1>
        <a:accent2>
          <a:srgbClr val="429BD2"/>
        </a:accent2>
        <a:accent3>
          <a:srgbClr val="FFFFFF"/>
        </a:accent3>
        <a:accent4>
          <a:srgbClr val="003A6B"/>
        </a:accent4>
        <a:accent5>
          <a:srgbClr val="AAB6CA"/>
        </a:accent5>
        <a:accent6>
          <a:srgbClr val="3B8CBE"/>
        </a:accent6>
        <a:hlink>
          <a:srgbClr val="A1CCDF"/>
        </a:hlink>
        <a:folHlink>
          <a:srgbClr val="D4E7F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951</TotalTime>
  <Words>2940</Words>
  <Application>Microsoft Office PowerPoint</Application>
  <PresentationFormat>A4 (21x29,7 cm)</PresentationFormat>
  <Paragraphs>563</Paragraphs>
  <Slides>30</Slides>
  <Notes>1</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30</vt:i4>
      </vt:variant>
    </vt:vector>
  </HeadingPairs>
  <TitlesOfParts>
    <vt:vector size="37" baseType="lpstr">
      <vt:lpstr>SimSun</vt:lpstr>
      <vt:lpstr>Arial</vt:lpstr>
      <vt:lpstr>Calibri</vt:lpstr>
      <vt:lpstr>Lucida Sans</vt:lpstr>
      <vt:lpstr>Times New Roman</vt:lpstr>
      <vt:lpstr>Wingdings</vt:lpstr>
      <vt:lpstr>2_Blank</vt:lpstr>
      <vt:lpstr>Gianmario Motta, motta05@unipv.it Revision 2 251021</vt:lpstr>
      <vt:lpstr>The National Health Care (NHC)  </vt:lpstr>
      <vt:lpstr>As-is HC: summary </vt:lpstr>
      <vt:lpstr>Organization roles </vt:lpstr>
      <vt:lpstr>Organization roles: Governance</vt:lpstr>
      <vt:lpstr>Organization roles: Family Doctors </vt:lpstr>
      <vt:lpstr>Organization roles: Operations </vt:lpstr>
      <vt:lpstr>Italian Regions </vt:lpstr>
      <vt:lpstr>Key data of  Lombardy  Health Care </vt:lpstr>
      <vt:lpstr>Layers of Systems </vt:lpstr>
      <vt:lpstr>Systems: Patient’s Card </vt:lpstr>
      <vt:lpstr>Systems: EPR (Electronic Patient Record) and EHR Adapted from: https://www.fascicolosanitario.regione.lombardia.it/web/fserl-pubblica/ </vt:lpstr>
      <vt:lpstr>Systems: HER (Electronic Health  Record) Adapted from: https://www.fascicolosanitario.regione.lombardia.it/web/fserl-pubblica/ Main contents: core (blue) and additions (orange) </vt:lpstr>
      <vt:lpstr>Systems: HER/EPR  Adapted from: https://www.fascicolosanitario.regione.lombardia.it/web/fserl-pubblica/ Main contents: original core </vt:lpstr>
      <vt:lpstr>Systems: HER/EPR (Electronic Patient Record) Adapted from: https://www.fascicolosanitario.regione.lombardia.it/web/fserl-pubblica/ Extensions</vt:lpstr>
      <vt:lpstr>Systems: HER/EPR (Electronic Patient Record) Adapted from: https://www.fascicolosanitario.regione.lombardia.it/web/fserl-pubblica/ </vt:lpstr>
      <vt:lpstr>Systems: HER Adapted from: https://www.fascicolosanitario.regione.lombardia.it/web/fserl-pubblica/  </vt:lpstr>
      <vt:lpstr>EHR screen  By Oguntoye patients electronic medical record (free opensource version), GPL, https://commons.wikimedia.org/w/index.php?curid=8894074 </vt:lpstr>
      <vt:lpstr>Potential extensions of EPR (Electronic Patient Record) (from www.lispa.it/wps/portal/LISPA/Home)</vt:lpstr>
      <vt:lpstr>Systems: DRG data base </vt:lpstr>
      <vt:lpstr>Layers of Systems </vt:lpstr>
      <vt:lpstr>Systems: GP</vt:lpstr>
      <vt:lpstr>Systems: Reservation System</vt:lpstr>
      <vt:lpstr>Systems: Lab Information Systems (LIS) </vt:lpstr>
      <vt:lpstr>Systems: Lab Information Systems (LIS) </vt:lpstr>
      <vt:lpstr>Systems: Lab Information Systems (LIS) </vt:lpstr>
      <vt:lpstr>Systems: Hospital Information System</vt:lpstr>
      <vt:lpstr>by</vt:lpstr>
      <vt:lpstr>An example of a user’s process  for Radiology Exam (condensed)  </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UniPV</dc:creator>
  <cp:lastModifiedBy>gianmario motta</cp:lastModifiedBy>
  <cp:revision>1539</cp:revision>
  <dcterms:created xsi:type="dcterms:W3CDTF">2002-03-19T12:37:24Z</dcterms:created>
  <dcterms:modified xsi:type="dcterms:W3CDTF">2025-10-21T08:42:37Z</dcterms:modified>
</cp:coreProperties>
</file>