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5.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6.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7.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8.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9.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10.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11.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12.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13.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14.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22.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notesSlides/notesSlide23.xml" ContentType="application/vnd.openxmlformats-officedocument.presentationml.notesSlide+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notesSlides/notesSlide24.xml" ContentType="application/vnd.openxmlformats-officedocument.presentationml.notesSlide+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25.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notesSlides/notesSlide26.xml" ContentType="application/vnd.openxmlformats-officedocument.presentationml.notesSlide+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notesSlides/notesSlide27.xml" ContentType="application/vnd.openxmlformats-officedocument.presentationml.notesSlide+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notesSlides/notesSlide28.xml" ContentType="application/vnd.openxmlformats-officedocument.presentationml.notesSlide+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notesSlides/notesSlide31.xml" ContentType="application/vnd.openxmlformats-officedocument.presentationml.notesSlide+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notesSlides/notesSlide32.xml" ContentType="application/vnd.openxmlformats-officedocument.presentationml.notesSlide+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notesSlides/notesSlide33.xml" ContentType="application/vnd.openxmlformats-officedocument.presentationml.notesSlide+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notesSlides/notesSlide34.xml" ContentType="application/vnd.openxmlformats-officedocument.presentationml.notesSlide+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notesSlides/notesSlide35.xml" ContentType="application/vnd.openxmlformats-officedocument.presentationml.notesSlide+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82"/>
  </p:notesMasterIdLst>
  <p:handoutMasterIdLst>
    <p:handoutMasterId r:id="rId83"/>
  </p:handoutMasterIdLst>
  <p:sldIdLst>
    <p:sldId id="1286" r:id="rId2"/>
    <p:sldId id="1342" r:id="rId3"/>
    <p:sldId id="1419" r:id="rId4"/>
    <p:sldId id="1300" r:id="rId5"/>
    <p:sldId id="1394" r:id="rId6"/>
    <p:sldId id="1301" r:id="rId7"/>
    <p:sldId id="1334" r:id="rId8"/>
    <p:sldId id="1302" r:id="rId9"/>
    <p:sldId id="1323" r:id="rId10"/>
    <p:sldId id="1459" r:id="rId11"/>
    <p:sldId id="1420" r:id="rId12"/>
    <p:sldId id="1306" r:id="rId13"/>
    <p:sldId id="1476" r:id="rId14"/>
    <p:sldId id="1326" r:id="rId15"/>
    <p:sldId id="1303" r:id="rId16"/>
    <p:sldId id="1460" r:id="rId17"/>
    <p:sldId id="1421" r:id="rId18"/>
    <p:sldId id="1305" r:id="rId19"/>
    <p:sldId id="1461" r:id="rId20"/>
    <p:sldId id="1422" r:id="rId21"/>
    <p:sldId id="1299" r:id="rId22"/>
    <p:sldId id="1464" r:id="rId23"/>
    <p:sldId id="1423" r:id="rId24"/>
    <p:sldId id="1310" r:id="rId25"/>
    <p:sldId id="1316" r:id="rId26"/>
    <p:sldId id="1444" r:id="rId27"/>
    <p:sldId id="1424" r:id="rId28"/>
    <p:sldId id="1426" r:id="rId29"/>
    <p:sldId id="1428" r:id="rId30"/>
    <p:sldId id="1468" r:id="rId31"/>
    <p:sldId id="1429" r:id="rId32"/>
    <p:sldId id="1430" r:id="rId33"/>
    <p:sldId id="1431" r:id="rId34"/>
    <p:sldId id="1469" r:id="rId35"/>
    <p:sldId id="1435" r:id="rId36"/>
    <p:sldId id="1432" r:id="rId37"/>
    <p:sldId id="1470" r:id="rId38"/>
    <p:sldId id="1436" r:id="rId39"/>
    <p:sldId id="1439" r:id="rId40"/>
    <p:sldId id="1440" r:id="rId41"/>
    <p:sldId id="1442" r:id="rId42"/>
    <p:sldId id="1441" r:id="rId43"/>
    <p:sldId id="1437" r:id="rId44"/>
    <p:sldId id="1471" r:id="rId45"/>
    <p:sldId id="1450" r:id="rId46"/>
    <p:sldId id="1446" r:id="rId47"/>
    <p:sldId id="1331" r:id="rId48"/>
    <p:sldId id="1449" r:id="rId49"/>
    <p:sldId id="1381" r:id="rId50"/>
    <p:sldId id="1448" r:id="rId51"/>
    <p:sldId id="1472" r:id="rId52"/>
    <p:sldId id="1451" r:id="rId53"/>
    <p:sldId id="1452" r:id="rId54"/>
    <p:sldId id="1453" r:id="rId55"/>
    <p:sldId id="1454" r:id="rId56"/>
    <p:sldId id="1455" r:id="rId57"/>
    <p:sldId id="1467" r:id="rId58"/>
    <p:sldId id="1458" r:id="rId59"/>
    <p:sldId id="1473" r:id="rId60"/>
    <p:sldId id="1466" r:id="rId61"/>
    <p:sldId id="1378" r:id="rId62"/>
    <p:sldId id="1366" r:id="rId63"/>
    <p:sldId id="1370" r:id="rId64"/>
    <p:sldId id="1474" r:id="rId65"/>
    <p:sldId id="1383" r:id="rId66"/>
    <p:sldId id="1292" r:id="rId67"/>
    <p:sldId id="1382" r:id="rId68"/>
    <p:sldId id="1313" r:id="rId69"/>
    <p:sldId id="1327" r:id="rId70"/>
    <p:sldId id="1349" r:id="rId71"/>
    <p:sldId id="1350" r:id="rId72"/>
    <p:sldId id="1475" r:id="rId73"/>
    <p:sldId id="1311" r:id="rId74"/>
    <p:sldId id="1477" r:id="rId75"/>
    <p:sldId id="1481" r:id="rId76"/>
    <p:sldId id="1484" r:id="rId77"/>
    <p:sldId id="1485" r:id="rId78"/>
    <p:sldId id="1486" r:id="rId79"/>
    <p:sldId id="1312" r:id="rId80"/>
    <p:sldId id="1487" r:id="rId81"/>
  </p:sldIdLst>
  <p:sldSz cx="9906000" cy="6858000" type="A4"/>
  <p:notesSz cx="6858000" cy="9945688"/>
  <p:kinsoku lang="ja-JP" invalStChars="、。，．・：；？！゛゜ヽヾゝゞ々ー’”）〕］｝〉》」』】°‰′″℃￠％ぁぃぅぇぉっゃゅょゎァィゥェォッャュョヮヵヶ!%),.:;?]}｡｣､･ｧｨｩｪｫｬｭｮｯｰﾞﾟ" invalEndChars="‘“（〔［｛〈《「『【￥＄$([\{｢￡"/>
  <p:defaultTextStyle>
    <a:defPPr>
      <a:defRPr lang="it-IT"/>
    </a:defPPr>
    <a:lvl1pPr algn="l" rtl="0" eaLnBrk="0" fontAlgn="base" hangingPunct="0">
      <a:spcBef>
        <a:spcPct val="0"/>
      </a:spcBef>
      <a:spcAft>
        <a:spcPct val="0"/>
      </a:spcAft>
      <a:defRPr sz="4400" b="1"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4400" b="1"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4400" b="1"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4400" b="1"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4400" b="1" kern="1200">
        <a:solidFill>
          <a:schemeClr val="tx1"/>
        </a:solidFill>
        <a:latin typeface="Times New Roman" pitchFamily="18" charset="0"/>
        <a:ea typeface="+mn-ea"/>
        <a:cs typeface="+mn-cs"/>
      </a:defRPr>
    </a:lvl5pPr>
    <a:lvl6pPr marL="2286000" algn="l" defTabSz="914400" rtl="0" eaLnBrk="1" latinLnBrk="0" hangingPunct="1">
      <a:defRPr sz="4400" b="1" kern="1200">
        <a:solidFill>
          <a:schemeClr val="tx1"/>
        </a:solidFill>
        <a:latin typeface="Times New Roman" pitchFamily="18" charset="0"/>
        <a:ea typeface="+mn-ea"/>
        <a:cs typeface="+mn-cs"/>
      </a:defRPr>
    </a:lvl6pPr>
    <a:lvl7pPr marL="2743200" algn="l" defTabSz="914400" rtl="0" eaLnBrk="1" latinLnBrk="0" hangingPunct="1">
      <a:defRPr sz="4400" b="1" kern="1200">
        <a:solidFill>
          <a:schemeClr val="tx1"/>
        </a:solidFill>
        <a:latin typeface="Times New Roman" pitchFamily="18" charset="0"/>
        <a:ea typeface="+mn-ea"/>
        <a:cs typeface="+mn-cs"/>
      </a:defRPr>
    </a:lvl7pPr>
    <a:lvl8pPr marL="3200400" algn="l" defTabSz="914400" rtl="0" eaLnBrk="1" latinLnBrk="0" hangingPunct="1">
      <a:defRPr sz="4400" b="1" kern="1200">
        <a:solidFill>
          <a:schemeClr val="tx1"/>
        </a:solidFill>
        <a:latin typeface="Times New Roman" pitchFamily="18" charset="0"/>
        <a:ea typeface="+mn-ea"/>
        <a:cs typeface="+mn-cs"/>
      </a:defRPr>
    </a:lvl8pPr>
    <a:lvl9pPr marL="3657600" algn="l" defTabSz="914400" rtl="0" eaLnBrk="1" latinLnBrk="0" hangingPunct="1">
      <a:defRPr sz="44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3132">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33"/>
    <a:srgbClr val="FF9900"/>
    <a:srgbClr val="000000"/>
    <a:srgbClr val="BCE4B2"/>
    <a:srgbClr val="000066"/>
    <a:srgbClr val="CC0000"/>
    <a:srgbClr val="FF0000"/>
    <a:srgbClr val="CC33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308" autoAdjust="0"/>
    <p:restoredTop sz="96247" autoAdjust="0"/>
  </p:normalViewPr>
  <p:slideViewPr>
    <p:cSldViewPr>
      <p:cViewPr varScale="1">
        <p:scale>
          <a:sx n="71" d="100"/>
          <a:sy n="71" d="100"/>
        </p:scale>
        <p:origin x="1555" y="283"/>
      </p:cViewPr>
      <p:guideLst>
        <p:guide orient="horz" pos="2160"/>
        <p:guide pos="3120"/>
      </p:guideLst>
    </p:cSldViewPr>
  </p:slideViewPr>
  <p:outlineViewPr>
    <p:cViewPr>
      <p:scale>
        <a:sx n="33" d="100"/>
        <a:sy n="33" d="100"/>
      </p:scale>
      <p:origin x="0" y="-52788"/>
    </p:cViewPr>
  </p:outlineViewPr>
  <p:notesTextViewPr>
    <p:cViewPr>
      <p:scale>
        <a:sx n="100" d="100"/>
        <a:sy n="100" d="100"/>
      </p:scale>
      <p:origin x="0" y="0"/>
    </p:cViewPr>
  </p:notesTextViewPr>
  <p:sorterViewPr>
    <p:cViewPr varScale="1">
      <p:scale>
        <a:sx n="100" d="100"/>
        <a:sy n="100" d="100"/>
      </p:scale>
      <p:origin x="0" y="-18744"/>
    </p:cViewPr>
  </p:sorterViewPr>
  <p:notesViewPr>
    <p:cSldViewPr>
      <p:cViewPr varScale="1">
        <p:scale>
          <a:sx n="54" d="100"/>
          <a:sy n="54" d="100"/>
        </p:scale>
        <p:origin x="-2658" y="-102"/>
      </p:cViewPr>
      <p:guideLst>
        <p:guide orient="horz" pos="3132"/>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Foglio1!$B$1</c:f>
              <c:strCache>
                <c:ptCount val="1"/>
                <c:pt idx="0">
                  <c:v>Colonna1</c:v>
                </c:pt>
              </c:strCache>
            </c:strRef>
          </c:tx>
          <c:dPt>
            <c:idx val="0"/>
            <c:bubble3D val="0"/>
            <c:spPr>
              <a:gradFill>
                <a:gsLst>
                  <a:gs pos="100000">
                    <a:schemeClr val="accent1">
                      <a:lumMod val="60000"/>
                      <a:lumOff val="40000"/>
                    </a:schemeClr>
                  </a:gs>
                  <a:gs pos="0">
                    <a:schemeClr val="accent1"/>
                  </a:gs>
                </a:gsLst>
                <a:lin ang="5400000" scaled="0"/>
              </a:gradFill>
              <a:ln w="19050">
                <a:solidFill>
                  <a:schemeClr val="lt1"/>
                </a:solidFill>
              </a:ln>
              <a:effectLst/>
            </c:spPr>
            <c:extLst>
              <c:ext xmlns:c16="http://schemas.microsoft.com/office/drawing/2014/chart" uri="{C3380CC4-5D6E-409C-BE32-E72D297353CC}">
                <c16:uniqueId val="{00000001-0145-4915-83D6-DAF9D38935D7}"/>
              </c:ext>
            </c:extLst>
          </c:dPt>
          <c:dPt>
            <c:idx val="1"/>
            <c:bubble3D val="0"/>
            <c:spPr>
              <a:gradFill>
                <a:gsLst>
                  <a:gs pos="100000">
                    <a:schemeClr val="accent3">
                      <a:lumMod val="60000"/>
                      <a:lumOff val="40000"/>
                    </a:schemeClr>
                  </a:gs>
                  <a:gs pos="0">
                    <a:schemeClr val="accent3"/>
                  </a:gs>
                </a:gsLst>
                <a:lin ang="5400000" scaled="0"/>
              </a:gradFill>
              <a:ln w="19050">
                <a:solidFill>
                  <a:schemeClr val="lt1"/>
                </a:solidFill>
              </a:ln>
              <a:effectLst/>
            </c:spPr>
            <c:extLst>
              <c:ext xmlns:c16="http://schemas.microsoft.com/office/drawing/2014/chart" uri="{C3380CC4-5D6E-409C-BE32-E72D297353CC}">
                <c16:uniqueId val="{00000003-0145-4915-83D6-DAF9D38935D7}"/>
              </c:ext>
            </c:extLst>
          </c:dPt>
          <c:dPt>
            <c:idx val="2"/>
            <c:bubble3D val="0"/>
            <c:spPr>
              <a:solidFill>
                <a:srgbClr val="FF9900"/>
              </a:solidFill>
              <a:ln w="19050">
                <a:solidFill>
                  <a:schemeClr val="lt1"/>
                </a:solidFill>
              </a:ln>
              <a:effectLst/>
            </c:spPr>
            <c:extLst>
              <c:ext xmlns:c16="http://schemas.microsoft.com/office/drawing/2014/chart" uri="{C3380CC4-5D6E-409C-BE32-E72D297353CC}">
                <c16:uniqueId val="{00000005-0145-4915-83D6-DAF9D38935D7}"/>
              </c:ext>
            </c:extLst>
          </c:dPt>
          <c:dPt>
            <c:idx val="3"/>
            <c:bubble3D val="0"/>
            <c:spPr>
              <a:gradFill>
                <a:gsLst>
                  <a:gs pos="100000">
                    <a:schemeClr val="accent1">
                      <a:lumMod val="60000"/>
                      <a:lumMod val="60000"/>
                      <a:lumOff val="40000"/>
                    </a:schemeClr>
                  </a:gs>
                  <a:gs pos="0">
                    <a:schemeClr val="accent1">
                      <a:lumMod val="60000"/>
                    </a:schemeClr>
                  </a:gs>
                </a:gsLst>
                <a:lin ang="5400000" scaled="0"/>
              </a:gradFill>
              <a:ln w="19050">
                <a:solidFill>
                  <a:schemeClr val="lt1"/>
                </a:solidFill>
              </a:ln>
              <a:effectLst/>
            </c:spPr>
            <c:extLst>
              <c:ext xmlns:c16="http://schemas.microsoft.com/office/drawing/2014/chart" uri="{C3380CC4-5D6E-409C-BE32-E72D297353CC}">
                <c16:uniqueId val="{00000007-0145-4915-83D6-DAF9D38935D7}"/>
              </c:ext>
            </c:extLst>
          </c:dPt>
          <c:dLbls>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dk1">
                        <a:lumMod val="75000"/>
                        <a:lumOff val="25000"/>
                      </a:schemeClr>
                    </a:solidFill>
                    <a:latin typeface="+mn-lt"/>
                    <a:ea typeface="+mn-ea"/>
                    <a:cs typeface="+mn-cs"/>
                  </a:defRPr>
                </a:pPr>
                <a:endParaRPr lang="it-IT"/>
              </a:p>
            </c:txP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Foglio1!$A$2:$A$5</c:f>
              <c:strCache>
                <c:ptCount val="4"/>
                <c:pt idx="1">
                  <c:v>Analysis</c:v>
                </c:pt>
                <c:pt idx="2">
                  <c:v>Development </c:v>
                </c:pt>
                <c:pt idx="3">
                  <c:v>Test</c:v>
                </c:pt>
              </c:strCache>
            </c:strRef>
          </c:cat>
          <c:val>
            <c:numRef>
              <c:f>Foglio1!$B$2:$B$5</c:f>
              <c:numCache>
                <c:formatCode>0%</c:formatCode>
                <c:ptCount val="4"/>
                <c:pt idx="1">
                  <c:v>0.2</c:v>
                </c:pt>
                <c:pt idx="2">
                  <c:v>0.6</c:v>
                </c:pt>
                <c:pt idx="3">
                  <c:v>0.2</c:v>
                </c:pt>
              </c:numCache>
            </c:numRef>
          </c:val>
          <c:extLst>
            <c:ext xmlns:c16="http://schemas.microsoft.com/office/drawing/2014/chart" uri="{C3380CC4-5D6E-409C-BE32-E72D297353CC}">
              <c16:uniqueId val="{00000000-EBBF-48C9-AEB8-EC90EE24D8FB}"/>
            </c:ext>
          </c:extLst>
        </c:ser>
        <c:dLbls>
          <c:showLegendKey val="0"/>
          <c:showVal val="0"/>
          <c:showCatName val="0"/>
          <c:showSerName val="0"/>
          <c:showPercent val="1"/>
          <c:showBubbleSize val="0"/>
          <c:showLeaderLines val="1"/>
        </c:dLbls>
        <c:firstSliceAng val="0"/>
      </c:pieChart>
      <c:spPr>
        <a:noFill/>
        <a:ln>
          <a:noFill/>
        </a:ln>
        <a:effectLst/>
      </c:spPr>
    </c:plotArea>
    <c:legend>
      <c:legendPos val="b"/>
      <c:layout>
        <c:manualLayout>
          <c:xMode val="edge"/>
          <c:yMode val="edge"/>
          <c:x val="7.4898702178356757E-2"/>
          <c:y val="0.78279483814523176"/>
          <c:w val="0.88399675846970738"/>
          <c:h val="0.20053849518810146"/>
        </c:manualLayout>
      </c:layout>
      <c:overlay val="0"/>
      <c:spPr>
        <a:solidFill>
          <a:schemeClr val="lt1">
            <a:alpha val="50000"/>
          </a:schemeClr>
        </a:solidFill>
        <a:ln>
          <a:noFill/>
        </a:ln>
        <a:effectLst/>
      </c:spPr>
      <c:txPr>
        <a:bodyPr rot="0" spcFirstLastPara="1" vertOverflow="ellipsis" vert="horz" wrap="square" anchor="ctr" anchorCtr="1"/>
        <a:lstStyle/>
        <a:p>
          <a:pPr>
            <a:defRPr sz="2000" b="0" i="0" u="none" strike="noStrike" kern="1200" baseline="0">
              <a:solidFill>
                <a:schemeClr val="dk1">
                  <a:lumMod val="65000"/>
                  <a:lumOff val="35000"/>
                </a:schemeClr>
              </a:solidFill>
              <a:latin typeface="+mn-lt"/>
              <a:ea typeface="+mn-ea"/>
              <a:cs typeface="+mn-cs"/>
            </a:defRPr>
          </a:pPr>
          <a:endParaRPr lang="it-IT"/>
        </a:p>
      </c:txPr>
    </c:legend>
    <c:plotVisOnly val="1"/>
    <c:dispBlanksAs val="gap"/>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it-IT"/>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Foglio1!$B$1</c:f>
              <c:strCache>
                <c:ptCount val="1"/>
                <c:pt idx="0">
                  <c:v>Annual  cost</c:v>
                </c:pt>
              </c:strCache>
            </c:strRef>
          </c:tx>
          <c:spPr>
            <a:solidFill>
              <a:srgbClr val="002060"/>
            </a:solidFill>
            <a:ln>
              <a:noFill/>
            </a:ln>
            <a:effectLst/>
          </c:spPr>
          <c:invertIfNegative val="0"/>
          <c:cat>
            <c:strRef>
              <c:f>Foglio1!$A$2:$A$6</c:f>
              <c:strCache>
                <c:ptCount val="5"/>
                <c:pt idx="0">
                  <c:v>Project</c:v>
                </c:pt>
                <c:pt idx="1">
                  <c:v>Y1</c:v>
                </c:pt>
                <c:pt idx="2">
                  <c:v>Y2</c:v>
                </c:pt>
                <c:pt idx="3">
                  <c:v>Y3</c:v>
                </c:pt>
                <c:pt idx="4">
                  <c:v>Y4</c:v>
                </c:pt>
              </c:strCache>
            </c:strRef>
          </c:cat>
          <c:val>
            <c:numRef>
              <c:f>Foglio1!$B$2:$B$6</c:f>
              <c:numCache>
                <c:formatCode>General</c:formatCode>
                <c:ptCount val="5"/>
                <c:pt idx="1">
                  <c:v>50</c:v>
                </c:pt>
                <c:pt idx="2">
                  <c:v>50</c:v>
                </c:pt>
                <c:pt idx="3">
                  <c:v>50</c:v>
                </c:pt>
                <c:pt idx="4">
                  <c:v>50</c:v>
                </c:pt>
              </c:numCache>
            </c:numRef>
          </c:val>
          <c:extLst>
            <c:ext xmlns:c16="http://schemas.microsoft.com/office/drawing/2014/chart" uri="{C3380CC4-5D6E-409C-BE32-E72D297353CC}">
              <c16:uniqueId val="{00000000-A007-4AF8-96D9-0A1071A9B467}"/>
            </c:ext>
          </c:extLst>
        </c:ser>
        <c:ser>
          <c:idx val="1"/>
          <c:order val="1"/>
          <c:tx>
            <c:strRef>
              <c:f>Foglio1!$C$1</c:f>
              <c:strCache>
                <c:ptCount val="1"/>
                <c:pt idx="0">
                  <c:v>Benefit </c:v>
                </c:pt>
              </c:strCache>
            </c:strRef>
          </c:tx>
          <c:spPr>
            <a:solidFill>
              <a:srgbClr val="FF0000"/>
            </a:solidFill>
            <a:ln>
              <a:noFill/>
            </a:ln>
            <a:effectLst/>
          </c:spPr>
          <c:invertIfNegative val="0"/>
          <c:cat>
            <c:strRef>
              <c:f>Foglio1!$A$2:$A$6</c:f>
              <c:strCache>
                <c:ptCount val="5"/>
                <c:pt idx="0">
                  <c:v>Project</c:v>
                </c:pt>
                <c:pt idx="1">
                  <c:v>Y1</c:v>
                </c:pt>
                <c:pt idx="2">
                  <c:v>Y2</c:v>
                </c:pt>
                <c:pt idx="3">
                  <c:v>Y3</c:v>
                </c:pt>
                <c:pt idx="4">
                  <c:v>Y4</c:v>
                </c:pt>
              </c:strCache>
            </c:strRef>
          </c:cat>
          <c:val>
            <c:numRef>
              <c:f>Foglio1!$C$2:$C$6</c:f>
              <c:numCache>
                <c:formatCode>General</c:formatCode>
                <c:ptCount val="5"/>
                <c:pt idx="0">
                  <c:v>0</c:v>
                </c:pt>
                <c:pt idx="1">
                  <c:v>50</c:v>
                </c:pt>
                <c:pt idx="2">
                  <c:v>100</c:v>
                </c:pt>
                <c:pt idx="3">
                  <c:v>100</c:v>
                </c:pt>
                <c:pt idx="4">
                  <c:v>100</c:v>
                </c:pt>
              </c:numCache>
            </c:numRef>
          </c:val>
          <c:extLst>
            <c:ext xmlns:c16="http://schemas.microsoft.com/office/drawing/2014/chart" uri="{C3380CC4-5D6E-409C-BE32-E72D297353CC}">
              <c16:uniqueId val="{00000001-A007-4AF8-96D9-0A1071A9B467}"/>
            </c:ext>
          </c:extLst>
        </c:ser>
        <c:ser>
          <c:idx val="2"/>
          <c:order val="2"/>
          <c:tx>
            <c:strRef>
              <c:f>Foglio1!$D$1</c:f>
              <c:strCache>
                <c:ptCount val="1"/>
                <c:pt idx="0">
                  <c:v>Project</c:v>
                </c:pt>
              </c:strCache>
            </c:strRef>
          </c:tx>
          <c:spPr>
            <a:solidFill>
              <a:srgbClr val="000000"/>
            </a:solidFill>
            <a:ln>
              <a:solidFill>
                <a:srgbClr val="000000"/>
              </a:solidFill>
            </a:ln>
            <a:effectLst/>
          </c:spPr>
          <c:invertIfNegative val="0"/>
          <c:cat>
            <c:strRef>
              <c:f>Foglio1!$A$2:$A$6</c:f>
              <c:strCache>
                <c:ptCount val="5"/>
                <c:pt idx="0">
                  <c:v>Project</c:v>
                </c:pt>
                <c:pt idx="1">
                  <c:v>Y1</c:v>
                </c:pt>
                <c:pt idx="2">
                  <c:v>Y2</c:v>
                </c:pt>
                <c:pt idx="3">
                  <c:v>Y3</c:v>
                </c:pt>
                <c:pt idx="4">
                  <c:v>Y4</c:v>
                </c:pt>
              </c:strCache>
            </c:strRef>
          </c:cat>
          <c:val>
            <c:numRef>
              <c:f>Foglio1!$D$2:$D$6</c:f>
              <c:numCache>
                <c:formatCode>General</c:formatCode>
                <c:ptCount val="5"/>
                <c:pt idx="0">
                  <c:v>100</c:v>
                </c:pt>
              </c:numCache>
            </c:numRef>
          </c:val>
          <c:extLst>
            <c:ext xmlns:c16="http://schemas.microsoft.com/office/drawing/2014/chart" uri="{C3380CC4-5D6E-409C-BE32-E72D297353CC}">
              <c16:uniqueId val="{00000002-A007-4AF8-96D9-0A1071A9B467}"/>
            </c:ext>
          </c:extLst>
        </c:ser>
        <c:ser>
          <c:idx val="3"/>
          <c:order val="3"/>
          <c:tx>
            <c:strRef>
              <c:f>Foglio1!$E$1</c:f>
              <c:strCache>
                <c:ptCount val="1"/>
                <c:pt idx="0">
                  <c:v>Colonna1</c:v>
                </c:pt>
              </c:strCache>
            </c:strRef>
          </c:tx>
          <c:spPr>
            <a:solidFill>
              <a:schemeClr val="accent1">
                <a:tint val="58000"/>
              </a:schemeClr>
            </a:solidFill>
            <a:ln>
              <a:noFill/>
            </a:ln>
            <a:effectLst/>
          </c:spPr>
          <c:invertIfNegative val="0"/>
          <c:cat>
            <c:strRef>
              <c:f>Foglio1!$A$2:$A$6</c:f>
              <c:strCache>
                <c:ptCount val="5"/>
                <c:pt idx="0">
                  <c:v>Project</c:v>
                </c:pt>
                <c:pt idx="1">
                  <c:v>Y1</c:v>
                </c:pt>
                <c:pt idx="2">
                  <c:v>Y2</c:v>
                </c:pt>
                <c:pt idx="3">
                  <c:v>Y3</c:v>
                </c:pt>
                <c:pt idx="4">
                  <c:v>Y4</c:v>
                </c:pt>
              </c:strCache>
            </c:strRef>
          </c:cat>
          <c:val>
            <c:numRef>
              <c:f>Foglio1!$E$2:$E$6</c:f>
              <c:numCache>
                <c:formatCode>General</c:formatCode>
                <c:ptCount val="5"/>
              </c:numCache>
            </c:numRef>
          </c:val>
          <c:extLst>
            <c:ext xmlns:c16="http://schemas.microsoft.com/office/drawing/2014/chart" uri="{C3380CC4-5D6E-409C-BE32-E72D297353CC}">
              <c16:uniqueId val="{00000003-A007-4AF8-96D9-0A1071A9B467}"/>
            </c:ext>
          </c:extLst>
        </c:ser>
        <c:dLbls>
          <c:showLegendKey val="0"/>
          <c:showVal val="0"/>
          <c:showCatName val="0"/>
          <c:showSerName val="0"/>
          <c:showPercent val="0"/>
          <c:showBubbleSize val="0"/>
        </c:dLbls>
        <c:gapWidth val="150"/>
        <c:axId val="404059400"/>
        <c:axId val="404090888"/>
      </c:barChart>
      <c:catAx>
        <c:axId val="404059400"/>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r>
                  <a:rPr lang="en-US" noProof="0" dirty="0"/>
                  <a:t>Time </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endParaRPr lang="it-IT"/>
            </a:p>
          </c:txPr>
        </c:title>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it-IT"/>
          </a:p>
        </c:txPr>
        <c:crossAx val="404090888"/>
        <c:crosses val="autoZero"/>
        <c:auto val="1"/>
        <c:lblAlgn val="ctr"/>
        <c:lblOffset val="100"/>
        <c:noMultiLvlLbl val="0"/>
      </c:catAx>
      <c:valAx>
        <c:axId val="404090888"/>
        <c:scaling>
          <c:orientation val="minMax"/>
        </c:scaling>
        <c:delete val="0"/>
        <c:axPos val="l"/>
        <c:majorGridlines>
          <c:spPr>
            <a:ln w="9525" cap="flat" cmpd="sng" algn="ctr">
              <a:solidFill>
                <a:schemeClr val="dk1">
                  <a:lumMod val="15000"/>
                  <a:lumOff val="85000"/>
                  <a:alpha val="54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r>
                  <a:rPr lang="en-US" noProof="0" dirty="0"/>
                  <a:t>Dollars</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it-IT"/>
          </a:p>
        </c:txPr>
        <c:crossAx val="404059400"/>
        <c:crosses val="autoZero"/>
        <c:crossBetween val="between"/>
      </c:valAx>
      <c:spPr>
        <a:pattFill prst="ltDnDiag">
          <a:fgClr>
            <a:schemeClr val="dk1">
              <a:lumMod val="15000"/>
              <a:lumOff val="85000"/>
            </a:schemeClr>
          </a:fgClr>
          <a:bgClr>
            <a:schemeClr val="lt1"/>
          </a:bgClr>
        </a:pattFill>
        <a:ln>
          <a:noFill/>
        </a:ln>
        <a:effectLst/>
      </c:spPr>
    </c:plotArea>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it-IT"/>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32">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alpha val="54000"/>
          </a:schemeClr>
        </a:solidFill>
        <a:round/>
      </a:ln>
    </cs:spPr>
  </cs:gridlineMajor>
  <cs:gridlineMinor>
    <cs:lnRef idx="0"/>
    <cs:fillRef idx="0"/>
    <cs:effectRef idx="0"/>
    <cs:fontRef idx="minor">
      <a:schemeClr val="dk1"/>
    </cs:fontRef>
    <cs:spPr>
      <a:ln w="9525" cap="flat" cmpd="sng" algn="ctr">
        <a:solidFill>
          <a:schemeClr val="dk1">
            <a:lumMod val="15000"/>
            <a:lumOff val="85000"/>
            <a:alpha val="51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E24B07-8023-4E9F-8558-D5757EF64B7C}" type="doc">
      <dgm:prSet loTypeId="urn:microsoft.com/office/officeart/2005/8/layout/lProcess2" loCatId="relationship" qsTypeId="urn:microsoft.com/office/officeart/2005/8/quickstyle/simple1" qsCatId="simple" csTypeId="urn:microsoft.com/office/officeart/2005/8/colors/accent1_2" csCatId="accent1" phldr="1"/>
      <dgm:spPr/>
      <dgm:t>
        <a:bodyPr/>
        <a:lstStyle/>
        <a:p>
          <a:endParaRPr lang="en-US"/>
        </a:p>
      </dgm:t>
    </dgm:pt>
    <dgm:pt modelId="{0EDD2705-1EC9-49D2-AAF1-51B922F9F872}">
      <dgm:prSet phldrT="[Testo]" phldr="0"/>
      <dgm:spPr>
        <a:solidFill>
          <a:schemeClr val="bg1">
            <a:lumMod val="75000"/>
          </a:schemeClr>
        </a:solidFill>
      </dgm:spPr>
      <dgm:t>
        <a:bodyPr/>
        <a:lstStyle/>
        <a:p>
          <a:r>
            <a:rPr lang="en-US" noProof="0" dirty="0"/>
            <a:t>PROJECT COSTS</a:t>
          </a:r>
        </a:p>
      </dgm:t>
    </dgm:pt>
    <dgm:pt modelId="{FE291E26-70AA-430D-AD9A-677BC67532B2}" type="parTrans" cxnId="{6F9B7315-4C4D-4FE7-9BDF-24A5A860E09F}">
      <dgm:prSet/>
      <dgm:spPr/>
      <dgm:t>
        <a:bodyPr/>
        <a:lstStyle/>
        <a:p>
          <a:endParaRPr lang="en-US"/>
        </a:p>
      </dgm:t>
    </dgm:pt>
    <dgm:pt modelId="{0D203B44-E890-4582-A7AB-913F2DF9560B}" type="sibTrans" cxnId="{6F9B7315-4C4D-4FE7-9BDF-24A5A860E09F}">
      <dgm:prSet/>
      <dgm:spPr/>
      <dgm:t>
        <a:bodyPr/>
        <a:lstStyle/>
        <a:p>
          <a:endParaRPr lang="en-US"/>
        </a:p>
      </dgm:t>
    </dgm:pt>
    <dgm:pt modelId="{40247257-1661-41DF-BC3F-06F46A6295A5}">
      <dgm:prSet phldrT="[Testo]" phldr="0"/>
      <dgm:spPr>
        <a:solidFill>
          <a:srgbClr val="FFC000"/>
        </a:solidFill>
        <a:ln>
          <a:solidFill>
            <a:schemeClr val="tx1"/>
          </a:solidFill>
        </a:ln>
      </dgm:spPr>
      <dgm:t>
        <a:bodyPr/>
        <a:lstStyle/>
        <a:p>
          <a:r>
            <a:rPr lang="en-US" noProof="0" dirty="0">
              <a:solidFill>
                <a:schemeClr val="tx1"/>
              </a:solidFill>
            </a:rPr>
            <a:t>SOFTWARE</a:t>
          </a:r>
        </a:p>
      </dgm:t>
    </dgm:pt>
    <dgm:pt modelId="{3A7275C9-712F-4B17-AFF6-999AA376CDC3}" type="parTrans" cxnId="{77C89C14-F95F-4C23-AC9D-A823EDE879A1}">
      <dgm:prSet/>
      <dgm:spPr/>
      <dgm:t>
        <a:bodyPr/>
        <a:lstStyle/>
        <a:p>
          <a:endParaRPr lang="en-US"/>
        </a:p>
      </dgm:t>
    </dgm:pt>
    <dgm:pt modelId="{4028B860-EC01-437C-B432-329C9508DDD3}" type="sibTrans" cxnId="{77C89C14-F95F-4C23-AC9D-A823EDE879A1}">
      <dgm:prSet/>
      <dgm:spPr/>
      <dgm:t>
        <a:bodyPr/>
        <a:lstStyle/>
        <a:p>
          <a:endParaRPr lang="en-US"/>
        </a:p>
      </dgm:t>
    </dgm:pt>
    <dgm:pt modelId="{B7CD8660-A82F-447D-981C-5B2CDD5A8369}">
      <dgm:prSet phldrT="[Testo]" phldr="0"/>
      <dgm:spPr>
        <a:solidFill>
          <a:schemeClr val="bg1"/>
        </a:solidFill>
      </dgm:spPr>
      <dgm:t>
        <a:bodyPr/>
        <a:lstStyle/>
        <a:p>
          <a:r>
            <a:rPr lang="en-US" noProof="0" dirty="0"/>
            <a:t>PROJECT BENEFITS</a:t>
          </a:r>
        </a:p>
      </dgm:t>
    </dgm:pt>
    <dgm:pt modelId="{DA0ADC67-94DA-47B4-925C-34E9536CB64E}" type="parTrans" cxnId="{73156E65-F5A1-41F7-9BD2-1D4703F0A086}">
      <dgm:prSet/>
      <dgm:spPr/>
      <dgm:t>
        <a:bodyPr/>
        <a:lstStyle/>
        <a:p>
          <a:endParaRPr lang="en-US"/>
        </a:p>
      </dgm:t>
    </dgm:pt>
    <dgm:pt modelId="{3C044498-3F6D-402D-9762-6023A330B361}" type="sibTrans" cxnId="{73156E65-F5A1-41F7-9BD2-1D4703F0A086}">
      <dgm:prSet/>
      <dgm:spPr/>
      <dgm:t>
        <a:bodyPr/>
        <a:lstStyle/>
        <a:p>
          <a:endParaRPr lang="en-US"/>
        </a:p>
      </dgm:t>
    </dgm:pt>
    <dgm:pt modelId="{70BD055E-0DFC-4950-B235-7DC159BBCEB6}">
      <dgm:prSet phldrT="[Testo]" phldr="0"/>
      <dgm:spPr>
        <a:solidFill>
          <a:schemeClr val="bg1"/>
        </a:solidFill>
        <a:ln>
          <a:solidFill>
            <a:schemeClr val="tx1"/>
          </a:solidFill>
        </a:ln>
      </dgm:spPr>
      <dgm:t>
        <a:bodyPr/>
        <a:lstStyle/>
        <a:p>
          <a:r>
            <a:rPr lang="en-US" noProof="0" dirty="0">
              <a:solidFill>
                <a:schemeClr val="tx1"/>
              </a:solidFill>
            </a:rPr>
            <a:t>MANAGEMENT VALUE</a:t>
          </a:r>
        </a:p>
      </dgm:t>
    </dgm:pt>
    <dgm:pt modelId="{0734A025-155A-4DF3-9FD4-45839BB17D47}" type="parTrans" cxnId="{E59AF15B-0B55-4647-99A8-BE933C316641}">
      <dgm:prSet/>
      <dgm:spPr/>
      <dgm:t>
        <a:bodyPr/>
        <a:lstStyle/>
        <a:p>
          <a:endParaRPr lang="en-US"/>
        </a:p>
      </dgm:t>
    </dgm:pt>
    <dgm:pt modelId="{4DBD1A0B-50A9-4AA5-BCD1-B3697DD249F2}" type="sibTrans" cxnId="{E59AF15B-0B55-4647-99A8-BE933C316641}">
      <dgm:prSet/>
      <dgm:spPr/>
      <dgm:t>
        <a:bodyPr/>
        <a:lstStyle/>
        <a:p>
          <a:endParaRPr lang="en-US"/>
        </a:p>
      </dgm:t>
    </dgm:pt>
    <dgm:pt modelId="{BC73DC96-EFBB-441A-8E7E-3B8F200AC53F}">
      <dgm:prSet phldrT="[Testo]" phldr="0"/>
      <dgm:spPr>
        <a:solidFill>
          <a:schemeClr val="bg1"/>
        </a:solidFill>
      </dgm:spPr>
      <dgm:t>
        <a:bodyPr/>
        <a:lstStyle/>
        <a:p>
          <a:r>
            <a:rPr lang="en-US" noProof="0" dirty="0"/>
            <a:t>PROJECT VALUE </a:t>
          </a:r>
        </a:p>
      </dgm:t>
    </dgm:pt>
    <dgm:pt modelId="{4B5681AE-F226-4F2E-AFE0-9E18D323D105}" type="parTrans" cxnId="{99565E4D-276A-47CC-9B4B-6B89C1CBD94F}">
      <dgm:prSet/>
      <dgm:spPr/>
      <dgm:t>
        <a:bodyPr/>
        <a:lstStyle/>
        <a:p>
          <a:endParaRPr lang="en-US"/>
        </a:p>
      </dgm:t>
    </dgm:pt>
    <dgm:pt modelId="{FA16ACC7-ED9B-4BC1-8373-51F1B367EC62}" type="sibTrans" cxnId="{99565E4D-276A-47CC-9B4B-6B89C1CBD94F}">
      <dgm:prSet/>
      <dgm:spPr/>
      <dgm:t>
        <a:bodyPr/>
        <a:lstStyle/>
        <a:p>
          <a:endParaRPr lang="en-US"/>
        </a:p>
      </dgm:t>
    </dgm:pt>
    <dgm:pt modelId="{7040C883-EDB3-4AAE-AB28-202EE2F51F55}">
      <dgm:prSet phldrT="[Testo]" phldr="0"/>
      <dgm:spPr>
        <a:solidFill>
          <a:schemeClr val="bg1"/>
        </a:solidFill>
        <a:ln>
          <a:solidFill>
            <a:schemeClr val="tx1"/>
          </a:solidFill>
        </a:ln>
      </dgm:spPr>
      <dgm:t>
        <a:bodyPr/>
        <a:lstStyle/>
        <a:p>
          <a:r>
            <a:rPr lang="en-US" noProof="0" dirty="0">
              <a:solidFill>
                <a:schemeClr val="tx1"/>
              </a:solidFill>
            </a:rPr>
            <a:t>FINANCIAL APPROACH</a:t>
          </a:r>
        </a:p>
      </dgm:t>
    </dgm:pt>
    <dgm:pt modelId="{6DC40519-C77F-4FE6-A052-A43989E415E0}" type="parTrans" cxnId="{8A729E58-D6AF-4B4B-B526-57F6452B5D70}">
      <dgm:prSet/>
      <dgm:spPr/>
      <dgm:t>
        <a:bodyPr/>
        <a:lstStyle/>
        <a:p>
          <a:endParaRPr lang="en-US"/>
        </a:p>
      </dgm:t>
    </dgm:pt>
    <dgm:pt modelId="{EF272F0E-8723-4BDB-82EF-6563D24EBF72}" type="sibTrans" cxnId="{8A729E58-D6AF-4B4B-B526-57F6452B5D70}">
      <dgm:prSet/>
      <dgm:spPr/>
      <dgm:t>
        <a:bodyPr/>
        <a:lstStyle/>
        <a:p>
          <a:endParaRPr lang="en-US"/>
        </a:p>
      </dgm:t>
    </dgm:pt>
    <dgm:pt modelId="{2FDF8BA5-1F79-43D5-82D8-297F548F3542}">
      <dgm:prSet phldrT="[Testo]" phldr="0"/>
      <dgm:spPr>
        <a:solidFill>
          <a:schemeClr val="bg1"/>
        </a:solidFill>
        <a:ln>
          <a:solidFill>
            <a:schemeClr val="tx1"/>
          </a:solidFill>
        </a:ln>
      </dgm:spPr>
      <dgm:t>
        <a:bodyPr/>
        <a:lstStyle/>
        <a:p>
          <a:r>
            <a:rPr lang="en-US" noProof="0" dirty="0">
              <a:solidFill>
                <a:schemeClr val="tx1"/>
              </a:solidFill>
            </a:rPr>
            <a:t>INFRASTRUCTURE</a:t>
          </a:r>
        </a:p>
      </dgm:t>
    </dgm:pt>
    <dgm:pt modelId="{C9CE1DAB-9AB3-43AA-B607-9893A42F86F7}" type="parTrans" cxnId="{F6BFC237-7436-498A-93BD-73510B631561}">
      <dgm:prSet/>
      <dgm:spPr/>
      <dgm:t>
        <a:bodyPr/>
        <a:lstStyle/>
        <a:p>
          <a:endParaRPr lang="en-US"/>
        </a:p>
      </dgm:t>
    </dgm:pt>
    <dgm:pt modelId="{ACDBB275-B531-41A6-9E60-709957573E9F}" type="sibTrans" cxnId="{F6BFC237-7436-498A-93BD-73510B631561}">
      <dgm:prSet/>
      <dgm:spPr/>
      <dgm:t>
        <a:bodyPr/>
        <a:lstStyle/>
        <a:p>
          <a:endParaRPr lang="en-US"/>
        </a:p>
      </dgm:t>
    </dgm:pt>
    <dgm:pt modelId="{6BEBF612-AC28-4281-829A-886742483343}">
      <dgm:prSet phldrT="[Testo]" phldr="0"/>
      <dgm:spPr>
        <a:solidFill>
          <a:schemeClr val="bg1"/>
        </a:solidFill>
        <a:ln>
          <a:solidFill>
            <a:schemeClr val="tx1"/>
          </a:solidFill>
        </a:ln>
      </dgm:spPr>
      <dgm:t>
        <a:bodyPr/>
        <a:lstStyle/>
        <a:p>
          <a:r>
            <a:rPr lang="en-US" noProof="0" dirty="0">
              <a:solidFill>
                <a:schemeClr val="tx1"/>
              </a:solidFill>
            </a:rPr>
            <a:t>BUSINESS</a:t>
          </a:r>
        </a:p>
      </dgm:t>
    </dgm:pt>
    <dgm:pt modelId="{E18DC705-3A47-4D42-9974-13148F5BDD9B}" type="parTrans" cxnId="{BA000ECF-19AD-4366-85A9-411D81A739F5}">
      <dgm:prSet/>
      <dgm:spPr/>
      <dgm:t>
        <a:bodyPr/>
        <a:lstStyle/>
        <a:p>
          <a:endParaRPr lang="en-US"/>
        </a:p>
      </dgm:t>
    </dgm:pt>
    <dgm:pt modelId="{2AD56649-164C-4A93-9FB5-2F6E05D7EA3D}" type="sibTrans" cxnId="{BA000ECF-19AD-4366-85A9-411D81A739F5}">
      <dgm:prSet/>
      <dgm:spPr/>
      <dgm:t>
        <a:bodyPr/>
        <a:lstStyle/>
        <a:p>
          <a:endParaRPr lang="en-US"/>
        </a:p>
      </dgm:t>
    </dgm:pt>
    <dgm:pt modelId="{32370EA5-817D-41DE-9EF3-C264A87731CF}">
      <dgm:prSet phldrT="[Testo]" phldr="0"/>
      <dgm:spPr>
        <a:solidFill>
          <a:schemeClr val="bg1"/>
        </a:solidFill>
        <a:ln>
          <a:solidFill>
            <a:schemeClr val="tx1"/>
          </a:solidFill>
        </a:ln>
      </dgm:spPr>
      <dgm:t>
        <a:bodyPr/>
        <a:lstStyle/>
        <a:p>
          <a:r>
            <a:rPr lang="en-US" noProof="0" dirty="0">
              <a:solidFill>
                <a:schemeClr val="tx1"/>
              </a:solidFill>
            </a:rPr>
            <a:t>SOCIAL VALUE </a:t>
          </a:r>
        </a:p>
      </dgm:t>
    </dgm:pt>
    <dgm:pt modelId="{03A3A5FA-FFB8-46C3-96DE-56DAE975EDE7}" type="parTrans" cxnId="{70F13194-7A6E-486B-8360-890B448C8894}">
      <dgm:prSet/>
      <dgm:spPr/>
      <dgm:t>
        <a:bodyPr/>
        <a:lstStyle/>
        <a:p>
          <a:endParaRPr lang="en-US"/>
        </a:p>
      </dgm:t>
    </dgm:pt>
    <dgm:pt modelId="{419AECF9-1D06-4331-B260-344434C0B86D}" type="sibTrans" cxnId="{70F13194-7A6E-486B-8360-890B448C8894}">
      <dgm:prSet/>
      <dgm:spPr/>
      <dgm:t>
        <a:bodyPr/>
        <a:lstStyle/>
        <a:p>
          <a:endParaRPr lang="en-US"/>
        </a:p>
      </dgm:t>
    </dgm:pt>
    <dgm:pt modelId="{A909BAB4-7AB8-4F4A-A1BE-80F5C9707911}">
      <dgm:prSet phldrT="[Testo]" phldr="0"/>
      <dgm:spPr>
        <a:solidFill>
          <a:schemeClr val="bg1"/>
        </a:solidFill>
        <a:ln>
          <a:solidFill>
            <a:schemeClr val="tx1"/>
          </a:solidFill>
        </a:ln>
      </dgm:spPr>
      <dgm:t>
        <a:bodyPr/>
        <a:lstStyle/>
        <a:p>
          <a:r>
            <a:rPr lang="en-US" noProof="0" dirty="0">
              <a:solidFill>
                <a:schemeClr val="tx1"/>
              </a:solidFill>
            </a:rPr>
            <a:t>NET VALUE  APPROACH</a:t>
          </a:r>
        </a:p>
      </dgm:t>
    </dgm:pt>
    <dgm:pt modelId="{DB376E9E-0E54-483E-A0F9-96AB57DD8516}" type="parTrans" cxnId="{ACE6CAFE-F973-4697-A143-0402581DA6E3}">
      <dgm:prSet/>
      <dgm:spPr/>
      <dgm:t>
        <a:bodyPr/>
        <a:lstStyle/>
        <a:p>
          <a:endParaRPr lang="en-US"/>
        </a:p>
      </dgm:t>
    </dgm:pt>
    <dgm:pt modelId="{F5DD361B-132E-4A4F-8124-20C0CB155A00}" type="sibTrans" cxnId="{ACE6CAFE-F973-4697-A143-0402581DA6E3}">
      <dgm:prSet/>
      <dgm:spPr/>
      <dgm:t>
        <a:bodyPr/>
        <a:lstStyle/>
        <a:p>
          <a:endParaRPr lang="en-US"/>
        </a:p>
      </dgm:t>
    </dgm:pt>
    <dgm:pt modelId="{EF9FD828-A0BF-43F8-ABC7-E1EE24F07C42}">
      <dgm:prSet phldrT="[Testo]" phldr="0"/>
      <dgm:spPr>
        <a:solidFill>
          <a:schemeClr val="bg1"/>
        </a:solidFill>
      </dgm:spPr>
      <dgm:t>
        <a:bodyPr/>
        <a:lstStyle/>
        <a:p>
          <a:r>
            <a:rPr lang="en-US" noProof="0" dirty="0"/>
            <a:t>OPERATIONS  COST</a:t>
          </a:r>
        </a:p>
      </dgm:t>
    </dgm:pt>
    <dgm:pt modelId="{8B46DBB5-BE20-452E-BDAC-57B4248B579B}" type="parTrans" cxnId="{2E5A4064-7A8A-4182-955A-A7A098843B57}">
      <dgm:prSet/>
      <dgm:spPr/>
      <dgm:t>
        <a:bodyPr/>
        <a:lstStyle/>
        <a:p>
          <a:endParaRPr lang="en-US"/>
        </a:p>
      </dgm:t>
    </dgm:pt>
    <dgm:pt modelId="{357BE1D7-3472-4631-83A3-EAA12DA32F6B}" type="sibTrans" cxnId="{2E5A4064-7A8A-4182-955A-A7A098843B57}">
      <dgm:prSet/>
      <dgm:spPr/>
      <dgm:t>
        <a:bodyPr/>
        <a:lstStyle/>
        <a:p>
          <a:endParaRPr lang="en-US"/>
        </a:p>
      </dgm:t>
    </dgm:pt>
    <dgm:pt modelId="{9E4CCB87-75A5-457C-BDC5-A8C25CF38D41}">
      <dgm:prSet phldrT="[Testo]" phldr="0"/>
      <dgm:spPr>
        <a:solidFill>
          <a:schemeClr val="bg1"/>
        </a:solidFill>
        <a:ln>
          <a:solidFill>
            <a:schemeClr val="tx1"/>
          </a:solidFill>
        </a:ln>
      </dgm:spPr>
      <dgm:t>
        <a:bodyPr/>
        <a:lstStyle/>
        <a:p>
          <a:r>
            <a:rPr lang="en-US" noProof="0" dirty="0">
              <a:solidFill>
                <a:schemeClr val="tx1"/>
              </a:solidFill>
            </a:rPr>
            <a:t>OPERATIONS </a:t>
          </a:r>
        </a:p>
      </dgm:t>
    </dgm:pt>
    <dgm:pt modelId="{85509985-5007-4FCE-9F75-D55B68BD8068}" type="parTrans" cxnId="{2DD90791-3D65-4AA1-8474-506804C48981}">
      <dgm:prSet/>
      <dgm:spPr/>
      <dgm:t>
        <a:bodyPr/>
        <a:lstStyle/>
        <a:p>
          <a:endParaRPr lang="en-US"/>
        </a:p>
      </dgm:t>
    </dgm:pt>
    <dgm:pt modelId="{058D0969-B357-4198-95D8-1AC0533908A3}" type="sibTrans" cxnId="{2DD90791-3D65-4AA1-8474-506804C48981}">
      <dgm:prSet/>
      <dgm:spPr/>
      <dgm:t>
        <a:bodyPr/>
        <a:lstStyle/>
        <a:p>
          <a:endParaRPr lang="en-US"/>
        </a:p>
      </dgm:t>
    </dgm:pt>
    <dgm:pt modelId="{2A5A9D7D-EC81-4243-B2DB-B59409C9188E}">
      <dgm:prSet phldrT="[Testo]" phldr="0"/>
      <dgm:spPr>
        <a:solidFill>
          <a:schemeClr val="bg1"/>
        </a:solidFill>
        <a:ln>
          <a:solidFill>
            <a:schemeClr val="tx1"/>
          </a:solidFill>
        </a:ln>
      </dgm:spPr>
      <dgm:t>
        <a:bodyPr/>
        <a:lstStyle/>
        <a:p>
          <a:r>
            <a:rPr lang="en-US" noProof="0" dirty="0">
              <a:solidFill>
                <a:schemeClr val="tx1"/>
              </a:solidFill>
            </a:rPr>
            <a:t>SYSTEM MAINTENANCE</a:t>
          </a:r>
        </a:p>
      </dgm:t>
    </dgm:pt>
    <dgm:pt modelId="{A3DFFE29-340B-45DD-93E2-C4C160A6ECE2}" type="parTrans" cxnId="{F3384004-0B11-45D4-B1A7-3D5F77CBD021}">
      <dgm:prSet/>
      <dgm:spPr/>
      <dgm:t>
        <a:bodyPr/>
        <a:lstStyle/>
        <a:p>
          <a:endParaRPr lang="en-US"/>
        </a:p>
      </dgm:t>
    </dgm:pt>
    <dgm:pt modelId="{59C58EB6-548D-4BBE-AAF9-BE2D22F36DCC}" type="sibTrans" cxnId="{F3384004-0B11-45D4-B1A7-3D5F77CBD021}">
      <dgm:prSet/>
      <dgm:spPr/>
      <dgm:t>
        <a:bodyPr/>
        <a:lstStyle/>
        <a:p>
          <a:endParaRPr lang="en-US"/>
        </a:p>
      </dgm:t>
    </dgm:pt>
    <dgm:pt modelId="{6C4D5FEA-09D2-4097-9411-60D8DB4F1437}">
      <dgm:prSet phldrT="[Testo]" phldr="0"/>
      <dgm:spPr>
        <a:solidFill>
          <a:schemeClr val="bg1"/>
        </a:solidFill>
        <a:ln>
          <a:solidFill>
            <a:schemeClr val="tx1"/>
          </a:solidFill>
        </a:ln>
      </dgm:spPr>
      <dgm:t>
        <a:bodyPr/>
        <a:lstStyle/>
        <a:p>
          <a:r>
            <a:rPr lang="en-US" noProof="0" dirty="0">
              <a:solidFill>
                <a:schemeClr val="tx1"/>
              </a:solidFill>
            </a:rPr>
            <a:t>PROJECT MANAGEMENT</a:t>
          </a:r>
        </a:p>
      </dgm:t>
    </dgm:pt>
    <dgm:pt modelId="{07825578-2206-46CD-9D27-FF5B995EB7A4}" type="parTrans" cxnId="{34CDC3FF-48C5-465A-B580-A23D003B3FF2}">
      <dgm:prSet/>
      <dgm:spPr/>
      <dgm:t>
        <a:bodyPr/>
        <a:lstStyle/>
        <a:p>
          <a:endParaRPr lang="en-US"/>
        </a:p>
      </dgm:t>
    </dgm:pt>
    <dgm:pt modelId="{5001BCC1-2B94-4FDC-AF4C-1208250D3337}" type="sibTrans" cxnId="{34CDC3FF-48C5-465A-B580-A23D003B3FF2}">
      <dgm:prSet/>
      <dgm:spPr/>
      <dgm:t>
        <a:bodyPr/>
        <a:lstStyle/>
        <a:p>
          <a:endParaRPr lang="en-US"/>
        </a:p>
      </dgm:t>
    </dgm:pt>
    <dgm:pt modelId="{BA390A89-3D79-49A6-9BF0-599801F084EB}" type="pres">
      <dgm:prSet presAssocID="{63E24B07-8023-4E9F-8558-D5757EF64B7C}" presName="theList" presStyleCnt="0">
        <dgm:presLayoutVars>
          <dgm:dir/>
          <dgm:animLvl val="lvl"/>
          <dgm:resizeHandles val="exact"/>
        </dgm:presLayoutVars>
      </dgm:prSet>
      <dgm:spPr/>
    </dgm:pt>
    <dgm:pt modelId="{DADCEE8B-376B-4586-A9E1-AAC7290F1D12}" type="pres">
      <dgm:prSet presAssocID="{0EDD2705-1EC9-49D2-AAF1-51B922F9F872}" presName="compNode" presStyleCnt="0"/>
      <dgm:spPr/>
    </dgm:pt>
    <dgm:pt modelId="{8FABB9F9-868F-4D56-8A81-F1E0BA42E601}" type="pres">
      <dgm:prSet presAssocID="{0EDD2705-1EC9-49D2-AAF1-51B922F9F872}" presName="aNode" presStyleLbl="bgShp" presStyleIdx="0" presStyleCnt="4"/>
      <dgm:spPr/>
    </dgm:pt>
    <dgm:pt modelId="{7F9BE9A7-F9C4-49E1-9574-99360BA807BE}" type="pres">
      <dgm:prSet presAssocID="{0EDD2705-1EC9-49D2-AAF1-51B922F9F872}" presName="textNode" presStyleLbl="bgShp" presStyleIdx="0" presStyleCnt="4"/>
      <dgm:spPr/>
    </dgm:pt>
    <dgm:pt modelId="{C1658941-B58C-4ADE-9588-815AE090FC7A}" type="pres">
      <dgm:prSet presAssocID="{0EDD2705-1EC9-49D2-AAF1-51B922F9F872}" presName="compChildNode" presStyleCnt="0"/>
      <dgm:spPr/>
    </dgm:pt>
    <dgm:pt modelId="{233FCEB1-6038-4072-B22C-BCD213C74D4D}" type="pres">
      <dgm:prSet presAssocID="{0EDD2705-1EC9-49D2-AAF1-51B922F9F872}" presName="theInnerList" presStyleCnt="0"/>
      <dgm:spPr/>
    </dgm:pt>
    <dgm:pt modelId="{91100A64-139A-4AC1-91C1-2699AF28B01F}" type="pres">
      <dgm:prSet presAssocID="{40247257-1661-41DF-BC3F-06F46A6295A5}" presName="childNode" presStyleLbl="node1" presStyleIdx="0" presStyleCnt="10">
        <dgm:presLayoutVars>
          <dgm:bulletEnabled val="1"/>
        </dgm:presLayoutVars>
      </dgm:prSet>
      <dgm:spPr/>
    </dgm:pt>
    <dgm:pt modelId="{B8851E19-C2AB-43F3-A733-9922ED89E360}" type="pres">
      <dgm:prSet presAssocID="{40247257-1661-41DF-BC3F-06F46A6295A5}" presName="aSpace2" presStyleCnt="0"/>
      <dgm:spPr/>
    </dgm:pt>
    <dgm:pt modelId="{7EBF8282-17D2-438B-95FF-BAC2AE4F3FBC}" type="pres">
      <dgm:prSet presAssocID="{2FDF8BA5-1F79-43D5-82D8-297F548F3542}" presName="childNode" presStyleLbl="node1" presStyleIdx="1" presStyleCnt="10">
        <dgm:presLayoutVars>
          <dgm:bulletEnabled val="1"/>
        </dgm:presLayoutVars>
      </dgm:prSet>
      <dgm:spPr/>
    </dgm:pt>
    <dgm:pt modelId="{A069312A-67CC-45AA-BFE6-2053F852EE2C}" type="pres">
      <dgm:prSet presAssocID="{2FDF8BA5-1F79-43D5-82D8-297F548F3542}" presName="aSpace2" presStyleCnt="0"/>
      <dgm:spPr/>
    </dgm:pt>
    <dgm:pt modelId="{BA4E3C7D-B958-47BE-A1E4-9388CD7AE2AB}" type="pres">
      <dgm:prSet presAssocID="{6BEBF612-AC28-4281-829A-886742483343}" presName="childNode" presStyleLbl="node1" presStyleIdx="2" presStyleCnt="10">
        <dgm:presLayoutVars>
          <dgm:bulletEnabled val="1"/>
        </dgm:presLayoutVars>
      </dgm:prSet>
      <dgm:spPr/>
    </dgm:pt>
    <dgm:pt modelId="{DB2BBE61-ED4A-48FD-9654-8EBD33838037}" type="pres">
      <dgm:prSet presAssocID="{6BEBF612-AC28-4281-829A-886742483343}" presName="aSpace2" presStyleCnt="0"/>
      <dgm:spPr/>
    </dgm:pt>
    <dgm:pt modelId="{ADE1B550-A5E0-45B1-BFE2-E87B3945EF1D}" type="pres">
      <dgm:prSet presAssocID="{6C4D5FEA-09D2-4097-9411-60D8DB4F1437}" presName="childNode" presStyleLbl="node1" presStyleIdx="3" presStyleCnt="10">
        <dgm:presLayoutVars>
          <dgm:bulletEnabled val="1"/>
        </dgm:presLayoutVars>
      </dgm:prSet>
      <dgm:spPr/>
    </dgm:pt>
    <dgm:pt modelId="{71044B30-3AC2-445D-B936-F7903BC3D17D}" type="pres">
      <dgm:prSet presAssocID="{0EDD2705-1EC9-49D2-AAF1-51B922F9F872}" presName="aSpace" presStyleCnt="0"/>
      <dgm:spPr/>
    </dgm:pt>
    <dgm:pt modelId="{8E3DC331-CA4C-4438-976B-785F3287BD1D}" type="pres">
      <dgm:prSet presAssocID="{EF9FD828-A0BF-43F8-ABC7-E1EE24F07C42}" presName="compNode" presStyleCnt="0"/>
      <dgm:spPr/>
    </dgm:pt>
    <dgm:pt modelId="{E7DCD616-0639-48DE-9F93-B45AC0464A57}" type="pres">
      <dgm:prSet presAssocID="{EF9FD828-A0BF-43F8-ABC7-E1EE24F07C42}" presName="aNode" presStyleLbl="bgShp" presStyleIdx="1" presStyleCnt="4"/>
      <dgm:spPr/>
    </dgm:pt>
    <dgm:pt modelId="{5C2C466B-9D60-484B-9786-695675F7A92E}" type="pres">
      <dgm:prSet presAssocID="{EF9FD828-A0BF-43F8-ABC7-E1EE24F07C42}" presName="textNode" presStyleLbl="bgShp" presStyleIdx="1" presStyleCnt="4"/>
      <dgm:spPr/>
    </dgm:pt>
    <dgm:pt modelId="{685AE8C4-BA1D-438B-87FE-1425489EFA29}" type="pres">
      <dgm:prSet presAssocID="{EF9FD828-A0BF-43F8-ABC7-E1EE24F07C42}" presName="compChildNode" presStyleCnt="0"/>
      <dgm:spPr/>
    </dgm:pt>
    <dgm:pt modelId="{EFCF8995-AB51-40BF-9AFE-61D45508CDB7}" type="pres">
      <dgm:prSet presAssocID="{EF9FD828-A0BF-43F8-ABC7-E1EE24F07C42}" presName="theInnerList" presStyleCnt="0"/>
      <dgm:spPr/>
    </dgm:pt>
    <dgm:pt modelId="{0330B109-69E3-46F3-9D83-10671A7EBE70}" type="pres">
      <dgm:prSet presAssocID="{9E4CCB87-75A5-457C-BDC5-A8C25CF38D41}" presName="childNode" presStyleLbl="node1" presStyleIdx="4" presStyleCnt="10">
        <dgm:presLayoutVars>
          <dgm:bulletEnabled val="1"/>
        </dgm:presLayoutVars>
      </dgm:prSet>
      <dgm:spPr/>
    </dgm:pt>
    <dgm:pt modelId="{BCD2FFD0-E01F-4FE1-B85E-CD1F2FB6B95D}" type="pres">
      <dgm:prSet presAssocID="{9E4CCB87-75A5-457C-BDC5-A8C25CF38D41}" presName="aSpace2" presStyleCnt="0"/>
      <dgm:spPr/>
    </dgm:pt>
    <dgm:pt modelId="{68301150-8C06-4D05-AE88-8E675490E167}" type="pres">
      <dgm:prSet presAssocID="{2A5A9D7D-EC81-4243-B2DB-B59409C9188E}" presName="childNode" presStyleLbl="node1" presStyleIdx="5" presStyleCnt="10">
        <dgm:presLayoutVars>
          <dgm:bulletEnabled val="1"/>
        </dgm:presLayoutVars>
      </dgm:prSet>
      <dgm:spPr/>
    </dgm:pt>
    <dgm:pt modelId="{F22594D1-FE25-4683-B459-4ADAA993861D}" type="pres">
      <dgm:prSet presAssocID="{EF9FD828-A0BF-43F8-ABC7-E1EE24F07C42}" presName="aSpace" presStyleCnt="0"/>
      <dgm:spPr/>
    </dgm:pt>
    <dgm:pt modelId="{8278D786-3C1D-405E-B26F-3F37CDDEB2D0}" type="pres">
      <dgm:prSet presAssocID="{B7CD8660-A82F-447D-981C-5B2CDD5A8369}" presName="compNode" presStyleCnt="0"/>
      <dgm:spPr/>
    </dgm:pt>
    <dgm:pt modelId="{5CC9F1A6-8682-4B7D-8924-5FD7B0F2E6E3}" type="pres">
      <dgm:prSet presAssocID="{B7CD8660-A82F-447D-981C-5B2CDD5A8369}" presName="aNode" presStyleLbl="bgShp" presStyleIdx="2" presStyleCnt="4"/>
      <dgm:spPr/>
    </dgm:pt>
    <dgm:pt modelId="{78297440-850E-4E7D-A73C-3BDBF8A885A3}" type="pres">
      <dgm:prSet presAssocID="{B7CD8660-A82F-447D-981C-5B2CDD5A8369}" presName="textNode" presStyleLbl="bgShp" presStyleIdx="2" presStyleCnt="4"/>
      <dgm:spPr/>
    </dgm:pt>
    <dgm:pt modelId="{306CF67D-F783-4135-89F8-E25852A317F1}" type="pres">
      <dgm:prSet presAssocID="{B7CD8660-A82F-447D-981C-5B2CDD5A8369}" presName="compChildNode" presStyleCnt="0"/>
      <dgm:spPr/>
    </dgm:pt>
    <dgm:pt modelId="{A869A60F-442C-4381-9B8B-FE1F58AE1EAE}" type="pres">
      <dgm:prSet presAssocID="{B7CD8660-A82F-447D-981C-5B2CDD5A8369}" presName="theInnerList" presStyleCnt="0"/>
      <dgm:spPr/>
    </dgm:pt>
    <dgm:pt modelId="{C9B82C22-048B-44CC-93D4-E3DD9EDD135B}" type="pres">
      <dgm:prSet presAssocID="{70BD055E-0DFC-4950-B235-7DC159BBCEB6}" presName="childNode" presStyleLbl="node1" presStyleIdx="6" presStyleCnt="10">
        <dgm:presLayoutVars>
          <dgm:bulletEnabled val="1"/>
        </dgm:presLayoutVars>
      </dgm:prSet>
      <dgm:spPr/>
    </dgm:pt>
    <dgm:pt modelId="{61EE1723-1AB1-41FA-B1E3-C3871ECD38E9}" type="pres">
      <dgm:prSet presAssocID="{70BD055E-0DFC-4950-B235-7DC159BBCEB6}" presName="aSpace2" presStyleCnt="0"/>
      <dgm:spPr/>
    </dgm:pt>
    <dgm:pt modelId="{A0E6910F-4EF7-426B-8944-F0925D47BFB4}" type="pres">
      <dgm:prSet presAssocID="{32370EA5-817D-41DE-9EF3-C264A87731CF}" presName="childNode" presStyleLbl="node1" presStyleIdx="7" presStyleCnt="10">
        <dgm:presLayoutVars>
          <dgm:bulletEnabled val="1"/>
        </dgm:presLayoutVars>
      </dgm:prSet>
      <dgm:spPr/>
    </dgm:pt>
    <dgm:pt modelId="{7526F33C-7D03-41DA-BAEE-76D5EF7AC2C8}" type="pres">
      <dgm:prSet presAssocID="{B7CD8660-A82F-447D-981C-5B2CDD5A8369}" presName="aSpace" presStyleCnt="0"/>
      <dgm:spPr/>
    </dgm:pt>
    <dgm:pt modelId="{35513678-CA66-489F-8A5F-32789A982F69}" type="pres">
      <dgm:prSet presAssocID="{BC73DC96-EFBB-441A-8E7E-3B8F200AC53F}" presName="compNode" presStyleCnt="0"/>
      <dgm:spPr/>
    </dgm:pt>
    <dgm:pt modelId="{D0E1A1A4-4EF7-46C0-9CCC-7F1571CB10F9}" type="pres">
      <dgm:prSet presAssocID="{BC73DC96-EFBB-441A-8E7E-3B8F200AC53F}" presName="aNode" presStyleLbl="bgShp" presStyleIdx="3" presStyleCnt="4"/>
      <dgm:spPr/>
    </dgm:pt>
    <dgm:pt modelId="{D6B3AB59-F5BE-44B9-94BB-CB534185F388}" type="pres">
      <dgm:prSet presAssocID="{BC73DC96-EFBB-441A-8E7E-3B8F200AC53F}" presName="textNode" presStyleLbl="bgShp" presStyleIdx="3" presStyleCnt="4"/>
      <dgm:spPr/>
    </dgm:pt>
    <dgm:pt modelId="{83A7823E-95E7-482F-A4B8-43AE927D54AC}" type="pres">
      <dgm:prSet presAssocID="{BC73DC96-EFBB-441A-8E7E-3B8F200AC53F}" presName="compChildNode" presStyleCnt="0"/>
      <dgm:spPr/>
    </dgm:pt>
    <dgm:pt modelId="{346AD43C-AB4C-4220-AF41-83B4097A0EA4}" type="pres">
      <dgm:prSet presAssocID="{BC73DC96-EFBB-441A-8E7E-3B8F200AC53F}" presName="theInnerList" presStyleCnt="0"/>
      <dgm:spPr/>
    </dgm:pt>
    <dgm:pt modelId="{F3DF3EE7-C3E1-4556-B5E5-D675D9659B6D}" type="pres">
      <dgm:prSet presAssocID="{7040C883-EDB3-4AAE-AB28-202EE2F51F55}" presName="childNode" presStyleLbl="node1" presStyleIdx="8" presStyleCnt="10">
        <dgm:presLayoutVars>
          <dgm:bulletEnabled val="1"/>
        </dgm:presLayoutVars>
      </dgm:prSet>
      <dgm:spPr/>
    </dgm:pt>
    <dgm:pt modelId="{FA01CE40-6491-49F5-B5F7-EA2AD4F6B25F}" type="pres">
      <dgm:prSet presAssocID="{7040C883-EDB3-4AAE-AB28-202EE2F51F55}" presName="aSpace2" presStyleCnt="0"/>
      <dgm:spPr/>
    </dgm:pt>
    <dgm:pt modelId="{B2301BB8-8C5A-4642-99B6-6B3BE9385CA1}" type="pres">
      <dgm:prSet presAssocID="{A909BAB4-7AB8-4F4A-A1BE-80F5C9707911}" presName="childNode" presStyleLbl="node1" presStyleIdx="9" presStyleCnt="10">
        <dgm:presLayoutVars>
          <dgm:bulletEnabled val="1"/>
        </dgm:presLayoutVars>
      </dgm:prSet>
      <dgm:spPr/>
    </dgm:pt>
  </dgm:ptLst>
  <dgm:cxnLst>
    <dgm:cxn modelId="{F3384004-0B11-45D4-B1A7-3D5F77CBD021}" srcId="{EF9FD828-A0BF-43F8-ABC7-E1EE24F07C42}" destId="{2A5A9D7D-EC81-4243-B2DB-B59409C9188E}" srcOrd="1" destOrd="0" parTransId="{A3DFFE29-340B-45DD-93E2-C4C160A6ECE2}" sibTransId="{59C58EB6-548D-4BBE-AAF9-BE2D22F36DCC}"/>
    <dgm:cxn modelId="{87D9DA0E-38E0-42A8-9370-BF34DAD5D210}" type="presOf" srcId="{0EDD2705-1EC9-49D2-AAF1-51B922F9F872}" destId="{8FABB9F9-868F-4D56-8A81-F1E0BA42E601}" srcOrd="0" destOrd="0" presId="urn:microsoft.com/office/officeart/2005/8/layout/lProcess2"/>
    <dgm:cxn modelId="{C78D960F-6AB9-4FBB-B933-60E5843C1F70}" type="presOf" srcId="{BC73DC96-EFBB-441A-8E7E-3B8F200AC53F}" destId="{D6B3AB59-F5BE-44B9-94BB-CB534185F388}" srcOrd="1" destOrd="0" presId="urn:microsoft.com/office/officeart/2005/8/layout/lProcess2"/>
    <dgm:cxn modelId="{4B308A11-3FF9-4748-8E56-3D366CBDB0E4}" type="presOf" srcId="{70BD055E-0DFC-4950-B235-7DC159BBCEB6}" destId="{C9B82C22-048B-44CC-93D4-E3DD9EDD135B}" srcOrd="0" destOrd="0" presId="urn:microsoft.com/office/officeart/2005/8/layout/lProcess2"/>
    <dgm:cxn modelId="{77C89C14-F95F-4C23-AC9D-A823EDE879A1}" srcId="{0EDD2705-1EC9-49D2-AAF1-51B922F9F872}" destId="{40247257-1661-41DF-BC3F-06F46A6295A5}" srcOrd="0" destOrd="0" parTransId="{3A7275C9-712F-4B17-AFF6-999AA376CDC3}" sibTransId="{4028B860-EC01-437C-B432-329C9508DDD3}"/>
    <dgm:cxn modelId="{6F9B7315-4C4D-4FE7-9BDF-24A5A860E09F}" srcId="{63E24B07-8023-4E9F-8558-D5757EF64B7C}" destId="{0EDD2705-1EC9-49D2-AAF1-51B922F9F872}" srcOrd="0" destOrd="0" parTransId="{FE291E26-70AA-430D-AD9A-677BC67532B2}" sibTransId="{0D203B44-E890-4582-A7AB-913F2DF9560B}"/>
    <dgm:cxn modelId="{37105A1E-CE9F-4397-B5C9-02B07302C5C4}" type="presOf" srcId="{A909BAB4-7AB8-4F4A-A1BE-80F5C9707911}" destId="{B2301BB8-8C5A-4642-99B6-6B3BE9385CA1}" srcOrd="0" destOrd="0" presId="urn:microsoft.com/office/officeart/2005/8/layout/lProcess2"/>
    <dgm:cxn modelId="{43E86722-6FCA-4E0A-A759-5679B2D7442A}" type="presOf" srcId="{9E4CCB87-75A5-457C-BDC5-A8C25CF38D41}" destId="{0330B109-69E3-46F3-9D83-10671A7EBE70}" srcOrd="0" destOrd="0" presId="urn:microsoft.com/office/officeart/2005/8/layout/lProcess2"/>
    <dgm:cxn modelId="{95581928-74F2-4718-BBFF-28820D17EE04}" type="presOf" srcId="{EF9FD828-A0BF-43F8-ABC7-E1EE24F07C42}" destId="{5C2C466B-9D60-484B-9786-695675F7A92E}" srcOrd="1" destOrd="0" presId="urn:microsoft.com/office/officeart/2005/8/layout/lProcess2"/>
    <dgm:cxn modelId="{63BCAE31-821E-49A7-AD41-505F9D6B3C63}" type="presOf" srcId="{B7CD8660-A82F-447D-981C-5B2CDD5A8369}" destId="{5CC9F1A6-8682-4B7D-8924-5FD7B0F2E6E3}" srcOrd="0" destOrd="0" presId="urn:microsoft.com/office/officeart/2005/8/layout/lProcess2"/>
    <dgm:cxn modelId="{4DB56435-93A0-4B14-8CA4-771FE94BAF76}" type="presOf" srcId="{2FDF8BA5-1F79-43D5-82D8-297F548F3542}" destId="{7EBF8282-17D2-438B-95FF-BAC2AE4F3FBC}" srcOrd="0" destOrd="0" presId="urn:microsoft.com/office/officeart/2005/8/layout/lProcess2"/>
    <dgm:cxn modelId="{F6BFC237-7436-498A-93BD-73510B631561}" srcId="{0EDD2705-1EC9-49D2-AAF1-51B922F9F872}" destId="{2FDF8BA5-1F79-43D5-82D8-297F548F3542}" srcOrd="1" destOrd="0" parTransId="{C9CE1DAB-9AB3-43AA-B607-9893A42F86F7}" sibTransId="{ACDBB275-B531-41A6-9E60-709957573E9F}"/>
    <dgm:cxn modelId="{0A952E5B-433F-4AD8-A922-28F1C97A594B}" type="presOf" srcId="{63E24B07-8023-4E9F-8558-D5757EF64B7C}" destId="{BA390A89-3D79-49A6-9BF0-599801F084EB}" srcOrd="0" destOrd="0" presId="urn:microsoft.com/office/officeart/2005/8/layout/lProcess2"/>
    <dgm:cxn modelId="{E59AF15B-0B55-4647-99A8-BE933C316641}" srcId="{B7CD8660-A82F-447D-981C-5B2CDD5A8369}" destId="{70BD055E-0DFC-4950-B235-7DC159BBCEB6}" srcOrd="0" destOrd="0" parTransId="{0734A025-155A-4DF3-9FD4-45839BB17D47}" sibTransId="{4DBD1A0B-50A9-4AA5-BCD1-B3697DD249F2}"/>
    <dgm:cxn modelId="{2E5A4064-7A8A-4182-955A-A7A098843B57}" srcId="{63E24B07-8023-4E9F-8558-D5757EF64B7C}" destId="{EF9FD828-A0BF-43F8-ABC7-E1EE24F07C42}" srcOrd="1" destOrd="0" parTransId="{8B46DBB5-BE20-452E-BDAC-57B4248B579B}" sibTransId="{357BE1D7-3472-4631-83A3-EAA12DA32F6B}"/>
    <dgm:cxn modelId="{73156E65-F5A1-41F7-9BD2-1D4703F0A086}" srcId="{63E24B07-8023-4E9F-8558-D5757EF64B7C}" destId="{B7CD8660-A82F-447D-981C-5B2CDD5A8369}" srcOrd="2" destOrd="0" parTransId="{DA0ADC67-94DA-47B4-925C-34E9536CB64E}" sibTransId="{3C044498-3F6D-402D-9762-6023A330B361}"/>
    <dgm:cxn modelId="{0488AC65-BAC5-4191-B397-6CE3970EEF5F}" type="presOf" srcId="{7040C883-EDB3-4AAE-AB28-202EE2F51F55}" destId="{F3DF3EE7-C3E1-4556-B5E5-D675D9659B6D}" srcOrd="0" destOrd="0" presId="urn:microsoft.com/office/officeart/2005/8/layout/lProcess2"/>
    <dgm:cxn modelId="{99565E4D-276A-47CC-9B4B-6B89C1CBD94F}" srcId="{63E24B07-8023-4E9F-8558-D5757EF64B7C}" destId="{BC73DC96-EFBB-441A-8E7E-3B8F200AC53F}" srcOrd="3" destOrd="0" parTransId="{4B5681AE-F226-4F2E-AFE0-9E18D323D105}" sibTransId="{FA16ACC7-ED9B-4BC1-8373-51F1B367EC62}"/>
    <dgm:cxn modelId="{8A729E58-D6AF-4B4B-B526-57F6452B5D70}" srcId="{BC73DC96-EFBB-441A-8E7E-3B8F200AC53F}" destId="{7040C883-EDB3-4AAE-AB28-202EE2F51F55}" srcOrd="0" destOrd="0" parTransId="{6DC40519-C77F-4FE6-A052-A43989E415E0}" sibTransId="{EF272F0E-8723-4BDB-82EF-6563D24EBF72}"/>
    <dgm:cxn modelId="{E913FD5A-A6F7-4314-9B77-A342E0D5C856}" type="presOf" srcId="{BC73DC96-EFBB-441A-8E7E-3B8F200AC53F}" destId="{D0E1A1A4-4EF7-46C0-9CCC-7F1571CB10F9}" srcOrd="0" destOrd="0" presId="urn:microsoft.com/office/officeart/2005/8/layout/lProcess2"/>
    <dgm:cxn modelId="{048C757B-DCA6-4D47-AD5E-6F70C38B350B}" type="presOf" srcId="{EF9FD828-A0BF-43F8-ABC7-E1EE24F07C42}" destId="{E7DCD616-0639-48DE-9F93-B45AC0464A57}" srcOrd="0" destOrd="0" presId="urn:microsoft.com/office/officeart/2005/8/layout/lProcess2"/>
    <dgm:cxn modelId="{59F6707C-EB70-4560-A018-F665306E733F}" type="presOf" srcId="{40247257-1661-41DF-BC3F-06F46A6295A5}" destId="{91100A64-139A-4AC1-91C1-2699AF28B01F}" srcOrd="0" destOrd="0" presId="urn:microsoft.com/office/officeart/2005/8/layout/lProcess2"/>
    <dgm:cxn modelId="{2DD90791-3D65-4AA1-8474-506804C48981}" srcId="{EF9FD828-A0BF-43F8-ABC7-E1EE24F07C42}" destId="{9E4CCB87-75A5-457C-BDC5-A8C25CF38D41}" srcOrd="0" destOrd="0" parTransId="{85509985-5007-4FCE-9F75-D55B68BD8068}" sibTransId="{058D0969-B357-4198-95D8-1AC0533908A3}"/>
    <dgm:cxn modelId="{70F13194-7A6E-486B-8360-890B448C8894}" srcId="{B7CD8660-A82F-447D-981C-5B2CDD5A8369}" destId="{32370EA5-817D-41DE-9EF3-C264A87731CF}" srcOrd="1" destOrd="0" parTransId="{03A3A5FA-FFB8-46C3-96DE-56DAE975EDE7}" sibTransId="{419AECF9-1D06-4331-B260-344434C0B86D}"/>
    <dgm:cxn modelId="{20701399-F4BB-4D8F-A871-9C2987ECD531}" type="presOf" srcId="{2A5A9D7D-EC81-4243-B2DB-B59409C9188E}" destId="{68301150-8C06-4D05-AE88-8E675490E167}" srcOrd="0" destOrd="0" presId="urn:microsoft.com/office/officeart/2005/8/layout/lProcess2"/>
    <dgm:cxn modelId="{E68402A1-4AC8-4FD3-A843-D461FDD49522}" type="presOf" srcId="{B7CD8660-A82F-447D-981C-5B2CDD5A8369}" destId="{78297440-850E-4E7D-A73C-3BDBF8A885A3}" srcOrd="1" destOrd="0" presId="urn:microsoft.com/office/officeart/2005/8/layout/lProcess2"/>
    <dgm:cxn modelId="{6C2B18B8-F5D9-4CA0-B9A5-52BDC28A92E0}" type="presOf" srcId="{6C4D5FEA-09D2-4097-9411-60D8DB4F1437}" destId="{ADE1B550-A5E0-45B1-BFE2-E87B3945EF1D}" srcOrd="0" destOrd="0" presId="urn:microsoft.com/office/officeart/2005/8/layout/lProcess2"/>
    <dgm:cxn modelId="{77B501C7-FE5D-4C56-8F99-8215224FE410}" type="presOf" srcId="{0EDD2705-1EC9-49D2-AAF1-51B922F9F872}" destId="{7F9BE9A7-F9C4-49E1-9574-99360BA807BE}" srcOrd="1" destOrd="0" presId="urn:microsoft.com/office/officeart/2005/8/layout/lProcess2"/>
    <dgm:cxn modelId="{BA000ECF-19AD-4366-85A9-411D81A739F5}" srcId="{0EDD2705-1EC9-49D2-AAF1-51B922F9F872}" destId="{6BEBF612-AC28-4281-829A-886742483343}" srcOrd="2" destOrd="0" parTransId="{E18DC705-3A47-4D42-9974-13148F5BDD9B}" sibTransId="{2AD56649-164C-4A93-9FB5-2F6E05D7EA3D}"/>
    <dgm:cxn modelId="{CA3F40ED-0EC2-4C06-AFA7-76028DCA1983}" type="presOf" srcId="{32370EA5-817D-41DE-9EF3-C264A87731CF}" destId="{A0E6910F-4EF7-426B-8944-F0925D47BFB4}" srcOrd="0" destOrd="0" presId="urn:microsoft.com/office/officeart/2005/8/layout/lProcess2"/>
    <dgm:cxn modelId="{A222EBF0-F0CC-432E-B387-B929B4BF9BFB}" type="presOf" srcId="{6BEBF612-AC28-4281-829A-886742483343}" destId="{BA4E3C7D-B958-47BE-A1E4-9388CD7AE2AB}" srcOrd="0" destOrd="0" presId="urn:microsoft.com/office/officeart/2005/8/layout/lProcess2"/>
    <dgm:cxn modelId="{ACE6CAFE-F973-4697-A143-0402581DA6E3}" srcId="{BC73DC96-EFBB-441A-8E7E-3B8F200AC53F}" destId="{A909BAB4-7AB8-4F4A-A1BE-80F5C9707911}" srcOrd="1" destOrd="0" parTransId="{DB376E9E-0E54-483E-A0F9-96AB57DD8516}" sibTransId="{F5DD361B-132E-4A4F-8124-20C0CB155A00}"/>
    <dgm:cxn modelId="{34CDC3FF-48C5-465A-B580-A23D003B3FF2}" srcId="{0EDD2705-1EC9-49D2-AAF1-51B922F9F872}" destId="{6C4D5FEA-09D2-4097-9411-60D8DB4F1437}" srcOrd="3" destOrd="0" parTransId="{07825578-2206-46CD-9D27-FF5B995EB7A4}" sibTransId="{5001BCC1-2B94-4FDC-AF4C-1208250D3337}"/>
    <dgm:cxn modelId="{A0F84476-BF00-440B-835B-63BB8BDCB26E}" type="presParOf" srcId="{BA390A89-3D79-49A6-9BF0-599801F084EB}" destId="{DADCEE8B-376B-4586-A9E1-AAC7290F1D12}" srcOrd="0" destOrd="0" presId="urn:microsoft.com/office/officeart/2005/8/layout/lProcess2"/>
    <dgm:cxn modelId="{B5B71BAB-5AAB-46AB-988B-BE8E41D0A2B1}" type="presParOf" srcId="{DADCEE8B-376B-4586-A9E1-AAC7290F1D12}" destId="{8FABB9F9-868F-4D56-8A81-F1E0BA42E601}" srcOrd="0" destOrd="0" presId="urn:microsoft.com/office/officeart/2005/8/layout/lProcess2"/>
    <dgm:cxn modelId="{80B4AFC6-4463-482E-80CD-BED01CA47EFE}" type="presParOf" srcId="{DADCEE8B-376B-4586-A9E1-AAC7290F1D12}" destId="{7F9BE9A7-F9C4-49E1-9574-99360BA807BE}" srcOrd="1" destOrd="0" presId="urn:microsoft.com/office/officeart/2005/8/layout/lProcess2"/>
    <dgm:cxn modelId="{7A7E41AF-F656-4004-B216-D8803DFB79FE}" type="presParOf" srcId="{DADCEE8B-376B-4586-A9E1-AAC7290F1D12}" destId="{C1658941-B58C-4ADE-9588-815AE090FC7A}" srcOrd="2" destOrd="0" presId="urn:microsoft.com/office/officeart/2005/8/layout/lProcess2"/>
    <dgm:cxn modelId="{12524258-EE2A-461F-8F52-8856B0BCB6FD}" type="presParOf" srcId="{C1658941-B58C-4ADE-9588-815AE090FC7A}" destId="{233FCEB1-6038-4072-B22C-BCD213C74D4D}" srcOrd="0" destOrd="0" presId="urn:microsoft.com/office/officeart/2005/8/layout/lProcess2"/>
    <dgm:cxn modelId="{02881F1A-04F1-45CF-843E-91944313FEFC}" type="presParOf" srcId="{233FCEB1-6038-4072-B22C-BCD213C74D4D}" destId="{91100A64-139A-4AC1-91C1-2699AF28B01F}" srcOrd="0" destOrd="0" presId="urn:microsoft.com/office/officeart/2005/8/layout/lProcess2"/>
    <dgm:cxn modelId="{147E6A79-3B5D-45D0-B91A-482F684F1FCC}" type="presParOf" srcId="{233FCEB1-6038-4072-B22C-BCD213C74D4D}" destId="{B8851E19-C2AB-43F3-A733-9922ED89E360}" srcOrd="1" destOrd="0" presId="urn:microsoft.com/office/officeart/2005/8/layout/lProcess2"/>
    <dgm:cxn modelId="{68A648D8-B9EE-424B-B980-6C98A937E2B5}" type="presParOf" srcId="{233FCEB1-6038-4072-B22C-BCD213C74D4D}" destId="{7EBF8282-17D2-438B-95FF-BAC2AE4F3FBC}" srcOrd="2" destOrd="0" presId="urn:microsoft.com/office/officeart/2005/8/layout/lProcess2"/>
    <dgm:cxn modelId="{CAA69C57-F979-48C3-8FA0-15ADDC2938E2}" type="presParOf" srcId="{233FCEB1-6038-4072-B22C-BCD213C74D4D}" destId="{A069312A-67CC-45AA-BFE6-2053F852EE2C}" srcOrd="3" destOrd="0" presId="urn:microsoft.com/office/officeart/2005/8/layout/lProcess2"/>
    <dgm:cxn modelId="{707DB5B7-A20F-4281-8DFC-0EF6DDEBF996}" type="presParOf" srcId="{233FCEB1-6038-4072-B22C-BCD213C74D4D}" destId="{BA4E3C7D-B958-47BE-A1E4-9388CD7AE2AB}" srcOrd="4" destOrd="0" presId="urn:microsoft.com/office/officeart/2005/8/layout/lProcess2"/>
    <dgm:cxn modelId="{D30E7DC2-CDB5-470C-B3FF-FAFA36BAA687}" type="presParOf" srcId="{233FCEB1-6038-4072-B22C-BCD213C74D4D}" destId="{DB2BBE61-ED4A-48FD-9654-8EBD33838037}" srcOrd="5" destOrd="0" presId="urn:microsoft.com/office/officeart/2005/8/layout/lProcess2"/>
    <dgm:cxn modelId="{B3BCA067-FD64-4E05-8570-D104AFC34AEB}" type="presParOf" srcId="{233FCEB1-6038-4072-B22C-BCD213C74D4D}" destId="{ADE1B550-A5E0-45B1-BFE2-E87B3945EF1D}" srcOrd="6" destOrd="0" presId="urn:microsoft.com/office/officeart/2005/8/layout/lProcess2"/>
    <dgm:cxn modelId="{17B04053-87C4-4772-8447-D28330784C88}" type="presParOf" srcId="{BA390A89-3D79-49A6-9BF0-599801F084EB}" destId="{71044B30-3AC2-445D-B936-F7903BC3D17D}" srcOrd="1" destOrd="0" presId="urn:microsoft.com/office/officeart/2005/8/layout/lProcess2"/>
    <dgm:cxn modelId="{EE9A414A-B4A6-4CA5-9C28-524BC591A35C}" type="presParOf" srcId="{BA390A89-3D79-49A6-9BF0-599801F084EB}" destId="{8E3DC331-CA4C-4438-976B-785F3287BD1D}" srcOrd="2" destOrd="0" presId="urn:microsoft.com/office/officeart/2005/8/layout/lProcess2"/>
    <dgm:cxn modelId="{53866860-EB6E-4908-B9CA-2EF65E4B9749}" type="presParOf" srcId="{8E3DC331-CA4C-4438-976B-785F3287BD1D}" destId="{E7DCD616-0639-48DE-9F93-B45AC0464A57}" srcOrd="0" destOrd="0" presId="urn:microsoft.com/office/officeart/2005/8/layout/lProcess2"/>
    <dgm:cxn modelId="{AB77F00A-E5D1-4E6D-B8D2-0D2671E9B1C5}" type="presParOf" srcId="{8E3DC331-CA4C-4438-976B-785F3287BD1D}" destId="{5C2C466B-9D60-484B-9786-695675F7A92E}" srcOrd="1" destOrd="0" presId="urn:microsoft.com/office/officeart/2005/8/layout/lProcess2"/>
    <dgm:cxn modelId="{2E815D90-31C4-4EDB-8F26-DCC88E3BAE66}" type="presParOf" srcId="{8E3DC331-CA4C-4438-976B-785F3287BD1D}" destId="{685AE8C4-BA1D-438B-87FE-1425489EFA29}" srcOrd="2" destOrd="0" presId="urn:microsoft.com/office/officeart/2005/8/layout/lProcess2"/>
    <dgm:cxn modelId="{9BD9634A-60F8-4793-95CC-68A5818E3FF0}" type="presParOf" srcId="{685AE8C4-BA1D-438B-87FE-1425489EFA29}" destId="{EFCF8995-AB51-40BF-9AFE-61D45508CDB7}" srcOrd="0" destOrd="0" presId="urn:microsoft.com/office/officeart/2005/8/layout/lProcess2"/>
    <dgm:cxn modelId="{71060027-C637-47EE-B78B-B7EF40E82C96}" type="presParOf" srcId="{EFCF8995-AB51-40BF-9AFE-61D45508CDB7}" destId="{0330B109-69E3-46F3-9D83-10671A7EBE70}" srcOrd="0" destOrd="0" presId="urn:microsoft.com/office/officeart/2005/8/layout/lProcess2"/>
    <dgm:cxn modelId="{F9A6C117-2198-48FE-9D60-438FB990396A}" type="presParOf" srcId="{EFCF8995-AB51-40BF-9AFE-61D45508CDB7}" destId="{BCD2FFD0-E01F-4FE1-B85E-CD1F2FB6B95D}" srcOrd="1" destOrd="0" presId="urn:microsoft.com/office/officeart/2005/8/layout/lProcess2"/>
    <dgm:cxn modelId="{30B65E0F-974F-4A57-A9C9-60042AE4F081}" type="presParOf" srcId="{EFCF8995-AB51-40BF-9AFE-61D45508CDB7}" destId="{68301150-8C06-4D05-AE88-8E675490E167}" srcOrd="2" destOrd="0" presId="urn:microsoft.com/office/officeart/2005/8/layout/lProcess2"/>
    <dgm:cxn modelId="{2765A504-56C1-4159-97FF-5953BBFA74AE}" type="presParOf" srcId="{BA390A89-3D79-49A6-9BF0-599801F084EB}" destId="{F22594D1-FE25-4683-B459-4ADAA993861D}" srcOrd="3" destOrd="0" presId="urn:microsoft.com/office/officeart/2005/8/layout/lProcess2"/>
    <dgm:cxn modelId="{87075AE3-5322-4F43-B199-33208C29888A}" type="presParOf" srcId="{BA390A89-3D79-49A6-9BF0-599801F084EB}" destId="{8278D786-3C1D-405E-B26F-3F37CDDEB2D0}" srcOrd="4" destOrd="0" presId="urn:microsoft.com/office/officeart/2005/8/layout/lProcess2"/>
    <dgm:cxn modelId="{15017C47-3E33-40D1-A64C-6F7F9E189DDF}" type="presParOf" srcId="{8278D786-3C1D-405E-B26F-3F37CDDEB2D0}" destId="{5CC9F1A6-8682-4B7D-8924-5FD7B0F2E6E3}" srcOrd="0" destOrd="0" presId="urn:microsoft.com/office/officeart/2005/8/layout/lProcess2"/>
    <dgm:cxn modelId="{6C5157A1-6AE7-4340-875A-E477AF8C2834}" type="presParOf" srcId="{8278D786-3C1D-405E-B26F-3F37CDDEB2D0}" destId="{78297440-850E-4E7D-A73C-3BDBF8A885A3}" srcOrd="1" destOrd="0" presId="urn:microsoft.com/office/officeart/2005/8/layout/lProcess2"/>
    <dgm:cxn modelId="{F213D4C5-D21E-4E1E-8299-C5DC6CB3024B}" type="presParOf" srcId="{8278D786-3C1D-405E-B26F-3F37CDDEB2D0}" destId="{306CF67D-F783-4135-89F8-E25852A317F1}" srcOrd="2" destOrd="0" presId="urn:microsoft.com/office/officeart/2005/8/layout/lProcess2"/>
    <dgm:cxn modelId="{1DBDEB3E-3B8D-41E6-9D93-70F1CF60CB3E}" type="presParOf" srcId="{306CF67D-F783-4135-89F8-E25852A317F1}" destId="{A869A60F-442C-4381-9B8B-FE1F58AE1EAE}" srcOrd="0" destOrd="0" presId="urn:microsoft.com/office/officeart/2005/8/layout/lProcess2"/>
    <dgm:cxn modelId="{89B9E271-2560-426B-B1D2-CB0CACA14B4E}" type="presParOf" srcId="{A869A60F-442C-4381-9B8B-FE1F58AE1EAE}" destId="{C9B82C22-048B-44CC-93D4-E3DD9EDD135B}" srcOrd="0" destOrd="0" presId="urn:microsoft.com/office/officeart/2005/8/layout/lProcess2"/>
    <dgm:cxn modelId="{7CD6A549-FBD9-4D89-B821-8E2CB3E7EE36}" type="presParOf" srcId="{A869A60F-442C-4381-9B8B-FE1F58AE1EAE}" destId="{61EE1723-1AB1-41FA-B1E3-C3871ECD38E9}" srcOrd="1" destOrd="0" presId="urn:microsoft.com/office/officeart/2005/8/layout/lProcess2"/>
    <dgm:cxn modelId="{77DCA128-938F-4C44-8AD6-EC8C95149B30}" type="presParOf" srcId="{A869A60F-442C-4381-9B8B-FE1F58AE1EAE}" destId="{A0E6910F-4EF7-426B-8944-F0925D47BFB4}" srcOrd="2" destOrd="0" presId="urn:microsoft.com/office/officeart/2005/8/layout/lProcess2"/>
    <dgm:cxn modelId="{A3C33457-2466-4B0F-8DA4-341A1624A3FC}" type="presParOf" srcId="{BA390A89-3D79-49A6-9BF0-599801F084EB}" destId="{7526F33C-7D03-41DA-BAEE-76D5EF7AC2C8}" srcOrd="5" destOrd="0" presId="urn:microsoft.com/office/officeart/2005/8/layout/lProcess2"/>
    <dgm:cxn modelId="{F236B8DA-23A3-4287-B18B-52C1ECF37A9F}" type="presParOf" srcId="{BA390A89-3D79-49A6-9BF0-599801F084EB}" destId="{35513678-CA66-489F-8A5F-32789A982F69}" srcOrd="6" destOrd="0" presId="urn:microsoft.com/office/officeart/2005/8/layout/lProcess2"/>
    <dgm:cxn modelId="{409DBA6C-0B89-4ACC-A0C9-79DD16DD05CD}" type="presParOf" srcId="{35513678-CA66-489F-8A5F-32789A982F69}" destId="{D0E1A1A4-4EF7-46C0-9CCC-7F1571CB10F9}" srcOrd="0" destOrd="0" presId="urn:microsoft.com/office/officeart/2005/8/layout/lProcess2"/>
    <dgm:cxn modelId="{9873BCB6-8A87-45E0-8B70-ADBCC0A84E73}" type="presParOf" srcId="{35513678-CA66-489F-8A5F-32789A982F69}" destId="{D6B3AB59-F5BE-44B9-94BB-CB534185F388}" srcOrd="1" destOrd="0" presId="urn:microsoft.com/office/officeart/2005/8/layout/lProcess2"/>
    <dgm:cxn modelId="{5A7584AF-5694-49B2-9716-E149A376FAA4}" type="presParOf" srcId="{35513678-CA66-489F-8A5F-32789A982F69}" destId="{83A7823E-95E7-482F-A4B8-43AE927D54AC}" srcOrd="2" destOrd="0" presId="urn:microsoft.com/office/officeart/2005/8/layout/lProcess2"/>
    <dgm:cxn modelId="{75DA13DB-D054-4873-9355-9552AC941DED}" type="presParOf" srcId="{83A7823E-95E7-482F-A4B8-43AE927D54AC}" destId="{346AD43C-AB4C-4220-AF41-83B4097A0EA4}" srcOrd="0" destOrd="0" presId="urn:microsoft.com/office/officeart/2005/8/layout/lProcess2"/>
    <dgm:cxn modelId="{26A6B947-804B-48E4-89E1-F142014D0D1D}" type="presParOf" srcId="{346AD43C-AB4C-4220-AF41-83B4097A0EA4}" destId="{F3DF3EE7-C3E1-4556-B5E5-D675D9659B6D}" srcOrd="0" destOrd="0" presId="urn:microsoft.com/office/officeart/2005/8/layout/lProcess2"/>
    <dgm:cxn modelId="{D2F33199-8CA2-4BC2-8BE3-0E845FD3B2B4}" type="presParOf" srcId="{346AD43C-AB4C-4220-AF41-83B4097A0EA4}" destId="{FA01CE40-6491-49F5-B5F7-EA2AD4F6B25F}" srcOrd="1" destOrd="0" presId="urn:microsoft.com/office/officeart/2005/8/layout/lProcess2"/>
    <dgm:cxn modelId="{8CC3C6D9-4CFD-4010-9D06-B885F09CB31F}" type="presParOf" srcId="{346AD43C-AB4C-4220-AF41-83B4097A0EA4}" destId="{B2301BB8-8C5A-4642-99B6-6B3BE9385CA1}"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4" qsCatId="simple" csTypeId="urn:microsoft.com/office/officeart/2005/8/colors/accent0_1" csCatId="mainScheme" phldr="1"/>
      <dgm:spPr/>
      <dgm:t>
        <a:bodyPr/>
        <a:lstStyle/>
        <a:p>
          <a:endParaRPr lang="en-US"/>
        </a:p>
      </dgm:t>
    </dgm:pt>
    <dgm:pt modelId="{1C76DC10-B192-4CB8-BDD4-43D705326175}">
      <dgm:prSet/>
      <dgm:spPr>
        <a:solidFill>
          <a:schemeClr val="bg1"/>
        </a:solidFill>
      </dgm:spPr>
      <dgm:t>
        <a:bodyPr/>
        <a:lstStyle/>
        <a:p>
          <a:pPr algn="ctr"/>
          <a:r>
            <a:rPr lang="en-US" noProof="0" dirty="0"/>
            <a:t>Development</a:t>
          </a:r>
        </a:p>
      </dgm:t>
    </dgm:pt>
    <dgm:pt modelId="{9B6515FC-BAB6-49BD-B614-8D99B5FBDBDE}" type="parTrans" cxnId="{49F84BCF-56D4-4716-881A-8D03E4FD0021}">
      <dgm:prSet/>
      <dgm:spPr/>
      <dgm:t>
        <a:bodyPr/>
        <a:lstStyle/>
        <a:p>
          <a:pPr algn="ctr"/>
          <a:endParaRPr lang="en-US" noProof="0"/>
        </a:p>
      </dgm:t>
    </dgm:pt>
    <dgm:pt modelId="{0F91D73B-DCE4-4F8F-9696-95E8CA55567C}" type="sibTrans" cxnId="{49F84BCF-56D4-4716-881A-8D03E4FD0021}">
      <dgm:prSet/>
      <dgm:spPr/>
      <dgm:t>
        <a:bodyPr/>
        <a:lstStyle/>
        <a:p>
          <a:pPr algn="ctr"/>
          <a:endParaRPr lang="en-US" noProof="0"/>
        </a:p>
      </dgm:t>
    </dgm:pt>
    <dgm:pt modelId="{22AAB52A-F50E-450E-A45B-AA76C6E60155}">
      <dgm:prSet/>
      <dgm:spPr>
        <a:solidFill>
          <a:schemeClr val="bg1"/>
        </a:solidFill>
      </dgm:spPr>
      <dgm:t>
        <a:bodyPr/>
        <a:lstStyle/>
        <a:p>
          <a:pPr algn="ctr"/>
          <a:r>
            <a:rPr lang="en-US" noProof="0" dirty="0"/>
            <a:t>Software project</a:t>
          </a:r>
        </a:p>
      </dgm:t>
    </dgm:pt>
    <dgm:pt modelId="{111B3508-DF67-4D45-82A6-7B60B4D41864}" type="parTrans" cxnId="{AEC67096-20FC-480D-97F0-F2F564BD9E8A}">
      <dgm:prSet/>
      <dgm:spPr/>
      <dgm:t>
        <a:bodyPr/>
        <a:lstStyle/>
        <a:p>
          <a:pPr algn="ctr"/>
          <a:endParaRPr lang="en-US" noProof="0"/>
        </a:p>
      </dgm:t>
    </dgm:pt>
    <dgm:pt modelId="{773A98D1-1721-4740-BBBC-EE4ECE532058}" type="sibTrans" cxnId="{AEC67096-20FC-480D-97F0-F2F564BD9E8A}">
      <dgm:prSet/>
      <dgm:spPr/>
      <dgm:t>
        <a:bodyPr/>
        <a:lstStyle/>
        <a:p>
          <a:pPr algn="ctr"/>
          <a:endParaRPr lang="en-US" noProof="0"/>
        </a:p>
      </dgm:t>
    </dgm:pt>
    <dgm:pt modelId="{78C4697E-42E3-4CD6-8626-1B95ABCFBAEE}">
      <dgm:prSet/>
      <dgm:spPr>
        <a:solidFill>
          <a:schemeClr val="bg1"/>
        </a:solidFill>
      </dgm:spPr>
      <dgm:t>
        <a:bodyPr/>
        <a:lstStyle/>
        <a:p>
          <a:pPr algn="ctr"/>
          <a:r>
            <a:rPr lang="en-US" noProof="0" dirty="0"/>
            <a:t>System Test</a:t>
          </a:r>
        </a:p>
      </dgm:t>
    </dgm:pt>
    <dgm:pt modelId="{8A2823D3-0319-40D7-99A2-677B9C1E7C97}" type="parTrans" cxnId="{4A4426A8-2F36-4935-9726-DFCE8F41E836}">
      <dgm:prSet/>
      <dgm:spPr/>
      <dgm:t>
        <a:bodyPr/>
        <a:lstStyle/>
        <a:p>
          <a:pPr algn="ctr"/>
          <a:endParaRPr lang="en-US" noProof="0"/>
        </a:p>
      </dgm:t>
    </dgm:pt>
    <dgm:pt modelId="{E49278E8-4C74-4CB2-80A2-3456757BC598}" type="sibTrans" cxnId="{4A4426A8-2F36-4935-9726-DFCE8F41E836}">
      <dgm:prSet/>
      <dgm:spPr/>
      <dgm:t>
        <a:bodyPr/>
        <a:lstStyle/>
        <a:p>
          <a:pPr algn="ctr"/>
          <a:endParaRPr lang="en-US" noProof="0"/>
        </a:p>
      </dgm:t>
    </dgm:pt>
    <dgm:pt modelId="{8423AC5B-65BB-44BA-85C8-B8F2C1D799F9}">
      <dgm:prSet/>
      <dgm:spPr/>
      <dgm:t>
        <a:bodyPr/>
        <a:lstStyle/>
        <a:p>
          <a:pPr algn="ctr"/>
          <a:r>
            <a:rPr lang="en-US" noProof="0" dirty="0"/>
            <a:t>Analysis (modelling) </a:t>
          </a:r>
        </a:p>
      </dgm:t>
    </dgm:pt>
    <dgm:pt modelId="{98E64B81-CF24-49AB-A88A-228C9A8CA780}" type="parTrans" cxnId="{12752EE7-4C9A-4006-B2AE-B5551DF3FF82}">
      <dgm:prSet/>
      <dgm:spPr/>
      <dgm:t>
        <a:bodyPr/>
        <a:lstStyle/>
        <a:p>
          <a:pPr algn="ctr"/>
          <a:endParaRPr lang="en-US" noProof="0"/>
        </a:p>
      </dgm:t>
    </dgm:pt>
    <dgm:pt modelId="{37318783-7077-401B-9007-0BCCE6BB03B7}" type="sibTrans" cxnId="{12752EE7-4C9A-4006-B2AE-B5551DF3FF82}">
      <dgm:prSet/>
      <dgm:spPr/>
      <dgm:t>
        <a:bodyPr/>
        <a:lstStyle/>
        <a:p>
          <a:pPr algn="ctr"/>
          <a:endParaRPr lang="en-US" noProof="0"/>
        </a:p>
      </dgm:t>
    </dgm:pt>
    <dgm:pt modelId="{268E09D4-B195-4285-9E77-5AF03B259B78}">
      <dgm:prSet/>
      <dgm:spPr>
        <a:solidFill>
          <a:schemeClr val="bg1"/>
        </a:solidFill>
      </dgm:spPr>
      <dgm:t>
        <a:bodyPr/>
        <a:lstStyle/>
        <a:p>
          <a:pPr algn="ctr"/>
          <a:r>
            <a:rPr lang="en-US" noProof="0" dirty="0"/>
            <a:t>Miscellaneous</a:t>
          </a:r>
        </a:p>
      </dgm:t>
    </dgm:pt>
    <dgm:pt modelId="{59EB9DB8-C2C7-4E9C-A643-EC131CC992EF}" type="parTrans" cxnId="{829AFB9C-CD4D-43A4-ACAB-2B18E58F94CF}">
      <dgm:prSet/>
      <dgm:spPr/>
      <dgm:t>
        <a:bodyPr/>
        <a:lstStyle/>
        <a:p>
          <a:pPr algn="ctr"/>
          <a:endParaRPr lang="en-US" noProof="0"/>
        </a:p>
      </dgm:t>
    </dgm:pt>
    <dgm:pt modelId="{4B1F4B06-695C-4128-B1E8-155DEDF8A7EB}" type="sibTrans" cxnId="{829AFB9C-CD4D-43A4-ACAB-2B18E58F94CF}">
      <dgm:prSet/>
      <dgm:spPr/>
      <dgm:t>
        <a:bodyPr/>
        <a:lstStyle/>
        <a:p>
          <a:pPr algn="ctr"/>
          <a:endParaRPr lang="en-US" noProof="0"/>
        </a:p>
      </dgm:t>
    </dgm:pt>
    <dgm:pt modelId="{851C9D6E-AC63-4942-A4BE-E6721A22670E}">
      <dgm:prSet/>
      <dgm:spPr>
        <a:solidFill>
          <a:schemeClr val="bg1"/>
        </a:solidFill>
      </dgm:spPr>
      <dgm:t>
        <a:bodyPr/>
        <a:lstStyle/>
        <a:p>
          <a:pPr algn="ctr"/>
          <a:r>
            <a:rPr lang="en-US" noProof="0" dirty="0"/>
            <a:t>User Test</a:t>
          </a:r>
        </a:p>
      </dgm:t>
    </dgm:pt>
    <dgm:pt modelId="{93FA9CFA-3713-4C93-B0FB-EB826ABE93C4}" type="parTrans" cxnId="{8E3F17B4-7549-4018-A69F-1C6BCD1662C9}">
      <dgm:prSet/>
      <dgm:spPr/>
      <dgm:t>
        <a:bodyPr/>
        <a:lstStyle/>
        <a:p>
          <a:endParaRPr lang="en-US" noProof="0"/>
        </a:p>
      </dgm:t>
    </dgm:pt>
    <dgm:pt modelId="{E67CB3FC-871F-48D3-8F22-E65AC355491E}" type="sibTrans" cxnId="{8E3F17B4-7549-4018-A69F-1C6BCD1662C9}">
      <dgm:prSet/>
      <dgm:spPr/>
      <dgm:t>
        <a:bodyPr/>
        <a:lstStyle/>
        <a:p>
          <a:endParaRPr lang="en-US" noProof="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E95947F9-CA5D-4795-85CE-FCECB108168D}" type="pres">
      <dgm:prSet presAssocID="{22AAB52A-F50E-450E-A45B-AA76C6E60155}" presName="hierRoot1" presStyleCnt="0">
        <dgm:presLayoutVars>
          <dgm:hierBranch val="hang"/>
        </dgm:presLayoutVars>
      </dgm:prSet>
      <dgm:spPr/>
    </dgm:pt>
    <dgm:pt modelId="{FABBDDB7-1948-46A3-BE86-2A2D810CB5A7}" type="pres">
      <dgm:prSet presAssocID="{22AAB52A-F50E-450E-A45B-AA76C6E60155}" presName="rootComposite1" presStyleCnt="0"/>
      <dgm:spPr/>
    </dgm:pt>
    <dgm:pt modelId="{50056D3E-F833-48AD-B9F8-9AC42108810D}" type="pres">
      <dgm:prSet presAssocID="{22AAB52A-F50E-450E-A45B-AA76C6E60155}" presName="rootText1" presStyleLbl="node0" presStyleIdx="0" presStyleCnt="1">
        <dgm:presLayoutVars>
          <dgm:chPref val="3"/>
        </dgm:presLayoutVars>
      </dgm:prSet>
      <dgm:spPr/>
    </dgm:pt>
    <dgm:pt modelId="{B75C6FC2-DEF1-4FCC-BF30-443720510EBF}" type="pres">
      <dgm:prSet presAssocID="{22AAB52A-F50E-450E-A45B-AA76C6E60155}" presName="rootConnector1" presStyleLbl="node1" presStyleIdx="0" presStyleCnt="0"/>
      <dgm:spPr/>
    </dgm:pt>
    <dgm:pt modelId="{7098E12F-766C-41A9-8089-D2460BC01F37}" type="pres">
      <dgm:prSet presAssocID="{22AAB52A-F50E-450E-A45B-AA76C6E60155}" presName="hierChild2" presStyleCnt="0"/>
      <dgm:spPr/>
    </dgm:pt>
    <dgm:pt modelId="{10AD3E5E-93B0-4F18-8833-DA16286B3771}" type="pres">
      <dgm:prSet presAssocID="{98E64B81-CF24-49AB-A88A-228C9A8CA780}" presName="Name48" presStyleLbl="parChTrans1D2" presStyleIdx="0" presStyleCnt="5"/>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2" presStyleIdx="0" presStyleCnt="5">
        <dgm:presLayoutVars>
          <dgm:chPref val="3"/>
        </dgm:presLayoutVars>
      </dgm:prSet>
      <dgm:spPr/>
    </dgm:pt>
    <dgm:pt modelId="{1F827E1E-DE28-4629-93A9-7862FAB5F676}" type="pres">
      <dgm:prSet presAssocID="{8423AC5B-65BB-44BA-85C8-B8F2C1D799F9}" presName="rootConnector" presStyleLbl="node2" presStyleIdx="0" presStyleCnt="5"/>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2FA1F3A3-39E9-4835-AFE6-D173F45BFC7B}" type="pres">
      <dgm:prSet presAssocID="{9B6515FC-BAB6-49BD-B614-8D99B5FBDBDE}" presName="Name48" presStyleLbl="parChTrans1D2" presStyleIdx="1" presStyleCnt="5"/>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2" presStyleIdx="1" presStyleCnt="5">
        <dgm:presLayoutVars>
          <dgm:chPref val="3"/>
        </dgm:presLayoutVars>
      </dgm:prSet>
      <dgm:spPr/>
    </dgm:pt>
    <dgm:pt modelId="{E2521828-141C-4DD9-A0FF-550F879D8B65}" type="pres">
      <dgm:prSet presAssocID="{1C76DC10-B192-4CB8-BDD4-43D705326175}" presName="rootConnector" presStyleLbl="node2" presStyleIdx="1" presStyleCnt="5"/>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D5803F7E-AD5E-4AFE-BD71-487AA73BCA53}" type="pres">
      <dgm:prSet presAssocID="{8A2823D3-0319-40D7-99A2-677B9C1E7C97}" presName="Name48" presStyleLbl="parChTrans1D2" presStyleIdx="2" presStyleCnt="5"/>
      <dgm:spPr/>
    </dgm:pt>
    <dgm:pt modelId="{BAACD408-B096-4219-B995-CBE13FEF9E0C}" type="pres">
      <dgm:prSet presAssocID="{78C4697E-42E3-4CD6-8626-1B95ABCFBAEE}" presName="hierRoot2" presStyleCnt="0">
        <dgm:presLayoutVars>
          <dgm:hierBranch val="init"/>
        </dgm:presLayoutVars>
      </dgm:prSet>
      <dgm:spPr/>
    </dgm:pt>
    <dgm:pt modelId="{7C76DD35-9C28-4088-8305-CB44319A8F6B}" type="pres">
      <dgm:prSet presAssocID="{78C4697E-42E3-4CD6-8626-1B95ABCFBAEE}" presName="rootComposite" presStyleCnt="0"/>
      <dgm:spPr/>
    </dgm:pt>
    <dgm:pt modelId="{2A5F8A13-F793-4295-A576-C273F1E67E53}" type="pres">
      <dgm:prSet presAssocID="{78C4697E-42E3-4CD6-8626-1B95ABCFBAEE}" presName="rootText" presStyleLbl="node2" presStyleIdx="2" presStyleCnt="5">
        <dgm:presLayoutVars>
          <dgm:chPref val="3"/>
        </dgm:presLayoutVars>
      </dgm:prSet>
      <dgm:spPr/>
    </dgm:pt>
    <dgm:pt modelId="{DF2A5A38-E9AD-4E0D-8664-8243B6A76EE9}" type="pres">
      <dgm:prSet presAssocID="{78C4697E-42E3-4CD6-8626-1B95ABCFBAEE}" presName="rootConnector" presStyleLbl="node2" presStyleIdx="2" presStyleCnt="5"/>
      <dgm:spPr/>
    </dgm:pt>
    <dgm:pt modelId="{25DCDDB0-7223-429E-8111-32F0DC3DFAA9}" type="pres">
      <dgm:prSet presAssocID="{78C4697E-42E3-4CD6-8626-1B95ABCFBAEE}" presName="hierChild4" presStyleCnt="0"/>
      <dgm:spPr/>
    </dgm:pt>
    <dgm:pt modelId="{91C4CFE2-D764-43CD-B65A-522F70B2D2C2}" type="pres">
      <dgm:prSet presAssocID="{78C4697E-42E3-4CD6-8626-1B95ABCFBAEE}" presName="hierChild5" presStyleCnt="0"/>
      <dgm:spPr/>
    </dgm:pt>
    <dgm:pt modelId="{A9743945-5D42-4C9E-80E2-15361687280E}" type="pres">
      <dgm:prSet presAssocID="{93FA9CFA-3713-4C93-B0FB-EB826ABE93C4}" presName="Name48" presStyleLbl="parChTrans1D2" presStyleIdx="3" presStyleCnt="5"/>
      <dgm:spPr/>
    </dgm:pt>
    <dgm:pt modelId="{A5B3533E-C7CF-46F3-81CA-B527422E6570}" type="pres">
      <dgm:prSet presAssocID="{851C9D6E-AC63-4942-A4BE-E6721A22670E}" presName="hierRoot2" presStyleCnt="0">
        <dgm:presLayoutVars>
          <dgm:hierBranch val="init"/>
        </dgm:presLayoutVars>
      </dgm:prSet>
      <dgm:spPr/>
    </dgm:pt>
    <dgm:pt modelId="{7D9836D0-FEAF-45C5-96B9-BF85B4C5E630}" type="pres">
      <dgm:prSet presAssocID="{851C9D6E-AC63-4942-A4BE-E6721A22670E}" presName="rootComposite" presStyleCnt="0"/>
      <dgm:spPr/>
    </dgm:pt>
    <dgm:pt modelId="{2907B370-BA96-40F4-A66F-C111E7FDFAAE}" type="pres">
      <dgm:prSet presAssocID="{851C9D6E-AC63-4942-A4BE-E6721A22670E}" presName="rootText" presStyleLbl="node2" presStyleIdx="3" presStyleCnt="5">
        <dgm:presLayoutVars>
          <dgm:chPref val="3"/>
        </dgm:presLayoutVars>
      </dgm:prSet>
      <dgm:spPr/>
    </dgm:pt>
    <dgm:pt modelId="{10E23348-0F19-4FD3-A71D-F48223639FF9}" type="pres">
      <dgm:prSet presAssocID="{851C9D6E-AC63-4942-A4BE-E6721A22670E}" presName="rootConnector" presStyleLbl="node2" presStyleIdx="3" presStyleCnt="5"/>
      <dgm:spPr/>
    </dgm:pt>
    <dgm:pt modelId="{3D69BB98-EFF5-452C-9AC5-11BC881590C9}" type="pres">
      <dgm:prSet presAssocID="{851C9D6E-AC63-4942-A4BE-E6721A22670E}" presName="hierChild4" presStyleCnt="0"/>
      <dgm:spPr/>
    </dgm:pt>
    <dgm:pt modelId="{7F0430B4-7899-4BA1-A17D-366D05A80803}" type="pres">
      <dgm:prSet presAssocID="{851C9D6E-AC63-4942-A4BE-E6721A22670E}" presName="hierChild5" presStyleCnt="0"/>
      <dgm:spPr/>
    </dgm:pt>
    <dgm:pt modelId="{65572B96-E9BE-4A2E-80A7-76EB4CDA57E5}" type="pres">
      <dgm:prSet presAssocID="{59EB9DB8-C2C7-4E9C-A643-EC131CC992EF}" presName="Name48" presStyleLbl="parChTrans1D2" presStyleIdx="4" presStyleCnt="5"/>
      <dgm:spPr/>
    </dgm:pt>
    <dgm:pt modelId="{E6BE0463-F71A-4C3D-B8A4-3E45757C3D76}" type="pres">
      <dgm:prSet presAssocID="{268E09D4-B195-4285-9E77-5AF03B259B78}" presName="hierRoot2" presStyleCnt="0">
        <dgm:presLayoutVars>
          <dgm:hierBranch val="init"/>
        </dgm:presLayoutVars>
      </dgm:prSet>
      <dgm:spPr/>
    </dgm:pt>
    <dgm:pt modelId="{E95B49CA-2456-4C0C-A33C-0A5A67DFA6B5}" type="pres">
      <dgm:prSet presAssocID="{268E09D4-B195-4285-9E77-5AF03B259B78}" presName="rootComposite" presStyleCnt="0"/>
      <dgm:spPr/>
    </dgm:pt>
    <dgm:pt modelId="{9CAAEC64-6ADE-4DAC-BE74-9BCA6018D400}" type="pres">
      <dgm:prSet presAssocID="{268E09D4-B195-4285-9E77-5AF03B259B78}" presName="rootText" presStyleLbl="node2" presStyleIdx="4" presStyleCnt="5">
        <dgm:presLayoutVars>
          <dgm:chPref val="3"/>
        </dgm:presLayoutVars>
      </dgm:prSet>
      <dgm:spPr/>
    </dgm:pt>
    <dgm:pt modelId="{94D5B0F4-9D2A-458E-9B88-FC8AAF20F7B6}" type="pres">
      <dgm:prSet presAssocID="{268E09D4-B195-4285-9E77-5AF03B259B78}" presName="rootConnector" presStyleLbl="node2" presStyleIdx="4" presStyleCnt="5"/>
      <dgm:spPr/>
    </dgm:pt>
    <dgm:pt modelId="{0C10DD0F-90CF-4DEB-AA67-F08B332467F1}" type="pres">
      <dgm:prSet presAssocID="{268E09D4-B195-4285-9E77-5AF03B259B78}" presName="hierChild4" presStyleCnt="0"/>
      <dgm:spPr/>
    </dgm:pt>
    <dgm:pt modelId="{768A947B-E41E-418F-BEA9-99599E6C8BA8}" type="pres">
      <dgm:prSet presAssocID="{268E09D4-B195-4285-9E77-5AF03B259B78}" presName="hierChild5" presStyleCnt="0"/>
      <dgm:spPr/>
    </dgm:pt>
    <dgm:pt modelId="{93C2798C-5F1C-4177-989B-1D7194067877}" type="pres">
      <dgm:prSet presAssocID="{22AAB52A-F50E-450E-A45B-AA76C6E60155}" presName="hierChild3" presStyleCnt="0"/>
      <dgm:spPr/>
    </dgm:pt>
  </dgm:ptLst>
  <dgm:cxnLst>
    <dgm:cxn modelId="{F1234C00-576E-4C4F-91C6-344C3C3AC4DF}" type="presOf" srcId="{268E09D4-B195-4285-9E77-5AF03B259B78}" destId="{9CAAEC64-6ADE-4DAC-BE74-9BCA6018D400}" srcOrd="0" destOrd="0" presId="urn:microsoft.com/office/officeart/2005/8/layout/orgChart1"/>
    <dgm:cxn modelId="{77A7BB05-C86F-49CC-98A2-A7E3A97FE3EC}" type="presOf" srcId="{78C4697E-42E3-4CD6-8626-1B95ABCFBAEE}" destId="{2A5F8A13-F793-4295-A576-C273F1E67E53}" srcOrd="0" destOrd="0" presId="urn:microsoft.com/office/officeart/2005/8/layout/orgChart1"/>
    <dgm:cxn modelId="{0F87640B-AC7D-41C6-B538-F5926C67344B}" type="presOf" srcId="{59EB9DB8-C2C7-4E9C-A643-EC131CC992EF}" destId="{65572B96-E9BE-4A2E-80A7-76EB4CDA57E5}" srcOrd="0" destOrd="0" presId="urn:microsoft.com/office/officeart/2005/8/layout/orgChart1"/>
    <dgm:cxn modelId="{C402740E-B43C-4C8F-AD95-3BFA6ACB7AA8}" type="presOf" srcId="{9B6515FC-BAB6-49BD-B614-8D99B5FBDBDE}" destId="{2FA1F3A3-39E9-4835-AFE6-D173F45BFC7B}" srcOrd="0" destOrd="0" presId="urn:microsoft.com/office/officeart/2005/8/layout/orgChart1"/>
    <dgm:cxn modelId="{8CD34017-1C48-4771-BCB5-32C629833AAD}" type="presOf" srcId="{268E09D4-B195-4285-9E77-5AF03B259B78}" destId="{94D5B0F4-9D2A-458E-9B88-FC8AAF20F7B6}" srcOrd="1" destOrd="0" presId="urn:microsoft.com/office/officeart/2005/8/layout/orgChart1"/>
    <dgm:cxn modelId="{6E597617-DCA0-4332-B443-9CBEA5586014}" type="presOf" srcId="{8423AC5B-65BB-44BA-85C8-B8F2C1D799F9}" destId="{63AB99B0-52A9-4FD4-95B2-D1CDAD6E4D6C}" srcOrd="0" destOrd="0" presId="urn:microsoft.com/office/officeart/2005/8/layout/orgChart1"/>
    <dgm:cxn modelId="{EA22562A-4FC3-4B33-B657-8E6EDA6F5581}" type="presOf" srcId="{98E64B81-CF24-49AB-A88A-228C9A8CA780}" destId="{10AD3E5E-93B0-4F18-8833-DA16286B3771}" srcOrd="0" destOrd="0" presId="urn:microsoft.com/office/officeart/2005/8/layout/orgChart1"/>
    <dgm:cxn modelId="{C7BE042E-408A-4C0C-A3D0-6547497517C1}" type="presOf" srcId="{851C9D6E-AC63-4942-A4BE-E6721A22670E}" destId="{2907B370-BA96-40F4-A66F-C111E7FDFAAE}" srcOrd="0" destOrd="0" presId="urn:microsoft.com/office/officeart/2005/8/layout/orgChart1"/>
    <dgm:cxn modelId="{28A8173F-695E-4642-923C-18E3B8530128}" type="presOf" srcId="{78C4697E-42E3-4CD6-8626-1B95ABCFBAEE}" destId="{DF2A5A38-E9AD-4E0D-8664-8243B6A76EE9}" srcOrd="1" destOrd="0" presId="urn:microsoft.com/office/officeart/2005/8/layout/orgChart1"/>
    <dgm:cxn modelId="{E9FC4580-5CC5-47F6-B25E-49EA5A03AAE8}" type="presOf" srcId="{22AAB52A-F50E-450E-A45B-AA76C6E60155}" destId="{50056D3E-F833-48AD-B9F8-9AC42108810D}" srcOrd="0" destOrd="0" presId="urn:microsoft.com/office/officeart/2005/8/layout/orgChart1"/>
    <dgm:cxn modelId="{AEC67096-20FC-480D-97F0-F2F564BD9E8A}" srcId="{9806DEA8-F325-4BC2-BE52-585E2948CFB3}" destId="{22AAB52A-F50E-450E-A45B-AA76C6E60155}" srcOrd="0" destOrd="0" parTransId="{111B3508-DF67-4D45-82A6-7B60B4D41864}" sibTransId="{773A98D1-1721-4740-BBBC-EE4ECE532058}"/>
    <dgm:cxn modelId="{829AFB9C-CD4D-43A4-ACAB-2B18E58F94CF}" srcId="{22AAB52A-F50E-450E-A45B-AA76C6E60155}" destId="{268E09D4-B195-4285-9E77-5AF03B259B78}" srcOrd="4" destOrd="0" parTransId="{59EB9DB8-C2C7-4E9C-A643-EC131CC992EF}" sibTransId="{4B1F4B06-695C-4128-B1E8-155DEDF8A7EB}"/>
    <dgm:cxn modelId="{E57313A2-3ED9-4CC4-9B0B-F35E42F550E1}" type="presOf" srcId="{9806DEA8-F325-4BC2-BE52-585E2948CFB3}" destId="{FC0D5DA3-7F08-40C9-A39B-512D9ACDB8BB}" srcOrd="0" destOrd="0" presId="urn:microsoft.com/office/officeart/2005/8/layout/orgChart1"/>
    <dgm:cxn modelId="{7CBEE7A2-25AE-420E-9A86-603914C844D2}" type="presOf" srcId="{851C9D6E-AC63-4942-A4BE-E6721A22670E}" destId="{10E23348-0F19-4FD3-A71D-F48223639FF9}" srcOrd="1" destOrd="0" presId="urn:microsoft.com/office/officeart/2005/8/layout/orgChart1"/>
    <dgm:cxn modelId="{4A4426A8-2F36-4935-9726-DFCE8F41E836}" srcId="{22AAB52A-F50E-450E-A45B-AA76C6E60155}" destId="{78C4697E-42E3-4CD6-8626-1B95ABCFBAEE}" srcOrd="2" destOrd="0" parTransId="{8A2823D3-0319-40D7-99A2-677B9C1E7C97}" sibTransId="{E49278E8-4C74-4CB2-80A2-3456757BC598}"/>
    <dgm:cxn modelId="{54ADD3B0-E960-4D94-BD3D-5791E63C8424}" type="presOf" srcId="{1C76DC10-B192-4CB8-BDD4-43D705326175}" destId="{152DB30B-0997-48AC-8E02-B305E6A174EA}" srcOrd="0" destOrd="0" presId="urn:microsoft.com/office/officeart/2005/8/layout/orgChart1"/>
    <dgm:cxn modelId="{8E3F17B4-7549-4018-A69F-1C6BCD1662C9}" srcId="{22AAB52A-F50E-450E-A45B-AA76C6E60155}" destId="{851C9D6E-AC63-4942-A4BE-E6721A22670E}" srcOrd="3" destOrd="0" parTransId="{93FA9CFA-3713-4C93-B0FB-EB826ABE93C4}" sibTransId="{E67CB3FC-871F-48D3-8F22-E65AC355491E}"/>
    <dgm:cxn modelId="{F858AEB6-FDDD-41FC-BCC2-61F89E8168E3}" type="presOf" srcId="{8A2823D3-0319-40D7-99A2-677B9C1E7C97}" destId="{D5803F7E-AD5E-4AFE-BD71-487AA73BCA53}" srcOrd="0" destOrd="0" presId="urn:microsoft.com/office/officeart/2005/8/layout/orgChart1"/>
    <dgm:cxn modelId="{B005FDBE-763F-495E-B7FA-713DCE90B142}" type="presOf" srcId="{1C76DC10-B192-4CB8-BDD4-43D705326175}" destId="{E2521828-141C-4DD9-A0FF-550F879D8B65}" srcOrd="1" destOrd="0" presId="urn:microsoft.com/office/officeart/2005/8/layout/orgChart1"/>
    <dgm:cxn modelId="{650A48C0-AEA5-4273-8BCE-64325BA7BAF8}" type="presOf" srcId="{93FA9CFA-3713-4C93-B0FB-EB826ABE93C4}" destId="{A9743945-5D42-4C9E-80E2-15361687280E}" srcOrd="0" destOrd="0" presId="urn:microsoft.com/office/officeart/2005/8/layout/orgChart1"/>
    <dgm:cxn modelId="{B3FE31CB-5CFD-4DAB-9D71-C7D78647D0C3}" type="presOf" srcId="{8423AC5B-65BB-44BA-85C8-B8F2C1D799F9}" destId="{1F827E1E-DE28-4629-93A9-7862FAB5F676}" srcOrd="1" destOrd="0" presId="urn:microsoft.com/office/officeart/2005/8/layout/orgChart1"/>
    <dgm:cxn modelId="{7FB337CF-1FD1-48FF-B55C-D8F977D21528}" type="presOf" srcId="{22AAB52A-F50E-450E-A45B-AA76C6E60155}" destId="{B75C6FC2-DEF1-4FCC-BF30-443720510EBF}" srcOrd="1" destOrd="0" presId="urn:microsoft.com/office/officeart/2005/8/layout/orgChart1"/>
    <dgm:cxn modelId="{49F84BCF-56D4-4716-881A-8D03E4FD0021}" srcId="{22AAB52A-F50E-450E-A45B-AA76C6E60155}" destId="{1C76DC10-B192-4CB8-BDD4-43D705326175}" srcOrd="1" destOrd="0" parTransId="{9B6515FC-BAB6-49BD-B614-8D99B5FBDBDE}" sibTransId="{0F91D73B-DCE4-4F8F-9696-95E8CA55567C}"/>
    <dgm:cxn modelId="{12752EE7-4C9A-4006-B2AE-B5551DF3FF82}" srcId="{22AAB52A-F50E-450E-A45B-AA76C6E60155}" destId="{8423AC5B-65BB-44BA-85C8-B8F2C1D799F9}" srcOrd="0" destOrd="0" parTransId="{98E64B81-CF24-49AB-A88A-228C9A8CA780}" sibTransId="{37318783-7077-401B-9007-0BCCE6BB03B7}"/>
    <dgm:cxn modelId="{833619D5-0520-450B-A53A-D62BFC91DBA8}" type="presParOf" srcId="{FC0D5DA3-7F08-40C9-A39B-512D9ACDB8BB}" destId="{E95947F9-CA5D-4795-85CE-FCECB108168D}" srcOrd="0" destOrd="0" presId="urn:microsoft.com/office/officeart/2005/8/layout/orgChart1"/>
    <dgm:cxn modelId="{CD022129-F4FB-4FAE-9041-79B729EC76A0}" type="presParOf" srcId="{E95947F9-CA5D-4795-85CE-FCECB108168D}" destId="{FABBDDB7-1948-46A3-BE86-2A2D810CB5A7}" srcOrd="0" destOrd="0" presId="urn:microsoft.com/office/officeart/2005/8/layout/orgChart1"/>
    <dgm:cxn modelId="{768FB29E-D6A0-4019-8434-8EDC76FE405C}" type="presParOf" srcId="{FABBDDB7-1948-46A3-BE86-2A2D810CB5A7}" destId="{50056D3E-F833-48AD-B9F8-9AC42108810D}" srcOrd="0" destOrd="0" presId="urn:microsoft.com/office/officeart/2005/8/layout/orgChart1"/>
    <dgm:cxn modelId="{D5A6EB10-6E8C-4C7C-AAAB-2050C7F8909F}" type="presParOf" srcId="{FABBDDB7-1948-46A3-BE86-2A2D810CB5A7}" destId="{B75C6FC2-DEF1-4FCC-BF30-443720510EBF}" srcOrd="1" destOrd="0" presId="urn:microsoft.com/office/officeart/2005/8/layout/orgChart1"/>
    <dgm:cxn modelId="{F71658BA-9126-4294-9985-5F09BA264E7A}" type="presParOf" srcId="{E95947F9-CA5D-4795-85CE-FCECB108168D}" destId="{7098E12F-766C-41A9-8089-D2460BC01F37}" srcOrd="1" destOrd="0" presId="urn:microsoft.com/office/officeart/2005/8/layout/orgChart1"/>
    <dgm:cxn modelId="{167E5185-AD47-4760-A4A6-9AA053512184}" type="presParOf" srcId="{7098E12F-766C-41A9-8089-D2460BC01F37}" destId="{10AD3E5E-93B0-4F18-8833-DA16286B3771}" srcOrd="0" destOrd="0" presId="urn:microsoft.com/office/officeart/2005/8/layout/orgChart1"/>
    <dgm:cxn modelId="{F10D679F-E208-4234-B14B-BFD6541A0166}" type="presParOf" srcId="{7098E12F-766C-41A9-8089-D2460BC01F37}" destId="{91965D30-99C4-47EB-964E-C2A7F6F1CDE7}" srcOrd="1" destOrd="0" presId="urn:microsoft.com/office/officeart/2005/8/layout/orgChart1"/>
    <dgm:cxn modelId="{66558DF0-1995-4207-B021-B54C62E775A3}" type="presParOf" srcId="{91965D30-99C4-47EB-964E-C2A7F6F1CDE7}" destId="{EFB01A80-46E4-4BD8-8088-D9D4E2FCD126}" srcOrd="0" destOrd="0" presId="urn:microsoft.com/office/officeart/2005/8/layout/orgChart1"/>
    <dgm:cxn modelId="{97476645-AA1D-4EDE-910F-AE4168DBE364}" type="presParOf" srcId="{EFB01A80-46E4-4BD8-8088-D9D4E2FCD126}" destId="{63AB99B0-52A9-4FD4-95B2-D1CDAD6E4D6C}" srcOrd="0" destOrd="0" presId="urn:microsoft.com/office/officeart/2005/8/layout/orgChart1"/>
    <dgm:cxn modelId="{F2D04736-EA1E-46E3-B734-33920B706EC7}" type="presParOf" srcId="{EFB01A80-46E4-4BD8-8088-D9D4E2FCD126}" destId="{1F827E1E-DE28-4629-93A9-7862FAB5F676}" srcOrd="1" destOrd="0" presId="urn:microsoft.com/office/officeart/2005/8/layout/orgChart1"/>
    <dgm:cxn modelId="{4F0F5C70-777A-4AE5-97D8-883812DD4B71}" type="presParOf" srcId="{91965D30-99C4-47EB-964E-C2A7F6F1CDE7}" destId="{BCDC7EB6-07A3-4F0D-B150-75C1404AAABB}" srcOrd="1" destOrd="0" presId="urn:microsoft.com/office/officeart/2005/8/layout/orgChart1"/>
    <dgm:cxn modelId="{22EFA63C-0173-4E1B-9224-CF3E5FC61B0E}" type="presParOf" srcId="{91965D30-99C4-47EB-964E-C2A7F6F1CDE7}" destId="{9827145C-FEEA-4ECA-8507-28613AB5980D}" srcOrd="2" destOrd="0" presId="urn:microsoft.com/office/officeart/2005/8/layout/orgChart1"/>
    <dgm:cxn modelId="{4D82D3CA-7DCC-4FC8-BE19-6DBA21E451C9}" type="presParOf" srcId="{7098E12F-766C-41A9-8089-D2460BC01F37}" destId="{2FA1F3A3-39E9-4835-AFE6-D173F45BFC7B}" srcOrd="2" destOrd="0" presId="urn:microsoft.com/office/officeart/2005/8/layout/orgChart1"/>
    <dgm:cxn modelId="{541CFF99-AB38-49EE-8D19-EFB9F1F3D8BF}" type="presParOf" srcId="{7098E12F-766C-41A9-8089-D2460BC01F37}" destId="{4277993E-643A-44B6-B628-E62FD901BBEE}" srcOrd="3" destOrd="0" presId="urn:microsoft.com/office/officeart/2005/8/layout/orgChart1"/>
    <dgm:cxn modelId="{102DF5E2-2644-43C3-83F6-A80DC3BD5061}" type="presParOf" srcId="{4277993E-643A-44B6-B628-E62FD901BBEE}" destId="{B4204682-EBBF-423A-A8C4-DCC9725E2DEE}" srcOrd="0" destOrd="0" presId="urn:microsoft.com/office/officeart/2005/8/layout/orgChart1"/>
    <dgm:cxn modelId="{50188E90-0B1E-4972-91B1-59B86FF06BCA}" type="presParOf" srcId="{B4204682-EBBF-423A-A8C4-DCC9725E2DEE}" destId="{152DB30B-0997-48AC-8E02-B305E6A174EA}" srcOrd="0" destOrd="0" presId="urn:microsoft.com/office/officeart/2005/8/layout/orgChart1"/>
    <dgm:cxn modelId="{234895D5-D58E-4BF4-9E94-B153B2C34D61}" type="presParOf" srcId="{B4204682-EBBF-423A-A8C4-DCC9725E2DEE}" destId="{E2521828-141C-4DD9-A0FF-550F879D8B65}" srcOrd="1" destOrd="0" presId="urn:microsoft.com/office/officeart/2005/8/layout/orgChart1"/>
    <dgm:cxn modelId="{729CE89D-AD60-4952-A2A8-0D91ECE515D5}" type="presParOf" srcId="{4277993E-643A-44B6-B628-E62FD901BBEE}" destId="{0E1C6699-2AE5-46DA-8767-F16B8DF94467}" srcOrd="1" destOrd="0" presId="urn:microsoft.com/office/officeart/2005/8/layout/orgChart1"/>
    <dgm:cxn modelId="{944C3694-734C-434B-AB46-D13AC32B7834}" type="presParOf" srcId="{4277993E-643A-44B6-B628-E62FD901BBEE}" destId="{D093C552-F2B3-4F1D-B77A-C18F5C8F8551}" srcOrd="2" destOrd="0" presId="urn:microsoft.com/office/officeart/2005/8/layout/orgChart1"/>
    <dgm:cxn modelId="{116129BB-5513-4C20-9BBB-284FEB48B128}" type="presParOf" srcId="{7098E12F-766C-41A9-8089-D2460BC01F37}" destId="{D5803F7E-AD5E-4AFE-BD71-487AA73BCA53}" srcOrd="4" destOrd="0" presId="urn:microsoft.com/office/officeart/2005/8/layout/orgChart1"/>
    <dgm:cxn modelId="{AB2A981B-CD2F-4918-B0DD-F2905E1A1A90}" type="presParOf" srcId="{7098E12F-766C-41A9-8089-D2460BC01F37}" destId="{BAACD408-B096-4219-B995-CBE13FEF9E0C}" srcOrd="5" destOrd="0" presId="urn:microsoft.com/office/officeart/2005/8/layout/orgChart1"/>
    <dgm:cxn modelId="{32DBD9A1-400B-4536-AE33-70089C7CB2F0}" type="presParOf" srcId="{BAACD408-B096-4219-B995-CBE13FEF9E0C}" destId="{7C76DD35-9C28-4088-8305-CB44319A8F6B}" srcOrd="0" destOrd="0" presId="urn:microsoft.com/office/officeart/2005/8/layout/orgChart1"/>
    <dgm:cxn modelId="{B57EB109-4A77-4E22-B396-74EECAA7C7AA}" type="presParOf" srcId="{7C76DD35-9C28-4088-8305-CB44319A8F6B}" destId="{2A5F8A13-F793-4295-A576-C273F1E67E53}" srcOrd="0" destOrd="0" presId="urn:microsoft.com/office/officeart/2005/8/layout/orgChart1"/>
    <dgm:cxn modelId="{2681D55D-0E75-42F8-8511-69CF8D1940BD}" type="presParOf" srcId="{7C76DD35-9C28-4088-8305-CB44319A8F6B}" destId="{DF2A5A38-E9AD-4E0D-8664-8243B6A76EE9}" srcOrd="1" destOrd="0" presId="urn:microsoft.com/office/officeart/2005/8/layout/orgChart1"/>
    <dgm:cxn modelId="{9978ADD2-0253-4DBC-9DA3-66D6EC1E574F}" type="presParOf" srcId="{BAACD408-B096-4219-B995-CBE13FEF9E0C}" destId="{25DCDDB0-7223-429E-8111-32F0DC3DFAA9}" srcOrd="1" destOrd="0" presId="urn:microsoft.com/office/officeart/2005/8/layout/orgChart1"/>
    <dgm:cxn modelId="{D42AB004-92E4-486D-9544-56C0BC7130B9}" type="presParOf" srcId="{BAACD408-B096-4219-B995-CBE13FEF9E0C}" destId="{91C4CFE2-D764-43CD-B65A-522F70B2D2C2}" srcOrd="2" destOrd="0" presId="urn:microsoft.com/office/officeart/2005/8/layout/orgChart1"/>
    <dgm:cxn modelId="{BF48BCC2-35D7-4610-9F83-AD9138A6FA58}" type="presParOf" srcId="{7098E12F-766C-41A9-8089-D2460BC01F37}" destId="{A9743945-5D42-4C9E-80E2-15361687280E}" srcOrd="6" destOrd="0" presId="urn:microsoft.com/office/officeart/2005/8/layout/orgChart1"/>
    <dgm:cxn modelId="{C93C7239-34D5-4A92-A7C2-31D286B4EC5B}" type="presParOf" srcId="{7098E12F-766C-41A9-8089-D2460BC01F37}" destId="{A5B3533E-C7CF-46F3-81CA-B527422E6570}" srcOrd="7" destOrd="0" presId="urn:microsoft.com/office/officeart/2005/8/layout/orgChart1"/>
    <dgm:cxn modelId="{E52ED3E7-F4B4-480E-8C3D-00FBD5D19E02}" type="presParOf" srcId="{A5B3533E-C7CF-46F3-81CA-B527422E6570}" destId="{7D9836D0-FEAF-45C5-96B9-BF85B4C5E630}" srcOrd="0" destOrd="0" presId="urn:microsoft.com/office/officeart/2005/8/layout/orgChart1"/>
    <dgm:cxn modelId="{2B6C58EB-B59B-4CA5-92D9-7562629823B5}" type="presParOf" srcId="{7D9836D0-FEAF-45C5-96B9-BF85B4C5E630}" destId="{2907B370-BA96-40F4-A66F-C111E7FDFAAE}" srcOrd="0" destOrd="0" presId="urn:microsoft.com/office/officeart/2005/8/layout/orgChart1"/>
    <dgm:cxn modelId="{652A03E0-5F5C-4063-ADAE-28598F137014}" type="presParOf" srcId="{7D9836D0-FEAF-45C5-96B9-BF85B4C5E630}" destId="{10E23348-0F19-4FD3-A71D-F48223639FF9}" srcOrd="1" destOrd="0" presId="urn:microsoft.com/office/officeart/2005/8/layout/orgChart1"/>
    <dgm:cxn modelId="{2DBE8F87-A9CB-43AF-9E5F-F2D84158C558}" type="presParOf" srcId="{A5B3533E-C7CF-46F3-81CA-B527422E6570}" destId="{3D69BB98-EFF5-452C-9AC5-11BC881590C9}" srcOrd="1" destOrd="0" presId="urn:microsoft.com/office/officeart/2005/8/layout/orgChart1"/>
    <dgm:cxn modelId="{10D53482-C927-477F-86D7-65832CB393F0}" type="presParOf" srcId="{A5B3533E-C7CF-46F3-81CA-B527422E6570}" destId="{7F0430B4-7899-4BA1-A17D-366D05A80803}" srcOrd="2" destOrd="0" presId="urn:microsoft.com/office/officeart/2005/8/layout/orgChart1"/>
    <dgm:cxn modelId="{57B0356D-695F-4DA8-B91C-9931B558B601}" type="presParOf" srcId="{7098E12F-766C-41A9-8089-D2460BC01F37}" destId="{65572B96-E9BE-4A2E-80A7-76EB4CDA57E5}" srcOrd="8" destOrd="0" presId="urn:microsoft.com/office/officeart/2005/8/layout/orgChart1"/>
    <dgm:cxn modelId="{DDD6A439-B6E8-4E9D-A0EC-991A7B41CB39}" type="presParOf" srcId="{7098E12F-766C-41A9-8089-D2460BC01F37}" destId="{E6BE0463-F71A-4C3D-B8A4-3E45757C3D76}" srcOrd="9" destOrd="0" presId="urn:microsoft.com/office/officeart/2005/8/layout/orgChart1"/>
    <dgm:cxn modelId="{D094C956-D230-418D-B66E-FAFC83B930F6}" type="presParOf" srcId="{E6BE0463-F71A-4C3D-B8A4-3E45757C3D76}" destId="{E95B49CA-2456-4C0C-A33C-0A5A67DFA6B5}" srcOrd="0" destOrd="0" presId="urn:microsoft.com/office/officeart/2005/8/layout/orgChart1"/>
    <dgm:cxn modelId="{D2ABCB7A-9E39-4AD9-A6A6-EA3FA0A9D2C2}" type="presParOf" srcId="{E95B49CA-2456-4C0C-A33C-0A5A67DFA6B5}" destId="{9CAAEC64-6ADE-4DAC-BE74-9BCA6018D400}" srcOrd="0" destOrd="0" presId="urn:microsoft.com/office/officeart/2005/8/layout/orgChart1"/>
    <dgm:cxn modelId="{416793AE-D46B-4065-BCF3-9886F8AB81E8}" type="presParOf" srcId="{E95B49CA-2456-4C0C-A33C-0A5A67DFA6B5}" destId="{94D5B0F4-9D2A-458E-9B88-FC8AAF20F7B6}" srcOrd="1" destOrd="0" presId="urn:microsoft.com/office/officeart/2005/8/layout/orgChart1"/>
    <dgm:cxn modelId="{EC26DE59-44BF-4150-9A0A-0BDBE36EDE2C}" type="presParOf" srcId="{E6BE0463-F71A-4C3D-B8A4-3E45757C3D76}" destId="{0C10DD0F-90CF-4DEB-AA67-F08B332467F1}" srcOrd="1" destOrd="0" presId="urn:microsoft.com/office/officeart/2005/8/layout/orgChart1"/>
    <dgm:cxn modelId="{A5BD4783-4798-41C1-A0AF-219805D5F309}" type="presParOf" srcId="{E6BE0463-F71A-4C3D-B8A4-3E45757C3D76}" destId="{768A947B-E41E-418F-BEA9-99599E6C8BA8}" srcOrd="2" destOrd="0" presId="urn:microsoft.com/office/officeart/2005/8/layout/orgChart1"/>
    <dgm:cxn modelId="{189625A5-925F-402D-9538-5F992FD1F2F4}" type="presParOf" srcId="{E95947F9-CA5D-4795-85CE-FCECB108168D}" destId="{93C2798C-5F1C-4177-989B-1D719406787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4" qsCatId="simple" csTypeId="urn:microsoft.com/office/officeart/2005/8/colors/accent0_1" csCatId="mainScheme" phldr="1"/>
      <dgm:spPr/>
      <dgm:t>
        <a:bodyPr/>
        <a:lstStyle/>
        <a:p>
          <a:endParaRPr lang="en-US"/>
        </a:p>
      </dgm:t>
    </dgm:pt>
    <dgm:pt modelId="{1C76DC10-B192-4CB8-BDD4-43D705326175}">
      <dgm:prSet/>
      <dgm:spPr/>
      <dgm:t>
        <a:bodyPr/>
        <a:lstStyle/>
        <a:p>
          <a:pPr algn="ctr"/>
          <a:r>
            <a:rPr lang="en-US" noProof="0" dirty="0"/>
            <a:t>Development</a:t>
          </a:r>
        </a:p>
      </dgm:t>
    </dgm:pt>
    <dgm:pt modelId="{9B6515FC-BAB6-49BD-B614-8D99B5FBDBDE}" type="parTrans" cxnId="{49F84BCF-56D4-4716-881A-8D03E4FD0021}">
      <dgm:prSet/>
      <dgm:spPr/>
      <dgm:t>
        <a:bodyPr/>
        <a:lstStyle/>
        <a:p>
          <a:pPr algn="ctr"/>
          <a:endParaRPr lang="en-US" noProof="0"/>
        </a:p>
      </dgm:t>
    </dgm:pt>
    <dgm:pt modelId="{0F91D73B-DCE4-4F8F-9696-95E8CA55567C}" type="sibTrans" cxnId="{49F84BCF-56D4-4716-881A-8D03E4FD0021}">
      <dgm:prSet/>
      <dgm:spPr/>
      <dgm:t>
        <a:bodyPr/>
        <a:lstStyle/>
        <a:p>
          <a:pPr algn="ctr"/>
          <a:endParaRPr lang="en-US" noProof="0"/>
        </a:p>
      </dgm:t>
    </dgm:pt>
    <dgm:pt modelId="{22AAB52A-F50E-450E-A45B-AA76C6E60155}">
      <dgm:prSet/>
      <dgm:spPr>
        <a:solidFill>
          <a:schemeClr val="bg1"/>
        </a:solidFill>
      </dgm:spPr>
      <dgm:t>
        <a:bodyPr/>
        <a:lstStyle/>
        <a:p>
          <a:pPr algn="ctr"/>
          <a:r>
            <a:rPr lang="en-US" noProof="0" dirty="0"/>
            <a:t>Software project</a:t>
          </a:r>
        </a:p>
      </dgm:t>
    </dgm:pt>
    <dgm:pt modelId="{111B3508-DF67-4D45-82A6-7B60B4D41864}" type="parTrans" cxnId="{AEC67096-20FC-480D-97F0-F2F564BD9E8A}">
      <dgm:prSet/>
      <dgm:spPr/>
      <dgm:t>
        <a:bodyPr/>
        <a:lstStyle/>
        <a:p>
          <a:pPr algn="ctr"/>
          <a:endParaRPr lang="en-US" noProof="0"/>
        </a:p>
      </dgm:t>
    </dgm:pt>
    <dgm:pt modelId="{773A98D1-1721-4740-BBBC-EE4ECE532058}" type="sibTrans" cxnId="{AEC67096-20FC-480D-97F0-F2F564BD9E8A}">
      <dgm:prSet/>
      <dgm:spPr/>
      <dgm:t>
        <a:bodyPr/>
        <a:lstStyle/>
        <a:p>
          <a:pPr algn="ctr"/>
          <a:endParaRPr lang="en-US" noProof="0"/>
        </a:p>
      </dgm:t>
    </dgm:pt>
    <dgm:pt modelId="{78C4697E-42E3-4CD6-8626-1B95ABCFBAEE}">
      <dgm:prSet/>
      <dgm:spPr>
        <a:solidFill>
          <a:schemeClr val="bg1"/>
        </a:solidFill>
      </dgm:spPr>
      <dgm:t>
        <a:bodyPr/>
        <a:lstStyle/>
        <a:p>
          <a:pPr algn="ctr"/>
          <a:r>
            <a:rPr lang="en-US" noProof="0" dirty="0"/>
            <a:t>System Test</a:t>
          </a:r>
        </a:p>
      </dgm:t>
    </dgm:pt>
    <dgm:pt modelId="{8A2823D3-0319-40D7-99A2-677B9C1E7C97}" type="parTrans" cxnId="{4A4426A8-2F36-4935-9726-DFCE8F41E836}">
      <dgm:prSet/>
      <dgm:spPr/>
      <dgm:t>
        <a:bodyPr/>
        <a:lstStyle/>
        <a:p>
          <a:pPr algn="ctr"/>
          <a:endParaRPr lang="en-US" noProof="0"/>
        </a:p>
      </dgm:t>
    </dgm:pt>
    <dgm:pt modelId="{E49278E8-4C74-4CB2-80A2-3456757BC598}" type="sibTrans" cxnId="{4A4426A8-2F36-4935-9726-DFCE8F41E836}">
      <dgm:prSet/>
      <dgm:spPr/>
      <dgm:t>
        <a:bodyPr/>
        <a:lstStyle/>
        <a:p>
          <a:pPr algn="ctr"/>
          <a:endParaRPr lang="en-US" noProof="0"/>
        </a:p>
      </dgm:t>
    </dgm:pt>
    <dgm:pt modelId="{8423AC5B-65BB-44BA-85C8-B8F2C1D799F9}">
      <dgm:prSet/>
      <dgm:spPr>
        <a:solidFill>
          <a:schemeClr val="bg1"/>
        </a:solidFill>
      </dgm:spPr>
      <dgm:t>
        <a:bodyPr/>
        <a:lstStyle/>
        <a:p>
          <a:pPr algn="ctr"/>
          <a:r>
            <a:rPr lang="en-US" noProof="0" dirty="0"/>
            <a:t>Analysis (modelling) </a:t>
          </a:r>
        </a:p>
      </dgm:t>
    </dgm:pt>
    <dgm:pt modelId="{98E64B81-CF24-49AB-A88A-228C9A8CA780}" type="parTrans" cxnId="{12752EE7-4C9A-4006-B2AE-B5551DF3FF82}">
      <dgm:prSet/>
      <dgm:spPr/>
      <dgm:t>
        <a:bodyPr/>
        <a:lstStyle/>
        <a:p>
          <a:pPr algn="ctr"/>
          <a:endParaRPr lang="en-US" noProof="0"/>
        </a:p>
      </dgm:t>
    </dgm:pt>
    <dgm:pt modelId="{37318783-7077-401B-9007-0BCCE6BB03B7}" type="sibTrans" cxnId="{12752EE7-4C9A-4006-B2AE-B5551DF3FF82}">
      <dgm:prSet/>
      <dgm:spPr/>
      <dgm:t>
        <a:bodyPr/>
        <a:lstStyle/>
        <a:p>
          <a:pPr algn="ctr"/>
          <a:endParaRPr lang="en-US" noProof="0"/>
        </a:p>
      </dgm:t>
    </dgm:pt>
    <dgm:pt modelId="{268E09D4-B195-4285-9E77-5AF03B259B78}">
      <dgm:prSet/>
      <dgm:spPr>
        <a:solidFill>
          <a:schemeClr val="bg1"/>
        </a:solidFill>
      </dgm:spPr>
      <dgm:t>
        <a:bodyPr/>
        <a:lstStyle/>
        <a:p>
          <a:pPr algn="ctr"/>
          <a:r>
            <a:rPr lang="en-US" noProof="0" dirty="0"/>
            <a:t>Miscellaneous</a:t>
          </a:r>
        </a:p>
      </dgm:t>
    </dgm:pt>
    <dgm:pt modelId="{59EB9DB8-C2C7-4E9C-A643-EC131CC992EF}" type="parTrans" cxnId="{829AFB9C-CD4D-43A4-ACAB-2B18E58F94CF}">
      <dgm:prSet/>
      <dgm:spPr/>
      <dgm:t>
        <a:bodyPr/>
        <a:lstStyle/>
        <a:p>
          <a:pPr algn="ctr"/>
          <a:endParaRPr lang="en-US" noProof="0"/>
        </a:p>
      </dgm:t>
    </dgm:pt>
    <dgm:pt modelId="{4B1F4B06-695C-4128-B1E8-155DEDF8A7EB}" type="sibTrans" cxnId="{829AFB9C-CD4D-43A4-ACAB-2B18E58F94CF}">
      <dgm:prSet/>
      <dgm:spPr/>
      <dgm:t>
        <a:bodyPr/>
        <a:lstStyle/>
        <a:p>
          <a:pPr algn="ctr"/>
          <a:endParaRPr lang="en-US" noProof="0"/>
        </a:p>
      </dgm:t>
    </dgm:pt>
    <dgm:pt modelId="{851C9D6E-AC63-4942-A4BE-E6721A22670E}">
      <dgm:prSet/>
      <dgm:spPr>
        <a:solidFill>
          <a:schemeClr val="bg1"/>
        </a:solidFill>
      </dgm:spPr>
      <dgm:t>
        <a:bodyPr/>
        <a:lstStyle/>
        <a:p>
          <a:pPr algn="ctr"/>
          <a:r>
            <a:rPr lang="en-US" noProof="0" dirty="0"/>
            <a:t>User Test</a:t>
          </a:r>
        </a:p>
      </dgm:t>
    </dgm:pt>
    <dgm:pt modelId="{93FA9CFA-3713-4C93-B0FB-EB826ABE93C4}" type="parTrans" cxnId="{8E3F17B4-7549-4018-A69F-1C6BCD1662C9}">
      <dgm:prSet/>
      <dgm:spPr/>
      <dgm:t>
        <a:bodyPr/>
        <a:lstStyle/>
        <a:p>
          <a:endParaRPr lang="en-US" noProof="0"/>
        </a:p>
      </dgm:t>
    </dgm:pt>
    <dgm:pt modelId="{E67CB3FC-871F-48D3-8F22-E65AC355491E}" type="sibTrans" cxnId="{8E3F17B4-7549-4018-A69F-1C6BCD1662C9}">
      <dgm:prSet/>
      <dgm:spPr/>
      <dgm:t>
        <a:bodyPr/>
        <a:lstStyle/>
        <a:p>
          <a:endParaRPr lang="en-US" noProof="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D8AA1359-6BD5-449F-BD10-66AC234A3448}" type="pres">
      <dgm:prSet presAssocID="{22AAB52A-F50E-450E-A45B-AA76C6E60155}" presName="hierRoot1" presStyleCnt="0">
        <dgm:presLayoutVars>
          <dgm:hierBranch val="hang"/>
        </dgm:presLayoutVars>
      </dgm:prSet>
      <dgm:spPr/>
    </dgm:pt>
    <dgm:pt modelId="{93B5B23F-E291-4D7E-B713-1705653FADAF}" type="pres">
      <dgm:prSet presAssocID="{22AAB52A-F50E-450E-A45B-AA76C6E60155}" presName="rootComposite1" presStyleCnt="0"/>
      <dgm:spPr/>
    </dgm:pt>
    <dgm:pt modelId="{FDB6C6DB-B4A3-4742-8B05-4D27739C9CC6}" type="pres">
      <dgm:prSet presAssocID="{22AAB52A-F50E-450E-A45B-AA76C6E60155}" presName="rootText1" presStyleLbl="node0" presStyleIdx="0" presStyleCnt="1">
        <dgm:presLayoutVars>
          <dgm:chPref val="3"/>
        </dgm:presLayoutVars>
      </dgm:prSet>
      <dgm:spPr/>
    </dgm:pt>
    <dgm:pt modelId="{D6146A05-9A49-4463-9B60-ED454B54CFAC}" type="pres">
      <dgm:prSet presAssocID="{22AAB52A-F50E-450E-A45B-AA76C6E60155}" presName="rootConnector1" presStyleLbl="node1" presStyleIdx="0" presStyleCnt="0"/>
      <dgm:spPr/>
    </dgm:pt>
    <dgm:pt modelId="{E419201A-D36D-4EB7-8917-D28DE3CB8A49}" type="pres">
      <dgm:prSet presAssocID="{22AAB52A-F50E-450E-A45B-AA76C6E60155}" presName="hierChild2" presStyleCnt="0"/>
      <dgm:spPr/>
    </dgm:pt>
    <dgm:pt modelId="{A7F1B7B0-E8BF-45D3-A1DB-42978364B9B5}" type="pres">
      <dgm:prSet presAssocID="{98E64B81-CF24-49AB-A88A-228C9A8CA780}" presName="Name48" presStyleLbl="parChTrans1D2" presStyleIdx="0" presStyleCnt="5"/>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2" presStyleIdx="0" presStyleCnt="5">
        <dgm:presLayoutVars>
          <dgm:chPref val="3"/>
        </dgm:presLayoutVars>
      </dgm:prSet>
      <dgm:spPr/>
    </dgm:pt>
    <dgm:pt modelId="{1F827E1E-DE28-4629-93A9-7862FAB5F676}" type="pres">
      <dgm:prSet presAssocID="{8423AC5B-65BB-44BA-85C8-B8F2C1D799F9}" presName="rootConnector" presStyleLbl="node2" presStyleIdx="0" presStyleCnt="5"/>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7A25FF6E-637A-4FDC-B372-461A22767073}" type="pres">
      <dgm:prSet presAssocID="{9B6515FC-BAB6-49BD-B614-8D99B5FBDBDE}" presName="Name48" presStyleLbl="parChTrans1D2" presStyleIdx="1" presStyleCnt="5"/>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2" presStyleIdx="1" presStyleCnt="5">
        <dgm:presLayoutVars>
          <dgm:chPref val="3"/>
        </dgm:presLayoutVars>
      </dgm:prSet>
      <dgm:spPr/>
    </dgm:pt>
    <dgm:pt modelId="{E2521828-141C-4DD9-A0FF-550F879D8B65}" type="pres">
      <dgm:prSet presAssocID="{1C76DC10-B192-4CB8-BDD4-43D705326175}" presName="rootConnector" presStyleLbl="node2" presStyleIdx="1" presStyleCnt="5"/>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2A6720D2-3BC2-49D2-9440-503862A459F2}" type="pres">
      <dgm:prSet presAssocID="{8A2823D3-0319-40D7-99A2-677B9C1E7C97}" presName="Name48" presStyleLbl="parChTrans1D2" presStyleIdx="2" presStyleCnt="5"/>
      <dgm:spPr/>
    </dgm:pt>
    <dgm:pt modelId="{BAACD408-B096-4219-B995-CBE13FEF9E0C}" type="pres">
      <dgm:prSet presAssocID="{78C4697E-42E3-4CD6-8626-1B95ABCFBAEE}" presName="hierRoot2" presStyleCnt="0">
        <dgm:presLayoutVars>
          <dgm:hierBranch val="init"/>
        </dgm:presLayoutVars>
      </dgm:prSet>
      <dgm:spPr/>
    </dgm:pt>
    <dgm:pt modelId="{7C76DD35-9C28-4088-8305-CB44319A8F6B}" type="pres">
      <dgm:prSet presAssocID="{78C4697E-42E3-4CD6-8626-1B95ABCFBAEE}" presName="rootComposite" presStyleCnt="0"/>
      <dgm:spPr/>
    </dgm:pt>
    <dgm:pt modelId="{2A5F8A13-F793-4295-A576-C273F1E67E53}" type="pres">
      <dgm:prSet presAssocID="{78C4697E-42E3-4CD6-8626-1B95ABCFBAEE}" presName="rootText" presStyleLbl="node2" presStyleIdx="2" presStyleCnt="5">
        <dgm:presLayoutVars>
          <dgm:chPref val="3"/>
        </dgm:presLayoutVars>
      </dgm:prSet>
      <dgm:spPr/>
    </dgm:pt>
    <dgm:pt modelId="{DF2A5A38-E9AD-4E0D-8664-8243B6A76EE9}" type="pres">
      <dgm:prSet presAssocID="{78C4697E-42E3-4CD6-8626-1B95ABCFBAEE}" presName="rootConnector" presStyleLbl="node2" presStyleIdx="2" presStyleCnt="5"/>
      <dgm:spPr/>
    </dgm:pt>
    <dgm:pt modelId="{25DCDDB0-7223-429E-8111-32F0DC3DFAA9}" type="pres">
      <dgm:prSet presAssocID="{78C4697E-42E3-4CD6-8626-1B95ABCFBAEE}" presName="hierChild4" presStyleCnt="0"/>
      <dgm:spPr/>
    </dgm:pt>
    <dgm:pt modelId="{91C4CFE2-D764-43CD-B65A-522F70B2D2C2}" type="pres">
      <dgm:prSet presAssocID="{78C4697E-42E3-4CD6-8626-1B95ABCFBAEE}" presName="hierChild5" presStyleCnt="0"/>
      <dgm:spPr/>
    </dgm:pt>
    <dgm:pt modelId="{2A2A9E24-5356-4715-A394-48938AB04B91}" type="pres">
      <dgm:prSet presAssocID="{93FA9CFA-3713-4C93-B0FB-EB826ABE93C4}" presName="Name48" presStyleLbl="parChTrans1D2" presStyleIdx="3" presStyleCnt="5"/>
      <dgm:spPr/>
    </dgm:pt>
    <dgm:pt modelId="{A5B3533E-C7CF-46F3-81CA-B527422E6570}" type="pres">
      <dgm:prSet presAssocID="{851C9D6E-AC63-4942-A4BE-E6721A22670E}" presName="hierRoot2" presStyleCnt="0">
        <dgm:presLayoutVars>
          <dgm:hierBranch val="init"/>
        </dgm:presLayoutVars>
      </dgm:prSet>
      <dgm:spPr/>
    </dgm:pt>
    <dgm:pt modelId="{7D9836D0-FEAF-45C5-96B9-BF85B4C5E630}" type="pres">
      <dgm:prSet presAssocID="{851C9D6E-AC63-4942-A4BE-E6721A22670E}" presName="rootComposite" presStyleCnt="0"/>
      <dgm:spPr/>
    </dgm:pt>
    <dgm:pt modelId="{2907B370-BA96-40F4-A66F-C111E7FDFAAE}" type="pres">
      <dgm:prSet presAssocID="{851C9D6E-AC63-4942-A4BE-E6721A22670E}" presName="rootText" presStyleLbl="node2" presStyleIdx="3" presStyleCnt="5">
        <dgm:presLayoutVars>
          <dgm:chPref val="3"/>
        </dgm:presLayoutVars>
      </dgm:prSet>
      <dgm:spPr/>
    </dgm:pt>
    <dgm:pt modelId="{10E23348-0F19-4FD3-A71D-F48223639FF9}" type="pres">
      <dgm:prSet presAssocID="{851C9D6E-AC63-4942-A4BE-E6721A22670E}" presName="rootConnector" presStyleLbl="node2" presStyleIdx="3" presStyleCnt="5"/>
      <dgm:spPr/>
    </dgm:pt>
    <dgm:pt modelId="{3D69BB98-EFF5-452C-9AC5-11BC881590C9}" type="pres">
      <dgm:prSet presAssocID="{851C9D6E-AC63-4942-A4BE-E6721A22670E}" presName="hierChild4" presStyleCnt="0"/>
      <dgm:spPr/>
    </dgm:pt>
    <dgm:pt modelId="{7F0430B4-7899-4BA1-A17D-366D05A80803}" type="pres">
      <dgm:prSet presAssocID="{851C9D6E-AC63-4942-A4BE-E6721A22670E}" presName="hierChild5" presStyleCnt="0"/>
      <dgm:spPr/>
    </dgm:pt>
    <dgm:pt modelId="{4E1D6D80-635D-48AE-A319-DDF70812735E}" type="pres">
      <dgm:prSet presAssocID="{59EB9DB8-C2C7-4E9C-A643-EC131CC992EF}" presName="Name48" presStyleLbl="parChTrans1D2" presStyleIdx="4" presStyleCnt="5"/>
      <dgm:spPr/>
    </dgm:pt>
    <dgm:pt modelId="{E6BE0463-F71A-4C3D-B8A4-3E45757C3D76}" type="pres">
      <dgm:prSet presAssocID="{268E09D4-B195-4285-9E77-5AF03B259B78}" presName="hierRoot2" presStyleCnt="0">
        <dgm:presLayoutVars>
          <dgm:hierBranch val="init"/>
        </dgm:presLayoutVars>
      </dgm:prSet>
      <dgm:spPr/>
    </dgm:pt>
    <dgm:pt modelId="{E95B49CA-2456-4C0C-A33C-0A5A67DFA6B5}" type="pres">
      <dgm:prSet presAssocID="{268E09D4-B195-4285-9E77-5AF03B259B78}" presName="rootComposite" presStyleCnt="0"/>
      <dgm:spPr/>
    </dgm:pt>
    <dgm:pt modelId="{9CAAEC64-6ADE-4DAC-BE74-9BCA6018D400}" type="pres">
      <dgm:prSet presAssocID="{268E09D4-B195-4285-9E77-5AF03B259B78}" presName="rootText" presStyleLbl="node2" presStyleIdx="4" presStyleCnt="5">
        <dgm:presLayoutVars>
          <dgm:chPref val="3"/>
        </dgm:presLayoutVars>
      </dgm:prSet>
      <dgm:spPr/>
    </dgm:pt>
    <dgm:pt modelId="{94D5B0F4-9D2A-458E-9B88-FC8AAF20F7B6}" type="pres">
      <dgm:prSet presAssocID="{268E09D4-B195-4285-9E77-5AF03B259B78}" presName="rootConnector" presStyleLbl="node2" presStyleIdx="4" presStyleCnt="5"/>
      <dgm:spPr/>
    </dgm:pt>
    <dgm:pt modelId="{0C10DD0F-90CF-4DEB-AA67-F08B332467F1}" type="pres">
      <dgm:prSet presAssocID="{268E09D4-B195-4285-9E77-5AF03B259B78}" presName="hierChild4" presStyleCnt="0"/>
      <dgm:spPr/>
    </dgm:pt>
    <dgm:pt modelId="{768A947B-E41E-418F-BEA9-99599E6C8BA8}" type="pres">
      <dgm:prSet presAssocID="{268E09D4-B195-4285-9E77-5AF03B259B78}" presName="hierChild5" presStyleCnt="0"/>
      <dgm:spPr/>
    </dgm:pt>
    <dgm:pt modelId="{C2C875CC-89EB-4370-9091-771C08223566}" type="pres">
      <dgm:prSet presAssocID="{22AAB52A-F50E-450E-A45B-AA76C6E60155}" presName="hierChild3" presStyleCnt="0"/>
      <dgm:spPr/>
    </dgm:pt>
  </dgm:ptLst>
  <dgm:cxnLst>
    <dgm:cxn modelId="{0BE97207-F35A-4826-96E8-4995CA372625}" type="presOf" srcId="{8423AC5B-65BB-44BA-85C8-B8F2C1D799F9}" destId="{1F827E1E-DE28-4629-93A9-7862FAB5F676}" srcOrd="1" destOrd="0" presId="urn:microsoft.com/office/officeart/2005/8/layout/orgChart1"/>
    <dgm:cxn modelId="{7DDD9424-6423-481E-8AFC-AAF4FC434E87}" type="presOf" srcId="{78C4697E-42E3-4CD6-8626-1B95ABCFBAEE}" destId="{2A5F8A13-F793-4295-A576-C273F1E67E53}" srcOrd="0" destOrd="0" presId="urn:microsoft.com/office/officeart/2005/8/layout/orgChart1"/>
    <dgm:cxn modelId="{79E93337-514C-42A0-9467-4ADDECF9BBFF}" type="presOf" srcId="{8A2823D3-0319-40D7-99A2-677B9C1E7C97}" destId="{2A6720D2-3BC2-49D2-9440-503862A459F2}" srcOrd="0" destOrd="0" presId="urn:microsoft.com/office/officeart/2005/8/layout/orgChart1"/>
    <dgm:cxn modelId="{6CED3C37-F7C0-4444-935D-07D550433918}" type="presOf" srcId="{22AAB52A-F50E-450E-A45B-AA76C6E60155}" destId="{D6146A05-9A49-4463-9B60-ED454B54CFAC}" srcOrd="1" destOrd="0" presId="urn:microsoft.com/office/officeart/2005/8/layout/orgChart1"/>
    <dgm:cxn modelId="{3E87424A-8546-4325-B181-4E178F18D1F6}" type="presOf" srcId="{268E09D4-B195-4285-9E77-5AF03B259B78}" destId="{9CAAEC64-6ADE-4DAC-BE74-9BCA6018D400}" srcOrd="0" destOrd="0" presId="urn:microsoft.com/office/officeart/2005/8/layout/orgChart1"/>
    <dgm:cxn modelId="{6CBA124B-FEE9-4D70-8E4B-F5B038E2FFF6}" type="presOf" srcId="{851C9D6E-AC63-4942-A4BE-E6721A22670E}" destId="{10E23348-0F19-4FD3-A71D-F48223639FF9}" srcOrd="1" destOrd="0" presId="urn:microsoft.com/office/officeart/2005/8/layout/orgChart1"/>
    <dgm:cxn modelId="{5231BD6B-E936-4712-BD48-774C104A75BA}" type="presOf" srcId="{268E09D4-B195-4285-9E77-5AF03B259B78}" destId="{94D5B0F4-9D2A-458E-9B88-FC8AAF20F7B6}" srcOrd="1" destOrd="0" presId="urn:microsoft.com/office/officeart/2005/8/layout/orgChart1"/>
    <dgm:cxn modelId="{4D984251-7B4F-4FA7-9294-D0F4C6D909E8}" type="presOf" srcId="{851C9D6E-AC63-4942-A4BE-E6721A22670E}" destId="{2907B370-BA96-40F4-A66F-C111E7FDFAAE}" srcOrd="0" destOrd="0" presId="urn:microsoft.com/office/officeart/2005/8/layout/orgChart1"/>
    <dgm:cxn modelId="{C0887A7A-353F-43BA-A96F-D9A2649DCDFE}" type="presOf" srcId="{78C4697E-42E3-4CD6-8626-1B95ABCFBAEE}" destId="{DF2A5A38-E9AD-4E0D-8664-8243B6A76EE9}" srcOrd="1" destOrd="0" presId="urn:microsoft.com/office/officeart/2005/8/layout/orgChart1"/>
    <dgm:cxn modelId="{AEC67096-20FC-480D-97F0-F2F564BD9E8A}" srcId="{9806DEA8-F325-4BC2-BE52-585E2948CFB3}" destId="{22AAB52A-F50E-450E-A45B-AA76C6E60155}" srcOrd="0" destOrd="0" parTransId="{111B3508-DF67-4D45-82A6-7B60B4D41864}" sibTransId="{773A98D1-1721-4740-BBBC-EE4ECE532058}"/>
    <dgm:cxn modelId="{7F1A2499-EC4E-4F17-BF2B-228E00B228CB}" type="presOf" srcId="{98E64B81-CF24-49AB-A88A-228C9A8CA780}" destId="{A7F1B7B0-E8BF-45D3-A1DB-42978364B9B5}" srcOrd="0" destOrd="0" presId="urn:microsoft.com/office/officeart/2005/8/layout/orgChart1"/>
    <dgm:cxn modelId="{829AFB9C-CD4D-43A4-ACAB-2B18E58F94CF}" srcId="{22AAB52A-F50E-450E-A45B-AA76C6E60155}" destId="{268E09D4-B195-4285-9E77-5AF03B259B78}" srcOrd="4" destOrd="0" parTransId="{59EB9DB8-C2C7-4E9C-A643-EC131CC992EF}" sibTransId="{4B1F4B06-695C-4128-B1E8-155DEDF8A7EB}"/>
    <dgm:cxn modelId="{4A4426A8-2F36-4935-9726-DFCE8F41E836}" srcId="{22AAB52A-F50E-450E-A45B-AA76C6E60155}" destId="{78C4697E-42E3-4CD6-8626-1B95ABCFBAEE}" srcOrd="2" destOrd="0" parTransId="{8A2823D3-0319-40D7-99A2-677B9C1E7C97}" sibTransId="{E49278E8-4C74-4CB2-80A2-3456757BC598}"/>
    <dgm:cxn modelId="{B341CFB3-FBB7-429F-9EA0-F69D031F65A4}" type="presOf" srcId="{59EB9DB8-C2C7-4E9C-A643-EC131CC992EF}" destId="{4E1D6D80-635D-48AE-A319-DDF70812735E}" srcOrd="0" destOrd="0" presId="urn:microsoft.com/office/officeart/2005/8/layout/orgChart1"/>
    <dgm:cxn modelId="{8E3F17B4-7549-4018-A69F-1C6BCD1662C9}" srcId="{22AAB52A-F50E-450E-A45B-AA76C6E60155}" destId="{851C9D6E-AC63-4942-A4BE-E6721A22670E}" srcOrd="3" destOrd="0" parTransId="{93FA9CFA-3713-4C93-B0FB-EB826ABE93C4}" sibTransId="{E67CB3FC-871F-48D3-8F22-E65AC355491E}"/>
    <dgm:cxn modelId="{186838B8-A7FC-40B2-846E-B5B30F5ACFD4}" type="presOf" srcId="{8423AC5B-65BB-44BA-85C8-B8F2C1D799F9}" destId="{63AB99B0-52A9-4FD4-95B2-D1CDAD6E4D6C}" srcOrd="0" destOrd="0" presId="urn:microsoft.com/office/officeart/2005/8/layout/orgChart1"/>
    <dgm:cxn modelId="{2C1AC7B9-50E7-4354-B82F-CD811F73EFB8}" type="presOf" srcId="{1C76DC10-B192-4CB8-BDD4-43D705326175}" destId="{152DB30B-0997-48AC-8E02-B305E6A174EA}" srcOrd="0" destOrd="0" presId="urn:microsoft.com/office/officeart/2005/8/layout/orgChart1"/>
    <dgm:cxn modelId="{701676BB-9FE1-4ACD-AA76-5A1E343C3766}" type="presOf" srcId="{1C76DC10-B192-4CB8-BDD4-43D705326175}" destId="{E2521828-141C-4DD9-A0FF-550F879D8B65}" srcOrd="1" destOrd="0" presId="urn:microsoft.com/office/officeart/2005/8/layout/orgChart1"/>
    <dgm:cxn modelId="{49F84BCF-56D4-4716-881A-8D03E4FD0021}" srcId="{22AAB52A-F50E-450E-A45B-AA76C6E60155}" destId="{1C76DC10-B192-4CB8-BDD4-43D705326175}" srcOrd="1" destOrd="0" parTransId="{9B6515FC-BAB6-49BD-B614-8D99B5FBDBDE}" sibTransId="{0F91D73B-DCE4-4F8F-9696-95E8CA55567C}"/>
    <dgm:cxn modelId="{CE8C63DA-E717-4052-9A1F-EA44B653BAA3}" type="presOf" srcId="{9B6515FC-BAB6-49BD-B614-8D99B5FBDBDE}" destId="{7A25FF6E-637A-4FDC-B372-461A22767073}" srcOrd="0" destOrd="0" presId="urn:microsoft.com/office/officeart/2005/8/layout/orgChart1"/>
    <dgm:cxn modelId="{C517FFE3-3AC1-47FD-B784-A26E0735FEFB}" type="presOf" srcId="{93FA9CFA-3713-4C93-B0FB-EB826ABE93C4}" destId="{2A2A9E24-5356-4715-A394-48938AB04B91}" srcOrd="0" destOrd="0" presId="urn:microsoft.com/office/officeart/2005/8/layout/orgChart1"/>
    <dgm:cxn modelId="{29D317E4-9238-4ACE-92FD-58D6E9BD508A}" type="presOf" srcId="{9806DEA8-F325-4BC2-BE52-585E2948CFB3}" destId="{FC0D5DA3-7F08-40C9-A39B-512D9ACDB8BB}" srcOrd="0" destOrd="0" presId="urn:microsoft.com/office/officeart/2005/8/layout/orgChart1"/>
    <dgm:cxn modelId="{12752EE7-4C9A-4006-B2AE-B5551DF3FF82}" srcId="{22AAB52A-F50E-450E-A45B-AA76C6E60155}" destId="{8423AC5B-65BB-44BA-85C8-B8F2C1D799F9}" srcOrd="0" destOrd="0" parTransId="{98E64B81-CF24-49AB-A88A-228C9A8CA780}" sibTransId="{37318783-7077-401B-9007-0BCCE6BB03B7}"/>
    <dgm:cxn modelId="{356528F7-AB00-45CE-BCC0-AC22BC40B04D}" type="presOf" srcId="{22AAB52A-F50E-450E-A45B-AA76C6E60155}" destId="{FDB6C6DB-B4A3-4742-8B05-4D27739C9CC6}" srcOrd="0" destOrd="0" presId="urn:microsoft.com/office/officeart/2005/8/layout/orgChart1"/>
    <dgm:cxn modelId="{DF5EBB5C-43B4-4233-A6C9-D528AE2C78EC}" type="presParOf" srcId="{FC0D5DA3-7F08-40C9-A39B-512D9ACDB8BB}" destId="{D8AA1359-6BD5-449F-BD10-66AC234A3448}" srcOrd="0" destOrd="0" presId="urn:microsoft.com/office/officeart/2005/8/layout/orgChart1"/>
    <dgm:cxn modelId="{CAD9D699-24DB-4B23-8295-0A316AF487A7}" type="presParOf" srcId="{D8AA1359-6BD5-449F-BD10-66AC234A3448}" destId="{93B5B23F-E291-4D7E-B713-1705653FADAF}" srcOrd="0" destOrd="0" presId="urn:microsoft.com/office/officeart/2005/8/layout/orgChart1"/>
    <dgm:cxn modelId="{101CA048-971B-4DD9-8EB0-43C5801DD6A2}" type="presParOf" srcId="{93B5B23F-E291-4D7E-B713-1705653FADAF}" destId="{FDB6C6DB-B4A3-4742-8B05-4D27739C9CC6}" srcOrd="0" destOrd="0" presId="urn:microsoft.com/office/officeart/2005/8/layout/orgChart1"/>
    <dgm:cxn modelId="{9646CFE1-2F61-48EE-8DF7-7D2BD1912E50}" type="presParOf" srcId="{93B5B23F-E291-4D7E-B713-1705653FADAF}" destId="{D6146A05-9A49-4463-9B60-ED454B54CFAC}" srcOrd="1" destOrd="0" presId="urn:microsoft.com/office/officeart/2005/8/layout/orgChart1"/>
    <dgm:cxn modelId="{1571CCA2-F5A6-4CFA-B61F-F67829B38A97}" type="presParOf" srcId="{D8AA1359-6BD5-449F-BD10-66AC234A3448}" destId="{E419201A-D36D-4EB7-8917-D28DE3CB8A49}" srcOrd="1" destOrd="0" presId="urn:microsoft.com/office/officeart/2005/8/layout/orgChart1"/>
    <dgm:cxn modelId="{1E6BBE11-35D8-4184-852E-26554D062BBE}" type="presParOf" srcId="{E419201A-D36D-4EB7-8917-D28DE3CB8A49}" destId="{A7F1B7B0-E8BF-45D3-A1DB-42978364B9B5}" srcOrd="0" destOrd="0" presId="urn:microsoft.com/office/officeart/2005/8/layout/orgChart1"/>
    <dgm:cxn modelId="{35616F4D-8356-4B83-B52C-4D92B1C9D00F}" type="presParOf" srcId="{E419201A-D36D-4EB7-8917-D28DE3CB8A49}" destId="{91965D30-99C4-47EB-964E-C2A7F6F1CDE7}" srcOrd="1" destOrd="0" presId="urn:microsoft.com/office/officeart/2005/8/layout/orgChart1"/>
    <dgm:cxn modelId="{0B7EE348-EA3A-433F-85C7-DFE8F75CD25C}" type="presParOf" srcId="{91965D30-99C4-47EB-964E-C2A7F6F1CDE7}" destId="{EFB01A80-46E4-4BD8-8088-D9D4E2FCD126}" srcOrd="0" destOrd="0" presId="urn:microsoft.com/office/officeart/2005/8/layout/orgChart1"/>
    <dgm:cxn modelId="{8889EB64-E3A7-4BBF-ABE2-C437143E2F0E}" type="presParOf" srcId="{EFB01A80-46E4-4BD8-8088-D9D4E2FCD126}" destId="{63AB99B0-52A9-4FD4-95B2-D1CDAD6E4D6C}" srcOrd="0" destOrd="0" presId="urn:microsoft.com/office/officeart/2005/8/layout/orgChart1"/>
    <dgm:cxn modelId="{7AC9AA0B-80C0-4A88-A40F-52B6D673C74C}" type="presParOf" srcId="{EFB01A80-46E4-4BD8-8088-D9D4E2FCD126}" destId="{1F827E1E-DE28-4629-93A9-7862FAB5F676}" srcOrd="1" destOrd="0" presId="urn:microsoft.com/office/officeart/2005/8/layout/orgChart1"/>
    <dgm:cxn modelId="{483BE8F2-068F-4C2A-8008-03E6974DE7F0}" type="presParOf" srcId="{91965D30-99C4-47EB-964E-C2A7F6F1CDE7}" destId="{BCDC7EB6-07A3-4F0D-B150-75C1404AAABB}" srcOrd="1" destOrd="0" presId="urn:microsoft.com/office/officeart/2005/8/layout/orgChart1"/>
    <dgm:cxn modelId="{029B5589-B258-4B98-BE0C-9499AC7B0DAC}" type="presParOf" srcId="{91965D30-99C4-47EB-964E-C2A7F6F1CDE7}" destId="{9827145C-FEEA-4ECA-8507-28613AB5980D}" srcOrd="2" destOrd="0" presId="urn:microsoft.com/office/officeart/2005/8/layout/orgChart1"/>
    <dgm:cxn modelId="{8029A05B-FD8C-4867-BE05-05F3E5690DAF}" type="presParOf" srcId="{E419201A-D36D-4EB7-8917-D28DE3CB8A49}" destId="{7A25FF6E-637A-4FDC-B372-461A22767073}" srcOrd="2" destOrd="0" presId="urn:microsoft.com/office/officeart/2005/8/layout/orgChart1"/>
    <dgm:cxn modelId="{41DC0094-4059-4289-9467-209D52CAE832}" type="presParOf" srcId="{E419201A-D36D-4EB7-8917-D28DE3CB8A49}" destId="{4277993E-643A-44B6-B628-E62FD901BBEE}" srcOrd="3" destOrd="0" presId="urn:microsoft.com/office/officeart/2005/8/layout/orgChart1"/>
    <dgm:cxn modelId="{B9201827-4E9A-4D65-95ED-6CA400197201}" type="presParOf" srcId="{4277993E-643A-44B6-B628-E62FD901BBEE}" destId="{B4204682-EBBF-423A-A8C4-DCC9725E2DEE}" srcOrd="0" destOrd="0" presId="urn:microsoft.com/office/officeart/2005/8/layout/orgChart1"/>
    <dgm:cxn modelId="{73185503-C2AA-4F25-867D-73CABA512B3F}" type="presParOf" srcId="{B4204682-EBBF-423A-A8C4-DCC9725E2DEE}" destId="{152DB30B-0997-48AC-8E02-B305E6A174EA}" srcOrd="0" destOrd="0" presId="urn:microsoft.com/office/officeart/2005/8/layout/orgChart1"/>
    <dgm:cxn modelId="{C1E26017-86AB-4955-A9DE-C08DBFCF8755}" type="presParOf" srcId="{B4204682-EBBF-423A-A8C4-DCC9725E2DEE}" destId="{E2521828-141C-4DD9-A0FF-550F879D8B65}" srcOrd="1" destOrd="0" presId="urn:microsoft.com/office/officeart/2005/8/layout/orgChart1"/>
    <dgm:cxn modelId="{EF9A64E2-8121-4C6D-9EB3-F7E2D58EB24C}" type="presParOf" srcId="{4277993E-643A-44B6-B628-E62FD901BBEE}" destId="{0E1C6699-2AE5-46DA-8767-F16B8DF94467}" srcOrd="1" destOrd="0" presId="urn:microsoft.com/office/officeart/2005/8/layout/orgChart1"/>
    <dgm:cxn modelId="{D8665A32-C28D-4DC7-9008-4A4656F14B5E}" type="presParOf" srcId="{4277993E-643A-44B6-B628-E62FD901BBEE}" destId="{D093C552-F2B3-4F1D-B77A-C18F5C8F8551}" srcOrd="2" destOrd="0" presId="urn:microsoft.com/office/officeart/2005/8/layout/orgChart1"/>
    <dgm:cxn modelId="{C6D1D010-4B81-47EB-AD9D-A7108B094D8B}" type="presParOf" srcId="{E419201A-D36D-4EB7-8917-D28DE3CB8A49}" destId="{2A6720D2-3BC2-49D2-9440-503862A459F2}" srcOrd="4" destOrd="0" presId="urn:microsoft.com/office/officeart/2005/8/layout/orgChart1"/>
    <dgm:cxn modelId="{AE06EC2D-4C58-4A9F-8C38-0FA8FB77E25F}" type="presParOf" srcId="{E419201A-D36D-4EB7-8917-D28DE3CB8A49}" destId="{BAACD408-B096-4219-B995-CBE13FEF9E0C}" srcOrd="5" destOrd="0" presId="urn:microsoft.com/office/officeart/2005/8/layout/orgChart1"/>
    <dgm:cxn modelId="{D6B0EA17-208E-40E4-9B34-03B2687C598C}" type="presParOf" srcId="{BAACD408-B096-4219-B995-CBE13FEF9E0C}" destId="{7C76DD35-9C28-4088-8305-CB44319A8F6B}" srcOrd="0" destOrd="0" presId="urn:microsoft.com/office/officeart/2005/8/layout/orgChart1"/>
    <dgm:cxn modelId="{8F7F8071-8C99-4B9F-B5D6-89C80019953D}" type="presParOf" srcId="{7C76DD35-9C28-4088-8305-CB44319A8F6B}" destId="{2A5F8A13-F793-4295-A576-C273F1E67E53}" srcOrd="0" destOrd="0" presId="urn:microsoft.com/office/officeart/2005/8/layout/orgChart1"/>
    <dgm:cxn modelId="{56511F92-3995-47B6-B431-813B137EDC37}" type="presParOf" srcId="{7C76DD35-9C28-4088-8305-CB44319A8F6B}" destId="{DF2A5A38-E9AD-4E0D-8664-8243B6A76EE9}" srcOrd="1" destOrd="0" presId="urn:microsoft.com/office/officeart/2005/8/layout/orgChart1"/>
    <dgm:cxn modelId="{23099DBD-8936-4301-A37C-5CD306E1AADB}" type="presParOf" srcId="{BAACD408-B096-4219-B995-CBE13FEF9E0C}" destId="{25DCDDB0-7223-429E-8111-32F0DC3DFAA9}" srcOrd="1" destOrd="0" presId="urn:microsoft.com/office/officeart/2005/8/layout/orgChart1"/>
    <dgm:cxn modelId="{05A6A1F3-E32B-484F-8D2D-2CD5C752D88E}" type="presParOf" srcId="{BAACD408-B096-4219-B995-CBE13FEF9E0C}" destId="{91C4CFE2-D764-43CD-B65A-522F70B2D2C2}" srcOrd="2" destOrd="0" presId="urn:microsoft.com/office/officeart/2005/8/layout/orgChart1"/>
    <dgm:cxn modelId="{05A7600F-7D40-4C71-9E87-A2963F67802D}" type="presParOf" srcId="{E419201A-D36D-4EB7-8917-D28DE3CB8A49}" destId="{2A2A9E24-5356-4715-A394-48938AB04B91}" srcOrd="6" destOrd="0" presId="urn:microsoft.com/office/officeart/2005/8/layout/orgChart1"/>
    <dgm:cxn modelId="{8CBEAA5E-46D2-4B62-8126-9265F60533DC}" type="presParOf" srcId="{E419201A-D36D-4EB7-8917-D28DE3CB8A49}" destId="{A5B3533E-C7CF-46F3-81CA-B527422E6570}" srcOrd="7" destOrd="0" presId="urn:microsoft.com/office/officeart/2005/8/layout/orgChart1"/>
    <dgm:cxn modelId="{9BACB148-384F-485A-A62F-6F17B5D513B9}" type="presParOf" srcId="{A5B3533E-C7CF-46F3-81CA-B527422E6570}" destId="{7D9836D0-FEAF-45C5-96B9-BF85B4C5E630}" srcOrd="0" destOrd="0" presId="urn:microsoft.com/office/officeart/2005/8/layout/orgChart1"/>
    <dgm:cxn modelId="{0D8DDDEA-D6DA-4CAC-98A9-F9C751DD2502}" type="presParOf" srcId="{7D9836D0-FEAF-45C5-96B9-BF85B4C5E630}" destId="{2907B370-BA96-40F4-A66F-C111E7FDFAAE}" srcOrd="0" destOrd="0" presId="urn:microsoft.com/office/officeart/2005/8/layout/orgChart1"/>
    <dgm:cxn modelId="{DD7F40EF-4028-425A-9F75-3A08DFE531A5}" type="presParOf" srcId="{7D9836D0-FEAF-45C5-96B9-BF85B4C5E630}" destId="{10E23348-0F19-4FD3-A71D-F48223639FF9}" srcOrd="1" destOrd="0" presId="urn:microsoft.com/office/officeart/2005/8/layout/orgChart1"/>
    <dgm:cxn modelId="{7C786AC3-D487-4ABE-895A-8E8434B41947}" type="presParOf" srcId="{A5B3533E-C7CF-46F3-81CA-B527422E6570}" destId="{3D69BB98-EFF5-452C-9AC5-11BC881590C9}" srcOrd="1" destOrd="0" presId="urn:microsoft.com/office/officeart/2005/8/layout/orgChart1"/>
    <dgm:cxn modelId="{D94AE089-DD66-4880-BFD4-D6F07D0A0984}" type="presParOf" srcId="{A5B3533E-C7CF-46F3-81CA-B527422E6570}" destId="{7F0430B4-7899-4BA1-A17D-366D05A80803}" srcOrd="2" destOrd="0" presId="urn:microsoft.com/office/officeart/2005/8/layout/orgChart1"/>
    <dgm:cxn modelId="{ADAB172A-E046-4EC6-A75D-871C3DA2B248}" type="presParOf" srcId="{E419201A-D36D-4EB7-8917-D28DE3CB8A49}" destId="{4E1D6D80-635D-48AE-A319-DDF70812735E}" srcOrd="8" destOrd="0" presId="urn:microsoft.com/office/officeart/2005/8/layout/orgChart1"/>
    <dgm:cxn modelId="{77C31348-9890-455D-8B97-512585295542}" type="presParOf" srcId="{E419201A-D36D-4EB7-8917-D28DE3CB8A49}" destId="{E6BE0463-F71A-4C3D-B8A4-3E45757C3D76}" srcOrd="9" destOrd="0" presId="urn:microsoft.com/office/officeart/2005/8/layout/orgChart1"/>
    <dgm:cxn modelId="{3ADB7285-581E-4AAF-8DF3-FA583F236695}" type="presParOf" srcId="{E6BE0463-F71A-4C3D-B8A4-3E45757C3D76}" destId="{E95B49CA-2456-4C0C-A33C-0A5A67DFA6B5}" srcOrd="0" destOrd="0" presId="urn:microsoft.com/office/officeart/2005/8/layout/orgChart1"/>
    <dgm:cxn modelId="{C37369DA-0D03-4FB4-8F24-315D814CE344}" type="presParOf" srcId="{E95B49CA-2456-4C0C-A33C-0A5A67DFA6B5}" destId="{9CAAEC64-6ADE-4DAC-BE74-9BCA6018D400}" srcOrd="0" destOrd="0" presId="urn:microsoft.com/office/officeart/2005/8/layout/orgChart1"/>
    <dgm:cxn modelId="{D01CB629-72B2-4B62-A9C0-F32AA784FC43}" type="presParOf" srcId="{E95B49CA-2456-4C0C-A33C-0A5A67DFA6B5}" destId="{94D5B0F4-9D2A-458E-9B88-FC8AAF20F7B6}" srcOrd="1" destOrd="0" presId="urn:microsoft.com/office/officeart/2005/8/layout/orgChart1"/>
    <dgm:cxn modelId="{67056B64-FBB6-41DF-BCC6-38CA805EC492}" type="presParOf" srcId="{E6BE0463-F71A-4C3D-B8A4-3E45757C3D76}" destId="{0C10DD0F-90CF-4DEB-AA67-F08B332467F1}" srcOrd="1" destOrd="0" presId="urn:microsoft.com/office/officeart/2005/8/layout/orgChart1"/>
    <dgm:cxn modelId="{543449B0-DD6D-45F2-927A-556ED9315357}" type="presParOf" srcId="{E6BE0463-F71A-4C3D-B8A4-3E45757C3D76}" destId="{768A947B-E41E-418F-BEA9-99599E6C8BA8}" srcOrd="2" destOrd="0" presId="urn:microsoft.com/office/officeart/2005/8/layout/orgChart1"/>
    <dgm:cxn modelId="{43692F05-038B-4F64-8B6C-291525D89833}" type="presParOf" srcId="{D8AA1359-6BD5-449F-BD10-66AC234A3448}" destId="{C2C875CC-89EB-4370-9091-771C0822356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4" qsCatId="simple" csTypeId="urn:microsoft.com/office/officeart/2005/8/colors/accent0_1" csCatId="mainScheme" phldr="1"/>
      <dgm:spPr/>
      <dgm:t>
        <a:bodyPr/>
        <a:lstStyle/>
        <a:p>
          <a:endParaRPr lang="en-US"/>
        </a:p>
      </dgm:t>
    </dgm:pt>
    <dgm:pt modelId="{1C76DC10-B192-4CB8-BDD4-43D705326175}">
      <dgm:prSet/>
      <dgm:spPr/>
      <dgm:t>
        <a:bodyPr/>
        <a:lstStyle/>
        <a:p>
          <a:pPr algn="ctr"/>
          <a:r>
            <a:rPr lang="en-US" noProof="0" dirty="0"/>
            <a:t>Development</a:t>
          </a:r>
        </a:p>
      </dgm:t>
    </dgm:pt>
    <dgm:pt modelId="{9B6515FC-BAB6-49BD-B614-8D99B5FBDBDE}" type="parTrans" cxnId="{49F84BCF-56D4-4716-881A-8D03E4FD0021}">
      <dgm:prSet/>
      <dgm:spPr/>
      <dgm:t>
        <a:bodyPr/>
        <a:lstStyle/>
        <a:p>
          <a:pPr algn="ctr"/>
          <a:endParaRPr lang="en-US" noProof="0"/>
        </a:p>
      </dgm:t>
    </dgm:pt>
    <dgm:pt modelId="{0F91D73B-DCE4-4F8F-9696-95E8CA55567C}" type="sibTrans" cxnId="{49F84BCF-56D4-4716-881A-8D03E4FD0021}">
      <dgm:prSet/>
      <dgm:spPr/>
      <dgm:t>
        <a:bodyPr/>
        <a:lstStyle/>
        <a:p>
          <a:pPr algn="ctr"/>
          <a:endParaRPr lang="en-US" noProof="0"/>
        </a:p>
      </dgm:t>
    </dgm:pt>
    <dgm:pt modelId="{22AAB52A-F50E-450E-A45B-AA76C6E60155}">
      <dgm:prSet/>
      <dgm:spPr>
        <a:solidFill>
          <a:schemeClr val="bg1"/>
        </a:solidFill>
      </dgm:spPr>
      <dgm:t>
        <a:bodyPr/>
        <a:lstStyle/>
        <a:p>
          <a:pPr algn="ctr"/>
          <a:r>
            <a:rPr lang="en-US" noProof="0" dirty="0"/>
            <a:t>Software project</a:t>
          </a:r>
        </a:p>
      </dgm:t>
    </dgm:pt>
    <dgm:pt modelId="{111B3508-DF67-4D45-82A6-7B60B4D41864}" type="parTrans" cxnId="{AEC67096-20FC-480D-97F0-F2F564BD9E8A}">
      <dgm:prSet/>
      <dgm:spPr/>
      <dgm:t>
        <a:bodyPr/>
        <a:lstStyle/>
        <a:p>
          <a:pPr algn="ctr"/>
          <a:endParaRPr lang="en-US" noProof="0"/>
        </a:p>
      </dgm:t>
    </dgm:pt>
    <dgm:pt modelId="{773A98D1-1721-4740-BBBC-EE4ECE532058}" type="sibTrans" cxnId="{AEC67096-20FC-480D-97F0-F2F564BD9E8A}">
      <dgm:prSet/>
      <dgm:spPr/>
      <dgm:t>
        <a:bodyPr/>
        <a:lstStyle/>
        <a:p>
          <a:pPr algn="ctr"/>
          <a:endParaRPr lang="en-US" noProof="0"/>
        </a:p>
      </dgm:t>
    </dgm:pt>
    <dgm:pt modelId="{78C4697E-42E3-4CD6-8626-1B95ABCFBAEE}">
      <dgm:prSet/>
      <dgm:spPr>
        <a:solidFill>
          <a:schemeClr val="bg1"/>
        </a:solidFill>
      </dgm:spPr>
      <dgm:t>
        <a:bodyPr/>
        <a:lstStyle/>
        <a:p>
          <a:pPr algn="ctr"/>
          <a:r>
            <a:rPr lang="en-US" noProof="0" dirty="0"/>
            <a:t>System Test</a:t>
          </a:r>
        </a:p>
      </dgm:t>
    </dgm:pt>
    <dgm:pt modelId="{8A2823D3-0319-40D7-99A2-677B9C1E7C97}" type="parTrans" cxnId="{4A4426A8-2F36-4935-9726-DFCE8F41E836}">
      <dgm:prSet/>
      <dgm:spPr/>
      <dgm:t>
        <a:bodyPr/>
        <a:lstStyle/>
        <a:p>
          <a:pPr algn="ctr"/>
          <a:endParaRPr lang="en-US" noProof="0"/>
        </a:p>
      </dgm:t>
    </dgm:pt>
    <dgm:pt modelId="{E49278E8-4C74-4CB2-80A2-3456757BC598}" type="sibTrans" cxnId="{4A4426A8-2F36-4935-9726-DFCE8F41E836}">
      <dgm:prSet/>
      <dgm:spPr/>
      <dgm:t>
        <a:bodyPr/>
        <a:lstStyle/>
        <a:p>
          <a:pPr algn="ctr"/>
          <a:endParaRPr lang="en-US" noProof="0"/>
        </a:p>
      </dgm:t>
    </dgm:pt>
    <dgm:pt modelId="{8423AC5B-65BB-44BA-85C8-B8F2C1D799F9}">
      <dgm:prSet/>
      <dgm:spPr>
        <a:solidFill>
          <a:schemeClr val="bg1"/>
        </a:solidFill>
      </dgm:spPr>
      <dgm:t>
        <a:bodyPr/>
        <a:lstStyle/>
        <a:p>
          <a:pPr algn="ctr"/>
          <a:r>
            <a:rPr lang="en-US" noProof="0" dirty="0"/>
            <a:t>Analysis (modelling) </a:t>
          </a:r>
        </a:p>
      </dgm:t>
    </dgm:pt>
    <dgm:pt modelId="{98E64B81-CF24-49AB-A88A-228C9A8CA780}" type="parTrans" cxnId="{12752EE7-4C9A-4006-B2AE-B5551DF3FF82}">
      <dgm:prSet/>
      <dgm:spPr/>
      <dgm:t>
        <a:bodyPr/>
        <a:lstStyle/>
        <a:p>
          <a:pPr algn="ctr"/>
          <a:endParaRPr lang="en-US" noProof="0"/>
        </a:p>
      </dgm:t>
    </dgm:pt>
    <dgm:pt modelId="{37318783-7077-401B-9007-0BCCE6BB03B7}" type="sibTrans" cxnId="{12752EE7-4C9A-4006-B2AE-B5551DF3FF82}">
      <dgm:prSet/>
      <dgm:spPr/>
      <dgm:t>
        <a:bodyPr/>
        <a:lstStyle/>
        <a:p>
          <a:pPr algn="ctr"/>
          <a:endParaRPr lang="en-US" noProof="0"/>
        </a:p>
      </dgm:t>
    </dgm:pt>
    <dgm:pt modelId="{268E09D4-B195-4285-9E77-5AF03B259B78}">
      <dgm:prSet/>
      <dgm:spPr>
        <a:solidFill>
          <a:schemeClr val="bg1"/>
        </a:solidFill>
      </dgm:spPr>
      <dgm:t>
        <a:bodyPr/>
        <a:lstStyle/>
        <a:p>
          <a:pPr algn="ctr"/>
          <a:r>
            <a:rPr lang="en-US" noProof="0" dirty="0"/>
            <a:t>Miscellaneous</a:t>
          </a:r>
        </a:p>
      </dgm:t>
    </dgm:pt>
    <dgm:pt modelId="{59EB9DB8-C2C7-4E9C-A643-EC131CC992EF}" type="parTrans" cxnId="{829AFB9C-CD4D-43A4-ACAB-2B18E58F94CF}">
      <dgm:prSet/>
      <dgm:spPr/>
      <dgm:t>
        <a:bodyPr/>
        <a:lstStyle/>
        <a:p>
          <a:pPr algn="ctr"/>
          <a:endParaRPr lang="en-US" noProof="0"/>
        </a:p>
      </dgm:t>
    </dgm:pt>
    <dgm:pt modelId="{4B1F4B06-695C-4128-B1E8-155DEDF8A7EB}" type="sibTrans" cxnId="{829AFB9C-CD4D-43A4-ACAB-2B18E58F94CF}">
      <dgm:prSet/>
      <dgm:spPr/>
      <dgm:t>
        <a:bodyPr/>
        <a:lstStyle/>
        <a:p>
          <a:pPr algn="ctr"/>
          <a:endParaRPr lang="en-US" noProof="0"/>
        </a:p>
      </dgm:t>
    </dgm:pt>
    <dgm:pt modelId="{851C9D6E-AC63-4942-A4BE-E6721A22670E}">
      <dgm:prSet/>
      <dgm:spPr>
        <a:solidFill>
          <a:schemeClr val="bg1"/>
        </a:solidFill>
      </dgm:spPr>
      <dgm:t>
        <a:bodyPr/>
        <a:lstStyle/>
        <a:p>
          <a:pPr algn="ctr"/>
          <a:r>
            <a:rPr lang="en-US" noProof="0" dirty="0"/>
            <a:t>User Test</a:t>
          </a:r>
        </a:p>
      </dgm:t>
    </dgm:pt>
    <dgm:pt modelId="{93FA9CFA-3713-4C93-B0FB-EB826ABE93C4}" type="parTrans" cxnId="{8E3F17B4-7549-4018-A69F-1C6BCD1662C9}">
      <dgm:prSet/>
      <dgm:spPr/>
      <dgm:t>
        <a:bodyPr/>
        <a:lstStyle/>
        <a:p>
          <a:endParaRPr lang="en-US" noProof="0"/>
        </a:p>
      </dgm:t>
    </dgm:pt>
    <dgm:pt modelId="{E67CB3FC-871F-48D3-8F22-E65AC355491E}" type="sibTrans" cxnId="{8E3F17B4-7549-4018-A69F-1C6BCD1662C9}">
      <dgm:prSet/>
      <dgm:spPr/>
      <dgm:t>
        <a:bodyPr/>
        <a:lstStyle/>
        <a:p>
          <a:endParaRPr lang="en-US" noProof="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D8AA1359-6BD5-449F-BD10-66AC234A3448}" type="pres">
      <dgm:prSet presAssocID="{22AAB52A-F50E-450E-A45B-AA76C6E60155}" presName="hierRoot1" presStyleCnt="0">
        <dgm:presLayoutVars>
          <dgm:hierBranch val="hang"/>
        </dgm:presLayoutVars>
      </dgm:prSet>
      <dgm:spPr/>
    </dgm:pt>
    <dgm:pt modelId="{93B5B23F-E291-4D7E-B713-1705653FADAF}" type="pres">
      <dgm:prSet presAssocID="{22AAB52A-F50E-450E-A45B-AA76C6E60155}" presName="rootComposite1" presStyleCnt="0"/>
      <dgm:spPr/>
    </dgm:pt>
    <dgm:pt modelId="{FDB6C6DB-B4A3-4742-8B05-4D27739C9CC6}" type="pres">
      <dgm:prSet presAssocID="{22AAB52A-F50E-450E-A45B-AA76C6E60155}" presName="rootText1" presStyleLbl="node0" presStyleIdx="0" presStyleCnt="1">
        <dgm:presLayoutVars>
          <dgm:chPref val="3"/>
        </dgm:presLayoutVars>
      </dgm:prSet>
      <dgm:spPr/>
    </dgm:pt>
    <dgm:pt modelId="{D6146A05-9A49-4463-9B60-ED454B54CFAC}" type="pres">
      <dgm:prSet presAssocID="{22AAB52A-F50E-450E-A45B-AA76C6E60155}" presName="rootConnector1" presStyleLbl="node1" presStyleIdx="0" presStyleCnt="0"/>
      <dgm:spPr/>
    </dgm:pt>
    <dgm:pt modelId="{E419201A-D36D-4EB7-8917-D28DE3CB8A49}" type="pres">
      <dgm:prSet presAssocID="{22AAB52A-F50E-450E-A45B-AA76C6E60155}" presName="hierChild2" presStyleCnt="0"/>
      <dgm:spPr/>
    </dgm:pt>
    <dgm:pt modelId="{A7F1B7B0-E8BF-45D3-A1DB-42978364B9B5}" type="pres">
      <dgm:prSet presAssocID="{98E64B81-CF24-49AB-A88A-228C9A8CA780}" presName="Name48" presStyleLbl="parChTrans1D2" presStyleIdx="0" presStyleCnt="5"/>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2" presStyleIdx="0" presStyleCnt="5">
        <dgm:presLayoutVars>
          <dgm:chPref val="3"/>
        </dgm:presLayoutVars>
      </dgm:prSet>
      <dgm:spPr/>
    </dgm:pt>
    <dgm:pt modelId="{1F827E1E-DE28-4629-93A9-7862FAB5F676}" type="pres">
      <dgm:prSet presAssocID="{8423AC5B-65BB-44BA-85C8-B8F2C1D799F9}" presName="rootConnector" presStyleLbl="node2" presStyleIdx="0" presStyleCnt="5"/>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7A25FF6E-637A-4FDC-B372-461A22767073}" type="pres">
      <dgm:prSet presAssocID="{9B6515FC-BAB6-49BD-B614-8D99B5FBDBDE}" presName="Name48" presStyleLbl="parChTrans1D2" presStyleIdx="1" presStyleCnt="5"/>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2" presStyleIdx="1" presStyleCnt="5">
        <dgm:presLayoutVars>
          <dgm:chPref val="3"/>
        </dgm:presLayoutVars>
      </dgm:prSet>
      <dgm:spPr/>
    </dgm:pt>
    <dgm:pt modelId="{E2521828-141C-4DD9-A0FF-550F879D8B65}" type="pres">
      <dgm:prSet presAssocID="{1C76DC10-B192-4CB8-BDD4-43D705326175}" presName="rootConnector" presStyleLbl="node2" presStyleIdx="1" presStyleCnt="5"/>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2A6720D2-3BC2-49D2-9440-503862A459F2}" type="pres">
      <dgm:prSet presAssocID="{8A2823D3-0319-40D7-99A2-677B9C1E7C97}" presName="Name48" presStyleLbl="parChTrans1D2" presStyleIdx="2" presStyleCnt="5"/>
      <dgm:spPr/>
    </dgm:pt>
    <dgm:pt modelId="{BAACD408-B096-4219-B995-CBE13FEF9E0C}" type="pres">
      <dgm:prSet presAssocID="{78C4697E-42E3-4CD6-8626-1B95ABCFBAEE}" presName="hierRoot2" presStyleCnt="0">
        <dgm:presLayoutVars>
          <dgm:hierBranch val="init"/>
        </dgm:presLayoutVars>
      </dgm:prSet>
      <dgm:spPr/>
    </dgm:pt>
    <dgm:pt modelId="{7C76DD35-9C28-4088-8305-CB44319A8F6B}" type="pres">
      <dgm:prSet presAssocID="{78C4697E-42E3-4CD6-8626-1B95ABCFBAEE}" presName="rootComposite" presStyleCnt="0"/>
      <dgm:spPr/>
    </dgm:pt>
    <dgm:pt modelId="{2A5F8A13-F793-4295-A576-C273F1E67E53}" type="pres">
      <dgm:prSet presAssocID="{78C4697E-42E3-4CD6-8626-1B95ABCFBAEE}" presName="rootText" presStyleLbl="node2" presStyleIdx="2" presStyleCnt="5">
        <dgm:presLayoutVars>
          <dgm:chPref val="3"/>
        </dgm:presLayoutVars>
      </dgm:prSet>
      <dgm:spPr/>
    </dgm:pt>
    <dgm:pt modelId="{DF2A5A38-E9AD-4E0D-8664-8243B6A76EE9}" type="pres">
      <dgm:prSet presAssocID="{78C4697E-42E3-4CD6-8626-1B95ABCFBAEE}" presName="rootConnector" presStyleLbl="node2" presStyleIdx="2" presStyleCnt="5"/>
      <dgm:spPr/>
    </dgm:pt>
    <dgm:pt modelId="{25DCDDB0-7223-429E-8111-32F0DC3DFAA9}" type="pres">
      <dgm:prSet presAssocID="{78C4697E-42E3-4CD6-8626-1B95ABCFBAEE}" presName="hierChild4" presStyleCnt="0"/>
      <dgm:spPr/>
    </dgm:pt>
    <dgm:pt modelId="{91C4CFE2-D764-43CD-B65A-522F70B2D2C2}" type="pres">
      <dgm:prSet presAssocID="{78C4697E-42E3-4CD6-8626-1B95ABCFBAEE}" presName="hierChild5" presStyleCnt="0"/>
      <dgm:spPr/>
    </dgm:pt>
    <dgm:pt modelId="{2A2A9E24-5356-4715-A394-48938AB04B91}" type="pres">
      <dgm:prSet presAssocID="{93FA9CFA-3713-4C93-B0FB-EB826ABE93C4}" presName="Name48" presStyleLbl="parChTrans1D2" presStyleIdx="3" presStyleCnt="5"/>
      <dgm:spPr/>
    </dgm:pt>
    <dgm:pt modelId="{A5B3533E-C7CF-46F3-81CA-B527422E6570}" type="pres">
      <dgm:prSet presAssocID="{851C9D6E-AC63-4942-A4BE-E6721A22670E}" presName="hierRoot2" presStyleCnt="0">
        <dgm:presLayoutVars>
          <dgm:hierBranch val="init"/>
        </dgm:presLayoutVars>
      </dgm:prSet>
      <dgm:spPr/>
    </dgm:pt>
    <dgm:pt modelId="{7D9836D0-FEAF-45C5-96B9-BF85B4C5E630}" type="pres">
      <dgm:prSet presAssocID="{851C9D6E-AC63-4942-A4BE-E6721A22670E}" presName="rootComposite" presStyleCnt="0"/>
      <dgm:spPr/>
    </dgm:pt>
    <dgm:pt modelId="{2907B370-BA96-40F4-A66F-C111E7FDFAAE}" type="pres">
      <dgm:prSet presAssocID="{851C9D6E-AC63-4942-A4BE-E6721A22670E}" presName="rootText" presStyleLbl="node2" presStyleIdx="3" presStyleCnt="5">
        <dgm:presLayoutVars>
          <dgm:chPref val="3"/>
        </dgm:presLayoutVars>
      </dgm:prSet>
      <dgm:spPr/>
    </dgm:pt>
    <dgm:pt modelId="{10E23348-0F19-4FD3-A71D-F48223639FF9}" type="pres">
      <dgm:prSet presAssocID="{851C9D6E-AC63-4942-A4BE-E6721A22670E}" presName="rootConnector" presStyleLbl="node2" presStyleIdx="3" presStyleCnt="5"/>
      <dgm:spPr/>
    </dgm:pt>
    <dgm:pt modelId="{3D69BB98-EFF5-452C-9AC5-11BC881590C9}" type="pres">
      <dgm:prSet presAssocID="{851C9D6E-AC63-4942-A4BE-E6721A22670E}" presName="hierChild4" presStyleCnt="0"/>
      <dgm:spPr/>
    </dgm:pt>
    <dgm:pt modelId="{7F0430B4-7899-4BA1-A17D-366D05A80803}" type="pres">
      <dgm:prSet presAssocID="{851C9D6E-AC63-4942-A4BE-E6721A22670E}" presName="hierChild5" presStyleCnt="0"/>
      <dgm:spPr/>
    </dgm:pt>
    <dgm:pt modelId="{4E1D6D80-635D-48AE-A319-DDF70812735E}" type="pres">
      <dgm:prSet presAssocID="{59EB9DB8-C2C7-4E9C-A643-EC131CC992EF}" presName="Name48" presStyleLbl="parChTrans1D2" presStyleIdx="4" presStyleCnt="5"/>
      <dgm:spPr/>
    </dgm:pt>
    <dgm:pt modelId="{E6BE0463-F71A-4C3D-B8A4-3E45757C3D76}" type="pres">
      <dgm:prSet presAssocID="{268E09D4-B195-4285-9E77-5AF03B259B78}" presName="hierRoot2" presStyleCnt="0">
        <dgm:presLayoutVars>
          <dgm:hierBranch val="init"/>
        </dgm:presLayoutVars>
      </dgm:prSet>
      <dgm:spPr/>
    </dgm:pt>
    <dgm:pt modelId="{E95B49CA-2456-4C0C-A33C-0A5A67DFA6B5}" type="pres">
      <dgm:prSet presAssocID="{268E09D4-B195-4285-9E77-5AF03B259B78}" presName="rootComposite" presStyleCnt="0"/>
      <dgm:spPr/>
    </dgm:pt>
    <dgm:pt modelId="{9CAAEC64-6ADE-4DAC-BE74-9BCA6018D400}" type="pres">
      <dgm:prSet presAssocID="{268E09D4-B195-4285-9E77-5AF03B259B78}" presName="rootText" presStyleLbl="node2" presStyleIdx="4" presStyleCnt="5">
        <dgm:presLayoutVars>
          <dgm:chPref val="3"/>
        </dgm:presLayoutVars>
      </dgm:prSet>
      <dgm:spPr/>
    </dgm:pt>
    <dgm:pt modelId="{94D5B0F4-9D2A-458E-9B88-FC8AAF20F7B6}" type="pres">
      <dgm:prSet presAssocID="{268E09D4-B195-4285-9E77-5AF03B259B78}" presName="rootConnector" presStyleLbl="node2" presStyleIdx="4" presStyleCnt="5"/>
      <dgm:spPr/>
    </dgm:pt>
    <dgm:pt modelId="{0C10DD0F-90CF-4DEB-AA67-F08B332467F1}" type="pres">
      <dgm:prSet presAssocID="{268E09D4-B195-4285-9E77-5AF03B259B78}" presName="hierChild4" presStyleCnt="0"/>
      <dgm:spPr/>
    </dgm:pt>
    <dgm:pt modelId="{768A947B-E41E-418F-BEA9-99599E6C8BA8}" type="pres">
      <dgm:prSet presAssocID="{268E09D4-B195-4285-9E77-5AF03B259B78}" presName="hierChild5" presStyleCnt="0"/>
      <dgm:spPr/>
    </dgm:pt>
    <dgm:pt modelId="{C2C875CC-89EB-4370-9091-771C08223566}" type="pres">
      <dgm:prSet presAssocID="{22AAB52A-F50E-450E-A45B-AA76C6E60155}" presName="hierChild3" presStyleCnt="0"/>
      <dgm:spPr/>
    </dgm:pt>
  </dgm:ptLst>
  <dgm:cxnLst>
    <dgm:cxn modelId="{0BE97207-F35A-4826-96E8-4995CA372625}" type="presOf" srcId="{8423AC5B-65BB-44BA-85C8-B8F2C1D799F9}" destId="{1F827E1E-DE28-4629-93A9-7862FAB5F676}" srcOrd="1" destOrd="0" presId="urn:microsoft.com/office/officeart/2005/8/layout/orgChart1"/>
    <dgm:cxn modelId="{7DDD9424-6423-481E-8AFC-AAF4FC434E87}" type="presOf" srcId="{78C4697E-42E3-4CD6-8626-1B95ABCFBAEE}" destId="{2A5F8A13-F793-4295-A576-C273F1E67E53}" srcOrd="0" destOrd="0" presId="urn:microsoft.com/office/officeart/2005/8/layout/orgChart1"/>
    <dgm:cxn modelId="{79E93337-514C-42A0-9467-4ADDECF9BBFF}" type="presOf" srcId="{8A2823D3-0319-40D7-99A2-677B9C1E7C97}" destId="{2A6720D2-3BC2-49D2-9440-503862A459F2}" srcOrd="0" destOrd="0" presId="urn:microsoft.com/office/officeart/2005/8/layout/orgChart1"/>
    <dgm:cxn modelId="{6CED3C37-F7C0-4444-935D-07D550433918}" type="presOf" srcId="{22AAB52A-F50E-450E-A45B-AA76C6E60155}" destId="{D6146A05-9A49-4463-9B60-ED454B54CFAC}" srcOrd="1" destOrd="0" presId="urn:microsoft.com/office/officeart/2005/8/layout/orgChart1"/>
    <dgm:cxn modelId="{3E87424A-8546-4325-B181-4E178F18D1F6}" type="presOf" srcId="{268E09D4-B195-4285-9E77-5AF03B259B78}" destId="{9CAAEC64-6ADE-4DAC-BE74-9BCA6018D400}" srcOrd="0" destOrd="0" presId="urn:microsoft.com/office/officeart/2005/8/layout/orgChart1"/>
    <dgm:cxn modelId="{6CBA124B-FEE9-4D70-8E4B-F5B038E2FFF6}" type="presOf" srcId="{851C9D6E-AC63-4942-A4BE-E6721A22670E}" destId="{10E23348-0F19-4FD3-A71D-F48223639FF9}" srcOrd="1" destOrd="0" presId="urn:microsoft.com/office/officeart/2005/8/layout/orgChart1"/>
    <dgm:cxn modelId="{5231BD6B-E936-4712-BD48-774C104A75BA}" type="presOf" srcId="{268E09D4-B195-4285-9E77-5AF03B259B78}" destId="{94D5B0F4-9D2A-458E-9B88-FC8AAF20F7B6}" srcOrd="1" destOrd="0" presId="urn:microsoft.com/office/officeart/2005/8/layout/orgChart1"/>
    <dgm:cxn modelId="{4D984251-7B4F-4FA7-9294-D0F4C6D909E8}" type="presOf" srcId="{851C9D6E-AC63-4942-A4BE-E6721A22670E}" destId="{2907B370-BA96-40F4-A66F-C111E7FDFAAE}" srcOrd="0" destOrd="0" presId="urn:microsoft.com/office/officeart/2005/8/layout/orgChart1"/>
    <dgm:cxn modelId="{C0887A7A-353F-43BA-A96F-D9A2649DCDFE}" type="presOf" srcId="{78C4697E-42E3-4CD6-8626-1B95ABCFBAEE}" destId="{DF2A5A38-E9AD-4E0D-8664-8243B6A76EE9}" srcOrd="1" destOrd="0" presId="urn:microsoft.com/office/officeart/2005/8/layout/orgChart1"/>
    <dgm:cxn modelId="{AEC67096-20FC-480D-97F0-F2F564BD9E8A}" srcId="{9806DEA8-F325-4BC2-BE52-585E2948CFB3}" destId="{22AAB52A-F50E-450E-A45B-AA76C6E60155}" srcOrd="0" destOrd="0" parTransId="{111B3508-DF67-4D45-82A6-7B60B4D41864}" sibTransId="{773A98D1-1721-4740-BBBC-EE4ECE532058}"/>
    <dgm:cxn modelId="{7F1A2499-EC4E-4F17-BF2B-228E00B228CB}" type="presOf" srcId="{98E64B81-CF24-49AB-A88A-228C9A8CA780}" destId="{A7F1B7B0-E8BF-45D3-A1DB-42978364B9B5}" srcOrd="0" destOrd="0" presId="urn:microsoft.com/office/officeart/2005/8/layout/orgChart1"/>
    <dgm:cxn modelId="{829AFB9C-CD4D-43A4-ACAB-2B18E58F94CF}" srcId="{22AAB52A-F50E-450E-A45B-AA76C6E60155}" destId="{268E09D4-B195-4285-9E77-5AF03B259B78}" srcOrd="4" destOrd="0" parTransId="{59EB9DB8-C2C7-4E9C-A643-EC131CC992EF}" sibTransId="{4B1F4B06-695C-4128-B1E8-155DEDF8A7EB}"/>
    <dgm:cxn modelId="{4A4426A8-2F36-4935-9726-DFCE8F41E836}" srcId="{22AAB52A-F50E-450E-A45B-AA76C6E60155}" destId="{78C4697E-42E3-4CD6-8626-1B95ABCFBAEE}" srcOrd="2" destOrd="0" parTransId="{8A2823D3-0319-40D7-99A2-677B9C1E7C97}" sibTransId="{E49278E8-4C74-4CB2-80A2-3456757BC598}"/>
    <dgm:cxn modelId="{B341CFB3-FBB7-429F-9EA0-F69D031F65A4}" type="presOf" srcId="{59EB9DB8-C2C7-4E9C-A643-EC131CC992EF}" destId="{4E1D6D80-635D-48AE-A319-DDF70812735E}" srcOrd="0" destOrd="0" presId="urn:microsoft.com/office/officeart/2005/8/layout/orgChart1"/>
    <dgm:cxn modelId="{8E3F17B4-7549-4018-A69F-1C6BCD1662C9}" srcId="{22AAB52A-F50E-450E-A45B-AA76C6E60155}" destId="{851C9D6E-AC63-4942-A4BE-E6721A22670E}" srcOrd="3" destOrd="0" parTransId="{93FA9CFA-3713-4C93-B0FB-EB826ABE93C4}" sibTransId="{E67CB3FC-871F-48D3-8F22-E65AC355491E}"/>
    <dgm:cxn modelId="{186838B8-A7FC-40B2-846E-B5B30F5ACFD4}" type="presOf" srcId="{8423AC5B-65BB-44BA-85C8-B8F2C1D799F9}" destId="{63AB99B0-52A9-4FD4-95B2-D1CDAD6E4D6C}" srcOrd="0" destOrd="0" presId="urn:microsoft.com/office/officeart/2005/8/layout/orgChart1"/>
    <dgm:cxn modelId="{2C1AC7B9-50E7-4354-B82F-CD811F73EFB8}" type="presOf" srcId="{1C76DC10-B192-4CB8-BDD4-43D705326175}" destId="{152DB30B-0997-48AC-8E02-B305E6A174EA}" srcOrd="0" destOrd="0" presId="urn:microsoft.com/office/officeart/2005/8/layout/orgChart1"/>
    <dgm:cxn modelId="{701676BB-9FE1-4ACD-AA76-5A1E343C3766}" type="presOf" srcId="{1C76DC10-B192-4CB8-BDD4-43D705326175}" destId="{E2521828-141C-4DD9-A0FF-550F879D8B65}" srcOrd="1" destOrd="0" presId="urn:microsoft.com/office/officeart/2005/8/layout/orgChart1"/>
    <dgm:cxn modelId="{49F84BCF-56D4-4716-881A-8D03E4FD0021}" srcId="{22AAB52A-F50E-450E-A45B-AA76C6E60155}" destId="{1C76DC10-B192-4CB8-BDD4-43D705326175}" srcOrd="1" destOrd="0" parTransId="{9B6515FC-BAB6-49BD-B614-8D99B5FBDBDE}" sibTransId="{0F91D73B-DCE4-4F8F-9696-95E8CA55567C}"/>
    <dgm:cxn modelId="{CE8C63DA-E717-4052-9A1F-EA44B653BAA3}" type="presOf" srcId="{9B6515FC-BAB6-49BD-B614-8D99B5FBDBDE}" destId="{7A25FF6E-637A-4FDC-B372-461A22767073}" srcOrd="0" destOrd="0" presId="urn:microsoft.com/office/officeart/2005/8/layout/orgChart1"/>
    <dgm:cxn modelId="{C517FFE3-3AC1-47FD-B784-A26E0735FEFB}" type="presOf" srcId="{93FA9CFA-3713-4C93-B0FB-EB826ABE93C4}" destId="{2A2A9E24-5356-4715-A394-48938AB04B91}" srcOrd="0" destOrd="0" presId="urn:microsoft.com/office/officeart/2005/8/layout/orgChart1"/>
    <dgm:cxn modelId="{29D317E4-9238-4ACE-92FD-58D6E9BD508A}" type="presOf" srcId="{9806DEA8-F325-4BC2-BE52-585E2948CFB3}" destId="{FC0D5DA3-7F08-40C9-A39B-512D9ACDB8BB}" srcOrd="0" destOrd="0" presId="urn:microsoft.com/office/officeart/2005/8/layout/orgChart1"/>
    <dgm:cxn modelId="{12752EE7-4C9A-4006-B2AE-B5551DF3FF82}" srcId="{22AAB52A-F50E-450E-A45B-AA76C6E60155}" destId="{8423AC5B-65BB-44BA-85C8-B8F2C1D799F9}" srcOrd="0" destOrd="0" parTransId="{98E64B81-CF24-49AB-A88A-228C9A8CA780}" sibTransId="{37318783-7077-401B-9007-0BCCE6BB03B7}"/>
    <dgm:cxn modelId="{356528F7-AB00-45CE-BCC0-AC22BC40B04D}" type="presOf" srcId="{22AAB52A-F50E-450E-A45B-AA76C6E60155}" destId="{FDB6C6DB-B4A3-4742-8B05-4D27739C9CC6}" srcOrd="0" destOrd="0" presId="urn:microsoft.com/office/officeart/2005/8/layout/orgChart1"/>
    <dgm:cxn modelId="{DF5EBB5C-43B4-4233-A6C9-D528AE2C78EC}" type="presParOf" srcId="{FC0D5DA3-7F08-40C9-A39B-512D9ACDB8BB}" destId="{D8AA1359-6BD5-449F-BD10-66AC234A3448}" srcOrd="0" destOrd="0" presId="urn:microsoft.com/office/officeart/2005/8/layout/orgChart1"/>
    <dgm:cxn modelId="{CAD9D699-24DB-4B23-8295-0A316AF487A7}" type="presParOf" srcId="{D8AA1359-6BD5-449F-BD10-66AC234A3448}" destId="{93B5B23F-E291-4D7E-B713-1705653FADAF}" srcOrd="0" destOrd="0" presId="urn:microsoft.com/office/officeart/2005/8/layout/orgChart1"/>
    <dgm:cxn modelId="{101CA048-971B-4DD9-8EB0-43C5801DD6A2}" type="presParOf" srcId="{93B5B23F-E291-4D7E-B713-1705653FADAF}" destId="{FDB6C6DB-B4A3-4742-8B05-4D27739C9CC6}" srcOrd="0" destOrd="0" presId="urn:microsoft.com/office/officeart/2005/8/layout/orgChart1"/>
    <dgm:cxn modelId="{9646CFE1-2F61-48EE-8DF7-7D2BD1912E50}" type="presParOf" srcId="{93B5B23F-E291-4D7E-B713-1705653FADAF}" destId="{D6146A05-9A49-4463-9B60-ED454B54CFAC}" srcOrd="1" destOrd="0" presId="urn:microsoft.com/office/officeart/2005/8/layout/orgChart1"/>
    <dgm:cxn modelId="{1571CCA2-F5A6-4CFA-B61F-F67829B38A97}" type="presParOf" srcId="{D8AA1359-6BD5-449F-BD10-66AC234A3448}" destId="{E419201A-D36D-4EB7-8917-D28DE3CB8A49}" srcOrd="1" destOrd="0" presId="urn:microsoft.com/office/officeart/2005/8/layout/orgChart1"/>
    <dgm:cxn modelId="{1E6BBE11-35D8-4184-852E-26554D062BBE}" type="presParOf" srcId="{E419201A-D36D-4EB7-8917-D28DE3CB8A49}" destId="{A7F1B7B0-E8BF-45D3-A1DB-42978364B9B5}" srcOrd="0" destOrd="0" presId="urn:microsoft.com/office/officeart/2005/8/layout/orgChart1"/>
    <dgm:cxn modelId="{35616F4D-8356-4B83-B52C-4D92B1C9D00F}" type="presParOf" srcId="{E419201A-D36D-4EB7-8917-D28DE3CB8A49}" destId="{91965D30-99C4-47EB-964E-C2A7F6F1CDE7}" srcOrd="1" destOrd="0" presId="urn:microsoft.com/office/officeart/2005/8/layout/orgChart1"/>
    <dgm:cxn modelId="{0B7EE348-EA3A-433F-85C7-DFE8F75CD25C}" type="presParOf" srcId="{91965D30-99C4-47EB-964E-C2A7F6F1CDE7}" destId="{EFB01A80-46E4-4BD8-8088-D9D4E2FCD126}" srcOrd="0" destOrd="0" presId="urn:microsoft.com/office/officeart/2005/8/layout/orgChart1"/>
    <dgm:cxn modelId="{8889EB64-E3A7-4BBF-ABE2-C437143E2F0E}" type="presParOf" srcId="{EFB01A80-46E4-4BD8-8088-D9D4E2FCD126}" destId="{63AB99B0-52A9-4FD4-95B2-D1CDAD6E4D6C}" srcOrd="0" destOrd="0" presId="urn:microsoft.com/office/officeart/2005/8/layout/orgChart1"/>
    <dgm:cxn modelId="{7AC9AA0B-80C0-4A88-A40F-52B6D673C74C}" type="presParOf" srcId="{EFB01A80-46E4-4BD8-8088-D9D4E2FCD126}" destId="{1F827E1E-DE28-4629-93A9-7862FAB5F676}" srcOrd="1" destOrd="0" presId="urn:microsoft.com/office/officeart/2005/8/layout/orgChart1"/>
    <dgm:cxn modelId="{483BE8F2-068F-4C2A-8008-03E6974DE7F0}" type="presParOf" srcId="{91965D30-99C4-47EB-964E-C2A7F6F1CDE7}" destId="{BCDC7EB6-07A3-4F0D-B150-75C1404AAABB}" srcOrd="1" destOrd="0" presId="urn:microsoft.com/office/officeart/2005/8/layout/orgChart1"/>
    <dgm:cxn modelId="{029B5589-B258-4B98-BE0C-9499AC7B0DAC}" type="presParOf" srcId="{91965D30-99C4-47EB-964E-C2A7F6F1CDE7}" destId="{9827145C-FEEA-4ECA-8507-28613AB5980D}" srcOrd="2" destOrd="0" presId="urn:microsoft.com/office/officeart/2005/8/layout/orgChart1"/>
    <dgm:cxn modelId="{8029A05B-FD8C-4867-BE05-05F3E5690DAF}" type="presParOf" srcId="{E419201A-D36D-4EB7-8917-D28DE3CB8A49}" destId="{7A25FF6E-637A-4FDC-B372-461A22767073}" srcOrd="2" destOrd="0" presId="urn:microsoft.com/office/officeart/2005/8/layout/orgChart1"/>
    <dgm:cxn modelId="{41DC0094-4059-4289-9467-209D52CAE832}" type="presParOf" srcId="{E419201A-D36D-4EB7-8917-D28DE3CB8A49}" destId="{4277993E-643A-44B6-B628-E62FD901BBEE}" srcOrd="3" destOrd="0" presId="urn:microsoft.com/office/officeart/2005/8/layout/orgChart1"/>
    <dgm:cxn modelId="{B9201827-4E9A-4D65-95ED-6CA400197201}" type="presParOf" srcId="{4277993E-643A-44B6-B628-E62FD901BBEE}" destId="{B4204682-EBBF-423A-A8C4-DCC9725E2DEE}" srcOrd="0" destOrd="0" presId="urn:microsoft.com/office/officeart/2005/8/layout/orgChart1"/>
    <dgm:cxn modelId="{73185503-C2AA-4F25-867D-73CABA512B3F}" type="presParOf" srcId="{B4204682-EBBF-423A-A8C4-DCC9725E2DEE}" destId="{152DB30B-0997-48AC-8E02-B305E6A174EA}" srcOrd="0" destOrd="0" presId="urn:microsoft.com/office/officeart/2005/8/layout/orgChart1"/>
    <dgm:cxn modelId="{C1E26017-86AB-4955-A9DE-C08DBFCF8755}" type="presParOf" srcId="{B4204682-EBBF-423A-A8C4-DCC9725E2DEE}" destId="{E2521828-141C-4DD9-A0FF-550F879D8B65}" srcOrd="1" destOrd="0" presId="urn:microsoft.com/office/officeart/2005/8/layout/orgChart1"/>
    <dgm:cxn modelId="{EF9A64E2-8121-4C6D-9EB3-F7E2D58EB24C}" type="presParOf" srcId="{4277993E-643A-44B6-B628-E62FD901BBEE}" destId="{0E1C6699-2AE5-46DA-8767-F16B8DF94467}" srcOrd="1" destOrd="0" presId="urn:microsoft.com/office/officeart/2005/8/layout/orgChart1"/>
    <dgm:cxn modelId="{D8665A32-C28D-4DC7-9008-4A4656F14B5E}" type="presParOf" srcId="{4277993E-643A-44B6-B628-E62FD901BBEE}" destId="{D093C552-F2B3-4F1D-B77A-C18F5C8F8551}" srcOrd="2" destOrd="0" presId="urn:microsoft.com/office/officeart/2005/8/layout/orgChart1"/>
    <dgm:cxn modelId="{C6D1D010-4B81-47EB-AD9D-A7108B094D8B}" type="presParOf" srcId="{E419201A-D36D-4EB7-8917-D28DE3CB8A49}" destId="{2A6720D2-3BC2-49D2-9440-503862A459F2}" srcOrd="4" destOrd="0" presId="urn:microsoft.com/office/officeart/2005/8/layout/orgChart1"/>
    <dgm:cxn modelId="{AE06EC2D-4C58-4A9F-8C38-0FA8FB77E25F}" type="presParOf" srcId="{E419201A-D36D-4EB7-8917-D28DE3CB8A49}" destId="{BAACD408-B096-4219-B995-CBE13FEF9E0C}" srcOrd="5" destOrd="0" presId="urn:microsoft.com/office/officeart/2005/8/layout/orgChart1"/>
    <dgm:cxn modelId="{D6B0EA17-208E-40E4-9B34-03B2687C598C}" type="presParOf" srcId="{BAACD408-B096-4219-B995-CBE13FEF9E0C}" destId="{7C76DD35-9C28-4088-8305-CB44319A8F6B}" srcOrd="0" destOrd="0" presId="urn:microsoft.com/office/officeart/2005/8/layout/orgChart1"/>
    <dgm:cxn modelId="{8F7F8071-8C99-4B9F-B5D6-89C80019953D}" type="presParOf" srcId="{7C76DD35-9C28-4088-8305-CB44319A8F6B}" destId="{2A5F8A13-F793-4295-A576-C273F1E67E53}" srcOrd="0" destOrd="0" presId="urn:microsoft.com/office/officeart/2005/8/layout/orgChart1"/>
    <dgm:cxn modelId="{56511F92-3995-47B6-B431-813B137EDC37}" type="presParOf" srcId="{7C76DD35-9C28-4088-8305-CB44319A8F6B}" destId="{DF2A5A38-E9AD-4E0D-8664-8243B6A76EE9}" srcOrd="1" destOrd="0" presId="urn:microsoft.com/office/officeart/2005/8/layout/orgChart1"/>
    <dgm:cxn modelId="{23099DBD-8936-4301-A37C-5CD306E1AADB}" type="presParOf" srcId="{BAACD408-B096-4219-B995-CBE13FEF9E0C}" destId="{25DCDDB0-7223-429E-8111-32F0DC3DFAA9}" srcOrd="1" destOrd="0" presId="urn:microsoft.com/office/officeart/2005/8/layout/orgChart1"/>
    <dgm:cxn modelId="{05A6A1F3-E32B-484F-8D2D-2CD5C752D88E}" type="presParOf" srcId="{BAACD408-B096-4219-B995-CBE13FEF9E0C}" destId="{91C4CFE2-D764-43CD-B65A-522F70B2D2C2}" srcOrd="2" destOrd="0" presId="urn:microsoft.com/office/officeart/2005/8/layout/orgChart1"/>
    <dgm:cxn modelId="{05A7600F-7D40-4C71-9E87-A2963F67802D}" type="presParOf" srcId="{E419201A-D36D-4EB7-8917-D28DE3CB8A49}" destId="{2A2A9E24-5356-4715-A394-48938AB04B91}" srcOrd="6" destOrd="0" presId="urn:microsoft.com/office/officeart/2005/8/layout/orgChart1"/>
    <dgm:cxn modelId="{8CBEAA5E-46D2-4B62-8126-9265F60533DC}" type="presParOf" srcId="{E419201A-D36D-4EB7-8917-D28DE3CB8A49}" destId="{A5B3533E-C7CF-46F3-81CA-B527422E6570}" srcOrd="7" destOrd="0" presId="urn:microsoft.com/office/officeart/2005/8/layout/orgChart1"/>
    <dgm:cxn modelId="{9BACB148-384F-485A-A62F-6F17B5D513B9}" type="presParOf" srcId="{A5B3533E-C7CF-46F3-81CA-B527422E6570}" destId="{7D9836D0-FEAF-45C5-96B9-BF85B4C5E630}" srcOrd="0" destOrd="0" presId="urn:microsoft.com/office/officeart/2005/8/layout/orgChart1"/>
    <dgm:cxn modelId="{0D8DDDEA-D6DA-4CAC-98A9-F9C751DD2502}" type="presParOf" srcId="{7D9836D0-FEAF-45C5-96B9-BF85B4C5E630}" destId="{2907B370-BA96-40F4-A66F-C111E7FDFAAE}" srcOrd="0" destOrd="0" presId="urn:microsoft.com/office/officeart/2005/8/layout/orgChart1"/>
    <dgm:cxn modelId="{DD7F40EF-4028-425A-9F75-3A08DFE531A5}" type="presParOf" srcId="{7D9836D0-FEAF-45C5-96B9-BF85B4C5E630}" destId="{10E23348-0F19-4FD3-A71D-F48223639FF9}" srcOrd="1" destOrd="0" presId="urn:microsoft.com/office/officeart/2005/8/layout/orgChart1"/>
    <dgm:cxn modelId="{7C786AC3-D487-4ABE-895A-8E8434B41947}" type="presParOf" srcId="{A5B3533E-C7CF-46F3-81CA-B527422E6570}" destId="{3D69BB98-EFF5-452C-9AC5-11BC881590C9}" srcOrd="1" destOrd="0" presId="urn:microsoft.com/office/officeart/2005/8/layout/orgChart1"/>
    <dgm:cxn modelId="{D94AE089-DD66-4880-BFD4-D6F07D0A0984}" type="presParOf" srcId="{A5B3533E-C7CF-46F3-81CA-B527422E6570}" destId="{7F0430B4-7899-4BA1-A17D-366D05A80803}" srcOrd="2" destOrd="0" presId="urn:microsoft.com/office/officeart/2005/8/layout/orgChart1"/>
    <dgm:cxn modelId="{ADAB172A-E046-4EC6-A75D-871C3DA2B248}" type="presParOf" srcId="{E419201A-D36D-4EB7-8917-D28DE3CB8A49}" destId="{4E1D6D80-635D-48AE-A319-DDF70812735E}" srcOrd="8" destOrd="0" presId="urn:microsoft.com/office/officeart/2005/8/layout/orgChart1"/>
    <dgm:cxn modelId="{77C31348-9890-455D-8B97-512585295542}" type="presParOf" srcId="{E419201A-D36D-4EB7-8917-D28DE3CB8A49}" destId="{E6BE0463-F71A-4C3D-B8A4-3E45757C3D76}" srcOrd="9" destOrd="0" presId="urn:microsoft.com/office/officeart/2005/8/layout/orgChart1"/>
    <dgm:cxn modelId="{3ADB7285-581E-4AAF-8DF3-FA583F236695}" type="presParOf" srcId="{E6BE0463-F71A-4C3D-B8A4-3E45757C3D76}" destId="{E95B49CA-2456-4C0C-A33C-0A5A67DFA6B5}" srcOrd="0" destOrd="0" presId="urn:microsoft.com/office/officeart/2005/8/layout/orgChart1"/>
    <dgm:cxn modelId="{C37369DA-0D03-4FB4-8F24-315D814CE344}" type="presParOf" srcId="{E95B49CA-2456-4C0C-A33C-0A5A67DFA6B5}" destId="{9CAAEC64-6ADE-4DAC-BE74-9BCA6018D400}" srcOrd="0" destOrd="0" presId="urn:microsoft.com/office/officeart/2005/8/layout/orgChart1"/>
    <dgm:cxn modelId="{D01CB629-72B2-4B62-A9C0-F32AA784FC43}" type="presParOf" srcId="{E95B49CA-2456-4C0C-A33C-0A5A67DFA6B5}" destId="{94D5B0F4-9D2A-458E-9B88-FC8AAF20F7B6}" srcOrd="1" destOrd="0" presId="urn:microsoft.com/office/officeart/2005/8/layout/orgChart1"/>
    <dgm:cxn modelId="{67056B64-FBB6-41DF-BCC6-38CA805EC492}" type="presParOf" srcId="{E6BE0463-F71A-4C3D-B8A4-3E45757C3D76}" destId="{0C10DD0F-90CF-4DEB-AA67-F08B332467F1}" srcOrd="1" destOrd="0" presId="urn:microsoft.com/office/officeart/2005/8/layout/orgChart1"/>
    <dgm:cxn modelId="{543449B0-DD6D-45F2-927A-556ED9315357}" type="presParOf" srcId="{E6BE0463-F71A-4C3D-B8A4-3E45757C3D76}" destId="{768A947B-E41E-418F-BEA9-99599E6C8BA8}" srcOrd="2" destOrd="0" presId="urn:microsoft.com/office/officeart/2005/8/layout/orgChart1"/>
    <dgm:cxn modelId="{43692F05-038B-4F64-8B6C-291525D89833}" type="presParOf" srcId="{D8AA1359-6BD5-449F-BD10-66AC234A3448}" destId="{C2C875CC-89EB-4370-9091-771C08223566}"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4" qsCatId="simple" csTypeId="urn:microsoft.com/office/officeart/2005/8/colors/accent0_1" csCatId="mainScheme" phldr="1"/>
      <dgm:spPr/>
      <dgm:t>
        <a:bodyPr/>
        <a:lstStyle/>
        <a:p>
          <a:endParaRPr lang="en-US"/>
        </a:p>
      </dgm:t>
    </dgm:pt>
    <dgm:pt modelId="{1C76DC10-B192-4CB8-BDD4-43D705326175}">
      <dgm:prSet/>
      <dgm:spPr/>
      <dgm:t>
        <a:bodyPr/>
        <a:lstStyle/>
        <a:p>
          <a:pPr algn="ctr"/>
          <a:r>
            <a:rPr lang="en-US" noProof="0" dirty="0"/>
            <a:t>Development</a:t>
          </a:r>
        </a:p>
      </dgm:t>
    </dgm:pt>
    <dgm:pt modelId="{9B6515FC-BAB6-49BD-B614-8D99B5FBDBDE}" type="parTrans" cxnId="{49F84BCF-56D4-4716-881A-8D03E4FD0021}">
      <dgm:prSet/>
      <dgm:spPr/>
      <dgm:t>
        <a:bodyPr/>
        <a:lstStyle/>
        <a:p>
          <a:pPr algn="ctr"/>
          <a:endParaRPr lang="en-US" noProof="0"/>
        </a:p>
      </dgm:t>
    </dgm:pt>
    <dgm:pt modelId="{0F91D73B-DCE4-4F8F-9696-95E8CA55567C}" type="sibTrans" cxnId="{49F84BCF-56D4-4716-881A-8D03E4FD0021}">
      <dgm:prSet/>
      <dgm:spPr/>
      <dgm:t>
        <a:bodyPr/>
        <a:lstStyle/>
        <a:p>
          <a:pPr algn="ctr"/>
          <a:endParaRPr lang="en-US" noProof="0"/>
        </a:p>
      </dgm:t>
    </dgm:pt>
    <dgm:pt modelId="{22AAB52A-F50E-450E-A45B-AA76C6E60155}">
      <dgm:prSet/>
      <dgm:spPr>
        <a:solidFill>
          <a:schemeClr val="bg1"/>
        </a:solidFill>
      </dgm:spPr>
      <dgm:t>
        <a:bodyPr/>
        <a:lstStyle/>
        <a:p>
          <a:pPr algn="ctr"/>
          <a:r>
            <a:rPr lang="en-US" noProof="0" dirty="0"/>
            <a:t>Software project</a:t>
          </a:r>
        </a:p>
      </dgm:t>
    </dgm:pt>
    <dgm:pt modelId="{111B3508-DF67-4D45-82A6-7B60B4D41864}" type="parTrans" cxnId="{AEC67096-20FC-480D-97F0-F2F564BD9E8A}">
      <dgm:prSet/>
      <dgm:spPr/>
      <dgm:t>
        <a:bodyPr/>
        <a:lstStyle/>
        <a:p>
          <a:pPr algn="ctr"/>
          <a:endParaRPr lang="en-US" noProof="0"/>
        </a:p>
      </dgm:t>
    </dgm:pt>
    <dgm:pt modelId="{773A98D1-1721-4740-BBBC-EE4ECE532058}" type="sibTrans" cxnId="{AEC67096-20FC-480D-97F0-F2F564BD9E8A}">
      <dgm:prSet/>
      <dgm:spPr/>
      <dgm:t>
        <a:bodyPr/>
        <a:lstStyle/>
        <a:p>
          <a:pPr algn="ctr"/>
          <a:endParaRPr lang="en-US" noProof="0"/>
        </a:p>
      </dgm:t>
    </dgm:pt>
    <dgm:pt modelId="{78C4697E-42E3-4CD6-8626-1B95ABCFBAEE}">
      <dgm:prSet/>
      <dgm:spPr>
        <a:solidFill>
          <a:schemeClr val="bg1"/>
        </a:solidFill>
      </dgm:spPr>
      <dgm:t>
        <a:bodyPr/>
        <a:lstStyle/>
        <a:p>
          <a:pPr algn="ctr"/>
          <a:r>
            <a:rPr lang="en-US" noProof="0" dirty="0"/>
            <a:t>System Test</a:t>
          </a:r>
        </a:p>
      </dgm:t>
    </dgm:pt>
    <dgm:pt modelId="{8A2823D3-0319-40D7-99A2-677B9C1E7C97}" type="parTrans" cxnId="{4A4426A8-2F36-4935-9726-DFCE8F41E836}">
      <dgm:prSet/>
      <dgm:spPr/>
      <dgm:t>
        <a:bodyPr/>
        <a:lstStyle/>
        <a:p>
          <a:pPr algn="ctr"/>
          <a:endParaRPr lang="en-US" noProof="0"/>
        </a:p>
      </dgm:t>
    </dgm:pt>
    <dgm:pt modelId="{E49278E8-4C74-4CB2-80A2-3456757BC598}" type="sibTrans" cxnId="{4A4426A8-2F36-4935-9726-DFCE8F41E836}">
      <dgm:prSet/>
      <dgm:spPr/>
      <dgm:t>
        <a:bodyPr/>
        <a:lstStyle/>
        <a:p>
          <a:pPr algn="ctr"/>
          <a:endParaRPr lang="en-US" noProof="0"/>
        </a:p>
      </dgm:t>
    </dgm:pt>
    <dgm:pt modelId="{8423AC5B-65BB-44BA-85C8-B8F2C1D799F9}">
      <dgm:prSet/>
      <dgm:spPr>
        <a:solidFill>
          <a:schemeClr val="bg1"/>
        </a:solidFill>
      </dgm:spPr>
      <dgm:t>
        <a:bodyPr/>
        <a:lstStyle/>
        <a:p>
          <a:pPr algn="ctr"/>
          <a:r>
            <a:rPr lang="en-US" noProof="0" dirty="0"/>
            <a:t>Analysis (modelling) </a:t>
          </a:r>
        </a:p>
      </dgm:t>
    </dgm:pt>
    <dgm:pt modelId="{98E64B81-CF24-49AB-A88A-228C9A8CA780}" type="parTrans" cxnId="{12752EE7-4C9A-4006-B2AE-B5551DF3FF82}">
      <dgm:prSet/>
      <dgm:spPr/>
      <dgm:t>
        <a:bodyPr/>
        <a:lstStyle/>
        <a:p>
          <a:pPr algn="ctr"/>
          <a:endParaRPr lang="en-US" noProof="0"/>
        </a:p>
      </dgm:t>
    </dgm:pt>
    <dgm:pt modelId="{37318783-7077-401B-9007-0BCCE6BB03B7}" type="sibTrans" cxnId="{12752EE7-4C9A-4006-B2AE-B5551DF3FF82}">
      <dgm:prSet/>
      <dgm:spPr/>
      <dgm:t>
        <a:bodyPr/>
        <a:lstStyle/>
        <a:p>
          <a:pPr algn="ctr"/>
          <a:endParaRPr lang="en-US" noProof="0"/>
        </a:p>
      </dgm:t>
    </dgm:pt>
    <dgm:pt modelId="{268E09D4-B195-4285-9E77-5AF03B259B78}">
      <dgm:prSet/>
      <dgm:spPr>
        <a:solidFill>
          <a:schemeClr val="bg1"/>
        </a:solidFill>
      </dgm:spPr>
      <dgm:t>
        <a:bodyPr/>
        <a:lstStyle/>
        <a:p>
          <a:pPr algn="ctr"/>
          <a:r>
            <a:rPr lang="en-US" noProof="0" dirty="0"/>
            <a:t>Miscellaneous</a:t>
          </a:r>
        </a:p>
      </dgm:t>
    </dgm:pt>
    <dgm:pt modelId="{59EB9DB8-C2C7-4E9C-A643-EC131CC992EF}" type="parTrans" cxnId="{829AFB9C-CD4D-43A4-ACAB-2B18E58F94CF}">
      <dgm:prSet/>
      <dgm:spPr/>
      <dgm:t>
        <a:bodyPr/>
        <a:lstStyle/>
        <a:p>
          <a:pPr algn="ctr"/>
          <a:endParaRPr lang="en-US" noProof="0"/>
        </a:p>
      </dgm:t>
    </dgm:pt>
    <dgm:pt modelId="{4B1F4B06-695C-4128-B1E8-155DEDF8A7EB}" type="sibTrans" cxnId="{829AFB9C-CD4D-43A4-ACAB-2B18E58F94CF}">
      <dgm:prSet/>
      <dgm:spPr/>
      <dgm:t>
        <a:bodyPr/>
        <a:lstStyle/>
        <a:p>
          <a:pPr algn="ctr"/>
          <a:endParaRPr lang="en-US" noProof="0"/>
        </a:p>
      </dgm:t>
    </dgm:pt>
    <dgm:pt modelId="{851C9D6E-AC63-4942-A4BE-E6721A22670E}">
      <dgm:prSet/>
      <dgm:spPr>
        <a:solidFill>
          <a:schemeClr val="bg1"/>
        </a:solidFill>
      </dgm:spPr>
      <dgm:t>
        <a:bodyPr/>
        <a:lstStyle/>
        <a:p>
          <a:pPr algn="ctr"/>
          <a:r>
            <a:rPr lang="en-US" noProof="0" dirty="0"/>
            <a:t>User Test</a:t>
          </a:r>
        </a:p>
      </dgm:t>
    </dgm:pt>
    <dgm:pt modelId="{93FA9CFA-3713-4C93-B0FB-EB826ABE93C4}" type="parTrans" cxnId="{8E3F17B4-7549-4018-A69F-1C6BCD1662C9}">
      <dgm:prSet/>
      <dgm:spPr/>
      <dgm:t>
        <a:bodyPr/>
        <a:lstStyle/>
        <a:p>
          <a:endParaRPr lang="en-US" noProof="0"/>
        </a:p>
      </dgm:t>
    </dgm:pt>
    <dgm:pt modelId="{E67CB3FC-871F-48D3-8F22-E65AC355491E}" type="sibTrans" cxnId="{8E3F17B4-7549-4018-A69F-1C6BCD1662C9}">
      <dgm:prSet/>
      <dgm:spPr/>
      <dgm:t>
        <a:bodyPr/>
        <a:lstStyle/>
        <a:p>
          <a:endParaRPr lang="en-US" noProof="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D8AA1359-6BD5-449F-BD10-66AC234A3448}" type="pres">
      <dgm:prSet presAssocID="{22AAB52A-F50E-450E-A45B-AA76C6E60155}" presName="hierRoot1" presStyleCnt="0">
        <dgm:presLayoutVars>
          <dgm:hierBranch val="hang"/>
        </dgm:presLayoutVars>
      </dgm:prSet>
      <dgm:spPr/>
    </dgm:pt>
    <dgm:pt modelId="{93B5B23F-E291-4D7E-B713-1705653FADAF}" type="pres">
      <dgm:prSet presAssocID="{22AAB52A-F50E-450E-A45B-AA76C6E60155}" presName="rootComposite1" presStyleCnt="0"/>
      <dgm:spPr/>
    </dgm:pt>
    <dgm:pt modelId="{FDB6C6DB-B4A3-4742-8B05-4D27739C9CC6}" type="pres">
      <dgm:prSet presAssocID="{22AAB52A-F50E-450E-A45B-AA76C6E60155}" presName="rootText1" presStyleLbl="node0" presStyleIdx="0" presStyleCnt="1">
        <dgm:presLayoutVars>
          <dgm:chPref val="3"/>
        </dgm:presLayoutVars>
      </dgm:prSet>
      <dgm:spPr/>
    </dgm:pt>
    <dgm:pt modelId="{D6146A05-9A49-4463-9B60-ED454B54CFAC}" type="pres">
      <dgm:prSet presAssocID="{22AAB52A-F50E-450E-A45B-AA76C6E60155}" presName="rootConnector1" presStyleLbl="node1" presStyleIdx="0" presStyleCnt="0"/>
      <dgm:spPr/>
    </dgm:pt>
    <dgm:pt modelId="{E419201A-D36D-4EB7-8917-D28DE3CB8A49}" type="pres">
      <dgm:prSet presAssocID="{22AAB52A-F50E-450E-A45B-AA76C6E60155}" presName="hierChild2" presStyleCnt="0"/>
      <dgm:spPr/>
    </dgm:pt>
    <dgm:pt modelId="{A7F1B7B0-E8BF-45D3-A1DB-42978364B9B5}" type="pres">
      <dgm:prSet presAssocID="{98E64B81-CF24-49AB-A88A-228C9A8CA780}" presName="Name48" presStyleLbl="parChTrans1D2" presStyleIdx="0" presStyleCnt="5"/>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2" presStyleIdx="0" presStyleCnt="5">
        <dgm:presLayoutVars>
          <dgm:chPref val="3"/>
        </dgm:presLayoutVars>
      </dgm:prSet>
      <dgm:spPr/>
    </dgm:pt>
    <dgm:pt modelId="{1F827E1E-DE28-4629-93A9-7862FAB5F676}" type="pres">
      <dgm:prSet presAssocID="{8423AC5B-65BB-44BA-85C8-B8F2C1D799F9}" presName="rootConnector" presStyleLbl="node2" presStyleIdx="0" presStyleCnt="5"/>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7A25FF6E-637A-4FDC-B372-461A22767073}" type="pres">
      <dgm:prSet presAssocID="{9B6515FC-BAB6-49BD-B614-8D99B5FBDBDE}" presName="Name48" presStyleLbl="parChTrans1D2" presStyleIdx="1" presStyleCnt="5"/>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2" presStyleIdx="1" presStyleCnt="5">
        <dgm:presLayoutVars>
          <dgm:chPref val="3"/>
        </dgm:presLayoutVars>
      </dgm:prSet>
      <dgm:spPr/>
    </dgm:pt>
    <dgm:pt modelId="{E2521828-141C-4DD9-A0FF-550F879D8B65}" type="pres">
      <dgm:prSet presAssocID="{1C76DC10-B192-4CB8-BDD4-43D705326175}" presName="rootConnector" presStyleLbl="node2" presStyleIdx="1" presStyleCnt="5"/>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2A6720D2-3BC2-49D2-9440-503862A459F2}" type="pres">
      <dgm:prSet presAssocID="{8A2823D3-0319-40D7-99A2-677B9C1E7C97}" presName="Name48" presStyleLbl="parChTrans1D2" presStyleIdx="2" presStyleCnt="5"/>
      <dgm:spPr/>
    </dgm:pt>
    <dgm:pt modelId="{BAACD408-B096-4219-B995-CBE13FEF9E0C}" type="pres">
      <dgm:prSet presAssocID="{78C4697E-42E3-4CD6-8626-1B95ABCFBAEE}" presName="hierRoot2" presStyleCnt="0">
        <dgm:presLayoutVars>
          <dgm:hierBranch val="init"/>
        </dgm:presLayoutVars>
      </dgm:prSet>
      <dgm:spPr/>
    </dgm:pt>
    <dgm:pt modelId="{7C76DD35-9C28-4088-8305-CB44319A8F6B}" type="pres">
      <dgm:prSet presAssocID="{78C4697E-42E3-4CD6-8626-1B95ABCFBAEE}" presName="rootComposite" presStyleCnt="0"/>
      <dgm:spPr/>
    </dgm:pt>
    <dgm:pt modelId="{2A5F8A13-F793-4295-A576-C273F1E67E53}" type="pres">
      <dgm:prSet presAssocID="{78C4697E-42E3-4CD6-8626-1B95ABCFBAEE}" presName="rootText" presStyleLbl="node2" presStyleIdx="2" presStyleCnt="5">
        <dgm:presLayoutVars>
          <dgm:chPref val="3"/>
        </dgm:presLayoutVars>
      </dgm:prSet>
      <dgm:spPr/>
    </dgm:pt>
    <dgm:pt modelId="{DF2A5A38-E9AD-4E0D-8664-8243B6A76EE9}" type="pres">
      <dgm:prSet presAssocID="{78C4697E-42E3-4CD6-8626-1B95ABCFBAEE}" presName="rootConnector" presStyleLbl="node2" presStyleIdx="2" presStyleCnt="5"/>
      <dgm:spPr/>
    </dgm:pt>
    <dgm:pt modelId="{25DCDDB0-7223-429E-8111-32F0DC3DFAA9}" type="pres">
      <dgm:prSet presAssocID="{78C4697E-42E3-4CD6-8626-1B95ABCFBAEE}" presName="hierChild4" presStyleCnt="0"/>
      <dgm:spPr/>
    </dgm:pt>
    <dgm:pt modelId="{91C4CFE2-D764-43CD-B65A-522F70B2D2C2}" type="pres">
      <dgm:prSet presAssocID="{78C4697E-42E3-4CD6-8626-1B95ABCFBAEE}" presName="hierChild5" presStyleCnt="0"/>
      <dgm:spPr/>
    </dgm:pt>
    <dgm:pt modelId="{2A2A9E24-5356-4715-A394-48938AB04B91}" type="pres">
      <dgm:prSet presAssocID="{93FA9CFA-3713-4C93-B0FB-EB826ABE93C4}" presName="Name48" presStyleLbl="parChTrans1D2" presStyleIdx="3" presStyleCnt="5"/>
      <dgm:spPr/>
    </dgm:pt>
    <dgm:pt modelId="{A5B3533E-C7CF-46F3-81CA-B527422E6570}" type="pres">
      <dgm:prSet presAssocID="{851C9D6E-AC63-4942-A4BE-E6721A22670E}" presName="hierRoot2" presStyleCnt="0">
        <dgm:presLayoutVars>
          <dgm:hierBranch val="init"/>
        </dgm:presLayoutVars>
      </dgm:prSet>
      <dgm:spPr/>
    </dgm:pt>
    <dgm:pt modelId="{7D9836D0-FEAF-45C5-96B9-BF85B4C5E630}" type="pres">
      <dgm:prSet presAssocID="{851C9D6E-AC63-4942-A4BE-E6721A22670E}" presName="rootComposite" presStyleCnt="0"/>
      <dgm:spPr/>
    </dgm:pt>
    <dgm:pt modelId="{2907B370-BA96-40F4-A66F-C111E7FDFAAE}" type="pres">
      <dgm:prSet presAssocID="{851C9D6E-AC63-4942-A4BE-E6721A22670E}" presName="rootText" presStyleLbl="node2" presStyleIdx="3" presStyleCnt="5">
        <dgm:presLayoutVars>
          <dgm:chPref val="3"/>
        </dgm:presLayoutVars>
      </dgm:prSet>
      <dgm:spPr/>
    </dgm:pt>
    <dgm:pt modelId="{10E23348-0F19-4FD3-A71D-F48223639FF9}" type="pres">
      <dgm:prSet presAssocID="{851C9D6E-AC63-4942-A4BE-E6721A22670E}" presName="rootConnector" presStyleLbl="node2" presStyleIdx="3" presStyleCnt="5"/>
      <dgm:spPr/>
    </dgm:pt>
    <dgm:pt modelId="{3D69BB98-EFF5-452C-9AC5-11BC881590C9}" type="pres">
      <dgm:prSet presAssocID="{851C9D6E-AC63-4942-A4BE-E6721A22670E}" presName="hierChild4" presStyleCnt="0"/>
      <dgm:spPr/>
    </dgm:pt>
    <dgm:pt modelId="{7F0430B4-7899-4BA1-A17D-366D05A80803}" type="pres">
      <dgm:prSet presAssocID="{851C9D6E-AC63-4942-A4BE-E6721A22670E}" presName="hierChild5" presStyleCnt="0"/>
      <dgm:spPr/>
    </dgm:pt>
    <dgm:pt modelId="{4E1D6D80-635D-48AE-A319-DDF70812735E}" type="pres">
      <dgm:prSet presAssocID="{59EB9DB8-C2C7-4E9C-A643-EC131CC992EF}" presName="Name48" presStyleLbl="parChTrans1D2" presStyleIdx="4" presStyleCnt="5"/>
      <dgm:spPr/>
    </dgm:pt>
    <dgm:pt modelId="{E6BE0463-F71A-4C3D-B8A4-3E45757C3D76}" type="pres">
      <dgm:prSet presAssocID="{268E09D4-B195-4285-9E77-5AF03B259B78}" presName="hierRoot2" presStyleCnt="0">
        <dgm:presLayoutVars>
          <dgm:hierBranch val="init"/>
        </dgm:presLayoutVars>
      </dgm:prSet>
      <dgm:spPr/>
    </dgm:pt>
    <dgm:pt modelId="{E95B49CA-2456-4C0C-A33C-0A5A67DFA6B5}" type="pres">
      <dgm:prSet presAssocID="{268E09D4-B195-4285-9E77-5AF03B259B78}" presName="rootComposite" presStyleCnt="0"/>
      <dgm:spPr/>
    </dgm:pt>
    <dgm:pt modelId="{9CAAEC64-6ADE-4DAC-BE74-9BCA6018D400}" type="pres">
      <dgm:prSet presAssocID="{268E09D4-B195-4285-9E77-5AF03B259B78}" presName="rootText" presStyleLbl="node2" presStyleIdx="4" presStyleCnt="5">
        <dgm:presLayoutVars>
          <dgm:chPref val="3"/>
        </dgm:presLayoutVars>
      </dgm:prSet>
      <dgm:spPr/>
    </dgm:pt>
    <dgm:pt modelId="{94D5B0F4-9D2A-458E-9B88-FC8AAF20F7B6}" type="pres">
      <dgm:prSet presAssocID="{268E09D4-B195-4285-9E77-5AF03B259B78}" presName="rootConnector" presStyleLbl="node2" presStyleIdx="4" presStyleCnt="5"/>
      <dgm:spPr/>
    </dgm:pt>
    <dgm:pt modelId="{0C10DD0F-90CF-4DEB-AA67-F08B332467F1}" type="pres">
      <dgm:prSet presAssocID="{268E09D4-B195-4285-9E77-5AF03B259B78}" presName="hierChild4" presStyleCnt="0"/>
      <dgm:spPr/>
    </dgm:pt>
    <dgm:pt modelId="{768A947B-E41E-418F-BEA9-99599E6C8BA8}" type="pres">
      <dgm:prSet presAssocID="{268E09D4-B195-4285-9E77-5AF03B259B78}" presName="hierChild5" presStyleCnt="0"/>
      <dgm:spPr/>
    </dgm:pt>
    <dgm:pt modelId="{C2C875CC-89EB-4370-9091-771C08223566}" type="pres">
      <dgm:prSet presAssocID="{22AAB52A-F50E-450E-A45B-AA76C6E60155}" presName="hierChild3" presStyleCnt="0"/>
      <dgm:spPr/>
    </dgm:pt>
  </dgm:ptLst>
  <dgm:cxnLst>
    <dgm:cxn modelId="{0BE97207-F35A-4826-96E8-4995CA372625}" type="presOf" srcId="{8423AC5B-65BB-44BA-85C8-B8F2C1D799F9}" destId="{1F827E1E-DE28-4629-93A9-7862FAB5F676}" srcOrd="1" destOrd="0" presId="urn:microsoft.com/office/officeart/2005/8/layout/orgChart1"/>
    <dgm:cxn modelId="{7DDD9424-6423-481E-8AFC-AAF4FC434E87}" type="presOf" srcId="{78C4697E-42E3-4CD6-8626-1B95ABCFBAEE}" destId="{2A5F8A13-F793-4295-A576-C273F1E67E53}" srcOrd="0" destOrd="0" presId="urn:microsoft.com/office/officeart/2005/8/layout/orgChart1"/>
    <dgm:cxn modelId="{79E93337-514C-42A0-9467-4ADDECF9BBFF}" type="presOf" srcId="{8A2823D3-0319-40D7-99A2-677B9C1E7C97}" destId="{2A6720D2-3BC2-49D2-9440-503862A459F2}" srcOrd="0" destOrd="0" presId="urn:microsoft.com/office/officeart/2005/8/layout/orgChart1"/>
    <dgm:cxn modelId="{6CED3C37-F7C0-4444-935D-07D550433918}" type="presOf" srcId="{22AAB52A-F50E-450E-A45B-AA76C6E60155}" destId="{D6146A05-9A49-4463-9B60-ED454B54CFAC}" srcOrd="1" destOrd="0" presId="urn:microsoft.com/office/officeart/2005/8/layout/orgChart1"/>
    <dgm:cxn modelId="{3E87424A-8546-4325-B181-4E178F18D1F6}" type="presOf" srcId="{268E09D4-B195-4285-9E77-5AF03B259B78}" destId="{9CAAEC64-6ADE-4DAC-BE74-9BCA6018D400}" srcOrd="0" destOrd="0" presId="urn:microsoft.com/office/officeart/2005/8/layout/orgChart1"/>
    <dgm:cxn modelId="{6CBA124B-FEE9-4D70-8E4B-F5B038E2FFF6}" type="presOf" srcId="{851C9D6E-AC63-4942-A4BE-E6721A22670E}" destId="{10E23348-0F19-4FD3-A71D-F48223639FF9}" srcOrd="1" destOrd="0" presId="urn:microsoft.com/office/officeart/2005/8/layout/orgChart1"/>
    <dgm:cxn modelId="{5231BD6B-E936-4712-BD48-774C104A75BA}" type="presOf" srcId="{268E09D4-B195-4285-9E77-5AF03B259B78}" destId="{94D5B0F4-9D2A-458E-9B88-FC8AAF20F7B6}" srcOrd="1" destOrd="0" presId="urn:microsoft.com/office/officeart/2005/8/layout/orgChart1"/>
    <dgm:cxn modelId="{4D984251-7B4F-4FA7-9294-D0F4C6D909E8}" type="presOf" srcId="{851C9D6E-AC63-4942-A4BE-E6721A22670E}" destId="{2907B370-BA96-40F4-A66F-C111E7FDFAAE}" srcOrd="0" destOrd="0" presId="urn:microsoft.com/office/officeart/2005/8/layout/orgChart1"/>
    <dgm:cxn modelId="{C0887A7A-353F-43BA-A96F-D9A2649DCDFE}" type="presOf" srcId="{78C4697E-42E3-4CD6-8626-1B95ABCFBAEE}" destId="{DF2A5A38-E9AD-4E0D-8664-8243B6A76EE9}" srcOrd="1" destOrd="0" presId="urn:microsoft.com/office/officeart/2005/8/layout/orgChart1"/>
    <dgm:cxn modelId="{AEC67096-20FC-480D-97F0-F2F564BD9E8A}" srcId="{9806DEA8-F325-4BC2-BE52-585E2948CFB3}" destId="{22AAB52A-F50E-450E-A45B-AA76C6E60155}" srcOrd="0" destOrd="0" parTransId="{111B3508-DF67-4D45-82A6-7B60B4D41864}" sibTransId="{773A98D1-1721-4740-BBBC-EE4ECE532058}"/>
    <dgm:cxn modelId="{7F1A2499-EC4E-4F17-BF2B-228E00B228CB}" type="presOf" srcId="{98E64B81-CF24-49AB-A88A-228C9A8CA780}" destId="{A7F1B7B0-E8BF-45D3-A1DB-42978364B9B5}" srcOrd="0" destOrd="0" presId="urn:microsoft.com/office/officeart/2005/8/layout/orgChart1"/>
    <dgm:cxn modelId="{829AFB9C-CD4D-43A4-ACAB-2B18E58F94CF}" srcId="{22AAB52A-F50E-450E-A45B-AA76C6E60155}" destId="{268E09D4-B195-4285-9E77-5AF03B259B78}" srcOrd="4" destOrd="0" parTransId="{59EB9DB8-C2C7-4E9C-A643-EC131CC992EF}" sibTransId="{4B1F4B06-695C-4128-B1E8-155DEDF8A7EB}"/>
    <dgm:cxn modelId="{4A4426A8-2F36-4935-9726-DFCE8F41E836}" srcId="{22AAB52A-F50E-450E-A45B-AA76C6E60155}" destId="{78C4697E-42E3-4CD6-8626-1B95ABCFBAEE}" srcOrd="2" destOrd="0" parTransId="{8A2823D3-0319-40D7-99A2-677B9C1E7C97}" sibTransId="{E49278E8-4C74-4CB2-80A2-3456757BC598}"/>
    <dgm:cxn modelId="{B341CFB3-FBB7-429F-9EA0-F69D031F65A4}" type="presOf" srcId="{59EB9DB8-C2C7-4E9C-A643-EC131CC992EF}" destId="{4E1D6D80-635D-48AE-A319-DDF70812735E}" srcOrd="0" destOrd="0" presId="urn:microsoft.com/office/officeart/2005/8/layout/orgChart1"/>
    <dgm:cxn modelId="{8E3F17B4-7549-4018-A69F-1C6BCD1662C9}" srcId="{22AAB52A-F50E-450E-A45B-AA76C6E60155}" destId="{851C9D6E-AC63-4942-A4BE-E6721A22670E}" srcOrd="3" destOrd="0" parTransId="{93FA9CFA-3713-4C93-B0FB-EB826ABE93C4}" sibTransId="{E67CB3FC-871F-48D3-8F22-E65AC355491E}"/>
    <dgm:cxn modelId="{186838B8-A7FC-40B2-846E-B5B30F5ACFD4}" type="presOf" srcId="{8423AC5B-65BB-44BA-85C8-B8F2C1D799F9}" destId="{63AB99B0-52A9-4FD4-95B2-D1CDAD6E4D6C}" srcOrd="0" destOrd="0" presId="urn:microsoft.com/office/officeart/2005/8/layout/orgChart1"/>
    <dgm:cxn modelId="{2C1AC7B9-50E7-4354-B82F-CD811F73EFB8}" type="presOf" srcId="{1C76DC10-B192-4CB8-BDD4-43D705326175}" destId="{152DB30B-0997-48AC-8E02-B305E6A174EA}" srcOrd="0" destOrd="0" presId="urn:microsoft.com/office/officeart/2005/8/layout/orgChart1"/>
    <dgm:cxn modelId="{701676BB-9FE1-4ACD-AA76-5A1E343C3766}" type="presOf" srcId="{1C76DC10-B192-4CB8-BDD4-43D705326175}" destId="{E2521828-141C-4DD9-A0FF-550F879D8B65}" srcOrd="1" destOrd="0" presId="urn:microsoft.com/office/officeart/2005/8/layout/orgChart1"/>
    <dgm:cxn modelId="{49F84BCF-56D4-4716-881A-8D03E4FD0021}" srcId="{22AAB52A-F50E-450E-A45B-AA76C6E60155}" destId="{1C76DC10-B192-4CB8-BDD4-43D705326175}" srcOrd="1" destOrd="0" parTransId="{9B6515FC-BAB6-49BD-B614-8D99B5FBDBDE}" sibTransId="{0F91D73B-DCE4-4F8F-9696-95E8CA55567C}"/>
    <dgm:cxn modelId="{CE8C63DA-E717-4052-9A1F-EA44B653BAA3}" type="presOf" srcId="{9B6515FC-BAB6-49BD-B614-8D99B5FBDBDE}" destId="{7A25FF6E-637A-4FDC-B372-461A22767073}" srcOrd="0" destOrd="0" presId="urn:microsoft.com/office/officeart/2005/8/layout/orgChart1"/>
    <dgm:cxn modelId="{C517FFE3-3AC1-47FD-B784-A26E0735FEFB}" type="presOf" srcId="{93FA9CFA-3713-4C93-B0FB-EB826ABE93C4}" destId="{2A2A9E24-5356-4715-A394-48938AB04B91}" srcOrd="0" destOrd="0" presId="urn:microsoft.com/office/officeart/2005/8/layout/orgChart1"/>
    <dgm:cxn modelId="{29D317E4-9238-4ACE-92FD-58D6E9BD508A}" type="presOf" srcId="{9806DEA8-F325-4BC2-BE52-585E2948CFB3}" destId="{FC0D5DA3-7F08-40C9-A39B-512D9ACDB8BB}" srcOrd="0" destOrd="0" presId="urn:microsoft.com/office/officeart/2005/8/layout/orgChart1"/>
    <dgm:cxn modelId="{12752EE7-4C9A-4006-B2AE-B5551DF3FF82}" srcId="{22AAB52A-F50E-450E-A45B-AA76C6E60155}" destId="{8423AC5B-65BB-44BA-85C8-B8F2C1D799F9}" srcOrd="0" destOrd="0" parTransId="{98E64B81-CF24-49AB-A88A-228C9A8CA780}" sibTransId="{37318783-7077-401B-9007-0BCCE6BB03B7}"/>
    <dgm:cxn modelId="{356528F7-AB00-45CE-BCC0-AC22BC40B04D}" type="presOf" srcId="{22AAB52A-F50E-450E-A45B-AA76C6E60155}" destId="{FDB6C6DB-B4A3-4742-8B05-4D27739C9CC6}" srcOrd="0" destOrd="0" presId="urn:microsoft.com/office/officeart/2005/8/layout/orgChart1"/>
    <dgm:cxn modelId="{DF5EBB5C-43B4-4233-A6C9-D528AE2C78EC}" type="presParOf" srcId="{FC0D5DA3-7F08-40C9-A39B-512D9ACDB8BB}" destId="{D8AA1359-6BD5-449F-BD10-66AC234A3448}" srcOrd="0" destOrd="0" presId="urn:microsoft.com/office/officeart/2005/8/layout/orgChart1"/>
    <dgm:cxn modelId="{CAD9D699-24DB-4B23-8295-0A316AF487A7}" type="presParOf" srcId="{D8AA1359-6BD5-449F-BD10-66AC234A3448}" destId="{93B5B23F-E291-4D7E-B713-1705653FADAF}" srcOrd="0" destOrd="0" presId="urn:microsoft.com/office/officeart/2005/8/layout/orgChart1"/>
    <dgm:cxn modelId="{101CA048-971B-4DD9-8EB0-43C5801DD6A2}" type="presParOf" srcId="{93B5B23F-E291-4D7E-B713-1705653FADAF}" destId="{FDB6C6DB-B4A3-4742-8B05-4D27739C9CC6}" srcOrd="0" destOrd="0" presId="urn:microsoft.com/office/officeart/2005/8/layout/orgChart1"/>
    <dgm:cxn modelId="{9646CFE1-2F61-48EE-8DF7-7D2BD1912E50}" type="presParOf" srcId="{93B5B23F-E291-4D7E-B713-1705653FADAF}" destId="{D6146A05-9A49-4463-9B60-ED454B54CFAC}" srcOrd="1" destOrd="0" presId="urn:microsoft.com/office/officeart/2005/8/layout/orgChart1"/>
    <dgm:cxn modelId="{1571CCA2-F5A6-4CFA-B61F-F67829B38A97}" type="presParOf" srcId="{D8AA1359-6BD5-449F-BD10-66AC234A3448}" destId="{E419201A-D36D-4EB7-8917-D28DE3CB8A49}" srcOrd="1" destOrd="0" presId="urn:microsoft.com/office/officeart/2005/8/layout/orgChart1"/>
    <dgm:cxn modelId="{1E6BBE11-35D8-4184-852E-26554D062BBE}" type="presParOf" srcId="{E419201A-D36D-4EB7-8917-D28DE3CB8A49}" destId="{A7F1B7B0-E8BF-45D3-A1DB-42978364B9B5}" srcOrd="0" destOrd="0" presId="urn:microsoft.com/office/officeart/2005/8/layout/orgChart1"/>
    <dgm:cxn modelId="{35616F4D-8356-4B83-B52C-4D92B1C9D00F}" type="presParOf" srcId="{E419201A-D36D-4EB7-8917-D28DE3CB8A49}" destId="{91965D30-99C4-47EB-964E-C2A7F6F1CDE7}" srcOrd="1" destOrd="0" presId="urn:microsoft.com/office/officeart/2005/8/layout/orgChart1"/>
    <dgm:cxn modelId="{0B7EE348-EA3A-433F-85C7-DFE8F75CD25C}" type="presParOf" srcId="{91965D30-99C4-47EB-964E-C2A7F6F1CDE7}" destId="{EFB01A80-46E4-4BD8-8088-D9D4E2FCD126}" srcOrd="0" destOrd="0" presId="urn:microsoft.com/office/officeart/2005/8/layout/orgChart1"/>
    <dgm:cxn modelId="{8889EB64-E3A7-4BBF-ABE2-C437143E2F0E}" type="presParOf" srcId="{EFB01A80-46E4-4BD8-8088-D9D4E2FCD126}" destId="{63AB99B0-52A9-4FD4-95B2-D1CDAD6E4D6C}" srcOrd="0" destOrd="0" presId="urn:microsoft.com/office/officeart/2005/8/layout/orgChart1"/>
    <dgm:cxn modelId="{7AC9AA0B-80C0-4A88-A40F-52B6D673C74C}" type="presParOf" srcId="{EFB01A80-46E4-4BD8-8088-D9D4E2FCD126}" destId="{1F827E1E-DE28-4629-93A9-7862FAB5F676}" srcOrd="1" destOrd="0" presId="urn:microsoft.com/office/officeart/2005/8/layout/orgChart1"/>
    <dgm:cxn modelId="{483BE8F2-068F-4C2A-8008-03E6974DE7F0}" type="presParOf" srcId="{91965D30-99C4-47EB-964E-C2A7F6F1CDE7}" destId="{BCDC7EB6-07A3-4F0D-B150-75C1404AAABB}" srcOrd="1" destOrd="0" presId="urn:microsoft.com/office/officeart/2005/8/layout/orgChart1"/>
    <dgm:cxn modelId="{029B5589-B258-4B98-BE0C-9499AC7B0DAC}" type="presParOf" srcId="{91965D30-99C4-47EB-964E-C2A7F6F1CDE7}" destId="{9827145C-FEEA-4ECA-8507-28613AB5980D}" srcOrd="2" destOrd="0" presId="urn:microsoft.com/office/officeart/2005/8/layout/orgChart1"/>
    <dgm:cxn modelId="{8029A05B-FD8C-4867-BE05-05F3E5690DAF}" type="presParOf" srcId="{E419201A-D36D-4EB7-8917-D28DE3CB8A49}" destId="{7A25FF6E-637A-4FDC-B372-461A22767073}" srcOrd="2" destOrd="0" presId="urn:microsoft.com/office/officeart/2005/8/layout/orgChart1"/>
    <dgm:cxn modelId="{41DC0094-4059-4289-9467-209D52CAE832}" type="presParOf" srcId="{E419201A-D36D-4EB7-8917-D28DE3CB8A49}" destId="{4277993E-643A-44B6-B628-E62FD901BBEE}" srcOrd="3" destOrd="0" presId="urn:microsoft.com/office/officeart/2005/8/layout/orgChart1"/>
    <dgm:cxn modelId="{B9201827-4E9A-4D65-95ED-6CA400197201}" type="presParOf" srcId="{4277993E-643A-44B6-B628-E62FD901BBEE}" destId="{B4204682-EBBF-423A-A8C4-DCC9725E2DEE}" srcOrd="0" destOrd="0" presId="urn:microsoft.com/office/officeart/2005/8/layout/orgChart1"/>
    <dgm:cxn modelId="{73185503-C2AA-4F25-867D-73CABA512B3F}" type="presParOf" srcId="{B4204682-EBBF-423A-A8C4-DCC9725E2DEE}" destId="{152DB30B-0997-48AC-8E02-B305E6A174EA}" srcOrd="0" destOrd="0" presId="urn:microsoft.com/office/officeart/2005/8/layout/orgChart1"/>
    <dgm:cxn modelId="{C1E26017-86AB-4955-A9DE-C08DBFCF8755}" type="presParOf" srcId="{B4204682-EBBF-423A-A8C4-DCC9725E2DEE}" destId="{E2521828-141C-4DD9-A0FF-550F879D8B65}" srcOrd="1" destOrd="0" presId="urn:microsoft.com/office/officeart/2005/8/layout/orgChart1"/>
    <dgm:cxn modelId="{EF9A64E2-8121-4C6D-9EB3-F7E2D58EB24C}" type="presParOf" srcId="{4277993E-643A-44B6-B628-E62FD901BBEE}" destId="{0E1C6699-2AE5-46DA-8767-F16B8DF94467}" srcOrd="1" destOrd="0" presId="urn:microsoft.com/office/officeart/2005/8/layout/orgChart1"/>
    <dgm:cxn modelId="{D8665A32-C28D-4DC7-9008-4A4656F14B5E}" type="presParOf" srcId="{4277993E-643A-44B6-B628-E62FD901BBEE}" destId="{D093C552-F2B3-4F1D-B77A-C18F5C8F8551}" srcOrd="2" destOrd="0" presId="urn:microsoft.com/office/officeart/2005/8/layout/orgChart1"/>
    <dgm:cxn modelId="{C6D1D010-4B81-47EB-AD9D-A7108B094D8B}" type="presParOf" srcId="{E419201A-D36D-4EB7-8917-D28DE3CB8A49}" destId="{2A6720D2-3BC2-49D2-9440-503862A459F2}" srcOrd="4" destOrd="0" presId="urn:microsoft.com/office/officeart/2005/8/layout/orgChart1"/>
    <dgm:cxn modelId="{AE06EC2D-4C58-4A9F-8C38-0FA8FB77E25F}" type="presParOf" srcId="{E419201A-D36D-4EB7-8917-D28DE3CB8A49}" destId="{BAACD408-B096-4219-B995-CBE13FEF9E0C}" srcOrd="5" destOrd="0" presId="urn:microsoft.com/office/officeart/2005/8/layout/orgChart1"/>
    <dgm:cxn modelId="{D6B0EA17-208E-40E4-9B34-03B2687C598C}" type="presParOf" srcId="{BAACD408-B096-4219-B995-CBE13FEF9E0C}" destId="{7C76DD35-9C28-4088-8305-CB44319A8F6B}" srcOrd="0" destOrd="0" presId="urn:microsoft.com/office/officeart/2005/8/layout/orgChart1"/>
    <dgm:cxn modelId="{8F7F8071-8C99-4B9F-B5D6-89C80019953D}" type="presParOf" srcId="{7C76DD35-9C28-4088-8305-CB44319A8F6B}" destId="{2A5F8A13-F793-4295-A576-C273F1E67E53}" srcOrd="0" destOrd="0" presId="urn:microsoft.com/office/officeart/2005/8/layout/orgChart1"/>
    <dgm:cxn modelId="{56511F92-3995-47B6-B431-813B137EDC37}" type="presParOf" srcId="{7C76DD35-9C28-4088-8305-CB44319A8F6B}" destId="{DF2A5A38-E9AD-4E0D-8664-8243B6A76EE9}" srcOrd="1" destOrd="0" presId="urn:microsoft.com/office/officeart/2005/8/layout/orgChart1"/>
    <dgm:cxn modelId="{23099DBD-8936-4301-A37C-5CD306E1AADB}" type="presParOf" srcId="{BAACD408-B096-4219-B995-CBE13FEF9E0C}" destId="{25DCDDB0-7223-429E-8111-32F0DC3DFAA9}" srcOrd="1" destOrd="0" presId="urn:microsoft.com/office/officeart/2005/8/layout/orgChart1"/>
    <dgm:cxn modelId="{05A6A1F3-E32B-484F-8D2D-2CD5C752D88E}" type="presParOf" srcId="{BAACD408-B096-4219-B995-CBE13FEF9E0C}" destId="{91C4CFE2-D764-43CD-B65A-522F70B2D2C2}" srcOrd="2" destOrd="0" presId="urn:microsoft.com/office/officeart/2005/8/layout/orgChart1"/>
    <dgm:cxn modelId="{05A7600F-7D40-4C71-9E87-A2963F67802D}" type="presParOf" srcId="{E419201A-D36D-4EB7-8917-D28DE3CB8A49}" destId="{2A2A9E24-5356-4715-A394-48938AB04B91}" srcOrd="6" destOrd="0" presId="urn:microsoft.com/office/officeart/2005/8/layout/orgChart1"/>
    <dgm:cxn modelId="{8CBEAA5E-46D2-4B62-8126-9265F60533DC}" type="presParOf" srcId="{E419201A-D36D-4EB7-8917-D28DE3CB8A49}" destId="{A5B3533E-C7CF-46F3-81CA-B527422E6570}" srcOrd="7" destOrd="0" presId="urn:microsoft.com/office/officeart/2005/8/layout/orgChart1"/>
    <dgm:cxn modelId="{9BACB148-384F-485A-A62F-6F17B5D513B9}" type="presParOf" srcId="{A5B3533E-C7CF-46F3-81CA-B527422E6570}" destId="{7D9836D0-FEAF-45C5-96B9-BF85B4C5E630}" srcOrd="0" destOrd="0" presId="urn:microsoft.com/office/officeart/2005/8/layout/orgChart1"/>
    <dgm:cxn modelId="{0D8DDDEA-D6DA-4CAC-98A9-F9C751DD2502}" type="presParOf" srcId="{7D9836D0-FEAF-45C5-96B9-BF85B4C5E630}" destId="{2907B370-BA96-40F4-A66F-C111E7FDFAAE}" srcOrd="0" destOrd="0" presId="urn:microsoft.com/office/officeart/2005/8/layout/orgChart1"/>
    <dgm:cxn modelId="{DD7F40EF-4028-425A-9F75-3A08DFE531A5}" type="presParOf" srcId="{7D9836D0-FEAF-45C5-96B9-BF85B4C5E630}" destId="{10E23348-0F19-4FD3-A71D-F48223639FF9}" srcOrd="1" destOrd="0" presId="urn:microsoft.com/office/officeart/2005/8/layout/orgChart1"/>
    <dgm:cxn modelId="{7C786AC3-D487-4ABE-895A-8E8434B41947}" type="presParOf" srcId="{A5B3533E-C7CF-46F3-81CA-B527422E6570}" destId="{3D69BB98-EFF5-452C-9AC5-11BC881590C9}" srcOrd="1" destOrd="0" presId="urn:microsoft.com/office/officeart/2005/8/layout/orgChart1"/>
    <dgm:cxn modelId="{D94AE089-DD66-4880-BFD4-D6F07D0A0984}" type="presParOf" srcId="{A5B3533E-C7CF-46F3-81CA-B527422E6570}" destId="{7F0430B4-7899-4BA1-A17D-366D05A80803}" srcOrd="2" destOrd="0" presId="urn:microsoft.com/office/officeart/2005/8/layout/orgChart1"/>
    <dgm:cxn modelId="{ADAB172A-E046-4EC6-A75D-871C3DA2B248}" type="presParOf" srcId="{E419201A-D36D-4EB7-8917-D28DE3CB8A49}" destId="{4E1D6D80-635D-48AE-A319-DDF70812735E}" srcOrd="8" destOrd="0" presId="urn:microsoft.com/office/officeart/2005/8/layout/orgChart1"/>
    <dgm:cxn modelId="{77C31348-9890-455D-8B97-512585295542}" type="presParOf" srcId="{E419201A-D36D-4EB7-8917-D28DE3CB8A49}" destId="{E6BE0463-F71A-4C3D-B8A4-3E45757C3D76}" srcOrd="9" destOrd="0" presId="urn:microsoft.com/office/officeart/2005/8/layout/orgChart1"/>
    <dgm:cxn modelId="{3ADB7285-581E-4AAF-8DF3-FA583F236695}" type="presParOf" srcId="{E6BE0463-F71A-4C3D-B8A4-3E45757C3D76}" destId="{E95B49CA-2456-4C0C-A33C-0A5A67DFA6B5}" srcOrd="0" destOrd="0" presId="urn:microsoft.com/office/officeart/2005/8/layout/orgChart1"/>
    <dgm:cxn modelId="{C37369DA-0D03-4FB4-8F24-315D814CE344}" type="presParOf" srcId="{E95B49CA-2456-4C0C-A33C-0A5A67DFA6B5}" destId="{9CAAEC64-6ADE-4DAC-BE74-9BCA6018D400}" srcOrd="0" destOrd="0" presId="urn:microsoft.com/office/officeart/2005/8/layout/orgChart1"/>
    <dgm:cxn modelId="{D01CB629-72B2-4B62-A9C0-F32AA784FC43}" type="presParOf" srcId="{E95B49CA-2456-4C0C-A33C-0A5A67DFA6B5}" destId="{94D5B0F4-9D2A-458E-9B88-FC8AAF20F7B6}" srcOrd="1" destOrd="0" presId="urn:microsoft.com/office/officeart/2005/8/layout/orgChart1"/>
    <dgm:cxn modelId="{67056B64-FBB6-41DF-BCC6-38CA805EC492}" type="presParOf" srcId="{E6BE0463-F71A-4C3D-B8A4-3E45757C3D76}" destId="{0C10DD0F-90CF-4DEB-AA67-F08B332467F1}" srcOrd="1" destOrd="0" presId="urn:microsoft.com/office/officeart/2005/8/layout/orgChart1"/>
    <dgm:cxn modelId="{543449B0-DD6D-45F2-927A-556ED9315357}" type="presParOf" srcId="{E6BE0463-F71A-4C3D-B8A4-3E45757C3D76}" destId="{768A947B-E41E-418F-BEA9-99599E6C8BA8}" srcOrd="2" destOrd="0" presId="urn:microsoft.com/office/officeart/2005/8/layout/orgChart1"/>
    <dgm:cxn modelId="{43692F05-038B-4F64-8B6C-291525D89833}" type="presParOf" srcId="{D8AA1359-6BD5-449F-BD10-66AC234A3448}" destId="{C2C875CC-89EB-4370-9091-771C0822356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4" qsCatId="simple" csTypeId="urn:microsoft.com/office/officeart/2005/8/colors/accent0_1" csCatId="mainScheme" phldr="1"/>
      <dgm:spPr/>
      <dgm:t>
        <a:bodyPr/>
        <a:lstStyle/>
        <a:p>
          <a:endParaRPr lang="en-US"/>
        </a:p>
      </dgm:t>
    </dgm:pt>
    <dgm:pt modelId="{1C76DC10-B192-4CB8-BDD4-43D705326175}">
      <dgm:prSet/>
      <dgm:spPr>
        <a:solidFill>
          <a:schemeClr val="bg1"/>
        </a:solidFill>
      </dgm:spPr>
      <dgm:t>
        <a:bodyPr/>
        <a:lstStyle/>
        <a:p>
          <a:pPr algn="ctr"/>
          <a:r>
            <a:rPr lang="en-US" noProof="0" dirty="0"/>
            <a:t>Development</a:t>
          </a:r>
        </a:p>
      </dgm:t>
    </dgm:pt>
    <dgm:pt modelId="{9B6515FC-BAB6-49BD-B614-8D99B5FBDBDE}" type="parTrans" cxnId="{49F84BCF-56D4-4716-881A-8D03E4FD0021}">
      <dgm:prSet/>
      <dgm:spPr/>
      <dgm:t>
        <a:bodyPr/>
        <a:lstStyle/>
        <a:p>
          <a:pPr algn="ctr"/>
          <a:endParaRPr lang="en-US" noProof="0"/>
        </a:p>
      </dgm:t>
    </dgm:pt>
    <dgm:pt modelId="{0F91D73B-DCE4-4F8F-9696-95E8CA55567C}" type="sibTrans" cxnId="{49F84BCF-56D4-4716-881A-8D03E4FD0021}">
      <dgm:prSet/>
      <dgm:spPr/>
      <dgm:t>
        <a:bodyPr/>
        <a:lstStyle/>
        <a:p>
          <a:pPr algn="ctr"/>
          <a:endParaRPr lang="en-US" noProof="0"/>
        </a:p>
      </dgm:t>
    </dgm:pt>
    <dgm:pt modelId="{22AAB52A-F50E-450E-A45B-AA76C6E60155}">
      <dgm:prSet/>
      <dgm:spPr>
        <a:solidFill>
          <a:schemeClr val="bg1"/>
        </a:solidFill>
      </dgm:spPr>
      <dgm:t>
        <a:bodyPr/>
        <a:lstStyle/>
        <a:p>
          <a:pPr algn="ctr"/>
          <a:r>
            <a:rPr lang="en-US" noProof="0" dirty="0"/>
            <a:t>Software project</a:t>
          </a:r>
        </a:p>
      </dgm:t>
    </dgm:pt>
    <dgm:pt modelId="{111B3508-DF67-4D45-82A6-7B60B4D41864}" type="parTrans" cxnId="{AEC67096-20FC-480D-97F0-F2F564BD9E8A}">
      <dgm:prSet/>
      <dgm:spPr/>
      <dgm:t>
        <a:bodyPr/>
        <a:lstStyle/>
        <a:p>
          <a:pPr algn="ctr"/>
          <a:endParaRPr lang="en-US" noProof="0"/>
        </a:p>
      </dgm:t>
    </dgm:pt>
    <dgm:pt modelId="{773A98D1-1721-4740-BBBC-EE4ECE532058}" type="sibTrans" cxnId="{AEC67096-20FC-480D-97F0-F2F564BD9E8A}">
      <dgm:prSet/>
      <dgm:spPr/>
      <dgm:t>
        <a:bodyPr/>
        <a:lstStyle/>
        <a:p>
          <a:pPr algn="ctr"/>
          <a:endParaRPr lang="en-US" noProof="0"/>
        </a:p>
      </dgm:t>
    </dgm:pt>
    <dgm:pt modelId="{78C4697E-42E3-4CD6-8626-1B95ABCFBAEE}">
      <dgm:prSet/>
      <dgm:spPr/>
      <dgm:t>
        <a:bodyPr/>
        <a:lstStyle/>
        <a:p>
          <a:pPr algn="ctr"/>
          <a:r>
            <a:rPr lang="en-US" noProof="0" dirty="0"/>
            <a:t>System Test</a:t>
          </a:r>
        </a:p>
      </dgm:t>
    </dgm:pt>
    <dgm:pt modelId="{8A2823D3-0319-40D7-99A2-677B9C1E7C97}" type="parTrans" cxnId="{4A4426A8-2F36-4935-9726-DFCE8F41E836}">
      <dgm:prSet/>
      <dgm:spPr/>
      <dgm:t>
        <a:bodyPr/>
        <a:lstStyle/>
        <a:p>
          <a:pPr algn="ctr"/>
          <a:endParaRPr lang="en-US" noProof="0"/>
        </a:p>
      </dgm:t>
    </dgm:pt>
    <dgm:pt modelId="{E49278E8-4C74-4CB2-80A2-3456757BC598}" type="sibTrans" cxnId="{4A4426A8-2F36-4935-9726-DFCE8F41E836}">
      <dgm:prSet/>
      <dgm:spPr/>
      <dgm:t>
        <a:bodyPr/>
        <a:lstStyle/>
        <a:p>
          <a:pPr algn="ctr"/>
          <a:endParaRPr lang="en-US" noProof="0"/>
        </a:p>
      </dgm:t>
    </dgm:pt>
    <dgm:pt modelId="{8423AC5B-65BB-44BA-85C8-B8F2C1D799F9}">
      <dgm:prSet/>
      <dgm:spPr>
        <a:solidFill>
          <a:schemeClr val="bg1"/>
        </a:solidFill>
      </dgm:spPr>
      <dgm:t>
        <a:bodyPr/>
        <a:lstStyle/>
        <a:p>
          <a:pPr algn="ctr"/>
          <a:r>
            <a:rPr lang="en-US" noProof="0" dirty="0"/>
            <a:t>Analysis (modelling) </a:t>
          </a:r>
        </a:p>
      </dgm:t>
    </dgm:pt>
    <dgm:pt modelId="{98E64B81-CF24-49AB-A88A-228C9A8CA780}" type="parTrans" cxnId="{12752EE7-4C9A-4006-B2AE-B5551DF3FF82}">
      <dgm:prSet/>
      <dgm:spPr/>
      <dgm:t>
        <a:bodyPr/>
        <a:lstStyle/>
        <a:p>
          <a:pPr algn="ctr"/>
          <a:endParaRPr lang="en-US" noProof="0"/>
        </a:p>
      </dgm:t>
    </dgm:pt>
    <dgm:pt modelId="{37318783-7077-401B-9007-0BCCE6BB03B7}" type="sibTrans" cxnId="{12752EE7-4C9A-4006-B2AE-B5551DF3FF82}">
      <dgm:prSet/>
      <dgm:spPr/>
      <dgm:t>
        <a:bodyPr/>
        <a:lstStyle/>
        <a:p>
          <a:pPr algn="ctr"/>
          <a:endParaRPr lang="en-US" noProof="0"/>
        </a:p>
      </dgm:t>
    </dgm:pt>
    <dgm:pt modelId="{268E09D4-B195-4285-9E77-5AF03B259B78}">
      <dgm:prSet/>
      <dgm:spPr>
        <a:solidFill>
          <a:schemeClr val="bg1"/>
        </a:solidFill>
      </dgm:spPr>
      <dgm:t>
        <a:bodyPr/>
        <a:lstStyle/>
        <a:p>
          <a:pPr algn="ctr"/>
          <a:r>
            <a:rPr lang="en-US" noProof="0" dirty="0"/>
            <a:t>Miscellaneous</a:t>
          </a:r>
        </a:p>
      </dgm:t>
    </dgm:pt>
    <dgm:pt modelId="{59EB9DB8-C2C7-4E9C-A643-EC131CC992EF}" type="parTrans" cxnId="{829AFB9C-CD4D-43A4-ACAB-2B18E58F94CF}">
      <dgm:prSet/>
      <dgm:spPr/>
      <dgm:t>
        <a:bodyPr/>
        <a:lstStyle/>
        <a:p>
          <a:pPr algn="ctr"/>
          <a:endParaRPr lang="en-US" noProof="0"/>
        </a:p>
      </dgm:t>
    </dgm:pt>
    <dgm:pt modelId="{4B1F4B06-695C-4128-B1E8-155DEDF8A7EB}" type="sibTrans" cxnId="{829AFB9C-CD4D-43A4-ACAB-2B18E58F94CF}">
      <dgm:prSet/>
      <dgm:spPr/>
      <dgm:t>
        <a:bodyPr/>
        <a:lstStyle/>
        <a:p>
          <a:pPr algn="ctr"/>
          <a:endParaRPr lang="en-US" noProof="0"/>
        </a:p>
      </dgm:t>
    </dgm:pt>
    <dgm:pt modelId="{851C9D6E-AC63-4942-A4BE-E6721A22670E}">
      <dgm:prSet/>
      <dgm:spPr/>
      <dgm:t>
        <a:bodyPr/>
        <a:lstStyle/>
        <a:p>
          <a:pPr algn="ctr"/>
          <a:r>
            <a:rPr lang="en-US" noProof="0" dirty="0"/>
            <a:t>User Test</a:t>
          </a:r>
        </a:p>
      </dgm:t>
    </dgm:pt>
    <dgm:pt modelId="{93FA9CFA-3713-4C93-B0FB-EB826ABE93C4}" type="parTrans" cxnId="{8E3F17B4-7549-4018-A69F-1C6BCD1662C9}">
      <dgm:prSet/>
      <dgm:spPr/>
      <dgm:t>
        <a:bodyPr/>
        <a:lstStyle/>
        <a:p>
          <a:endParaRPr lang="en-US" noProof="0"/>
        </a:p>
      </dgm:t>
    </dgm:pt>
    <dgm:pt modelId="{E67CB3FC-871F-48D3-8F22-E65AC355491E}" type="sibTrans" cxnId="{8E3F17B4-7549-4018-A69F-1C6BCD1662C9}">
      <dgm:prSet/>
      <dgm:spPr/>
      <dgm:t>
        <a:bodyPr/>
        <a:lstStyle/>
        <a:p>
          <a:endParaRPr lang="en-US" noProof="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0F672173-BD18-4337-80B8-8FD775C468BF}" type="pres">
      <dgm:prSet presAssocID="{22AAB52A-F50E-450E-A45B-AA76C6E60155}" presName="hierRoot1" presStyleCnt="0">
        <dgm:presLayoutVars>
          <dgm:hierBranch val="hang"/>
        </dgm:presLayoutVars>
      </dgm:prSet>
      <dgm:spPr/>
    </dgm:pt>
    <dgm:pt modelId="{3DB00584-F332-4962-8DDC-F7C4C9A33E13}" type="pres">
      <dgm:prSet presAssocID="{22AAB52A-F50E-450E-A45B-AA76C6E60155}" presName="rootComposite1" presStyleCnt="0"/>
      <dgm:spPr/>
    </dgm:pt>
    <dgm:pt modelId="{8C57FE33-2133-4200-8934-97A421152DB1}" type="pres">
      <dgm:prSet presAssocID="{22AAB52A-F50E-450E-A45B-AA76C6E60155}" presName="rootText1" presStyleLbl="node0" presStyleIdx="0" presStyleCnt="1">
        <dgm:presLayoutVars>
          <dgm:chPref val="3"/>
        </dgm:presLayoutVars>
      </dgm:prSet>
      <dgm:spPr/>
    </dgm:pt>
    <dgm:pt modelId="{7753A3C5-C1E5-4662-B31D-954907FAF3DB}" type="pres">
      <dgm:prSet presAssocID="{22AAB52A-F50E-450E-A45B-AA76C6E60155}" presName="rootConnector1" presStyleLbl="node1" presStyleIdx="0" presStyleCnt="0"/>
      <dgm:spPr/>
    </dgm:pt>
    <dgm:pt modelId="{8AF22E41-225E-49A7-A1CC-D3CC78097AAE}" type="pres">
      <dgm:prSet presAssocID="{22AAB52A-F50E-450E-A45B-AA76C6E60155}" presName="hierChild2" presStyleCnt="0"/>
      <dgm:spPr/>
    </dgm:pt>
    <dgm:pt modelId="{122DFB04-1E42-45F9-95EA-D05179D8394A}" type="pres">
      <dgm:prSet presAssocID="{98E64B81-CF24-49AB-A88A-228C9A8CA780}" presName="Name48" presStyleLbl="parChTrans1D2" presStyleIdx="0" presStyleCnt="5"/>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2" presStyleIdx="0" presStyleCnt="5">
        <dgm:presLayoutVars>
          <dgm:chPref val="3"/>
        </dgm:presLayoutVars>
      </dgm:prSet>
      <dgm:spPr/>
    </dgm:pt>
    <dgm:pt modelId="{1F827E1E-DE28-4629-93A9-7862FAB5F676}" type="pres">
      <dgm:prSet presAssocID="{8423AC5B-65BB-44BA-85C8-B8F2C1D799F9}" presName="rootConnector" presStyleLbl="node2" presStyleIdx="0" presStyleCnt="5"/>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E26D5C1C-F496-4005-A6D7-3DECB0F0D47C}" type="pres">
      <dgm:prSet presAssocID="{9B6515FC-BAB6-49BD-B614-8D99B5FBDBDE}" presName="Name48" presStyleLbl="parChTrans1D2" presStyleIdx="1" presStyleCnt="5"/>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2" presStyleIdx="1" presStyleCnt="5">
        <dgm:presLayoutVars>
          <dgm:chPref val="3"/>
        </dgm:presLayoutVars>
      </dgm:prSet>
      <dgm:spPr/>
    </dgm:pt>
    <dgm:pt modelId="{E2521828-141C-4DD9-A0FF-550F879D8B65}" type="pres">
      <dgm:prSet presAssocID="{1C76DC10-B192-4CB8-BDD4-43D705326175}" presName="rootConnector" presStyleLbl="node2" presStyleIdx="1" presStyleCnt="5"/>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BCFE6932-697C-41C0-A420-1A19EE73DFA7}" type="pres">
      <dgm:prSet presAssocID="{8A2823D3-0319-40D7-99A2-677B9C1E7C97}" presName="Name48" presStyleLbl="parChTrans1D2" presStyleIdx="2" presStyleCnt="5"/>
      <dgm:spPr/>
    </dgm:pt>
    <dgm:pt modelId="{BAACD408-B096-4219-B995-CBE13FEF9E0C}" type="pres">
      <dgm:prSet presAssocID="{78C4697E-42E3-4CD6-8626-1B95ABCFBAEE}" presName="hierRoot2" presStyleCnt="0">
        <dgm:presLayoutVars>
          <dgm:hierBranch val="init"/>
        </dgm:presLayoutVars>
      </dgm:prSet>
      <dgm:spPr/>
    </dgm:pt>
    <dgm:pt modelId="{7C76DD35-9C28-4088-8305-CB44319A8F6B}" type="pres">
      <dgm:prSet presAssocID="{78C4697E-42E3-4CD6-8626-1B95ABCFBAEE}" presName="rootComposite" presStyleCnt="0"/>
      <dgm:spPr/>
    </dgm:pt>
    <dgm:pt modelId="{2A5F8A13-F793-4295-A576-C273F1E67E53}" type="pres">
      <dgm:prSet presAssocID="{78C4697E-42E3-4CD6-8626-1B95ABCFBAEE}" presName="rootText" presStyleLbl="node2" presStyleIdx="2" presStyleCnt="5">
        <dgm:presLayoutVars>
          <dgm:chPref val="3"/>
        </dgm:presLayoutVars>
      </dgm:prSet>
      <dgm:spPr/>
    </dgm:pt>
    <dgm:pt modelId="{DF2A5A38-E9AD-4E0D-8664-8243B6A76EE9}" type="pres">
      <dgm:prSet presAssocID="{78C4697E-42E3-4CD6-8626-1B95ABCFBAEE}" presName="rootConnector" presStyleLbl="node2" presStyleIdx="2" presStyleCnt="5"/>
      <dgm:spPr/>
    </dgm:pt>
    <dgm:pt modelId="{25DCDDB0-7223-429E-8111-32F0DC3DFAA9}" type="pres">
      <dgm:prSet presAssocID="{78C4697E-42E3-4CD6-8626-1B95ABCFBAEE}" presName="hierChild4" presStyleCnt="0"/>
      <dgm:spPr/>
    </dgm:pt>
    <dgm:pt modelId="{91C4CFE2-D764-43CD-B65A-522F70B2D2C2}" type="pres">
      <dgm:prSet presAssocID="{78C4697E-42E3-4CD6-8626-1B95ABCFBAEE}" presName="hierChild5" presStyleCnt="0"/>
      <dgm:spPr/>
    </dgm:pt>
    <dgm:pt modelId="{7F89366F-EC3F-40BD-A47C-DF3615632F1A}" type="pres">
      <dgm:prSet presAssocID="{93FA9CFA-3713-4C93-B0FB-EB826ABE93C4}" presName="Name48" presStyleLbl="parChTrans1D2" presStyleIdx="3" presStyleCnt="5"/>
      <dgm:spPr/>
    </dgm:pt>
    <dgm:pt modelId="{A5B3533E-C7CF-46F3-81CA-B527422E6570}" type="pres">
      <dgm:prSet presAssocID="{851C9D6E-AC63-4942-A4BE-E6721A22670E}" presName="hierRoot2" presStyleCnt="0">
        <dgm:presLayoutVars>
          <dgm:hierBranch val="init"/>
        </dgm:presLayoutVars>
      </dgm:prSet>
      <dgm:spPr/>
    </dgm:pt>
    <dgm:pt modelId="{7D9836D0-FEAF-45C5-96B9-BF85B4C5E630}" type="pres">
      <dgm:prSet presAssocID="{851C9D6E-AC63-4942-A4BE-E6721A22670E}" presName="rootComposite" presStyleCnt="0"/>
      <dgm:spPr/>
    </dgm:pt>
    <dgm:pt modelId="{2907B370-BA96-40F4-A66F-C111E7FDFAAE}" type="pres">
      <dgm:prSet presAssocID="{851C9D6E-AC63-4942-A4BE-E6721A22670E}" presName="rootText" presStyleLbl="node2" presStyleIdx="3" presStyleCnt="5">
        <dgm:presLayoutVars>
          <dgm:chPref val="3"/>
        </dgm:presLayoutVars>
      </dgm:prSet>
      <dgm:spPr/>
    </dgm:pt>
    <dgm:pt modelId="{10E23348-0F19-4FD3-A71D-F48223639FF9}" type="pres">
      <dgm:prSet presAssocID="{851C9D6E-AC63-4942-A4BE-E6721A22670E}" presName="rootConnector" presStyleLbl="node2" presStyleIdx="3" presStyleCnt="5"/>
      <dgm:spPr/>
    </dgm:pt>
    <dgm:pt modelId="{3D69BB98-EFF5-452C-9AC5-11BC881590C9}" type="pres">
      <dgm:prSet presAssocID="{851C9D6E-AC63-4942-A4BE-E6721A22670E}" presName="hierChild4" presStyleCnt="0"/>
      <dgm:spPr/>
    </dgm:pt>
    <dgm:pt modelId="{7F0430B4-7899-4BA1-A17D-366D05A80803}" type="pres">
      <dgm:prSet presAssocID="{851C9D6E-AC63-4942-A4BE-E6721A22670E}" presName="hierChild5" presStyleCnt="0"/>
      <dgm:spPr/>
    </dgm:pt>
    <dgm:pt modelId="{397594DB-AC5C-450F-80BB-6F32DE8A38A9}" type="pres">
      <dgm:prSet presAssocID="{59EB9DB8-C2C7-4E9C-A643-EC131CC992EF}" presName="Name48" presStyleLbl="parChTrans1D2" presStyleIdx="4" presStyleCnt="5"/>
      <dgm:spPr/>
    </dgm:pt>
    <dgm:pt modelId="{E6BE0463-F71A-4C3D-B8A4-3E45757C3D76}" type="pres">
      <dgm:prSet presAssocID="{268E09D4-B195-4285-9E77-5AF03B259B78}" presName="hierRoot2" presStyleCnt="0">
        <dgm:presLayoutVars>
          <dgm:hierBranch val="init"/>
        </dgm:presLayoutVars>
      </dgm:prSet>
      <dgm:spPr/>
    </dgm:pt>
    <dgm:pt modelId="{E95B49CA-2456-4C0C-A33C-0A5A67DFA6B5}" type="pres">
      <dgm:prSet presAssocID="{268E09D4-B195-4285-9E77-5AF03B259B78}" presName="rootComposite" presStyleCnt="0"/>
      <dgm:spPr/>
    </dgm:pt>
    <dgm:pt modelId="{9CAAEC64-6ADE-4DAC-BE74-9BCA6018D400}" type="pres">
      <dgm:prSet presAssocID="{268E09D4-B195-4285-9E77-5AF03B259B78}" presName="rootText" presStyleLbl="node2" presStyleIdx="4" presStyleCnt="5">
        <dgm:presLayoutVars>
          <dgm:chPref val="3"/>
        </dgm:presLayoutVars>
      </dgm:prSet>
      <dgm:spPr/>
    </dgm:pt>
    <dgm:pt modelId="{94D5B0F4-9D2A-458E-9B88-FC8AAF20F7B6}" type="pres">
      <dgm:prSet presAssocID="{268E09D4-B195-4285-9E77-5AF03B259B78}" presName="rootConnector" presStyleLbl="node2" presStyleIdx="4" presStyleCnt="5"/>
      <dgm:spPr/>
    </dgm:pt>
    <dgm:pt modelId="{0C10DD0F-90CF-4DEB-AA67-F08B332467F1}" type="pres">
      <dgm:prSet presAssocID="{268E09D4-B195-4285-9E77-5AF03B259B78}" presName="hierChild4" presStyleCnt="0"/>
      <dgm:spPr/>
    </dgm:pt>
    <dgm:pt modelId="{768A947B-E41E-418F-BEA9-99599E6C8BA8}" type="pres">
      <dgm:prSet presAssocID="{268E09D4-B195-4285-9E77-5AF03B259B78}" presName="hierChild5" presStyleCnt="0"/>
      <dgm:spPr/>
    </dgm:pt>
    <dgm:pt modelId="{523D2214-3B08-4B07-B2C1-91A55C9EDC82}" type="pres">
      <dgm:prSet presAssocID="{22AAB52A-F50E-450E-A45B-AA76C6E60155}" presName="hierChild3" presStyleCnt="0"/>
      <dgm:spPr/>
    </dgm:pt>
  </dgm:ptLst>
  <dgm:cxnLst>
    <dgm:cxn modelId="{298C1B08-F017-470C-AA71-B46C0CA38C44}" type="presOf" srcId="{1C76DC10-B192-4CB8-BDD4-43D705326175}" destId="{E2521828-141C-4DD9-A0FF-550F879D8B65}" srcOrd="1" destOrd="0" presId="urn:microsoft.com/office/officeart/2005/8/layout/orgChart1"/>
    <dgm:cxn modelId="{22A20410-837C-4DAD-8700-34B26822B5C2}" type="presOf" srcId="{268E09D4-B195-4285-9E77-5AF03B259B78}" destId="{9CAAEC64-6ADE-4DAC-BE74-9BCA6018D400}" srcOrd="0" destOrd="0" presId="urn:microsoft.com/office/officeart/2005/8/layout/orgChart1"/>
    <dgm:cxn modelId="{4DEB3D22-EE89-4BE6-9063-99DEE73A9609}" type="presOf" srcId="{9B6515FC-BAB6-49BD-B614-8D99B5FBDBDE}" destId="{E26D5C1C-F496-4005-A6D7-3DECB0F0D47C}" srcOrd="0" destOrd="0" presId="urn:microsoft.com/office/officeart/2005/8/layout/orgChart1"/>
    <dgm:cxn modelId="{7EB8D925-7EE9-41FB-9DEA-3E8F07EAEA9B}" type="presOf" srcId="{98E64B81-CF24-49AB-A88A-228C9A8CA780}" destId="{122DFB04-1E42-45F9-95EA-D05179D8394A}" srcOrd="0" destOrd="0" presId="urn:microsoft.com/office/officeart/2005/8/layout/orgChart1"/>
    <dgm:cxn modelId="{B8D01B2A-EC95-4AEE-87AB-791ED8E50688}" type="presOf" srcId="{851C9D6E-AC63-4942-A4BE-E6721A22670E}" destId="{10E23348-0F19-4FD3-A71D-F48223639FF9}" srcOrd="1" destOrd="0" presId="urn:microsoft.com/office/officeart/2005/8/layout/orgChart1"/>
    <dgm:cxn modelId="{8C0F523E-5DD1-42D7-B385-58D98872ABF3}" type="presOf" srcId="{78C4697E-42E3-4CD6-8626-1B95ABCFBAEE}" destId="{DF2A5A38-E9AD-4E0D-8664-8243B6A76EE9}" srcOrd="1" destOrd="0" presId="urn:microsoft.com/office/officeart/2005/8/layout/orgChart1"/>
    <dgm:cxn modelId="{E6912D5F-4748-45D5-BAE9-C9E83FD1CEA2}" type="presOf" srcId="{22AAB52A-F50E-450E-A45B-AA76C6E60155}" destId="{7753A3C5-C1E5-4662-B31D-954907FAF3DB}" srcOrd="1" destOrd="0" presId="urn:microsoft.com/office/officeart/2005/8/layout/orgChart1"/>
    <dgm:cxn modelId="{436ED847-E432-4D61-858C-93B4BBD4EC99}" type="presOf" srcId="{851C9D6E-AC63-4942-A4BE-E6721A22670E}" destId="{2907B370-BA96-40F4-A66F-C111E7FDFAAE}" srcOrd="0" destOrd="0" presId="urn:microsoft.com/office/officeart/2005/8/layout/orgChart1"/>
    <dgm:cxn modelId="{5A736D71-0609-43FE-B362-EC5EF722E4F8}" type="presOf" srcId="{78C4697E-42E3-4CD6-8626-1B95ABCFBAEE}" destId="{2A5F8A13-F793-4295-A576-C273F1E67E53}" srcOrd="0" destOrd="0" presId="urn:microsoft.com/office/officeart/2005/8/layout/orgChart1"/>
    <dgm:cxn modelId="{3DC0F751-5800-4A3A-BC1C-ABC8382A6750}" type="presOf" srcId="{268E09D4-B195-4285-9E77-5AF03B259B78}" destId="{94D5B0F4-9D2A-458E-9B88-FC8AAF20F7B6}" srcOrd="1" destOrd="0" presId="urn:microsoft.com/office/officeart/2005/8/layout/orgChart1"/>
    <dgm:cxn modelId="{93B63553-BB4A-475D-B6AD-6003249A5F10}" type="presOf" srcId="{8423AC5B-65BB-44BA-85C8-B8F2C1D799F9}" destId="{1F827E1E-DE28-4629-93A9-7862FAB5F676}" srcOrd="1" destOrd="0" presId="urn:microsoft.com/office/officeart/2005/8/layout/orgChart1"/>
    <dgm:cxn modelId="{B628728E-98DB-4599-9CEC-82E20AD00726}" type="presOf" srcId="{59EB9DB8-C2C7-4E9C-A643-EC131CC992EF}" destId="{397594DB-AC5C-450F-80BB-6F32DE8A38A9}" srcOrd="0" destOrd="0" presId="urn:microsoft.com/office/officeart/2005/8/layout/orgChart1"/>
    <dgm:cxn modelId="{AEC67096-20FC-480D-97F0-F2F564BD9E8A}" srcId="{9806DEA8-F325-4BC2-BE52-585E2948CFB3}" destId="{22AAB52A-F50E-450E-A45B-AA76C6E60155}" srcOrd="0" destOrd="0" parTransId="{111B3508-DF67-4D45-82A6-7B60B4D41864}" sibTransId="{773A98D1-1721-4740-BBBC-EE4ECE532058}"/>
    <dgm:cxn modelId="{829AFB9C-CD4D-43A4-ACAB-2B18E58F94CF}" srcId="{22AAB52A-F50E-450E-A45B-AA76C6E60155}" destId="{268E09D4-B195-4285-9E77-5AF03B259B78}" srcOrd="4" destOrd="0" parTransId="{59EB9DB8-C2C7-4E9C-A643-EC131CC992EF}" sibTransId="{4B1F4B06-695C-4128-B1E8-155DEDF8A7EB}"/>
    <dgm:cxn modelId="{4A4426A8-2F36-4935-9726-DFCE8F41E836}" srcId="{22AAB52A-F50E-450E-A45B-AA76C6E60155}" destId="{78C4697E-42E3-4CD6-8626-1B95ABCFBAEE}" srcOrd="2" destOrd="0" parTransId="{8A2823D3-0319-40D7-99A2-677B9C1E7C97}" sibTransId="{E49278E8-4C74-4CB2-80A2-3456757BC598}"/>
    <dgm:cxn modelId="{8E3F17B4-7549-4018-A69F-1C6BCD1662C9}" srcId="{22AAB52A-F50E-450E-A45B-AA76C6E60155}" destId="{851C9D6E-AC63-4942-A4BE-E6721A22670E}" srcOrd="3" destOrd="0" parTransId="{93FA9CFA-3713-4C93-B0FB-EB826ABE93C4}" sibTransId="{E67CB3FC-871F-48D3-8F22-E65AC355491E}"/>
    <dgm:cxn modelId="{19883ABD-B47F-4D7E-B4CB-41A668C33E01}" type="presOf" srcId="{8423AC5B-65BB-44BA-85C8-B8F2C1D799F9}" destId="{63AB99B0-52A9-4FD4-95B2-D1CDAD6E4D6C}" srcOrd="0" destOrd="0" presId="urn:microsoft.com/office/officeart/2005/8/layout/orgChart1"/>
    <dgm:cxn modelId="{49F84BCF-56D4-4716-881A-8D03E4FD0021}" srcId="{22AAB52A-F50E-450E-A45B-AA76C6E60155}" destId="{1C76DC10-B192-4CB8-BDD4-43D705326175}" srcOrd="1" destOrd="0" parTransId="{9B6515FC-BAB6-49BD-B614-8D99B5FBDBDE}" sibTransId="{0F91D73B-DCE4-4F8F-9696-95E8CA55567C}"/>
    <dgm:cxn modelId="{5C2368DE-6979-43C8-AA00-4351A0586F03}" type="presOf" srcId="{9806DEA8-F325-4BC2-BE52-585E2948CFB3}" destId="{FC0D5DA3-7F08-40C9-A39B-512D9ACDB8BB}" srcOrd="0" destOrd="0" presId="urn:microsoft.com/office/officeart/2005/8/layout/orgChart1"/>
    <dgm:cxn modelId="{205BFAE2-9393-4AF9-8F32-08E80F63C5D5}" type="presOf" srcId="{1C76DC10-B192-4CB8-BDD4-43D705326175}" destId="{152DB30B-0997-48AC-8E02-B305E6A174EA}" srcOrd="0" destOrd="0" presId="urn:microsoft.com/office/officeart/2005/8/layout/orgChart1"/>
    <dgm:cxn modelId="{12752EE7-4C9A-4006-B2AE-B5551DF3FF82}" srcId="{22AAB52A-F50E-450E-A45B-AA76C6E60155}" destId="{8423AC5B-65BB-44BA-85C8-B8F2C1D799F9}" srcOrd="0" destOrd="0" parTransId="{98E64B81-CF24-49AB-A88A-228C9A8CA780}" sibTransId="{37318783-7077-401B-9007-0BCCE6BB03B7}"/>
    <dgm:cxn modelId="{BC11AEED-3333-4A99-88DB-5CEC617B7669}" type="presOf" srcId="{22AAB52A-F50E-450E-A45B-AA76C6E60155}" destId="{8C57FE33-2133-4200-8934-97A421152DB1}" srcOrd="0" destOrd="0" presId="urn:microsoft.com/office/officeart/2005/8/layout/orgChart1"/>
    <dgm:cxn modelId="{6AE4EEED-4CCF-4175-BE93-4CBBE70039AA}" type="presOf" srcId="{93FA9CFA-3713-4C93-B0FB-EB826ABE93C4}" destId="{7F89366F-EC3F-40BD-A47C-DF3615632F1A}" srcOrd="0" destOrd="0" presId="urn:microsoft.com/office/officeart/2005/8/layout/orgChart1"/>
    <dgm:cxn modelId="{86039AF8-3E59-443F-BA78-FDA375FE2494}" type="presOf" srcId="{8A2823D3-0319-40D7-99A2-677B9C1E7C97}" destId="{BCFE6932-697C-41C0-A420-1A19EE73DFA7}" srcOrd="0" destOrd="0" presId="urn:microsoft.com/office/officeart/2005/8/layout/orgChart1"/>
    <dgm:cxn modelId="{C7E0B092-5FB3-479C-9B95-8375AB13B30E}" type="presParOf" srcId="{FC0D5DA3-7F08-40C9-A39B-512D9ACDB8BB}" destId="{0F672173-BD18-4337-80B8-8FD775C468BF}" srcOrd="0" destOrd="0" presId="urn:microsoft.com/office/officeart/2005/8/layout/orgChart1"/>
    <dgm:cxn modelId="{93D2D95B-4D64-4B07-9B14-7FC2EC70BBF0}" type="presParOf" srcId="{0F672173-BD18-4337-80B8-8FD775C468BF}" destId="{3DB00584-F332-4962-8DDC-F7C4C9A33E13}" srcOrd="0" destOrd="0" presId="urn:microsoft.com/office/officeart/2005/8/layout/orgChart1"/>
    <dgm:cxn modelId="{25B33707-A267-49D9-90EE-68E6D1567765}" type="presParOf" srcId="{3DB00584-F332-4962-8DDC-F7C4C9A33E13}" destId="{8C57FE33-2133-4200-8934-97A421152DB1}" srcOrd="0" destOrd="0" presId="urn:microsoft.com/office/officeart/2005/8/layout/orgChart1"/>
    <dgm:cxn modelId="{5B260D13-5C6B-4551-A3CD-EFF64DE89BF0}" type="presParOf" srcId="{3DB00584-F332-4962-8DDC-F7C4C9A33E13}" destId="{7753A3C5-C1E5-4662-B31D-954907FAF3DB}" srcOrd="1" destOrd="0" presId="urn:microsoft.com/office/officeart/2005/8/layout/orgChart1"/>
    <dgm:cxn modelId="{D95607B3-A991-4458-AD0A-F368493F1D89}" type="presParOf" srcId="{0F672173-BD18-4337-80B8-8FD775C468BF}" destId="{8AF22E41-225E-49A7-A1CC-D3CC78097AAE}" srcOrd="1" destOrd="0" presId="urn:microsoft.com/office/officeart/2005/8/layout/orgChart1"/>
    <dgm:cxn modelId="{CC155A76-86A0-4BDD-84E9-AB48B59CF52D}" type="presParOf" srcId="{8AF22E41-225E-49A7-A1CC-D3CC78097AAE}" destId="{122DFB04-1E42-45F9-95EA-D05179D8394A}" srcOrd="0" destOrd="0" presId="urn:microsoft.com/office/officeart/2005/8/layout/orgChart1"/>
    <dgm:cxn modelId="{FECBB583-7D7D-4589-8ECE-2A68466ABC86}" type="presParOf" srcId="{8AF22E41-225E-49A7-A1CC-D3CC78097AAE}" destId="{91965D30-99C4-47EB-964E-C2A7F6F1CDE7}" srcOrd="1" destOrd="0" presId="urn:microsoft.com/office/officeart/2005/8/layout/orgChart1"/>
    <dgm:cxn modelId="{E6864684-FCB4-4DF5-B1DD-2AAFC8F74012}" type="presParOf" srcId="{91965D30-99C4-47EB-964E-C2A7F6F1CDE7}" destId="{EFB01A80-46E4-4BD8-8088-D9D4E2FCD126}" srcOrd="0" destOrd="0" presId="urn:microsoft.com/office/officeart/2005/8/layout/orgChart1"/>
    <dgm:cxn modelId="{FE5F4D40-F7B4-4406-B92C-6104C9E8373E}" type="presParOf" srcId="{EFB01A80-46E4-4BD8-8088-D9D4E2FCD126}" destId="{63AB99B0-52A9-4FD4-95B2-D1CDAD6E4D6C}" srcOrd="0" destOrd="0" presId="urn:microsoft.com/office/officeart/2005/8/layout/orgChart1"/>
    <dgm:cxn modelId="{0CE51AB2-AA85-452C-AF47-317E4B5FACC6}" type="presParOf" srcId="{EFB01A80-46E4-4BD8-8088-D9D4E2FCD126}" destId="{1F827E1E-DE28-4629-93A9-7862FAB5F676}" srcOrd="1" destOrd="0" presId="urn:microsoft.com/office/officeart/2005/8/layout/orgChart1"/>
    <dgm:cxn modelId="{C57ECA1F-754D-4EA7-A3F7-F88A2690E097}" type="presParOf" srcId="{91965D30-99C4-47EB-964E-C2A7F6F1CDE7}" destId="{BCDC7EB6-07A3-4F0D-B150-75C1404AAABB}" srcOrd="1" destOrd="0" presId="urn:microsoft.com/office/officeart/2005/8/layout/orgChart1"/>
    <dgm:cxn modelId="{64B75255-535A-4AEF-AAC7-62EF2D84EB81}" type="presParOf" srcId="{91965D30-99C4-47EB-964E-C2A7F6F1CDE7}" destId="{9827145C-FEEA-4ECA-8507-28613AB5980D}" srcOrd="2" destOrd="0" presId="urn:microsoft.com/office/officeart/2005/8/layout/orgChart1"/>
    <dgm:cxn modelId="{61254677-0D1E-4B1A-AEDF-EA4C6686928C}" type="presParOf" srcId="{8AF22E41-225E-49A7-A1CC-D3CC78097AAE}" destId="{E26D5C1C-F496-4005-A6D7-3DECB0F0D47C}" srcOrd="2" destOrd="0" presId="urn:microsoft.com/office/officeart/2005/8/layout/orgChart1"/>
    <dgm:cxn modelId="{7512DC29-B0F7-4F85-B12F-B1D91703E497}" type="presParOf" srcId="{8AF22E41-225E-49A7-A1CC-D3CC78097AAE}" destId="{4277993E-643A-44B6-B628-E62FD901BBEE}" srcOrd="3" destOrd="0" presId="urn:microsoft.com/office/officeart/2005/8/layout/orgChart1"/>
    <dgm:cxn modelId="{6B9AF5C0-FC46-4B1F-8E53-4A483416ADE3}" type="presParOf" srcId="{4277993E-643A-44B6-B628-E62FD901BBEE}" destId="{B4204682-EBBF-423A-A8C4-DCC9725E2DEE}" srcOrd="0" destOrd="0" presId="urn:microsoft.com/office/officeart/2005/8/layout/orgChart1"/>
    <dgm:cxn modelId="{9DF207BA-5CE3-4C06-98A6-F6B45AC5CD57}" type="presParOf" srcId="{B4204682-EBBF-423A-A8C4-DCC9725E2DEE}" destId="{152DB30B-0997-48AC-8E02-B305E6A174EA}" srcOrd="0" destOrd="0" presId="urn:microsoft.com/office/officeart/2005/8/layout/orgChart1"/>
    <dgm:cxn modelId="{2F9EC787-83F5-4767-96FB-082B26D1CDE1}" type="presParOf" srcId="{B4204682-EBBF-423A-A8C4-DCC9725E2DEE}" destId="{E2521828-141C-4DD9-A0FF-550F879D8B65}" srcOrd="1" destOrd="0" presId="urn:microsoft.com/office/officeart/2005/8/layout/orgChart1"/>
    <dgm:cxn modelId="{C75D2172-80AC-4BCC-A311-8E10F314D02D}" type="presParOf" srcId="{4277993E-643A-44B6-B628-E62FD901BBEE}" destId="{0E1C6699-2AE5-46DA-8767-F16B8DF94467}" srcOrd="1" destOrd="0" presId="urn:microsoft.com/office/officeart/2005/8/layout/orgChart1"/>
    <dgm:cxn modelId="{32AFD3CA-4180-494C-8362-B01469FA1EE8}" type="presParOf" srcId="{4277993E-643A-44B6-B628-E62FD901BBEE}" destId="{D093C552-F2B3-4F1D-B77A-C18F5C8F8551}" srcOrd="2" destOrd="0" presId="urn:microsoft.com/office/officeart/2005/8/layout/orgChart1"/>
    <dgm:cxn modelId="{0E8E4ADD-AB87-4095-A777-E5F1C7E57B59}" type="presParOf" srcId="{8AF22E41-225E-49A7-A1CC-D3CC78097AAE}" destId="{BCFE6932-697C-41C0-A420-1A19EE73DFA7}" srcOrd="4" destOrd="0" presId="urn:microsoft.com/office/officeart/2005/8/layout/orgChart1"/>
    <dgm:cxn modelId="{0C1AE282-7AC7-4D40-AF2E-62B5F016BA8A}" type="presParOf" srcId="{8AF22E41-225E-49A7-A1CC-D3CC78097AAE}" destId="{BAACD408-B096-4219-B995-CBE13FEF9E0C}" srcOrd="5" destOrd="0" presId="urn:microsoft.com/office/officeart/2005/8/layout/orgChart1"/>
    <dgm:cxn modelId="{36AE7370-537A-43AB-81B3-44003817283C}" type="presParOf" srcId="{BAACD408-B096-4219-B995-CBE13FEF9E0C}" destId="{7C76DD35-9C28-4088-8305-CB44319A8F6B}" srcOrd="0" destOrd="0" presId="urn:microsoft.com/office/officeart/2005/8/layout/orgChart1"/>
    <dgm:cxn modelId="{CEBE972E-84DE-4A0F-9CD8-7CA0BD3654C1}" type="presParOf" srcId="{7C76DD35-9C28-4088-8305-CB44319A8F6B}" destId="{2A5F8A13-F793-4295-A576-C273F1E67E53}" srcOrd="0" destOrd="0" presId="urn:microsoft.com/office/officeart/2005/8/layout/orgChart1"/>
    <dgm:cxn modelId="{CF35B66D-B332-485A-9C95-718C34091747}" type="presParOf" srcId="{7C76DD35-9C28-4088-8305-CB44319A8F6B}" destId="{DF2A5A38-E9AD-4E0D-8664-8243B6A76EE9}" srcOrd="1" destOrd="0" presId="urn:microsoft.com/office/officeart/2005/8/layout/orgChart1"/>
    <dgm:cxn modelId="{D675F0BD-1538-4090-AE13-2A72E70C09AC}" type="presParOf" srcId="{BAACD408-B096-4219-B995-CBE13FEF9E0C}" destId="{25DCDDB0-7223-429E-8111-32F0DC3DFAA9}" srcOrd="1" destOrd="0" presId="urn:microsoft.com/office/officeart/2005/8/layout/orgChart1"/>
    <dgm:cxn modelId="{5ADAFED6-A036-428C-823C-40467F9B27D8}" type="presParOf" srcId="{BAACD408-B096-4219-B995-CBE13FEF9E0C}" destId="{91C4CFE2-D764-43CD-B65A-522F70B2D2C2}" srcOrd="2" destOrd="0" presId="urn:microsoft.com/office/officeart/2005/8/layout/orgChart1"/>
    <dgm:cxn modelId="{B101301B-2497-43D8-B138-62CA1F439F54}" type="presParOf" srcId="{8AF22E41-225E-49A7-A1CC-D3CC78097AAE}" destId="{7F89366F-EC3F-40BD-A47C-DF3615632F1A}" srcOrd="6" destOrd="0" presId="urn:microsoft.com/office/officeart/2005/8/layout/orgChart1"/>
    <dgm:cxn modelId="{4BD9B5EF-3674-4A97-BB46-D7C41874F663}" type="presParOf" srcId="{8AF22E41-225E-49A7-A1CC-D3CC78097AAE}" destId="{A5B3533E-C7CF-46F3-81CA-B527422E6570}" srcOrd="7" destOrd="0" presId="urn:microsoft.com/office/officeart/2005/8/layout/orgChart1"/>
    <dgm:cxn modelId="{121E1BC3-3BF1-412C-91CC-26508D24941E}" type="presParOf" srcId="{A5B3533E-C7CF-46F3-81CA-B527422E6570}" destId="{7D9836D0-FEAF-45C5-96B9-BF85B4C5E630}" srcOrd="0" destOrd="0" presId="urn:microsoft.com/office/officeart/2005/8/layout/orgChart1"/>
    <dgm:cxn modelId="{777EA509-CC9D-4F77-B567-611E6330BC64}" type="presParOf" srcId="{7D9836D0-FEAF-45C5-96B9-BF85B4C5E630}" destId="{2907B370-BA96-40F4-A66F-C111E7FDFAAE}" srcOrd="0" destOrd="0" presId="urn:microsoft.com/office/officeart/2005/8/layout/orgChart1"/>
    <dgm:cxn modelId="{3DB18E81-F965-4F24-9904-FDC0A3A9406B}" type="presParOf" srcId="{7D9836D0-FEAF-45C5-96B9-BF85B4C5E630}" destId="{10E23348-0F19-4FD3-A71D-F48223639FF9}" srcOrd="1" destOrd="0" presId="urn:microsoft.com/office/officeart/2005/8/layout/orgChart1"/>
    <dgm:cxn modelId="{38F72EC9-AF47-4380-8ECB-6E343FFD4B62}" type="presParOf" srcId="{A5B3533E-C7CF-46F3-81CA-B527422E6570}" destId="{3D69BB98-EFF5-452C-9AC5-11BC881590C9}" srcOrd="1" destOrd="0" presId="urn:microsoft.com/office/officeart/2005/8/layout/orgChart1"/>
    <dgm:cxn modelId="{A70F5E1B-2025-4878-B11C-BCD53C2BC396}" type="presParOf" srcId="{A5B3533E-C7CF-46F3-81CA-B527422E6570}" destId="{7F0430B4-7899-4BA1-A17D-366D05A80803}" srcOrd="2" destOrd="0" presId="urn:microsoft.com/office/officeart/2005/8/layout/orgChart1"/>
    <dgm:cxn modelId="{264EA4B4-F703-42C8-B583-1623776723E6}" type="presParOf" srcId="{8AF22E41-225E-49A7-A1CC-D3CC78097AAE}" destId="{397594DB-AC5C-450F-80BB-6F32DE8A38A9}" srcOrd="8" destOrd="0" presId="urn:microsoft.com/office/officeart/2005/8/layout/orgChart1"/>
    <dgm:cxn modelId="{EF980E9A-967A-45DA-9D78-A08A503F5531}" type="presParOf" srcId="{8AF22E41-225E-49A7-A1CC-D3CC78097AAE}" destId="{E6BE0463-F71A-4C3D-B8A4-3E45757C3D76}" srcOrd="9" destOrd="0" presId="urn:microsoft.com/office/officeart/2005/8/layout/orgChart1"/>
    <dgm:cxn modelId="{9EBF5644-8B38-40E1-8D99-AD95CBA073C6}" type="presParOf" srcId="{E6BE0463-F71A-4C3D-B8A4-3E45757C3D76}" destId="{E95B49CA-2456-4C0C-A33C-0A5A67DFA6B5}" srcOrd="0" destOrd="0" presId="urn:microsoft.com/office/officeart/2005/8/layout/orgChart1"/>
    <dgm:cxn modelId="{2E6A832B-9F25-4B43-8555-58018DB1ABD0}" type="presParOf" srcId="{E95B49CA-2456-4C0C-A33C-0A5A67DFA6B5}" destId="{9CAAEC64-6ADE-4DAC-BE74-9BCA6018D400}" srcOrd="0" destOrd="0" presId="urn:microsoft.com/office/officeart/2005/8/layout/orgChart1"/>
    <dgm:cxn modelId="{DC174745-1937-481C-AA28-2EB5E032CCF8}" type="presParOf" srcId="{E95B49CA-2456-4C0C-A33C-0A5A67DFA6B5}" destId="{94D5B0F4-9D2A-458E-9B88-FC8AAF20F7B6}" srcOrd="1" destOrd="0" presId="urn:microsoft.com/office/officeart/2005/8/layout/orgChart1"/>
    <dgm:cxn modelId="{01EC0984-ABFF-4AC2-9AA0-C791FAA38107}" type="presParOf" srcId="{E6BE0463-F71A-4C3D-B8A4-3E45757C3D76}" destId="{0C10DD0F-90CF-4DEB-AA67-F08B332467F1}" srcOrd="1" destOrd="0" presId="urn:microsoft.com/office/officeart/2005/8/layout/orgChart1"/>
    <dgm:cxn modelId="{01F6D2CF-AD23-4494-A675-D72C5A94C540}" type="presParOf" srcId="{E6BE0463-F71A-4C3D-B8A4-3E45757C3D76}" destId="{768A947B-E41E-418F-BEA9-99599E6C8BA8}" srcOrd="2" destOrd="0" presId="urn:microsoft.com/office/officeart/2005/8/layout/orgChart1"/>
    <dgm:cxn modelId="{E950CD11-CA75-4AC4-ADED-03B05B181DE5}" type="presParOf" srcId="{0F672173-BD18-4337-80B8-8FD775C468BF}" destId="{523D2214-3B08-4B07-B2C1-91A55C9EDC8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886235F-21E1-45D9-91FF-D19BA0EEB56B}"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it-IT"/>
        </a:p>
      </dgm:t>
    </dgm:pt>
    <dgm:pt modelId="{21F33A0C-4C2F-476C-AE9A-0A5CFBE4DDE7}">
      <dgm:prSet/>
      <dgm:spPr>
        <a:solidFill>
          <a:schemeClr val="bg1"/>
        </a:solidFill>
        <a:ln>
          <a:solidFill>
            <a:schemeClr val="tx1"/>
          </a:solidFill>
        </a:ln>
      </dgm:spPr>
      <dgm:t>
        <a:bodyPr/>
        <a:lstStyle/>
        <a:p>
          <a:r>
            <a:rPr lang="en-US" noProof="0" dirty="0">
              <a:solidFill>
                <a:schemeClr val="bg2"/>
              </a:solidFill>
            </a:rPr>
            <a:t>Software project cost</a:t>
          </a:r>
        </a:p>
      </dgm:t>
    </dgm:pt>
    <dgm:pt modelId="{110C5134-04E6-4CB9-884F-F6B9C6AE760A}" type="parTrans" cxnId="{444E7B1D-4DD9-4E9D-9BF9-E1145D897D16}">
      <dgm:prSet/>
      <dgm:spPr/>
      <dgm:t>
        <a:bodyPr/>
        <a:lstStyle/>
        <a:p>
          <a:endParaRPr lang="it-IT"/>
        </a:p>
      </dgm:t>
    </dgm:pt>
    <dgm:pt modelId="{7A655F39-D510-482B-B21A-F84E54A82293}" type="sibTrans" cxnId="{444E7B1D-4DD9-4E9D-9BF9-E1145D897D16}">
      <dgm:prSet/>
      <dgm:spPr/>
      <dgm:t>
        <a:bodyPr/>
        <a:lstStyle/>
        <a:p>
          <a:endParaRPr lang="it-IT"/>
        </a:p>
      </dgm:t>
    </dgm:pt>
    <dgm:pt modelId="{BBA5F20F-1088-43B3-9887-529C98A60427}">
      <dgm:prSet/>
      <dgm:spPr>
        <a:solidFill>
          <a:schemeClr val="bg1">
            <a:lumMod val="50000"/>
          </a:schemeClr>
        </a:solidFill>
        <a:scene3d>
          <a:camera prst="orthographicFront"/>
          <a:lightRig rig="threePt" dir="t"/>
        </a:scene3d>
        <a:sp3d>
          <a:bevelT prst="angle"/>
        </a:sp3d>
      </dgm:spPr>
      <dgm:t>
        <a:bodyPr/>
        <a:lstStyle/>
        <a:p>
          <a:r>
            <a:rPr lang="en-US" noProof="0" dirty="0"/>
            <a:t>Analysis (modelling) </a:t>
          </a:r>
        </a:p>
      </dgm:t>
    </dgm:pt>
    <dgm:pt modelId="{AAEA9E43-FBC9-4FBA-91B8-C36F2DC247DE}" type="parTrans" cxnId="{2F8DEE9C-9C31-4400-AEB9-816636D9EEB2}">
      <dgm:prSet/>
      <dgm:spPr/>
      <dgm:t>
        <a:bodyPr/>
        <a:lstStyle/>
        <a:p>
          <a:endParaRPr lang="it-IT"/>
        </a:p>
      </dgm:t>
    </dgm:pt>
    <dgm:pt modelId="{9747A30C-D4A5-4A81-B23A-AA80007184D3}" type="sibTrans" cxnId="{2F8DEE9C-9C31-4400-AEB9-816636D9EEB2}">
      <dgm:prSet/>
      <dgm:spPr/>
      <dgm:t>
        <a:bodyPr/>
        <a:lstStyle/>
        <a:p>
          <a:endParaRPr lang="it-IT"/>
        </a:p>
      </dgm:t>
    </dgm:pt>
    <dgm:pt modelId="{44091C88-501D-4C0A-9195-9F20F06D700F}">
      <dgm:prSet/>
      <dgm:spPr>
        <a:solidFill>
          <a:schemeClr val="bg1">
            <a:lumMod val="50000"/>
          </a:schemeClr>
        </a:solidFill>
        <a:scene3d>
          <a:camera prst="orthographicFront"/>
          <a:lightRig rig="threePt" dir="t"/>
        </a:scene3d>
        <a:sp3d>
          <a:bevelT prst="angle"/>
        </a:sp3d>
      </dgm:spPr>
      <dgm:t>
        <a:bodyPr/>
        <a:lstStyle/>
        <a:p>
          <a:r>
            <a:rPr lang="en-US" noProof="0" dirty="0"/>
            <a:t>Development</a:t>
          </a:r>
        </a:p>
      </dgm:t>
    </dgm:pt>
    <dgm:pt modelId="{2FFF990D-36DE-490F-89AA-D0EE1968284E}" type="parTrans" cxnId="{030E2DA9-2693-43FA-BC11-6D926988C91B}">
      <dgm:prSet/>
      <dgm:spPr/>
      <dgm:t>
        <a:bodyPr/>
        <a:lstStyle/>
        <a:p>
          <a:endParaRPr lang="it-IT"/>
        </a:p>
      </dgm:t>
    </dgm:pt>
    <dgm:pt modelId="{C97C70CC-34FC-4D1D-A4D2-F2601EBFBA1F}" type="sibTrans" cxnId="{030E2DA9-2693-43FA-BC11-6D926988C91B}">
      <dgm:prSet/>
      <dgm:spPr/>
      <dgm:t>
        <a:bodyPr/>
        <a:lstStyle/>
        <a:p>
          <a:endParaRPr lang="it-IT"/>
        </a:p>
      </dgm:t>
    </dgm:pt>
    <dgm:pt modelId="{1C4F76C0-3B80-4C2B-869A-8F979319C14C}">
      <dgm:prSet/>
      <dgm:spPr>
        <a:solidFill>
          <a:schemeClr val="bg1">
            <a:lumMod val="50000"/>
          </a:schemeClr>
        </a:solidFill>
        <a:scene3d>
          <a:camera prst="orthographicFront"/>
          <a:lightRig rig="threePt" dir="t"/>
        </a:scene3d>
        <a:sp3d>
          <a:bevelT prst="angle"/>
        </a:sp3d>
      </dgm:spPr>
      <dgm:t>
        <a:bodyPr/>
        <a:lstStyle/>
        <a:p>
          <a:r>
            <a:rPr lang="en-US" noProof="0" dirty="0"/>
            <a:t>System Test</a:t>
          </a:r>
        </a:p>
      </dgm:t>
    </dgm:pt>
    <dgm:pt modelId="{AB59DC74-77AE-4B4A-90F9-013AFEAB6A2F}" type="parTrans" cxnId="{D79AEED1-AB57-4784-A8DB-9BD5BCF2C501}">
      <dgm:prSet/>
      <dgm:spPr/>
      <dgm:t>
        <a:bodyPr/>
        <a:lstStyle/>
        <a:p>
          <a:endParaRPr lang="it-IT"/>
        </a:p>
      </dgm:t>
    </dgm:pt>
    <dgm:pt modelId="{A3074A57-04C6-46F9-B7A7-E74DB6F582C4}" type="sibTrans" cxnId="{D79AEED1-AB57-4784-A8DB-9BD5BCF2C501}">
      <dgm:prSet/>
      <dgm:spPr/>
      <dgm:t>
        <a:bodyPr/>
        <a:lstStyle/>
        <a:p>
          <a:endParaRPr lang="it-IT"/>
        </a:p>
      </dgm:t>
    </dgm:pt>
    <dgm:pt modelId="{A38468B9-0710-42B1-AD24-68362C3E78A3}">
      <dgm:prSet/>
      <dgm:spPr>
        <a:solidFill>
          <a:schemeClr val="bg1">
            <a:lumMod val="50000"/>
          </a:schemeClr>
        </a:solidFill>
        <a:scene3d>
          <a:camera prst="orthographicFront"/>
          <a:lightRig rig="threePt" dir="t"/>
        </a:scene3d>
        <a:sp3d>
          <a:bevelT prst="angle"/>
        </a:sp3d>
      </dgm:spPr>
      <dgm:t>
        <a:bodyPr/>
        <a:lstStyle/>
        <a:p>
          <a:r>
            <a:rPr lang="en-US" noProof="0" dirty="0"/>
            <a:t>User Test</a:t>
          </a:r>
        </a:p>
      </dgm:t>
    </dgm:pt>
    <dgm:pt modelId="{2368940A-F30D-4D05-896F-24468AA459A0}" type="parTrans" cxnId="{9F5131EE-03F8-41CA-BCC5-BF91DDF0BAA6}">
      <dgm:prSet/>
      <dgm:spPr/>
      <dgm:t>
        <a:bodyPr/>
        <a:lstStyle/>
        <a:p>
          <a:endParaRPr lang="it-IT"/>
        </a:p>
      </dgm:t>
    </dgm:pt>
    <dgm:pt modelId="{07FAA935-2325-49B5-B59A-5DD5B6944A6A}" type="sibTrans" cxnId="{9F5131EE-03F8-41CA-BCC5-BF91DDF0BAA6}">
      <dgm:prSet/>
      <dgm:spPr/>
      <dgm:t>
        <a:bodyPr/>
        <a:lstStyle/>
        <a:p>
          <a:endParaRPr lang="it-IT"/>
        </a:p>
      </dgm:t>
    </dgm:pt>
    <dgm:pt modelId="{5F921E2B-E1DD-42A2-99D1-21A2AFE48509}" type="pres">
      <dgm:prSet presAssocID="{D886235F-21E1-45D9-91FF-D19BA0EEB56B}" presName="hierChild1" presStyleCnt="0">
        <dgm:presLayoutVars>
          <dgm:orgChart val="1"/>
          <dgm:chPref val="1"/>
          <dgm:dir/>
          <dgm:animOne val="branch"/>
          <dgm:animLvl val="lvl"/>
          <dgm:resizeHandles/>
        </dgm:presLayoutVars>
      </dgm:prSet>
      <dgm:spPr/>
    </dgm:pt>
    <dgm:pt modelId="{38A1A7B6-3CC3-4102-8B22-C2078C70D18D}" type="pres">
      <dgm:prSet presAssocID="{21F33A0C-4C2F-476C-AE9A-0A5CFBE4DDE7}" presName="hierRoot1" presStyleCnt="0">
        <dgm:presLayoutVars>
          <dgm:hierBranch val="hang"/>
        </dgm:presLayoutVars>
      </dgm:prSet>
      <dgm:spPr/>
    </dgm:pt>
    <dgm:pt modelId="{CF8AAF38-ECD9-4C23-B4A2-5E4382FF8C7D}" type="pres">
      <dgm:prSet presAssocID="{21F33A0C-4C2F-476C-AE9A-0A5CFBE4DDE7}" presName="rootComposite1" presStyleCnt="0"/>
      <dgm:spPr/>
    </dgm:pt>
    <dgm:pt modelId="{2304F2E1-EE75-4640-955D-C79342CF6558}" type="pres">
      <dgm:prSet presAssocID="{21F33A0C-4C2F-476C-AE9A-0A5CFBE4DDE7}" presName="rootText1" presStyleLbl="node0" presStyleIdx="0" presStyleCnt="1">
        <dgm:presLayoutVars>
          <dgm:chPref val="3"/>
        </dgm:presLayoutVars>
      </dgm:prSet>
      <dgm:spPr/>
    </dgm:pt>
    <dgm:pt modelId="{78D14A36-402F-412F-A5EE-F24C54F0F13F}" type="pres">
      <dgm:prSet presAssocID="{21F33A0C-4C2F-476C-AE9A-0A5CFBE4DDE7}" presName="rootConnector1" presStyleLbl="node1" presStyleIdx="0" presStyleCnt="0"/>
      <dgm:spPr/>
    </dgm:pt>
    <dgm:pt modelId="{E2BFB587-EB92-4F40-824C-693C6314F3CA}" type="pres">
      <dgm:prSet presAssocID="{21F33A0C-4C2F-476C-AE9A-0A5CFBE4DDE7}" presName="hierChild2" presStyleCnt="0"/>
      <dgm:spPr/>
    </dgm:pt>
    <dgm:pt modelId="{FA80EFB4-D747-4194-8C54-37FBB9054B69}" type="pres">
      <dgm:prSet presAssocID="{AAEA9E43-FBC9-4FBA-91B8-C36F2DC247DE}" presName="Name48" presStyleLbl="parChTrans1D2" presStyleIdx="0" presStyleCnt="4"/>
      <dgm:spPr/>
    </dgm:pt>
    <dgm:pt modelId="{6AA9F915-882E-4F00-B7BB-951D2485FB2E}" type="pres">
      <dgm:prSet presAssocID="{BBA5F20F-1088-43B3-9887-529C98A60427}" presName="hierRoot2" presStyleCnt="0">
        <dgm:presLayoutVars>
          <dgm:hierBranch val="init"/>
        </dgm:presLayoutVars>
      </dgm:prSet>
      <dgm:spPr/>
    </dgm:pt>
    <dgm:pt modelId="{054BF17F-ED1A-4EAB-B3A8-98D20789EF61}" type="pres">
      <dgm:prSet presAssocID="{BBA5F20F-1088-43B3-9887-529C98A60427}" presName="rootComposite" presStyleCnt="0"/>
      <dgm:spPr/>
    </dgm:pt>
    <dgm:pt modelId="{3C633305-7B61-4BBE-B864-29E5FBCDA2A4}" type="pres">
      <dgm:prSet presAssocID="{BBA5F20F-1088-43B3-9887-529C98A60427}" presName="rootText" presStyleLbl="node2" presStyleIdx="0" presStyleCnt="4">
        <dgm:presLayoutVars>
          <dgm:chPref val="3"/>
        </dgm:presLayoutVars>
      </dgm:prSet>
      <dgm:spPr/>
    </dgm:pt>
    <dgm:pt modelId="{4DE60715-816A-45BD-B2B0-880E99B30C08}" type="pres">
      <dgm:prSet presAssocID="{BBA5F20F-1088-43B3-9887-529C98A60427}" presName="rootConnector" presStyleLbl="node2" presStyleIdx="0" presStyleCnt="4"/>
      <dgm:spPr/>
    </dgm:pt>
    <dgm:pt modelId="{EDB03938-F3C6-4587-8267-A595FBF840CB}" type="pres">
      <dgm:prSet presAssocID="{BBA5F20F-1088-43B3-9887-529C98A60427}" presName="hierChild4" presStyleCnt="0"/>
      <dgm:spPr/>
    </dgm:pt>
    <dgm:pt modelId="{3F633858-F0F6-48E9-9652-0C7809736DBC}" type="pres">
      <dgm:prSet presAssocID="{BBA5F20F-1088-43B3-9887-529C98A60427}" presName="hierChild5" presStyleCnt="0"/>
      <dgm:spPr/>
    </dgm:pt>
    <dgm:pt modelId="{D5D21AC8-1B5B-496F-8F3E-9CDDBC26B103}" type="pres">
      <dgm:prSet presAssocID="{2FFF990D-36DE-490F-89AA-D0EE1968284E}" presName="Name48" presStyleLbl="parChTrans1D2" presStyleIdx="1" presStyleCnt="4"/>
      <dgm:spPr/>
    </dgm:pt>
    <dgm:pt modelId="{07C89013-543D-4482-BF7A-B660F2BF9992}" type="pres">
      <dgm:prSet presAssocID="{44091C88-501D-4C0A-9195-9F20F06D700F}" presName="hierRoot2" presStyleCnt="0">
        <dgm:presLayoutVars>
          <dgm:hierBranch val="init"/>
        </dgm:presLayoutVars>
      </dgm:prSet>
      <dgm:spPr/>
    </dgm:pt>
    <dgm:pt modelId="{EC79145B-905D-4EEC-88B4-C3EFEC014138}" type="pres">
      <dgm:prSet presAssocID="{44091C88-501D-4C0A-9195-9F20F06D700F}" presName="rootComposite" presStyleCnt="0"/>
      <dgm:spPr/>
    </dgm:pt>
    <dgm:pt modelId="{45C1CC71-4AD6-4498-9387-CC10B9150870}" type="pres">
      <dgm:prSet presAssocID="{44091C88-501D-4C0A-9195-9F20F06D700F}" presName="rootText" presStyleLbl="node2" presStyleIdx="1" presStyleCnt="4">
        <dgm:presLayoutVars>
          <dgm:chPref val="3"/>
        </dgm:presLayoutVars>
      </dgm:prSet>
      <dgm:spPr/>
    </dgm:pt>
    <dgm:pt modelId="{49703F10-25D4-480A-8F0D-2D05F87F0C6E}" type="pres">
      <dgm:prSet presAssocID="{44091C88-501D-4C0A-9195-9F20F06D700F}" presName="rootConnector" presStyleLbl="node2" presStyleIdx="1" presStyleCnt="4"/>
      <dgm:spPr/>
    </dgm:pt>
    <dgm:pt modelId="{E3D67091-5F98-49E3-9E14-CF6DBDF97B80}" type="pres">
      <dgm:prSet presAssocID="{44091C88-501D-4C0A-9195-9F20F06D700F}" presName="hierChild4" presStyleCnt="0"/>
      <dgm:spPr/>
    </dgm:pt>
    <dgm:pt modelId="{741382D4-667A-4FC8-9576-E551F239EC44}" type="pres">
      <dgm:prSet presAssocID="{44091C88-501D-4C0A-9195-9F20F06D700F}" presName="hierChild5" presStyleCnt="0"/>
      <dgm:spPr/>
    </dgm:pt>
    <dgm:pt modelId="{79F1D47D-42DA-47A7-AF72-76A8EC6754C6}" type="pres">
      <dgm:prSet presAssocID="{AB59DC74-77AE-4B4A-90F9-013AFEAB6A2F}" presName="Name48" presStyleLbl="parChTrans1D2" presStyleIdx="2" presStyleCnt="4"/>
      <dgm:spPr/>
    </dgm:pt>
    <dgm:pt modelId="{43393A09-A0F1-478B-8E62-795D9637ACD6}" type="pres">
      <dgm:prSet presAssocID="{1C4F76C0-3B80-4C2B-869A-8F979319C14C}" presName="hierRoot2" presStyleCnt="0">
        <dgm:presLayoutVars>
          <dgm:hierBranch val="init"/>
        </dgm:presLayoutVars>
      </dgm:prSet>
      <dgm:spPr/>
    </dgm:pt>
    <dgm:pt modelId="{F42CB831-1337-47B3-8C1E-723314181A76}" type="pres">
      <dgm:prSet presAssocID="{1C4F76C0-3B80-4C2B-869A-8F979319C14C}" presName="rootComposite" presStyleCnt="0"/>
      <dgm:spPr/>
    </dgm:pt>
    <dgm:pt modelId="{B77BFD9A-3A95-45BD-B823-04F3DCE5D441}" type="pres">
      <dgm:prSet presAssocID="{1C4F76C0-3B80-4C2B-869A-8F979319C14C}" presName="rootText" presStyleLbl="node2" presStyleIdx="2" presStyleCnt="4">
        <dgm:presLayoutVars>
          <dgm:chPref val="3"/>
        </dgm:presLayoutVars>
      </dgm:prSet>
      <dgm:spPr/>
    </dgm:pt>
    <dgm:pt modelId="{E929029A-12CE-4F50-B168-59A6FA1E6399}" type="pres">
      <dgm:prSet presAssocID="{1C4F76C0-3B80-4C2B-869A-8F979319C14C}" presName="rootConnector" presStyleLbl="node2" presStyleIdx="2" presStyleCnt="4"/>
      <dgm:spPr/>
    </dgm:pt>
    <dgm:pt modelId="{15322614-7640-4FFA-ADF1-8061FB8733A3}" type="pres">
      <dgm:prSet presAssocID="{1C4F76C0-3B80-4C2B-869A-8F979319C14C}" presName="hierChild4" presStyleCnt="0"/>
      <dgm:spPr/>
    </dgm:pt>
    <dgm:pt modelId="{4746A676-E661-4B68-8F70-E5B6E263C511}" type="pres">
      <dgm:prSet presAssocID="{1C4F76C0-3B80-4C2B-869A-8F979319C14C}" presName="hierChild5" presStyleCnt="0"/>
      <dgm:spPr/>
    </dgm:pt>
    <dgm:pt modelId="{A4853615-91A5-4D47-A0C0-C3A5ACEF4F14}" type="pres">
      <dgm:prSet presAssocID="{2368940A-F30D-4D05-896F-24468AA459A0}" presName="Name48" presStyleLbl="parChTrans1D2" presStyleIdx="3" presStyleCnt="4"/>
      <dgm:spPr/>
    </dgm:pt>
    <dgm:pt modelId="{E4D6B34D-726A-4B5D-9362-442D7D515197}" type="pres">
      <dgm:prSet presAssocID="{A38468B9-0710-42B1-AD24-68362C3E78A3}" presName="hierRoot2" presStyleCnt="0">
        <dgm:presLayoutVars>
          <dgm:hierBranch val="init"/>
        </dgm:presLayoutVars>
      </dgm:prSet>
      <dgm:spPr/>
    </dgm:pt>
    <dgm:pt modelId="{81935634-7B3A-4F27-A86C-3DD153FC1C5E}" type="pres">
      <dgm:prSet presAssocID="{A38468B9-0710-42B1-AD24-68362C3E78A3}" presName="rootComposite" presStyleCnt="0"/>
      <dgm:spPr/>
    </dgm:pt>
    <dgm:pt modelId="{5A29DBC2-90C7-4260-86B8-86B5444522D0}" type="pres">
      <dgm:prSet presAssocID="{A38468B9-0710-42B1-AD24-68362C3E78A3}" presName="rootText" presStyleLbl="node2" presStyleIdx="3" presStyleCnt="4">
        <dgm:presLayoutVars>
          <dgm:chPref val="3"/>
        </dgm:presLayoutVars>
      </dgm:prSet>
      <dgm:spPr/>
    </dgm:pt>
    <dgm:pt modelId="{B5300A51-BC69-4C96-8DD6-908EBD6E0B75}" type="pres">
      <dgm:prSet presAssocID="{A38468B9-0710-42B1-AD24-68362C3E78A3}" presName="rootConnector" presStyleLbl="node2" presStyleIdx="3" presStyleCnt="4"/>
      <dgm:spPr/>
    </dgm:pt>
    <dgm:pt modelId="{99E8F71F-7C4D-40D5-BE6F-982D2E2C084F}" type="pres">
      <dgm:prSet presAssocID="{A38468B9-0710-42B1-AD24-68362C3E78A3}" presName="hierChild4" presStyleCnt="0"/>
      <dgm:spPr/>
    </dgm:pt>
    <dgm:pt modelId="{BD9BDA82-D585-42C3-A038-530C317D9D43}" type="pres">
      <dgm:prSet presAssocID="{A38468B9-0710-42B1-AD24-68362C3E78A3}" presName="hierChild5" presStyleCnt="0"/>
      <dgm:spPr/>
    </dgm:pt>
    <dgm:pt modelId="{90774BDE-CF92-433C-8DC7-DF3F4192CC04}" type="pres">
      <dgm:prSet presAssocID="{21F33A0C-4C2F-476C-AE9A-0A5CFBE4DDE7}" presName="hierChild3" presStyleCnt="0"/>
      <dgm:spPr/>
    </dgm:pt>
  </dgm:ptLst>
  <dgm:cxnLst>
    <dgm:cxn modelId="{5D6DF309-8746-42CD-9324-E1BA72CACBAD}" type="presOf" srcId="{A38468B9-0710-42B1-AD24-68362C3E78A3}" destId="{B5300A51-BC69-4C96-8DD6-908EBD6E0B75}" srcOrd="1" destOrd="0" presId="urn:microsoft.com/office/officeart/2005/8/layout/orgChart1"/>
    <dgm:cxn modelId="{444E7B1D-4DD9-4E9D-9BF9-E1145D897D16}" srcId="{D886235F-21E1-45D9-91FF-D19BA0EEB56B}" destId="{21F33A0C-4C2F-476C-AE9A-0A5CFBE4DDE7}" srcOrd="0" destOrd="0" parTransId="{110C5134-04E6-4CB9-884F-F6B9C6AE760A}" sibTransId="{7A655F39-D510-482B-B21A-F84E54A82293}"/>
    <dgm:cxn modelId="{4037BF5D-AF63-45FE-867B-6938F6E6546E}" type="presOf" srcId="{44091C88-501D-4C0A-9195-9F20F06D700F}" destId="{49703F10-25D4-480A-8F0D-2D05F87F0C6E}" srcOrd="1" destOrd="0" presId="urn:microsoft.com/office/officeart/2005/8/layout/orgChart1"/>
    <dgm:cxn modelId="{5C45F165-627D-4357-A821-0DF52ACA1F37}" type="presOf" srcId="{21F33A0C-4C2F-476C-AE9A-0A5CFBE4DDE7}" destId="{78D14A36-402F-412F-A5EE-F24C54F0F13F}" srcOrd="1" destOrd="0" presId="urn:microsoft.com/office/officeart/2005/8/layout/orgChart1"/>
    <dgm:cxn modelId="{00106169-F9A2-4532-A4EE-1C8B9914E0EE}" type="presOf" srcId="{2FFF990D-36DE-490F-89AA-D0EE1968284E}" destId="{D5D21AC8-1B5B-496F-8F3E-9CDDBC26B103}" srcOrd="0" destOrd="0" presId="urn:microsoft.com/office/officeart/2005/8/layout/orgChart1"/>
    <dgm:cxn modelId="{E6D5F94B-2932-4B80-B0B8-C7A0B2139C17}" type="presOf" srcId="{AAEA9E43-FBC9-4FBA-91B8-C36F2DC247DE}" destId="{FA80EFB4-D747-4194-8C54-37FBB9054B69}" srcOrd="0" destOrd="0" presId="urn:microsoft.com/office/officeart/2005/8/layout/orgChart1"/>
    <dgm:cxn modelId="{59E1C64E-E98F-4D66-98DF-4501C96A2ED5}" type="presOf" srcId="{21F33A0C-4C2F-476C-AE9A-0A5CFBE4DDE7}" destId="{2304F2E1-EE75-4640-955D-C79342CF6558}" srcOrd="0" destOrd="0" presId="urn:microsoft.com/office/officeart/2005/8/layout/orgChart1"/>
    <dgm:cxn modelId="{3C82C959-7506-4FFF-8D76-D937225E4F96}" type="presOf" srcId="{BBA5F20F-1088-43B3-9887-529C98A60427}" destId="{3C633305-7B61-4BBE-B864-29E5FBCDA2A4}" srcOrd="0" destOrd="0" presId="urn:microsoft.com/office/officeart/2005/8/layout/orgChart1"/>
    <dgm:cxn modelId="{325FB57A-D22C-4999-B855-10BB3478C3A7}" type="presOf" srcId="{D886235F-21E1-45D9-91FF-D19BA0EEB56B}" destId="{5F921E2B-E1DD-42A2-99D1-21A2AFE48509}" srcOrd="0" destOrd="0" presId="urn:microsoft.com/office/officeart/2005/8/layout/orgChart1"/>
    <dgm:cxn modelId="{91C56486-8CC4-43EE-BAD3-F90C5CCC4C09}" type="presOf" srcId="{44091C88-501D-4C0A-9195-9F20F06D700F}" destId="{45C1CC71-4AD6-4498-9387-CC10B9150870}" srcOrd="0" destOrd="0" presId="urn:microsoft.com/office/officeart/2005/8/layout/orgChart1"/>
    <dgm:cxn modelId="{2F8DEE9C-9C31-4400-AEB9-816636D9EEB2}" srcId="{21F33A0C-4C2F-476C-AE9A-0A5CFBE4DDE7}" destId="{BBA5F20F-1088-43B3-9887-529C98A60427}" srcOrd="0" destOrd="0" parTransId="{AAEA9E43-FBC9-4FBA-91B8-C36F2DC247DE}" sibTransId="{9747A30C-D4A5-4A81-B23A-AA80007184D3}"/>
    <dgm:cxn modelId="{030E2DA9-2693-43FA-BC11-6D926988C91B}" srcId="{21F33A0C-4C2F-476C-AE9A-0A5CFBE4DDE7}" destId="{44091C88-501D-4C0A-9195-9F20F06D700F}" srcOrd="1" destOrd="0" parTransId="{2FFF990D-36DE-490F-89AA-D0EE1968284E}" sibTransId="{C97C70CC-34FC-4D1D-A4D2-F2601EBFBA1F}"/>
    <dgm:cxn modelId="{FC414FB0-D713-4242-ABCE-01F29A2774F6}" type="presOf" srcId="{A38468B9-0710-42B1-AD24-68362C3E78A3}" destId="{5A29DBC2-90C7-4260-86B8-86B5444522D0}" srcOrd="0" destOrd="0" presId="urn:microsoft.com/office/officeart/2005/8/layout/orgChart1"/>
    <dgm:cxn modelId="{0E3B98CF-D9D0-4D7F-BDF2-EBF6470047AF}" type="presOf" srcId="{BBA5F20F-1088-43B3-9887-529C98A60427}" destId="{4DE60715-816A-45BD-B2B0-880E99B30C08}" srcOrd="1" destOrd="0" presId="urn:microsoft.com/office/officeart/2005/8/layout/orgChart1"/>
    <dgm:cxn modelId="{D79AEED1-AB57-4784-A8DB-9BD5BCF2C501}" srcId="{21F33A0C-4C2F-476C-AE9A-0A5CFBE4DDE7}" destId="{1C4F76C0-3B80-4C2B-869A-8F979319C14C}" srcOrd="2" destOrd="0" parTransId="{AB59DC74-77AE-4B4A-90F9-013AFEAB6A2F}" sibTransId="{A3074A57-04C6-46F9-B7A7-E74DB6F582C4}"/>
    <dgm:cxn modelId="{4C4070DC-D191-4BF9-96FA-410D0D4F6E18}" type="presOf" srcId="{2368940A-F30D-4D05-896F-24468AA459A0}" destId="{A4853615-91A5-4D47-A0C0-C3A5ACEF4F14}" srcOrd="0" destOrd="0" presId="urn:microsoft.com/office/officeart/2005/8/layout/orgChart1"/>
    <dgm:cxn modelId="{DF255FE2-4B94-441D-A82D-44E5BC568BF6}" type="presOf" srcId="{AB59DC74-77AE-4B4A-90F9-013AFEAB6A2F}" destId="{79F1D47D-42DA-47A7-AF72-76A8EC6754C6}" srcOrd="0" destOrd="0" presId="urn:microsoft.com/office/officeart/2005/8/layout/orgChart1"/>
    <dgm:cxn modelId="{9F5131EE-03F8-41CA-BCC5-BF91DDF0BAA6}" srcId="{21F33A0C-4C2F-476C-AE9A-0A5CFBE4DDE7}" destId="{A38468B9-0710-42B1-AD24-68362C3E78A3}" srcOrd="3" destOrd="0" parTransId="{2368940A-F30D-4D05-896F-24468AA459A0}" sibTransId="{07FAA935-2325-49B5-B59A-5DD5B6944A6A}"/>
    <dgm:cxn modelId="{91E1C7F8-01DD-4113-901B-906A96E8F48B}" type="presOf" srcId="{1C4F76C0-3B80-4C2B-869A-8F979319C14C}" destId="{E929029A-12CE-4F50-B168-59A6FA1E6399}" srcOrd="1" destOrd="0" presId="urn:microsoft.com/office/officeart/2005/8/layout/orgChart1"/>
    <dgm:cxn modelId="{E55B78FB-659C-4998-B66A-A10FD5095E80}" type="presOf" srcId="{1C4F76C0-3B80-4C2B-869A-8F979319C14C}" destId="{B77BFD9A-3A95-45BD-B823-04F3DCE5D441}" srcOrd="0" destOrd="0" presId="urn:microsoft.com/office/officeart/2005/8/layout/orgChart1"/>
    <dgm:cxn modelId="{4E51C330-F939-4A91-AEE8-AF9FEEC3BB78}" type="presParOf" srcId="{5F921E2B-E1DD-42A2-99D1-21A2AFE48509}" destId="{38A1A7B6-3CC3-4102-8B22-C2078C70D18D}" srcOrd="0" destOrd="0" presId="urn:microsoft.com/office/officeart/2005/8/layout/orgChart1"/>
    <dgm:cxn modelId="{81B08178-750D-43EE-B217-B3A154269DF3}" type="presParOf" srcId="{38A1A7B6-3CC3-4102-8B22-C2078C70D18D}" destId="{CF8AAF38-ECD9-4C23-B4A2-5E4382FF8C7D}" srcOrd="0" destOrd="0" presId="urn:microsoft.com/office/officeart/2005/8/layout/orgChart1"/>
    <dgm:cxn modelId="{373155A0-BD73-4CCF-B622-F0400023CBC4}" type="presParOf" srcId="{CF8AAF38-ECD9-4C23-B4A2-5E4382FF8C7D}" destId="{2304F2E1-EE75-4640-955D-C79342CF6558}" srcOrd="0" destOrd="0" presId="urn:microsoft.com/office/officeart/2005/8/layout/orgChart1"/>
    <dgm:cxn modelId="{C600CFF3-82FD-4B94-B4E2-69049B276DD6}" type="presParOf" srcId="{CF8AAF38-ECD9-4C23-B4A2-5E4382FF8C7D}" destId="{78D14A36-402F-412F-A5EE-F24C54F0F13F}" srcOrd="1" destOrd="0" presId="urn:microsoft.com/office/officeart/2005/8/layout/orgChart1"/>
    <dgm:cxn modelId="{63453095-1239-4FC9-A3D6-00B5641F8C0F}" type="presParOf" srcId="{38A1A7B6-3CC3-4102-8B22-C2078C70D18D}" destId="{E2BFB587-EB92-4F40-824C-693C6314F3CA}" srcOrd="1" destOrd="0" presId="urn:microsoft.com/office/officeart/2005/8/layout/orgChart1"/>
    <dgm:cxn modelId="{00D8320D-7771-40B2-BCAD-68CF9CCD6BC1}" type="presParOf" srcId="{E2BFB587-EB92-4F40-824C-693C6314F3CA}" destId="{FA80EFB4-D747-4194-8C54-37FBB9054B69}" srcOrd="0" destOrd="0" presId="urn:microsoft.com/office/officeart/2005/8/layout/orgChart1"/>
    <dgm:cxn modelId="{1E19C05B-9186-41BB-9393-6A7B9A13D150}" type="presParOf" srcId="{E2BFB587-EB92-4F40-824C-693C6314F3CA}" destId="{6AA9F915-882E-4F00-B7BB-951D2485FB2E}" srcOrd="1" destOrd="0" presId="urn:microsoft.com/office/officeart/2005/8/layout/orgChart1"/>
    <dgm:cxn modelId="{16BA7A5A-84A4-45EA-BA70-00E8655173DB}" type="presParOf" srcId="{6AA9F915-882E-4F00-B7BB-951D2485FB2E}" destId="{054BF17F-ED1A-4EAB-B3A8-98D20789EF61}" srcOrd="0" destOrd="0" presId="urn:microsoft.com/office/officeart/2005/8/layout/orgChart1"/>
    <dgm:cxn modelId="{15C37007-00CD-4199-9AE4-AC931CA65FFF}" type="presParOf" srcId="{054BF17F-ED1A-4EAB-B3A8-98D20789EF61}" destId="{3C633305-7B61-4BBE-B864-29E5FBCDA2A4}" srcOrd="0" destOrd="0" presId="urn:microsoft.com/office/officeart/2005/8/layout/orgChart1"/>
    <dgm:cxn modelId="{E150D9A5-C83E-4459-A5FD-E9FADF822D60}" type="presParOf" srcId="{054BF17F-ED1A-4EAB-B3A8-98D20789EF61}" destId="{4DE60715-816A-45BD-B2B0-880E99B30C08}" srcOrd="1" destOrd="0" presId="urn:microsoft.com/office/officeart/2005/8/layout/orgChart1"/>
    <dgm:cxn modelId="{1DCAC409-85D9-49A3-B6A7-15A79F6530B3}" type="presParOf" srcId="{6AA9F915-882E-4F00-B7BB-951D2485FB2E}" destId="{EDB03938-F3C6-4587-8267-A595FBF840CB}" srcOrd="1" destOrd="0" presId="urn:microsoft.com/office/officeart/2005/8/layout/orgChart1"/>
    <dgm:cxn modelId="{19391E29-151D-4920-9F67-2F74059FFFBE}" type="presParOf" srcId="{6AA9F915-882E-4F00-B7BB-951D2485FB2E}" destId="{3F633858-F0F6-48E9-9652-0C7809736DBC}" srcOrd="2" destOrd="0" presId="urn:microsoft.com/office/officeart/2005/8/layout/orgChart1"/>
    <dgm:cxn modelId="{44BB6CFE-7145-4C0B-A9E8-6958A5496AC4}" type="presParOf" srcId="{E2BFB587-EB92-4F40-824C-693C6314F3CA}" destId="{D5D21AC8-1B5B-496F-8F3E-9CDDBC26B103}" srcOrd="2" destOrd="0" presId="urn:microsoft.com/office/officeart/2005/8/layout/orgChart1"/>
    <dgm:cxn modelId="{98892144-72FE-4155-B915-3511FFB052D2}" type="presParOf" srcId="{E2BFB587-EB92-4F40-824C-693C6314F3CA}" destId="{07C89013-543D-4482-BF7A-B660F2BF9992}" srcOrd="3" destOrd="0" presId="urn:microsoft.com/office/officeart/2005/8/layout/orgChart1"/>
    <dgm:cxn modelId="{077591B4-6BD5-4944-8634-460CAAA7182F}" type="presParOf" srcId="{07C89013-543D-4482-BF7A-B660F2BF9992}" destId="{EC79145B-905D-4EEC-88B4-C3EFEC014138}" srcOrd="0" destOrd="0" presId="urn:microsoft.com/office/officeart/2005/8/layout/orgChart1"/>
    <dgm:cxn modelId="{0D43E084-EDC7-4C78-841D-2E44AFF0E686}" type="presParOf" srcId="{EC79145B-905D-4EEC-88B4-C3EFEC014138}" destId="{45C1CC71-4AD6-4498-9387-CC10B9150870}" srcOrd="0" destOrd="0" presId="urn:microsoft.com/office/officeart/2005/8/layout/orgChart1"/>
    <dgm:cxn modelId="{A3867A4F-DE7F-463B-B2D0-23B463723C1B}" type="presParOf" srcId="{EC79145B-905D-4EEC-88B4-C3EFEC014138}" destId="{49703F10-25D4-480A-8F0D-2D05F87F0C6E}" srcOrd="1" destOrd="0" presId="urn:microsoft.com/office/officeart/2005/8/layout/orgChart1"/>
    <dgm:cxn modelId="{44337586-0A2D-44B7-91DC-B0A68102ED4A}" type="presParOf" srcId="{07C89013-543D-4482-BF7A-B660F2BF9992}" destId="{E3D67091-5F98-49E3-9E14-CF6DBDF97B80}" srcOrd="1" destOrd="0" presId="urn:microsoft.com/office/officeart/2005/8/layout/orgChart1"/>
    <dgm:cxn modelId="{CA439941-7DB4-4C2D-A0EC-41ACAAD9D1F0}" type="presParOf" srcId="{07C89013-543D-4482-BF7A-B660F2BF9992}" destId="{741382D4-667A-4FC8-9576-E551F239EC44}" srcOrd="2" destOrd="0" presId="urn:microsoft.com/office/officeart/2005/8/layout/orgChart1"/>
    <dgm:cxn modelId="{BDA95A5D-0E00-4B52-847C-B3D06C1657FE}" type="presParOf" srcId="{E2BFB587-EB92-4F40-824C-693C6314F3CA}" destId="{79F1D47D-42DA-47A7-AF72-76A8EC6754C6}" srcOrd="4" destOrd="0" presId="urn:microsoft.com/office/officeart/2005/8/layout/orgChart1"/>
    <dgm:cxn modelId="{AEC82AE5-B160-4DD8-BD73-F5ABCBB89FC2}" type="presParOf" srcId="{E2BFB587-EB92-4F40-824C-693C6314F3CA}" destId="{43393A09-A0F1-478B-8E62-795D9637ACD6}" srcOrd="5" destOrd="0" presId="urn:microsoft.com/office/officeart/2005/8/layout/orgChart1"/>
    <dgm:cxn modelId="{516A8A77-56D4-4505-B0E8-1BB49EFC5E78}" type="presParOf" srcId="{43393A09-A0F1-478B-8E62-795D9637ACD6}" destId="{F42CB831-1337-47B3-8C1E-723314181A76}" srcOrd="0" destOrd="0" presId="urn:microsoft.com/office/officeart/2005/8/layout/orgChart1"/>
    <dgm:cxn modelId="{95D1AE76-9C71-4DF7-9248-5E12831D9D4C}" type="presParOf" srcId="{F42CB831-1337-47B3-8C1E-723314181A76}" destId="{B77BFD9A-3A95-45BD-B823-04F3DCE5D441}" srcOrd="0" destOrd="0" presId="urn:microsoft.com/office/officeart/2005/8/layout/orgChart1"/>
    <dgm:cxn modelId="{A7E849E2-F8B7-41BD-8A44-9F1C15C2FE59}" type="presParOf" srcId="{F42CB831-1337-47B3-8C1E-723314181A76}" destId="{E929029A-12CE-4F50-B168-59A6FA1E6399}" srcOrd="1" destOrd="0" presId="urn:microsoft.com/office/officeart/2005/8/layout/orgChart1"/>
    <dgm:cxn modelId="{B8C35CA6-19B2-4089-B2FF-F3D603996C8E}" type="presParOf" srcId="{43393A09-A0F1-478B-8E62-795D9637ACD6}" destId="{15322614-7640-4FFA-ADF1-8061FB8733A3}" srcOrd="1" destOrd="0" presId="urn:microsoft.com/office/officeart/2005/8/layout/orgChart1"/>
    <dgm:cxn modelId="{99C3CEA6-CC6D-4390-B89D-A029B40F05B9}" type="presParOf" srcId="{43393A09-A0F1-478B-8E62-795D9637ACD6}" destId="{4746A676-E661-4B68-8F70-E5B6E263C511}" srcOrd="2" destOrd="0" presId="urn:microsoft.com/office/officeart/2005/8/layout/orgChart1"/>
    <dgm:cxn modelId="{B824A246-FA7B-41E0-A8A6-64ABE0B628E7}" type="presParOf" srcId="{E2BFB587-EB92-4F40-824C-693C6314F3CA}" destId="{A4853615-91A5-4D47-A0C0-C3A5ACEF4F14}" srcOrd="6" destOrd="0" presId="urn:microsoft.com/office/officeart/2005/8/layout/orgChart1"/>
    <dgm:cxn modelId="{2C320E32-DA0B-490F-B1ED-688214E19D66}" type="presParOf" srcId="{E2BFB587-EB92-4F40-824C-693C6314F3CA}" destId="{E4D6B34D-726A-4B5D-9362-442D7D515197}" srcOrd="7" destOrd="0" presId="urn:microsoft.com/office/officeart/2005/8/layout/orgChart1"/>
    <dgm:cxn modelId="{B56AE0FC-4F78-4BA0-B086-00EF402E8004}" type="presParOf" srcId="{E4D6B34D-726A-4B5D-9362-442D7D515197}" destId="{81935634-7B3A-4F27-A86C-3DD153FC1C5E}" srcOrd="0" destOrd="0" presId="urn:microsoft.com/office/officeart/2005/8/layout/orgChart1"/>
    <dgm:cxn modelId="{29959FED-976B-4093-9309-EB224EAA2754}" type="presParOf" srcId="{81935634-7B3A-4F27-A86C-3DD153FC1C5E}" destId="{5A29DBC2-90C7-4260-86B8-86B5444522D0}" srcOrd="0" destOrd="0" presId="urn:microsoft.com/office/officeart/2005/8/layout/orgChart1"/>
    <dgm:cxn modelId="{718EAB09-04CC-459C-925D-BAC098FE97EE}" type="presParOf" srcId="{81935634-7B3A-4F27-A86C-3DD153FC1C5E}" destId="{B5300A51-BC69-4C96-8DD6-908EBD6E0B75}" srcOrd="1" destOrd="0" presId="urn:microsoft.com/office/officeart/2005/8/layout/orgChart1"/>
    <dgm:cxn modelId="{A0EC4203-AB88-42FC-B9CA-BEDAD2D0216B}" type="presParOf" srcId="{E4D6B34D-726A-4B5D-9362-442D7D515197}" destId="{99E8F71F-7C4D-40D5-BE6F-982D2E2C084F}" srcOrd="1" destOrd="0" presId="urn:microsoft.com/office/officeart/2005/8/layout/orgChart1"/>
    <dgm:cxn modelId="{EEE5A455-B4C0-498D-9CCD-80E7368377F3}" type="presParOf" srcId="{E4D6B34D-726A-4B5D-9362-442D7D515197}" destId="{BD9BDA82-D585-42C3-A038-530C317D9D43}" srcOrd="2" destOrd="0" presId="urn:microsoft.com/office/officeart/2005/8/layout/orgChart1"/>
    <dgm:cxn modelId="{24E7E528-DFFC-447D-84FF-D50ADA1BCB72}" type="presParOf" srcId="{38A1A7B6-3CC3-4102-8B22-C2078C70D18D}" destId="{90774BDE-CF92-433C-8DC7-DF3F4192CC04}"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3E24B07-8023-4E9F-8558-D5757EF64B7C}" type="doc">
      <dgm:prSet loTypeId="urn:microsoft.com/office/officeart/2005/8/layout/lProcess2" loCatId="relationship" qsTypeId="urn:microsoft.com/office/officeart/2005/8/quickstyle/simple1" qsCatId="simple" csTypeId="urn:microsoft.com/office/officeart/2005/8/colors/accent1_2" csCatId="accent1" phldr="1"/>
      <dgm:spPr/>
      <dgm:t>
        <a:bodyPr/>
        <a:lstStyle/>
        <a:p>
          <a:endParaRPr lang="en-US"/>
        </a:p>
      </dgm:t>
    </dgm:pt>
    <dgm:pt modelId="{0EDD2705-1EC9-49D2-AAF1-51B922F9F872}">
      <dgm:prSet phldrT="[Testo]" phldr="0"/>
      <dgm:spPr>
        <a:solidFill>
          <a:schemeClr val="bg1">
            <a:lumMod val="75000"/>
          </a:schemeClr>
        </a:solidFill>
      </dgm:spPr>
      <dgm:t>
        <a:bodyPr/>
        <a:lstStyle/>
        <a:p>
          <a:r>
            <a:rPr lang="en-US" noProof="0" dirty="0"/>
            <a:t>PROJECT COSTS</a:t>
          </a:r>
        </a:p>
      </dgm:t>
    </dgm:pt>
    <dgm:pt modelId="{FE291E26-70AA-430D-AD9A-677BC67532B2}" type="parTrans" cxnId="{6F9B7315-4C4D-4FE7-9BDF-24A5A860E09F}">
      <dgm:prSet/>
      <dgm:spPr/>
      <dgm:t>
        <a:bodyPr/>
        <a:lstStyle/>
        <a:p>
          <a:endParaRPr lang="en-US"/>
        </a:p>
      </dgm:t>
    </dgm:pt>
    <dgm:pt modelId="{0D203B44-E890-4582-A7AB-913F2DF9560B}" type="sibTrans" cxnId="{6F9B7315-4C4D-4FE7-9BDF-24A5A860E09F}">
      <dgm:prSet/>
      <dgm:spPr/>
      <dgm:t>
        <a:bodyPr/>
        <a:lstStyle/>
        <a:p>
          <a:endParaRPr lang="en-US"/>
        </a:p>
      </dgm:t>
    </dgm:pt>
    <dgm:pt modelId="{40247257-1661-41DF-BC3F-06F46A6295A5}">
      <dgm:prSet phldrT="[Testo]" phldr="0" custT="1"/>
      <dgm:spPr>
        <a:solidFill>
          <a:srgbClr val="FFFFFF"/>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gm:t>
    </dgm:pt>
    <dgm:pt modelId="{3A7275C9-712F-4B17-AFF6-999AA376CDC3}" type="parTrans" cxnId="{77C89C14-F95F-4C23-AC9D-A823EDE879A1}">
      <dgm:prSet/>
      <dgm:spPr/>
      <dgm:t>
        <a:bodyPr/>
        <a:lstStyle/>
        <a:p>
          <a:endParaRPr lang="en-US"/>
        </a:p>
      </dgm:t>
    </dgm:pt>
    <dgm:pt modelId="{4028B860-EC01-437C-B432-329C9508DDD3}" type="sibTrans" cxnId="{77C89C14-F95F-4C23-AC9D-A823EDE879A1}">
      <dgm:prSet/>
      <dgm:spPr/>
      <dgm:t>
        <a:bodyPr/>
        <a:lstStyle/>
        <a:p>
          <a:endParaRPr lang="en-US"/>
        </a:p>
      </dgm:t>
    </dgm:pt>
    <dgm:pt modelId="{B7CD8660-A82F-447D-981C-5B2CDD5A8369}">
      <dgm:prSet phldrT="[Testo]" phldr="0"/>
      <dgm:spPr>
        <a:solidFill>
          <a:schemeClr val="bg1"/>
        </a:solidFill>
      </dgm:spPr>
      <dgm:t>
        <a:bodyPr/>
        <a:lstStyle/>
        <a:p>
          <a:r>
            <a:rPr lang="en-US" noProof="0" dirty="0"/>
            <a:t>PROJECT BENEFITS</a:t>
          </a:r>
        </a:p>
      </dgm:t>
    </dgm:pt>
    <dgm:pt modelId="{DA0ADC67-94DA-47B4-925C-34E9536CB64E}" type="parTrans" cxnId="{73156E65-F5A1-41F7-9BD2-1D4703F0A086}">
      <dgm:prSet/>
      <dgm:spPr/>
      <dgm:t>
        <a:bodyPr/>
        <a:lstStyle/>
        <a:p>
          <a:endParaRPr lang="en-US"/>
        </a:p>
      </dgm:t>
    </dgm:pt>
    <dgm:pt modelId="{3C044498-3F6D-402D-9762-6023A330B361}" type="sibTrans" cxnId="{73156E65-F5A1-41F7-9BD2-1D4703F0A086}">
      <dgm:prSet/>
      <dgm:spPr/>
      <dgm:t>
        <a:bodyPr/>
        <a:lstStyle/>
        <a:p>
          <a:endParaRPr lang="en-US"/>
        </a:p>
      </dgm:t>
    </dgm:pt>
    <dgm:pt modelId="{70BD055E-0DFC-4950-B235-7DC159BBCEB6}">
      <dgm:prSet phldrT="[Testo]" phldr="0"/>
      <dgm:spPr>
        <a:solidFill>
          <a:schemeClr val="bg1"/>
        </a:solidFill>
        <a:ln>
          <a:solidFill>
            <a:schemeClr val="tx1"/>
          </a:solidFill>
        </a:ln>
      </dgm:spPr>
      <dgm:t>
        <a:bodyPr/>
        <a:lstStyle/>
        <a:p>
          <a:r>
            <a:rPr lang="en-US" noProof="0" dirty="0">
              <a:solidFill>
                <a:schemeClr val="tx1"/>
              </a:solidFill>
            </a:rPr>
            <a:t>MANAGEMENT VALUE</a:t>
          </a:r>
        </a:p>
      </dgm:t>
    </dgm:pt>
    <dgm:pt modelId="{0734A025-155A-4DF3-9FD4-45839BB17D47}" type="parTrans" cxnId="{E59AF15B-0B55-4647-99A8-BE933C316641}">
      <dgm:prSet/>
      <dgm:spPr/>
      <dgm:t>
        <a:bodyPr/>
        <a:lstStyle/>
        <a:p>
          <a:endParaRPr lang="en-US"/>
        </a:p>
      </dgm:t>
    </dgm:pt>
    <dgm:pt modelId="{4DBD1A0B-50A9-4AA5-BCD1-B3697DD249F2}" type="sibTrans" cxnId="{E59AF15B-0B55-4647-99A8-BE933C316641}">
      <dgm:prSet/>
      <dgm:spPr/>
      <dgm:t>
        <a:bodyPr/>
        <a:lstStyle/>
        <a:p>
          <a:endParaRPr lang="en-US"/>
        </a:p>
      </dgm:t>
    </dgm:pt>
    <dgm:pt modelId="{BC73DC96-EFBB-441A-8E7E-3B8F200AC53F}">
      <dgm:prSet phldrT="[Testo]" phldr="0"/>
      <dgm:spPr>
        <a:solidFill>
          <a:schemeClr val="bg1"/>
        </a:solidFill>
      </dgm:spPr>
      <dgm:t>
        <a:bodyPr/>
        <a:lstStyle/>
        <a:p>
          <a:r>
            <a:rPr lang="en-US" noProof="0" dirty="0"/>
            <a:t>PROJECT VALUE </a:t>
          </a:r>
        </a:p>
      </dgm:t>
    </dgm:pt>
    <dgm:pt modelId="{4B5681AE-F226-4F2E-AFE0-9E18D323D105}" type="parTrans" cxnId="{99565E4D-276A-47CC-9B4B-6B89C1CBD94F}">
      <dgm:prSet/>
      <dgm:spPr/>
      <dgm:t>
        <a:bodyPr/>
        <a:lstStyle/>
        <a:p>
          <a:endParaRPr lang="en-US"/>
        </a:p>
      </dgm:t>
    </dgm:pt>
    <dgm:pt modelId="{FA16ACC7-ED9B-4BC1-8373-51F1B367EC62}" type="sibTrans" cxnId="{99565E4D-276A-47CC-9B4B-6B89C1CBD94F}">
      <dgm:prSet/>
      <dgm:spPr/>
      <dgm:t>
        <a:bodyPr/>
        <a:lstStyle/>
        <a:p>
          <a:endParaRPr lang="en-US"/>
        </a:p>
      </dgm:t>
    </dgm:pt>
    <dgm:pt modelId="{7040C883-EDB3-4AAE-AB28-202EE2F51F55}">
      <dgm:prSet phldrT="[Testo]" phldr="0"/>
      <dgm:spPr>
        <a:solidFill>
          <a:schemeClr val="bg1"/>
        </a:solidFill>
        <a:ln>
          <a:solidFill>
            <a:schemeClr val="tx1"/>
          </a:solidFill>
        </a:ln>
      </dgm:spPr>
      <dgm:t>
        <a:bodyPr/>
        <a:lstStyle/>
        <a:p>
          <a:r>
            <a:rPr lang="en-US" noProof="0" dirty="0">
              <a:solidFill>
                <a:schemeClr val="tx1"/>
              </a:solidFill>
            </a:rPr>
            <a:t>FINANCIAL APPROACH</a:t>
          </a:r>
        </a:p>
      </dgm:t>
    </dgm:pt>
    <dgm:pt modelId="{6DC40519-C77F-4FE6-A052-A43989E415E0}" type="parTrans" cxnId="{8A729E58-D6AF-4B4B-B526-57F6452B5D70}">
      <dgm:prSet/>
      <dgm:spPr/>
      <dgm:t>
        <a:bodyPr/>
        <a:lstStyle/>
        <a:p>
          <a:endParaRPr lang="en-US"/>
        </a:p>
      </dgm:t>
    </dgm:pt>
    <dgm:pt modelId="{EF272F0E-8723-4BDB-82EF-6563D24EBF72}" type="sibTrans" cxnId="{8A729E58-D6AF-4B4B-B526-57F6452B5D70}">
      <dgm:prSet/>
      <dgm:spPr/>
      <dgm:t>
        <a:bodyPr/>
        <a:lstStyle/>
        <a:p>
          <a:endParaRPr lang="en-US"/>
        </a:p>
      </dgm:t>
    </dgm:pt>
    <dgm:pt modelId="{2FDF8BA5-1F79-43D5-82D8-297F548F3542}">
      <dgm:prSet phldrT="[Testo]" phldr="0"/>
      <dgm:spPr>
        <a:solidFill>
          <a:srgbClr val="FFC000"/>
        </a:solidFill>
        <a:ln>
          <a:solidFill>
            <a:schemeClr val="tx1"/>
          </a:solidFill>
        </a:ln>
      </dgm:spPr>
      <dgm:t>
        <a:bodyPr/>
        <a:lstStyle/>
        <a:p>
          <a:r>
            <a:rPr lang="en-US" noProof="0" dirty="0">
              <a:solidFill>
                <a:schemeClr val="tx1"/>
              </a:solidFill>
            </a:rPr>
            <a:t>INFRASTRUCTURE</a:t>
          </a:r>
        </a:p>
      </dgm:t>
    </dgm:pt>
    <dgm:pt modelId="{C9CE1DAB-9AB3-43AA-B607-9893A42F86F7}" type="parTrans" cxnId="{F6BFC237-7436-498A-93BD-73510B631561}">
      <dgm:prSet/>
      <dgm:spPr/>
      <dgm:t>
        <a:bodyPr/>
        <a:lstStyle/>
        <a:p>
          <a:endParaRPr lang="en-US"/>
        </a:p>
      </dgm:t>
    </dgm:pt>
    <dgm:pt modelId="{ACDBB275-B531-41A6-9E60-709957573E9F}" type="sibTrans" cxnId="{F6BFC237-7436-498A-93BD-73510B631561}">
      <dgm:prSet/>
      <dgm:spPr/>
      <dgm:t>
        <a:bodyPr/>
        <a:lstStyle/>
        <a:p>
          <a:endParaRPr lang="en-US"/>
        </a:p>
      </dgm:t>
    </dgm:pt>
    <dgm:pt modelId="{6BEBF612-AC28-4281-829A-886742483343}">
      <dgm:prSet phldrT="[Testo]" phldr="0"/>
      <dgm:spPr>
        <a:solidFill>
          <a:schemeClr val="bg1"/>
        </a:solidFill>
        <a:ln>
          <a:solidFill>
            <a:schemeClr val="tx1"/>
          </a:solidFill>
        </a:ln>
      </dgm:spPr>
      <dgm:t>
        <a:bodyPr/>
        <a:lstStyle/>
        <a:p>
          <a:r>
            <a:rPr lang="en-US" noProof="0" dirty="0">
              <a:solidFill>
                <a:schemeClr val="tx1"/>
              </a:solidFill>
            </a:rPr>
            <a:t>BUSINESS</a:t>
          </a:r>
        </a:p>
      </dgm:t>
    </dgm:pt>
    <dgm:pt modelId="{E18DC705-3A47-4D42-9974-13148F5BDD9B}" type="parTrans" cxnId="{BA000ECF-19AD-4366-85A9-411D81A739F5}">
      <dgm:prSet/>
      <dgm:spPr/>
      <dgm:t>
        <a:bodyPr/>
        <a:lstStyle/>
        <a:p>
          <a:endParaRPr lang="en-US"/>
        </a:p>
      </dgm:t>
    </dgm:pt>
    <dgm:pt modelId="{2AD56649-164C-4A93-9FB5-2F6E05D7EA3D}" type="sibTrans" cxnId="{BA000ECF-19AD-4366-85A9-411D81A739F5}">
      <dgm:prSet/>
      <dgm:spPr/>
      <dgm:t>
        <a:bodyPr/>
        <a:lstStyle/>
        <a:p>
          <a:endParaRPr lang="en-US"/>
        </a:p>
      </dgm:t>
    </dgm:pt>
    <dgm:pt modelId="{32370EA5-817D-41DE-9EF3-C264A87731CF}">
      <dgm:prSet phldrT="[Testo]" phldr="0"/>
      <dgm:spPr>
        <a:solidFill>
          <a:schemeClr val="bg1"/>
        </a:solidFill>
        <a:ln>
          <a:solidFill>
            <a:schemeClr val="tx1"/>
          </a:solidFill>
        </a:ln>
      </dgm:spPr>
      <dgm:t>
        <a:bodyPr/>
        <a:lstStyle/>
        <a:p>
          <a:r>
            <a:rPr lang="en-US" noProof="0" dirty="0">
              <a:solidFill>
                <a:schemeClr val="tx1"/>
              </a:solidFill>
            </a:rPr>
            <a:t>SOCIAL VALUE </a:t>
          </a:r>
        </a:p>
      </dgm:t>
    </dgm:pt>
    <dgm:pt modelId="{03A3A5FA-FFB8-46C3-96DE-56DAE975EDE7}" type="parTrans" cxnId="{70F13194-7A6E-486B-8360-890B448C8894}">
      <dgm:prSet/>
      <dgm:spPr/>
      <dgm:t>
        <a:bodyPr/>
        <a:lstStyle/>
        <a:p>
          <a:endParaRPr lang="en-US"/>
        </a:p>
      </dgm:t>
    </dgm:pt>
    <dgm:pt modelId="{419AECF9-1D06-4331-B260-344434C0B86D}" type="sibTrans" cxnId="{70F13194-7A6E-486B-8360-890B448C8894}">
      <dgm:prSet/>
      <dgm:spPr/>
      <dgm:t>
        <a:bodyPr/>
        <a:lstStyle/>
        <a:p>
          <a:endParaRPr lang="en-US"/>
        </a:p>
      </dgm:t>
    </dgm:pt>
    <dgm:pt modelId="{A909BAB4-7AB8-4F4A-A1BE-80F5C9707911}">
      <dgm:prSet phldrT="[Testo]" phldr="0"/>
      <dgm:spPr>
        <a:solidFill>
          <a:schemeClr val="bg1"/>
        </a:solidFill>
        <a:ln>
          <a:solidFill>
            <a:schemeClr val="tx1"/>
          </a:solidFill>
        </a:ln>
      </dgm:spPr>
      <dgm:t>
        <a:bodyPr/>
        <a:lstStyle/>
        <a:p>
          <a:r>
            <a:rPr lang="en-US" noProof="0" dirty="0">
              <a:solidFill>
                <a:schemeClr val="tx1"/>
              </a:solidFill>
            </a:rPr>
            <a:t>NET VALUE  APPROACH</a:t>
          </a:r>
        </a:p>
      </dgm:t>
    </dgm:pt>
    <dgm:pt modelId="{DB376E9E-0E54-483E-A0F9-96AB57DD8516}" type="parTrans" cxnId="{ACE6CAFE-F973-4697-A143-0402581DA6E3}">
      <dgm:prSet/>
      <dgm:spPr/>
      <dgm:t>
        <a:bodyPr/>
        <a:lstStyle/>
        <a:p>
          <a:endParaRPr lang="en-US"/>
        </a:p>
      </dgm:t>
    </dgm:pt>
    <dgm:pt modelId="{F5DD361B-132E-4A4F-8124-20C0CB155A00}" type="sibTrans" cxnId="{ACE6CAFE-F973-4697-A143-0402581DA6E3}">
      <dgm:prSet/>
      <dgm:spPr/>
      <dgm:t>
        <a:bodyPr/>
        <a:lstStyle/>
        <a:p>
          <a:endParaRPr lang="en-US"/>
        </a:p>
      </dgm:t>
    </dgm:pt>
    <dgm:pt modelId="{EF9FD828-A0BF-43F8-ABC7-E1EE24F07C42}">
      <dgm:prSet phldrT="[Testo]" phldr="0"/>
      <dgm:spPr>
        <a:solidFill>
          <a:schemeClr val="bg1"/>
        </a:solidFill>
      </dgm:spPr>
      <dgm:t>
        <a:bodyPr/>
        <a:lstStyle/>
        <a:p>
          <a:r>
            <a:rPr lang="en-US" noProof="0" dirty="0"/>
            <a:t>OPERATIONS  COST</a:t>
          </a:r>
        </a:p>
      </dgm:t>
    </dgm:pt>
    <dgm:pt modelId="{8B46DBB5-BE20-452E-BDAC-57B4248B579B}" type="parTrans" cxnId="{2E5A4064-7A8A-4182-955A-A7A098843B57}">
      <dgm:prSet/>
      <dgm:spPr/>
      <dgm:t>
        <a:bodyPr/>
        <a:lstStyle/>
        <a:p>
          <a:endParaRPr lang="en-US"/>
        </a:p>
      </dgm:t>
    </dgm:pt>
    <dgm:pt modelId="{357BE1D7-3472-4631-83A3-EAA12DA32F6B}" type="sibTrans" cxnId="{2E5A4064-7A8A-4182-955A-A7A098843B57}">
      <dgm:prSet/>
      <dgm:spPr/>
      <dgm:t>
        <a:bodyPr/>
        <a:lstStyle/>
        <a:p>
          <a:endParaRPr lang="en-US"/>
        </a:p>
      </dgm:t>
    </dgm:pt>
    <dgm:pt modelId="{9E4CCB87-75A5-457C-BDC5-A8C25CF38D41}">
      <dgm:prSet phldrT="[Testo]" phldr="0"/>
      <dgm:spPr>
        <a:solidFill>
          <a:schemeClr val="bg1"/>
        </a:solidFill>
        <a:ln>
          <a:solidFill>
            <a:schemeClr val="tx1"/>
          </a:solidFill>
        </a:ln>
      </dgm:spPr>
      <dgm:t>
        <a:bodyPr/>
        <a:lstStyle/>
        <a:p>
          <a:r>
            <a:rPr lang="en-US" noProof="0" dirty="0">
              <a:solidFill>
                <a:schemeClr val="tx1"/>
              </a:solidFill>
            </a:rPr>
            <a:t>OPERATIONS </a:t>
          </a:r>
        </a:p>
      </dgm:t>
    </dgm:pt>
    <dgm:pt modelId="{85509985-5007-4FCE-9F75-D55B68BD8068}" type="parTrans" cxnId="{2DD90791-3D65-4AA1-8474-506804C48981}">
      <dgm:prSet/>
      <dgm:spPr/>
      <dgm:t>
        <a:bodyPr/>
        <a:lstStyle/>
        <a:p>
          <a:endParaRPr lang="en-US"/>
        </a:p>
      </dgm:t>
    </dgm:pt>
    <dgm:pt modelId="{058D0969-B357-4198-95D8-1AC0533908A3}" type="sibTrans" cxnId="{2DD90791-3D65-4AA1-8474-506804C48981}">
      <dgm:prSet/>
      <dgm:spPr/>
      <dgm:t>
        <a:bodyPr/>
        <a:lstStyle/>
        <a:p>
          <a:endParaRPr lang="en-US"/>
        </a:p>
      </dgm:t>
    </dgm:pt>
    <dgm:pt modelId="{2A5A9D7D-EC81-4243-B2DB-B59409C9188E}">
      <dgm:prSet phldrT="[Testo]" phldr="0"/>
      <dgm:spPr>
        <a:solidFill>
          <a:schemeClr val="bg1"/>
        </a:solidFill>
        <a:ln>
          <a:solidFill>
            <a:schemeClr val="tx1"/>
          </a:solidFill>
        </a:ln>
      </dgm:spPr>
      <dgm:t>
        <a:bodyPr/>
        <a:lstStyle/>
        <a:p>
          <a:r>
            <a:rPr lang="en-US" noProof="0" dirty="0">
              <a:solidFill>
                <a:schemeClr val="tx1"/>
              </a:solidFill>
            </a:rPr>
            <a:t>SYSTEM MAINTENANCE</a:t>
          </a:r>
        </a:p>
      </dgm:t>
    </dgm:pt>
    <dgm:pt modelId="{A3DFFE29-340B-45DD-93E2-C4C160A6ECE2}" type="parTrans" cxnId="{F3384004-0B11-45D4-B1A7-3D5F77CBD021}">
      <dgm:prSet/>
      <dgm:spPr/>
      <dgm:t>
        <a:bodyPr/>
        <a:lstStyle/>
        <a:p>
          <a:endParaRPr lang="en-US"/>
        </a:p>
      </dgm:t>
    </dgm:pt>
    <dgm:pt modelId="{59C58EB6-548D-4BBE-AAF9-BE2D22F36DCC}" type="sibTrans" cxnId="{F3384004-0B11-45D4-B1A7-3D5F77CBD021}">
      <dgm:prSet/>
      <dgm:spPr/>
      <dgm:t>
        <a:bodyPr/>
        <a:lstStyle/>
        <a:p>
          <a:endParaRPr lang="en-US"/>
        </a:p>
      </dgm:t>
    </dgm:pt>
    <dgm:pt modelId="{735369F3-1A82-459A-B5A2-B1EF73F1EBF8}">
      <dgm:prSet phldrT="[Testo]" phldr="0"/>
      <dgm:spPr>
        <a:solidFill>
          <a:schemeClr val="bg1"/>
        </a:solidFill>
        <a:ln>
          <a:solidFill>
            <a:schemeClr val="tx1"/>
          </a:solidFill>
        </a:ln>
      </dgm:spPr>
      <dgm:t>
        <a:bodyPr/>
        <a:lstStyle/>
        <a:p>
          <a:r>
            <a:rPr lang="en-US" noProof="0" dirty="0">
              <a:solidFill>
                <a:schemeClr val="tx1"/>
              </a:solidFill>
            </a:rPr>
            <a:t>PROJECT MANAGEMENT</a:t>
          </a:r>
        </a:p>
      </dgm:t>
    </dgm:pt>
    <dgm:pt modelId="{8BBF2BEE-146B-408C-BB40-C7C99E41D8C4}" type="parTrans" cxnId="{98535925-5306-4D84-BD8A-E8E7E3D43A68}">
      <dgm:prSet/>
      <dgm:spPr/>
    </dgm:pt>
    <dgm:pt modelId="{400FAE49-F7AA-4051-8FF7-EB8E1695C9F0}" type="sibTrans" cxnId="{98535925-5306-4D84-BD8A-E8E7E3D43A68}">
      <dgm:prSet/>
      <dgm:spPr/>
    </dgm:pt>
    <dgm:pt modelId="{BA390A89-3D79-49A6-9BF0-599801F084EB}" type="pres">
      <dgm:prSet presAssocID="{63E24B07-8023-4E9F-8558-D5757EF64B7C}" presName="theList" presStyleCnt="0">
        <dgm:presLayoutVars>
          <dgm:dir/>
          <dgm:animLvl val="lvl"/>
          <dgm:resizeHandles val="exact"/>
        </dgm:presLayoutVars>
      </dgm:prSet>
      <dgm:spPr/>
    </dgm:pt>
    <dgm:pt modelId="{DADCEE8B-376B-4586-A9E1-AAC7290F1D12}" type="pres">
      <dgm:prSet presAssocID="{0EDD2705-1EC9-49D2-AAF1-51B922F9F872}" presName="compNode" presStyleCnt="0"/>
      <dgm:spPr/>
    </dgm:pt>
    <dgm:pt modelId="{8FABB9F9-868F-4D56-8A81-F1E0BA42E601}" type="pres">
      <dgm:prSet presAssocID="{0EDD2705-1EC9-49D2-AAF1-51B922F9F872}" presName="aNode" presStyleLbl="bgShp" presStyleIdx="0" presStyleCnt="4"/>
      <dgm:spPr/>
    </dgm:pt>
    <dgm:pt modelId="{7F9BE9A7-F9C4-49E1-9574-99360BA807BE}" type="pres">
      <dgm:prSet presAssocID="{0EDD2705-1EC9-49D2-AAF1-51B922F9F872}" presName="textNode" presStyleLbl="bgShp" presStyleIdx="0" presStyleCnt="4"/>
      <dgm:spPr/>
    </dgm:pt>
    <dgm:pt modelId="{C1658941-B58C-4ADE-9588-815AE090FC7A}" type="pres">
      <dgm:prSet presAssocID="{0EDD2705-1EC9-49D2-AAF1-51B922F9F872}" presName="compChildNode" presStyleCnt="0"/>
      <dgm:spPr/>
    </dgm:pt>
    <dgm:pt modelId="{233FCEB1-6038-4072-B22C-BCD213C74D4D}" type="pres">
      <dgm:prSet presAssocID="{0EDD2705-1EC9-49D2-AAF1-51B922F9F872}" presName="theInnerList" presStyleCnt="0"/>
      <dgm:spPr/>
    </dgm:pt>
    <dgm:pt modelId="{91100A64-139A-4AC1-91C1-2699AF28B01F}" type="pres">
      <dgm:prSet presAssocID="{40247257-1661-41DF-BC3F-06F46A6295A5}" presName="childNode" presStyleLbl="node1" presStyleIdx="0" presStyleCnt="10">
        <dgm:presLayoutVars>
          <dgm:bulletEnabled val="1"/>
        </dgm:presLayoutVars>
      </dgm:prSet>
      <dgm:spPr>
        <a:xfrm>
          <a:off x="201226" y="1371990"/>
          <a:ext cx="1593569" cy="898214"/>
        </a:xfrm>
        <a:prstGeom prst="roundRect">
          <a:avLst>
            <a:gd name="adj" fmla="val 10000"/>
          </a:avLst>
        </a:prstGeom>
      </dgm:spPr>
    </dgm:pt>
    <dgm:pt modelId="{B8851E19-C2AB-43F3-A733-9922ED89E360}" type="pres">
      <dgm:prSet presAssocID="{40247257-1661-41DF-BC3F-06F46A6295A5}" presName="aSpace2" presStyleCnt="0"/>
      <dgm:spPr/>
    </dgm:pt>
    <dgm:pt modelId="{7EBF8282-17D2-438B-95FF-BAC2AE4F3FBC}" type="pres">
      <dgm:prSet presAssocID="{2FDF8BA5-1F79-43D5-82D8-297F548F3542}" presName="childNode" presStyleLbl="node1" presStyleIdx="1" presStyleCnt="10">
        <dgm:presLayoutVars>
          <dgm:bulletEnabled val="1"/>
        </dgm:presLayoutVars>
      </dgm:prSet>
      <dgm:spPr/>
    </dgm:pt>
    <dgm:pt modelId="{A069312A-67CC-45AA-BFE6-2053F852EE2C}" type="pres">
      <dgm:prSet presAssocID="{2FDF8BA5-1F79-43D5-82D8-297F548F3542}" presName="aSpace2" presStyleCnt="0"/>
      <dgm:spPr/>
    </dgm:pt>
    <dgm:pt modelId="{BA4E3C7D-B958-47BE-A1E4-9388CD7AE2AB}" type="pres">
      <dgm:prSet presAssocID="{6BEBF612-AC28-4281-829A-886742483343}" presName="childNode" presStyleLbl="node1" presStyleIdx="2" presStyleCnt="10">
        <dgm:presLayoutVars>
          <dgm:bulletEnabled val="1"/>
        </dgm:presLayoutVars>
      </dgm:prSet>
      <dgm:spPr/>
    </dgm:pt>
    <dgm:pt modelId="{DECD5BE4-848C-43CA-9123-EE3E4443A28E}" type="pres">
      <dgm:prSet presAssocID="{6BEBF612-AC28-4281-829A-886742483343}" presName="aSpace2" presStyleCnt="0"/>
      <dgm:spPr/>
    </dgm:pt>
    <dgm:pt modelId="{01E3AEAE-F493-4AB3-81D0-5EF038E60515}" type="pres">
      <dgm:prSet presAssocID="{735369F3-1A82-459A-B5A2-B1EF73F1EBF8}" presName="childNode" presStyleLbl="node1" presStyleIdx="3" presStyleCnt="10">
        <dgm:presLayoutVars>
          <dgm:bulletEnabled val="1"/>
        </dgm:presLayoutVars>
      </dgm:prSet>
      <dgm:spPr/>
    </dgm:pt>
    <dgm:pt modelId="{71044B30-3AC2-445D-B936-F7903BC3D17D}" type="pres">
      <dgm:prSet presAssocID="{0EDD2705-1EC9-49D2-AAF1-51B922F9F872}" presName="aSpace" presStyleCnt="0"/>
      <dgm:spPr/>
    </dgm:pt>
    <dgm:pt modelId="{8E3DC331-CA4C-4438-976B-785F3287BD1D}" type="pres">
      <dgm:prSet presAssocID="{EF9FD828-A0BF-43F8-ABC7-E1EE24F07C42}" presName="compNode" presStyleCnt="0"/>
      <dgm:spPr/>
    </dgm:pt>
    <dgm:pt modelId="{E7DCD616-0639-48DE-9F93-B45AC0464A57}" type="pres">
      <dgm:prSet presAssocID="{EF9FD828-A0BF-43F8-ABC7-E1EE24F07C42}" presName="aNode" presStyleLbl="bgShp" presStyleIdx="1" presStyleCnt="4"/>
      <dgm:spPr/>
    </dgm:pt>
    <dgm:pt modelId="{5C2C466B-9D60-484B-9786-695675F7A92E}" type="pres">
      <dgm:prSet presAssocID="{EF9FD828-A0BF-43F8-ABC7-E1EE24F07C42}" presName="textNode" presStyleLbl="bgShp" presStyleIdx="1" presStyleCnt="4"/>
      <dgm:spPr/>
    </dgm:pt>
    <dgm:pt modelId="{685AE8C4-BA1D-438B-87FE-1425489EFA29}" type="pres">
      <dgm:prSet presAssocID="{EF9FD828-A0BF-43F8-ABC7-E1EE24F07C42}" presName="compChildNode" presStyleCnt="0"/>
      <dgm:spPr/>
    </dgm:pt>
    <dgm:pt modelId="{EFCF8995-AB51-40BF-9AFE-61D45508CDB7}" type="pres">
      <dgm:prSet presAssocID="{EF9FD828-A0BF-43F8-ABC7-E1EE24F07C42}" presName="theInnerList" presStyleCnt="0"/>
      <dgm:spPr/>
    </dgm:pt>
    <dgm:pt modelId="{0330B109-69E3-46F3-9D83-10671A7EBE70}" type="pres">
      <dgm:prSet presAssocID="{9E4CCB87-75A5-457C-BDC5-A8C25CF38D41}" presName="childNode" presStyleLbl="node1" presStyleIdx="4" presStyleCnt="10">
        <dgm:presLayoutVars>
          <dgm:bulletEnabled val="1"/>
        </dgm:presLayoutVars>
      </dgm:prSet>
      <dgm:spPr/>
    </dgm:pt>
    <dgm:pt modelId="{BCD2FFD0-E01F-4FE1-B85E-CD1F2FB6B95D}" type="pres">
      <dgm:prSet presAssocID="{9E4CCB87-75A5-457C-BDC5-A8C25CF38D41}" presName="aSpace2" presStyleCnt="0"/>
      <dgm:spPr/>
    </dgm:pt>
    <dgm:pt modelId="{68301150-8C06-4D05-AE88-8E675490E167}" type="pres">
      <dgm:prSet presAssocID="{2A5A9D7D-EC81-4243-B2DB-B59409C9188E}" presName="childNode" presStyleLbl="node1" presStyleIdx="5" presStyleCnt="10">
        <dgm:presLayoutVars>
          <dgm:bulletEnabled val="1"/>
        </dgm:presLayoutVars>
      </dgm:prSet>
      <dgm:spPr/>
    </dgm:pt>
    <dgm:pt modelId="{F22594D1-FE25-4683-B459-4ADAA993861D}" type="pres">
      <dgm:prSet presAssocID="{EF9FD828-A0BF-43F8-ABC7-E1EE24F07C42}" presName="aSpace" presStyleCnt="0"/>
      <dgm:spPr/>
    </dgm:pt>
    <dgm:pt modelId="{8278D786-3C1D-405E-B26F-3F37CDDEB2D0}" type="pres">
      <dgm:prSet presAssocID="{B7CD8660-A82F-447D-981C-5B2CDD5A8369}" presName="compNode" presStyleCnt="0"/>
      <dgm:spPr/>
    </dgm:pt>
    <dgm:pt modelId="{5CC9F1A6-8682-4B7D-8924-5FD7B0F2E6E3}" type="pres">
      <dgm:prSet presAssocID="{B7CD8660-A82F-447D-981C-5B2CDD5A8369}" presName="aNode" presStyleLbl="bgShp" presStyleIdx="2" presStyleCnt="4"/>
      <dgm:spPr/>
    </dgm:pt>
    <dgm:pt modelId="{78297440-850E-4E7D-A73C-3BDBF8A885A3}" type="pres">
      <dgm:prSet presAssocID="{B7CD8660-A82F-447D-981C-5B2CDD5A8369}" presName="textNode" presStyleLbl="bgShp" presStyleIdx="2" presStyleCnt="4"/>
      <dgm:spPr/>
    </dgm:pt>
    <dgm:pt modelId="{306CF67D-F783-4135-89F8-E25852A317F1}" type="pres">
      <dgm:prSet presAssocID="{B7CD8660-A82F-447D-981C-5B2CDD5A8369}" presName="compChildNode" presStyleCnt="0"/>
      <dgm:spPr/>
    </dgm:pt>
    <dgm:pt modelId="{A869A60F-442C-4381-9B8B-FE1F58AE1EAE}" type="pres">
      <dgm:prSet presAssocID="{B7CD8660-A82F-447D-981C-5B2CDD5A8369}" presName="theInnerList" presStyleCnt="0"/>
      <dgm:spPr/>
    </dgm:pt>
    <dgm:pt modelId="{C9B82C22-048B-44CC-93D4-E3DD9EDD135B}" type="pres">
      <dgm:prSet presAssocID="{70BD055E-0DFC-4950-B235-7DC159BBCEB6}" presName="childNode" presStyleLbl="node1" presStyleIdx="6" presStyleCnt="10">
        <dgm:presLayoutVars>
          <dgm:bulletEnabled val="1"/>
        </dgm:presLayoutVars>
      </dgm:prSet>
      <dgm:spPr/>
    </dgm:pt>
    <dgm:pt modelId="{61EE1723-1AB1-41FA-B1E3-C3871ECD38E9}" type="pres">
      <dgm:prSet presAssocID="{70BD055E-0DFC-4950-B235-7DC159BBCEB6}" presName="aSpace2" presStyleCnt="0"/>
      <dgm:spPr/>
    </dgm:pt>
    <dgm:pt modelId="{A0E6910F-4EF7-426B-8944-F0925D47BFB4}" type="pres">
      <dgm:prSet presAssocID="{32370EA5-817D-41DE-9EF3-C264A87731CF}" presName="childNode" presStyleLbl="node1" presStyleIdx="7" presStyleCnt="10">
        <dgm:presLayoutVars>
          <dgm:bulletEnabled val="1"/>
        </dgm:presLayoutVars>
      </dgm:prSet>
      <dgm:spPr/>
    </dgm:pt>
    <dgm:pt modelId="{7526F33C-7D03-41DA-BAEE-76D5EF7AC2C8}" type="pres">
      <dgm:prSet presAssocID="{B7CD8660-A82F-447D-981C-5B2CDD5A8369}" presName="aSpace" presStyleCnt="0"/>
      <dgm:spPr/>
    </dgm:pt>
    <dgm:pt modelId="{35513678-CA66-489F-8A5F-32789A982F69}" type="pres">
      <dgm:prSet presAssocID="{BC73DC96-EFBB-441A-8E7E-3B8F200AC53F}" presName="compNode" presStyleCnt="0"/>
      <dgm:spPr/>
    </dgm:pt>
    <dgm:pt modelId="{D0E1A1A4-4EF7-46C0-9CCC-7F1571CB10F9}" type="pres">
      <dgm:prSet presAssocID="{BC73DC96-EFBB-441A-8E7E-3B8F200AC53F}" presName="aNode" presStyleLbl="bgShp" presStyleIdx="3" presStyleCnt="4"/>
      <dgm:spPr/>
    </dgm:pt>
    <dgm:pt modelId="{D6B3AB59-F5BE-44B9-94BB-CB534185F388}" type="pres">
      <dgm:prSet presAssocID="{BC73DC96-EFBB-441A-8E7E-3B8F200AC53F}" presName="textNode" presStyleLbl="bgShp" presStyleIdx="3" presStyleCnt="4"/>
      <dgm:spPr/>
    </dgm:pt>
    <dgm:pt modelId="{83A7823E-95E7-482F-A4B8-43AE927D54AC}" type="pres">
      <dgm:prSet presAssocID="{BC73DC96-EFBB-441A-8E7E-3B8F200AC53F}" presName="compChildNode" presStyleCnt="0"/>
      <dgm:spPr/>
    </dgm:pt>
    <dgm:pt modelId="{346AD43C-AB4C-4220-AF41-83B4097A0EA4}" type="pres">
      <dgm:prSet presAssocID="{BC73DC96-EFBB-441A-8E7E-3B8F200AC53F}" presName="theInnerList" presStyleCnt="0"/>
      <dgm:spPr/>
    </dgm:pt>
    <dgm:pt modelId="{F3DF3EE7-C3E1-4556-B5E5-D675D9659B6D}" type="pres">
      <dgm:prSet presAssocID="{7040C883-EDB3-4AAE-AB28-202EE2F51F55}" presName="childNode" presStyleLbl="node1" presStyleIdx="8" presStyleCnt="10">
        <dgm:presLayoutVars>
          <dgm:bulletEnabled val="1"/>
        </dgm:presLayoutVars>
      </dgm:prSet>
      <dgm:spPr/>
    </dgm:pt>
    <dgm:pt modelId="{FA01CE40-6491-49F5-B5F7-EA2AD4F6B25F}" type="pres">
      <dgm:prSet presAssocID="{7040C883-EDB3-4AAE-AB28-202EE2F51F55}" presName="aSpace2" presStyleCnt="0"/>
      <dgm:spPr/>
    </dgm:pt>
    <dgm:pt modelId="{B2301BB8-8C5A-4642-99B6-6B3BE9385CA1}" type="pres">
      <dgm:prSet presAssocID="{A909BAB4-7AB8-4F4A-A1BE-80F5C9707911}" presName="childNode" presStyleLbl="node1" presStyleIdx="9" presStyleCnt="10">
        <dgm:presLayoutVars>
          <dgm:bulletEnabled val="1"/>
        </dgm:presLayoutVars>
      </dgm:prSet>
      <dgm:spPr/>
    </dgm:pt>
  </dgm:ptLst>
  <dgm:cxnLst>
    <dgm:cxn modelId="{F3384004-0B11-45D4-B1A7-3D5F77CBD021}" srcId="{EF9FD828-A0BF-43F8-ABC7-E1EE24F07C42}" destId="{2A5A9D7D-EC81-4243-B2DB-B59409C9188E}" srcOrd="1" destOrd="0" parTransId="{A3DFFE29-340B-45DD-93E2-C4C160A6ECE2}" sibTransId="{59C58EB6-548D-4BBE-AAF9-BE2D22F36DCC}"/>
    <dgm:cxn modelId="{87D9DA0E-38E0-42A8-9370-BF34DAD5D210}" type="presOf" srcId="{0EDD2705-1EC9-49D2-AAF1-51B922F9F872}" destId="{8FABB9F9-868F-4D56-8A81-F1E0BA42E601}" srcOrd="0" destOrd="0" presId="urn:microsoft.com/office/officeart/2005/8/layout/lProcess2"/>
    <dgm:cxn modelId="{C78D960F-6AB9-4FBB-B933-60E5843C1F70}" type="presOf" srcId="{BC73DC96-EFBB-441A-8E7E-3B8F200AC53F}" destId="{D6B3AB59-F5BE-44B9-94BB-CB534185F388}" srcOrd="1" destOrd="0" presId="urn:microsoft.com/office/officeart/2005/8/layout/lProcess2"/>
    <dgm:cxn modelId="{4B308A11-3FF9-4748-8E56-3D366CBDB0E4}" type="presOf" srcId="{70BD055E-0DFC-4950-B235-7DC159BBCEB6}" destId="{C9B82C22-048B-44CC-93D4-E3DD9EDD135B}" srcOrd="0" destOrd="0" presId="urn:microsoft.com/office/officeart/2005/8/layout/lProcess2"/>
    <dgm:cxn modelId="{77C89C14-F95F-4C23-AC9D-A823EDE879A1}" srcId="{0EDD2705-1EC9-49D2-AAF1-51B922F9F872}" destId="{40247257-1661-41DF-BC3F-06F46A6295A5}" srcOrd="0" destOrd="0" parTransId="{3A7275C9-712F-4B17-AFF6-999AA376CDC3}" sibTransId="{4028B860-EC01-437C-B432-329C9508DDD3}"/>
    <dgm:cxn modelId="{6F9B7315-4C4D-4FE7-9BDF-24A5A860E09F}" srcId="{63E24B07-8023-4E9F-8558-D5757EF64B7C}" destId="{0EDD2705-1EC9-49D2-AAF1-51B922F9F872}" srcOrd="0" destOrd="0" parTransId="{FE291E26-70AA-430D-AD9A-677BC67532B2}" sibTransId="{0D203B44-E890-4582-A7AB-913F2DF9560B}"/>
    <dgm:cxn modelId="{37105A1E-CE9F-4397-B5C9-02B07302C5C4}" type="presOf" srcId="{A909BAB4-7AB8-4F4A-A1BE-80F5C9707911}" destId="{B2301BB8-8C5A-4642-99B6-6B3BE9385CA1}" srcOrd="0" destOrd="0" presId="urn:microsoft.com/office/officeart/2005/8/layout/lProcess2"/>
    <dgm:cxn modelId="{43E86722-6FCA-4E0A-A759-5679B2D7442A}" type="presOf" srcId="{9E4CCB87-75A5-457C-BDC5-A8C25CF38D41}" destId="{0330B109-69E3-46F3-9D83-10671A7EBE70}" srcOrd="0" destOrd="0" presId="urn:microsoft.com/office/officeart/2005/8/layout/lProcess2"/>
    <dgm:cxn modelId="{98535925-5306-4D84-BD8A-E8E7E3D43A68}" srcId="{0EDD2705-1EC9-49D2-AAF1-51B922F9F872}" destId="{735369F3-1A82-459A-B5A2-B1EF73F1EBF8}" srcOrd="3" destOrd="0" parTransId="{8BBF2BEE-146B-408C-BB40-C7C99E41D8C4}" sibTransId="{400FAE49-F7AA-4051-8FF7-EB8E1695C9F0}"/>
    <dgm:cxn modelId="{95581928-74F2-4718-BBFF-28820D17EE04}" type="presOf" srcId="{EF9FD828-A0BF-43F8-ABC7-E1EE24F07C42}" destId="{5C2C466B-9D60-484B-9786-695675F7A92E}" srcOrd="1" destOrd="0" presId="urn:microsoft.com/office/officeart/2005/8/layout/lProcess2"/>
    <dgm:cxn modelId="{63BCAE31-821E-49A7-AD41-505F9D6B3C63}" type="presOf" srcId="{B7CD8660-A82F-447D-981C-5B2CDD5A8369}" destId="{5CC9F1A6-8682-4B7D-8924-5FD7B0F2E6E3}" srcOrd="0" destOrd="0" presId="urn:microsoft.com/office/officeart/2005/8/layout/lProcess2"/>
    <dgm:cxn modelId="{4DB56435-93A0-4B14-8CA4-771FE94BAF76}" type="presOf" srcId="{2FDF8BA5-1F79-43D5-82D8-297F548F3542}" destId="{7EBF8282-17D2-438B-95FF-BAC2AE4F3FBC}" srcOrd="0" destOrd="0" presId="urn:microsoft.com/office/officeart/2005/8/layout/lProcess2"/>
    <dgm:cxn modelId="{F6BFC237-7436-498A-93BD-73510B631561}" srcId="{0EDD2705-1EC9-49D2-AAF1-51B922F9F872}" destId="{2FDF8BA5-1F79-43D5-82D8-297F548F3542}" srcOrd="1" destOrd="0" parTransId="{C9CE1DAB-9AB3-43AA-B607-9893A42F86F7}" sibTransId="{ACDBB275-B531-41A6-9E60-709957573E9F}"/>
    <dgm:cxn modelId="{0A952E5B-433F-4AD8-A922-28F1C97A594B}" type="presOf" srcId="{63E24B07-8023-4E9F-8558-D5757EF64B7C}" destId="{BA390A89-3D79-49A6-9BF0-599801F084EB}" srcOrd="0" destOrd="0" presId="urn:microsoft.com/office/officeart/2005/8/layout/lProcess2"/>
    <dgm:cxn modelId="{E59AF15B-0B55-4647-99A8-BE933C316641}" srcId="{B7CD8660-A82F-447D-981C-5B2CDD5A8369}" destId="{70BD055E-0DFC-4950-B235-7DC159BBCEB6}" srcOrd="0" destOrd="0" parTransId="{0734A025-155A-4DF3-9FD4-45839BB17D47}" sibTransId="{4DBD1A0B-50A9-4AA5-BCD1-B3697DD249F2}"/>
    <dgm:cxn modelId="{2E5A4064-7A8A-4182-955A-A7A098843B57}" srcId="{63E24B07-8023-4E9F-8558-D5757EF64B7C}" destId="{EF9FD828-A0BF-43F8-ABC7-E1EE24F07C42}" srcOrd="1" destOrd="0" parTransId="{8B46DBB5-BE20-452E-BDAC-57B4248B579B}" sibTransId="{357BE1D7-3472-4631-83A3-EAA12DA32F6B}"/>
    <dgm:cxn modelId="{73156E65-F5A1-41F7-9BD2-1D4703F0A086}" srcId="{63E24B07-8023-4E9F-8558-D5757EF64B7C}" destId="{B7CD8660-A82F-447D-981C-5B2CDD5A8369}" srcOrd="2" destOrd="0" parTransId="{DA0ADC67-94DA-47B4-925C-34E9536CB64E}" sibTransId="{3C044498-3F6D-402D-9762-6023A330B361}"/>
    <dgm:cxn modelId="{0488AC65-BAC5-4191-B397-6CE3970EEF5F}" type="presOf" srcId="{7040C883-EDB3-4AAE-AB28-202EE2F51F55}" destId="{F3DF3EE7-C3E1-4556-B5E5-D675D9659B6D}" srcOrd="0" destOrd="0" presId="urn:microsoft.com/office/officeart/2005/8/layout/lProcess2"/>
    <dgm:cxn modelId="{99565E4D-276A-47CC-9B4B-6B89C1CBD94F}" srcId="{63E24B07-8023-4E9F-8558-D5757EF64B7C}" destId="{BC73DC96-EFBB-441A-8E7E-3B8F200AC53F}" srcOrd="3" destOrd="0" parTransId="{4B5681AE-F226-4F2E-AFE0-9E18D323D105}" sibTransId="{FA16ACC7-ED9B-4BC1-8373-51F1B367EC62}"/>
    <dgm:cxn modelId="{8A729E58-D6AF-4B4B-B526-57F6452B5D70}" srcId="{BC73DC96-EFBB-441A-8E7E-3B8F200AC53F}" destId="{7040C883-EDB3-4AAE-AB28-202EE2F51F55}" srcOrd="0" destOrd="0" parTransId="{6DC40519-C77F-4FE6-A052-A43989E415E0}" sibTransId="{EF272F0E-8723-4BDB-82EF-6563D24EBF72}"/>
    <dgm:cxn modelId="{E913FD5A-A6F7-4314-9B77-A342E0D5C856}" type="presOf" srcId="{BC73DC96-EFBB-441A-8E7E-3B8F200AC53F}" destId="{D0E1A1A4-4EF7-46C0-9CCC-7F1571CB10F9}" srcOrd="0" destOrd="0" presId="urn:microsoft.com/office/officeart/2005/8/layout/lProcess2"/>
    <dgm:cxn modelId="{048C757B-DCA6-4D47-AD5E-6F70C38B350B}" type="presOf" srcId="{EF9FD828-A0BF-43F8-ABC7-E1EE24F07C42}" destId="{E7DCD616-0639-48DE-9F93-B45AC0464A57}" srcOrd="0" destOrd="0" presId="urn:microsoft.com/office/officeart/2005/8/layout/lProcess2"/>
    <dgm:cxn modelId="{59F6707C-EB70-4560-A018-F665306E733F}" type="presOf" srcId="{40247257-1661-41DF-BC3F-06F46A6295A5}" destId="{91100A64-139A-4AC1-91C1-2699AF28B01F}" srcOrd="0" destOrd="0" presId="urn:microsoft.com/office/officeart/2005/8/layout/lProcess2"/>
    <dgm:cxn modelId="{1B904386-BD17-44AB-B409-06A3840E87EC}" type="presOf" srcId="{735369F3-1A82-459A-B5A2-B1EF73F1EBF8}" destId="{01E3AEAE-F493-4AB3-81D0-5EF038E60515}" srcOrd="0" destOrd="0" presId="urn:microsoft.com/office/officeart/2005/8/layout/lProcess2"/>
    <dgm:cxn modelId="{2DD90791-3D65-4AA1-8474-506804C48981}" srcId="{EF9FD828-A0BF-43F8-ABC7-E1EE24F07C42}" destId="{9E4CCB87-75A5-457C-BDC5-A8C25CF38D41}" srcOrd="0" destOrd="0" parTransId="{85509985-5007-4FCE-9F75-D55B68BD8068}" sibTransId="{058D0969-B357-4198-95D8-1AC0533908A3}"/>
    <dgm:cxn modelId="{70F13194-7A6E-486B-8360-890B448C8894}" srcId="{B7CD8660-A82F-447D-981C-5B2CDD5A8369}" destId="{32370EA5-817D-41DE-9EF3-C264A87731CF}" srcOrd="1" destOrd="0" parTransId="{03A3A5FA-FFB8-46C3-96DE-56DAE975EDE7}" sibTransId="{419AECF9-1D06-4331-B260-344434C0B86D}"/>
    <dgm:cxn modelId="{20701399-F4BB-4D8F-A871-9C2987ECD531}" type="presOf" srcId="{2A5A9D7D-EC81-4243-B2DB-B59409C9188E}" destId="{68301150-8C06-4D05-AE88-8E675490E167}" srcOrd="0" destOrd="0" presId="urn:microsoft.com/office/officeart/2005/8/layout/lProcess2"/>
    <dgm:cxn modelId="{E68402A1-4AC8-4FD3-A843-D461FDD49522}" type="presOf" srcId="{B7CD8660-A82F-447D-981C-5B2CDD5A8369}" destId="{78297440-850E-4E7D-A73C-3BDBF8A885A3}" srcOrd="1" destOrd="0" presId="urn:microsoft.com/office/officeart/2005/8/layout/lProcess2"/>
    <dgm:cxn modelId="{77B501C7-FE5D-4C56-8F99-8215224FE410}" type="presOf" srcId="{0EDD2705-1EC9-49D2-AAF1-51B922F9F872}" destId="{7F9BE9A7-F9C4-49E1-9574-99360BA807BE}" srcOrd="1" destOrd="0" presId="urn:microsoft.com/office/officeart/2005/8/layout/lProcess2"/>
    <dgm:cxn modelId="{BA000ECF-19AD-4366-85A9-411D81A739F5}" srcId="{0EDD2705-1EC9-49D2-AAF1-51B922F9F872}" destId="{6BEBF612-AC28-4281-829A-886742483343}" srcOrd="2" destOrd="0" parTransId="{E18DC705-3A47-4D42-9974-13148F5BDD9B}" sibTransId="{2AD56649-164C-4A93-9FB5-2F6E05D7EA3D}"/>
    <dgm:cxn modelId="{CA3F40ED-0EC2-4C06-AFA7-76028DCA1983}" type="presOf" srcId="{32370EA5-817D-41DE-9EF3-C264A87731CF}" destId="{A0E6910F-4EF7-426B-8944-F0925D47BFB4}" srcOrd="0" destOrd="0" presId="urn:microsoft.com/office/officeart/2005/8/layout/lProcess2"/>
    <dgm:cxn modelId="{A222EBF0-F0CC-432E-B387-B929B4BF9BFB}" type="presOf" srcId="{6BEBF612-AC28-4281-829A-886742483343}" destId="{BA4E3C7D-B958-47BE-A1E4-9388CD7AE2AB}" srcOrd="0" destOrd="0" presId="urn:microsoft.com/office/officeart/2005/8/layout/lProcess2"/>
    <dgm:cxn modelId="{ACE6CAFE-F973-4697-A143-0402581DA6E3}" srcId="{BC73DC96-EFBB-441A-8E7E-3B8F200AC53F}" destId="{A909BAB4-7AB8-4F4A-A1BE-80F5C9707911}" srcOrd="1" destOrd="0" parTransId="{DB376E9E-0E54-483E-A0F9-96AB57DD8516}" sibTransId="{F5DD361B-132E-4A4F-8124-20C0CB155A00}"/>
    <dgm:cxn modelId="{A0F84476-BF00-440B-835B-63BB8BDCB26E}" type="presParOf" srcId="{BA390A89-3D79-49A6-9BF0-599801F084EB}" destId="{DADCEE8B-376B-4586-A9E1-AAC7290F1D12}" srcOrd="0" destOrd="0" presId="urn:microsoft.com/office/officeart/2005/8/layout/lProcess2"/>
    <dgm:cxn modelId="{B5B71BAB-5AAB-46AB-988B-BE8E41D0A2B1}" type="presParOf" srcId="{DADCEE8B-376B-4586-A9E1-AAC7290F1D12}" destId="{8FABB9F9-868F-4D56-8A81-F1E0BA42E601}" srcOrd="0" destOrd="0" presId="urn:microsoft.com/office/officeart/2005/8/layout/lProcess2"/>
    <dgm:cxn modelId="{80B4AFC6-4463-482E-80CD-BED01CA47EFE}" type="presParOf" srcId="{DADCEE8B-376B-4586-A9E1-AAC7290F1D12}" destId="{7F9BE9A7-F9C4-49E1-9574-99360BA807BE}" srcOrd="1" destOrd="0" presId="urn:microsoft.com/office/officeart/2005/8/layout/lProcess2"/>
    <dgm:cxn modelId="{7A7E41AF-F656-4004-B216-D8803DFB79FE}" type="presParOf" srcId="{DADCEE8B-376B-4586-A9E1-AAC7290F1D12}" destId="{C1658941-B58C-4ADE-9588-815AE090FC7A}" srcOrd="2" destOrd="0" presId="urn:microsoft.com/office/officeart/2005/8/layout/lProcess2"/>
    <dgm:cxn modelId="{12524258-EE2A-461F-8F52-8856B0BCB6FD}" type="presParOf" srcId="{C1658941-B58C-4ADE-9588-815AE090FC7A}" destId="{233FCEB1-6038-4072-B22C-BCD213C74D4D}" srcOrd="0" destOrd="0" presId="urn:microsoft.com/office/officeart/2005/8/layout/lProcess2"/>
    <dgm:cxn modelId="{02881F1A-04F1-45CF-843E-91944313FEFC}" type="presParOf" srcId="{233FCEB1-6038-4072-B22C-BCD213C74D4D}" destId="{91100A64-139A-4AC1-91C1-2699AF28B01F}" srcOrd="0" destOrd="0" presId="urn:microsoft.com/office/officeart/2005/8/layout/lProcess2"/>
    <dgm:cxn modelId="{147E6A79-3B5D-45D0-B91A-482F684F1FCC}" type="presParOf" srcId="{233FCEB1-6038-4072-B22C-BCD213C74D4D}" destId="{B8851E19-C2AB-43F3-A733-9922ED89E360}" srcOrd="1" destOrd="0" presId="urn:microsoft.com/office/officeart/2005/8/layout/lProcess2"/>
    <dgm:cxn modelId="{68A648D8-B9EE-424B-B980-6C98A937E2B5}" type="presParOf" srcId="{233FCEB1-6038-4072-B22C-BCD213C74D4D}" destId="{7EBF8282-17D2-438B-95FF-BAC2AE4F3FBC}" srcOrd="2" destOrd="0" presId="urn:microsoft.com/office/officeart/2005/8/layout/lProcess2"/>
    <dgm:cxn modelId="{CAA69C57-F979-48C3-8FA0-15ADDC2938E2}" type="presParOf" srcId="{233FCEB1-6038-4072-B22C-BCD213C74D4D}" destId="{A069312A-67CC-45AA-BFE6-2053F852EE2C}" srcOrd="3" destOrd="0" presId="urn:microsoft.com/office/officeart/2005/8/layout/lProcess2"/>
    <dgm:cxn modelId="{707DB5B7-A20F-4281-8DFC-0EF6DDEBF996}" type="presParOf" srcId="{233FCEB1-6038-4072-B22C-BCD213C74D4D}" destId="{BA4E3C7D-B958-47BE-A1E4-9388CD7AE2AB}" srcOrd="4" destOrd="0" presId="urn:microsoft.com/office/officeart/2005/8/layout/lProcess2"/>
    <dgm:cxn modelId="{1A76C58D-1F45-4D07-8608-9A12D5830535}" type="presParOf" srcId="{233FCEB1-6038-4072-B22C-BCD213C74D4D}" destId="{DECD5BE4-848C-43CA-9123-EE3E4443A28E}" srcOrd="5" destOrd="0" presId="urn:microsoft.com/office/officeart/2005/8/layout/lProcess2"/>
    <dgm:cxn modelId="{421BEF86-855E-4AF2-83CE-6746F1C154C8}" type="presParOf" srcId="{233FCEB1-6038-4072-B22C-BCD213C74D4D}" destId="{01E3AEAE-F493-4AB3-81D0-5EF038E60515}" srcOrd="6" destOrd="0" presId="urn:microsoft.com/office/officeart/2005/8/layout/lProcess2"/>
    <dgm:cxn modelId="{17B04053-87C4-4772-8447-D28330784C88}" type="presParOf" srcId="{BA390A89-3D79-49A6-9BF0-599801F084EB}" destId="{71044B30-3AC2-445D-B936-F7903BC3D17D}" srcOrd="1" destOrd="0" presId="urn:microsoft.com/office/officeart/2005/8/layout/lProcess2"/>
    <dgm:cxn modelId="{EE9A414A-B4A6-4CA5-9C28-524BC591A35C}" type="presParOf" srcId="{BA390A89-3D79-49A6-9BF0-599801F084EB}" destId="{8E3DC331-CA4C-4438-976B-785F3287BD1D}" srcOrd="2" destOrd="0" presId="urn:microsoft.com/office/officeart/2005/8/layout/lProcess2"/>
    <dgm:cxn modelId="{53866860-EB6E-4908-B9CA-2EF65E4B9749}" type="presParOf" srcId="{8E3DC331-CA4C-4438-976B-785F3287BD1D}" destId="{E7DCD616-0639-48DE-9F93-B45AC0464A57}" srcOrd="0" destOrd="0" presId="urn:microsoft.com/office/officeart/2005/8/layout/lProcess2"/>
    <dgm:cxn modelId="{AB77F00A-E5D1-4E6D-B8D2-0D2671E9B1C5}" type="presParOf" srcId="{8E3DC331-CA4C-4438-976B-785F3287BD1D}" destId="{5C2C466B-9D60-484B-9786-695675F7A92E}" srcOrd="1" destOrd="0" presId="urn:microsoft.com/office/officeart/2005/8/layout/lProcess2"/>
    <dgm:cxn modelId="{2E815D90-31C4-4EDB-8F26-DCC88E3BAE66}" type="presParOf" srcId="{8E3DC331-CA4C-4438-976B-785F3287BD1D}" destId="{685AE8C4-BA1D-438B-87FE-1425489EFA29}" srcOrd="2" destOrd="0" presId="urn:microsoft.com/office/officeart/2005/8/layout/lProcess2"/>
    <dgm:cxn modelId="{9BD9634A-60F8-4793-95CC-68A5818E3FF0}" type="presParOf" srcId="{685AE8C4-BA1D-438B-87FE-1425489EFA29}" destId="{EFCF8995-AB51-40BF-9AFE-61D45508CDB7}" srcOrd="0" destOrd="0" presId="urn:microsoft.com/office/officeart/2005/8/layout/lProcess2"/>
    <dgm:cxn modelId="{71060027-C637-47EE-B78B-B7EF40E82C96}" type="presParOf" srcId="{EFCF8995-AB51-40BF-9AFE-61D45508CDB7}" destId="{0330B109-69E3-46F3-9D83-10671A7EBE70}" srcOrd="0" destOrd="0" presId="urn:microsoft.com/office/officeart/2005/8/layout/lProcess2"/>
    <dgm:cxn modelId="{F9A6C117-2198-48FE-9D60-438FB990396A}" type="presParOf" srcId="{EFCF8995-AB51-40BF-9AFE-61D45508CDB7}" destId="{BCD2FFD0-E01F-4FE1-B85E-CD1F2FB6B95D}" srcOrd="1" destOrd="0" presId="urn:microsoft.com/office/officeart/2005/8/layout/lProcess2"/>
    <dgm:cxn modelId="{30B65E0F-974F-4A57-A9C9-60042AE4F081}" type="presParOf" srcId="{EFCF8995-AB51-40BF-9AFE-61D45508CDB7}" destId="{68301150-8C06-4D05-AE88-8E675490E167}" srcOrd="2" destOrd="0" presId="urn:microsoft.com/office/officeart/2005/8/layout/lProcess2"/>
    <dgm:cxn modelId="{2765A504-56C1-4159-97FF-5953BBFA74AE}" type="presParOf" srcId="{BA390A89-3D79-49A6-9BF0-599801F084EB}" destId="{F22594D1-FE25-4683-B459-4ADAA993861D}" srcOrd="3" destOrd="0" presId="urn:microsoft.com/office/officeart/2005/8/layout/lProcess2"/>
    <dgm:cxn modelId="{87075AE3-5322-4F43-B199-33208C29888A}" type="presParOf" srcId="{BA390A89-3D79-49A6-9BF0-599801F084EB}" destId="{8278D786-3C1D-405E-B26F-3F37CDDEB2D0}" srcOrd="4" destOrd="0" presId="urn:microsoft.com/office/officeart/2005/8/layout/lProcess2"/>
    <dgm:cxn modelId="{15017C47-3E33-40D1-A64C-6F7F9E189DDF}" type="presParOf" srcId="{8278D786-3C1D-405E-B26F-3F37CDDEB2D0}" destId="{5CC9F1A6-8682-4B7D-8924-5FD7B0F2E6E3}" srcOrd="0" destOrd="0" presId="urn:microsoft.com/office/officeart/2005/8/layout/lProcess2"/>
    <dgm:cxn modelId="{6C5157A1-6AE7-4340-875A-E477AF8C2834}" type="presParOf" srcId="{8278D786-3C1D-405E-B26F-3F37CDDEB2D0}" destId="{78297440-850E-4E7D-A73C-3BDBF8A885A3}" srcOrd="1" destOrd="0" presId="urn:microsoft.com/office/officeart/2005/8/layout/lProcess2"/>
    <dgm:cxn modelId="{F213D4C5-D21E-4E1E-8299-C5DC6CB3024B}" type="presParOf" srcId="{8278D786-3C1D-405E-B26F-3F37CDDEB2D0}" destId="{306CF67D-F783-4135-89F8-E25852A317F1}" srcOrd="2" destOrd="0" presId="urn:microsoft.com/office/officeart/2005/8/layout/lProcess2"/>
    <dgm:cxn modelId="{1DBDEB3E-3B8D-41E6-9D93-70F1CF60CB3E}" type="presParOf" srcId="{306CF67D-F783-4135-89F8-E25852A317F1}" destId="{A869A60F-442C-4381-9B8B-FE1F58AE1EAE}" srcOrd="0" destOrd="0" presId="urn:microsoft.com/office/officeart/2005/8/layout/lProcess2"/>
    <dgm:cxn modelId="{89B9E271-2560-426B-B1D2-CB0CACA14B4E}" type="presParOf" srcId="{A869A60F-442C-4381-9B8B-FE1F58AE1EAE}" destId="{C9B82C22-048B-44CC-93D4-E3DD9EDD135B}" srcOrd="0" destOrd="0" presId="urn:microsoft.com/office/officeart/2005/8/layout/lProcess2"/>
    <dgm:cxn modelId="{7CD6A549-FBD9-4D89-B821-8E2CB3E7EE36}" type="presParOf" srcId="{A869A60F-442C-4381-9B8B-FE1F58AE1EAE}" destId="{61EE1723-1AB1-41FA-B1E3-C3871ECD38E9}" srcOrd="1" destOrd="0" presId="urn:microsoft.com/office/officeart/2005/8/layout/lProcess2"/>
    <dgm:cxn modelId="{77DCA128-938F-4C44-8AD6-EC8C95149B30}" type="presParOf" srcId="{A869A60F-442C-4381-9B8B-FE1F58AE1EAE}" destId="{A0E6910F-4EF7-426B-8944-F0925D47BFB4}" srcOrd="2" destOrd="0" presId="urn:microsoft.com/office/officeart/2005/8/layout/lProcess2"/>
    <dgm:cxn modelId="{A3C33457-2466-4B0F-8DA4-341A1624A3FC}" type="presParOf" srcId="{BA390A89-3D79-49A6-9BF0-599801F084EB}" destId="{7526F33C-7D03-41DA-BAEE-76D5EF7AC2C8}" srcOrd="5" destOrd="0" presId="urn:microsoft.com/office/officeart/2005/8/layout/lProcess2"/>
    <dgm:cxn modelId="{F236B8DA-23A3-4287-B18B-52C1ECF37A9F}" type="presParOf" srcId="{BA390A89-3D79-49A6-9BF0-599801F084EB}" destId="{35513678-CA66-489F-8A5F-32789A982F69}" srcOrd="6" destOrd="0" presId="urn:microsoft.com/office/officeart/2005/8/layout/lProcess2"/>
    <dgm:cxn modelId="{409DBA6C-0B89-4ACC-A0C9-79DD16DD05CD}" type="presParOf" srcId="{35513678-CA66-489F-8A5F-32789A982F69}" destId="{D0E1A1A4-4EF7-46C0-9CCC-7F1571CB10F9}" srcOrd="0" destOrd="0" presId="urn:microsoft.com/office/officeart/2005/8/layout/lProcess2"/>
    <dgm:cxn modelId="{9873BCB6-8A87-45E0-8B70-ADBCC0A84E73}" type="presParOf" srcId="{35513678-CA66-489F-8A5F-32789A982F69}" destId="{D6B3AB59-F5BE-44B9-94BB-CB534185F388}" srcOrd="1" destOrd="0" presId="urn:microsoft.com/office/officeart/2005/8/layout/lProcess2"/>
    <dgm:cxn modelId="{5A7584AF-5694-49B2-9716-E149A376FAA4}" type="presParOf" srcId="{35513678-CA66-489F-8A5F-32789A982F69}" destId="{83A7823E-95E7-482F-A4B8-43AE927D54AC}" srcOrd="2" destOrd="0" presId="urn:microsoft.com/office/officeart/2005/8/layout/lProcess2"/>
    <dgm:cxn modelId="{75DA13DB-D054-4873-9355-9552AC941DED}" type="presParOf" srcId="{83A7823E-95E7-482F-A4B8-43AE927D54AC}" destId="{346AD43C-AB4C-4220-AF41-83B4097A0EA4}" srcOrd="0" destOrd="0" presId="urn:microsoft.com/office/officeart/2005/8/layout/lProcess2"/>
    <dgm:cxn modelId="{26A6B947-804B-48E4-89E1-F142014D0D1D}" type="presParOf" srcId="{346AD43C-AB4C-4220-AF41-83B4097A0EA4}" destId="{F3DF3EE7-C3E1-4556-B5E5-D675D9659B6D}" srcOrd="0" destOrd="0" presId="urn:microsoft.com/office/officeart/2005/8/layout/lProcess2"/>
    <dgm:cxn modelId="{D2F33199-8CA2-4BC2-8BE3-0E845FD3B2B4}" type="presParOf" srcId="{346AD43C-AB4C-4220-AF41-83B4097A0EA4}" destId="{FA01CE40-6491-49F5-B5F7-EA2AD4F6B25F}" srcOrd="1" destOrd="0" presId="urn:microsoft.com/office/officeart/2005/8/layout/lProcess2"/>
    <dgm:cxn modelId="{8CC3C6D9-4CFD-4010-9D06-B885F09CB31F}" type="presParOf" srcId="{346AD43C-AB4C-4220-AF41-83B4097A0EA4}" destId="{B2301BB8-8C5A-4642-99B6-6B3BE9385CA1}"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4" qsCatId="simple" csTypeId="urn:microsoft.com/office/officeart/2005/8/colors/accent0_1" csCatId="mainScheme" phldr="1"/>
      <dgm:spPr/>
      <dgm:t>
        <a:bodyPr/>
        <a:lstStyle/>
        <a:p>
          <a:endParaRPr lang="en-US"/>
        </a:p>
      </dgm:t>
    </dgm:pt>
    <dgm:pt modelId="{22AAB52A-F50E-450E-A45B-AA76C6E60155}">
      <dgm:prSet/>
      <dgm:spPr/>
      <dgm:t>
        <a:bodyPr/>
        <a:lstStyle/>
        <a:p>
          <a:pPr algn="ctr"/>
          <a:r>
            <a:rPr lang="en-US" noProof="0" dirty="0"/>
            <a:t>Technology</a:t>
          </a:r>
        </a:p>
      </dgm:t>
    </dgm:pt>
    <dgm:pt modelId="{111B3508-DF67-4D45-82A6-7B60B4D41864}" type="parTrans" cxnId="{AEC67096-20FC-480D-97F0-F2F564BD9E8A}">
      <dgm:prSet/>
      <dgm:spPr/>
      <dgm:t>
        <a:bodyPr/>
        <a:lstStyle/>
        <a:p>
          <a:pPr algn="ctr"/>
          <a:endParaRPr lang="en-US" noProof="0"/>
        </a:p>
      </dgm:t>
    </dgm:pt>
    <dgm:pt modelId="{773A98D1-1721-4740-BBBC-EE4ECE532058}" type="sibTrans" cxnId="{AEC67096-20FC-480D-97F0-F2F564BD9E8A}">
      <dgm:prSet/>
      <dgm:spPr/>
      <dgm:t>
        <a:bodyPr/>
        <a:lstStyle/>
        <a:p>
          <a:pPr algn="ctr"/>
          <a:endParaRPr lang="en-US" noProof="0"/>
        </a:p>
      </dgm:t>
    </dgm:pt>
    <dgm:pt modelId="{EE303CBF-4175-4013-ABD7-D7832DDCB4D3}">
      <dgm:prSet/>
      <dgm:spPr/>
      <dgm:t>
        <a:bodyPr/>
        <a:lstStyle/>
        <a:p>
          <a:r>
            <a:rPr lang="en-US" noProof="0" dirty="0"/>
            <a:t>LAN/ Clients /EUC</a:t>
          </a:r>
        </a:p>
      </dgm:t>
    </dgm:pt>
    <dgm:pt modelId="{8425EB16-8B68-42FD-ACFB-2918543F3571}" type="parTrans" cxnId="{22AE01F7-662A-42C8-83ED-5BC42513936C}">
      <dgm:prSet/>
      <dgm:spPr/>
      <dgm:t>
        <a:bodyPr/>
        <a:lstStyle/>
        <a:p>
          <a:endParaRPr lang="it-IT"/>
        </a:p>
      </dgm:t>
    </dgm:pt>
    <dgm:pt modelId="{88E92BE7-E28A-416C-BAFC-09FE766F5D2F}" type="sibTrans" cxnId="{22AE01F7-662A-42C8-83ED-5BC42513936C}">
      <dgm:prSet/>
      <dgm:spPr/>
      <dgm:t>
        <a:bodyPr/>
        <a:lstStyle/>
        <a:p>
          <a:endParaRPr lang="it-IT"/>
        </a:p>
      </dgm:t>
    </dgm:pt>
    <dgm:pt modelId="{A149DD43-A352-484B-BCFF-4DD00B109A25}">
      <dgm:prSet/>
      <dgm:spPr/>
      <dgm:t>
        <a:bodyPr/>
        <a:lstStyle/>
        <a:p>
          <a:r>
            <a:rPr lang="en-US" noProof="0" dirty="0"/>
            <a:t>Servers </a:t>
          </a:r>
        </a:p>
      </dgm:t>
    </dgm:pt>
    <dgm:pt modelId="{989A628E-C182-4286-AED0-BACAEAE94234}" type="parTrans" cxnId="{B06C0D37-A05D-43A1-B76C-D069AE23F9E0}">
      <dgm:prSet/>
      <dgm:spPr/>
      <dgm:t>
        <a:bodyPr/>
        <a:lstStyle/>
        <a:p>
          <a:endParaRPr lang="it-IT"/>
        </a:p>
      </dgm:t>
    </dgm:pt>
    <dgm:pt modelId="{5BF7FBAD-60DC-4C10-BC98-0DC73BDB4AEA}" type="sibTrans" cxnId="{B06C0D37-A05D-43A1-B76C-D069AE23F9E0}">
      <dgm:prSet/>
      <dgm:spPr/>
      <dgm:t>
        <a:bodyPr/>
        <a:lstStyle/>
        <a:p>
          <a:endParaRPr lang="it-IT"/>
        </a:p>
      </dgm:t>
    </dgm:pt>
    <dgm:pt modelId="{13864E19-18AD-4DB4-9D24-6F3E0D1C013B}">
      <dgm:prSet/>
      <dgm:spPr>
        <a:solidFill>
          <a:schemeClr val="bg1"/>
        </a:solidFill>
      </dgm:spPr>
      <dgm:t>
        <a:bodyPr/>
        <a:lstStyle/>
        <a:p>
          <a:r>
            <a:rPr lang="en-US" noProof="0" dirty="0"/>
            <a:t>Miscellaneous</a:t>
          </a:r>
        </a:p>
      </dgm:t>
    </dgm:pt>
    <dgm:pt modelId="{8096C942-F497-4E1F-B43D-4C1F22C0FEE3}" type="parTrans" cxnId="{CFB40D5A-D100-417B-AA50-7919C4F9E558}">
      <dgm:prSet/>
      <dgm:spPr/>
      <dgm:t>
        <a:bodyPr/>
        <a:lstStyle/>
        <a:p>
          <a:endParaRPr lang="it-IT"/>
        </a:p>
      </dgm:t>
    </dgm:pt>
    <dgm:pt modelId="{3B0FDBB7-97DC-4A4F-95D1-BC742289E6DF}" type="sibTrans" cxnId="{CFB40D5A-D100-417B-AA50-7919C4F9E558}">
      <dgm:prSet/>
      <dgm:spPr/>
      <dgm:t>
        <a:bodyPr/>
        <a:lstStyle/>
        <a:p>
          <a:endParaRPr lang="it-IT"/>
        </a:p>
      </dgm:t>
    </dgm:pt>
    <dgm:pt modelId="{00071147-F4B2-4AC6-9367-5DC3FA0510F4}">
      <dgm:prSet/>
      <dgm:spPr/>
      <dgm:t>
        <a:bodyPr/>
        <a:lstStyle/>
        <a:p>
          <a:pPr algn="ctr"/>
          <a:r>
            <a:rPr lang="en-US" noProof="0" dirty="0"/>
            <a:t>Mobile</a:t>
          </a:r>
        </a:p>
      </dgm:t>
    </dgm:pt>
    <dgm:pt modelId="{15873E4C-DBF8-4F83-A561-F85B149153F3}" type="parTrans" cxnId="{3B16A7C6-BF20-4154-93EE-4928C9910545}">
      <dgm:prSet/>
      <dgm:spPr/>
      <dgm:t>
        <a:bodyPr/>
        <a:lstStyle/>
        <a:p>
          <a:endParaRPr lang="it-IT"/>
        </a:p>
      </dgm:t>
    </dgm:pt>
    <dgm:pt modelId="{A60256E8-8A5A-42EF-8C00-419D03BC1635}" type="sibTrans" cxnId="{3B16A7C6-BF20-4154-93EE-4928C9910545}">
      <dgm:prSet/>
      <dgm:spPr/>
      <dgm:t>
        <a:bodyPr/>
        <a:lstStyle/>
        <a:p>
          <a:endParaRPr lang="it-IT"/>
        </a:p>
      </dgm:t>
    </dgm:pt>
    <dgm:pt modelId="{62D17D11-5B2E-42D2-8A2E-0F57C8B60298}">
      <dgm:prSet/>
      <dgm:spPr>
        <a:solidFill>
          <a:schemeClr val="bg1"/>
        </a:solidFill>
      </dgm:spPr>
      <dgm:t>
        <a:bodyPr/>
        <a:lstStyle/>
        <a:p>
          <a:r>
            <a:rPr lang="en-US" noProof="0" dirty="0"/>
            <a:t>Cloud  services</a:t>
          </a:r>
        </a:p>
      </dgm:t>
    </dgm:pt>
    <dgm:pt modelId="{25236DAA-B119-41D8-A887-3926210A5840}" type="parTrans" cxnId="{AFD1CC16-3C14-4C4C-B5AE-620B15750B74}">
      <dgm:prSet/>
      <dgm:spPr/>
      <dgm:t>
        <a:bodyPr/>
        <a:lstStyle/>
        <a:p>
          <a:endParaRPr lang="it-IT"/>
        </a:p>
      </dgm:t>
    </dgm:pt>
    <dgm:pt modelId="{9B0E9FC0-7E64-4CD8-918B-38E85E4D8420}" type="sibTrans" cxnId="{AFD1CC16-3C14-4C4C-B5AE-620B15750B74}">
      <dgm:prSet/>
      <dgm:spPr/>
      <dgm:t>
        <a:bodyPr/>
        <a:lstStyle/>
        <a:p>
          <a:endParaRPr lang="it-IT"/>
        </a:p>
      </dgm:t>
    </dgm:pt>
    <dgm:pt modelId="{A7B050F5-06E1-4705-BE7A-60C72CA3CF0D}">
      <dgm:prSet/>
      <dgm:spPr>
        <a:solidFill>
          <a:schemeClr val="bg1"/>
        </a:solidFill>
      </dgm:spPr>
      <dgm:t>
        <a:bodyPr/>
        <a:lstStyle/>
        <a:p>
          <a:r>
            <a:rPr lang="en-US" noProof="0" dirty="0"/>
            <a:t>Software  Platform </a:t>
          </a:r>
        </a:p>
      </dgm:t>
    </dgm:pt>
    <dgm:pt modelId="{5BA5CD68-651E-4917-A144-173025CD09CE}" type="parTrans" cxnId="{7569D879-7406-493C-AE44-8590A448A1B5}">
      <dgm:prSet/>
      <dgm:spPr/>
      <dgm:t>
        <a:bodyPr/>
        <a:lstStyle/>
        <a:p>
          <a:endParaRPr lang="it-IT"/>
        </a:p>
      </dgm:t>
    </dgm:pt>
    <dgm:pt modelId="{984E30F3-7134-4A62-9927-BB1C4695BB54}" type="sibTrans" cxnId="{7569D879-7406-493C-AE44-8590A448A1B5}">
      <dgm:prSet/>
      <dgm:spPr/>
      <dgm:t>
        <a:bodyPr/>
        <a:lstStyle/>
        <a:p>
          <a:endParaRPr lang="it-IT"/>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F0525BF0-33D3-418F-9953-634B9FB18727}" type="pres">
      <dgm:prSet presAssocID="{22AAB52A-F50E-450E-A45B-AA76C6E60155}" presName="hierRoot1" presStyleCnt="0">
        <dgm:presLayoutVars>
          <dgm:hierBranch val="hang"/>
        </dgm:presLayoutVars>
      </dgm:prSet>
      <dgm:spPr/>
    </dgm:pt>
    <dgm:pt modelId="{79CF8B2B-BFAA-446C-97A0-4ED1436B844A}" type="pres">
      <dgm:prSet presAssocID="{22AAB52A-F50E-450E-A45B-AA76C6E60155}" presName="rootComposite1" presStyleCnt="0"/>
      <dgm:spPr/>
    </dgm:pt>
    <dgm:pt modelId="{2F8C74D8-1EF0-4609-84FB-25532547BD99}" type="pres">
      <dgm:prSet presAssocID="{22AAB52A-F50E-450E-A45B-AA76C6E60155}" presName="rootText1" presStyleLbl="node0" presStyleIdx="0" presStyleCnt="1">
        <dgm:presLayoutVars>
          <dgm:chPref val="3"/>
        </dgm:presLayoutVars>
      </dgm:prSet>
      <dgm:spPr/>
    </dgm:pt>
    <dgm:pt modelId="{56909A3B-DB1D-4BDB-A067-9CA3225FF8B7}" type="pres">
      <dgm:prSet presAssocID="{22AAB52A-F50E-450E-A45B-AA76C6E60155}" presName="rootConnector1" presStyleLbl="node1" presStyleIdx="0" presStyleCnt="0"/>
      <dgm:spPr/>
    </dgm:pt>
    <dgm:pt modelId="{A6C36A4F-187C-4038-BC17-8914E44B2813}" type="pres">
      <dgm:prSet presAssocID="{22AAB52A-F50E-450E-A45B-AA76C6E60155}" presName="hierChild2" presStyleCnt="0"/>
      <dgm:spPr/>
    </dgm:pt>
    <dgm:pt modelId="{EEB63D60-B052-4B7C-B3BC-294241CF008A}" type="pres">
      <dgm:prSet presAssocID="{15873E4C-DBF8-4F83-A561-F85B149153F3}" presName="Name48" presStyleLbl="parChTrans1D2" presStyleIdx="0" presStyleCnt="6"/>
      <dgm:spPr/>
    </dgm:pt>
    <dgm:pt modelId="{A57C3137-F766-4FD8-AC3A-805708DA3A87}" type="pres">
      <dgm:prSet presAssocID="{00071147-F4B2-4AC6-9367-5DC3FA0510F4}" presName="hierRoot2" presStyleCnt="0">
        <dgm:presLayoutVars>
          <dgm:hierBranch val="init"/>
        </dgm:presLayoutVars>
      </dgm:prSet>
      <dgm:spPr/>
    </dgm:pt>
    <dgm:pt modelId="{018419EB-73E1-4E6E-BC3D-FC6D22A50F5D}" type="pres">
      <dgm:prSet presAssocID="{00071147-F4B2-4AC6-9367-5DC3FA0510F4}" presName="rootComposite" presStyleCnt="0"/>
      <dgm:spPr/>
    </dgm:pt>
    <dgm:pt modelId="{BD1C8E53-9BE8-4B0F-9765-020107A169D2}" type="pres">
      <dgm:prSet presAssocID="{00071147-F4B2-4AC6-9367-5DC3FA0510F4}" presName="rootText" presStyleLbl="node2" presStyleIdx="0" presStyleCnt="6">
        <dgm:presLayoutVars>
          <dgm:chPref val="3"/>
        </dgm:presLayoutVars>
      </dgm:prSet>
      <dgm:spPr/>
    </dgm:pt>
    <dgm:pt modelId="{82E26683-6004-4AC1-97F4-BC8CB1804D08}" type="pres">
      <dgm:prSet presAssocID="{00071147-F4B2-4AC6-9367-5DC3FA0510F4}" presName="rootConnector" presStyleLbl="node2" presStyleIdx="0" presStyleCnt="6"/>
      <dgm:spPr/>
    </dgm:pt>
    <dgm:pt modelId="{98346F26-F834-41B1-907C-B7A683D4E431}" type="pres">
      <dgm:prSet presAssocID="{00071147-F4B2-4AC6-9367-5DC3FA0510F4}" presName="hierChild4" presStyleCnt="0"/>
      <dgm:spPr/>
    </dgm:pt>
    <dgm:pt modelId="{6589F3F4-6F7C-481E-80D6-87680F8620E4}" type="pres">
      <dgm:prSet presAssocID="{00071147-F4B2-4AC6-9367-5DC3FA0510F4}" presName="hierChild5" presStyleCnt="0"/>
      <dgm:spPr/>
    </dgm:pt>
    <dgm:pt modelId="{76F9E855-8E52-447B-B682-1C4271B4C2BE}" type="pres">
      <dgm:prSet presAssocID="{8425EB16-8B68-42FD-ACFB-2918543F3571}" presName="Name48" presStyleLbl="parChTrans1D2" presStyleIdx="1" presStyleCnt="6"/>
      <dgm:spPr/>
    </dgm:pt>
    <dgm:pt modelId="{B5A2079C-9459-45FD-8C69-8E92B3DD7D8F}" type="pres">
      <dgm:prSet presAssocID="{EE303CBF-4175-4013-ABD7-D7832DDCB4D3}" presName="hierRoot2" presStyleCnt="0">
        <dgm:presLayoutVars>
          <dgm:hierBranch val="init"/>
        </dgm:presLayoutVars>
      </dgm:prSet>
      <dgm:spPr/>
    </dgm:pt>
    <dgm:pt modelId="{AE13B3EB-B396-4DEE-A70C-240939CA60E6}" type="pres">
      <dgm:prSet presAssocID="{EE303CBF-4175-4013-ABD7-D7832DDCB4D3}" presName="rootComposite" presStyleCnt="0"/>
      <dgm:spPr/>
    </dgm:pt>
    <dgm:pt modelId="{340E49CD-E4B0-4729-87C8-94B2DE060E6F}" type="pres">
      <dgm:prSet presAssocID="{EE303CBF-4175-4013-ABD7-D7832DDCB4D3}" presName="rootText" presStyleLbl="node2" presStyleIdx="1" presStyleCnt="6">
        <dgm:presLayoutVars>
          <dgm:chPref val="3"/>
        </dgm:presLayoutVars>
      </dgm:prSet>
      <dgm:spPr/>
    </dgm:pt>
    <dgm:pt modelId="{25219975-8770-49D6-B04F-01FB630D04C3}" type="pres">
      <dgm:prSet presAssocID="{EE303CBF-4175-4013-ABD7-D7832DDCB4D3}" presName="rootConnector" presStyleLbl="node2" presStyleIdx="1" presStyleCnt="6"/>
      <dgm:spPr/>
    </dgm:pt>
    <dgm:pt modelId="{DC87EE5C-4CAE-453E-8896-07CDA15DD230}" type="pres">
      <dgm:prSet presAssocID="{EE303CBF-4175-4013-ABD7-D7832DDCB4D3}" presName="hierChild4" presStyleCnt="0"/>
      <dgm:spPr/>
    </dgm:pt>
    <dgm:pt modelId="{AAB64D20-3F70-46C5-A9CB-DB70BE6E204E}" type="pres">
      <dgm:prSet presAssocID="{EE303CBF-4175-4013-ABD7-D7832DDCB4D3}" presName="hierChild5" presStyleCnt="0"/>
      <dgm:spPr/>
    </dgm:pt>
    <dgm:pt modelId="{82B30873-E5D4-410B-9571-EC471856AA4C}" type="pres">
      <dgm:prSet presAssocID="{989A628E-C182-4286-AED0-BACAEAE94234}" presName="Name48" presStyleLbl="parChTrans1D2" presStyleIdx="2" presStyleCnt="6"/>
      <dgm:spPr/>
    </dgm:pt>
    <dgm:pt modelId="{AE10B8E8-333E-434A-AA39-EE388B4D9D55}" type="pres">
      <dgm:prSet presAssocID="{A149DD43-A352-484B-BCFF-4DD00B109A25}" presName="hierRoot2" presStyleCnt="0">
        <dgm:presLayoutVars>
          <dgm:hierBranch val="init"/>
        </dgm:presLayoutVars>
      </dgm:prSet>
      <dgm:spPr/>
    </dgm:pt>
    <dgm:pt modelId="{DDFB0C22-6E7F-42DB-BD0B-4EAC1FAACD52}" type="pres">
      <dgm:prSet presAssocID="{A149DD43-A352-484B-BCFF-4DD00B109A25}" presName="rootComposite" presStyleCnt="0"/>
      <dgm:spPr/>
    </dgm:pt>
    <dgm:pt modelId="{BC229DE0-F7A4-4553-B835-D21096967839}" type="pres">
      <dgm:prSet presAssocID="{A149DD43-A352-484B-BCFF-4DD00B109A25}" presName="rootText" presStyleLbl="node2" presStyleIdx="2" presStyleCnt="6">
        <dgm:presLayoutVars>
          <dgm:chPref val="3"/>
        </dgm:presLayoutVars>
      </dgm:prSet>
      <dgm:spPr/>
    </dgm:pt>
    <dgm:pt modelId="{D3CF81C4-2753-4908-86E9-49915C91F495}" type="pres">
      <dgm:prSet presAssocID="{A149DD43-A352-484B-BCFF-4DD00B109A25}" presName="rootConnector" presStyleLbl="node2" presStyleIdx="2" presStyleCnt="6"/>
      <dgm:spPr/>
    </dgm:pt>
    <dgm:pt modelId="{60DCFC71-3C59-4168-B591-8FBEFADC2FAA}" type="pres">
      <dgm:prSet presAssocID="{A149DD43-A352-484B-BCFF-4DD00B109A25}" presName="hierChild4" presStyleCnt="0"/>
      <dgm:spPr/>
    </dgm:pt>
    <dgm:pt modelId="{A179F0F5-CE16-4447-8255-4BC95CC98663}" type="pres">
      <dgm:prSet presAssocID="{A149DD43-A352-484B-BCFF-4DD00B109A25}" presName="hierChild5" presStyleCnt="0"/>
      <dgm:spPr/>
    </dgm:pt>
    <dgm:pt modelId="{689D0414-911A-4B60-A4D4-D7E2B54BE5E7}" type="pres">
      <dgm:prSet presAssocID="{25236DAA-B119-41D8-A887-3926210A5840}" presName="Name48" presStyleLbl="parChTrans1D2" presStyleIdx="3" presStyleCnt="6"/>
      <dgm:spPr/>
    </dgm:pt>
    <dgm:pt modelId="{8FD15E19-70DA-4C8A-9338-7F47FF31FD7A}" type="pres">
      <dgm:prSet presAssocID="{62D17D11-5B2E-42D2-8A2E-0F57C8B60298}" presName="hierRoot2" presStyleCnt="0">
        <dgm:presLayoutVars>
          <dgm:hierBranch val="init"/>
        </dgm:presLayoutVars>
      </dgm:prSet>
      <dgm:spPr/>
    </dgm:pt>
    <dgm:pt modelId="{80DCF457-305A-4799-9EA0-876F0B9C93CA}" type="pres">
      <dgm:prSet presAssocID="{62D17D11-5B2E-42D2-8A2E-0F57C8B60298}" presName="rootComposite" presStyleCnt="0"/>
      <dgm:spPr/>
    </dgm:pt>
    <dgm:pt modelId="{94C9DD66-620A-47C2-936D-5B25A85D06D8}" type="pres">
      <dgm:prSet presAssocID="{62D17D11-5B2E-42D2-8A2E-0F57C8B60298}" presName="rootText" presStyleLbl="node2" presStyleIdx="3" presStyleCnt="6">
        <dgm:presLayoutVars>
          <dgm:chPref val="3"/>
        </dgm:presLayoutVars>
      </dgm:prSet>
      <dgm:spPr/>
    </dgm:pt>
    <dgm:pt modelId="{628D22E3-EA7D-42F5-AB6E-30DA9B0E1EC3}" type="pres">
      <dgm:prSet presAssocID="{62D17D11-5B2E-42D2-8A2E-0F57C8B60298}" presName="rootConnector" presStyleLbl="node2" presStyleIdx="3" presStyleCnt="6"/>
      <dgm:spPr/>
    </dgm:pt>
    <dgm:pt modelId="{05B1BF9C-E8E9-4AA5-A9A4-A901DBFFD43E}" type="pres">
      <dgm:prSet presAssocID="{62D17D11-5B2E-42D2-8A2E-0F57C8B60298}" presName="hierChild4" presStyleCnt="0"/>
      <dgm:spPr/>
    </dgm:pt>
    <dgm:pt modelId="{9CE02341-AF5C-43F3-A753-B9543F68FBC0}" type="pres">
      <dgm:prSet presAssocID="{62D17D11-5B2E-42D2-8A2E-0F57C8B60298}" presName="hierChild5" presStyleCnt="0"/>
      <dgm:spPr/>
    </dgm:pt>
    <dgm:pt modelId="{3320325F-43D1-4D30-A07A-617B9052AD71}" type="pres">
      <dgm:prSet presAssocID="{5BA5CD68-651E-4917-A144-173025CD09CE}" presName="Name48" presStyleLbl="parChTrans1D2" presStyleIdx="4" presStyleCnt="6"/>
      <dgm:spPr/>
    </dgm:pt>
    <dgm:pt modelId="{571F240A-4864-41F2-93C9-92A66B00F5B8}" type="pres">
      <dgm:prSet presAssocID="{A7B050F5-06E1-4705-BE7A-60C72CA3CF0D}" presName="hierRoot2" presStyleCnt="0">
        <dgm:presLayoutVars>
          <dgm:hierBranch val="init"/>
        </dgm:presLayoutVars>
      </dgm:prSet>
      <dgm:spPr/>
    </dgm:pt>
    <dgm:pt modelId="{6E645388-F5B9-44B5-A388-75ACCDA79C91}" type="pres">
      <dgm:prSet presAssocID="{A7B050F5-06E1-4705-BE7A-60C72CA3CF0D}" presName="rootComposite" presStyleCnt="0"/>
      <dgm:spPr/>
    </dgm:pt>
    <dgm:pt modelId="{63E8BA2B-AB9A-4B5C-9E5B-26DC0DDF49B1}" type="pres">
      <dgm:prSet presAssocID="{A7B050F5-06E1-4705-BE7A-60C72CA3CF0D}" presName="rootText" presStyleLbl="node2" presStyleIdx="4" presStyleCnt="6">
        <dgm:presLayoutVars>
          <dgm:chPref val="3"/>
        </dgm:presLayoutVars>
      </dgm:prSet>
      <dgm:spPr/>
    </dgm:pt>
    <dgm:pt modelId="{2987A41B-9303-4A27-B103-C05D9967CCDC}" type="pres">
      <dgm:prSet presAssocID="{A7B050F5-06E1-4705-BE7A-60C72CA3CF0D}" presName="rootConnector" presStyleLbl="node2" presStyleIdx="4" presStyleCnt="6"/>
      <dgm:spPr/>
    </dgm:pt>
    <dgm:pt modelId="{843FBACB-8BA6-4A1D-9953-4F39DDADD29F}" type="pres">
      <dgm:prSet presAssocID="{A7B050F5-06E1-4705-BE7A-60C72CA3CF0D}" presName="hierChild4" presStyleCnt="0"/>
      <dgm:spPr/>
    </dgm:pt>
    <dgm:pt modelId="{90CC2BD6-3322-45DF-A388-90F31901C9CD}" type="pres">
      <dgm:prSet presAssocID="{A7B050F5-06E1-4705-BE7A-60C72CA3CF0D}" presName="hierChild5" presStyleCnt="0"/>
      <dgm:spPr/>
    </dgm:pt>
    <dgm:pt modelId="{7999BE6A-0E9D-4D18-9E0E-4F5C97F9202C}" type="pres">
      <dgm:prSet presAssocID="{8096C942-F497-4E1F-B43D-4C1F22C0FEE3}" presName="Name48" presStyleLbl="parChTrans1D2" presStyleIdx="5" presStyleCnt="6"/>
      <dgm:spPr/>
    </dgm:pt>
    <dgm:pt modelId="{950AC100-1A91-4349-ABB7-0531014B43E8}" type="pres">
      <dgm:prSet presAssocID="{13864E19-18AD-4DB4-9D24-6F3E0D1C013B}" presName="hierRoot2" presStyleCnt="0">
        <dgm:presLayoutVars>
          <dgm:hierBranch val="init"/>
        </dgm:presLayoutVars>
      </dgm:prSet>
      <dgm:spPr/>
    </dgm:pt>
    <dgm:pt modelId="{6ECBDBF7-47EF-404F-B1C5-4386A801E00A}" type="pres">
      <dgm:prSet presAssocID="{13864E19-18AD-4DB4-9D24-6F3E0D1C013B}" presName="rootComposite" presStyleCnt="0"/>
      <dgm:spPr/>
    </dgm:pt>
    <dgm:pt modelId="{694F4A1E-19E0-4432-857B-6B64A8687844}" type="pres">
      <dgm:prSet presAssocID="{13864E19-18AD-4DB4-9D24-6F3E0D1C013B}" presName="rootText" presStyleLbl="node2" presStyleIdx="5" presStyleCnt="6">
        <dgm:presLayoutVars>
          <dgm:chPref val="3"/>
        </dgm:presLayoutVars>
      </dgm:prSet>
      <dgm:spPr/>
    </dgm:pt>
    <dgm:pt modelId="{94C58B74-ADD0-4983-8B20-CE8A125B2955}" type="pres">
      <dgm:prSet presAssocID="{13864E19-18AD-4DB4-9D24-6F3E0D1C013B}" presName="rootConnector" presStyleLbl="node2" presStyleIdx="5" presStyleCnt="6"/>
      <dgm:spPr/>
    </dgm:pt>
    <dgm:pt modelId="{EEEEDBC2-F82B-4A74-A5F6-18F300EB2374}" type="pres">
      <dgm:prSet presAssocID="{13864E19-18AD-4DB4-9D24-6F3E0D1C013B}" presName="hierChild4" presStyleCnt="0"/>
      <dgm:spPr/>
    </dgm:pt>
    <dgm:pt modelId="{6462DE5D-92C5-44FF-A24A-A442BF175F21}" type="pres">
      <dgm:prSet presAssocID="{13864E19-18AD-4DB4-9D24-6F3E0D1C013B}" presName="hierChild5" presStyleCnt="0"/>
      <dgm:spPr/>
    </dgm:pt>
    <dgm:pt modelId="{F4BB3807-E1E3-497E-A0E5-F1DA81004716}" type="pres">
      <dgm:prSet presAssocID="{22AAB52A-F50E-450E-A45B-AA76C6E60155}" presName="hierChild3" presStyleCnt="0"/>
      <dgm:spPr/>
    </dgm:pt>
  </dgm:ptLst>
  <dgm:cxnLst>
    <dgm:cxn modelId="{AFD1CC16-3C14-4C4C-B5AE-620B15750B74}" srcId="{22AAB52A-F50E-450E-A45B-AA76C6E60155}" destId="{62D17D11-5B2E-42D2-8A2E-0F57C8B60298}" srcOrd="3" destOrd="0" parTransId="{25236DAA-B119-41D8-A887-3926210A5840}" sibTransId="{9B0E9FC0-7E64-4CD8-918B-38E85E4D8420}"/>
    <dgm:cxn modelId="{B06C0D37-A05D-43A1-B76C-D069AE23F9E0}" srcId="{22AAB52A-F50E-450E-A45B-AA76C6E60155}" destId="{A149DD43-A352-484B-BCFF-4DD00B109A25}" srcOrd="2" destOrd="0" parTransId="{989A628E-C182-4286-AED0-BACAEAE94234}" sibTransId="{5BF7FBAD-60DC-4C10-BC98-0DC73BDB4AEA}"/>
    <dgm:cxn modelId="{436C7740-8F4F-40A2-9796-B77E73603D4F}" type="presOf" srcId="{22AAB52A-F50E-450E-A45B-AA76C6E60155}" destId="{2F8C74D8-1EF0-4609-84FB-25532547BD99}" srcOrd="0" destOrd="0" presId="urn:microsoft.com/office/officeart/2005/8/layout/orgChart1"/>
    <dgm:cxn modelId="{3FACDC5F-F685-475B-AA5E-24581B093159}" type="presOf" srcId="{EE303CBF-4175-4013-ABD7-D7832DDCB4D3}" destId="{340E49CD-E4B0-4729-87C8-94B2DE060E6F}" srcOrd="0" destOrd="0" presId="urn:microsoft.com/office/officeart/2005/8/layout/orgChart1"/>
    <dgm:cxn modelId="{7C604962-F3F3-44F9-AE16-190A5ECADD8D}" type="presOf" srcId="{13864E19-18AD-4DB4-9D24-6F3E0D1C013B}" destId="{694F4A1E-19E0-4432-857B-6B64A8687844}" srcOrd="0" destOrd="0" presId="urn:microsoft.com/office/officeart/2005/8/layout/orgChart1"/>
    <dgm:cxn modelId="{0F083D49-6FAA-418F-A8EE-906F74EB859B}" type="presOf" srcId="{25236DAA-B119-41D8-A887-3926210A5840}" destId="{689D0414-911A-4B60-A4D4-D7E2B54BE5E7}" srcOrd="0" destOrd="0" presId="urn:microsoft.com/office/officeart/2005/8/layout/orgChart1"/>
    <dgm:cxn modelId="{11C29B50-4851-43E2-8C7E-88CBE031DA9F}" type="presOf" srcId="{5BA5CD68-651E-4917-A144-173025CD09CE}" destId="{3320325F-43D1-4D30-A07A-617B9052AD71}" srcOrd="0" destOrd="0" presId="urn:microsoft.com/office/officeart/2005/8/layout/orgChart1"/>
    <dgm:cxn modelId="{32FEB658-8E12-4769-86F9-A5518E2101C4}" type="presOf" srcId="{A7B050F5-06E1-4705-BE7A-60C72CA3CF0D}" destId="{63E8BA2B-AB9A-4B5C-9E5B-26DC0DDF49B1}" srcOrd="0" destOrd="0" presId="urn:microsoft.com/office/officeart/2005/8/layout/orgChart1"/>
    <dgm:cxn modelId="{7569D879-7406-493C-AE44-8590A448A1B5}" srcId="{22AAB52A-F50E-450E-A45B-AA76C6E60155}" destId="{A7B050F5-06E1-4705-BE7A-60C72CA3CF0D}" srcOrd="4" destOrd="0" parTransId="{5BA5CD68-651E-4917-A144-173025CD09CE}" sibTransId="{984E30F3-7134-4A62-9927-BB1C4695BB54}"/>
    <dgm:cxn modelId="{CFB40D5A-D100-417B-AA50-7919C4F9E558}" srcId="{22AAB52A-F50E-450E-A45B-AA76C6E60155}" destId="{13864E19-18AD-4DB4-9D24-6F3E0D1C013B}" srcOrd="5" destOrd="0" parTransId="{8096C942-F497-4E1F-B43D-4C1F22C0FEE3}" sibTransId="{3B0FDBB7-97DC-4A4F-95D1-BC742289E6DF}"/>
    <dgm:cxn modelId="{A174825A-24B4-4B6F-8F03-C1B0EBD8DF8F}" type="presOf" srcId="{A7B050F5-06E1-4705-BE7A-60C72CA3CF0D}" destId="{2987A41B-9303-4A27-B103-C05D9967CCDC}" srcOrd="1" destOrd="0" presId="urn:microsoft.com/office/officeart/2005/8/layout/orgChart1"/>
    <dgm:cxn modelId="{EE6ABF7B-9B2D-4EC2-9E44-897BC05CE9B7}" type="presOf" srcId="{A149DD43-A352-484B-BCFF-4DD00B109A25}" destId="{BC229DE0-F7A4-4553-B835-D21096967839}" srcOrd="0" destOrd="0" presId="urn:microsoft.com/office/officeart/2005/8/layout/orgChart1"/>
    <dgm:cxn modelId="{260D997F-E975-41BD-83B8-0D2B05748188}" type="presOf" srcId="{989A628E-C182-4286-AED0-BACAEAE94234}" destId="{82B30873-E5D4-410B-9571-EC471856AA4C}" srcOrd="0" destOrd="0" presId="urn:microsoft.com/office/officeart/2005/8/layout/orgChart1"/>
    <dgm:cxn modelId="{F9E2CE8B-61F7-4948-9B59-E28CC6387A6B}" type="presOf" srcId="{9806DEA8-F325-4BC2-BE52-585E2948CFB3}" destId="{FC0D5DA3-7F08-40C9-A39B-512D9ACDB8BB}" srcOrd="0" destOrd="0" presId="urn:microsoft.com/office/officeart/2005/8/layout/orgChart1"/>
    <dgm:cxn modelId="{2E566D95-622D-4105-8EBC-3F203672698E}" type="presOf" srcId="{EE303CBF-4175-4013-ABD7-D7832DDCB4D3}" destId="{25219975-8770-49D6-B04F-01FB630D04C3}" srcOrd="1" destOrd="0" presId="urn:microsoft.com/office/officeart/2005/8/layout/orgChart1"/>
    <dgm:cxn modelId="{AEC67096-20FC-480D-97F0-F2F564BD9E8A}" srcId="{9806DEA8-F325-4BC2-BE52-585E2948CFB3}" destId="{22AAB52A-F50E-450E-A45B-AA76C6E60155}" srcOrd="0" destOrd="0" parTransId="{111B3508-DF67-4D45-82A6-7B60B4D41864}" sibTransId="{773A98D1-1721-4740-BBBC-EE4ECE532058}"/>
    <dgm:cxn modelId="{259C009D-B810-4FC1-8BD0-8958F055A4D8}" type="presOf" srcId="{13864E19-18AD-4DB4-9D24-6F3E0D1C013B}" destId="{94C58B74-ADD0-4983-8B20-CE8A125B2955}" srcOrd="1" destOrd="0" presId="urn:microsoft.com/office/officeart/2005/8/layout/orgChart1"/>
    <dgm:cxn modelId="{9368F8A2-5180-4C94-B300-DAAE8C7D9698}" type="presOf" srcId="{22AAB52A-F50E-450E-A45B-AA76C6E60155}" destId="{56909A3B-DB1D-4BDB-A067-9CA3225FF8B7}" srcOrd="1" destOrd="0" presId="urn:microsoft.com/office/officeart/2005/8/layout/orgChart1"/>
    <dgm:cxn modelId="{E7FCF5C4-9ACF-4221-88B2-12F7CD626E59}" type="presOf" srcId="{62D17D11-5B2E-42D2-8A2E-0F57C8B60298}" destId="{628D22E3-EA7D-42F5-AB6E-30DA9B0E1EC3}" srcOrd="1" destOrd="0" presId="urn:microsoft.com/office/officeart/2005/8/layout/orgChart1"/>
    <dgm:cxn modelId="{FEB20BC6-9E74-408C-B1B6-575DCCF05CD6}" type="presOf" srcId="{62D17D11-5B2E-42D2-8A2E-0F57C8B60298}" destId="{94C9DD66-620A-47C2-936D-5B25A85D06D8}" srcOrd="0" destOrd="0" presId="urn:microsoft.com/office/officeart/2005/8/layout/orgChart1"/>
    <dgm:cxn modelId="{3B16A7C6-BF20-4154-93EE-4928C9910545}" srcId="{22AAB52A-F50E-450E-A45B-AA76C6E60155}" destId="{00071147-F4B2-4AC6-9367-5DC3FA0510F4}" srcOrd="0" destOrd="0" parTransId="{15873E4C-DBF8-4F83-A561-F85B149153F3}" sibTransId="{A60256E8-8A5A-42EF-8C00-419D03BC1635}"/>
    <dgm:cxn modelId="{75A269DB-7642-4AB5-B1E8-2FEBA4C2FF9B}" type="presOf" srcId="{15873E4C-DBF8-4F83-A561-F85B149153F3}" destId="{EEB63D60-B052-4B7C-B3BC-294241CF008A}" srcOrd="0" destOrd="0" presId="urn:microsoft.com/office/officeart/2005/8/layout/orgChart1"/>
    <dgm:cxn modelId="{4C063ADC-B24E-4D35-94BC-77D545EB8E62}" type="presOf" srcId="{00071147-F4B2-4AC6-9367-5DC3FA0510F4}" destId="{82E26683-6004-4AC1-97F4-BC8CB1804D08}" srcOrd="1" destOrd="0" presId="urn:microsoft.com/office/officeart/2005/8/layout/orgChart1"/>
    <dgm:cxn modelId="{8CA21CE1-FCB1-4773-B4AB-CC9988AE577C}" type="presOf" srcId="{A149DD43-A352-484B-BCFF-4DD00B109A25}" destId="{D3CF81C4-2753-4908-86E9-49915C91F495}" srcOrd="1" destOrd="0" presId="urn:microsoft.com/office/officeart/2005/8/layout/orgChart1"/>
    <dgm:cxn modelId="{EAF124EE-D245-4FAB-B5B5-324A78848908}" type="presOf" srcId="{00071147-F4B2-4AC6-9367-5DC3FA0510F4}" destId="{BD1C8E53-9BE8-4B0F-9765-020107A169D2}" srcOrd="0" destOrd="0" presId="urn:microsoft.com/office/officeart/2005/8/layout/orgChart1"/>
    <dgm:cxn modelId="{BF3A08EF-3AE9-4DDE-8BBD-DE7FE96B1836}" type="presOf" srcId="{8425EB16-8B68-42FD-ACFB-2918543F3571}" destId="{76F9E855-8E52-447B-B682-1C4271B4C2BE}" srcOrd="0" destOrd="0" presId="urn:microsoft.com/office/officeart/2005/8/layout/orgChart1"/>
    <dgm:cxn modelId="{22AE01F7-662A-42C8-83ED-5BC42513936C}" srcId="{22AAB52A-F50E-450E-A45B-AA76C6E60155}" destId="{EE303CBF-4175-4013-ABD7-D7832DDCB4D3}" srcOrd="1" destOrd="0" parTransId="{8425EB16-8B68-42FD-ACFB-2918543F3571}" sibTransId="{88E92BE7-E28A-416C-BAFC-09FE766F5D2F}"/>
    <dgm:cxn modelId="{E4381DF9-074C-4435-8087-BD8A4937A374}" type="presOf" srcId="{8096C942-F497-4E1F-B43D-4C1F22C0FEE3}" destId="{7999BE6A-0E9D-4D18-9E0E-4F5C97F9202C}" srcOrd="0" destOrd="0" presId="urn:microsoft.com/office/officeart/2005/8/layout/orgChart1"/>
    <dgm:cxn modelId="{D2BDE93E-43E3-4DCC-A87B-79F20C589BD2}" type="presParOf" srcId="{FC0D5DA3-7F08-40C9-A39B-512D9ACDB8BB}" destId="{F0525BF0-33D3-418F-9953-634B9FB18727}" srcOrd="0" destOrd="0" presId="urn:microsoft.com/office/officeart/2005/8/layout/orgChart1"/>
    <dgm:cxn modelId="{ED889765-2A8D-4941-AB34-6A53338F36F3}" type="presParOf" srcId="{F0525BF0-33D3-418F-9953-634B9FB18727}" destId="{79CF8B2B-BFAA-446C-97A0-4ED1436B844A}" srcOrd="0" destOrd="0" presId="urn:microsoft.com/office/officeart/2005/8/layout/orgChart1"/>
    <dgm:cxn modelId="{177C9BE3-2AB4-490F-81F9-C885AC7DA152}" type="presParOf" srcId="{79CF8B2B-BFAA-446C-97A0-4ED1436B844A}" destId="{2F8C74D8-1EF0-4609-84FB-25532547BD99}" srcOrd="0" destOrd="0" presId="urn:microsoft.com/office/officeart/2005/8/layout/orgChart1"/>
    <dgm:cxn modelId="{C6397F0C-E948-4B7C-848E-F6EA7A2D1D8B}" type="presParOf" srcId="{79CF8B2B-BFAA-446C-97A0-4ED1436B844A}" destId="{56909A3B-DB1D-4BDB-A067-9CA3225FF8B7}" srcOrd="1" destOrd="0" presId="urn:microsoft.com/office/officeart/2005/8/layout/orgChart1"/>
    <dgm:cxn modelId="{A6F8B720-3E13-4AEC-AA55-6CAD11B07D71}" type="presParOf" srcId="{F0525BF0-33D3-418F-9953-634B9FB18727}" destId="{A6C36A4F-187C-4038-BC17-8914E44B2813}" srcOrd="1" destOrd="0" presId="urn:microsoft.com/office/officeart/2005/8/layout/orgChart1"/>
    <dgm:cxn modelId="{2629639E-FEF5-4930-A614-C27540B0DC37}" type="presParOf" srcId="{A6C36A4F-187C-4038-BC17-8914E44B2813}" destId="{EEB63D60-B052-4B7C-B3BC-294241CF008A}" srcOrd="0" destOrd="0" presId="urn:microsoft.com/office/officeart/2005/8/layout/orgChart1"/>
    <dgm:cxn modelId="{872F0B91-A4FE-4C9D-8D10-4D4B1CD3CBC9}" type="presParOf" srcId="{A6C36A4F-187C-4038-BC17-8914E44B2813}" destId="{A57C3137-F766-4FD8-AC3A-805708DA3A87}" srcOrd="1" destOrd="0" presId="urn:microsoft.com/office/officeart/2005/8/layout/orgChart1"/>
    <dgm:cxn modelId="{D34D3A90-1454-4406-AC52-FB230710E465}" type="presParOf" srcId="{A57C3137-F766-4FD8-AC3A-805708DA3A87}" destId="{018419EB-73E1-4E6E-BC3D-FC6D22A50F5D}" srcOrd="0" destOrd="0" presId="urn:microsoft.com/office/officeart/2005/8/layout/orgChart1"/>
    <dgm:cxn modelId="{FC9B4E69-5D26-4953-B199-4350FADC8C46}" type="presParOf" srcId="{018419EB-73E1-4E6E-BC3D-FC6D22A50F5D}" destId="{BD1C8E53-9BE8-4B0F-9765-020107A169D2}" srcOrd="0" destOrd="0" presId="urn:microsoft.com/office/officeart/2005/8/layout/orgChart1"/>
    <dgm:cxn modelId="{B9B8B10D-8819-40E5-A33D-9DF2F68A892C}" type="presParOf" srcId="{018419EB-73E1-4E6E-BC3D-FC6D22A50F5D}" destId="{82E26683-6004-4AC1-97F4-BC8CB1804D08}" srcOrd="1" destOrd="0" presId="urn:microsoft.com/office/officeart/2005/8/layout/orgChart1"/>
    <dgm:cxn modelId="{E89C3A91-4F85-4876-9E67-AAD79732B348}" type="presParOf" srcId="{A57C3137-F766-4FD8-AC3A-805708DA3A87}" destId="{98346F26-F834-41B1-907C-B7A683D4E431}" srcOrd="1" destOrd="0" presId="urn:microsoft.com/office/officeart/2005/8/layout/orgChart1"/>
    <dgm:cxn modelId="{C4F1D63E-4037-4408-AB59-2BBA5A213FE7}" type="presParOf" srcId="{A57C3137-F766-4FD8-AC3A-805708DA3A87}" destId="{6589F3F4-6F7C-481E-80D6-87680F8620E4}" srcOrd="2" destOrd="0" presId="urn:microsoft.com/office/officeart/2005/8/layout/orgChart1"/>
    <dgm:cxn modelId="{211252B2-C438-44C9-8EA9-383F62B2B366}" type="presParOf" srcId="{A6C36A4F-187C-4038-BC17-8914E44B2813}" destId="{76F9E855-8E52-447B-B682-1C4271B4C2BE}" srcOrd="2" destOrd="0" presId="urn:microsoft.com/office/officeart/2005/8/layout/orgChart1"/>
    <dgm:cxn modelId="{6E5B252D-1CE4-4DE9-BDFC-682475A23E39}" type="presParOf" srcId="{A6C36A4F-187C-4038-BC17-8914E44B2813}" destId="{B5A2079C-9459-45FD-8C69-8E92B3DD7D8F}" srcOrd="3" destOrd="0" presId="urn:microsoft.com/office/officeart/2005/8/layout/orgChart1"/>
    <dgm:cxn modelId="{D8282363-022E-4D7D-A698-D0EB50D7F59A}" type="presParOf" srcId="{B5A2079C-9459-45FD-8C69-8E92B3DD7D8F}" destId="{AE13B3EB-B396-4DEE-A70C-240939CA60E6}" srcOrd="0" destOrd="0" presId="urn:microsoft.com/office/officeart/2005/8/layout/orgChart1"/>
    <dgm:cxn modelId="{50449494-8462-4079-8158-4D2A0EBA0161}" type="presParOf" srcId="{AE13B3EB-B396-4DEE-A70C-240939CA60E6}" destId="{340E49CD-E4B0-4729-87C8-94B2DE060E6F}" srcOrd="0" destOrd="0" presId="urn:microsoft.com/office/officeart/2005/8/layout/orgChart1"/>
    <dgm:cxn modelId="{03369CC0-5483-4770-9F1A-DB1EC156D291}" type="presParOf" srcId="{AE13B3EB-B396-4DEE-A70C-240939CA60E6}" destId="{25219975-8770-49D6-B04F-01FB630D04C3}" srcOrd="1" destOrd="0" presId="urn:microsoft.com/office/officeart/2005/8/layout/orgChart1"/>
    <dgm:cxn modelId="{213C087E-5AE6-48F6-A6F7-5D034F29EAA4}" type="presParOf" srcId="{B5A2079C-9459-45FD-8C69-8E92B3DD7D8F}" destId="{DC87EE5C-4CAE-453E-8896-07CDA15DD230}" srcOrd="1" destOrd="0" presId="urn:microsoft.com/office/officeart/2005/8/layout/orgChart1"/>
    <dgm:cxn modelId="{29729BBA-AFCA-4707-8971-A42436BC5DCB}" type="presParOf" srcId="{B5A2079C-9459-45FD-8C69-8E92B3DD7D8F}" destId="{AAB64D20-3F70-46C5-A9CB-DB70BE6E204E}" srcOrd="2" destOrd="0" presId="urn:microsoft.com/office/officeart/2005/8/layout/orgChart1"/>
    <dgm:cxn modelId="{BC8CB8E5-C3FB-4D76-84BD-164BF05A4615}" type="presParOf" srcId="{A6C36A4F-187C-4038-BC17-8914E44B2813}" destId="{82B30873-E5D4-410B-9571-EC471856AA4C}" srcOrd="4" destOrd="0" presId="urn:microsoft.com/office/officeart/2005/8/layout/orgChart1"/>
    <dgm:cxn modelId="{88AC007A-3E2C-40D9-B7A5-51826DD637F6}" type="presParOf" srcId="{A6C36A4F-187C-4038-BC17-8914E44B2813}" destId="{AE10B8E8-333E-434A-AA39-EE388B4D9D55}" srcOrd="5" destOrd="0" presId="urn:microsoft.com/office/officeart/2005/8/layout/orgChart1"/>
    <dgm:cxn modelId="{240F7E90-0B05-4F85-A0F7-A013E75E9264}" type="presParOf" srcId="{AE10B8E8-333E-434A-AA39-EE388B4D9D55}" destId="{DDFB0C22-6E7F-42DB-BD0B-4EAC1FAACD52}" srcOrd="0" destOrd="0" presId="urn:microsoft.com/office/officeart/2005/8/layout/orgChart1"/>
    <dgm:cxn modelId="{79678B12-DE85-4C61-963C-004D82423CDC}" type="presParOf" srcId="{DDFB0C22-6E7F-42DB-BD0B-4EAC1FAACD52}" destId="{BC229DE0-F7A4-4553-B835-D21096967839}" srcOrd="0" destOrd="0" presId="urn:microsoft.com/office/officeart/2005/8/layout/orgChart1"/>
    <dgm:cxn modelId="{4A71E7D3-B510-4A09-AA83-0B217FAEBDFD}" type="presParOf" srcId="{DDFB0C22-6E7F-42DB-BD0B-4EAC1FAACD52}" destId="{D3CF81C4-2753-4908-86E9-49915C91F495}" srcOrd="1" destOrd="0" presId="urn:microsoft.com/office/officeart/2005/8/layout/orgChart1"/>
    <dgm:cxn modelId="{E6BA835D-A523-4845-9D6F-F639441BA190}" type="presParOf" srcId="{AE10B8E8-333E-434A-AA39-EE388B4D9D55}" destId="{60DCFC71-3C59-4168-B591-8FBEFADC2FAA}" srcOrd="1" destOrd="0" presId="urn:microsoft.com/office/officeart/2005/8/layout/orgChart1"/>
    <dgm:cxn modelId="{89916657-647F-42FB-8E5E-C3E78D507940}" type="presParOf" srcId="{AE10B8E8-333E-434A-AA39-EE388B4D9D55}" destId="{A179F0F5-CE16-4447-8255-4BC95CC98663}" srcOrd="2" destOrd="0" presId="urn:microsoft.com/office/officeart/2005/8/layout/orgChart1"/>
    <dgm:cxn modelId="{08C81E4D-2355-425A-878B-5A8823F093F5}" type="presParOf" srcId="{A6C36A4F-187C-4038-BC17-8914E44B2813}" destId="{689D0414-911A-4B60-A4D4-D7E2B54BE5E7}" srcOrd="6" destOrd="0" presId="urn:microsoft.com/office/officeart/2005/8/layout/orgChart1"/>
    <dgm:cxn modelId="{110C1066-CAC0-4FDC-A59B-CC618F6F6F57}" type="presParOf" srcId="{A6C36A4F-187C-4038-BC17-8914E44B2813}" destId="{8FD15E19-70DA-4C8A-9338-7F47FF31FD7A}" srcOrd="7" destOrd="0" presId="urn:microsoft.com/office/officeart/2005/8/layout/orgChart1"/>
    <dgm:cxn modelId="{E46C326B-D099-49E2-B782-739062A5FF3E}" type="presParOf" srcId="{8FD15E19-70DA-4C8A-9338-7F47FF31FD7A}" destId="{80DCF457-305A-4799-9EA0-876F0B9C93CA}" srcOrd="0" destOrd="0" presId="urn:microsoft.com/office/officeart/2005/8/layout/orgChart1"/>
    <dgm:cxn modelId="{BE102594-E50E-49E3-801B-5B5074CFE645}" type="presParOf" srcId="{80DCF457-305A-4799-9EA0-876F0B9C93CA}" destId="{94C9DD66-620A-47C2-936D-5B25A85D06D8}" srcOrd="0" destOrd="0" presId="urn:microsoft.com/office/officeart/2005/8/layout/orgChart1"/>
    <dgm:cxn modelId="{29F54578-D44A-4095-82B9-B04120191466}" type="presParOf" srcId="{80DCF457-305A-4799-9EA0-876F0B9C93CA}" destId="{628D22E3-EA7D-42F5-AB6E-30DA9B0E1EC3}" srcOrd="1" destOrd="0" presId="urn:microsoft.com/office/officeart/2005/8/layout/orgChart1"/>
    <dgm:cxn modelId="{718822BF-E67B-499E-A8F6-02F6AC8BBEC9}" type="presParOf" srcId="{8FD15E19-70DA-4C8A-9338-7F47FF31FD7A}" destId="{05B1BF9C-E8E9-4AA5-A9A4-A901DBFFD43E}" srcOrd="1" destOrd="0" presId="urn:microsoft.com/office/officeart/2005/8/layout/orgChart1"/>
    <dgm:cxn modelId="{D4638FF2-B619-4334-BD69-2AA4F23379A5}" type="presParOf" srcId="{8FD15E19-70DA-4C8A-9338-7F47FF31FD7A}" destId="{9CE02341-AF5C-43F3-A753-B9543F68FBC0}" srcOrd="2" destOrd="0" presId="urn:microsoft.com/office/officeart/2005/8/layout/orgChart1"/>
    <dgm:cxn modelId="{EE170857-B4DC-46D4-A99A-ABE6BBD4C4D4}" type="presParOf" srcId="{A6C36A4F-187C-4038-BC17-8914E44B2813}" destId="{3320325F-43D1-4D30-A07A-617B9052AD71}" srcOrd="8" destOrd="0" presId="urn:microsoft.com/office/officeart/2005/8/layout/orgChart1"/>
    <dgm:cxn modelId="{F55BCB9E-FDD3-4EBF-92F7-10B329716EBE}" type="presParOf" srcId="{A6C36A4F-187C-4038-BC17-8914E44B2813}" destId="{571F240A-4864-41F2-93C9-92A66B00F5B8}" srcOrd="9" destOrd="0" presId="urn:microsoft.com/office/officeart/2005/8/layout/orgChart1"/>
    <dgm:cxn modelId="{D0C645F5-34AF-4E5D-BCA9-8C0BE003F862}" type="presParOf" srcId="{571F240A-4864-41F2-93C9-92A66B00F5B8}" destId="{6E645388-F5B9-44B5-A388-75ACCDA79C91}" srcOrd="0" destOrd="0" presId="urn:microsoft.com/office/officeart/2005/8/layout/orgChart1"/>
    <dgm:cxn modelId="{2DFA0CF3-78FB-4B42-AF72-1B5C10E85EAB}" type="presParOf" srcId="{6E645388-F5B9-44B5-A388-75ACCDA79C91}" destId="{63E8BA2B-AB9A-4B5C-9E5B-26DC0DDF49B1}" srcOrd="0" destOrd="0" presId="urn:microsoft.com/office/officeart/2005/8/layout/orgChart1"/>
    <dgm:cxn modelId="{45B4F526-0F76-43D8-A85B-43C794E0BA2D}" type="presParOf" srcId="{6E645388-F5B9-44B5-A388-75ACCDA79C91}" destId="{2987A41B-9303-4A27-B103-C05D9967CCDC}" srcOrd="1" destOrd="0" presId="urn:microsoft.com/office/officeart/2005/8/layout/orgChart1"/>
    <dgm:cxn modelId="{2A191EF3-4FFE-4D09-BDE1-1770237701E0}" type="presParOf" srcId="{571F240A-4864-41F2-93C9-92A66B00F5B8}" destId="{843FBACB-8BA6-4A1D-9953-4F39DDADD29F}" srcOrd="1" destOrd="0" presId="urn:microsoft.com/office/officeart/2005/8/layout/orgChart1"/>
    <dgm:cxn modelId="{850A4F8D-2A59-4D3D-BAA6-65D70C54CEDC}" type="presParOf" srcId="{571F240A-4864-41F2-93C9-92A66B00F5B8}" destId="{90CC2BD6-3322-45DF-A388-90F31901C9CD}" srcOrd="2" destOrd="0" presId="urn:microsoft.com/office/officeart/2005/8/layout/orgChart1"/>
    <dgm:cxn modelId="{4E0A743D-7A83-4553-AE7E-0C5754A64B23}" type="presParOf" srcId="{A6C36A4F-187C-4038-BC17-8914E44B2813}" destId="{7999BE6A-0E9D-4D18-9E0E-4F5C97F9202C}" srcOrd="10" destOrd="0" presId="urn:microsoft.com/office/officeart/2005/8/layout/orgChart1"/>
    <dgm:cxn modelId="{05306AC3-DE77-444A-9CCB-AEDB81BE8EFE}" type="presParOf" srcId="{A6C36A4F-187C-4038-BC17-8914E44B2813}" destId="{950AC100-1A91-4349-ABB7-0531014B43E8}" srcOrd="11" destOrd="0" presId="urn:microsoft.com/office/officeart/2005/8/layout/orgChart1"/>
    <dgm:cxn modelId="{58A1A3D4-A089-4C99-86AE-527E0EDEA710}" type="presParOf" srcId="{950AC100-1A91-4349-ABB7-0531014B43E8}" destId="{6ECBDBF7-47EF-404F-B1C5-4386A801E00A}" srcOrd="0" destOrd="0" presId="urn:microsoft.com/office/officeart/2005/8/layout/orgChart1"/>
    <dgm:cxn modelId="{9CED9DE6-002B-4AD9-8054-3D77F064899F}" type="presParOf" srcId="{6ECBDBF7-47EF-404F-B1C5-4386A801E00A}" destId="{694F4A1E-19E0-4432-857B-6B64A8687844}" srcOrd="0" destOrd="0" presId="urn:microsoft.com/office/officeart/2005/8/layout/orgChart1"/>
    <dgm:cxn modelId="{F8BE5879-DE5F-4E30-A205-60C1D8E6E6B9}" type="presParOf" srcId="{6ECBDBF7-47EF-404F-B1C5-4386A801E00A}" destId="{94C58B74-ADD0-4983-8B20-CE8A125B2955}" srcOrd="1" destOrd="0" presId="urn:microsoft.com/office/officeart/2005/8/layout/orgChart1"/>
    <dgm:cxn modelId="{9399ED63-33DF-441F-946F-D89FB4D13B57}" type="presParOf" srcId="{950AC100-1A91-4349-ABB7-0531014B43E8}" destId="{EEEEDBC2-F82B-4A74-A5F6-18F300EB2374}" srcOrd="1" destOrd="0" presId="urn:microsoft.com/office/officeart/2005/8/layout/orgChart1"/>
    <dgm:cxn modelId="{4645ACBC-493B-4E93-B7CA-76FCBF785B08}" type="presParOf" srcId="{950AC100-1A91-4349-ABB7-0531014B43E8}" destId="{6462DE5D-92C5-44FF-A24A-A442BF175F21}" srcOrd="2" destOrd="0" presId="urn:microsoft.com/office/officeart/2005/8/layout/orgChart1"/>
    <dgm:cxn modelId="{B7962B33-AAA1-4452-A659-1DD1026C30CA}" type="presParOf" srcId="{F0525BF0-33D3-418F-9953-634B9FB18727}" destId="{F4BB3807-E1E3-497E-A0E5-F1DA8100471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4" qsCatId="simple" csTypeId="urn:microsoft.com/office/officeart/2005/8/colors/accent0_1" csCatId="mainScheme" phldr="1"/>
      <dgm:spPr/>
      <dgm:t>
        <a:bodyPr/>
        <a:lstStyle/>
        <a:p>
          <a:endParaRPr lang="en-US"/>
        </a:p>
      </dgm:t>
    </dgm:pt>
    <dgm:pt modelId="{22AAB52A-F50E-450E-A45B-AA76C6E60155}">
      <dgm:prSet/>
      <dgm:spPr/>
      <dgm:t>
        <a:bodyPr/>
        <a:lstStyle/>
        <a:p>
          <a:pPr algn="ctr"/>
          <a:r>
            <a:rPr lang="en-US" noProof="0" dirty="0"/>
            <a:t>Technology</a:t>
          </a:r>
        </a:p>
      </dgm:t>
    </dgm:pt>
    <dgm:pt modelId="{111B3508-DF67-4D45-82A6-7B60B4D41864}" type="parTrans" cxnId="{AEC67096-20FC-480D-97F0-F2F564BD9E8A}">
      <dgm:prSet/>
      <dgm:spPr/>
      <dgm:t>
        <a:bodyPr/>
        <a:lstStyle/>
        <a:p>
          <a:pPr algn="ctr"/>
          <a:endParaRPr lang="en-US" noProof="0"/>
        </a:p>
      </dgm:t>
    </dgm:pt>
    <dgm:pt modelId="{773A98D1-1721-4740-BBBC-EE4ECE532058}" type="sibTrans" cxnId="{AEC67096-20FC-480D-97F0-F2F564BD9E8A}">
      <dgm:prSet/>
      <dgm:spPr/>
      <dgm:t>
        <a:bodyPr/>
        <a:lstStyle/>
        <a:p>
          <a:pPr algn="ctr"/>
          <a:endParaRPr lang="en-US" noProof="0"/>
        </a:p>
      </dgm:t>
    </dgm:pt>
    <dgm:pt modelId="{EE303CBF-4175-4013-ABD7-D7832DDCB4D3}">
      <dgm:prSet custT="1"/>
      <dgm:spPr>
        <a:solidFill>
          <a:srgbClr val="FFFFFF"/>
        </a:solidFill>
        <a:ln>
          <a:noFill/>
        </a:ln>
        <a:effectLst>
          <a:outerShdw blurRad="40000" dist="23000" dir="5400000" rotWithShape="0">
            <a:srgbClr val="000000">
              <a:alpha val="35000"/>
            </a:srgbClr>
          </a:outerShdw>
        </a:effectLst>
      </dgm:spPr>
      <dgm:t>
        <a:bodyPr spcFirstLastPara="0" vert="horz" wrap="square" lIns="10795" tIns="10795" rIns="10795" bIns="10795" numCol="1" spcCol="1270" anchor="ctr" anchorCtr="0"/>
        <a:lstStyle/>
        <a:p>
          <a:pPr marL="0" lvl="0" indent="0" algn="ctr" defTabSz="755650">
            <a:lnSpc>
              <a:spcPct val="90000"/>
            </a:lnSpc>
            <a:spcBef>
              <a:spcPct val="0"/>
            </a:spcBef>
            <a:spcAft>
              <a:spcPct val="35000"/>
            </a:spcAft>
            <a:buNone/>
          </a:pPr>
          <a:r>
            <a:rPr lang="en-US" sz="1700" kern="1200" noProof="0" dirty="0">
              <a:solidFill>
                <a:srgbClr val="000000">
                  <a:hueOff val="0"/>
                  <a:satOff val="0"/>
                  <a:lumOff val="0"/>
                  <a:alphaOff val="0"/>
                </a:srgbClr>
              </a:solidFill>
              <a:latin typeface="Times New Roman"/>
              <a:ea typeface="+mn-ea"/>
              <a:cs typeface="+mn-cs"/>
            </a:rPr>
            <a:t>LAN/ Clients /EUC</a:t>
          </a:r>
        </a:p>
      </dgm:t>
    </dgm:pt>
    <dgm:pt modelId="{8425EB16-8B68-42FD-ACFB-2918543F3571}" type="parTrans" cxnId="{22AE01F7-662A-42C8-83ED-5BC42513936C}">
      <dgm:prSet/>
      <dgm:spPr/>
      <dgm:t>
        <a:bodyPr/>
        <a:lstStyle/>
        <a:p>
          <a:endParaRPr lang="it-IT"/>
        </a:p>
      </dgm:t>
    </dgm:pt>
    <dgm:pt modelId="{88E92BE7-E28A-416C-BAFC-09FE766F5D2F}" type="sibTrans" cxnId="{22AE01F7-662A-42C8-83ED-5BC42513936C}">
      <dgm:prSet/>
      <dgm:spPr/>
      <dgm:t>
        <a:bodyPr/>
        <a:lstStyle/>
        <a:p>
          <a:endParaRPr lang="it-IT"/>
        </a:p>
      </dgm:t>
    </dgm:pt>
    <dgm:pt modelId="{A149DD43-A352-484B-BCFF-4DD00B109A25}">
      <dgm:prSet custT="1"/>
      <dgm:spPr>
        <a:solidFill>
          <a:srgbClr val="FFFFFF"/>
        </a:solidFill>
        <a:ln>
          <a:noFill/>
        </a:ln>
        <a:effectLst>
          <a:outerShdw blurRad="40000" dist="23000" dir="5400000" rotWithShape="0">
            <a:srgbClr val="000000">
              <a:alpha val="35000"/>
            </a:srgbClr>
          </a:outerShdw>
        </a:effectLst>
      </dgm:spPr>
      <dgm:t>
        <a:bodyPr spcFirstLastPara="0" vert="horz" wrap="square" lIns="10795" tIns="10795" rIns="10795" bIns="10795" numCol="1" spcCol="1270" anchor="ctr" anchorCtr="0"/>
        <a:lstStyle/>
        <a:p>
          <a:pPr marL="0" lvl="0" indent="0" algn="ctr" defTabSz="755650">
            <a:lnSpc>
              <a:spcPct val="90000"/>
            </a:lnSpc>
            <a:spcBef>
              <a:spcPct val="0"/>
            </a:spcBef>
            <a:spcAft>
              <a:spcPct val="35000"/>
            </a:spcAft>
            <a:buNone/>
          </a:pPr>
          <a:r>
            <a:rPr lang="en-US" sz="1700" kern="1200" noProof="0" dirty="0">
              <a:solidFill>
                <a:srgbClr val="000000">
                  <a:hueOff val="0"/>
                  <a:satOff val="0"/>
                  <a:lumOff val="0"/>
                  <a:alphaOff val="0"/>
                </a:srgbClr>
              </a:solidFill>
              <a:latin typeface="Times New Roman"/>
              <a:ea typeface="+mn-ea"/>
              <a:cs typeface="+mn-cs"/>
            </a:rPr>
            <a:t>Servers </a:t>
          </a:r>
        </a:p>
      </dgm:t>
    </dgm:pt>
    <dgm:pt modelId="{989A628E-C182-4286-AED0-BACAEAE94234}" type="parTrans" cxnId="{B06C0D37-A05D-43A1-B76C-D069AE23F9E0}">
      <dgm:prSet/>
      <dgm:spPr/>
      <dgm:t>
        <a:bodyPr/>
        <a:lstStyle/>
        <a:p>
          <a:endParaRPr lang="it-IT"/>
        </a:p>
      </dgm:t>
    </dgm:pt>
    <dgm:pt modelId="{5BF7FBAD-60DC-4C10-BC98-0DC73BDB4AEA}" type="sibTrans" cxnId="{B06C0D37-A05D-43A1-B76C-D069AE23F9E0}">
      <dgm:prSet/>
      <dgm:spPr/>
      <dgm:t>
        <a:bodyPr/>
        <a:lstStyle/>
        <a:p>
          <a:endParaRPr lang="it-IT"/>
        </a:p>
      </dgm:t>
    </dgm:pt>
    <dgm:pt modelId="{13864E19-18AD-4DB4-9D24-6F3E0D1C013B}">
      <dgm:prSet custT="1"/>
      <dgm:spPr>
        <a:solidFill>
          <a:schemeClr val="bg1"/>
        </a:solidFill>
      </dgm:spPr>
      <dgm:t>
        <a:bodyPr/>
        <a:lstStyle/>
        <a:p>
          <a:r>
            <a:rPr lang="en-US" sz="1800" noProof="0" dirty="0"/>
            <a:t>Miscellaneous</a:t>
          </a:r>
        </a:p>
      </dgm:t>
    </dgm:pt>
    <dgm:pt modelId="{8096C942-F497-4E1F-B43D-4C1F22C0FEE3}" type="parTrans" cxnId="{CFB40D5A-D100-417B-AA50-7919C4F9E558}">
      <dgm:prSet/>
      <dgm:spPr/>
      <dgm:t>
        <a:bodyPr/>
        <a:lstStyle/>
        <a:p>
          <a:endParaRPr lang="it-IT"/>
        </a:p>
      </dgm:t>
    </dgm:pt>
    <dgm:pt modelId="{3B0FDBB7-97DC-4A4F-95D1-BC742289E6DF}" type="sibTrans" cxnId="{CFB40D5A-D100-417B-AA50-7919C4F9E558}">
      <dgm:prSet/>
      <dgm:spPr/>
      <dgm:t>
        <a:bodyPr/>
        <a:lstStyle/>
        <a:p>
          <a:endParaRPr lang="it-IT"/>
        </a:p>
      </dgm:t>
    </dgm:pt>
    <dgm:pt modelId="{00071147-F4B2-4AC6-9367-5DC3FA0510F4}">
      <dgm:prSet custT="1"/>
      <dgm:spPr>
        <a:solidFill>
          <a:srgbClr val="FFFFFF"/>
        </a:solidFill>
        <a:ln>
          <a:noFill/>
        </a:ln>
        <a:effectLst>
          <a:outerShdw blurRad="40000" dist="23000" dir="5400000" rotWithShape="0">
            <a:srgbClr val="000000">
              <a:alpha val="35000"/>
            </a:srgbClr>
          </a:outerShdw>
        </a:effectLst>
      </dgm:spPr>
      <dgm:t>
        <a:bodyPr spcFirstLastPara="0" vert="horz" wrap="square" lIns="10795" tIns="10795" rIns="10795" bIns="10795" numCol="1" spcCol="1270" anchor="ctr" anchorCtr="0"/>
        <a:lstStyle/>
        <a:p>
          <a:pPr marL="0" lvl="0" indent="0" algn="ctr" defTabSz="755650">
            <a:lnSpc>
              <a:spcPct val="90000"/>
            </a:lnSpc>
            <a:spcBef>
              <a:spcPct val="0"/>
            </a:spcBef>
            <a:spcAft>
              <a:spcPct val="35000"/>
            </a:spcAft>
            <a:buNone/>
          </a:pPr>
          <a:r>
            <a:rPr lang="en-US" sz="1700" kern="1200" noProof="0" dirty="0">
              <a:solidFill>
                <a:srgbClr val="000000">
                  <a:hueOff val="0"/>
                  <a:satOff val="0"/>
                  <a:lumOff val="0"/>
                  <a:alphaOff val="0"/>
                </a:srgbClr>
              </a:solidFill>
              <a:latin typeface="Times New Roman"/>
              <a:ea typeface="+mn-ea"/>
              <a:cs typeface="+mn-cs"/>
            </a:rPr>
            <a:t>Mobile</a:t>
          </a:r>
        </a:p>
      </dgm:t>
    </dgm:pt>
    <dgm:pt modelId="{15873E4C-DBF8-4F83-A561-F85B149153F3}" type="parTrans" cxnId="{3B16A7C6-BF20-4154-93EE-4928C9910545}">
      <dgm:prSet/>
      <dgm:spPr/>
      <dgm:t>
        <a:bodyPr/>
        <a:lstStyle/>
        <a:p>
          <a:endParaRPr lang="it-IT"/>
        </a:p>
      </dgm:t>
    </dgm:pt>
    <dgm:pt modelId="{A60256E8-8A5A-42EF-8C00-419D03BC1635}" type="sibTrans" cxnId="{3B16A7C6-BF20-4154-93EE-4928C9910545}">
      <dgm:prSet/>
      <dgm:spPr/>
      <dgm:t>
        <a:bodyPr/>
        <a:lstStyle/>
        <a:p>
          <a:endParaRPr lang="it-IT"/>
        </a:p>
      </dgm:t>
    </dgm:pt>
    <dgm:pt modelId="{62D17D11-5B2E-42D2-8A2E-0F57C8B60298}">
      <dgm:prSet custT="1"/>
      <dgm:spPr>
        <a:gradFill rotWithShape="0">
          <a:gsLst>
            <a:gs pos="0">
              <a:srgbClr val="FFFFFF">
                <a:hueOff val="0"/>
                <a:satOff val="0"/>
                <a:lumOff val="0"/>
                <a:alphaOff val="0"/>
                <a:shade val="51000"/>
                <a:satMod val="130000"/>
              </a:srgbClr>
            </a:gs>
            <a:gs pos="80000">
              <a:srgbClr val="FFFFFF">
                <a:hueOff val="0"/>
                <a:satOff val="0"/>
                <a:lumOff val="0"/>
                <a:alphaOff val="0"/>
                <a:shade val="93000"/>
                <a:satMod val="130000"/>
              </a:srgbClr>
            </a:gs>
            <a:gs pos="100000">
              <a:srgbClr val="FFFFFF">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spcFirstLastPara="0" vert="horz" wrap="square" lIns="10795" tIns="10795" rIns="10795" bIns="10795" numCol="1" spcCol="1270" anchor="ctr" anchorCtr="0"/>
        <a:lstStyle/>
        <a:p>
          <a:pPr marL="0" lvl="0" indent="0" algn="ctr" defTabSz="755650">
            <a:lnSpc>
              <a:spcPct val="90000"/>
            </a:lnSpc>
            <a:spcBef>
              <a:spcPct val="0"/>
            </a:spcBef>
            <a:spcAft>
              <a:spcPct val="35000"/>
            </a:spcAft>
            <a:buNone/>
          </a:pPr>
          <a:r>
            <a:rPr lang="en-US" sz="1700" kern="1200" noProof="0" dirty="0">
              <a:solidFill>
                <a:srgbClr val="000000">
                  <a:hueOff val="0"/>
                  <a:satOff val="0"/>
                  <a:lumOff val="0"/>
                  <a:alphaOff val="0"/>
                </a:srgbClr>
              </a:solidFill>
              <a:latin typeface="Times New Roman"/>
              <a:ea typeface="+mn-ea"/>
              <a:cs typeface="+mn-cs"/>
            </a:rPr>
            <a:t>Cloud  services</a:t>
          </a:r>
        </a:p>
      </dgm:t>
    </dgm:pt>
    <dgm:pt modelId="{25236DAA-B119-41D8-A887-3926210A5840}" type="parTrans" cxnId="{AFD1CC16-3C14-4C4C-B5AE-620B15750B74}">
      <dgm:prSet/>
      <dgm:spPr/>
      <dgm:t>
        <a:bodyPr/>
        <a:lstStyle/>
        <a:p>
          <a:endParaRPr lang="it-IT"/>
        </a:p>
      </dgm:t>
    </dgm:pt>
    <dgm:pt modelId="{9B0E9FC0-7E64-4CD8-918B-38E85E4D8420}" type="sibTrans" cxnId="{AFD1CC16-3C14-4C4C-B5AE-620B15750B74}">
      <dgm:prSet/>
      <dgm:spPr/>
      <dgm:t>
        <a:bodyPr/>
        <a:lstStyle/>
        <a:p>
          <a:endParaRPr lang="it-IT"/>
        </a:p>
      </dgm:t>
    </dgm:pt>
    <dgm:pt modelId="{A7B050F5-06E1-4705-BE7A-60C72CA3CF0D}">
      <dgm:prSet custT="1"/>
      <dgm:spPr>
        <a:solidFill>
          <a:schemeClr val="bg1"/>
        </a:solidFill>
      </dgm:spPr>
      <dgm:t>
        <a:bodyPr/>
        <a:lstStyle/>
        <a:p>
          <a:r>
            <a:rPr lang="en-US" sz="1800" noProof="0" dirty="0"/>
            <a:t>Software  Platform </a:t>
          </a:r>
        </a:p>
      </dgm:t>
    </dgm:pt>
    <dgm:pt modelId="{5BA5CD68-651E-4917-A144-173025CD09CE}" type="parTrans" cxnId="{7569D879-7406-493C-AE44-8590A448A1B5}">
      <dgm:prSet/>
      <dgm:spPr/>
      <dgm:t>
        <a:bodyPr/>
        <a:lstStyle/>
        <a:p>
          <a:endParaRPr lang="it-IT"/>
        </a:p>
      </dgm:t>
    </dgm:pt>
    <dgm:pt modelId="{984E30F3-7134-4A62-9927-BB1C4695BB54}" type="sibTrans" cxnId="{7569D879-7406-493C-AE44-8590A448A1B5}">
      <dgm:prSet/>
      <dgm:spPr/>
      <dgm:t>
        <a:bodyPr/>
        <a:lstStyle/>
        <a:p>
          <a:endParaRPr lang="it-IT"/>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F0525BF0-33D3-418F-9953-634B9FB18727}" type="pres">
      <dgm:prSet presAssocID="{22AAB52A-F50E-450E-A45B-AA76C6E60155}" presName="hierRoot1" presStyleCnt="0">
        <dgm:presLayoutVars>
          <dgm:hierBranch val="hang"/>
        </dgm:presLayoutVars>
      </dgm:prSet>
      <dgm:spPr/>
    </dgm:pt>
    <dgm:pt modelId="{79CF8B2B-BFAA-446C-97A0-4ED1436B844A}" type="pres">
      <dgm:prSet presAssocID="{22AAB52A-F50E-450E-A45B-AA76C6E60155}" presName="rootComposite1" presStyleCnt="0"/>
      <dgm:spPr/>
    </dgm:pt>
    <dgm:pt modelId="{2F8C74D8-1EF0-4609-84FB-25532547BD99}" type="pres">
      <dgm:prSet presAssocID="{22AAB52A-F50E-450E-A45B-AA76C6E60155}" presName="rootText1" presStyleLbl="node0" presStyleIdx="0" presStyleCnt="1">
        <dgm:presLayoutVars>
          <dgm:chPref val="3"/>
        </dgm:presLayoutVars>
      </dgm:prSet>
      <dgm:spPr/>
    </dgm:pt>
    <dgm:pt modelId="{56909A3B-DB1D-4BDB-A067-9CA3225FF8B7}" type="pres">
      <dgm:prSet presAssocID="{22AAB52A-F50E-450E-A45B-AA76C6E60155}" presName="rootConnector1" presStyleLbl="node1" presStyleIdx="0" presStyleCnt="0"/>
      <dgm:spPr/>
    </dgm:pt>
    <dgm:pt modelId="{A6C36A4F-187C-4038-BC17-8914E44B2813}" type="pres">
      <dgm:prSet presAssocID="{22AAB52A-F50E-450E-A45B-AA76C6E60155}" presName="hierChild2" presStyleCnt="0"/>
      <dgm:spPr/>
    </dgm:pt>
    <dgm:pt modelId="{EEB63D60-B052-4B7C-B3BC-294241CF008A}" type="pres">
      <dgm:prSet presAssocID="{15873E4C-DBF8-4F83-A561-F85B149153F3}" presName="Name48" presStyleLbl="parChTrans1D2" presStyleIdx="0" presStyleCnt="6"/>
      <dgm:spPr/>
    </dgm:pt>
    <dgm:pt modelId="{A57C3137-F766-4FD8-AC3A-805708DA3A87}" type="pres">
      <dgm:prSet presAssocID="{00071147-F4B2-4AC6-9367-5DC3FA0510F4}" presName="hierRoot2" presStyleCnt="0">
        <dgm:presLayoutVars>
          <dgm:hierBranch val="init"/>
        </dgm:presLayoutVars>
      </dgm:prSet>
      <dgm:spPr/>
    </dgm:pt>
    <dgm:pt modelId="{018419EB-73E1-4E6E-BC3D-FC6D22A50F5D}" type="pres">
      <dgm:prSet presAssocID="{00071147-F4B2-4AC6-9367-5DC3FA0510F4}" presName="rootComposite" presStyleCnt="0"/>
      <dgm:spPr/>
    </dgm:pt>
    <dgm:pt modelId="{BD1C8E53-9BE8-4B0F-9765-020107A169D2}" type="pres">
      <dgm:prSet presAssocID="{00071147-F4B2-4AC6-9367-5DC3FA0510F4}" presName="rootText" presStyleLbl="node2" presStyleIdx="0" presStyleCnt="6">
        <dgm:presLayoutVars>
          <dgm:chPref val="3"/>
        </dgm:presLayoutVars>
      </dgm:prSet>
      <dgm:spPr>
        <a:xfrm>
          <a:off x="693" y="1499023"/>
          <a:ext cx="1300787" cy="650393"/>
        </a:xfrm>
        <a:prstGeom prst="rect">
          <a:avLst/>
        </a:prstGeom>
      </dgm:spPr>
    </dgm:pt>
    <dgm:pt modelId="{82E26683-6004-4AC1-97F4-BC8CB1804D08}" type="pres">
      <dgm:prSet presAssocID="{00071147-F4B2-4AC6-9367-5DC3FA0510F4}" presName="rootConnector" presStyleLbl="node2" presStyleIdx="0" presStyleCnt="6"/>
      <dgm:spPr/>
    </dgm:pt>
    <dgm:pt modelId="{98346F26-F834-41B1-907C-B7A683D4E431}" type="pres">
      <dgm:prSet presAssocID="{00071147-F4B2-4AC6-9367-5DC3FA0510F4}" presName="hierChild4" presStyleCnt="0"/>
      <dgm:spPr/>
    </dgm:pt>
    <dgm:pt modelId="{6589F3F4-6F7C-481E-80D6-87680F8620E4}" type="pres">
      <dgm:prSet presAssocID="{00071147-F4B2-4AC6-9367-5DC3FA0510F4}" presName="hierChild5" presStyleCnt="0"/>
      <dgm:spPr/>
    </dgm:pt>
    <dgm:pt modelId="{76F9E855-8E52-447B-B682-1C4271B4C2BE}" type="pres">
      <dgm:prSet presAssocID="{8425EB16-8B68-42FD-ACFB-2918543F3571}" presName="Name48" presStyleLbl="parChTrans1D2" presStyleIdx="1" presStyleCnt="6"/>
      <dgm:spPr/>
    </dgm:pt>
    <dgm:pt modelId="{B5A2079C-9459-45FD-8C69-8E92B3DD7D8F}" type="pres">
      <dgm:prSet presAssocID="{EE303CBF-4175-4013-ABD7-D7832DDCB4D3}" presName="hierRoot2" presStyleCnt="0">
        <dgm:presLayoutVars>
          <dgm:hierBranch val="init"/>
        </dgm:presLayoutVars>
      </dgm:prSet>
      <dgm:spPr/>
    </dgm:pt>
    <dgm:pt modelId="{AE13B3EB-B396-4DEE-A70C-240939CA60E6}" type="pres">
      <dgm:prSet presAssocID="{EE303CBF-4175-4013-ABD7-D7832DDCB4D3}" presName="rootComposite" presStyleCnt="0"/>
      <dgm:spPr/>
    </dgm:pt>
    <dgm:pt modelId="{340E49CD-E4B0-4729-87C8-94B2DE060E6F}" type="pres">
      <dgm:prSet presAssocID="{EE303CBF-4175-4013-ABD7-D7832DDCB4D3}" presName="rootText" presStyleLbl="node2" presStyleIdx="1" presStyleCnt="6">
        <dgm:presLayoutVars>
          <dgm:chPref val="3"/>
        </dgm:presLayoutVars>
      </dgm:prSet>
      <dgm:spPr>
        <a:xfrm>
          <a:off x="1574646" y="1499023"/>
          <a:ext cx="1300787" cy="650393"/>
        </a:xfrm>
        <a:prstGeom prst="rect">
          <a:avLst/>
        </a:prstGeom>
      </dgm:spPr>
    </dgm:pt>
    <dgm:pt modelId="{25219975-8770-49D6-B04F-01FB630D04C3}" type="pres">
      <dgm:prSet presAssocID="{EE303CBF-4175-4013-ABD7-D7832DDCB4D3}" presName="rootConnector" presStyleLbl="node2" presStyleIdx="1" presStyleCnt="6"/>
      <dgm:spPr/>
    </dgm:pt>
    <dgm:pt modelId="{DC87EE5C-4CAE-453E-8896-07CDA15DD230}" type="pres">
      <dgm:prSet presAssocID="{EE303CBF-4175-4013-ABD7-D7832DDCB4D3}" presName="hierChild4" presStyleCnt="0"/>
      <dgm:spPr/>
    </dgm:pt>
    <dgm:pt modelId="{AAB64D20-3F70-46C5-A9CB-DB70BE6E204E}" type="pres">
      <dgm:prSet presAssocID="{EE303CBF-4175-4013-ABD7-D7832DDCB4D3}" presName="hierChild5" presStyleCnt="0"/>
      <dgm:spPr/>
    </dgm:pt>
    <dgm:pt modelId="{82B30873-E5D4-410B-9571-EC471856AA4C}" type="pres">
      <dgm:prSet presAssocID="{989A628E-C182-4286-AED0-BACAEAE94234}" presName="Name48" presStyleLbl="parChTrans1D2" presStyleIdx="2" presStyleCnt="6"/>
      <dgm:spPr/>
    </dgm:pt>
    <dgm:pt modelId="{AE10B8E8-333E-434A-AA39-EE388B4D9D55}" type="pres">
      <dgm:prSet presAssocID="{A149DD43-A352-484B-BCFF-4DD00B109A25}" presName="hierRoot2" presStyleCnt="0">
        <dgm:presLayoutVars>
          <dgm:hierBranch val="init"/>
        </dgm:presLayoutVars>
      </dgm:prSet>
      <dgm:spPr/>
    </dgm:pt>
    <dgm:pt modelId="{DDFB0C22-6E7F-42DB-BD0B-4EAC1FAACD52}" type="pres">
      <dgm:prSet presAssocID="{A149DD43-A352-484B-BCFF-4DD00B109A25}" presName="rootComposite" presStyleCnt="0"/>
      <dgm:spPr/>
    </dgm:pt>
    <dgm:pt modelId="{BC229DE0-F7A4-4553-B835-D21096967839}" type="pres">
      <dgm:prSet presAssocID="{A149DD43-A352-484B-BCFF-4DD00B109A25}" presName="rootText" presStyleLbl="node2" presStyleIdx="2" presStyleCnt="6">
        <dgm:presLayoutVars>
          <dgm:chPref val="3"/>
        </dgm:presLayoutVars>
      </dgm:prSet>
      <dgm:spPr>
        <a:xfrm>
          <a:off x="693" y="2422582"/>
          <a:ext cx="1300787" cy="650393"/>
        </a:xfrm>
        <a:prstGeom prst="rect">
          <a:avLst/>
        </a:prstGeom>
      </dgm:spPr>
    </dgm:pt>
    <dgm:pt modelId="{D3CF81C4-2753-4908-86E9-49915C91F495}" type="pres">
      <dgm:prSet presAssocID="{A149DD43-A352-484B-BCFF-4DD00B109A25}" presName="rootConnector" presStyleLbl="node2" presStyleIdx="2" presStyleCnt="6"/>
      <dgm:spPr/>
    </dgm:pt>
    <dgm:pt modelId="{60DCFC71-3C59-4168-B591-8FBEFADC2FAA}" type="pres">
      <dgm:prSet presAssocID="{A149DD43-A352-484B-BCFF-4DD00B109A25}" presName="hierChild4" presStyleCnt="0"/>
      <dgm:spPr/>
    </dgm:pt>
    <dgm:pt modelId="{A179F0F5-CE16-4447-8255-4BC95CC98663}" type="pres">
      <dgm:prSet presAssocID="{A149DD43-A352-484B-BCFF-4DD00B109A25}" presName="hierChild5" presStyleCnt="0"/>
      <dgm:spPr/>
    </dgm:pt>
    <dgm:pt modelId="{689D0414-911A-4B60-A4D4-D7E2B54BE5E7}" type="pres">
      <dgm:prSet presAssocID="{25236DAA-B119-41D8-A887-3926210A5840}" presName="Name48" presStyleLbl="parChTrans1D2" presStyleIdx="3" presStyleCnt="6"/>
      <dgm:spPr/>
    </dgm:pt>
    <dgm:pt modelId="{8FD15E19-70DA-4C8A-9338-7F47FF31FD7A}" type="pres">
      <dgm:prSet presAssocID="{62D17D11-5B2E-42D2-8A2E-0F57C8B60298}" presName="hierRoot2" presStyleCnt="0">
        <dgm:presLayoutVars>
          <dgm:hierBranch val="init"/>
        </dgm:presLayoutVars>
      </dgm:prSet>
      <dgm:spPr/>
    </dgm:pt>
    <dgm:pt modelId="{80DCF457-305A-4799-9EA0-876F0B9C93CA}" type="pres">
      <dgm:prSet presAssocID="{62D17D11-5B2E-42D2-8A2E-0F57C8B60298}" presName="rootComposite" presStyleCnt="0"/>
      <dgm:spPr/>
    </dgm:pt>
    <dgm:pt modelId="{94C9DD66-620A-47C2-936D-5B25A85D06D8}" type="pres">
      <dgm:prSet presAssocID="{62D17D11-5B2E-42D2-8A2E-0F57C8B60298}" presName="rootText" presStyleLbl="node2" presStyleIdx="3" presStyleCnt="6">
        <dgm:presLayoutVars>
          <dgm:chPref val="3"/>
        </dgm:presLayoutVars>
      </dgm:prSet>
      <dgm:spPr>
        <a:xfrm>
          <a:off x="1574646" y="2422582"/>
          <a:ext cx="1300787" cy="650393"/>
        </a:xfrm>
        <a:prstGeom prst="rect">
          <a:avLst/>
        </a:prstGeom>
      </dgm:spPr>
    </dgm:pt>
    <dgm:pt modelId="{628D22E3-EA7D-42F5-AB6E-30DA9B0E1EC3}" type="pres">
      <dgm:prSet presAssocID="{62D17D11-5B2E-42D2-8A2E-0F57C8B60298}" presName="rootConnector" presStyleLbl="node2" presStyleIdx="3" presStyleCnt="6"/>
      <dgm:spPr/>
    </dgm:pt>
    <dgm:pt modelId="{05B1BF9C-E8E9-4AA5-A9A4-A901DBFFD43E}" type="pres">
      <dgm:prSet presAssocID="{62D17D11-5B2E-42D2-8A2E-0F57C8B60298}" presName="hierChild4" presStyleCnt="0"/>
      <dgm:spPr/>
    </dgm:pt>
    <dgm:pt modelId="{9CE02341-AF5C-43F3-A753-B9543F68FBC0}" type="pres">
      <dgm:prSet presAssocID="{62D17D11-5B2E-42D2-8A2E-0F57C8B60298}" presName="hierChild5" presStyleCnt="0"/>
      <dgm:spPr/>
    </dgm:pt>
    <dgm:pt modelId="{3320325F-43D1-4D30-A07A-617B9052AD71}" type="pres">
      <dgm:prSet presAssocID="{5BA5CD68-651E-4917-A144-173025CD09CE}" presName="Name48" presStyleLbl="parChTrans1D2" presStyleIdx="4" presStyleCnt="6"/>
      <dgm:spPr/>
    </dgm:pt>
    <dgm:pt modelId="{571F240A-4864-41F2-93C9-92A66B00F5B8}" type="pres">
      <dgm:prSet presAssocID="{A7B050F5-06E1-4705-BE7A-60C72CA3CF0D}" presName="hierRoot2" presStyleCnt="0">
        <dgm:presLayoutVars>
          <dgm:hierBranch val="init"/>
        </dgm:presLayoutVars>
      </dgm:prSet>
      <dgm:spPr/>
    </dgm:pt>
    <dgm:pt modelId="{6E645388-F5B9-44B5-A388-75ACCDA79C91}" type="pres">
      <dgm:prSet presAssocID="{A7B050F5-06E1-4705-BE7A-60C72CA3CF0D}" presName="rootComposite" presStyleCnt="0"/>
      <dgm:spPr/>
    </dgm:pt>
    <dgm:pt modelId="{63E8BA2B-AB9A-4B5C-9E5B-26DC0DDF49B1}" type="pres">
      <dgm:prSet presAssocID="{A7B050F5-06E1-4705-BE7A-60C72CA3CF0D}" presName="rootText" presStyleLbl="node2" presStyleIdx="4" presStyleCnt="6">
        <dgm:presLayoutVars>
          <dgm:chPref val="3"/>
        </dgm:presLayoutVars>
      </dgm:prSet>
      <dgm:spPr/>
    </dgm:pt>
    <dgm:pt modelId="{2987A41B-9303-4A27-B103-C05D9967CCDC}" type="pres">
      <dgm:prSet presAssocID="{A7B050F5-06E1-4705-BE7A-60C72CA3CF0D}" presName="rootConnector" presStyleLbl="node2" presStyleIdx="4" presStyleCnt="6"/>
      <dgm:spPr/>
    </dgm:pt>
    <dgm:pt modelId="{843FBACB-8BA6-4A1D-9953-4F39DDADD29F}" type="pres">
      <dgm:prSet presAssocID="{A7B050F5-06E1-4705-BE7A-60C72CA3CF0D}" presName="hierChild4" presStyleCnt="0"/>
      <dgm:spPr/>
    </dgm:pt>
    <dgm:pt modelId="{90CC2BD6-3322-45DF-A388-90F31901C9CD}" type="pres">
      <dgm:prSet presAssocID="{A7B050F5-06E1-4705-BE7A-60C72CA3CF0D}" presName="hierChild5" presStyleCnt="0"/>
      <dgm:spPr/>
    </dgm:pt>
    <dgm:pt modelId="{7999BE6A-0E9D-4D18-9E0E-4F5C97F9202C}" type="pres">
      <dgm:prSet presAssocID="{8096C942-F497-4E1F-B43D-4C1F22C0FEE3}" presName="Name48" presStyleLbl="parChTrans1D2" presStyleIdx="5" presStyleCnt="6"/>
      <dgm:spPr/>
    </dgm:pt>
    <dgm:pt modelId="{950AC100-1A91-4349-ABB7-0531014B43E8}" type="pres">
      <dgm:prSet presAssocID="{13864E19-18AD-4DB4-9D24-6F3E0D1C013B}" presName="hierRoot2" presStyleCnt="0">
        <dgm:presLayoutVars>
          <dgm:hierBranch val="init"/>
        </dgm:presLayoutVars>
      </dgm:prSet>
      <dgm:spPr/>
    </dgm:pt>
    <dgm:pt modelId="{6ECBDBF7-47EF-404F-B1C5-4386A801E00A}" type="pres">
      <dgm:prSet presAssocID="{13864E19-18AD-4DB4-9D24-6F3E0D1C013B}" presName="rootComposite" presStyleCnt="0"/>
      <dgm:spPr/>
    </dgm:pt>
    <dgm:pt modelId="{694F4A1E-19E0-4432-857B-6B64A8687844}" type="pres">
      <dgm:prSet presAssocID="{13864E19-18AD-4DB4-9D24-6F3E0D1C013B}" presName="rootText" presStyleLbl="node2" presStyleIdx="5" presStyleCnt="6">
        <dgm:presLayoutVars>
          <dgm:chPref val="3"/>
        </dgm:presLayoutVars>
      </dgm:prSet>
      <dgm:spPr/>
    </dgm:pt>
    <dgm:pt modelId="{94C58B74-ADD0-4983-8B20-CE8A125B2955}" type="pres">
      <dgm:prSet presAssocID="{13864E19-18AD-4DB4-9D24-6F3E0D1C013B}" presName="rootConnector" presStyleLbl="node2" presStyleIdx="5" presStyleCnt="6"/>
      <dgm:spPr/>
    </dgm:pt>
    <dgm:pt modelId="{EEEEDBC2-F82B-4A74-A5F6-18F300EB2374}" type="pres">
      <dgm:prSet presAssocID="{13864E19-18AD-4DB4-9D24-6F3E0D1C013B}" presName="hierChild4" presStyleCnt="0"/>
      <dgm:spPr/>
    </dgm:pt>
    <dgm:pt modelId="{6462DE5D-92C5-44FF-A24A-A442BF175F21}" type="pres">
      <dgm:prSet presAssocID="{13864E19-18AD-4DB4-9D24-6F3E0D1C013B}" presName="hierChild5" presStyleCnt="0"/>
      <dgm:spPr/>
    </dgm:pt>
    <dgm:pt modelId="{F4BB3807-E1E3-497E-A0E5-F1DA81004716}" type="pres">
      <dgm:prSet presAssocID="{22AAB52A-F50E-450E-A45B-AA76C6E60155}" presName="hierChild3" presStyleCnt="0"/>
      <dgm:spPr/>
    </dgm:pt>
  </dgm:ptLst>
  <dgm:cxnLst>
    <dgm:cxn modelId="{AFD1CC16-3C14-4C4C-B5AE-620B15750B74}" srcId="{22AAB52A-F50E-450E-A45B-AA76C6E60155}" destId="{62D17D11-5B2E-42D2-8A2E-0F57C8B60298}" srcOrd="3" destOrd="0" parTransId="{25236DAA-B119-41D8-A887-3926210A5840}" sibTransId="{9B0E9FC0-7E64-4CD8-918B-38E85E4D8420}"/>
    <dgm:cxn modelId="{B06C0D37-A05D-43A1-B76C-D069AE23F9E0}" srcId="{22AAB52A-F50E-450E-A45B-AA76C6E60155}" destId="{A149DD43-A352-484B-BCFF-4DD00B109A25}" srcOrd="2" destOrd="0" parTransId="{989A628E-C182-4286-AED0-BACAEAE94234}" sibTransId="{5BF7FBAD-60DC-4C10-BC98-0DC73BDB4AEA}"/>
    <dgm:cxn modelId="{436C7740-8F4F-40A2-9796-B77E73603D4F}" type="presOf" srcId="{22AAB52A-F50E-450E-A45B-AA76C6E60155}" destId="{2F8C74D8-1EF0-4609-84FB-25532547BD99}" srcOrd="0" destOrd="0" presId="urn:microsoft.com/office/officeart/2005/8/layout/orgChart1"/>
    <dgm:cxn modelId="{3FACDC5F-F685-475B-AA5E-24581B093159}" type="presOf" srcId="{EE303CBF-4175-4013-ABD7-D7832DDCB4D3}" destId="{340E49CD-E4B0-4729-87C8-94B2DE060E6F}" srcOrd="0" destOrd="0" presId="urn:microsoft.com/office/officeart/2005/8/layout/orgChart1"/>
    <dgm:cxn modelId="{7C604962-F3F3-44F9-AE16-190A5ECADD8D}" type="presOf" srcId="{13864E19-18AD-4DB4-9D24-6F3E0D1C013B}" destId="{694F4A1E-19E0-4432-857B-6B64A8687844}" srcOrd="0" destOrd="0" presId="urn:microsoft.com/office/officeart/2005/8/layout/orgChart1"/>
    <dgm:cxn modelId="{0F083D49-6FAA-418F-A8EE-906F74EB859B}" type="presOf" srcId="{25236DAA-B119-41D8-A887-3926210A5840}" destId="{689D0414-911A-4B60-A4D4-D7E2B54BE5E7}" srcOrd="0" destOrd="0" presId="urn:microsoft.com/office/officeart/2005/8/layout/orgChart1"/>
    <dgm:cxn modelId="{11C29B50-4851-43E2-8C7E-88CBE031DA9F}" type="presOf" srcId="{5BA5CD68-651E-4917-A144-173025CD09CE}" destId="{3320325F-43D1-4D30-A07A-617B9052AD71}" srcOrd="0" destOrd="0" presId="urn:microsoft.com/office/officeart/2005/8/layout/orgChart1"/>
    <dgm:cxn modelId="{32FEB658-8E12-4769-86F9-A5518E2101C4}" type="presOf" srcId="{A7B050F5-06E1-4705-BE7A-60C72CA3CF0D}" destId="{63E8BA2B-AB9A-4B5C-9E5B-26DC0DDF49B1}" srcOrd="0" destOrd="0" presId="urn:microsoft.com/office/officeart/2005/8/layout/orgChart1"/>
    <dgm:cxn modelId="{7569D879-7406-493C-AE44-8590A448A1B5}" srcId="{22AAB52A-F50E-450E-A45B-AA76C6E60155}" destId="{A7B050F5-06E1-4705-BE7A-60C72CA3CF0D}" srcOrd="4" destOrd="0" parTransId="{5BA5CD68-651E-4917-A144-173025CD09CE}" sibTransId="{984E30F3-7134-4A62-9927-BB1C4695BB54}"/>
    <dgm:cxn modelId="{CFB40D5A-D100-417B-AA50-7919C4F9E558}" srcId="{22AAB52A-F50E-450E-A45B-AA76C6E60155}" destId="{13864E19-18AD-4DB4-9D24-6F3E0D1C013B}" srcOrd="5" destOrd="0" parTransId="{8096C942-F497-4E1F-B43D-4C1F22C0FEE3}" sibTransId="{3B0FDBB7-97DC-4A4F-95D1-BC742289E6DF}"/>
    <dgm:cxn modelId="{A174825A-24B4-4B6F-8F03-C1B0EBD8DF8F}" type="presOf" srcId="{A7B050F5-06E1-4705-BE7A-60C72CA3CF0D}" destId="{2987A41B-9303-4A27-B103-C05D9967CCDC}" srcOrd="1" destOrd="0" presId="urn:microsoft.com/office/officeart/2005/8/layout/orgChart1"/>
    <dgm:cxn modelId="{EE6ABF7B-9B2D-4EC2-9E44-897BC05CE9B7}" type="presOf" srcId="{A149DD43-A352-484B-BCFF-4DD00B109A25}" destId="{BC229DE0-F7A4-4553-B835-D21096967839}" srcOrd="0" destOrd="0" presId="urn:microsoft.com/office/officeart/2005/8/layout/orgChart1"/>
    <dgm:cxn modelId="{260D997F-E975-41BD-83B8-0D2B05748188}" type="presOf" srcId="{989A628E-C182-4286-AED0-BACAEAE94234}" destId="{82B30873-E5D4-410B-9571-EC471856AA4C}" srcOrd="0" destOrd="0" presId="urn:microsoft.com/office/officeart/2005/8/layout/orgChart1"/>
    <dgm:cxn modelId="{F9E2CE8B-61F7-4948-9B59-E28CC6387A6B}" type="presOf" srcId="{9806DEA8-F325-4BC2-BE52-585E2948CFB3}" destId="{FC0D5DA3-7F08-40C9-A39B-512D9ACDB8BB}" srcOrd="0" destOrd="0" presId="urn:microsoft.com/office/officeart/2005/8/layout/orgChart1"/>
    <dgm:cxn modelId="{2E566D95-622D-4105-8EBC-3F203672698E}" type="presOf" srcId="{EE303CBF-4175-4013-ABD7-D7832DDCB4D3}" destId="{25219975-8770-49D6-B04F-01FB630D04C3}" srcOrd="1" destOrd="0" presId="urn:microsoft.com/office/officeart/2005/8/layout/orgChart1"/>
    <dgm:cxn modelId="{AEC67096-20FC-480D-97F0-F2F564BD9E8A}" srcId="{9806DEA8-F325-4BC2-BE52-585E2948CFB3}" destId="{22AAB52A-F50E-450E-A45B-AA76C6E60155}" srcOrd="0" destOrd="0" parTransId="{111B3508-DF67-4D45-82A6-7B60B4D41864}" sibTransId="{773A98D1-1721-4740-BBBC-EE4ECE532058}"/>
    <dgm:cxn modelId="{259C009D-B810-4FC1-8BD0-8958F055A4D8}" type="presOf" srcId="{13864E19-18AD-4DB4-9D24-6F3E0D1C013B}" destId="{94C58B74-ADD0-4983-8B20-CE8A125B2955}" srcOrd="1" destOrd="0" presId="urn:microsoft.com/office/officeart/2005/8/layout/orgChart1"/>
    <dgm:cxn modelId="{9368F8A2-5180-4C94-B300-DAAE8C7D9698}" type="presOf" srcId="{22AAB52A-F50E-450E-A45B-AA76C6E60155}" destId="{56909A3B-DB1D-4BDB-A067-9CA3225FF8B7}" srcOrd="1" destOrd="0" presId="urn:microsoft.com/office/officeart/2005/8/layout/orgChart1"/>
    <dgm:cxn modelId="{E7FCF5C4-9ACF-4221-88B2-12F7CD626E59}" type="presOf" srcId="{62D17D11-5B2E-42D2-8A2E-0F57C8B60298}" destId="{628D22E3-EA7D-42F5-AB6E-30DA9B0E1EC3}" srcOrd="1" destOrd="0" presId="urn:microsoft.com/office/officeart/2005/8/layout/orgChart1"/>
    <dgm:cxn modelId="{FEB20BC6-9E74-408C-B1B6-575DCCF05CD6}" type="presOf" srcId="{62D17D11-5B2E-42D2-8A2E-0F57C8B60298}" destId="{94C9DD66-620A-47C2-936D-5B25A85D06D8}" srcOrd="0" destOrd="0" presId="urn:microsoft.com/office/officeart/2005/8/layout/orgChart1"/>
    <dgm:cxn modelId="{3B16A7C6-BF20-4154-93EE-4928C9910545}" srcId="{22AAB52A-F50E-450E-A45B-AA76C6E60155}" destId="{00071147-F4B2-4AC6-9367-5DC3FA0510F4}" srcOrd="0" destOrd="0" parTransId="{15873E4C-DBF8-4F83-A561-F85B149153F3}" sibTransId="{A60256E8-8A5A-42EF-8C00-419D03BC1635}"/>
    <dgm:cxn modelId="{75A269DB-7642-4AB5-B1E8-2FEBA4C2FF9B}" type="presOf" srcId="{15873E4C-DBF8-4F83-A561-F85B149153F3}" destId="{EEB63D60-B052-4B7C-B3BC-294241CF008A}" srcOrd="0" destOrd="0" presId="urn:microsoft.com/office/officeart/2005/8/layout/orgChart1"/>
    <dgm:cxn modelId="{4C063ADC-B24E-4D35-94BC-77D545EB8E62}" type="presOf" srcId="{00071147-F4B2-4AC6-9367-5DC3FA0510F4}" destId="{82E26683-6004-4AC1-97F4-BC8CB1804D08}" srcOrd="1" destOrd="0" presId="urn:microsoft.com/office/officeart/2005/8/layout/orgChart1"/>
    <dgm:cxn modelId="{8CA21CE1-FCB1-4773-B4AB-CC9988AE577C}" type="presOf" srcId="{A149DD43-A352-484B-BCFF-4DD00B109A25}" destId="{D3CF81C4-2753-4908-86E9-49915C91F495}" srcOrd="1" destOrd="0" presId="urn:microsoft.com/office/officeart/2005/8/layout/orgChart1"/>
    <dgm:cxn modelId="{EAF124EE-D245-4FAB-B5B5-324A78848908}" type="presOf" srcId="{00071147-F4B2-4AC6-9367-5DC3FA0510F4}" destId="{BD1C8E53-9BE8-4B0F-9765-020107A169D2}" srcOrd="0" destOrd="0" presId="urn:microsoft.com/office/officeart/2005/8/layout/orgChart1"/>
    <dgm:cxn modelId="{BF3A08EF-3AE9-4DDE-8BBD-DE7FE96B1836}" type="presOf" srcId="{8425EB16-8B68-42FD-ACFB-2918543F3571}" destId="{76F9E855-8E52-447B-B682-1C4271B4C2BE}" srcOrd="0" destOrd="0" presId="urn:microsoft.com/office/officeart/2005/8/layout/orgChart1"/>
    <dgm:cxn modelId="{22AE01F7-662A-42C8-83ED-5BC42513936C}" srcId="{22AAB52A-F50E-450E-A45B-AA76C6E60155}" destId="{EE303CBF-4175-4013-ABD7-D7832DDCB4D3}" srcOrd="1" destOrd="0" parTransId="{8425EB16-8B68-42FD-ACFB-2918543F3571}" sibTransId="{88E92BE7-E28A-416C-BAFC-09FE766F5D2F}"/>
    <dgm:cxn modelId="{E4381DF9-074C-4435-8087-BD8A4937A374}" type="presOf" srcId="{8096C942-F497-4E1F-B43D-4C1F22C0FEE3}" destId="{7999BE6A-0E9D-4D18-9E0E-4F5C97F9202C}" srcOrd="0" destOrd="0" presId="urn:microsoft.com/office/officeart/2005/8/layout/orgChart1"/>
    <dgm:cxn modelId="{D2BDE93E-43E3-4DCC-A87B-79F20C589BD2}" type="presParOf" srcId="{FC0D5DA3-7F08-40C9-A39B-512D9ACDB8BB}" destId="{F0525BF0-33D3-418F-9953-634B9FB18727}" srcOrd="0" destOrd="0" presId="urn:microsoft.com/office/officeart/2005/8/layout/orgChart1"/>
    <dgm:cxn modelId="{ED889765-2A8D-4941-AB34-6A53338F36F3}" type="presParOf" srcId="{F0525BF0-33D3-418F-9953-634B9FB18727}" destId="{79CF8B2B-BFAA-446C-97A0-4ED1436B844A}" srcOrd="0" destOrd="0" presId="urn:microsoft.com/office/officeart/2005/8/layout/orgChart1"/>
    <dgm:cxn modelId="{177C9BE3-2AB4-490F-81F9-C885AC7DA152}" type="presParOf" srcId="{79CF8B2B-BFAA-446C-97A0-4ED1436B844A}" destId="{2F8C74D8-1EF0-4609-84FB-25532547BD99}" srcOrd="0" destOrd="0" presId="urn:microsoft.com/office/officeart/2005/8/layout/orgChart1"/>
    <dgm:cxn modelId="{C6397F0C-E948-4B7C-848E-F6EA7A2D1D8B}" type="presParOf" srcId="{79CF8B2B-BFAA-446C-97A0-4ED1436B844A}" destId="{56909A3B-DB1D-4BDB-A067-9CA3225FF8B7}" srcOrd="1" destOrd="0" presId="urn:microsoft.com/office/officeart/2005/8/layout/orgChart1"/>
    <dgm:cxn modelId="{A6F8B720-3E13-4AEC-AA55-6CAD11B07D71}" type="presParOf" srcId="{F0525BF0-33D3-418F-9953-634B9FB18727}" destId="{A6C36A4F-187C-4038-BC17-8914E44B2813}" srcOrd="1" destOrd="0" presId="urn:microsoft.com/office/officeart/2005/8/layout/orgChart1"/>
    <dgm:cxn modelId="{2629639E-FEF5-4930-A614-C27540B0DC37}" type="presParOf" srcId="{A6C36A4F-187C-4038-BC17-8914E44B2813}" destId="{EEB63D60-B052-4B7C-B3BC-294241CF008A}" srcOrd="0" destOrd="0" presId="urn:microsoft.com/office/officeart/2005/8/layout/orgChart1"/>
    <dgm:cxn modelId="{872F0B91-A4FE-4C9D-8D10-4D4B1CD3CBC9}" type="presParOf" srcId="{A6C36A4F-187C-4038-BC17-8914E44B2813}" destId="{A57C3137-F766-4FD8-AC3A-805708DA3A87}" srcOrd="1" destOrd="0" presId="urn:microsoft.com/office/officeart/2005/8/layout/orgChart1"/>
    <dgm:cxn modelId="{D34D3A90-1454-4406-AC52-FB230710E465}" type="presParOf" srcId="{A57C3137-F766-4FD8-AC3A-805708DA3A87}" destId="{018419EB-73E1-4E6E-BC3D-FC6D22A50F5D}" srcOrd="0" destOrd="0" presId="urn:microsoft.com/office/officeart/2005/8/layout/orgChart1"/>
    <dgm:cxn modelId="{FC9B4E69-5D26-4953-B199-4350FADC8C46}" type="presParOf" srcId="{018419EB-73E1-4E6E-BC3D-FC6D22A50F5D}" destId="{BD1C8E53-9BE8-4B0F-9765-020107A169D2}" srcOrd="0" destOrd="0" presId="urn:microsoft.com/office/officeart/2005/8/layout/orgChart1"/>
    <dgm:cxn modelId="{B9B8B10D-8819-40E5-A33D-9DF2F68A892C}" type="presParOf" srcId="{018419EB-73E1-4E6E-BC3D-FC6D22A50F5D}" destId="{82E26683-6004-4AC1-97F4-BC8CB1804D08}" srcOrd="1" destOrd="0" presId="urn:microsoft.com/office/officeart/2005/8/layout/orgChart1"/>
    <dgm:cxn modelId="{E89C3A91-4F85-4876-9E67-AAD79732B348}" type="presParOf" srcId="{A57C3137-F766-4FD8-AC3A-805708DA3A87}" destId="{98346F26-F834-41B1-907C-B7A683D4E431}" srcOrd="1" destOrd="0" presId="urn:microsoft.com/office/officeart/2005/8/layout/orgChart1"/>
    <dgm:cxn modelId="{C4F1D63E-4037-4408-AB59-2BBA5A213FE7}" type="presParOf" srcId="{A57C3137-F766-4FD8-AC3A-805708DA3A87}" destId="{6589F3F4-6F7C-481E-80D6-87680F8620E4}" srcOrd="2" destOrd="0" presId="urn:microsoft.com/office/officeart/2005/8/layout/orgChart1"/>
    <dgm:cxn modelId="{211252B2-C438-44C9-8EA9-383F62B2B366}" type="presParOf" srcId="{A6C36A4F-187C-4038-BC17-8914E44B2813}" destId="{76F9E855-8E52-447B-B682-1C4271B4C2BE}" srcOrd="2" destOrd="0" presId="urn:microsoft.com/office/officeart/2005/8/layout/orgChart1"/>
    <dgm:cxn modelId="{6E5B252D-1CE4-4DE9-BDFC-682475A23E39}" type="presParOf" srcId="{A6C36A4F-187C-4038-BC17-8914E44B2813}" destId="{B5A2079C-9459-45FD-8C69-8E92B3DD7D8F}" srcOrd="3" destOrd="0" presId="urn:microsoft.com/office/officeart/2005/8/layout/orgChart1"/>
    <dgm:cxn modelId="{D8282363-022E-4D7D-A698-D0EB50D7F59A}" type="presParOf" srcId="{B5A2079C-9459-45FD-8C69-8E92B3DD7D8F}" destId="{AE13B3EB-B396-4DEE-A70C-240939CA60E6}" srcOrd="0" destOrd="0" presId="urn:microsoft.com/office/officeart/2005/8/layout/orgChart1"/>
    <dgm:cxn modelId="{50449494-8462-4079-8158-4D2A0EBA0161}" type="presParOf" srcId="{AE13B3EB-B396-4DEE-A70C-240939CA60E6}" destId="{340E49CD-E4B0-4729-87C8-94B2DE060E6F}" srcOrd="0" destOrd="0" presId="urn:microsoft.com/office/officeart/2005/8/layout/orgChart1"/>
    <dgm:cxn modelId="{03369CC0-5483-4770-9F1A-DB1EC156D291}" type="presParOf" srcId="{AE13B3EB-B396-4DEE-A70C-240939CA60E6}" destId="{25219975-8770-49D6-B04F-01FB630D04C3}" srcOrd="1" destOrd="0" presId="urn:microsoft.com/office/officeart/2005/8/layout/orgChart1"/>
    <dgm:cxn modelId="{213C087E-5AE6-48F6-A6F7-5D034F29EAA4}" type="presParOf" srcId="{B5A2079C-9459-45FD-8C69-8E92B3DD7D8F}" destId="{DC87EE5C-4CAE-453E-8896-07CDA15DD230}" srcOrd="1" destOrd="0" presId="urn:microsoft.com/office/officeart/2005/8/layout/orgChart1"/>
    <dgm:cxn modelId="{29729BBA-AFCA-4707-8971-A42436BC5DCB}" type="presParOf" srcId="{B5A2079C-9459-45FD-8C69-8E92B3DD7D8F}" destId="{AAB64D20-3F70-46C5-A9CB-DB70BE6E204E}" srcOrd="2" destOrd="0" presId="urn:microsoft.com/office/officeart/2005/8/layout/orgChart1"/>
    <dgm:cxn modelId="{BC8CB8E5-C3FB-4D76-84BD-164BF05A4615}" type="presParOf" srcId="{A6C36A4F-187C-4038-BC17-8914E44B2813}" destId="{82B30873-E5D4-410B-9571-EC471856AA4C}" srcOrd="4" destOrd="0" presId="urn:microsoft.com/office/officeart/2005/8/layout/orgChart1"/>
    <dgm:cxn modelId="{88AC007A-3E2C-40D9-B7A5-51826DD637F6}" type="presParOf" srcId="{A6C36A4F-187C-4038-BC17-8914E44B2813}" destId="{AE10B8E8-333E-434A-AA39-EE388B4D9D55}" srcOrd="5" destOrd="0" presId="urn:microsoft.com/office/officeart/2005/8/layout/orgChart1"/>
    <dgm:cxn modelId="{240F7E90-0B05-4F85-A0F7-A013E75E9264}" type="presParOf" srcId="{AE10B8E8-333E-434A-AA39-EE388B4D9D55}" destId="{DDFB0C22-6E7F-42DB-BD0B-4EAC1FAACD52}" srcOrd="0" destOrd="0" presId="urn:microsoft.com/office/officeart/2005/8/layout/orgChart1"/>
    <dgm:cxn modelId="{79678B12-DE85-4C61-963C-004D82423CDC}" type="presParOf" srcId="{DDFB0C22-6E7F-42DB-BD0B-4EAC1FAACD52}" destId="{BC229DE0-F7A4-4553-B835-D21096967839}" srcOrd="0" destOrd="0" presId="urn:microsoft.com/office/officeart/2005/8/layout/orgChart1"/>
    <dgm:cxn modelId="{4A71E7D3-B510-4A09-AA83-0B217FAEBDFD}" type="presParOf" srcId="{DDFB0C22-6E7F-42DB-BD0B-4EAC1FAACD52}" destId="{D3CF81C4-2753-4908-86E9-49915C91F495}" srcOrd="1" destOrd="0" presId="urn:microsoft.com/office/officeart/2005/8/layout/orgChart1"/>
    <dgm:cxn modelId="{E6BA835D-A523-4845-9D6F-F639441BA190}" type="presParOf" srcId="{AE10B8E8-333E-434A-AA39-EE388B4D9D55}" destId="{60DCFC71-3C59-4168-B591-8FBEFADC2FAA}" srcOrd="1" destOrd="0" presId="urn:microsoft.com/office/officeart/2005/8/layout/orgChart1"/>
    <dgm:cxn modelId="{89916657-647F-42FB-8E5E-C3E78D507940}" type="presParOf" srcId="{AE10B8E8-333E-434A-AA39-EE388B4D9D55}" destId="{A179F0F5-CE16-4447-8255-4BC95CC98663}" srcOrd="2" destOrd="0" presId="urn:microsoft.com/office/officeart/2005/8/layout/orgChart1"/>
    <dgm:cxn modelId="{08C81E4D-2355-425A-878B-5A8823F093F5}" type="presParOf" srcId="{A6C36A4F-187C-4038-BC17-8914E44B2813}" destId="{689D0414-911A-4B60-A4D4-D7E2B54BE5E7}" srcOrd="6" destOrd="0" presId="urn:microsoft.com/office/officeart/2005/8/layout/orgChart1"/>
    <dgm:cxn modelId="{110C1066-CAC0-4FDC-A59B-CC618F6F6F57}" type="presParOf" srcId="{A6C36A4F-187C-4038-BC17-8914E44B2813}" destId="{8FD15E19-70DA-4C8A-9338-7F47FF31FD7A}" srcOrd="7" destOrd="0" presId="urn:microsoft.com/office/officeart/2005/8/layout/orgChart1"/>
    <dgm:cxn modelId="{E46C326B-D099-49E2-B782-739062A5FF3E}" type="presParOf" srcId="{8FD15E19-70DA-4C8A-9338-7F47FF31FD7A}" destId="{80DCF457-305A-4799-9EA0-876F0B9C93CA}" srcOrd="0" destOrd="0" presId="urn:microsoft.com/office/officeart/2005/8/layout/orgChart1"/>
    <dgm:cxn modelId="{BE102594-E50E-49E3-801B-5B5074CFE645}" type="presParOf" srcId="{80DCF457-305A-4799-9EA0-876F0B9C93CA}" destId="{94C9DD66-620A-47C2-936D-5B25A85D06D8}" srcOrd="0" destOrd="0" presId="urn:microsoft.com/office/officeart/2005/8/layout/orgChart1"/>
    <dgm:cxn modelId="{29F54578-D44A-4095-82B9-B04120191466}" type="presParOf" srcId="{80DCF457-305A-4799-9EA0-876F0B9C93CA}" destId="{628D22E3-EA7D-42F5-AB6E-30DA9B0E1EC3}" srcOrd="1" destOrd="0" presId="urn:microsoft.com/office/officeart/2005/8/layout/orgChart1"/>
    <dgm:cxn modelId="{718822BF-E67B-499E-A8F6-02F6AC8BBEC9}" type="presParOf" srcId="{8FD15E19-70DA-4C8A-9338-7F47FF31FD7A}" destId="{05B1BF9C-E8E9-4AA5-A9A4-A901DBFFD43E}" srcOrd="1" destOrd="0" presId="urn:microsoft.com/office/officeart/2005/8/layout/orgChart1"/>
    <dgm:cxn modelId="{D4638FF2-B619-4334-BD69-2AA4F23379A5}" type="presParOf" srcId="{8FD15E19-70DA-4C8A-9338-7F47FF31FD7A}" destId="{9CE02341-AF5C-43F3-A753-B9543F68FBC0}" srcOrd="2" destOrd="0" presId="urn:microsoft.com/office/officeart/2005/8/layout/orgChart1"/>
    <dgm:cxn modelId="{EE170857-B4DC-46D4-A99A-ABE6BBD4C4D4}" type="presParOf" srcId="{A6C36A4F-187C-4038-BC17-8914E44B2813}" destId="{3320325F-43D1-4D30-A07A-617B9052AD71}" srcOrd="8" destOrd="0" presId="urn:microsoft.com/office/officeart/2005/8/layout/orgChart1"/>
    <dgm:cxn modelId="{F55BCB9E-FDD3-4EBF-92F7-10B329716EBE}" type="presParOf" srcId="{A6C36A4F-187C-4038-BC17-8914E44B2813}" destId="{571F240A-4864-41F2-93C9-92A66B00F5B8}" srcOrd="9" destOrd="0" presId="urn:microsoft.com/office/officeart/2005/8/layout/orgChart1"/>
    <dgm:cxn modelId="{D0C645F5-34AF-4E5D-BCA9-8C0BE003F862}" type="presParOf" srcId="{571F240A-4864-41F2-93C9-92A66B00F5B8}" destId="{6E645388-F5B9-44B5-A388-75ACCDA79C91}" srcOrd="0" destOrd="0" presId="urn:microsoft.com/office/officeart/2005/8/layout/orgChart1"/>
    <dgm:cxn modelId="{2DFA0CF3-78FB-4B42-AF72-1B5C10E85EAB}" type="presParOf" srcId="{6E645388-F5B9-44B5-A388-75ACCDA79C91}" destId="{63E8BA2B-AB9A-4B5C-9E5B-26DC0DDF49B1}" srcOrd="0" destOrd="0" presId="urn:microsoft.com/office/officeart/2005/8/layout/orgChart1"/>
    <dgm:cxn modelId="{45B4F526-0F76-43D8-A85B-43C794E0BA2D}" type="presParOf" srcId="{6E645388-F5B9-44B5-A388-75ACCDA79C91}" destId="{2987A41B-9303-4A27-B103-C05D9967CCDC}" srcOrd="1" destOrd="0" presId="urn:microsoft.com/office/officeart/2005/8/layout/orgChart1"/>
    <dgm:cxn modelId="{2A191EF3-4FFE-4D09-BDE1-1770237701E0}" type="presParOf" srcId="{571F240A-4864-41F2-93C9-92A66B00F5B8}" destId="{843FBACB-8BA6-4A1D-9953-4F39DDADD29F}" srcOrd="1" destOrd="0" presId="urn:microsoft.com/office/officeart/2005/8/layout/orgChart1"/>
    <dgm:cxn modelId="{850A4F8D-2A59-4D3D-BAA6-65D70C54CEDC}" type="presParOf" srcId="{571F240A-4864-41F2-93C9-92A66B00F5B8}" destId="{90CC2BD6-3322-45DF-A388-90F31901C9CD}" srcOrd="2" destOrd="0" presId="urn:microsoft.com/office/officeart/2005/8/layout/orgChart1"/>
    <dgm:cxn modelId="{4E0A743D-7A83-4553-AE7E-0C5754A64B23}" type="presParOf" srcId="{A6C36A4F-187C-4038-BC17-8914E44B2813}" destId="{7999BE6A-0E9D-4D18-9E0E-4F5C97F9202C}" srcOrd="10" destOrd="0" presId="urn:microsoft.com/office/officeart/2005/8/layout/orgChart1"/>
    <dgm:cxn modelId="{05306AC3-DE77-444A-9CCB-AEDB81BE8EFE}" type="presParOf" srcId="{A6C36A4F-187C-4038-BC17-8914E44B2813}" destId="{950AC100-1A91-4349-ABB7-0531014B43E8}" srcOrd="11" destOrd="0" presId="urn:microsoft.com/office/officeart/2005/8/layout/orgChart1"/>
    <dgm:cxn modelId="{58A1A3D4-A089-4C99-86AE-527E0EDEA710}" type="presParOf" srcId="{950AC100-1A91-4349-ABB7-0531014B43E8}" destId="{6ECBDBF7-47EF-404F-B1C5-4386A801E00A}" srcOrd="0" destOrd="0" presId="urn:microsoft.com/office/officeart/2005/8/layout/orgChart1"/>
    <dgm:cxn modelId="{9CED9DE6-002B-4AD9-8054-3D77F064899F}" type="presParOf" srcId="{6ECBDBF7-47EF-404F-B1C5-4386A801E00A}" destId="{694F4A1E-19E0-4432-857B-6B64A8687844}" srcOrd="0" destOrd="0" presId="urn:microsoft.com/office/officeart/2005/8/layout/orgChart1"/>
    <dgm:cxn modelId="{F8BE5879-DE5F-4E30-A205-60C1D8E6E6B9}" type="presParOf" srcId="{6ECBDBF7-47EF-404F-B1C5-4386A801E00A}" destId="{94C58B74-ADD0-4983-8B20-CE8A125B2955}" srcOrd="1" destOrd="0" presId="urn:microsoft.com/office/officeart/2005/8/layout/orgChart1"/>
    <dgm:cxn modelId="{9399ED63-33DF-441F-946F-D89FB4D13B57}" type="presParOf" srcId="{950AC100-1A91-4349-ABB7-0531014B43E8}" destId="{EEEEDBC2-F82B-4A74-A5F6-18F300EB2374}" srcOrd="1" destOrd="0" presId="urn:microsoft.com/office/officeart/2005/8/layout/orgChart1"/>
    <dgm:cxn modelId="{4645ACBC-493B-4E93-B7CA-76FCBF785B08}" type="presParOf" srcId="{950AC100-1A91-4349-ABB7-0531014B43E8}" destId="{6462DE5D-92C5-44FF-A24A-A442BF175F21}" srcOrd="2" destOrd="0" presId="urn:microsoft.com/office/officeart/2005/8/layout/orgChart1"/>
    <dgm:cxn modelId="{B7962B33-AAA1-4452-A659-1DD1026C30CA}" type="presParOf" srcId="{F0525BF0-33D3-418F-9953-634B9FB18727}" destId="{F4BB3807-E1E3-497E-A0E5-F1DA8100471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4" qsCatId="simple" csTypeId="urn:microsoft.com/office/officeart/2005/8/colors/accent0_1" csCatId="mainScheme" phldr="1"/>
      <dgm:spPr/>
      <dgm:t>
        <a:bodyPr/>
        <a:lstStyle/>
        <a:p>
          <a:endParaRPr lang="en-US"/>
        </a:p>
      </dgm:t>
    </dgm:pt>
    <dgm:pt modelId="{22AAB52A-F50E-450E-A45B-AA76C6E60155}">
      <dgm:prSet custT="1"/>
      <dgm:spPr/>
      <dgm:t>
        <a:bodyPr/>
        <a:lstStyle/>
        <a:p>
          <a:pPr algn="ctr"/>
          <a:r>
            <a:rPr lang="en-US" sz="1800" noProof="0" dirty="0"/>
            <a:t>Technology</a:t>
          </a:r>
        </a:p>
      </dgm:t>
    </dgm:pt>
    <dgm:pt modelId="{111B3508-DF67-4D45-82A6-7B60B4D41864}" type="parTrans" cxnId="{AEC67096-20FC-480D-97F0-F2F564BD9E8A}">
      <dgm:prSet/>
      <dgm:spPr/>
      <dgm:t>
        <a:bodyPr/>
        <a:lstStyle/>
        <a:p>
          <a:pPr algn="ctr"/>
          <a:endParaRPr lang="en-US" sz="1800" noProof="0"/>
        </a:p>
      </dgm:t>
    </dgm:pt>
    <dgm:pt modelId="{773A98D1-1721-4740-BBBC-EE4ECE532058}" type="sibTrans" cxnId="{AEC67096-20FC-480D-97F0-F2F564BD9E8A}">
      <dgm:prSet/>
      <dgm:spPr/>
      <dgm:t>
        <a:bodyPr/>
        <a:lstStyle/>
        <a:p>
          <a:pPr algn="ctr"/>
          <a:endParaRPr lang="en-US" sz="1800" noProof="0"/>
        </a:p>
      </dgm:t>
    </dgm:pt>
    <dgm:pt modelId="{EE303CBF-4175-4013-ABD7-D7832DDCB4D3}">
      <dgm:prSet custT="1"/>
      <dgm:spPr>
        <a:solidFill>
          <a:srgbClr val="FFFFFF"/>
        </a:solidFill>
        <a:ln>
          <a:noFill/>
        </a:ln>
        <a:effectLst>
          <a:outerShdw blurRad="40000" dist="23000" dir="5400000" rotWithShape="0">
            <a:srgbClr val="000000">
              <a:alpha val="35000"/>
            </a:srgbClr>
          </a:outerShdw>
        </a:effectLst>
      </dgm:spPr>
      <dgm:t>
        <a:bodyPr spcFirstLastPara="0" vert="horz" wrap="square" lIns="14605" tIns="14605" rIns="14605" bIns="14605" numCol="1" spcCol="1270" anchor="ctr" anchorCtr="0"/>
        <a:lstStyle/>
        <a:p>
          <a:pPr marL="0" lvl="0" indent="0" algn="ctr" defTabSz="1022350">
            <a:lnSpc>
              <a:spcPct val="90000"/>
            </a:lnSpc>
            <a:spcBef>
              <a:spcPct val="0"/>
            </a:spcBef>
            <a:spcAft>
              <a:spcPct val="35000"/>
            </a:spcAft>
            <a:buNone/>
          </a:pPr>
          <a:r>
            <a:rPr lang="en-US" sz="1800" kern="1200" noProof="0" dirty="0">
              <a:solidFill>
                <a:srgbClr val="000000">
                  <a:hueOff val="0"/>
                  <a:satOff val="0"/>
                  <a:lumOff val="0"/>
                  <a:alphaOff val="0"/>
                </a:srgbClr>
              </a:solidFill>
              <a:latin typeface="Times New Roman"/>
              <a:ea typeface="+mn-ea"/>
              <a:cs typeface="+mn-cs"/>
            </a:rPr>
            <a:t>LAN/ Clients /EUC</a:t>
          </a:r>
        </a:p>
      </dgm:t>
    </dgm:pt>
    <dgm:pt modelId="{8425EB16-8B68-42FD-ACFB-2918543F3571}" type="parTrans" cxnId="{22AE01F7-662A-42C8-83ED-5BC42513936C}">
      <dgm:prSet/>
      <dgm:spPr/>
      <dgm:t>
        <a:bodyPr/>
        <a:lstStyle/>
        <a:p>
          <a:endParaRPr lang="it-IT" sz="1800"/>
        </a:p>
      </dgm:t>
    </dgm:pt>
    <dgm:pt modelId="{88E92BE7-E28A-416C-BAFC-09FE766F5D2F}" type="sibTrans" cxnId="{22AE01F7-662A-42C8-83ED-5BC42513936C}">
      <dgm:prSet/>
      <dgm:spPr/>
      <dgm:t>
        <a:bodyPr/>
        <a:lstStyle/>
        <a:p>
          <a:endParaRPr lang="it-IT" sz="1800"/>
        </a:p>
      </dgm:t>
    </dgm:pt>
    <dgm:pt modelId="{A149DD43-A352-484B-BCFF-4DD00B109A25}">
      <dgm:prSet custT="1"/>
      <dgm:spPr>
        <a:solidFill>
          <a:srgbClr val="FFFFFF"/>
        </a:solidFill>
        <a:ln>
          <a:noFill/>
        </a:ln>
        <a:effectLst>
          <a:outerShdw blurRad="40000" dist="23000" dir="5400000" rotWithShape="0">
            <a:srgbClr val="000000">
              <a:alpha val="35000"/>
            </a:srgbClr>
          </a:outerShdw>
        </a:effectLst>
      </dgm:spPr>
      <dgm:t>
        <a:bodyPr spcFirstLastPara="0" vert="horz" wrap="square" lIns="14605" tIns="14605" rIns="14605" bIns="14605" numCol="1" spcCol="1270" anchor="ctr" anchorCtr="0"/>
        <a:lstStyle/>
        <a:p>
          <a:pPr marL="0" lvl="0" indent="0" algn="ctr" defTabSz="1022350">
            <a:lnSpc>
              <a:spcPct val="90000"/>
            </a:lnSpc>
            <a:spcBef>
              <a:spcPct val="0"/>
            </a:spcBef>
            <a:spcAft>
              <a:spcPct val="35000"/>
            </a:spcAft>
            <a:buNone/>
          </a:pPr>
          <a:r>
            <a:rPr lang="en-US" sz="1800" kern="1200" noProof="0" dirty="0">
              <a:solidFill>
                <a:srgbClr val="000000">
                  <a:hueOff val="0"/>
                  <a:satOff val="0"/>
                  <a:lumOff val="0"/>
                  <a:alphaOff val="0"/>
                </a:srgbClr>
              </a:solidFill>
              <a:latin typeface="Times New Roman"/>
              <a:ea typeface="+mn-ea"/>
              <a:cs typeface="+mn-cs"/>
            </a:rPr>
            <a:t>Servers </a:t>
          </a:r>
        </a:p>
      </dgm:t>
    </dgm:pt>
    <dgm:pt modelId="{989A628E-C182-4286-AED0-BACAEAE94234}" type="parTrans" cxnId="{B06C0D37-A05D-43A1-B76C-D069AE23F9E0}">
      <dgm:prSet/>
      <dgm:spPr/>
      <dgm:t>
        <a:bodyPr/>
        <a:lstStyle/>
        <a:p>
          <a:endParaRPr lang="it-IT" sz="1800"/>
        </a:p>
      </dgm:t>
    </dgm:pt>
    <dgm:pt modelId="{5BF7FBAD-60DC-4C10-BC98-0DC73BDB4AEA}" type="sibTrans" cxnId="{B06C0D37-A05D-43A1-B76C-D069AE23F9E0}">
      <dgm:prSet/>
      <dgm:spPr/>
      <dgm:t>
        <a:bodyPr/>
        <a:lstStyle/>
        <a:p>
          <a:endParaRPr lang="it-IT" sz="1800"/>
        </a:p>
      </dgm:t>
    </dgm:pt>
    <dgm:pt modelId="{13864E19-18AD-4DB4-9D24-6F3E0D1C013B}">
      <dgm:prSet custT="1"/>
      <dgm:spPr>
        <a:solidFill>
          <a:schemeClr val="bg1"/>
        </a:solidFill>
      </dgm:spPr>
      <dgm:t>
        <a:bodyPr/>
        <a:lstStyle/>
        <a:p>
          <a:r>
            <a:rPr lang="en-US" sz="1800" noProof="0" dirty="0"/>
            <a:t>Miscellaneous</a:t>
          </a:r>
        </a:p>
      </dgm:t>
    </dgm:pt>
    <dgm:pt modelId="{8096C942-F497-4E1F-B43D-4C1F22C0FEE3}" type="parTrans" cxnId="{CFB40D5A-D100-417B-AA50-7919C4F9E558}">
      <dgm:prSet/>
      <dgm:spPr/>
      <dgm:t>
        <a:bodyPr/>
        <a:lstStyle/>
        <a:p>
          <a:endParaRPr lang="it-IT" sz="1800"/>
        </a:p>
      </dgm:t>
    </dgm:pt>
    <dgm:pt modelId="{3B0FDBB7-97DC-4A4F-95D1-BC742289E6DF}" type="sibTrans" cxnId="{CFB40D5A-D100-417B-AA50-7919C4F9E558}">
      <dgm:prSet/>
      <dgm:spPr/>
      <dgm:t>
        <a:bodyPr/>
        <a:lstStyle/>
        <a:p>
          <a:endParaRPr lang="it-IT" sz="1800"/>
        </a:p>
      </dgm:t>
    </dgm:pt>
    <dgm:pt modelId="{00071147-F4B2-4AC6-9367-5DC3FA0510F4}">
      <dgm:prSet custT="1"/>
      <dgm:spPr>
        <a:solidFill>
          <a:srgbClr val="FFFFFF"/>
        </a:solidFill>
        <a:ln>
          <a:noFill/>
        </a:ln>
        <a:effectLst>
          <a:outerShdw blurRad="40000" dist="23000" dir="5400000" rotWithShape="0">
            <a:srgbClr val="000000">
              <a:alpha val="35000"/>
            </a:srgbClr>
          </a:outerShdw>
        </a:effectLst>
      </dgm:spPr>
      <dgm:t>
        <a:bodyPr spcFirstLastPara="0" vert="horz" wrap="square" lIns="14605" tIns="14605" rIns="14605" bIns="14605" numCol="1" spcCol="1270" anchor="ctr" anchorCtr="0"/>
        <a:lstStyle/>
        <a:p>
          <a:pPr marL="0" lvl="0" indent="0" algn="ctr" defTabSz="1022350">
            <a:lnSpc>
              <a:spcPct val="90000"/>
            </a:lnSpc>
            <a:spcBef>
              <a:spcPct val="0"/>
            </a:spcBef>
            <a:spcAft>
              <a:spcPct val="35000"/>
            </a:spcAft>
            <a:buNone/>
          </a:pPr>
          <a:r>
            <a:rPr lang="en-US" sz="1800" kern="1200" noProof="0" dirty="0">
              <a:solidFill>
                <a:srgbClr val="000000">
                  <a:hueOff val="0"/>
                  <a:satOff val="0"/>
                  <a:lumOff val="0"/>
                  <a:alphaOff val="0"/>
                </a:srgbClr>
              </a:solidFill>
              <a:latin typeface="Times New Roman"/>
              <a:ea typeface="+mn-ea"/>
              <a:cs typeface="+mn-cs"/>
            </a:rPr>
            <a:t>Mobile</a:t>
          </a:r>
        </a:p>
      </dgm:t>
    </dgm:pt>
    <dgm:pt modelId="{15873E4C-DBF8-4F83-A561-F85B149153F3}" type="parTrans" cxnId="{3B16A7C6-BF20-4154-93EE-4928C9910545}">
      <dgm:prSet/>
      <dgm:spPr/>
      <dgm:t>
        <a:bodyPr/>
        <a:lstStyle/>
        <a:p>
          <a:endParaRPr lang="it-IT" sz="1800"/>
        </a:p>
      </dgm:t>
    </dgm:pt>
    <dgm:pt modelId="{A60256E8-8A5A-42EF-8C00-419D03BC1635}" type="sibTrans" cxnId="{3B16A7C6-BF20-4154-93EE-4928C9910545}">
      <dgm:prSet/>
      <dgm:spPr/>
      <dgm:t>
        <a:bodyPr/>
        <a:lstStyle/>
        <a:p>
          <a:endParaRPr lang="it-IT" sz="1800"/>
        </a:p>
      </dgm:t>
    </dgm:pt>
    <dgm:pt modelId="{62D17D11-5B2E-42D2-8A2E-0F57C8B60298}">
      <dgm:prSet custT="1"/>
      <dgm:spPr>
        <a:solidFill>
          <a:schemeClr val="bg1"/>
        </a:solidFill>
      </dgm:spPr>
      <dgm:t>
        <a:bodyPr/>
        <a:lstStyle/>
        <a:p>
          <a:r>
            <a:rPr lang="en-US" sz="1800" noProof="0" dirty="0"/>
            <a:t>Cloud  services</a:t>
          </a:r>
        </a:p>
      </dgm:t>
    </dgm:pt>
    <dgm:pt modelId="{25236DAA-B119-41D8-A887-3926210A5840}" type="parTrans" cxnId="{AFD1CC16-3C14-4C4C-B5AE-620B15750B74}">
      <dgm:prSet/>
      <dgm:spPr/>
      <dgm:t>
        <a:bodyPr/>
        <a:lstStyle/>
        <a:p>
          <a:endParaRPr lang="it-IT" sz="1800"/>
        </a:p>
      </dgm:t>
    </dgm:pt>
    <dgm:pt modelId="{9B0E9FC0-7E64-4CD8-918B-38E85E4D8420}" type="sibTrans" cxnId="{AFD1CC16-3C14-4C4C-B5AE-620B15750B74}">
      <dgm:prSet/>
      <dgm:spPr/>
      <dgm:t>
        <a:bodyPr/>
        <a:lstStyle/>
        <a:p>
          <a:endParaRPr lang="it-IT" sz="1800"/>
        </a:p>
      </dgm:t>
    </dgm:pt>
    <dgm:pt modelId="{A7B050F5-06E1-4705-BE7A-60C72CA3CF0D}">
      <dgm:prSet custT="1"/>
      <dgm:spPr>
        <a:gradFill rotWithShape="0">
          <a:gsLst>
            <a:gs pos="0">
              <a:srgbClr val="FFFFFF">
                <a:hueOff val="0"/>
                <a:satOff val="0"/>
                <a:lumOff val="0"/>
                <a:alphaOff val="0"/>
                <a:shade val="51000"/>
                <a:satMod val="130000"/>
              </a:srgbClr>
            </a:gs>
            <a:gs pos="80000">
              <a:srgbClr val="FFFFFF">
                <a:hueOff val="0"/>
                <a:satOff val="0"/>
                <a:lumOff val="0"/>
                <a:alphaOff val="0"/>
                <a:shade val="93000"/>
                <a:satMod val="130000"/>
              </a:srgbClr>
            </a:gs>
            <a:gs pos="100000">
              <a:srgbClr val="FFFFFF">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gm:spPr>
      <dgm:t>
        <a:bodyPr spcFirstLastPara="0" vert="horz" wrap="square" lIns="14605" tIns="14605" rIns="14605" bIns="14605" numCol="1" spcCol="1270" anchor="ctr" anchorCtr="0"/>
        <a:lstStyle/>
        <a:p>
          <a:r>
            <a:rPr lang="en-US" sz="1800" noProof="0" dirty="0"/>
            <a:t>Software  Platform </a:t>
          </a:r>
        </a:p>
      </dgm:t>
    </dgm:pt>
    <dgm:pt modelId="{5BA5CD68-651E-4917-A144-173025CD09CE}" type="parTrans" cxnId="{7569D879-7406-493C-AE44-8590A448A1B5}">
      <dgm:prSet/>
      <dgm:spPr/>
      <dgm:t>
        <a:bodyPr/>
        <a:lstStyle/>
        <a:p>
          <a:endParaRPr lang="it-IT" sz="1800"/>
        </a:p>
      </dgm:t>
    </dgm:pt>
    <dgm:pt modelId="{984E30F3-7134-4A62-9927-BB1C4695BB54}" type="sibTrans" cxnId="{7569D879-7406-493C-AE44-8590A448A1B5}">
      <dgm:prSet/>
      <dgm:spPr/>
      <dgm:t>
        <a:bodyPr/>
        <a:lstStyle/>
        <a:p>
          <a:endParaRPr lang="it-IT" sz="180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F0525BF0-33D3-418F-9953-634B9FB18727}" type="pres">
      <dgm:prSet presAssocID="{22AAB52A-F50E-450E-A45B-AA76C6E60155}" presName="hierRoot1" presStyleCnt="0">
        <dgm:presLayoutVars>
          <dgm:hierBranch val="hang"/>
        </dgm:presLayoutVars>
      </dgm:prSet>
      <dgm:spPr/>
    </dgm:pt>
    <dgm:pt modelId="{79CF8B2B-BFAA-446C-97A0-4ED1436B844A}" type="pres">
      <dgm:prSet presAssocID="{22AAB52A-F50E-450E-A45B-AA76C6E60155}" presName="rootComposite1" presStyleCnt="0"/>
      <dgm:spPr/>
    </dgm:pt>
    <dgm:pt modelId="{2F8C74D8-1EF0-4609-84FB-25532547BD99}" type="pres">
      <dgm:prSet presAssocID="{22AAB52A-F50E-450E-A45B-AA76C6E60155}" presName="rootText1" presStyleLbl="node0" presStyleIdx="0" presStyleCnt="1">
        <dgm:presLayoutVars>
          <dgm:chPref val="3"/>
        </dgm:presLayoutVars>
      </dgm:prSet>
      <dgm:spPr/>
    </dgm:pt>
    <dgm:pt modelId="{56909A3B-DB1D-4BDB-A067-9CA3225FF8B7}" type="pres">
      <dgm:prSet presAssocID="{22AAB52A-F50E-450E-A45B-AA76C6E60155}" presName="rootConnector1" presStyleLbl="node1" presStyleIdx="0" presStyleCnt="0"/>
      <dgm:spPr/>
    </dgm:pt>
    <dgm:pt modelId="{A6C36A4F-187C-4038-BC17-8914E44B2813}" type="pres">
      <dgm:prSet presAssocID="{22AAB52A-F50E-450E-A45B-AA76C6E60155}" presName="hierChild2" presStyleCnt="0"/>
      <dgm:spPr/>
    </dgm:pt>
    <dgm:pt modelId="{EEB63D60-B052-4B7C-B3BC-294241CF008A}" type="pres">
      <dgm:prSet presAssocID="{15873E4C-DBF8-4F83-A561-F85B149153F3}" presName="Name48" presStyleLbl="parChTrans1D2" presStyleIdx="0" presStyleCnt="6"/>
      <dgm:spPr/>
    </dgm:pt>
    <dgm:pt modelId="{A57C3137-F766-4FD8-AC3A-805708DA3A87}" type="pres">
      <dgm:prSet presAssocID="{00071147-F4B2-4AC6-9367-5DC3FA0510F4}" presName="hierRoot2" presStyleCnt="0">
        <dgm:presLayoutVars>
          <dgm:hierBranch val="init"/>
        </dgm:presLayoutVars>
      </dgm:prSet>
      <dgm:spPr/>
    </dgm:pt>
    <dgm:pt modelId="{018419EB-73E1-4E6E-BC3D-FC6D22A50F5D}" type="pres">
      <dgm:prSet presAssocID="{00071147-F4B2-4AC6-9367-5DC3FA0510F4}" presName="rootComposite" presStyleCnt="0"/>
      <dgm:spPr/>
    </dgm:pt>
    <dgm:pt modelId="{BD1C8E53-9BE8-4B0F-9765-020107A169D2}" type="pres">
      <dgm:prSet presAssocID="{00071147-F4B2-4AC6-9367-5DC3FA0510F4}" presName="rootText" presStyleLbl="node2" presStyleIdx="0" presStyleCnt="6">
        <dgm:presLayoutVars>
          <dgm:chPref val="3"/>
        </dgm:presLayoutVars>
      </dgm:prSet>
      <dgm:spPr>
        <a:xfrm>
          <a:off x="148762" y="1235784"/>
          <a:ext cx="1735894" cy="867947"/>
        </a:xfrm>
        <a:prstGeom prst="rect">
          <a:avLst/>
        </a:prstGeom>
      </dgm:spPr>
    </dgm:pt>
    <dgm:pt modelId="{82E26683-6004-4AC1-97F4-BC8CB1804D08}" type="pres">
      <dgm:prSet presAssocID="{00071147-F4B2-4AC6-9367-5DC3FA0510F4}" presName="rootConnector" presStyleLbl="node2" presStyleIdx="0" presStyleCnt="6"/>
      <dgm:spPr/>
    </dgm:pt>
    <dgm:pt modelId="{98346F26-F834-41B1-907C-B7A683D4E431}" type="pres">
      <dgm:prSet presAssocID="{00071147-F4B2-4AC6-9367-5DC3FA0510F4}" presName="hierChild4" presStyleCnt="0"/>
      <dgm:spPr/>
    </dgm:pt>
    <dgm:pt modelId="{6589F3F4-6F7C-481E-80D6-87680F8620E4}" type="pres">
      <dgm:prSet presAssocID="{00071147-F4B2-4AC6-9367-5DC3FA0510F4}" presName="hierChild5" presStyleCnt="0"/>
      <dgm:spPr/>
    </dgm:pt>
    <dgm:pt modelId="{76F9E855-8E52-447B-B682-1C4271B4C2BE}" type="pres">
      <dgm:prSet presAssocID="{8425EB16-8B68-42FD-ACFB-2918543F3571}" presName="Name48" presStyleLbl="parChTrans1D2" presStyleIdx="1" presStyleCnt="6"/>
      <dgm:spPr/>
    </dgm:pt>
    <dgm:pt modelId="{B5A2079C-9459-45FD-8C69-8E92B3DD7D8F}" type="pres">
      <dgm:prSet presAssocID="{EE303CBF-4175-4013-ABD7-D7832DDCB4D3}" presName="hierRoot2" presStyleCnt="0">
        <dgm:presLayoutVars>
          <dgm:hierBranch val="init"/>
        </dgm:presLayoutVars>
      </dgm:prSet>
      <dgm:spPr/>
    </dgm:pt>
    <dgm:pt modelId="{AE13B3EB-B396-4DEE-A70C-240939CA60E6}" type="pres">
      <dgm:prSet presAssocID="{EE303CBF-4175-4013-ABD7-D7832DDCB4D3}" presName="rootComposite" presStyleCnt="0"/>
      <dgm:spPr/>
    </dgm:pt>
    <dgm:pt modelId="{340E49CD-E4B0-4729-87C8-94B2DE060E6F}" type="pres">
      <dgm:prSet presAssocID="{EE303CBF-4175-4013-ABD7-D7832DDCB4D3}" presName="rootText" presStyleLbl="node2" presStyleIdx="1" presStyleCnt="6">
        <dgm:presLayoutVars>
          <dgm:chPref val="3"/>
        </dgm:presLayoutVars>
      </dgm:prSet>
      <dgm:spPr>
        <a:xfrm>
          <a:off x="2249193" y="1235784"/>
          <a:ext cx="1735894" cy="867947"/>
        </a:xfrm>
        <a:prstGeom prst="rect">
          <a:avLst/>
        </a:prstGeom>
      </dgm:spPr>
    </dgm:pt>
    <dgm:pt modelId="{25219975-8770-49D6-B04F-01FB630D04C3}" type="pres">
      <dgm:prSet presAssocID="{EE303CBF-4175-4013-ABD7-D7832DDCB4D3}" presName="rootConnector" presStyleLbl="node2" presStyleIdx="1" presStyleCnt="6"/>
      <dgm:spPr/>
    </dgm:pt>
    <dgm:pt modelId="{DC87EE5C-4CAE-453E-8896-07CDA15DD230}" type="pres">
      <dgm:prSet presAssocID="{EE303CBF-4175-4013-ABD7-D7832DDCB4D3}" presName="hierChild4" presStyleCnt="0"/>
      <dgm:spPr/>
    </dgm:pt>
    <dgm:pt modelId="{AAB64D20-3F70-46C5-A9CB-DB70BE6E204E}" type="pres">
      <dgm:prSet presAssocID="{EE303CBF-4175-4013-ABD7-D7832DDCB4D3}" presName="hierChild5" presStyleCnt="0"/>
      <dgm:spPr/>
    </dgm:pt>
    <dgm:pt modelId="{82B30873-E5D4-410B-9571-EC471856AA4C}" type="pres">
      <dgm:prSet presAssocID="{989A628E-C182-4286-AED0-BACAEAE94234}" presName="Name48" presStyleLbl="parChTrans1D2" presStyleIdx="2" presStyleCnt="6"/>
      <dgm:spPr/>
    </dgm:pt>
    <dgm:pt modelId="{AE10B8E8-333E-434A-AA39-EE388B4D9D55}" type="pres">
      <dgm:prSet presAssocID="{A149DD43-A352-484B-BCFF-4DD00B109A25}" presName="hierRoot2" presStyleCnt="0">
        <dgm:presLayoutVars>
          <dgm:hierBranch val="init"/>
        </dgm:presLayoutVars>
      </dgm:prSet>
      <dgm:spPr/>
    </dgm:pt>
    <dgm:pt modelId="{DDFB0C22-6E7F-42DB-BD0B-4EAC1FAACD52}" type="pres">
      <dgm:prSet presAssocID="{A149DD43-A352-484B-BCFF-4DD00B109A25}" presName="rootComposite" presStyleCnt="0"/>
      <dgm:spPr/>
    </dgm:pt>
    <dgm:pt modelId="{BC229DE0-F7A4-4553-B835-D21096967839}" type="pres">
      <dgm:prSet presAssocID="{A149DD43-A352-484B-BCFF-4DD00B109A25}" presName="rootText" presStyleLbl="node2" presStyleIdx="2" presStyleCnt="6">
        <dgm:presLayoutVars>
          <dgm:chPref val="3"/>
        </dgm:presLayoutVars>
      </dgm:prSet>
      <dgm:spPr>
        <a:xfrm>
          <a:off x="148762" y="2468268"/>
          <a:ext cx="1735894" cy="867947"/>
        </a:xfrm>
        <a:prstGeom prst="rect">
          <a:avLst/>
        </a:prstGeom>
      </dgm:spPr>
    </dgm:pt>
    <dgm:pt modelId="{D3CF81C4-2753-4908-86E9-49915C91F495}" type="pres">
      <dgm:prSet presAssocID="{A149DD43-A352-484B-BCFF-4DD00B109A25}" presName="rootConnector" presStyleLbl="node2" presStyleIdx="2" presStyleCnt="6"/>
      <dgm:spPr/>
    </dgm:pt>
    <dgm:pt modelId="{60DCFC71-3C59-4168-B591-8FBEFADC2FAA}" type="pres">
      <dgm:prSet presAssocID="{A149DD43-A352-484B-BCFF-4DD00B109A25}" presName="hierChild4" presStyleCnt="0"/>
      <dgm:spPr/>
    </dgm:pt>
    <dgm:pt modelId="{A179F0F5-CE16-4447-8255-4BC95CC98663}" type="pres">
      <dgm:prSet presAssocID="{A149DD43-A352-484B-BCFF-4DD00B109A25}" presName="hierChild5" presStyleCnt="0"/>
      <dgm:spPr/>
    </dgm:pt>
    <dgm:pt modelId="{689D0414-911A-4B60-A4D4-D7E2B54BE5E7}" type="pres">
      <dgm:prSet presAssocID="{25236DAA-B119-41D8-A887-3926210A5840}" presName="Name48" presStyleLbl="parChTrans1D2" presStyleIdx="3" presStyleCnt="6"/>
      <dgm:spPr/>
    </dgm:pt>
    <dgm:pt modelId="{8FD15E19-70DA-4C8A-9338-7F47FF31FD7A}" type="pres">
      <dgm:prSet presAssocID="{62D17D11-5B2E-42D2-8A2E-0F57C8B60298}" presName="hierRoot2" presStyleCnt="0">
        <dgm:presLayoutVars>
          <dgm:hierBranch val="init"/>
        </dgm:presLayoutVars>
      </dgm:prSet>
      <dgm:spPr/>
    </dgm:pt>
    <dgm:pt modelId="{80DCF457-305A-4799-9EA0-876F0B9C93CA}" type="pres">
      <dgm:prSet presAssocID="{62D17D11-5B2E-42D2-8A2E-0F57C8B60298}" presName="rootComposite" presStyleCnt="0"/>
      <dgm:spPr/>
    </dgm:pt>
    <dgm:pt modelId="{94C9DD66-620A-47C2-936D-5B25A85D06D8}" type="pres">
      <dgm:prSet presAssocID="{62D17D11-5B2E-42D2-8A2E-0F57C8B60298}" presName="rootText" presStyleLbl="node2" presStyleIdx="3" presStyleCnt="6">
        <dgm:presLayoutVars>
          <dgm:chPref val="3"/>
        </dgm:presLayoutVars>
      </dgm:prSet>
      <dgm:spPr/>
    </dgm:pt>
    <dgm:pt modelId="{628D22E3-EA7D-42F5-AB6E-30DA9B0E1EC3}" type="pres">
      <dgm:prSet presAssocID="{62D17D11-5B2E-42D2-8A2E-0F57C8B60298}" presName="rootConnector" presStyleLbl="node2" presStyleIdx="3" presStyleCnt="6"/>
      <dgm:spPr/>
    </dgm:pt>
    <dgm:pt modelId="{05B1BF9C-E8E9-4AA5-A9A4-A901DBFFD43E}" type="pres">
      <dgm:prSet presAssocID="{62D17D11-5B2E-42D2-8A2E-0F57C8B60298}" presName="hierChild4" presStyleCnt="0"/>
      <dgm:spPr/>
    </dgm:pt>
    <dgm:pt modelId="{9CE02341-AF5C-43F3-A753-B9543F68FBC0}" type="pres">
      <dgm:prSet presAssocID="{62D17D11-5B2E-42D2-8A2E-0F57C8B60298}" presName="hierChild5" presStyleCnt="0"/>
      <dgm:spPr/>
    </dgm:pt>
    <dgm:pt modelId="{3320325F-43D1-4D30-A07A-617B9052AD71}" type="pres">
      <dgm:prSet presAssocID="{5BA5CD68-651E-4917-A144-173025CD09CE}" presName="Name48" presStyleLbl="parChTrans1D2" presStyleIdx="4" presStyleCnt="6"/>
      <dgm:spPr/>
    </dgm:pt>
    <dgm:pt modelId="{571F240A-4864-41F2-93C9-92A66B00F5B8}" type="pres">
      <dgm:prSet presAssocID="{A7B050F5-06E1-4705-BE7A-60C72CA3CF0D}" presName="hierRoot2" presStyleCnt="0">
        <dgm:presLayoutVars>
          <dgm:hierBranch val="init"/>
        </dgm:presLayoutVars>
      </dgm:prSet>
      <dgm:spPr/>
    </dgm:pt>
    <dgm:pt modelId="{6E645388-F5B9-44B5-A388-75ACCDA79C91}" type="pres">
      <dgm:prSet presAssocID="{A7B050F5-06E1-4705-BE7A-60C72CA3CF0D}" presName="rootComposite" presStyleCnt="0"/>
      <dgm:spPr/>
    </dgm:pt>
    <dgm:pt modelId="{63E8BA2B-AB9A-4B5C-9E5B-26DC0DDF49B1}" type="pres">
      <dgm:prSet presAssocID="{A7B050F5-06E1-4705-BE7A-60C72CA3CF0D}" presName="rootText" presStyleLbl="node2" presStyleIdx="4" presStyleCnt="6">
        <dgm:presLayoutVars>
          <dgm:chPref val="3"/>
        </dgm:presLayoutVars>
      </dgm:prSet>
      <dgm:spPr>
        <a:xfrm>
          <a:off x="148762" y="3700753"/>
          <a:ext cx="1735894" cy="867947"/>
        </a:xfrm>
        <a:prstGeom prst="rect">
          <a:avLst/>
        </a:prstGeom>
      </dgm:spPr>
    </dgm:pt>
    <dgm:pt modelId="{2987A41B-9303-4A27-B103-C05D9967CCDC}" type="pres">
      <dgm:prSet presAssocID="{A7B050F5-06E1-4705-BE7A-60C72CA3CF0D}" presName="rootConnector" presStyleLbl="node2" presStyleIdx="4" presStyleCnt="6"/>
      <dgm:spPr/>
    </dgm:pt>
    <dgm:pt modelId="{843FBACB-8BA6-4A1D-9953-4F39DDADD29F}" type="pres">
      <dgm:prSet presAssocID="{A7B050F5-06E1-4705-BE7A-60C72CA3CF0D}" presName="hierChild4" presStyleCnt="0"/>
      <dgm:spPr/>
    </dgm:pt>
    <dgm:pt modelId="{90CC2BD6-3322-45DF-A388-90F31901C9CD}" type="pres">
      <dgm:prSet presAssocID="{A7B050F5-06E1-4705-BE7A-60C72CA3CF0D}" presName="hierChild5" presStyleCnt="0"/>
      <dgm:spPr/>
    </dgm:pt>
    <dgm:pt modelId="{7999BE6A-0E9D-4D18-9E0E-4F5C97F9202C}" type="pres">
      <dgm:prSet presAssocID="{8096C942-F497-4E1F-B43D-4C1F22C0FEE3}" presName="Name48" presStyleLbl="parChTrans1D2" presStyleIdx="5" presStyleCnt="6"/>
      <dgm:spPr/>
    </dgm:pt>
    <dgm:pt modelId="{950AC100-1A91-4349-ABB7-0531014B43E8}" type="pres">
      <dgm:prSet presAssocID="{13864E19-18AD-4DB4-9D24-6F3E0D1C013B}" presName="hierRoot2" presStyleCnt="0">
        <dgm:presLayoutVars>
          <dgm:hierBranch val="init"/>
        </dgm:presLayoutVars>
      </dgm:prSet>
      <dgm:spPr/>
    </dgm:pt>
    <dgm:pt modelId="{6ECBDBF7-47EF-404F-B1C5-4386A801E00A}" type="pres">
      <dgm:prSet presAssocID="{13864E19-18AD-4DB4-9D24-6F3E0D1C013B}" presName="rootComposite" presStyleCnt="0"/>
      <dgm:spPr/>
    </dgm:pt>
    <dgm:pt modelId="{694F4A1E-19E0-4432-857B-6B64A8687844}" type="pres">
      <dgm:prSet presAssocID="{13864E19-18AD-4DB4-9D24-6F3E0D1C013B}" presName="rootText" presStyleLbl="node2" presStyleIdx="5" presStyleCnt="6">
        <dgm:presLayoutVars>
          <dgm:chPref val="3"/>
        </dgm:presLayoutVars>
      </dgm:prSet>
      <dgm:spPr/>
    </dgm:pt>
    <dgm:pt modelId="{94C58B74-ADD0-4983-8B20-CE8A125B2955}" type="pres">
      <dgm:prSet presAssocID="{13864E19-18AD-4DB4-9D24-6F3E0D1C013B}" presName="rootConnector" presStyleLbl="node2" presStyleIdx="5" presStyleCnt="6"/>
      <dgm:spPr/>
    </dgm:pt>
    <dgm:pt modelId="{EEEEDBC2-F82B-4A74-A5F6-18F300EB2374}" type="pres">
      <dgm:prSet presAssocID="{13864E19-18AD-4DB4-9D24-6F3E0D1C013B}" presName="hierChild4" presStyleCnt="0"/>
      <dgm:spPr/>
    </dgm:pt>
    <dgm:pt modelId="{6462DE5D-92C5-44FF-A24A-A442BF175F21}" type="pres">
      <dgm:prSet presAssocID="{13864E19-18AD-4DB4-9D24-6F3E0D1C013B}" presName="hierChild5" presStyleCnt="0"/>
      <dgm:spPr/>
    </dgm:pt>
    <dgm:pt modelId="{F4BB3807-E1E3-497E-A0E5-F1DA81004716}" type="pres">
      <dgm:prSet presAssocID="{22AAB52A-F50E-450E-A45B-AA76C6E60155}" presName="hierChild3" presStyleCnt="0"/>
      <dgm:spPr/>
    </dgm:pt>
  </dgm:ptLst>
  <dgm:cxnLst>
    <dgm:cxn modelId="{AFD1CC16-3C14-4C4C-B5AE-620B15750B74}" srcId="{22AAB52A-F50E-450E-A45B-AA76C6E60155}" destId="{62D17D11-5B2E-42D2-8A2E-0F57C8B60298}" srcOrd="3" destOrd="0" parTransId="{25236DAA-B119-41D8-A887-3926210A5840}" sibTransId="{9B0E9FC0-7E64-4CD8-918B-38E85E4D8420}"/>
    <dgm:cxn modelId="{B06C0D37-A05D-43A1-B76C-D069AE23F9E0}" srcId="{22AAB52A-F50E-450E-A45B-AA76C6E60155}" destId="{A149DD43-A352-484B-BCFF-4DD00B109A25}" srcOrd="2" destOrd="0" parTransId="{989A628E-C182-4286-AED0-BACAEAE94234}" sibTransId="{5BF7FBAD-60DC-4C10-BC98-0DC73BDB4AEA}"/>
    <dgm:cxn modelId="{436C7740-8F4F-40A2-9796-B77E73603D4F}" type="presOf" srcId="{22AAB52A-F50E-450E-A45B-AA76C6E60155}" destId="{2F8C74D8-1EF0-4609-84FB-25532547BD99}" srcOrd="0" destOrd="0" presId="urn:microsoft.com/office/officeart/2005/8/layout/orgChart1"/>
    <dgm:cxn modelId="{3FACDC5F-F685-475B-AA5E-24581B093159}" type="presOf" srcId="{EE303CBF-4175-4013-ABD7-D7832DDCB4D3}" destId="{340E49CD-E4B0-4729-87C8-94B2DE060E6F}" srcOrd="0" destOrd="0" presId="urn:microsoft.com/office/officeart/2005/8/layout/orgChart1"/>
    <dgm:cxn modelId="{7C604962-F3F3-44F9-AE16-190A5ECADD8D}" type="presOf" srcId="{13864E19-18AD-4DB4-9D24-6F3E0D1C013B}" destId="{694F4A1E-19E0-4432-857B-6B64A8687844}" srcOrd="0" destOrd="0" presId="urn:microsoft.com/office/officeart/2005/8/layout/orgChart1"/>
    <dgm:cxn modelId="{0F083D49-6FAA-418F-A8EE-906F74EB859B}" type="presOf" srcId="{25236DAA-B119-41D8-A887-3926210A5840}" destId="{689D0414-911A-4B60-A4D4-D7E2B54BE5E7}" srcOrd="0" destOrd="0" presId="urn:microsoft.com/office/officeart/2005/8/layout/orgChart1"/>
    <dgm:cxn modelId="{11C29B50-4851-43E2-8C7E-88CBE031DA9F}" type="presOf" srcId="{5BA5CD68-651E-4917-A144-173025CD09CE}" destId="{3320325F-43D1-4D30-A07A-617B9052AD71}" srcOrd="0" destOrd="0" presId="urn:microsoft.com/office/officeart/2005/8/layout/orgChart1"/>
    <dgm:cxn modelId="{32FEB658-8E12-4769-86F9-A5518E2101C4}" type="presOf" srcId="{A7B050F5-06E1-4705-BE7A-60C72CA3CF0D}" destId="{63E8BA2B-AB9A-4B5C-9E5B-26DC0DDF49B1}" srcOrd="0" destOrd="0" presId="urn:microsoft.com/office/officeart/2005/8/layout/orgChart1"/>
    <dgm:cxn modelId="{7569D879-7406-493C-AE44-8590A448A1B5}" srcId="{22AAB52A-F50E-450E-A45B-AA76C6E60155}" destId="{A7B050F5-06E1-4705-BE7A-60C72CA3CF0D}" srcOrd="4" destOrd="0" parTransId="{5BA5CD68-651E-4917-A144-173025CD09CE}" sibTransId="{984E30F3-7134-4A62-9927-BB1C4695BB54}"/>
    <dgm:cxn modelId="{CFB40D5A-D100-417B-AA50-7919C4F9E558}" srcId="{22AAB52A-F50E-450E-A45B-AA76C6E60155}" destId="{13864E19-18AD-4DB4-9D24-6F3E0D1C013B}" srcOrd="5" destOrd="0" parTransId="{8096C942-F497-4E1F-B43D-4C1F22C0FEE3}" sibTransId="{3B0FDBB7-97DC-4A4F-95D1-BC742289E6DF}"/>
    <dgm:cxn modelId="{A174825A-24B4-4B6F-8F03-C1B0EBD8DF8F}" type="presOf" srcId="{A7B050F5-06E1-4705-BE7A-60C72CA3CF0D}" destId="{2987A41B-9303-4A27-B103-C05D9967CCDC}" srcOrd="1" destOrd="0" presId="urn:microsoft.com/office/officeart/2005/8/layout/orgChart1"/>
    <dgm:cxn modelId="{EE6ABF7B-9B2D-4EC2-9E44-897BC05CE9B7}" type="presOf" srcId="{A149DD43-A352-484B-BCFF-4DD00B109A25}" destId="{BC229DE0-F7A4-4553-B835-D21096967839}" srcOrd="0" destOrd="0" presId="urn:microsoft.com/office/officeart/2005/8/layout/orgChart1"/>
    <dgm:cxn modelId="{260D997F-E975-41BD-83B8-0D2B05748188}" type="presOf" srcId="{989A628E-C182-4286-AED0-BACAEAE94234}" destId="{82B30873-E5D4-410B-9571-EC471856AA4C}" srcOrd="0" destOrd="0" presId="urn:microsoft.com/office/officeart/2005/8/layout/orgChart1"/>
    <dgm:cxn modelId="{F9E2CE8B-61F7-4948-9B59-E28CC6387A6B}" type="presOf" srcId="{9806DEA8-F325-4BC2-BE52-585E2948CFB3}" destId="{FC0D5DA3-7F08-40C9-A39B-512D9ACDB8BB}" srcOrd="0" destOrd="0" presId="urn:microsoft.com/office/officeart/2005/8/layout/orgChart1"/>
    <dgm:cxn modelId="{2E566D95-622D-4105-8EBC-3F203672698E}" type="presOf" srcId="{EE303CBF-4175-4013-ABD7-D7832DDCB4D3}" destId="{25219975-8770-49D6-B04F-01FB630D04C3}" srcOrd="1" destOrd="0" presId="urn:microsoft.com/office/officeart/2005/8/layout/orgChart1"/>
    <dgm:cxn modelId="{AEC67096-20FC-480D-97F0-F2F564BD9E8A}" srcId="{9806DEA8-F325-4BC2-BE52-585E2948CFB3}" destId="{22AAB52A-F50E-450E-A45B-AA76C6E60155}" srcOrd="0" destOrd="0" parTransId="{111B3508-DF67-4D45-82A6-7B60B4D41864}" sibTransId="{773A98D1-1721-4740-BBBC-EE4ECE532058}"/>
    <dgm:cxn modelId="{259C009D-B810-4FC1-8BD0-8958F055A4D8}" type="presOf" srcId="{13864E19-18AD-4DB4-9D24-6F3E0D1C013B}" destId="{94C58B74-ADD0-4983-8B20-CE8A125B2955}" srcOrd="1" destOrd="0" presId="urn:microsoft.com/office/officeart/2005/8/layout/orgChart1"/>
    <dgm:cxn modelId="{9368F8A2-5180-4C94-B300-DAAE8C7D9698}" type="presOf" srcId="{22AAB52A-F50E-450E-A45B-AA76C6E60155}" destId="{56909A3B-DB1D-4BDB-A067-9CA3225FF8B7}" srcOrd="1" destOrd="0" presId="urn:microsoft.com/office/officeart/2005/8/layout/orgChart1"/>
    <dgm:cxn modelId="{E7FCF5C4-9ACF-4221-88B2-12F7CD626E59}" type="presOf" srcId="{62D17D11-5B2E-42D2-8A2E-0F57C8B60298}" destId="{628D22E3-EA7D-42F5-AB6E-30DA9B0E1EC3}" srcOrd="1" destOrd="0" presId="urn:microsoft.com/office/officeart/2005/8/layout/orgChart1"/>
    <dgm:cxn modelId="{FEB20BC6-9E74-408C-B1B6-575DCCF05CD6}" type="presOf" srcId="{62D17D11-5B2E-42D2-8A2E-0F57C8B60298}" destId="{94C9DD66-620A-47C2-936D-5B25A85D06D8}" srcOrd="0" destOrd="0" presId="urn:microsoft.com/office/officeart/2005/8/layout/orgChart1"/>
    <dgm:cxn modelId="{3B16A7C6-BF20-4154-93EE-4928C9910545}" srcId="{22AAB52A-F50E-450E-A45B-AA76C6E60155}" destId="{00071147-F4B2-4AC6-9367-5DC3FA0510F4}" srcOrd="0" destOrd="0" parTransId="{15873E4C-DBF8-4F83-A561-F85B149153F3}" sibTransId="{A60256E8-8A5A-42EF-8C00-419D03BC1635}"/>
    <dgm:cxn modelId="{75A269DB-7642-4AB5-B1E8-2FEBA4C2FF9B}" type="presOf" srcId="{15873E4C-DBF8-4F83-A561-F85B149153F3}" destId="{EEB63D60-B052-4B7C-B3BC-294241CF008A}" srcOrd="0" destOrd="0" presId="urn:microsoft.com/office/officeart/2005/8/layout/orgChart1"/>
    <dgm:cxn modelId="{4C063ADC-B24E-4D35-94BC-77D545EB8E62}" type="presOf" srcId="{00071147-F4B2-4AC6-9367-5DC3FA0510F4}" destId="{82E26683-6004-4AC1-97F4-BC8CB1804D08}" srcOrd="1" destOrd="0" presId="urn:microsoft.com/office/officeart/2005/8/layout/orgChart1"/>
    <dgm:cxn modelId="{8CA21CE1-FCB1-4773-B4AB-CC9988AE577C}" type="presOf" srcId="{A149DD43-A352-484B-BCFF-4DD00B109A25}" destId="{D3CF81C4-2753-4908-86E9-49915C91F495}" srcOrd="1" destOrd="0" presId="urn:microsoft.com/office/officeart/2005/8/layout/orgChart1"/>
    <dgm:cxn modelId="{EAF124EE-D245-4FAB-B5B5-324A78848908}" type="presOf" srcId="{00071147-F4B2-4AC6-9367-5DC3FA0510F4}" destId="{BD1C8E53-9BE8-4B0F-9765-020107A169D2}" srcOrd="0" destOrd="0" presId="urn:microsoft.com/office/officeart/2005/8/layout/orgChart1"/>
    <dgm:cxn modelId="{BF3A08EF-3AE9-4DDE-8BBD-DE7FE96B1836}" type="presOf" srcId="{8425EB16-8B68-42FD-ACFB-2918543F3571}" destId="{76F9E855-8E52-447B-B682-1C4271B4C2BE}" srcOrd="0" destOrd="0" presId="urn:microsoft.com/office/officeart/2005/8/layout/orgChart1"/>
    <dgm:cxn modelId="{22AE01F7-662A-42C8-83ED-5BC42513936C}" srcId="{22AAB52A-F50E-450E-A45B-AA76C6E60155}" destId="{EE303CBF-4175-4013-ABD7-D7832DDCB4D3}" srcOrd="1" destOrd="0" parTransId="{8425EB16-8B68-42FD-ACFB-2918543F3571}" sibTransId="{88E92BE7-E28A-416C-BAFC-09FE766F5D2F}"/>
    <dgm:cxn modelId="{E4381DF9-074C-4435-8087-BD8A4937A374}" type="presOf" srcId="{8096C942-F497-4E1F-B43D-4C1F22C0FEE3}" destId="{7999BE6A-0E9D-4D18-9E0E-4F5C97F9202C}" srcOrd="0" destOrd="0" presId="urn:microsoft.com/office/officeart/2005/8/layout/orgChart1"/>
    <dgm:cxn modelId="{D2BDE93E-43E3-4DCC-A87B-79F20C589BD2}" type="presParOf" srcId="{FC0D5DA3-7F08-40C9-A39B-512D9ACDB8BB}" destId="{F0525BF0-33D3-418F-9953-634B9FB18727}" srcOrd="0" destOrd="0" presId="urn:microsoft.com/office/officeart/2005/8/layout/orgChart1"/>
    <dgm:cxn modelId="{ED889765-2A8D-4941-AB34-6A53338F36F3}" type="presParOf" srcId="{F0525BF0-33D3-418F-9953-634B9FB18727}" destId="{79CF8B2B-BFAA-446C-97A0-4ED1436B844A}" srcOrd="0" destOrd="0" presId="urn:microsoft.com/office/officeart/2005/8/layout/orgChart1"/>
    <dgm:cxn modelId="{177C9BE3-2AB4-490F-81F9-C885AC7DA152}" type="presParOf" srcId="{79CF8B2B-BFAA-446C-97A0-4ED1436B844A}" destId="{2F8C74D8-1EF0-4609-84FB-25532547BD99}" srcOrd="0" destOrd="0" presId="urn:microsoft.com/office/officeart/2005/8/layout/orgChart1"/>
    <dgm:cxn modelId="{C6397F0C-E948-4B7C-848E-F6EA7A2D1D8B}" type="presParOf" srcId="{79CF8B2B-BFAA-446C-97A0-4ED1436B844A}" destId="{56909A3B-DB1D-4BDB-A067-9CA3225FF8B7}" srcOrd="1" destOrd="0" presId="urn:microsoft.com/office/officeart/2005/8/layout/orgChart1"/>
    <dgm:cxn modelId="{A6F8B720-3E13-4AEC-AA55-6CAD11B07D71}" type="presParOf" srcId="{F0525BF0-33D3-418F-9953-634B9FB18727}" destId="{A6C36A4F-187C-4038-BC17-8914E44B2813}" srcOrd="1" destOrd="0" presId="urn:microsoft.com/office/officeart/2005/8/layout/orgChart1"/>
    <dgm:cxn modelId="{2629639E-FEF5-4930-A614-C27540B0DC37}" type="presParOf" srcId="{A6C36A4F-187C-4038-BC17-8914E44B2813}" destId="{EEB63D60-B052-4B7C-B3BC-294241CF008A}" srcOrd="0" destOrd="0" presId="urn:microsoft.com/office/officeart/2005/8/layout/orgChart1"/>
    <dgm:cxn modelId="{872F0B91-A4FE-4C9D-8D10-4D4B1CD3CBC9}" type="presParOf" srcId="{A6C36A4F-187C-4038-BC17-8914E44B2813}" destId="{A57C3137-F766-4FD8-AC3A-805708DA3A87}" srcOrd="1" destOrd="0" presId="urn:microsoft.com/office/officeart/2005/8/layout/orgChart1"/>
    <dgm:cxn modelId="{D34D3A90-1454-4406-AC52-FB230710E465}" type="presParOf" srcId="{A57C3137-F766-4FD8-AC3A-805708DA3A87}" destId="{018419EB-73E1-4E6E-BC3D-FC6D22A50F5D}" srcOrd="0" destOrd="0" presId="urn:microsoft.com/office/officeart/2005/8/layout/orgChart1"/>
    <dgm:cxn modelId="{FC9B4E69-5D26-4953-B199-4350FADC8C46}" type="presParOf" srcId="{018419EB-73E1-4E6E-BC3D-FC6D22A50F5D}" destId="{BD1C8E53-9BE8-4B0F-9765-020107A169D2}" srcOrd="0" destOrd="0" presId="urn:microsoft.com/office/officeart/2005/8/layout/orgChart1"/>
    <dgm:cxn modelId="{B9B8B10D-8819-40E5-A33D-9DF2F68A892C}" type="presParOf" srcId="{018419EB-73E1-4E6E-BC3D-FC6D22A50F5D}" destId="{82E26683-6004-4AC1-97F4-BC8CB1804D08}" srcOrd="1" destOrd="0" presId="urn:microsoft.com/office/officeart/2005/8/layout/orgChart1"/>
    <dgm:cxn modelId="{E89C3A91-4F85-4876-9E67-AAD79732B348}" type="presParOf" srcId="{A57C3137-F766-4FD8-AC3A-805708DA3A87}" destId="{98346F26-F834-41B1-907C-B7A683D4E431}" srcOrd="1" destOrd="0" presId="urn:microsoft.com/office/officeart/2005/8/layout/orgChart1"/>
    <dgm:cxn modelId="{C4F1D63E-4037-4408-AB59-2BBA5A213FE7}" type="presParOf" srcId="{A57C3137-F766-4FD8-AC3A-805708DA3A87}" destId="{6589F3F4-6F7C-481E-80D6-87680F8620E4}" srcOrd="2" destOrd="0" presId="urn:microsoft.com/office/officeart/2005/8/layout/orgChart1"/>
    <dgm:cxn modelId="{211252B2-C438-44C9-8EA9-383F62B2B366}" type="presParOf" srcId="{A6C36A4F-187C-4038-BC17-8914E44B2813}" destId="{76F9E855-8E52-447B-B682-1C4271B4C2BE}" srcOrd="2" destOrd="0" presId="urn:microsoft.com/office/officeart/2005/8/layout/orgChart1"/>
    <dgm:cxn modelId="{6E5B252D-1CE4-4DE9-BDFC-682475A23E39}" type="presParOf" srcId="{A6C36A4F-187C-4038-BC17-8914E44B2813}" destId="{B5A2079C-9459-45FD-8C69-8E92B3DD7D8F}" srcOrd="3" destOrd="0" presId="urn:microsoft.com/office/officeart/2005/8/layout/orgChart1"/>
    <dgm:cxn modelId="{D8282363-022E-4D7D-A698-D0EB50D7F59A}" type="presParOf" srcId="{B5A2079C-9459-45FD-8C69-8E92B3DD7D8F}" destId="{AE13B3EB-B396-4DEE-A70C-240939CA60E6}" srcOrd="0" destOrd="0" presId="urn:microsoft.com/office/officeart/2005/8/layout/orgChart1"/>
    <dgm:cxn modelId="{50449494-8462-4079-8158-4D2A0EBA0161}" type="presParOf" srcId="{AE13B3EB-B396-4DEE-A70C-240939CA60E6}" destId="{340E49CD-E4B0-4729-87C8-94B2DE060E6F}" srcOrd="0" destOrd="0" presId="urn:microsoft.com/office/officeart/2005/8/layout/orgChart1"/>
    <dgm:cxn modelId="{03369CC0-5483-4770-9F1A-DB1EC156D291}" type="presParOf" srcId="{AE13B3EB-B396-4DEE-A70C-240939CA60E6}" destId="{25219975-8770-49D6-B04F-01FB630D04C3}" srcOrd="1" destOrd="0" presId="urn:microsoft.com/office/officeart/2005/8/layout/orgChart1"/>
    <dgm:cxn modelId="{213C087E-5AE6-48F6-A6F7-5D034F29EAA4}" type="presParOf" srcId="{B5A2079C-9459-45FD-8C69-8E92B3DD7D8F}" destId="{DC87EE5C-4CAE-453E-8896-07CDA15DD230}" srcOrd="1" destOrd="0" presId="urn:microsoft.com/office/officeart/2005/8/layout/orgChart1"/>
    <dgm:cxn modelId="{29729BBA-AFCA-4707-8971-A42436BC5DCB}" type="presParOf" srcId="{B5A2079C-9459-45FD-8C69-8E92B3DD7D8F}" destId="{AAB64D20-3F70-46C5-A9CB-DB70BE6E204E}" srcOrd="2" destOrd="0" presId="urn:microsoft.com/office/officeart/2005/8/layout/orgChart1"/>
    <dgm:cxn modelId="{BC8CB8E5-C3FB-4D76-84BD-164BF05A4615}" type="presParOf" srcId="{A6C36A4F-187C-4038-BC17-8914E44B2813}" destId="{82B30873-E5D4-410B-9571-EC471856AA4C}" srcOrd="4" destOrd="0" presId="urn:microsoft.com/office/officeart/2005/8/layout/orgChart1"/>
    <dgm:cxn modelId="{88AC007A-3E2C-40D9-B7A5-51826DD637F6}" type="presParOf" srcId="{A6C36A4F-187C-4038-BC17-8914E44B2813}" destId="{AE10B8E8-333E-434A-AA39-EE388B4D9D55}" srcOrd="5" destOrd="0" presId="urn:microsoft.com/office/officeart/2005/8/layout/orgChart1"/>
    <dgm:cxn modelId="{240F7E90-0B05-4F85-A0F7-A013E75E9264}" type="presParOf" srcId="{AE10B8E8-333E-434A-AA39-EE388B4D9D55}" destId="{DDFB0C22-6E7F-42DB-BD0B-4EAC1FAACD52}" srcOrd="0" destOrd="0" presId="urn:microsoft.com/office/officeart/2005/8/layout/orgChart1"/>
    <dgm:cxn modelId="{79678B12-DE85-4C61-963C-004D82423CDC}" type="presParOf" srcId="{DDFB0C22-6E7F-42DB-BD0B-4EAC1FAACD52}" destId="{BC229DE0-F7A4-4553-B835-D21096967839}" srcOrd="0" destOrd="0" presId="urn:microsoft.com/office/officeart/2005/8/layout/orgChart1"/>
    <dgm:cxn modelId="{4A71E7D3-B510-4A09-AA83-0B217FAEBDFD}" type="presParOf" srcId="{DDFB0C22-6E7F-42DB-BD0B-4EAC1FAACD52}" destId="{D3CF81C4-2753-4908-86E9-49915C91F495}" srcOrd="1" destOrd="0" presId="urn:microsoft.com/office/officeart/2005/8/layout/orgChart1"/>
    <dgm:cxn modelId="{E6BA835D-A523-4845-9D6F-F639441BA190}" type="presParOf" srcId="{AE10B8E8-333E-434A-AA39-EE388B4D9D55}" destId="{60DCFC71-3C59-4168-B591-8FBEFADC2FAA}" srcOrd="1" destOrd="0" presId="urn:microsoft.com/office/officeart/2005/8/layout/orgChart1"/>
    <dgm:cxn modelId="{89916657-647F-42FB-8E5E-C3E78D507940}" type="presParOf" srcId="{AE10B8E8-333E-434A-AA39-EE388B4D9D55}" destId="{A179F0F5-CE16-4447-8255-4BC95CC98663}" srcOrd="2" destOrd="0" presId="urn:microsoft.com/office/officeart/2005/8/layout/orgChart1"/>
    <dgm:cxn modelId="{08C81E4D-2355-425A-878B-5A8823F093F5}" type="presParOf" srcId="{A6C36A4F-187C-4038-BC17-8914E44B2813}" destId="{689D0414-911A-4B60-A4D4-D7E2B54BE5E7}" srcOrd="6" destOrd="0" presId="urn:microsoft.com/office/officeart/2005/8/layout/orgChart1"/>
    <dgm:cxn modelId="{110C1066-CAC0-4FDC-A59B-CC618F6F6F57}" type="presParOf" srcId="{A6C36A4F-187C-4038-BC17-8914E44B2813}" destId="{8FD15E19-70DA-4C8A-9338-7F47FF31FD7A}" srcOrd="7" destOrd="0" presId="urn:microsoft.com/office/officeart/2005/8/layout/orgChart1"/>
    <dgm:cxn modelId="{E46C326B-D099-49E2-B782-739062A5FF3E}" type="presParOf" srcId="{8FD15E19-70DA-4C8A-9338-7F47FF31FD7A}" destId="{80DCF457-305A-4799-9EA0-876F0B9C93CA}" srcOrd="0" destOrd="0" presId="urn:microsoft.com/office/officeart/2005/8/layout/orgChart1"/>
    <dgm:cxn modelId="{BE102594-E50E-49E3-801B-5B5074CFE645}" type="presParOf" srcId="{80DCF457-305A-4799-9EA0-876F0B9C93CA}" destId="{94C9DD66-620A-47C2-936D-5B25A85D06D8}" srcOrd="0" destOrd="0" presId="urn:microsoft.com/office/officeart/2005/8/layout/orgChart1"/>
    <dgm:cxn modelId="{29F54578-D44A-4095-82B9-B04120191466}" type="presParOf" srcId="{80DCF457-305A-4799-9EA0-876F0B9C93CA}" destId="{628D22E3-EA7D-42F5-AB6E-30DA9B0E1EC3}" srcOrd="1" destOrd="0" presId="urn:microsoft.com/office/officeart/2005/8/layout/orgChart1"/>
    <dgm:cxn modelId="{718822BF-E67B-499E-A8F6-02F6AC8BBEC9}" type="presParOf" srcId="{8FD15E19-70DA-4C8A-9338-7F47FF31FD7A}" destId="{05B1BF9C-E8E9-4AA5-A9A4-A901DBFFD43E}" srcOrd="1" destOrd="0" presId="urn:microsoft.com/office/officeart/2005/8/layout/orgChart1"/>
    <dgm:cxn modelId="{D4638FF2-B619-4334-BD69-2AA4F23379A5}" type="presParOf" srcId="{8FD15E19-70DA-4C8A-9338-7F47FF31FD7A}" destId="{9CE02341-AF5C-43F3-A753-B9543F68FBC0}" srcOrd="2" destOrd="0" presId="urn:microsoft.com/office/officeart/2005/8/layout/orgChart1"/>
    <dgm:cxn modelId="{EE170857-B4DC-46D4-A99A-ABE6BBD4C4D4}" type="presParOf" srcId="{A6C36A4F-187C-4038-BC17-8914E44B2813}" destId="{3320325F-43D1-4D30-A07A-617B9052AD71}" srcOrd="8" destOrd="0" presId="urn:microsoft.com/office/officeart/2005/8/layout/orgChart1"/>
    <dgm:cxn modelId="{F55BCB9E-FDD3-4EBF-92F7-10B329716EBE}" type="presParOf" srcId="{A6C36A4F-187C-4038-BC17-8914E44B2813}" destId="{571F240A-4864-41F2-93C9-92A66B00F5B8}" srcOrd="9" destOrd="0" presId="urn:microsoft.com/office/officeart/2005/8/layout/orgChart1"/>
    <dgm:cxn modelId="{D0C645F5-34AF-4E5D-BCA9-8C0BE003F862}" type="presParOf" srcId="{571F240A-4864-41F2-93C9-92A66B00F5B8}" destId="{6E645388-F5B9-44B5-A388-75ACCDA79C91}" srcOrd="0" destOrd="0" presId="urn:microsoft.com/office/officeart/2005/8/layout/orgChart1"/>
    <dgm:cxn modelId="{2DFA0CF3-78FB-4B42-AF72-1B5C10E85EAB}" type="presParOf" srcId="{6E645388-F5B9-44B5-A388-75ACCDA79C91}" destId="{63E8BA2B-AB9A-4B5C-9E5B-26DC0DDF49B1}" srcOrd="0" destOrd="0" presId="urn:microsoft.com/office/officeart/2005/8/layout/orgChart1"/>
    <dgm:cxn modelId="{45B4F526-0F76-43D8-A85B-43C794E0BA2D}" type="presParOf" srcId="{6E645388-F5B9-44B5-A388-75ACCDA79C91}" destId="{2987A41B-9303-4A27-B103-C05D9967CCDC}" srcOrd="1" destOrd="0" presId="urn:microsoft.com/office/officeart/2005/8/layout/orgChart1"/>
    <dgm:cxn modelId="{2A191EF3-4FFE-4D09-BDE1-1770237701E0}" type="presParOf" srcId="{571F240A-4864-41F2-93C9-92A66B00F5B8}" destId="{843FBACB-8BA6-4A1D-9953-4F39DDADD29F}" srcOrd="1" destOrd="0" presId="urn:microsoft.com/office/officeart/2005/8/layout/orgChart1"/>
    <dgm:cxn modelId="{850A4F8D-2A59-4D3D-BAA6-65D70C54CEDC}" type="presParOf" srcId="{571F240A-4864-41F2-93C9-92A66B00F5B8}" destId="{90CC2BD6-3322-45DF-A388-90F31901C9CD}" srcOrd="2" destOrd="0" presId="urn:microsoft.com/office/officeart/2005/8/layout/orgChart1"/>
    <dgm:cxn modelId="{4E0A743D-7A83-4553-AE7E-0C5754A64B23}" type="presParOf" srcId="{A6C36A4F-187C-4038-BC17-8914E44B2813}" destId="{7999BE6A-0E9D-4D18-9E0E-4F5C97F9202C}" srcOrd="10" destOrd="0" presId="urn:microsoft.com/office/officeart/2005/8/layout/orgChart1"/>
    <dgm:cxn modelId="{05306AC3-DE77-444A-9CCB-AEDB81BE8EFE}" type="presParOf" srcId="{A6C36A4F-187C-4038-BC17-8914E44B2813}" destId="{950AC100-1A91-4349-ABB7-0531014B43E8}" srcOrd="11" destOrd="0" presId="urn:microsoft.com/office/officeart/2005/8/layout/orgChart1"/>
    <dgm:cxn modelId="{58A1A3D4-A089-4C99-86AE-527E0EDEA710}" type="presParOf" srcId="{950AC100-1A91-4349-ABB7-0531014B43E8}" destId="{6ECBDBF7-47EF-404F-B1C5-4386A801E00A}" srcOrd="0" destOrd="0" presId="urn:microsoft.com/office/officeart/2005/8/layout/orgChart1"/>
    <dgm:cxn modelId="{9CED9DE6-002B-4AD9-8054-3D77F064899F}" type="presParOf" srcId="{6ECBDBF7-47EF-404F-B1C5-4386A801E00A}" destId="{694F4A1E-19E0-4432-857B-6B64A8687844}" srcOrd="0" destOrd="0" presId="urn:microsoft.com/office/officeart/2005/8/layout/orgChart1"/>
    <dgm:cxn modelId="{F8BE5879-DE5F-4E30-A205-60C1D8E6E6B9}" type="presParOf" srcId="{6ECBDBF7-47EF-404F-B1C5-4386A801E00A}" destId="{94C58B74-ADD0-4983-8B20-CE8A125B2955}" srcOrd="1" destOrd="0" presId="urn:microsoft.com/office/officeart/2005/8/layout/orgChart1"/>
    <dgm:cxn modelId="{9399ED63-33DF-441F-946F-D89FB4D13B57}" type="presParOf" srcId="{950AC100-1A91-4349-ABB7-0531014B43E8}" destId="{EEEEDBC2-F82B-4A74-A5F6-18F300EB2374}" srcOrd="1" destOrd="0" presId="urn:microsoft.com/office/officeart/2005/8/layout/orgChart1"/>
    <dgm:cxn modelId="{4645ACBC-493B-4E93-B7CA-76FCBF785B08}" type="presParOf" srcId="{950AC100-1A91-4349-ABB7-0531014B43E8}" destId="{6462DE5D-92C5-44FF-A24A-A442BF175F21}" srcOrd="2" destOrd="0" presId="urn:microsoft.com/office/officeart/2005/8/layout/orgChart1"/>
    <dgm:cxn modelId="{B7962B33-AAA1-4452-A659-1DD1026C30CA}" type="presParOf" srcId="{F0525BF0-33D3-418F-9953-634B9FB18727}" destId="{F4BB3807-E1E3-497E-A0E5-F1DA8100471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3E24B07-8023-4E9F-8558-D5757EF64B7C}" type="doc">
      <dgm:prSet loTypeId="urn:microsoft.com/office/officeart/2005/8/layout/lProcess2" loCatId="relationship" qsTypeId="urn:microsoft.com/office/officeart/2005/8/quickstyle/simple1" qsCatId="simple" csTypeId="urn:microsoft.com/office/officeart/2005/8/colors/accent1_2" csCatId="accent1" phldr="1"/>
      <dgm:spPr/>
      <dgm:t>
        <a:bodyPr/>
        <a:lstStyle/>
        <a:p>
          <a:endParaRPr lang="en-US"/>
        </a:p>
      </dgm:t>
    </dgm:pt>
    <dgm:pt modelId="{0EDD2705-1EC9-49D2-AAF1-51B922F9F872}">
      <dgm:prSet phldrT="[Testo]" phldr="0"/>
      <dgm:spPr>
        <a:solidFill>
          <a:schemeClr val="bg1">
            <a:lumMod val="75000"/>
          </a:schemeClr>
        </a:solidFill>
      </dgm:spPr>
      <dgm:t>
        <a:bodyPr/>
        <a:lstStyle/>
        <a:p>
          <a:r>
            <a:rPr lang="en-US" noProof="0" dirty="0"/>
            <a:t>PROJECT COSTS</a:t>
          </a:r>
        </a:p>
      </dgm:t>
    </dgm:pt>
    <dgm:pt modelId="{FE291E26-70AA-430D-AD9A-677BC67532B2}" type="parTrans" cxnId="{6F9B7315-4C4D-4FE7-9BDF-24A5A860E09F}">
      <dgm:prSet/>
      <dgm:spPr/>
      <dgm:t>
        <a:bodyPr/>
        <a:lstStyle/>
        <a:p>
          <a:endParaRPr lang="en-US"/>
        </a:p>
      </dgm:t>
    </dgm:pt>
    <dgm:pt modelId="{0D203B44-E890-4582-A7AB-913F2DF9560B}" type="sibTrans" cxnId="{6F9B7315-4C4D-4FE7-9BDF-24A5A860E09F}">
      <dgm:prSet/>
      <dgm:spPr/>
      <dgm:t>
        <a:bodyPr/>
        <a:lstStyle/>
        <a:p>
          <a:endParaRPr lang="en-US"/>
        </a:p>
      </dgm:t>
    </dgm:pt>
    <dgm:pt modelId="{40247257-1661-41DF-BC3F-06F46A6295A5}">
      <dgm:prSet phldrT="[Testo]" phldr="0" custT="1"/>
      <dgm:spPr>
        <a:solidFill>
          <a:srgbClr val="FFFFFF"/>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gm:t>
    </dgm:pt>
    <dgm:pt modelId="{3A7275C9-712F-4B17-AFF6-999AA376CDC3}" type="parTrans" cxnId="{77C89C14-F95F-4C23-AC9D-A823EDE879A1}">
      <dgm:prSet/>
      <dgm:spPr/>
      <dgm:t>
        <a:bodyPr/>
        <a:lstStyle/>
        <a:p>
          <a:endParaRPr lang="en-US"/>
        </a:p>
      </dgm:t>
    </dgm:pt>
    <dgm:pt modelId="{4028B860-EC01-437C-B432-329C9508DDD3}" type="sibTrans" cxnId="{77C89C14-F95F-4C23-AC9D-A823EDE879A1}">
      <dgm:prSet/>
      <dgm:spPr/>
      <dgm:t>
        <a:bodyPr/>
        <a:lstStyle/>
        <a:p>
          <a:endParaRPr lang="en-US"/>
        </a:p>
      </dgm:t>
    </dgm:pt>
    <dgm:pt modelId="{B7CD8660-A82F-447D-981C-5B2CDD5A8369}">
      <dgm:prSet phldrT="[Testo]" phldr="0"/>
      <dgm:spPr>
        <a:solidFill>
          <a:schemeClr val="bg1"/>
        </a:solidFill>
      </dgm:spPr>
      <dgm:t>
        <a:bodyPr/>
        <a:lstStyle/>
        <a:p>
          <a:r>
            <a:rPr lang="en-US" noProof="0" dirty="0"/>
            <a:t>PROJECT BENEFITS</a:t>
          </a:r>
        </a:p>
      </dgm:t>
    </dgm:pt>
    <dgm:pt modelId="{DA0ADC67-94DA-47B4-925C-34E9536CB64E}" type="parTrans" cxnId="{73156E65-F5A1-41F7-9BD2-1D4703F0A086}">
      <dgm:prSet/>
      <dgm:spPr/>
      <dgm:t>
        <a:bodyPr/>
        <a:lstStyle/>
        <a:p>
          <a:endParaRPr lang="en-US"/>
        </a:p>
      </dgm:t>
    </dgm:pt>
    <dgm:pt modelId="{3C044498-3F6D-402D-9762-6023A330B361}" type="sibTrans" cxnId="{73156E65-F5A1-41F7-9BD2-1D4703F0A086}">
      <dgm:prSet/>
      <dgm:spPr/>
      <dgm:t>
        <a:bodyPr/>
        <a:lstStyle/>
        <a:p>
          <a:endParaRPr lang="en-US"/>
        </a:p>
      </dgm:t>
    </dgm:pt>
    <dgm:pt modelId="{70BD055E-0DFC-4950-B235-7DC159BBCEB6}">
      <dgm:prSet phldrT="[Testo]" phldr="0"/>
      <dgm:spPr>
        <a:solidFill>
          <a:schemeClr val="bg1"/>
        </a:solidFill>
        <a:ln>
          <a:solidFill>
            <a:schemeClr val="tx1"/>
          </a:solidFill>
        </a:ln>
      </dgm:spPr>
      <dgm:t>
        <a:bodyPr/>
        <a:lstStyle/>
        <a:p>
          <a:r>
            <a:rPr lang="en-US" noProof="0" dirty="0">
              <a:solidFill>
                <a:schemeClr val="tx1"/>
              </a:solidFill>
            </a:rPr>
            <a:t>MANAGEMENT VALUE</a:t>
          </a:r>
        </a:p>
      </dgm:t>
    </dgm:pt>
    <dgm:pt modelId="{0734A025-155A-4DF3-9FD4-45839BB17D47}" type="parTrans" cxnId="{E59AF15B-0B55-4647-99A8-BE933C316641}">
      <dgm:prSet/>
      <dgm:spPr/>
      <dgm:t>
        <a:bodyPr/>
        <a:lstStyle/>
        <a:p>
          <a:endParaRPr lang="en-US"/>
        </a:p>
      </dgm:t>
    </dgm:pt>
    <dgm:pt modelId="{4DBD1A0B-50A9-4AA5-BCD1-B3697DD249F2}" type="sibTrans" cxnId="{E59AF15B-0B55-4647-99A8-BE933C316641}">
      <dgm:prSet/>
      <dgm:spPr/>
      <dgm:t>
        <a:bodyPr/>
        <a:lstStyle/>
        <a:p>
          <a:endParaRPr lang="en-US"/>
        </a:p>
      </dgm:t>
    </dgm:pt>
    <dgm:pt modelId="{BC73DC96-EFBB-441A-8E7E-3B8F200AC53F}">
      <dgm:prSet phldrT="[Testo]" phldr="0"/>
      <dgm:spPr>
        <a:solidFill>
          <a:schemeClr val="bg1"/>
        </a:solidFill>
      </dgm:spPr>
      <dgm:t>
        <a:bodyPr/>
        <a:lstStyle/>
        <a:p>
          <a:r>
            <a:rPr lang="en-US" noProof="0" dirty="0"/>
            <a:t>PROJECT VALUE </a:t>
          </a:r>
        </a:p>
      </dgm:t>
    </dgm:pt>
    <dgm:pt modelId="{4B5681AE-F226-4F2E-AFE0-9E18D323D105}" type="parTrans" cxnId="{99565E4D-276A-47CC-9B4B-6B89C1CBD94F}">
      <dgm:prSet/>
      <dgm:spPr/>
      <dgm:t>
        <a:bodyPr/>
        <a:lstStyle/>
        <a:p>
          <a:endParaRPr lang="en-US"/>
        </a:p>
      </dgm:t>
    </dgm:pt>
    <dgm:pt modelId="{FA16ACC7-ED9B-4BC1-8373-51F1B367EC62}" type="sibTrans" cxnId="{99565E4D-276A-47CC-9B4B-6B89C1CBD94F}">
      <dgm:prSet/>
      <dgm:spPr/>
      <dgm:t>
        <a:bodyPr/>
        <a:lstStyle/>
        <a:p>
          <a:endParaRPr lang="en-US"/>
        </a:p>
      </dgm:t>
    </dgm:pt>
    <dgm:pt modelId="{7040C883-EDB3-4AAE-AB28-202EE2F51F55}">
      <dgm:prSet phldrT="[Testo]" phldr="0"/>
      <dgm:spPr>
        <a:solidFill>
          <a:schemeClr val="bg1"/>
        </a:solidFill>
        <a:ln>
          <a:solidFill>
            <a:schemeClr val="tx1"/>
          </a:solidFill>
        </a:ln>
      </dgm:spPr>
      <dgm:t>
        <a:bodyPr/>
        <a:lstStyle/>
        <a:p>
          <a:r>
            <a:rPr lang="en-US" noProof="0" dirty="0">
              <a:solidFill>
                <a:schemeClr val="tx1"/>
              </a:solidFill>
            </a:rPr>
            <a:t>FINANCIAL APPROACH</a:t>
          </a:r>
        </a:p>
      </dgm:t>
    </dgm:pt>
    <dgm:pt modelId="{6DC40519-C77F-4FE6-A052-A43989E415E0}" type="parTrans" cxnId="{8A729E58-D6AF-4B4B-B526-57F6452B5D70}">
      <dgm:prSet/>
      <dgm:spPr/>
      <dgm:t>
        <a:bodyPr/>
        <a:lstStyle/>
        <a:p>
          <a:endParaRPr lang="en-US"/>
        </a:p>
      </dgm:t>
    </dgm:pt>
    <dgm:pt modelId="{EF272F0E-8723-4BDB-82EF-6563D24EBF72}" type="sibTrans" cxnId="{8A729E58-D6AF-4B4B-B526-57F6452B5D70}">
      <dgm:prSet/>
      <dgm:spPr/>
      <dgm:t>
        <a:bodyPr/>
        <a:lstStyle/>
        <a:p>
          <a:endParaRPr lang="en-US"/>
        </a:p>
      </dgm:t>
    </dgm:pt>
    <dgm:pt modelId="{2FDF8BA5-1F79-43D5-82D8-297F548F3542}">
      <dgm:prSet phldrT="[Testo]" phldr="0"/>
      <dgm:spPr>
        <a:solidFill>
          <a:schemeClr val="bg1"/>
        </a:solidFill>
        <a:ln>
          <a:solidFill>
            <a:schemeClr val="tx1"/>
          </a:solidFill>
        </a:ln>
      </dgm:spPr>
      <dgm:t>
        <a:bodyPr/>
        <a:lstStyle/>
        <a:p>
          <a:r>
            <a:rPr lang="en-US" noProof="0" dirty="0">
              <a:solidFill>
                <a:schemeClr val="tx1"/>
              </a:solidFill>
            </a:rPr>
            <a:t>INFRASTRUCTURE</a:t>
          </a:r>
        </a:p>
      </dgm:t>
    </dgm:pt>
    <dgm:pt modelId="{C9CE1DAB-9AB3-43AA-B607-9893A42F86F7}" type="parTrans" cxnId="{F6BFC237-7436-498A-93BD-73510B631561}">
      <dgm:prSet/>
      <dgm:spPr/>
      <dgm:t>
        <a:bodyPr/>
        <a:lstStyle/>
        <a:p>
          <a:endParaRPr lang="en-US"/>
        </a:p>
      </dgm:t>
    </dgm:pt>
    <dgm:pt modelId="{ACDBB275-B531-41A6-9E60-709957573E9F}" type="sibTrans" cxnId="{F6BFC237-7436-498A-93BD-73510B631561}">
      <dgm:prSet/>
      <dgm:spPr/>
      <dgm:t>
        <a:bodyPr/>
        <a:lstStyle/>
        <a:p>
          <a:endParaRPr lang="en-US"/>
        </a:p>
      </dgm:t>
    </dgm:pt>
    <dgm:pt modelId="{6BEBF612-AC28-4281-829A-886742483343}">
      <dgm:prSet phldrT="[Testo]" phldr="0" custT="1"/>
      <dgm:spPr>
        <a:solidFill>
          <a:srgbClr val="FFC000"/>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BUSINESS</a:t>
          </a:r>
        </a:p>
      </dgm:t>
    </dgm:pt>
    <dgm:pt modelId="{E18DC705-3A47-4D42-9974-13148F5BDD9B}" type="parTrans" cxnId="{BA000ECF-19AD-4366-85A9-411D81A739F5}">
      <dgm:prSet/>
      <dgm:spPr/>
      <dgm:t>
        <a:bodyPr/>
        <a:lstStyle/>
        <a:p>
          <a:endParaRPr lang="en-US"/>
        </a:p>
      </dgm:t>
    </dgm:pt>
    <dgm:pt modelId="{2AD56649-164C-4A93-9FB5-2F6E05D7EA3D}" type="sibTrans" cxnId="{BA000ECF-19AD-4366-85A9-411D81A739F5}">
      <dgm:prSet/>
      <dgm:spPr/>
      <dgm:t>
        <a:bodyPr/>
        <a:lstStyle/>
        <a:p>
          <a:endParaRPr lang="en-US"/>
        </a:p>
      </dgm:t>
    </dgm:pt>
    <dgm:pt modelId="{32370EA5-817D-41DE-9EF3-C264A87731CF}">
      <dgm:prSet phldrT="[Testo]" phldr="0"/>
      <dgm:spPr>
        <a:solidFill>
          <a:schemeClr val="bg1"/>
        </a:solidFill>
        <a:ln>
          <a:solidFill>
            <a:schemeClr val="tx1"/>
          </a:solidFill>
        </a:ln>
      </dgm:spPr>
      <dgm:t>
        <a:bodyPr/>
        <a:lstStyle/>
        <a:p>
          <a:r>
            <a:rPr lang="en-US" noProof="0" dirty="0">
              <a:solidFill>
                <a:schemeClr val="tx1"/>
              </a:solidFill>
            </a:rPr>
            <a:t>SOCIAL VALUE </a:t>
          </a:r>
        </a:p>
      </dgm:t>
    </dgm:pt>
    <dgm:pt modelId="{03A3A5FA-FFB8-46C3-96DE-56DAE975EDE7}" type="parTrans" cxnId="{70F13194-7A6E-486B-8360-890B448C8894}">
      <dgm:prSet/>
      <dgm:spPr/>
      <dgm:t>
        <a:bodyPr/>
        <a:lstStyle/>
        <a:p>
          <a:endParaRPr lang="en-US"/>
        </a:p>
      </dgm:t>
    </dgm:pt>
    <dgm:pt modelId="{419AECF9-1D06-4331-B260-344434C0B86D}" type="sibTrans" cxnId="{70F13194-7A6E-486B-8360-890B448C8894}">
      <dgm:prSet/>
      <dgm:spPr/>
      <dgm:t>
        <a:bodyPr/>
        <a:lstStyle/>
        <a:p>
          <a:endParaRPr lang="en-US"/>
        </a:p>
      </dgm:t>
    </dgm:pt>
    <dgm:pt modelId="{A909BAB4-7AB8-4F4A-A1BE-80F5C9707911}">
      <dgm:prSet phldrT="[Testo]" phldr="0"/>
      <dgm:spPr>
        <a:solidFill>
          <a:schemeClr val="bg1"/>
        </a:solidFill>
        <a:ln>
          <a:solidFill>
            <a:schemeClr val="tx1"/>
          </a:solidFill>
        </a:ln>
      </dgm:spPr>
      <dgm:t>
        <a:bodyPr/>
        <a:lstStyle/>
        <a:p>
          <a:r>
            <a:rPr lang="en-US" noProof="0" dirty="0">
              <a:solidFill>
                <a:schemeClr val="tx1"/>
              </a:solidFill>
            </a:rPr>
            <a:t>NET VALUE  APPROACH</a:t>
          </a:r>
        </a:p>
      </dgm:t>
    </dgm:pt>
    <dgm:pt modelId="{DB376E9E-0E54-483E-A0F9-96AB57DD8516}" type="parTrans" cxnId="{ACE6CAFE-F973-4697-A143-0402581DA6E3}">
      <dgm:prSet/>
      <dgm:spPr/>
      <dgm:t>
        <a:bodyPr/>
        <a:lstStyle/>
        <a:p>
          <a:endParaRPr lang="en-US"/>
        </a:p>
      </dgm:t>
    </dgm:pt>
    <dgm:pt modelId="{F5DD361B-132E-4A4F-8124-20C0CB155A00}" type="sibTrans" cxnId="{ACE6CAFE-F973-4697-A143-0402581DA6E3}">
      <dgm:prSet/>
      <dgm:spPr/>
      <dgm:t>
        <a:bodyPr/>
        <a:lstStyle/>
        <a:p>
          <a:endParaRPr lang="en-US"/>
        </a:p>
      </dgm:t>
    </dgm:pt>
    <dgm:pt modelId="{EF9FD828-A0BF-43F8-ABC7-E1EE24F07C42}">
      <dgm:prSet phldrT="[Testo]" phldr="0"/>
      <dgm:spPr>
        <a:solidFill>
          <a:schemeClr val="bg1"/>
        </a:solidFill>
      </dgm:spPr>
      <dgm:t>
        <a:bodyPr/>
        <a:lstStyle/>
        <a:p>
          <a:r>
            <a:rPr lang="en-US" noProof="0" dirty="0"/>
            <a:t>OPERATIONS  COST</a:t>
          </a:r>
        </a:p>
      </dgm:t>
    </dgm:pt>
    <dgm:pt modelId="{8B46DBB5-BE20-452E-BDAC-57B4248B579B}" type="parTrans" cxnId="{2E5A4064-7A8A-4182-955A-A7A098843B57}">
      <dgm:prSet/>
      <dgm:spPr/>
      <dgm:t>
        <a:bodyPr/>
        <a:lstStyle/>
        <a:p>
          <a:endParaRPr lang="en-US"/>
        </a:p>
      </dgm:t>
    </dgm:pt>
    <dgm:pt modelId="{357BE1D7-3472-4631-83A3-EAA12DA32F6B}" type="sibTrans" cxnId="{2E5A4064-7A8A-4182-955A-A7A098843B57}">
      <dgm:prSet/>
      <dgm:spPr/>
      <dgm:t>
        <a:bodyPr/>
        <a:lstStyle/>
        <a:p>
          <a:endParaRPr lang="en-US"/>
        </a:p>
      </dgm:t>
    </dgm:pt>
    <dgm:pt modelId="{9E4CCB87-75A5-457C-BDC5-A8C25CF38D41}">
      <dgm:prSet phldrT="[Testo]" phldr="0"/>
      <dgm:spPr>
        <a:solidFill>
          <a:schemeClr val="bg1"/>
        </a:solidFill>
        <a:ln>
          <a:solidFill>
            <a:schemeClr val="tx1"/>
          </a:solidFill>
        </a:ln>
      </dgm:spPr>
      <dgm:t>
        <a:bodyPr/>
        <a:lstStyle/>
        <a:p>
          <a:r>
            <a:rPr lang="en-US" noProof="0" dirty="0">
              <a:solidFill>
                <a:schemeClr val="tx1"/>
              </a:solidFill>
            </a:rPr>
            <a:t>OPERATIONS </a:t>
          </a:r>
        </a:p>
      </dgm:t>
    </dgm:pt>
    <dgm:pt modelId="{85509985-5007-4FCE-9F75-D55B68BD8068}" type="parTrans" cxnId="{2DD90791-3D65-4AA1-8474-506804C48981}">
      <dgm:prSet/>
      <dgm:spPr/>
      <dgm:t>
        <a:bodyPr/>
        <a:lstStyle/>
        <a:p>
          <a:endParaRPr lang="en-US"/>
        </a:p>
      </dgm:t>
    </dgm:pt>
    <dgm:pt modelId="{058D0969-B357-4198-95D8-1AC0533908A3}" type="sibTrans" cxnId="{2DD90791-3D65-4AA1-8474-506804C48981}">
      <dgm:prSet/>
      <dgm:spPr/>
      <dgm:t>
        <a:bodyPr/>
        <a:lstStyle/>
        <a:p>
          <a:endParaRPr lang="en-US"/>
        </a:p>
      </dgm:t>
    </dgm:pt>
    <dgm:pt modelId="{2A5A9D7D-EC81-4243-B2DB-B59409C9188E}">
      <dgm:prSet phldrT="[Testo]" phldr="0"/>
      <dgm:spPr>
        <a:solidFill>
          <a:schemeClr val="bg1"/>
        </a:solidFill>
        <a:ln>
          <a:solidFill>
            <a:schemeClr val="tx1"/>
          </a:solidFill>
        </a:ln>
      </dgm:spPr>
      <dgm:t>
        <a:bodyPr/>
        <a:lstStyle/>
        <a:p>
          <a:r>
            <a:rPr lang="en-US" noProof="0" dirty="0">
              <a:solidFill>
                <a:schemeClr val="tx1"/>
              </a:solidFill>
            </a:rPr>
            <a:t>SYSTEM MAINTENANCE</a:t>
          </a:r>
        </a:p>
      </dgm:t>
    </dgm:pt>
    <dgm:pt modelId="{A3DFFE29-340B-45DD-93E2-C4C160A6ECE2}" type="parTrans" cxnId="{F3384004-0B11-45D4-B1A7-3D5F77CBD021}">
      <dgm:prSet/>
      <dgm:spPr/>
      <dgm:t>
        <a:bodyPr/>
        <a:lstStyle/>
        <a:p>
          <a:endParaRPr lang="en-US"/>
        </a:p>
      </dgm:t>
    </dgm:pt>
    <dgm:pt modelId="{59C58EB6-548D-4BBE-AAF9-BE2D22F36DCC}" type="sibTrans" cxnId="{F3384004-0B11-45D4-B1A7-3D5F77CBD021}">
      <dgm:prSet/>
      <dgm:spPr/>
      <dgm:t>
        <a:bodyPr/>
        <a:lstStyle/>
        <a:p>
          <a:endParaRPr lang="en-US"/>
        </a:p>
      </dgm:t>
    </dgm:pt>
    <dgm:pt modelId="{944D230F-885C-4C2C-883B-B26B072B3C92}">
      <dgm:prSet phldrT="[Testo]" phldr="0" custT="1"/>
      <dgm:spPr>
        <a:solidFill>
          <a:schemeClr val="bg1"/>
        </a:solidFill>
        <a:ln>
          <a:solidFill>
            <a:schemeClr val="tx1"/>
          </a:solidFill>
        </a:ln>
      </dgm:spPr>
      <dgm:t>
        <a:bodyPr/>
        <a:lstStyle/>
        <a:p>
          <a:pPr marL="0" lvl="0" indent="0" algn="ctr" defTabSz="577850">
            <a:lnSpc>
              <a:spcPct val="90000"/>
            </a:lnSpc>
            <a:spcBef>
              <a:spcPct val="0"/>
            </a:spcBef>
            <a:spcAft>
              <a:spcPct val="35000"/>
            </a:spcAft>
          </a:pPr>
          <a:r>
            <a:rPr lang="en-US" sz="1300" kern="1200" noProof="0" dirty="0">
              <a:solidFill>
                <a:schemeClr val="tx1"/>
              </a:solidFill>
            </a:rPr>
            <a:t>PROJECT MANAGEMENT</a:t>
          </a:r>
          <a:endParaRPr lang="en-US" sz="1300" kern="1200" noProof="0" dirty="0">
            <a:solidFill>
              <a:srgbClr val="000000"/>
            </a:solidFill>
            <a:latin typeface="Times New Roman"/>
            <a:ea typeface="+mn-ea"/>
            <a:cs typeface="+mn-cs"/>
          </a:endParaRPr>
        </a:p>
      </dgm:t>
    </dgm:pt>
    <dgm:pt modelId="{39AE1990-0EFA-4B55-AFF1-B7C7226C2490}" type="sibTrans" cxnId="{AD76E3E3-8D0F-4B4D-83EC-ADD2766FC2C6}">
      <dgm:prSet/>
      <dgm:spPr/>
      <dgm:t>
        <a:bodyPr/>
        <a:lstStyle/>
        <a:p>
          <a:endParaRPr lang="en-US"/>
        </a:p>
      </dgm:t>
    </dgm:pt>
    <dgm:pt modelId="{BAA1D853-D4AC-4794-B559-35C41BEBCEFB}" type="parTrans" cxnId="{AD76E3E3-8D0F-4B4D-83EC-ADD2766FC2C6}">
      <dgm:prSet/>
      <dgm:spPr/>
      <dgm:t>
        <a:bodyPr/>
        <a:lstStyle/>
        <a:p>
          <a:endParaRPr lang="en-US"/>
        </a:p>
      </dgm:t>
    </dgm:pt>
    <dgm:pt modelId="{BA390A89-3D79-49A6-9BF0-599801F084EB}" type="pres">
      <dgm:prSet presAssocID="{63E24B07-8023-4E9F-8558-D5757EF64B7C}" presName="theList" presStyleCnt="0">
        <dgm:presLayoutVars>
          <dgm:dir/>
          <dgm:animLvl val="lvl"/>
          <dgm:resizeHandles val="exact"/>
        </dgm:presLayoutVars>
      </dgm:prSet>
      <dgm:spPr/>
    </dgm:pt>
    <dgm:pt modelId="{DADCEE8B-376B-4586-A9E1-AAC7290F1D12}" type="pres">
      <dgm:prSet presAssocID="{0EDD2705-1EC9-49D2-AAF1-51B922F9F872}" presName="compNode" presStyleCnt="0"/>
      <dgm:spPr/>
    </dgm:pt>
    <dgm:pt modelId="{8FABB9F9-868F-4D56-8A81-F1E0BA42E601}" type="pres">
      <dgm:prSet presAssocID="{0EDD2705-1EC9-49D2-AAF1-51B922F9F872}" presName="aNode" presStyleLbl="bgShp" presStyleIdx="0" presStyleCnt="4"/>
      <dgm:spPr/>
    </dgm:pt>
    <dgm:pt modelId="{7F9BE9A7-F9C4-49E1-9574-99360BA807BE}" type="pres">
      <dgm:prSet presAssocID="{0EDD2705-1EC9-49D2-AAF1-51B922F9F872}" presName="textNode" presStyleLbl="bgShp" presStyleIdx="0" presStyleCnt="4"/>
      <dgm:spPr/>
    </dgm:pt>
    <dgm:pt modelId="{C1658941-B58C-4ADE-9588-815AE090FC7A}" type="pres">
      <dgm:prSet presAssocID="{0EDD2705-1EC9-49D2-AAF1-51B922F9F872}" presName="compChildNode" presStyleCnt="0"/>
      <dgm:spPr/>
    </dgm:pt>
    <dgm:pt modelId="{233FCEB1-6038-4072-B22C-BCD213C74D4D}" type="pres">
      <dgm:prSet presAssocID="{0EDD2705-1EC9-49D2-AAF1-51B922F9F872}" presName="theInnerList" presStyleCnt="0"/>
      <dgm:spPr/>
    </dgm:pt>
    <dgm:pt modelId="{91100A64-139A-4AC1-91C1-2699AF28B01F}" type="pres">
      <dgm:prSet presAssocID="{40247257-1661-41DF-BC3F-06F46A6295A5}" presName="childNode" presStyleLbl="node1" presStyleIdx="0" presStyleCnt="10">
        <dgm:presLayoutVars>
          <dgm:bulletEnabled val="1"/>
        </dgm:presLayoutVars>
      </dgm:prSet>
      <dgm:spPr>
        <a:xfrm>
          <a:off x="201226" y="1371990"/>
          <a:ext cx="1593569" cy="898214"/>
        </a:xfrm>
        <a:prstGeom prst="roundRect">
          <a:avLst>
            <a:gd name="adj" fmla="val 10000"/>
          </a:avLst>
        </a:prstGeom>
      </dgm:spPr>
    </dgm:pt>
    <dgm:pt modelId="{B8851E19-C2AB-43F3-A733-9922ED89E360}" type="pres">
      <dgm:prSet presAssocID="{40247257-1661-41DF-BC3F-06F46A6295A5}" presName="aSpace2" presStyleCnt="0"/>
      <dgm:spPr/>
    </dgm:pt>
    <dgm:pt modelId="{7EBF8282-17D2-438B-95FF-BAC2AE4F3FBC}" type="pres">
      <dgm:prSet presAssocID="{2FDF8BA5-1F79-43D5-82D8-297F548F3542}" presName="childNode" presStyleLbl="node1" presStyleIdx="1" presStyleCnt="10">
        <dgm:presLayoutVars>
          <dgm:bulletEnabled val="1"/>
        </dgm:presLayoutVars>
      </dgm:prSet>
      <dgm:spPr/>
    </dgm:pt>
    <dgm:pt modelId="{A069312A-67CC-45AA-BFE6-2053F852EE2C}" type="pres">
      <dgm:prSet presAssocID="{2FDF8BA5-1F79-43D5-82D8-297F548F3542}" presName="aSpace2" presStyleCnt="0"/>
      <dgm:spPr/>
    </dgm:pt>
    <dgm:pt modelId="{BA4E3C7D-B958-47BE-A1E4-9388CD7AE2AB}" type="pres">
      <dgm:prSet presAssocID="{6BEBF612-AC28-4281-829A-886742483343}" presName="childNode" presStyleLbl="node1" presStyleIdx="2" presStyleCnt="10">
        <dgm:presLayoutVars>
          <dgm:bulletEnabled val="1"/>
        </dgm:presLayoutVars>
      </dgm:prSet>
      <dgm:spPr>
        <a:xfrm>
          <a:off x="201226" y="3444794"/>
          <a:ext cx="1593569" cy="898214"/>
        </a:xfrm>
        <a:prstGeom prst="roundRect">
          <a:avLst>
            <a:gd name="adj" fmla="val 10000"/>
          </a:avLst>
        </a:prstGeom>
      </dgm:spPr>
    </dgm:pt>
    <dgm:pt modelId="{8B11A58F-1410-44BA-AB45-2A3E9FB205E5}" type="pres">
      <dgm:prSet presAssocID="{6BEBF612-AC28-4281-829A-886742483343}" presName="aSpace2" presStyleCnt="0"/>
      <dgm:spPr/>
    </dgm:pt>
    <dgm:pt modelId="{F4E26588-D736-40F0-ABCF-AD950B9DBBE2}" type="pres">
      <dgm:prSet presAssocID="{944D230F-885C-4C2C-883B-B26B072B3C92}" presName="childNode" presStyleLbl="node1" presStyleIdx="3" presStyleCnt="10">
        <dgm:presLayoutVars>
          <dgm:bulletEnabled val="1"/>
        </dgm:presLayoutVars>
      </dgm:prSet>
      <dgm:spPr/>
    </dgm:pt>
    <dgm:pt modelId="{71044B30-3AC2-445D-B936-F7903BC3D17D}" type="pres">
      <dgm:prSet presAssocID="{0EDD2705-1EC9-49D2-AAF1-51B922F9F872}" presName="aSpace" presStyleCnt="0"/>
      <dgm:spPr/>
    </dgm:pt>
    <dgm:pt modelId="{8E3DC331-CA4C-4438-976B-785F3287BD1D}" type="pres">
      <dgm:prSet presAssocID="{EF9FD828-A0BF-43F8-ABC7-E1EE24F07C42}" presName="compNode" presStyleCnt="0"/>
      <dgm:spPr/>
    </dgm:pt>
    <dgm:pt modelId="{E7DCD616-0639-48DE-9F93-B45AC0464A57}" type="pres">
      <dgm:prSet presAssocID="{EF9FD828-A0BF-43F8-ABC7-E1EE24F07C42}" presName="aNode" presStyleLbl="bgShp" presStyleIdx="1" presStyleCnt="4"/>
      <dgm:spPr/>
    </dgm:pt>
    <dgm:pt modelId="{5C2C466B-9D60-484B-9786-695675F7A92E}" type="pres">
      <dgm:prSet presAssocID="{EF9FD828-A0BF-43F8-ABC7-E1EE24F07C42}" presName="textNode" presStyleLbl="bgShp" presStyleIdx="1" presStyleCnt="4"/>
      <dgm:spPr/>
    </dgm:pt>
    <dgm:pt modelId="{685AE8C4-BA1D-438B-87FE-1425489EFA29}" type="pres">
      <dgm:prSet presAssocID="{EF9FD828-A0BF-43F8-ABC7-E1EE24F07C42}" presName="compChildNode" presStyleCnt="0"/>
      <dgm:spPr/>
    </dgm:pt>
    <dgm:pt modelId="{EFCF8995-AB51-40BF-9AFE-61D45508CDB7}" type="pres">
      <dgm:prSet presAssocID="{EF9FD828-A0BF-43F8-ABC7-E1EE24F07C42}" presName="theInnerList" presStyleCnt="0"/>
      <dgm:spPr/>
    </dgm:pt>
    <dgm:pt modelId="{0330B109-69E3-46F3-9D83-10671A7EBE70}" type="pres">
      <dgm:prSet presAssocID="{9E4CCB87-75A5-457C-BDC5-A8C25CF38D41}" presName="childNode" presStyleLbl="node1" presStyleIdx="4" presStyleCnt="10">
        <dgm:presLayoutVars>
          <dgm:bulletEnabled val="1"/>
        </dgm:presLayoutVars>
      </dgm:prSet>
      <dgm:spPr/>
    </dgm:pt>
    <dgm:pt modelId="{BCD2FFD0-E01F-4FE1-B85E-CD1F2FB6B95D}" type="pres">
      <dgm:prSet presAssocID="{9E4CCB87-75A5-457C-BDC5-A8C25CF38D41}" presName="aSpace2" presStyleCnt="0"/>
      <dgm:spPr/>
    </dgm:pt>
    <dgm:pt modelId="{68301150-8C06-4D05-AE88-8E675490E167}" type="pres">
      <dgm:prSet presAssocID="{2A5A9D7D-EC81-4243-B2DB-B59409C9188E}" presName="childNode" presStyleLbl="node1" presStyleIdx="5" presStyleCnt="10">
        <dgm:presLayoutVars>
          <dgm:bulletEnabled val="1"/>
        </dgm:presLayoutVars>
      </dgm:prSet>
      <dgm:spPr/>
    </dgm:pt>
    <dgm:pt modelId="{F22594D1-FE25-4683-B459-4ADAA993861D}" type="pres">
      <dgm:prSet presAssocID="{EF9FD828-A0BF-43F8-ABC7-E1EE24F07C42}" presName="aSpace" presStyleCnt="0"/>
      <dgm:spPr/>
    </dgm:pt>
    <dgm:pt modelId="{8278D786-3C1D-405E-B26F-3F37CDDEB2D0}" type="pres">
      <dgm:prSet presAssocID="{B7CD8660-A82F-447D-981C-5B2CDD5A8369}" presName="compNode" presStyleCnt="0"/>
      <dgm:spPr/>
    </dgm:pt>
    <dgm:pt modelId="{5CC9F1A6-8682-4B7D-8924-5FD7B0F2E6E3}" type="pres">
      <dgm:prSet presAssocID="{B7CD8660-A82F-447D-981C-5B2CDD5A8369}" presName="aNode" presStyleLbl="bgShp" presStyleIdx="2" presStyleCnt="4"/>
      <dgm:spPr/>
    </dgm:pt>
    <dgm:pt modelId="{78297440-850E-4E7D-A73C-3BDBF8A885A3}" type="pres">
      <dgm:prSet presAssocID="{B7CD8660-A82F-447D-981C-5B2CDD5A8369}" presName="textNode" presStyleLbl="bgShp" presStyleIdx="2" presStyleCnt="4"/>
      <dgm:spPr/>
    </dgm:pt>
    <dgm:pt modelId="{306CF67D-F783-4135-89F8-E25852A317F1}" type="pres">
      <dgm:prSet presAssocID="{B7CD8660-A82F-447D-981C-5B2CDD5A8369}" presName="compChildNode" presStyleCnt="0"/>
      <dgm:spPr/>
    </dgm:pt>
    <dgm:pt modelId="{A869A60F-442C-4381-9B8B-FE1F58AE1EAE}" type="pres">
      <dgm:prSet presAssocID="{B7CD8660-A82F-447D-981C-5B2CDD5A8369}" presName="theInnerList" presStyleCnt="0"/>
      <dgm:spPr/>
    </dgm:pt>
    <dgm:pt modelId="{C9B82C22-048B-44CC-93D4-E3DD9EDD135B}" type="pres">
      <dgm:prSet presAssocID="{70BD055E-0DFC-4950-B235-7DC159BBCEB6}" presName="childNode" presStyleLbl="node1" presStyleIdx="6" presStyleCnt="10">
        <dgm:presLayoutVars>
          <dgm:bulletEnabled val="1"/>
        </dgm:presLayoutVars>
      </dgm:prSet>
      <dgm:spPr/>
    </dgm:pt>
    <dgm:pt modelId="{61EE1723-1AB1-41FA-B1E3-C3871ECD38E9}" type="pres">
      <dgm:prSet presAssocID="{70BD055E-0DFC-4950-B235-7DC159BBCEB6}" presName="aSpace2" presStyleCnt="0"/>
      <dgm:spPr/>
    </dgm:pt>
    <dgm:pt modelId="{A0E6910F-4EF7-426B-8944-F0925D47BFB4}" type="pres">
      <dgm:prSet presAssocID="{32370EA5-817D-41DE-9EF3-C264A87731CF}" presName="childNode" presStyleLbl="node1" presStyleIdx="7" presStyleCnt="10">
        <dgm:presLayoutVars>
          <dgm:bulletEnabled val="1"/>
        </dgm:presLayoutVars>
      </dgm:prSet>
      <dgm:spPr/>
    </dgm:pt>
    <dgm:pt modelId="{7526F33C-7D03-41DA-BAEE-76D5EF7AC2C8}" type="pres">
      <dgm:prSet presAssocID="{B7CD8660-A82F-447D-981C-5B2CDD5A8369}" presName="aSpace" presStyleCnt="0"/>
      <dgm:spPr/>
    </dgm:pt>
    <dgm:pt modelId="{35513678-CA66-489F-8A5F-32789A982F69}" type="pres">
      <dgm:prSet presAssocID="{BC73DC96-EFBB-441A-8E7E-3B8F200AC53F}" presName="compNode" presStyleCnt="0"/>
      <dgm:spPr/>
    </dgm:pt>
    <dgm:pt modelId="{D0E1A1A4-4EF7-46C0-9CCC-7F1571CB10F9}" type="pres">
      <dgm:prSet presAssocID="{BC73DC96-EFBB-441A-8E7E-3B8F200AC53F}" presName="aNode" presStyleLbl="bgShp" presStyleIdx="3" presStyleCnt="4"/>
      <dgm:spPr/>
    </dgm:pt>
    <dgm:pt modelId="{D6B3AB59-F5BE-44B9-94BB-CB534185F388}" type="pres">
      <dgm:prSet presAssocID="{BC73DC96-EFBB-441A-8E7E-3B8F200AC53F}" presName="textNode" presStyleLbl="bgShp" presStyleIdx="3" presStyleCnt="4"/>
      <dgm:spPr/>
    </dgm:pt>
    <dgm:pt modelId="{83A7823E-95E7-482F-A4B8-43AE927D54AC}" type="pres">
      <dgm:prSet presAssocID="{BC73DC96-EFBB-441A-8E7E-3B8F200AC53F}" presName="compChildNode" presStyleCnt="0"/>
      <dgm:spPr/>
    </dgm:pt>
    <dgm:pt modelId="{346AD43C-AB4C-4220-AF41-83B4097A0EA4}" type="pres">
      <dgm:prSet presAssocID="{BC73DC96-EFBB-441A-8E7E-3B8F200AC53F}" presName="theInnerList" presStyleCnt="0"/>
      <dgm:spPr/>
    </dgm:pt>
    <dgm:pt modelId="{F3DF3EE7-C3E1-4556-B5E5-D675D9659B6D}" type="pres">
      <dgm:prSet presAssocID="{7040C883-EDB3-4AAE-AB28-202EE2F51F55}" presName="childNode" presStyleLbl="node1" presStyleIdx="8" presStyleCnt="10">
        <dgm:presLayoutVars>
          <dgm:bulletEnabled val="1"/>
        </dgm:presLayoutVars>
      </dgm:prSet>
      <dgm:spPr/>
    </dgm:pt>
    <dgm:pt modelId="{FA01CE40-6491-49F5-B5F7-EA2AD4F6B25F}" type="pres">
      <dgm:prSet presAssocID="{7040C883-EDB3-4AAE-AB28-202EE2F51F55}" presName="aSpace2" presStyleCnt="0"/>
      <dgm:spPr/>
    </dgm:pt>
    <dgm:pt modelId="{B2301BB8-8C5A-4642-99B6-6B3BE9385CA1}" type="pres">
      <dgm:prSet presAssocID="{A909BAB4-7AB8-4F4A-A1BE-80F5C9707911}" presName="childNode" presStyleLbl="node1" presStyleIdx="9" presStyleCnt="10">
        <dgm:presLayoutVars>
          <dgm:bulletEnabled val="1"/>
        </dgm:presLayoutVars>
      </dgm:prSet>
      <dgm:spPr/>
    </dgm:pt>
  </dgm:ptLst>
  <dgm:cxnLst>
    <dgm:cxn modelId="{F3384004-0B11-45D4-B1A7-3D5F77CBD021}" srcId="{EF9FD828-A0BF-43F8-ABC7-E1EE24F07C42}" destId="{2A5A9D7D-EC81-4243-B2DB-B59409C9188E}" srcOrd="1" destOrd="0" parTransId="{A3DFFE29-340B-45DD-93E2-C4C160A6ECE2}" sibTransId="{59C58EB6-548D-4BBE-AAF9-BE2D22F36DCC}"/>
    <dgm:cxn modelId="{87D9DA0E-38E0-42A8-9370-BF34DAD5D210}" type="presOf" srcId="{0EDD2705-1EC9-49D2-AAF1-51B922F9F872}" destId="{8FABB9F9-868F-4D56-8A81-F1E0BA42E601}" srcOrd="0" destOrd="0" presId="urn:microsoft.com/office/officeart/2005/8/layout/lProcess2"/>
    <dgm:cxn modelId="{C78D960F-6AB9-4FBB-B933-60E5843C1F70}" type="presOf" srcId="{BC73DC96-EFBB-441A-8E7E-3B8F200AC53F}" destId="{D6B3AB59-F5BE-44B9-94BB-CB534185F388}" srcOrd="1" destOrd="0" presId="urn:microsoft.com/office/officeart/2005/8/layout/lProcess2"/>
    <dgm:cxn modelId="{4B308A11-3FF9-4748-8E56-3D366CBDB0E4}" type="presOf" srcId="{70BD055E-0DFC-4950-B235-7DC159BBCEB6}" destId="{C9B82C22-048B-44CC-93D4-E3DD9EDD135B}" srcOrd="0" destOrd="0" presId="urn:microsoft.com/office/officeart/2005/8/layout/lProcess2"/>
    <dgm:cxn modelId="{77C89C14-F95F-4C23-AC9D-A823EDE879A1}" srcId="{0EDD2705-1EC9-49D2-AAF1-51B922F9F872}" destId="{40247257-1661-41DF-BC3F-06F46A6295A5}" srcOrd="0" destOrd="0" parTransId="{3A7275C9-712F-4B17-AFF6-999AA376CDC3}" sibTransId="{4028B860-EC01-437C-B432-329C9508DDD3}"/>
    <dgm:cxn modelId="{6F9B7315-4C4D-4FE7-9BDF-24A5A860E09F}" srcId="{63E24B07-8023-4E9F-8558-D5757EF64B7C}" destId="{0EDD2705-1EC9-49D2-AAF1-51B922F9F872}" srcOrd="0" destOrd="0" parTransId="{FE291E26-70AA-430D-AD9A-677BC67532B2}" sibTransId="{0D203B44-E890-4582-A7AB-913F2DF9560B}"/>
    <dgm:cxn modelId="{37105A1E-CE9F-4397-B5C9-02B07302C5C4}" type="presOf" srcId="{A909BAB4-7AB8-4F4A-A1BE-80F5C9707911}" destId="{B2301BB8-8C5A-4642-99B6-6B3BE9385CA1}" srcOrd="0" destOrd="0" presId="urn:microsoft.com/office/officeart/2005/8/layout/lProcess2"/>
    <dgm:cxn modelId="{43E86722-6FCA-4E0A-A759-5679B2D7442A}" type="presOf" srcId="{9E4CCB87-75A5-457C-BDC5-A8C25CF38D41}" destId="{0330B109-69E3-46F3-9D83-10671A7EBE70}" srcOrd="0" destOrd="0" presId="urn:microsoft.com/office/officeart/2005/8/layout/lProcess2"/>
    <dgm:cxn modelId="{95581928-74F2-4718-BBFF-28820D17EE04}" type="presOf" srcId="{EF9FD828-A0BF-43F8-ABC7-E1EE24F07C42}" destId="{5C2C466B-9D60-484B-9786-695675F7A92E}" srcOrd="1" destOrd="0" presId="urn:microsoft.com/office/officeart/2005/8/layout/lProcess2"/>
    <dgm:cxn modelId="{63BCAE31-821E-49A7-AD41-505F9D6B3C63}" type="presOf" srcId="{B7CD8660-A82F-447D-981C-5B2CDD5A8369}" destId="{5CC9F1A6-8682-4B7D-8924-5FD7B0F2E6E3}" srcOrd="0" destOrd="0" presId="urn:microsoft.com/office/officeart/2005/8/layout/lProcess2"/>
    <dgm:cxn modelId="{4DB56435-93A0-4B14-8CA4-771FE94BAF76}" type="presOf" srcId="{2FDF8BA5-1F79-43D5-82D8-297F548F3542}" destId="{7EBF8282-17D2-438B-95FF-BAC2AE4F3FBC}" srcOrd="0" destOrd="0" presId="urn:microsoft.com/office/officeart/2005/8/layout/lProcess2"/>
    <dgm:cxn modelId="{F6BFC237-7436-498A-93BD-73510B631561}" srcId="{0EDD2705-1EC9-49D2-AAF1-51B922F9F872}" destId="{2FDF8BA5-1F79-43D5-82D8-297F548F3542}" srcOrd="1" destOrd="0" parTransId="{C9CE1DAB-9AB3-43AA-B607-9893A42F86F7}" sibTransId="{ACDBB275-B531-41A6-9E60-709957573E9F}"/>
    <dgm:cxn modelId="{0A952E5B-433F-4AD8-A922-28F1C97A594B}" type="presOf" srcId="{63E24B07-8023-4E9F-8558-D5757EF64B7C}" destId="{BA390A89-3D79-49A6-9BF0-599801F084EB}" srcOrd="0" destOrd="0" presId="urn:microsoft.com/office/officeart/2005/8/layout/lProcess2"/>
    <dgm:cxn modelId="{E59AF15B-0B55-4647-99A8-BE933C316641}" srcId="{B7CD8660-A82F-447D-981C-5B2CDD5A8369}" destId="{70BD055E-0DFC-4950-B235-7DC159BBCEB6}" srcOrd="0" destOrd="0" parTransId="{0734A025-155A-4DF3-9FD4-45839BB17D47}" sibTransId="{4DBD1A0B-50A9-4AA5-BCD1-B3697DD249F2}"/>
    <dgm:cxn modelId="{2E5A4064-7A8A-4182-955A-A7A098843B57}" srcId="{63E24B07-8023-4E9F-8558-D5757EF64B7C}" destId="{EF9FD828-A0BF-43F8-ABC7-E1EE24F07C42}" srcOrd="1" destOrd="0" parTransId="{8B46DBB5-BE20-452E-BDAC-57B4248B579B}" sibTransId="{357BE1D7-3472-4631-83A3-EAA12DA32F6B}"/>
    <dgm:cxn modelId="{73156E65-F5A1-41F7-9BD2-1D4703F0A086}" srcId="{63E24B07-8023-4E9F-8558-D5757EF64B7C}" destId="{B7CD8660-A82F-447D-981C-5B2CDD5A8369}" srcOrd="2" destOrd="0" parTransId="{DA0ADC67-94DA-47B4-925C-34E9536CB64E}" sibTransId="{3C044498-3F6D-402D-9762-6023A330B361}"/>
    <dgm:cxn modelId="{0488AC65-BAC5-4191-B397-6CE3970EEF5F}" type="presOf" srcId="{7040C883-EDB3-4AAE-AB28-202EE2F51F55}" destId="{F3DF3EE7-C3E1-4556-B5E5-D675D9659B6D}" srcOrd="0" destOrd="0" presId="urn:microsoft.com/office/officeart/2005/8/layout/lProcess2"/>
    <dgm:cxn modelId="{99565E4D-276A-47CC-9B4B-6B89C1CBD94F}" srcId="{63E24B07-8023-4E9F-8558-D5757EF64B7C}" destId="{BC73DC96-EFBB-441A-8E7E-3B8F200AC53F}" srcOrd="3" destOrd="0" parTransId="{4B5681AE-F226-4F2E-AFE0-9E18D323D105}" sibTransId="{FA16ACC7-ED9B-4BC1-8373-51F1B367EC62}"/>
    <dgm:cxn modelId="{24C7B16F-FB23-470B-A1D6-E1A9ACBEB0C3}" type="presOf" srcId="{944D230F-885C-4C2C-883B-B26B072B3C92}" destId="{F4E26588-D736-40F0-ABCF-AD950B9DBBE2}" srcOrd="0" destOrd="0" presId="urn:microsoft.com/office/officeart/2005/8/layout/lProcess2"/>
    <dgm:cxn modelId="{8A729E58-D6AF-4B4B-B526-57F6452B5D70}" srcId="{BC73DC96-EFBB-441A-8E7E-3B8F200AC53F}" destId="{7040C883-EDB3-4AAE-AB28-202EE2F51F55}" srcOrd="0" destOrd="0" parTransId="{6DC40519-C77F-4FE6-A052-A43989E415E0}" sibTransId="{EF272F0E-8723-4BDB-82EF-6563D24EBF72}"/>
    <dgm:cxn modelId="{E913FD5A-A6F7-4314-9B77-A342E0D5C856}" type="presOf" srcId="{BC73DC96-EFBB-441A-8E7E-3B8F200AC53F}" destId="{D0E1A1A4-4EF7-46C0-9CCC-7F1571CB10F9}" srcOrd="0" destOrd="0" presId="urn:microsoft.com/office/officeart/2005/8/layout/lProcess2"/>
    <dgm:cxn modelId="{048C757B-DCA6-4D47-AD5E-6F70C38B350B}" type="presOf" srcId="{EF9FD828-A0BF-43F8-ABC7-E1EE24F07C42}" destId="{E7DCD616-0639-48DE-9F93-B45AC0464A57}" srcOrd="0" destOrd="0" presId="urn:microsoft.com/office/officeart/2005/8/layout/lProcess2"/>
    <dgm:cxn modelId="{59F6707C-EB70-4560-A018-F665306E733F}" type="presOf" srcId="{40247257-1661-41DF-BC3F-06F46A6295A5}" destId="{91100A64-139A-4AC1-91C1-2699AF28B01F}" srcOrd="0" destOrd="0" presId="urn:microsoft.com/office/officeart/2005/8/layout/lProcess2"/>
    <dgm:cxn modelId="{2DD90791-3D65-4AA1-8474-506804C48981}" srcId="{EF9FD828-A0BF-43F8-ABC7-E1EE24F07C42}" destId="{9E4CCB87-75A5-457C-BDC5-A8C25CF38D41}" srcOrd="0" destOrd="0" parTransId="{85509985-5007-4FCE-9F75-D55B68BD8068}" sibTransId="{058D0969-B357-4198-95D8-1AC0533908A3}"/>
    <dgm:cxn modelId="{70F13194-7A6E-486B-8360-890B448C8894}" srcId="{B7CD8660-A82F-447D-981C-5B2CDD5A8369}" destId="{32370EA5-817D-41DE-9EF3-C264A87731CF}" srcOrd="1" destOrd="0" parTransId="{03A3A5FA-FFB8-46C3-96DE-56DAE975EDE7}" sibTransId="{419AECF9-1D06-4331-B260-344434C0B86D}"/>
    <dgm:cxn modelId="{20701399-F4BB-4D8F-A871-9C2987ECD531}" type="presOf" srcId="{2A5A9D7D-EC81-4243-B2DB-B59409C9188E}" destId="{68301150-8C06-4D05-AE88-8E675490E167}" srcOrd="0" destOrd="0" presId="urn:microsoft.com/office/officeart/2005/8/layout/lProcess2"/>
    <dgm:cxn modelId="{E68402A1-4AC8-4FD3-A843-D461FDD49522}" type="presOf" srcId="{B7CD8660-A82F-447D-981C-5B2CDD5A8369}" destId="{78297440-850E-4E7D-A73C-3BDBF8A885A3}" srcOrd="1" destOrd="0" presId="urn:microsoft.com/office/officeart/2005/8/layout/lProcess2"/>
    <dgm:cxn modelId="{77B501C7-FE5D-4C56-8F99-8215224FE410}" type="presOf" srcId="{0EDD2705-1EC9-49D2-AAF1-51B922F9F872}" destId="{7F9BE9A7-F9C4-49E1-9574-99360BA807BE}" srcOrd="1" destOrd="0" presId="urn:microsoft.com/office/officeart/2005/8/layout/lProcess2"/>
    <dgm:cxn modelId="{BA000ECF-19AD-4366-85A9-411D81A739F5}" srcId="{0EDD2705-1EC9-49D2-AAF1-51B922F9F872}" destId="{6BEBF612-AC28-4281-829A-886742483343}" srcOrd="2" destOrd="0" parTransId="{E18DC705-3A47-4D42-9974-13148F5BDD9B}" sibTransId="{2AD56649-164C-4A93-9FB5-2F6E05D7EA3D}"/>
    <dgm:cxn modelId="{AD76E3E3-8D0F-4B4D-83EC-ADD2766FC2C6}" srcId="{0EDD2705-1EC9-49D2-AAF1-51B922F9F872}" destId="{944D230F-885C-4C2C-883B-B26B072B3C92}" srcOrd="3" destOrd="0" parTransId="{BAA1D853-D4AC-4794-B559-35C41BEBCEFB}" sibTransId="{39AE1990-0EFA-4B55-AFF1-B7C7226C2490}"/>
    <dgm:cxn modelId="{CA3F40ED-0EC2-4C06-AFA7-76028DCA1983}" type="presOf" srcId="{32370EA5-817D-41DE-9EF3-C264A87731CF}" destId="{A0E6910F-4EF7-426B-8944-F0925D47BFB4}" srcOrd="0" destOrd="0" presId="urn:microsoft.com/office/officeart/2005/8/layout/lProcess2"/>
    <dgm:cxn modelId="{A222EBF0-F0CC-432E-B387-B929B4BF9BFB}" type="presOf" srcId="{6BEBF612-AC28-4281-829A-886742483343}" destId="{BA4E3C7D-B958-47BE-A1E4-9388CD7AE2AB}" srcOrd="0" destOrd="0" presId="urn:microsoft.com/office/officeart/2005/8/layout/lProcess2"/>
    <dgm:cxn modelId="{ACE6CAFE-F973-4697-A143-0402581DA6E3}" srcId="{BC73DC96-EFBB-441A-8E7E-3B8F200AC53F}" destId="{A909BAB4-7AB8-4F4A-A1BE-80F5C9707911}" srcOrd="1" destOrd="0" parTransId="{DB376E9E-0E54-483E-A0F9-96AB57DD8516}" sibTransId="{F5DD361B-132E-4A4F-8124-20C0CB155A00}"/>
    <dgm:cxn modelId="{A0F84476-BF00-440B-835B-63BB8BDCB26E}" type="presParOf" srcId="{BA390A89-3D79-49A6-9BF0-599801F084EB}" destId="{DADCEE8B-376B-4586-A9E1-AAC7290F1D12}" srcOrd="0" destOrd="0" presId="urn:microsoft.com/office/officeart/2005/8/layout/lProcess2"/>
    <dgm:cxn modelId="{B5B71BAB-5AAB-46AB-988B-BE8E41D0A2B1}" type="presParOf" srcId="{DADCEE8B-376B-4586-A9E1-AAC7290F1D12}" destId="{8FABB9F9-868F-4D56-8A81-F1E0BA42E601}" srcOrd="0" destOrd="0" presId="urn:microsoft.com/office/officeart/2005/8/layout/lProcess2"/>
    <dgm:cxn modelId="{80B4AFC6-4463-482E-80CD-BED01CA47EFE}" type="presParOf" srcId="{DADCEE8B-376B-4586-A9E1-AAC7290F1D12}" destId="{7F9BE9A7-F9C4-49E1-9574-99360BA807BE}" srcOrd="1" destOrd="0" presId="urn:microsoft.com/office/officeart/2005/8/layout/lProcess2"/>
    <dgm:cxn modelId="{7A7E41AF-F656-4004-B216-D8803DFB79FE}" type="presParOf" srcId="{DADCEE8B-376B-4586-A9E1-AAC7290F1D12}" destId="{C1658941-B58C-4ADE-9588-815AE090FC7A}" srcOrd="2" destOrd="0" presId="urn:microsoft.com/office/officeart/2005/8/layout/lProcess2"/>
    <dgm:cxn modelId="{12524258-EE2A-461F-8F52-8856B0BCB6FD}" type="presParOf" srcId="{C1658941-B58C-4ADE-9588-815AE090FC7A}" destId="{233FCEB1-6038-4072-B22C-BCD213C74D4D}" srcOrd="0" destOrd="0" presId="urn:microsoft.com/office/officeart/2005/8/layout/lProcess2"/>
    <dgm:cxn modelId="{02881F1A-04F1-45CF-843E-91944313FEFC}" type="presParOf" srcId="{233FCEB1-6038-4072-B22C-BCD213C74D4D}" destId="{91100A64-139A-4AC1-91C1-2699AF28B01F}" srcOrd="0" destOrd="0" presId="urn:microsoft.com/office/officeart/2005/8/layout/lProcess2"/>
    <dgm:cxn modelId="{147E6A79-3B5D-45D0-B91A-482F684F1FCC}" type="presParOf" srcId="{233FCEB1-6038-4072-B22C-BCD213C74D4D}" destId="{B8851E19-C2AB-43F3-A733-9922ED89E360}" srcOrd="1" destOrd="0" presId="urn:microsoft.com/office/officeart/2005/8/layout/lProcess2"/>
    <dgm:cxn modelId="{68A648D8-B9EE-424B-B980-6C98A937E2B5}" type="presParOf" srcId="{233FCEB1-6038-4072-B22C-BCD213C74D4D}" destId="{7EBF8282-17D2-438B-95FF-BAC2AE4F3FBC}" srcOrd="2" destOrd="0" presId="urn:microsoft.com/office/officeart/2005/8/layout/lProcess2"/>
    <dgm:cxn modelId="{CAA69C57-F979-48C3-8FA0-15ADDC2938E2}" type="presParOf" srcId="{233FCEB1-6038-4072-B22C-BCD213C74D4D}" destId="{A069312A-67CC-45AA-BFE6-2053F852EE2C}" srcOrd="3" destOrd="0" presId="urn:microsoft.com/office/officeart/2005/8/layout/lProcess2"/>
    <dgm:cxn modelId="{707DB5B7-A20F-4281-8DFC-0EF6DDEBF996}" type="presParOf" srcId="{233FCEB1-6038-4072-B22C-BCD213C74D4D}" destId="{BA4E3C7D-B958-47BE-A1E4-9388CD7AE2AB}" srcOrd="4" destOrd="0" presId="urn:microsoft.com/office/officeart/2005/8/layout/lProcess2"/>
    <dgm:cxn modelId="{8E8F2CC2-1D24-49AF-98E2-EE07B9B5C3FA}" type="presParOf" srcId="{233FCEB1-6038-4072-B22C-BCD213C74D4D}" destId="{8B11A58F-1410-44BA-AB45-2A3E9FB205E5}" srcOrd="5" destOrd="0" presId="urn:microsoft.com/office/officeart/2005/8/layout/lProcess2"/>
    <dgm:cxn modelId="{96135C69-7989-4A40-A26A-6EF389DCEAFB}" type="presParOf" srcId="{233FCEB1-6038-4072-B22C-BCD213C74D4D}" destId="{F4E26588-D736-40F0-ABCF-AD950B9DBBE2}" srcOrd="6" destOrd="0" presId="urn:microsoft.com/office/officeart/2005/8/layout/lProcess2"/>
    <dgm:cxn modelId="{17B04053-87C4-4772-8447-D28330784C88}" type="presParOf" srcId="{BA390A89-3D79-49A6-9BF0-599801F084EB}" destId="{71044B30-3AC2-445D-B936-F7903BC3D17D}" srcOrd="1" destOrd="0" presId="urn:microsoft.com/office/officeart/2005/8/layout/lProcess2"/>
    <dgm:cxn modelId="{EE9A414A-B4A6-4CA5-9C28-524BC591A35C}" type="presParOf" srcId="{BA390A89-3D79-49A6-9BF0-599801F084EB}" destId="{8E3DC331-CA4C-4438-976B-785F3287BD1D}" srcOrd="2" destOrd="0" presId="urn:microsoft.com/office/officeart/2005/8/layout/lProcess2"/>
    <dgm:cxn modelId="{53866860-EB6E-4908-B9CA-2EF65E4B9749}" type="presParOf" srcId="{8E3DC331-CA4C-4438-976B-785F3287BD1D}" destId="{E7DCD616-0639-48DE-9F93-B45AC0464A57}" srcOrd="0" destOrd="0" presId="urn:microsoft.com/office/officeart/2005/8/layout/lProcess2"/>
    <dgm:cxn modelId="{AB77F00A-E5D1-4E6D-B8D2-0D2671E9B1C5}" type="presParOf" srcId="{8E3DC331-CA4C-4438-976B-785F3287BD1D}" destId="{5C2C466B-9D60-484B-9786-695675F7A92E}" srcOrd="1" destOrd="0" presId="urn:microsoft.com/office/officeart/2005/8/layout/lProcess2"/>
    <dgm:cxn modelId="{2E815D90-31C4-4EDB-8F26-DCC88E3BAE66}" type="presParOf" srcId="{8E3DC331-CA4C-4438-976B-785F3287BD1D}" destId="{685AE8C4-BA1D-438B-87FE-1425489EFA29}" srcOrd="2" destOrd="0" presId="urn:microsoft.com/office/officeart/2005/8/layout/lProcess2"/>
    <dgm:cxn modelId="{9BD9634A-60F8-4793-95CC-68A5818E3FF0}" type="presParOf" srcId="{685AE8C4-BA1D-438B-87FE-1425489EFA29}" destId="{EFCF8995-AB51-40BF-9AFE-61D45508CDB7}" srcOrd="0" destOrd="0" presId="urn:microsoft.com/office/officeart/2005/8/layout/lProcess2"/>
    <dgm:cxn modelId="{71060027-C637-47EE-B78B-B7EF40E82C96}" type="presParOf" srcId="{EFCF8995-AB51-40BF-9AFE-61D45508CDB7}" destId="{0330B109-69E3-46F3-9D83-10671A7EBE70}" srcOrd="0" destOrd="0" presId="urn:microsoft.com/office/officeart/2005/8/layout/lProcess2"/>
    <dgm:cxn modelId="{F9A6C117-2198-48FE-9D60-438FB990396A}" type="presParOf" srcId="{EFCF8995-AB51-40BF-9AFE-61D45508CDB7}" destId="{BCD2FFD0-E01F-4FE1-B85E-CD1F2FB6B95D}" srcOrd="1" destOrd="0" presId="urn:microsoft.com/office/officeart/2005/8/layout/lProcess2"/>
    <dgm:cxn modelId="{30B65E0F-974F-4A57-A9C9-60042AE4F081}" type="presParOf" srcId="{EFCF8995-AB51-40BF-9AFE-61D45508CDB7}" destId="{68301150-8C06-4D05-AE88-8E675490E167}" srcOrd="2" destOrd="0" presId="urn:microsoft.com/office/officeart/2005/8/layout/lProcess2"/>
    <dgm:cxn modelId="{2765A504-56C1-4159-97FF-5953BBFA74AE}" type="presParOf" srcId="{BA390A89-3D79-49A6-9BF0-599801F084EB}" destId="{F22594D1-FE25-4683-B459-4ADAA993861D}" srcOrd="3" destOrd="0" presId="urn:microsoft.com/office/officeart/2005/8/layout/lProcess2"/>
    <dgm:cxn modelId="{87075AE3-5322-4F43-B199-33208C29888A}" type="presParOf" srcId="{BA390A89-3D79-49A6-9BF0-599801F084EB}" destId="{8278D786-3C1D-405E-B26F-3F37CDDEB2D0}" srcOrd="4" destOrd="0" presId="urn:microsoft.com/office/officeart/2005/8/layout/lProcess2"/>
    <dgm:cxn modelId="{15017C47-3E33-40D1-A64C-6F7F9E189DDF}" type="presParOf" srcId="{8278D786-3C1D-405E-B26F-3F37CDDEB2D0}" destId="{5CC9F1A6-8682-4B7D-8924-5FD7B0F2E6E3}" srcOrd="0" destOrd="0" presId="urn:microsoft.com/office/officeart/2005/8/layout/lProcess2"/>
    <dgm:cxn modelId="{6C5157A1-6AE7-4340-875A-E477AF8C2834}" type="presParOf" srcId="{8278D786-3C1D-405E-B26F-3F37CDDEB2D0}" destId="{78297440-850E-4E7D-A73C-3BDBF8A885A3}" srcOrd="1" destOrd="0" presId="urn:microsoft.com/office/officeart/2005/8/layout/lProcess2"/>
    <dgm:cxn modelId="{F213D4C5-D21E-4E1E-8299-C5DC6CB3024B}" type="presParOf" srcId="{8278D786-3C1D-405E-B26F-3F37CDDEB2D0}" destId="{306CF67D-F783-4135-89F8-E25852A317F1}" srcOrd="2" destOrd="0" presId="urn:microsoft.com/office/officeart/2005/8/layout/lProcess2"/>
    <dgm:cxn modelId="{1DBDEB3E-3B8D-41E6-9D93-70F1CF60CB3E}" type="presParOf" srcId="{306CF67D-F783-4135-89F8-E25852A317F1}" destId="{A869A60F-442C-4381-9B8B-FE1F58AE1EAE}" srcOrd="0" destOrd="0" presId="urn:microsoft.com/office/officeart/2005/8/layout/lProcess2"/>
    <dgm:cxn modelId="{89B9E271-2560-426B-B1D2-CB0CACA14B4E}" type="presParOf" srcId="{A869A60F-442C-4381-9B8B-FE1F58AE1EAE}" destId="{C9B82C22-048B-44CC-93D4-E3DD9EDD135B}" srcOrd="0" destOrd="0" presId="urn:microsoft.com/office/officeart/2005/8/layout/lProcess2"/>
    <dgm:cxn modelId="{7CD6A549-FBD9-4D89-B821-8E2CB3E7EE36}" type="presParOf" srcId="{A869A60F-442C-4381-9B8B-FE1F58AE1EAE}" destId="{61EE1723-1AB1-41FA-B1E3-C3871ECD38E9}" srcOrd="1" destOrd="0" presId="urn:microsoft.com/office/officeart/2005/8/layout/lProcess2"/>
    <dgm:cxn modelId="{77DCA128-938F-4C44-8AD6-EC8C95149B30}" type="presParOf" srcId="{A869A60F-442C-4381-9B8B-FE1F58AE1EAE}" destId="{A0E6910F-4EF7-426B-8944-F0925D47BFB4}" srcOrd="2" destOrd="0" presId="urn:microsoft.com/office/officeart/2005/8/layout/lProcess2"/>
    <dgm:cxn modelId="{A3C33457-2466-4B0F-8DA4-341A1624A3FC}" type="presParOf" srcId="{BA390A89-3D79-49A6-9BF0-599801F084EB}" destId="{7526F33C-7D03-41DA-BAEE-76D5EF7AC2C8}" srcOrd="5" destOrd="0" presId="urn:microsoft.com/office/officeart/2005/8/layout/lProcess2"/>
    <dgm:cxn modelId="{F236B8DA-23A3-4287-B18B-52C1ECF37A9F}" type="presParOf" srcId="{BA390A89-3D79-49A6-9BF0-599801F084EB}" destId="{35513678-CA66-489F-8A5F-32789A982F69}" srcOrd="6" destOrd="0" presId="urn:microsoft.com/office/officeart/2005/8/layout/lProcess2"/>
    <dgm:cxn modelId="{409DBA6C-0B89-4ACC-A0C9-79DD16DD05CD}" type="presParOf" srcId="{35513678-CA66-489F-8A5F-32789A982F69}" destId="{D0E1A1A4-4EF7-46C0-9CCC-7F1571CB10F9}" srcOrd="0" destOrd="0" presId="urn:microsoft.com/office/officeart/2005/8/layout/lProcess2"/>
    <dgm:cxn modelId="{9873BCB6-8A87-45E0-8B70-ADBCC0A84E73}" type="presParOf" srcId="{35513678-CA66-489F-8A5F-32789A982F69}" destId="{D6B3AB59-F5BE-44B9-94BB-CB534185F388}" srcOrd="1" destOrd="0" presId="urn:microsoft.com/office/officeart/2005/8/layout/lProcess2"/>
    <dgm:cxn modelId="{5A7584AF-5694-49B2-9716-E149A376FAA4}" type="presParOf" srcId="{35513678-CA66-489F-8A5F-32789A982F69}" destId="{83A7823E-95E7-482F-A4B8-43AE927D54AC}" srcOrd="2" destOrd="0" presId="urn:microsoft.com/office/officeart/2005/8/layout/lProcess2"/>
    <dgm:cxn modelId="{75DA13DB-D054-4873-9355-9552AC941DED}" type="presParOf" srcId="{83A7823E-95E7-482F-A4B8-43AE927D54AC}" destId="{346AD43C-AB4C-4220-AF41-83B4097A0EA4}" srcOrd="0" destOrd="0" presId="urn:microsoft.com/office/officeart/2005/8/layout/lProcess2"/>
    <dgm:cxn modelId="{26A6B947-804B-48E4-89E1-F142014D0D1D}" type="presParOf" srcId="{346AD43C-AB4C-4220-AF41-83B4097A0EA4}" destId="{F3DF3EE7-C3E1-4556-B5E5-D675D9659B6D}" srcOrd="0" destOrd="0" presId="urn:microsoft.com/office/officeart/2005/8/layout/lProcess2"/>
    <dgm:cxn modelId="{D2F33199-8CA2-4BC2-8BE3-0E845FD3B2B4}" type="presParOf" srcId="{346AD43C-AB4C-4220-AF41-83B4097A0EA4}" destId="{FA01CE40-6491-49F5-B5F7-EA2AD4F6B25F}" srcOrd="1" destOrd="0" presId="urn:microsoft.com/office/officeart/2005/8/layout/lProcess2"/>
    <dgm:cxn modelId="{8CC3C6D9-4CFD-4010-9D06-B885F09CB31F}" type="presParOf" srcId="{346AD43C-AB4C-4220-AF41-83B4097A0EA4}" destId="{B2301BB8-8C5A-4642-99B6-6B3BE9385CA1}"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4" qsCatId="simple" csTypeId="urn:microsoft.com/office/officeart/2005/8/colors/accent0_1" csCatId="mainScheme" phldr="1"/>
      <dgm:spPr/>
      <dgm:t>
        <a:bodyPr/>
        <a:lstStyle/>
        <a:p>
          <a:endParaRPr lang="en-US"/>
        </a:p>
      </dgm:t>
    </dgm:pt>
    <dgm:pt modelId="{1C76DC10-B192-4CB8-BDD4-43D705326175}">
      <dgm:prSet/>
      <dgm:spPr/>
      <dgm:t>
        <a:bodyPr/>
        <a:lstStyle/>
        <a:p>
          <a:pPr algn="ctr"/>
          <a:r>
            <a:rPr lang="en-US" noProof="0" dirty="0"/>
            <a:t>Education / Training </a:t>
          </a:r>
        </a:p>
      </dgm:t>
    </dgm:pt>
    <dgm:pt modelId="{9B6515FC-BAB6-49BD-B614-8D99B5FBDBDE}" type="parTrans" cxnId="{49F84BCF-56D4-4716-881A-8D03E4FD0021}">
      <dgm:prSet/>
      <dgm:spPr/>
      <dgm:t>
        <a:bodyPr/>
        <a:lstStyle/>
        <a:p>
          <a:pPr algn="ctr"/>
          <a:endParaRPr lang="en-US" noProof="0"/>
        </a:p>
      </dgm:t>
    </dgm:pt>
    <dgm:pt modelId="{0F91D73B-DCE4-4F8F-9696-95E8CA55567C}" type="sibTrans" cxnId="{49F84BCF-56D4-4716-881A-8D03E4FD0021}">
      <dgm:prSet/>
      <dgm:spPr/>
      <dgm:t>
        <a:bodyPr/>
        <a:lstStyle/>
        <a:p>
          <a:pPr algn="ctr"/>
          <a:endParaRPr lang="en-US" noProof="0"/>
        </a:p>
      </dgm:t>
    </dgm:pt>
    <dgm:pt modelId="{22AAB52A-F50E-450E-A45B-AA76C6E60155}">
      <dgm:prSet/>
      <dgm:spPr/>
      <dgm:t>
        <a:bodyPr/>
        <a:lstStyle/>
        <a:p>
          <a:pPr algn="ctr"/>
          <a:r>
            <a:rPr lang="en-US" noProof="0" dirty="0"/>
            <a:t>BPR</a:t>
          </a:r>
        </a:p>
      </dgm:t>
    </dgm:pt>
    <dgm:pt modelId="{111B3508-DF67-4D45-82A6-7B60B4D41864}" type="parTrans" cxnId="{AEC67096-20FC-480D-97F0-F2F564BD9E8A}">
      <dgm:prSet/>
      <dgm:spPr/>
      <dgm:t>
        <a:bodyPr/>
        <a:lstStyle/>
        <a:p>
          <a:pPr algn="ctr"/>
          <a:endParaRPr lang="en-US" noProof="0"/>
        </a:p>
      </dgm:t>
    </dgm:pt>
    <dgm:pt modelId="{773A98D1-1721-4740-BBBC-EE4ECE532058}" type="sibTrans" cxnId="{AEC67096-20FC-480D-97F0-F2F564BD9E8A}">
      <dgm:prSet/>
      <dgm:spPr/>
      <dgm:t>
        <a:bodyPr/>
        <a:lstStyle/>
        <a:p>
          <a:pPr algn="ctr"/>
          <a:endParaRPr lang="en-US" noProof="0"/>
        </a:p>
      </dgm:t>
    </dgm:pt>
    <dgm:pt modelId="{8423AC5B-65BB-44BA-85C8-B8F2C1D799F9}">
      <dgm:prSet/>
      <dgm:spPr/>
      <dgm:t>
        <a:bodyPr/>
        <a:lstStyle/>
        <a:p>
          <a:pPr algn="ctr"/>
          <a:r>
            <a:rPr lang="en-US" noProof="0" dirty="0"/>
            <a:t>Analysis (modelling) </a:t>
          </a:r>
        </a:p>
      </dgm:t>
    </dgm:pt>
    <dgm:pt modelId="{98E64B81-CF24-49AB-A88A-228C9A8CA780}" type="parTrans" cxnId="{12752EE7-4C9A-4006-B2AE-B5551DF3FF82}">
      <dgm:prSet/>
      <dgm:spPr/>
      <dgm:t>
        <a:bodyPr/>
        <a:lstStyle/>
        <a:p>
          <a:pPr algn="ctr"/>
          <a:endParaRPr lang="en-US" noProof="0"/>
        </a:p>
      </dgm:t>
    </dgm:pt>
    <dgm:pt modelId="{37318783-7077-401B-9007-0BCCE6BB03B7}" type="sibTrans" cxnId="{12752EE7-4C9A-4006-B2AE-B5551DF3FF82}">
      <dgm:prSet/>
      <dgm:spPr/>
      <dgm:t>
        <a:bodyPr/>
        <a:lstStyle/>
        <a:p>
          <a:pPr algn="ctr"/>
          <a:endParaRPr lang="en-US" noProof="0"/>
        </a:p>
      </dgm:t>
    </dgm:pt>
    <dgm:pt modelId="{268E09D4-B195-4285-9E77-5AF03B259B78}">
      <dgm:prSet/>
      <dgm:spPr/>
      <dgm:t>
        <a:bodyPr/>
        <a:lstStyle/>
        <a:p>
          <a:pPr algn="ctr"/>
          <a:r>
            <a:rPr lang="en-US" noProof="0" dirty="0"/>
            <a:t>Miscellaneous</a:t>
          </a:r>
        </a:p>
      </dgm:t>
    </dgm:pt>
    <dgm:pt modelId="{59EB9DB8-C2C7-4E9C-A643-EC131CC992EF}" type="parTrans" cxnId="{829AFB9C-CD4D-43A4-ACAB-2B18E58F94CF}">
      <dgm:prSet/>
      <dgm:spPr/>
      <dgm:t>
        <a:bodyPr/>
        <a:lstStyle/>
        <a:p>
          <a:pPr algn="ctr"/>
          <a:endParaRPr lang="en-US" noProof="0"/>
        </a:p>
      </dgm:t>
    </dgm:pt>
    <dgm:pt modelId="{4B1F4B06-695C-4128-B1E8-155DEDF8A7EB}" type="sibTrans" cxnId="{829AFB9C-CD4D-43A4-ACAB-2B18E58F94CF}">
      <dgm:prSet/>
      <dgm:spPr/>
      <dgm:t>
        <a:bodyPr/>
        <a:lstStyle/>
        <a:p>
          <a:pPr algn="ctr"/>
          <a:endParaRPr lang="en-US" noProof="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DA34FB34-63E9-406B-A490-45927B1109A9}" type="pres">
      <dgm:prSet presAssocID="{22AAB52A-F50E-450E-A45B-AA76C6E60155}" presName="hierRoot1" presStyleCnt="0">
        <dgm:presLayoutVars>
          <dgm:hierBranch val="r"/>
        </dgm:presLayoutVars>
      </dgm:prSet>
      <dgm:spPr/>
    </dgm:pt>
    <dgm:pt modelId="{B073B9CB-EBBF-4A23-A822-498AF4BBF148}" type="pres">
      <dgm:prSet presAssocID="{22AAB52A-F50E-450E-A45B-AA76C6E60155}" presName="rootComposite1" presStyleCnt="0"/>
      <dgm:spPr/>
    </dgm:pt>
    <dgm:pt modelId="{3FA227EC-8BC0-4A44-A0CC-B89ABC4C1C94}" type="pres">
      <dgm:prSet presAssocID="{22AAB52A-F50E-450E-A45B-AA76C6E60155}" presName="rootText1" presStyleLbl="node0" presStyleIdx="0" presStyleCnt="1">
        <dgm:presLayoutVars>
          <dgm:chPref val="3"/>
        </dgm:presLayoutVars>
      </dgm:prSet>
      <dgm:spPr/>
    </dgm:pt>
    <dgm:pt modelId="{AE44DF56-DFB3-4900-878A-E14CA8B282E8}" type="pres">
      <dgm:prSet presAssocID="{22AAB52A-F50E-450E-A45B-AA76C6E60155}" presName="rootConnector1" presStyleLbl="node1" presStyleIdx="0" presStyleCnt="0"/>
      <dgm:spPr/>
    </dgm:pt>
    <dgm:pt modelId="{E917B82F-DC22-46B0-853E-B888484D366A}" type="pres">
      <dgm:prSet presAssocID="{22AAB52A-F50E-450E-A45B-AA76C6E60155}" presName="hierChild2" presStyleCnt="0"/>
      <dgm:spPr/>
    </dgm:pt>
    <dgm:pt modelId="{B03F8991-B37D-408A-9625-60DA883D44C0}" type="pres">
      <dgm:prSet presAssocID="{98E64B81-CF24-49AB-A88A-228C9A8CA780}" presName="Name50" presStyleLbl="parChTrans1D2" presStyleIdx="0" presStyleCnt="3"/>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2" presStyleIdx="0" presStyleCnt="3">
        <dgm:presLayoutVars>
          <dgm:chPref val="3"/>
        </dgm:presLayoutVars>
      </dgm:prSet>
      <dgm:spPr/>
    </dgm:pt>
    <dgm:pt modelId="{1F827E1E-DE28-4629-93A9-7862FAB5F676}" type="pres">
      <dgm:prSet presAssocID="{8423AC5B-65BB-44BA-85C8-B8F2C1D799F9}" presName="rootConnector" presStyleLbl="node2" presStyleIdx="0" presStyleCnt="3"/>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3D4B3166-D277-4685-A587-00984310DE42}" type="pres">
      <dgm:prSet presAssocID="{9B6515FC-BAB6-49BD-B614-8D99B5FBDBDE}" presName="Name50" presStyleLbl="parChTrans1D2" presStyleIdx="1" presStyleCnt="3"/>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2" presStyleIdx="1" presStyleCnt="3">
        <dgm:presLayoutVars>
          <dgm:chPref val="3"/>
        </dgm:presLayoutVars>
      </dgm:prSet>
      <dgm:spPr/>
    </dgm:pt>
    <dgm:pt modelId="{E2521828-141C-4DD9-A0FF-550F879D8B65}" type="pres">
      <dgm:prSet presAssocID="{1C76DC10-B192-4CB8-BDD4-43D705326175}" presName="rootConnector" presStyleLbl="node2" presStyleIdx="1" presStyleCnt="3"/>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AC73FDA2-14F8-408F-A52A-4840282D65F4}" type="pres">
      <dgm:prSet presAssocID="{59EB9DB8-C2C7-4E9C-A643-EC131CC992EF}" presName="Name50" presStyleLbl="parChTrans1D2" presStyleIdx="2" presStyleCnt="3"/>
      <dgm:spPr/>
    </dgm:pt>
    <dgm:pt modelId="{E6BE0463-F71A-4C3D-B8A4-3E45757C3D76}" type="pres">
      <dgm:prSet presAssocID="{268E09D4-B195-4285-9E77-5AF03B259B78}" presName="hierRoot2" presStyleCnt="0">
        <dgm:presLayoutVars>
          <dgm:hierBranch val="init"/>
        </dgm:presLayoutVars>
      </dgm:prSet>
      <dgm:spPr/>
    </dgm:pt>
    <dgm:pt modelId="{E95B49CA-2456-4C0C-A33C-0A5A67DFA6B5}" type="pres">
      <dgm:prSet presAssocID="{268E09D4-B195-4285-9E77-5AF03B259B78}" presName="rootComposite" presStyleCnt="0"/>
      <dgm:spPr/>
    </dgm:pt>
    <dgm:pt modelId="{9CAAEC64-6ADE-4DAC-BE74-9BCA6018D400}" type="pres">
      <dgm:prSet presAssocID="{268E09D4-B195-4285-9E77-5AF03B259B78}" presName="rootText" presStyleLbl="node2" presStyleIdx="2" presStyleCnt="3">
        <dgm:presLayoutVars>
          <dgm:chPref val="3"/>
        </dgm:presLayoutVars>
      </dgm:prSet>
      <dgm:spPr/>
    </dgm:pt>
    <dgm:pt modelId="{94D5B0F4-9D2A-458E-9B88-FC8AAF20F7B6}" type="pres">
      <dgm:prSet presAssocID="{268E09D4-B195-4285-9E77-5AF03B259B78}" presName="rootConnector" presStyleLbl="node2" presStyleIdx="2" presStyleCnt="3"/>
      <dgm:spPr/>
    </dgm:pt>
    <dgm:pt modelId="{0C10DD0F-90CF-4DEB-AA67-F08B332467F1}" type="pres">
      <dgm:prSet presAssocID="{268E09D4-B195-4285-9E77-5AF03B259B78}" presName="hierChild4" presStyleCnt="0"/>
      <dgm:spPr/>
    </dgm:pt>
    <dgm:pt modelId="{768A947B-E41E-418F-BEA9-99599E6C8BA8}" type="pres">
      <dgm:prSet presAssocID="{268E09D4-B195-4285-9E77-5AF03B259B78}" presName="hierChild5" presStyleCnt="0"/>
      <dgm:spPr/>
    </dgm:pt>
    <dgm:pt modelId="{DBA033BA-01C8-41E7-800C-12809D7AE54D}" type="pres">
      <dgm:prSet presAssocID="{22AAB52A-F50E-450E-A45B-AA76C6E60155}" presName="hierChild3" presStyleCnt="0"/>
      <dgm:spPr/>
    </dgm:pt>
  </dgm:ptLst>
  <dgm:cxnLst>
    <dgm:cxn modelId="{4980DE22-B267-4C11-B1D3-EC80588EEB2A}" type="presOf" srcId="{22AAB52A-F50E-450E-A45B-AA76C6E60155}" destId="{3FA227EC-8BC0-4A44-A0CC-B89ABC4C1C94}" srcOrd="0" destOrd="0" presId="urn:microsoft.com/office/officeart/2005/8/layout/orgChart1"/>
    <dgm:cxn modelId="{68118A2C-D2A6-4C64-994E-4174E6F81720}" type="presOf" srcId="{1C76DC10-B192-4CB8-BDD4-43D705326175}" destId="{152DB30B-0997-48AC-8E02-B305E6A174EA}" srcOrd="0" destOrd="0" presId="urn:microsoft.com/office/officeart/2005/8/layout/orgChart1"/>
    <dgm:cxn modelId="{5908CD35-1752-4C67-8B7D-1143B0E8A69D}" type="presOf" srcId="{1C76DC10-B192-4CB8-BDD4-43D705326175}" destId="{E2521828-141C-4DD9-A0FF-550F879D8B65}" srcOrd="1" destOrd="0" presId="urn:microsoft.com/office/officeart/2005/8/layout/orgChart1"/>
    <dgm:cxn modelId="{81EBAC3A-547B-45B5-A49A-D08B9BCC75A5}" type="presOf" srcId="{22AAB52A-F50E-450E-A45B-AA76C6E60155}" destId="{AE44DF56-DFB3-4900-878A-E14CA8B282E8}" srcOrd="1" destOrd="0" presId="urn:microsoft.com/office/officeart/2005/8/layout/orgChart1"/>
    <dgm:cxn modelId="{70047862-E536-4EB5-81B5-EB69BADEB528}" type="presOf" srcId="{9806DEA8-F325-4BC2-BE52-585E2948CFB3}" destId="{FC0D5DA3-7F08-40C9-A39B-512D9ACDB8BB}" srcOrd="0" destOrd="0" presId="urn:microsoft.com/office/officeart/2005/8/layout/orgChart1"/>
    <dgm:cxn modelId="{73DC4564-D8CA-4351-BD42-9CDA4BC9652E}" type="presOf" srcId="{98E64B81-CF24-49AB-A88A-228C9A8CA780}" destId="{B03F8991-B37D-408A-9625-60DA883D44C0}" srcOrd="0" destOrd="0" presId="urn:microsoft.com/office/officeart/2005/8/layout/orgChart1"/>
    <dgm:cxn modelId="{A468D481-5114-454A-91B9-307594B5C83E}" type="presOf" srcId="{59EB9DB8-C2C7-4E9C-A643-EC131CC992EF}" destId="{AC73FDA2-14F8-408F-A52A-4840282D65F4}" srcOrd="0" destOrd="0" presId="urn:microsoft.com/office/officeart/2005/8/layout/orgChart1"/>
    <dgm:cxn modelId="{97BA4E82-1DF1-49CD-8449-2C866F5884B1}" type="presOf" srcId="{9B6515FC-BAB6-49BD-B614-8D99B5FBDBDE}" destId="{3D4B3166-D277-4685-A587-00984310DE42}" srcOrd="0" destOrd="0" presId="urn:microsoft.com/office/officeart/2005/8/layout/orgChart1"/>
    <dgm:cxn modelId="{D63C4687-41DA-417B-AEAB-9498C0629360}" type="presOf" srcId="{268E09D4-B195-4285-9E77-5AF03B259B78}" destId="{9CAAEC64-6ADE-4DAC-BE74-9BCA6018D400}" srcOrd="0" destOrd="0" presId="urn:microsoft.com/office/officeart/2005/8/layout/orgChart1"/>
    <dgm:cxn modelId="{C8A5A78D-4810-49C4-A565-D8C316742346}" type="presOf" srcId="{8423AC5B-65BB-44BA-85C8-B8F2C1D799F9}" destId="{63AB99B0-52A9-4FD4-95B2-D1CDAD6E4D6C}" srcOrd="0" destOrd="0" presId="urn:microsoft.com/office/officeart/2005/8/layout/orgChart1"/>
    <dgm:cxn modelId="{06545A90-F444-4995-88D0-6C9194F7C598}" type="presOf" srcId="{268E09D4-B195-4285-9E77-5AF03B259B78}" destId="{94D5B0F4-9D2A-458E-9B88-FC8AAF20F7B6}" srcOrd="1" destOrd="0" presId="urn:microsoft.com/office/officeart/2005/8/layout/orgChart1"/>
    <dgm:cxn modelId="{AEC67096-20FC-480D-97F0-F2F564BD9E8A}" srcId="{9806DEA8-F325-4BC2-BE52-585E2948CFB3}" destId="{22AAB52A-F50E-450E-A45B-AA76C6E60155}" srcOrd="0" destOrd="0" parTransId="{111B3508-DF67-4D45-82A6-7B60B4D41864}" sibTransId="{773A98D1-1721-4740-BBBC-EE4ECE532058}"/>
    <dgm:cxn modelId="{829AFB9C-CD4D-43A4-ACAB-2B18E58F94CF}" srcId="{22AAB52A-F50E-450E-A45B-AA76C6E60155}" destId="{268E09D4-B195-4285-9E77-5AF03B259B78}" srcOrd="2" destOrd="0" parTransId="{59EB9DB8-C2C7-4E9C-A643-EC131CC992EF}" sibTransId="{4B1F4B06-695C-4128-B1E8-155DEDF8A7EB}"/>
    <dgm:cxn modelId="{49F84BCF-56D4-4716-881A-8D03E4FD0021}" srcId="{22AAB52A-F50E-450E-A45B-AA76C6E60155}" destId="{1C76DC10-B192-4CB8-BDD4-43D705326175}" srcOrd="1" destOrd="0" parTransId="{9B6515FC-BAB6-49BD-B614-8D99B5FBDBDE}" sibTransId="{0F91D73B-DCE4-4F8F-9696-95E8CA55567C}"/>
    <dgm:cxn modelId="{12752EE7-4C9A-4006-B2AE-B5551DF3FF82}" srcId="{22AAB52A-F50E-450E-A45B-AA76C6E60155}" destId="{8423AC5B-65BB-44BA-85C8-B8F2C1D799F9}" srcOrd="0" destOrd="0" parTransId="{98E64B81-CF24-49AB-A88A-228C9A8CA780}" sibTransId="{37318783-7077-401B-9007-0BCCE6BB03B7}"/>
    <dgm:cxn modelId="{5E2F3AF2-A54D-4897-B2E6-1006A060A057}" type="presOf" srcId="{8423AC5B-65BB-44BA-85C8-B8F2C1D799F9}" destId="{1F827E1E-DE28-4629-93A9-7862FAB5F676}" srcOrd="1" destOrd="0" presId="urn:microsoft.com/office/officeart/2005/8/layout/orgChart1"/>
    <dgm:cxn modelId="{D46C1C4E-0C25-4DEA-AF5F-3D648CEF7C1D}" type="presParOf" srcId="{FC0D5DA3-7F08-40C9-A39B-512D9ACDB8BB}" destId="{DA34FB34-63E9-406B-A490-45927B1109A9}" srcOrd="0" destOrd="0" presId="urn:microsoft.com/office/officeart/2005/8/layout/orgChart1"/>
    <dgm:cxn modelId="{0781410C-FFDB-42C3-8AE0-9BBAB6AF389C}" type="presParOf" srcId="{DA34FB34-63E9-406B-A490-45927B1109A9}" destId="{B073B9CB-EBBF-4A23-A822-498AF4BBF148}" srcOrd="0" destOrd="0" presId="urn:microsoft.com/office/officeart/2005/8/layout/orgChart1"/>
    <dgm:cxn modelId="{09AB6096-A5E4-4163-B510-A3F14DB60239}" type="presParOf" srcId="{B073B9CB-EBBF-4A23-A822-498AF4BBF148}" destId="{3FA227EC-8BC0-4A44-A0CC-B89ABC4C1C94}" srcOrd="0" destOrd="0" presId="urn:microsoft.com/office/officeart/2005/8/layout/orgChart1"/>
    <dgm:cxn modelId="{81273373-4F83-4724-8E58-C9BB6960E094}" type="presParOf" srcId="{B073B9CB-EBBF-4A23-A822-498AF4BBF148}" destId="{AE44DF56-DFB3-4900-878A-E14CA8B282E8}" srcOrd="1" destOrd="0" presId="urn:microsoft.com/office/officeart/2005/8/layout/orgChart1"/>
    <dgm:cxn modelId="{79E52ECF-0FD2-494E-96DA-2D114C51181C}" type="presParOf" srcId="{DA34FB34-63E9-406B-A490-45927B1109A9}" destId="{E917B82F-DC22-46B0-853E-B888484D366A}" srcOrd="1" destOrd="0" presId="urn:microsoft.com/office/officeart/2005/8/layout/orgChart1"/>
    <dgm:cxn modelId="{5ED3294B-8E4F-4CC0-8096-E23AAE297816}" type="presParOf" srcId="{E917B82F-DC22-46B0-853E-B888484D366A}" destId="{B03F8991-B37D-408A-9625-60DA883D44C0}" srcOrd="0" destOrd="0" presId="urn:microsoft.com/office/officeart/2005/8/layout/orgChart1"/>
    <dgm:cxn modelId="{567B9AAC-CD37-4D38-91E6-2230C07E134B}" type="presParOf" srcId="{E917B82F-DC22-46B0-853E-B888484D366A}" destId="{91965D30-99C4-47EB-964E-C2A7F6F1CDE7}" srcOrd="1" destOrd="0" presId="urn:microsoft.com/office/officeart/2005/8/layout/orgChart1"/>
    <dgm:cxn modelId="{84BE3F08-E58A-4C75-8349-DB71C9605C8A}" type="presParOf" srcId="{91965D30-99C4-47EB-964E-C2A7F6F1CDE7}" destId="{EFB01A80-46E4-4BD8-8088-D9D4E2FCD126}" srcOrd="0" destOrd="0" presId="urn:microsoft.com/office/officeart/2005/8/layout/orgChart1"/>
    <dgm:cxn modelId="{EA3961E0-7492-4F1E-B804-25FB4EF4A63F}" type="presParOf" srcId="{EFB01A80-46E4-4BD8-8088-D9D4E2FCD126}" destId="{63AB99B0-52A9-4FD4-95B2-D1CDAD6E4D6C}" srcOrd="0" destOrd="0" presId="urn:microsoft.com/office/officeart/2005/8/layout/orgChart1"/>
    <dgm:cxn modelId="{3B23DED4-7FD0-4B51-B6C7-038B43E93D4F}" type="presParOf" srcId="{EFB01A80-46E4-4BD8-8088-D9D4E2FCD126}" destId="{1F827E1E-DE28-4629-93A9-7862FAB5F676}" srcOrd="1" destOrd="0" presId="urn:microsoft.com/office/officeart/2005/8/layout/orgChart1"/>
    <dgm:cxn modelId="{F2C06DC4-6B28-42E7-B2EC-FBCA40EB8BC7}" type="presParOf" srcId="{91965D30-99C4-47EB-964E-C2A7F6F1CDE7}" destId="{BCDC7EB6-07A3-4F0D-B150-75C1404AAABB}" srcOrd="1" destOrd="0" presId="urn:microsoft.com/office/officeart/2005/8/layout/orgChart1"/>
    <dgm:cxn modelId="{51D60FB0-CFE6-4B45-A539-2AFDE2DD7895}" type="presParOf" srcId="{91965D30-99C4-47EB-964E-C2A7F6F1CDE7}" destId="{9827145C-FEEA-4ECA-8507-28613AB5980D}" srcOrd="2" destOrd="0" presId="urn:microsoft.com/office/officeart/2005/8/layout/orgChart1"/>
    <dgm:cxn modelId="{15EC7D89-1F0C-4BE2-A516-8C46F70331F2}" type="presParOf" srcId="{E917B82F-DC22-46B0-853E-B888484D366A}" destId="{3D4B3166-D277-4685-A587-00984310DE42}" srcOrd="2" destOrd="0" presId="urn:microsoft.com/office/officeart/2005/8/layout/orgChart1"/>
    <dgm:cxn modelId="{1D217BCF-83EE-4981-9FED-FF6CD8268CEC}" type="presParOf" srcId="{E917B82F-DC22-46B0-853E-B888484D366A}" destId="{4277993E-643A-44B6-B628-E62FD901BBEE}" srcOrd="3" destOrd="0" presId="urn:microsoft.com/office/officeart/2005/8/layout/orgChart1"/>
    <dgm:cxn modelId="{D4BD22DB-9B1C-43B3-8F2E-7C39C3379E18}" type="presParOf" srcId="{4277993E-643A-44B6-B628-E62FD901BBEE}" destId="{B4204682-EBBF-423A-A8C4-DCC9725E2DEE}" srcOrd="0" destOrd="0" presId="urn:microsoft.com/office/officeart/2005/8/layout/orgChart1"/>
    <dgm:cxn modelId="{9896229B-DCEE-47FC-A91B-2F699BBBFEF0}" type="presParOf" srcId="{B4204682-EBBF-423A-A8C4-DCC9725E2DEE}" destId="{152DB30B-0997-48AC-8E02-B305E6A174EA}" srcOrd="0" destOrd="0" presId="urn:microsoft.com/office/officeart/2005/8/layout/orgChart1"/>
    <dgm:cxn modelId="{42D8990D-4F47-40A3-B5FE-DF1A642BE576}" type="presParOf" srcId="{B4204682-EBBF-423A-A8C4-DCC9725E2DEE}" destId="{E2521828-141C-4DD9-A0FF-550F879D8B65}" srcOrd="1" destOrd="0" presId="urn:microsoft.com/office/officeart/2005/8/layout/orgChart1"/>
    <dgm:cxn modelId="{2DD9C1B3-FC74-452D-B46D-1C180EB347E3}" type="presParOf" srcId="{4277993E-643A-44B6-B628-E62FD901BBEE}" destId="{0E1C6699-2AE5-46DA-8767-F16B8DF94467}" srcOrd="1" destOrd="0" presId="urn:microsoft.com/office/officeart/2005/8/layout/orgChart1"/>
    <dgm:cxn modelId="{5C57C527-6FF8-41F1-A40B-E558E134C637}" type="presParOf" srcId="{4277993E-643A-44B6-B628-E62FD901BBEE}" destId="{D093C552-F2B3-4F1D-B77A-C18F5C8F8551}" srcOrd="2" destOrd="0" presId="urn:microsoft.com/office/officeart/2005/8/layout/orgChart1"/>
    <dgm:cxn modelId="{8BE26F46-8151-47FC-913E-DA49A0029ACE}" type="presParOf" srcId="{E917B82F-DC22-46B0-853E-B888484D366A}" destId="{AC73FDA2-14F8-408F-A52A-4840282D65F4}" srcOrd="4" destOrd="0" presId="urn:microsoft.com/office/officeart/2005/8/layout/orgChart1"/>
    <dgm:cxn modelId="{4017B551-30FD-422A-84FF-9CF831941BAC}" type="presParOf" srcId="{E917B82F-DC22-46B0-853E-B888484D366A}" destId="{E6BE0463-F71A-4C3D-B8A4-3E45757C3D76}" srcOrd="5" destOrd="0" presId="urn:microsoft.com/office/officeart/2005/8/layout/orgChart1"/>
    <dgm:cxn modelId="{29D4E932-849F-4703-81EA-FD7741DE8696}" type="presParOf" srcId="{E6BE0463-F71A-4C3D-B8A4-3E45757C3D76}" destId="{E95B49CA-2456-4C0C-A33C-0A5A67DFA6B5}" srcOrd="0" destOrd="0" presId="urn:microsoft.com/office/officeart/2005/8/layout/orgChart1"/>
    <dgm:cxn modelId="{88AC9E50-AD41-4650-9653-92C723D3899B}" type="presParOf" srcId="{E95B49CA-2456-4C0C-A33C-0A5A67DFA6B5}" destId="{9CAAEC64-6ADE-4DAC-BE74-9BCA6018D400}" srcOrd="0" destOrd="0" presId="urn:microsoft.com/office/officeart/2005/8/layout/orgChart1"/>
    <dgm:cxn modelId="{4C2AE156-E1AA-4EC6-A7CA-A62FE129EB55}" type="presParOf" srcId="{E95B49CA-2456-4C0C-A33C-0A5A67DFA6B5}" destId="{94D5B0F4-9D2A-458E-9B88-FC8AAF20F7B6}" srcOrd="1" destOrd="0" presId="urn:microsoft.com/office/officeart/2005/8/layout/orgChart1"/>
    <dgm:cxn modelId="{79A77EBA-0AD9-4389-8997-C5684B0A46A7}" type="presParOf" srcId="{E6BE0463-F71A-4C3D-B8A4-3E45757C3D76}" destId="{0C10DD0F-90CF-4DEB-AA67-F08B332467F1}" srcOrd="1" destOrd="0" presId="urn:microsoft.com/office/officeart/2005/8/layout/orgChart1"/>
    <dgm:cxn modelId="{AE8A6756-A1BD-401F-91DF-073456176E4C}" type="presParOf" srcId="{E6BE0463-F71A-4C3D-B8A4-3E45757C3D76}" destId="{768A947B-E41E-418F-BEA9-99599E6C8BA8}" srcOrd="2" destOrd="0" presId="urn:microsoft.com/office/officeart/2005/8/layout/orgChart1"/>
    <dgm:cxn modelId="{5426E794-2E1A-4CA6-A1AF-B6A52EE97074}" type="presParOf" srcId="{DA34FB34-63E9-406B-A490-45927B1109A9}" destId="{DBA033BA-01C8-41E7-800C-12809D7AE54D}"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3E24B07-8023-4E9F-8558-D5757EF64B7C}" type="doc">
      <dgm:prSet loTypeId="urn:microsoft.com/office/officeart/2005/8/layout/lProcess2" loCatId="relationship" qsTypeId="urn:microsoft.com/office/officeart/2005/8/quickstyle/simple1" qsCatId="simple" csTypeId="urn:microsoft.com/office/officeart/2005/8/colors/accent1_2" csCatId="accent1" phldr="1"/>
      <dgm:spPr/>
      <dgm:t>
        <a:bodyPr/>
        <a:lstStyle/>
        <a:p>
          <a:endParaRPr lang="en-US"/>
        </a:p>
      </dgm:t>
    </dgm:pt>
    <dgm:pt modelId="{0EDD2705-1EC9-49D2-AAF1-51B922F9F872}">
      <dgm:prSet phldrT="[Testo]" phldr="0"/>
      <dgm:spPr>
        <a:solidFill>
          <a:schemeClr val="bg1">
            <a:lumMod val="75000"/>
          </a:schemeClr>
        </a:solidFill>
      </dgm:spPr>
      <dgm:t>
        <a:bodyPr/>
        <a:lstStyle/>
        <a:p>
          <a:r>
            <a:rPr lang="en-US" noProof="0" dirty="0"/>
            <a:t>PROJECT COSTS</a:t>
          </a:r>
        </a:p>
      </dgm:t>
    </dgm:pt>
    <dgm:pt modelId="{FE291E26-70AA-430D-AD9A-677BC67532B2}" type="parTrans" cxnId="{6F9B7315-4C4D-4FE7-9BDF-24A5A860E09F}">
      <dgm:prSet/>
      <dgm:spPr/>
      <dgm:t>
        <a:bodyPr/>
        <a:lstStyle/>
        <a:p>
          <a:endParaRPr lang="en-US"/>
        </a:p>
      </dgm:t>
    </dgm:pt>
    <dgm:pt modelId="{0D203B44-E890-4582-A7AB-913F2DF9560B}" type="sibTrans" cxnId="{6F9B7315-4C4D-4FE7-9BDF-24A5A860E09F}">
      <dgm:prSet/>
      <dgm:spPr/>
      <dgm:t>
        <a:bodyPr/>
        <a:lstStyle/>
        <a:p>
          <a:endParaRPr lang="en-US"/>
        </a:p>
      </dgm:t>
    </dgm:pt>
    <dgm:pt modelId="{40247257-1661-41DF-BC3F-06F46A6295A5}">
      <dgm:prSet phldrT="[Testo]" phldr="0" custT="1"/>
      <dgm:spPr>
        <a:solidFill>
          <a:srgbClr val="FFFFFF"/>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gm:t>
    </dgm:pt>
    <dgm:pt modelId="{3A7275C9-712F-4B17-AFF6-999AA376CDC3}" type="parTrans" cxnId="{77C89C14-F95F-4C23-AC9D-A823EDE879A1}">
      <dgm:prSet/>
      <dgm:spPr/>
      <dgm:t>
        <a:bodyPr/>
        <a:lstStyle/>
        <a:p>
          <a:endParaRPr lang="en-US"/>
        </a:p>
      </dgm:t>
    </dgm:pt>
    <dgm:pt modelId="{4028B860-EC01-437C-B432-329C9508DDD3}" type="sibTrans" cxnId="{77C89C14-F95F-4C23-AC9D-A823EDE879A1}">
      <dgm:prSet/>
      <dgm:spPr/>
      <dgm:t>
        <a:bodyPr/>
        <a:lstStyle/>
        <a:p>
          <a:endParaRPr lang="en-US"/>
        </a:p>
      </dgm:t>
    </dgm:pt>
    <dgm:pt modelId="{B7CD8660-A82F-447D-981C-5B2CDD5A8369}">
      <dgm:prSet phldrT="[Testo]" phldr="0"/>
      <dgm:spPr>
        <a:solidFill>
          <a:schemeClr val="bg1"/>
        </a:solidFill>
      </dgm:spPr>
      <dgm:t>
        <a:bodyPr/>
        <a:lstStyle/>
        <a:p>
          <a:r>
            <a:rPr lang="en-US" noProof="0" dirty="0"/>
            <a:t>PROJECT BENEFITS</a:t>
          </a:r>
        </a:p>
      </dgm:t>
    </dgm:pt>
    <dgm:pt modelId="{DA0ADC67-94DA-47B4-925C-34E9536CB64E}" type="parTrans" cxnId="{73156E65-F5A1-41F7-9BD2-1D4703F0A086}">
      <dgm:prSet/>
      <dgm:spPr/>
      <dgm:t>
        <a:bodyPr/>
        <a:lstStyle/>
        <a:p>
          <a:endParaRPr lang="en-US"/>
        </a:p>
      </dgm:t>
    </dgm:pt>
    <dgm:pt modelId="{3C044498-3F6D-402D-9762-6023A330B361}" type="sibTrans" cxnId="{73156E65-F5A1-41F7-9BD2-1D4703F0A086}">
      <dgm:prSet/>
      <dgm:spPr/>
      <dgm:t>
        <a:bodyPr/>
        <a:lstStyle/>
        <a:p>
          <a:endParaRPr lang="en-US"/>
        </a:p>
      </dgm:t>
    </dgm:pt>
    <dgm:pt modelId="{70BD055E-0DFC-4950-B235-7DC159BBCEB6}">
      <dgm:prSet phldrT="[Testo]" phldr="0"/>
      <dgm:spPr>
        <a:solidFill>
          <a:schemeClr val="bg1"/>
        </a:solidFill>
        <a:ln>
          <a:solidFill>
            <a:schemeClr val="tx1"/>
          </a:solidFill>
        </a:ln>
      </dgm:spPr>
      <dgm:t>
        <a:bodyPr/>
        <a:lstStyle/>
        <a:p>
          <a:r>
            <a:rPr lang="en-US" noProof="0" dirty="0">
              <a:solidFill>
                <a:schemeClr val="tx1"/>
              </a:solidFill>
            </a:rPr>
            <a:t>MANAGEMENT VALUE</a:t>
          </a:r>
        </a:p>
      </dgm:t>
    </dgm:pt>
    <dgm:pt modelId="{0734A025-155A-4DF3-9FD4-45839BB17D47}" type="parTrans" cxnId="{E59AF15B-0B55-4647-99A8-BE933C316641}">
      <dgm:prSet/>
      <dgm:spPr/>
      <dgm:t>
        <a:bodyPr/>
        <a:lstStyle/>
        <a:p>
          <a:endParaRPr lang="en-US"/>
        </a:p>
      </dgm:t>
    </dgm:pt>
    <dgm:pt modelId="{4DBD1A0B-50A9-4AA5-BCD1-B3697DD249F2}" type="sibTrans" cxnId="{E59AF15B-0B55-4647-99A8-BE933C316641}">
      <dgm:prSet/>
      <dgm:spPr/>
      <dgm:t>
        <a:bodyPr/>
        <a:lstStyle/>
        <a:p>
          <a:endParaRPr lang="en-US"/>
        </a:p>
      </dgm:t>
    </dgm:pt>
    <dgm:pt modelId="{BC73DC96-EFBB-441A-8E7E-3B8F200AC53F}">
      <dgm:prSet phldrT="[Testo]" phldr="0"/>
      <dgm:spPr>
        <a:solidFill>
          <a:schemeClr val="bg1"/>
        </a:solidFill>
      </dgm:spPr>
      <dgm:t>
        <a:bodyPr/>
        <a:lstStyle/>
        <a:p>
          <a:r>
            <a:rPr lang="en-US" noProof="0" dirty="0"/>
            <a:t>PROJECT VALUE </a:t>
          </a:r>
        </a:p>
      </dgm:t>
    </dgm:pt>
    <dgm:pt modelId="{4B5681AE-F226-4F2E-AFE0-9E18D323D105}" type="parTrans" cxnId="{99565E4D-276A-47CC-9B4B-6B89C1CBD94F}">
      <dgm:prSet/>
      <dgm:spPr/>
      <dgm:t>
        <a:bodyPr/>
        <a:lstStyle/>
        <a:p>
          <a:endParaRPr lang="en-US"/>
        </a:p>
      </dgm:t>
    </dgm:pt>
    <dgm:pt modelId="{FA16ACC7-ED9B-4BC1-8373-51F1B367EC62}" type="sibTrans" cxnId="{99565E4D-276A-47CC-9B4B-6B89C1CBD94F}">
      <dgm:prSet/>
      <dgm:spPr/>
      <dgm:t>
        <a:bodyPr/>
        <a:lstStyle/>
        <a:p>
          <a:endParaRPr lang="en-US"/>
        </a:p>
      </dgm:t>
    </dgm:pt>
    <dgm:pt modelId="{7040C883-EDB3-4AAE-AB28-202EE2F51F55}">
      <dgm:prSet phldrT="[Testo]" phldr="0"/>
      <dgm:spPr>
        <a:solidFill>
          <a:schemeClr val="bg1"/>
        </a:solidFill>
        <a:ln>
          <a:solidFill>
            <a:schemeClr val="tx1"/>
          </a:solidFill>
        </a:ln>
      </dgm:spPr>
      <dgm:t>
        <a:bodyPr/>
        <a:lstStyle/>
        <a:p>
          <a:r>
            <a:rPr lang="en-US" noProof="0" dirty="0">
              <a:solidFill>
                <a:schemeClr val="tx1"/>
              </a:solidFill>
            </a:rPr>
            <a:t>FINANCIAL APPROACH</a:t>
          </a:r>
        </a:p>
      </dgm:t>
    </dgm:pt>
    <dgm:pt modelId="{6DC40519-C77F-4FE6-A052-A43989E415E0}" type="parTrans" cxnId="{8A729E58-D6AF-4B4B-B526-57F6452B5D70}">
      <dgm:prSet/>
      <dgm:spPr/>
      <dgm:t>
        <a:bodyPr/>
        <a:lstStyle/>
        <a:p>
          <a:endParaRPr lang="en-US"/>
        </a:p>
      </dgm:t>
    </dgm:pt>
    <dgm:pt modelId="{EF272F0E-8723-4BDB-82EF-6563D24EBF72}" type="sibTrans" cxnId="{8A729E58-D6AF-4B4B-B526-57F6452B5D70}">
      <dgm:prSet/>
      <dgm:spPr/>
      <dgm:t>
        <a:bodyPr/>
        <a:lstStyle/>
        <a:p>
          <a:endParaRPr lang="en-US"/>
        </a:p>
      </dgm:t>
    </dgm:pt>
    <dgm:pt modelId="{2FDF8BA5-1F79-43D5-82D8-297F548F3542}">
      <dgm:prSet phldrT="[Testo]" phldr="0"/>
      <dgm:spPr>
        <a:solidFill>
          <a:schemeClr val="bg1"/>
        </a:solidFill>
        <a:ln>
          <a:solidFill>
            <a:schemeClr val="tx1"/>
          </a:solidFill>
        </a:ln>
      </dgm:spPr>
      <dgm:t>
        <a:bodyPr/>
        <a:lstStyle/>
        <a:p>
          <a:r>
            <a:rPr lang="en-US" noProof="0" dirty="0">
              <a:solidFill>
                <a:schemeClr val="tx1"/>
              </a:solidFill>
            </a:rPr>
            <a:t>INFRASTRUCTURE</a:t>
          </a:r>
        </a:p>
      </dgm:t>
    </dgm:pt>
    <dgm:pt modelId="{C9CE1DAB-9AB3-43AA-B607-9893A42F86F7}" type="parTrans" cxnId="{F6BFC237-7436-498A-93BD-73510B631561}">
      <dgm:prSet/>
      <dgm:spPr/>
      <dgm:t>
        <a:bodyPr/>
        <a:lstStyle/>
        <a:p>
          <a:endParaRPr lang="en-US"/>
        </a:p>
      </dgm:t>
    </dgm:pt>
    <dgm:pt modelId="{ACDBB275-B531-41A6-9E60-709957573E9F}" type="sibTrans" cxnId="{F6BFC237-7436-498A-93BD-73510B631561}">
      <dgm:prSet/>
      <dgm:spPr/>
      <dgm:t>
        <a:bodyPr/>
        <a:lstStyle/>
        <a:p>
          <a:endParaRPr lang="en-US"/>
        </a:p>
      </dgm:t>
    </dgm:pt>
    <dgm:pt modelId="{6BEBF612-AC28-4281-829A-886742483343}">
      <dgm:prSet phldrT="[Testo]" phldr="0" custT="1"/>
      <dgm:spPr>
        <a:solidFill>
          <a:schemeClr val="bg1"/>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BUSINESS</a:t>
          </a:r>
        </a:p>
      </dgm:t>
    </dgm:pt>
    <dgm:pt modelId="{E18DC705-3A47-4D42-9974-13148F5BDD9B}" type="parTrans" cxnId="{BA000ECF-19AD-4366-85A9-411D81A739F5}">
      <dgm:prSet/>
      <dgm:spPr/>
      <dgm:t>
        <a:bodyPr/>
        <a:lstStyle/>
        <a:p>
          <a:endParaRPr lang="en-US"/>
        </a:p>
      </dgm:t>
    </dgm:pt>
    <dgm:pt modelId="{2AD56649-164C-4A93-9FB5-2F6E05D7EA3D}" type="sibTrans" cxnId="{BA000ECF-19AD-4366-85A9-411D81A739F5}">
      <dgm:prSet/>
      <dgm:spPr/>
      <dgm:t>
        <a:bodyPr/>
        <a:lstStyle/>
        <a:p>
          <a:endParaRPr lang="en-US"/>
        </a:p>
      </dgm:t>
    </dgm:pt>
    <dgm:pt modelId="{32370EA5-817D-41DE-9EF3-C264A87731CF}">
      <dgm:prSet phldrT="[Testo]" phldr="0"/>
      <dgm:spPr>
        <a:solidFill>
          <a:schemeClr val="bg1"/>
        </a:solidFill>
        <a:ln>
          <a:solidFill>
            <a:schemeClr val="tx1"/>
          </a:solidFill>
        </a:ln>
      </dgm:spPr>
      <dgm:t>
        <a:bodyPr/>
        <a:lstStyle/>
        <a:p>
          <a:r>
            <a:rPr lang="en-US" noProof="0" dirty="0">
              <a:solidFill>
                <a:schemeClr val="tx1"/>
              </a:solidFill>
            </a:rPr>
            <a:t>SOCIAL VALUE </a:t>
          </a:r>
        </a:p>
      </dgm:t>
    </dgm:pt>
    <dgm:pt modelId="{03A3A5FA-FFB8-46C3-96DE-56DAE975EDE7}" type="parTrans" cxnId="{70F13194-7A6E-486B-8360-890B448C8894}">
      <dgm:prSet/>
      <dgm:spPr/>
      <dgm:t>
        <a:bodyPr/>
        <a:lstStyle/>
        <a:p>
          <a:endParaRPr lang="en-US"/>
        </a:p>
      </dgm:t>
    </dgm:pt>
    <dgm:pt modelId="{419AECF9-1D06-4331-B260-344434C0B86D}" type="sibTrans" cxnId="{70F13194-7A6E-486B-8360-890B448C8894}">
      <dgm:prSet/>
      <dgm:spPr/>
      <dgm:t>
        <a:bodyPr/>
        <a:lstStyle/>
        <a:p>
          <a:endParaRPr lang="en-US"/>
        </a:p>
      </dgm:t>
    </dgm:pt>
    <dgm:pt modelId="{A909BAB4-7AB8-4F4A-A1BE-80F5C9707911}">
      <dgm:prSet phldrT="[Testo]" phldr="0"/>
      <dgm:spPr>
        <a:solidFill>
          <a:schemeClr val="bg1"/>
        </a:solidFill>
        <a:ln>
          <a:solidFill>
            <a:schemeClr val="tx1"/>
          </a:solidFill>
        </a:ln>
      </dgm:spPr>
      <dgm:t>
        <a:bodyPr/>
        <a:lstStyle/>
        <a:p>
          <a:r>
            <a:rPr lang="en-US" noProof="0" dirty="0">
              <a:solidFill>
                <a:schemeClr val="tx1"/>
              </a:solidFill>
            </a:rPr>
            <a:t>NET VALUE  APPROACH</a:t>
          </a:r>
        </a:p>
      </dgm:t>
    </dgm:pt>
    <dgm:pt modelId="{DB376E9E-0E54-483E-A0F9-96AB57DD8516}" type="parTrans" cxnId="{ACE6CAFE-F973-4697-A143-0402581DA6E3}">
      <dgm:prSet/>
      <dgm:spPr/>
      <dgm:t>
        <a:bodyPr/>
        <a:lstStyle/>
        <a:p>
          <a:endParaRPr lang="en-US"/>
        </a:p>
      </dgm:t>
    </dgm:pt>
    <dgm:pt modelId="{F5DD361B-132E-4A4F-8124-20C0CB155A00}" type="sibTrans" cxnId="{ACE6CAFE-F973-4697-A143-0402581DA6E3}">
      <dgm:prSet/>
      <dgm:spPr/>
      <dgm:t>
        <a:bodyPr/>
        <a:lstStyle/>
        <a:p>
          <a:endParaRPr lang="en-US"/>
        </a:p>
      </dgm:t>
    </dgm:pt>
    <dgm:pt modelId="{EF9FD828-A0BF-43F8-ABC7-E1EE24F07C42}">
      <dgm:prSet phldrT="[Testo]" phldr="0"/>
      <dgm:spPr>
        <a:solidFill>
          <a:schemeClr val="bg1"/>
        </a:solidFill>
      </dgm:spPr>
      <dgm:t>
        <a:bodyPr/>
        <a:lstStyle/>
        <a:p>
          <a:r>
            <a:rPr lang="en-US" noProof="0" dirty="0"/>
            <a:t>OPERATIONS  COST</a:t>
          </a:r>
        </a:p>
      </dgm:t>
    </dgm:pt>
    <dgm:pt modelId="{8B46DBB5-BE20-452E-BDAC-57B4248B579B}" type="parTrans" cxnId="{2E5A4064-7A8A-4182-955A-A7A098843B57}">
      <dgm:prSet/>
      <dgm:spPr/>
      <dgm:t>
        <a:bodyPr/>
        <a:lstStyle/>
        <a:p>
          <a:endParaRPr lang="en-US"/>
        </a:p>
      </dgm:t>
    </dgm:pt>
    <dgm:pt modelId="{357BE1D7-3472-4631-83A3-EAA12DA32F6B}" type="sibTrans" cxnId="{2E5A4064-7A8A-4182-955A-A7A098843B57}">
      <dgm:prSet/>
      <dgm:spPr/>
      <dgm:t>
        <a:bodyPr/>
        <a:lstStyle/>
        <a:p>
          <a:endParaRPr lang="en-US"/>
        </a:p>
      </dgm:t>
    </dgm:pt>
    <dgm:pt modelId="{9E4CCB87-75A5-457C-BDC5-A8C25CF38D41}">
      <dgm:prSet phldrT="[Testo]" phldr="0"/>
      <dgm:spPr>
        <a:solidFill>
          <a:schemeClr val="bg1"/>
        </a:solidFill>
        <a:ln>
          <a:solidFill>
            <a:schemeClr val="tx1"/>
          </a:solidFill>
        </a:ln>
      </dgm:spPr>
      <dgm:t>
        <a:bodyPr/>
        <a:lstStyle/>
        <a:p>
          <a:r>
            <a:rPr lang="en-US" noProof="0" dirty="0">
              <a:solidFill>
                <a:schemeClr val="tx1"/>
              </a:solidFill>
            </a:rPr>
            <a:t>OPERATIONS </a:t>
          </a:r>
        </a:p>
      </dgm:t>
    </dgm:pt>
    <dgm:pt modelId="{85509985-5007-4FCE-9F75-D55B68BD8068}" type="parTrans" cxnId="{2DD90791-3D65-4AA1-8474-506804C48981}">
      <dgm:prSet/>
      <dgm:spPr/>
      <dgm:t>
        <a:bodyPr/>
        <a:lstStyle/>
        <a:p>
          <a:endParaRPr lang="en-US"/>
        </a:p>
      </dgm:t>
    </dgm:pt>
    <dgm:pt modelId="{058D0969-B357-4198-95D8-1AC0533908A3}" type="sibTrans" cxnId="{2DD90791-3D65-4AA1-8474-506804C48981}">
      <dgm:prSet/>
      <dgm:spPr/>
      <dgm:t>
        <a:bodyPr/>
        <a:lstStyle/>
        <a:p>
          <a:endParaRPr lang="en-US"/>
        </a:p>
      </dgm:t>
    </dgm:pt>
    <dgm:pt modelId="{2A5A9D7D-EC81-4243-B2DB-B59409C9188E}">
      <dgm:prSet phldrT="[Testo]" phldr="0"/>
      <dgm:spPr>
        <a:solidFill>
          <a:schemeClr val="bg1"/>
        </a:solidFill>
        <a:ln>
          <a:solidFill>
            <a:schemeClr val="tx1"/>
          </a:solidFill>
        </a:ln>
      </dgm:spPr>
      <dgm:t>
        <a:bodyPr/>
        <a:lstStyle/>
        <a:p>
          <a:r>
            <a:rPr lang="en-US" noProof="0" dirty="0">
              <a:solidFill>
                <a:schemeClr val="tx1"/>
              </a:solidFill>
            </a:rPr>
            <a:t>SYSTEM MAINTENANCE</a:t>
          </a:r>
        </a:p>
      </dgm:t>
    </dgm:pt>
    <dgm:pt modelId="{A3DFFE29-340B-45DD-93E2-C4C160A6ECE2}" type="parTrans" cxnId="{F3384004-0B11-45D4-B1A7-3D5F77CBD021}">
      <dgm:prSet/>
      <dgm:spPr/>
      <dgm:t>
        <a:bodyPr/>
        <a:lstStyle/>
        <a:p>
          <a:endParaRPr lang="en-US"/>
        </a:p>
      </dgm:t>
    </dgm:pt>
    <dgm:pt modelId="{59C58EB6-548D-4BBE-AAF9-BE2D22F36DCC}" type="sibTrans" cxnId="{F3384004-0B11-45D4-B1A7-3D5F77CBD021}">
      <dgm:prSet/>
      <dgm:spPr/>
      <dgm:t>
        <a:bodyPr/>
        <a:lstStyle/>
        <a:p>
          <a:endParaRPr lang="en-US"/>
        </a:p>
      </dgm:t>
    </dgm:pt>
    <dgm:pt modelId="{944D230F-885C-4C2C-883B-B26B072B3C92}">
      <dgm:prSet phldrT="[Testo]" phldr="0" custT="1"/>
      <dgm:spPr>
        <a:solidFill>
          <a:srgbClr val="FFC000"/>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pPr>
          <a:r>
            <a:rPr lang="en-US" sz="1300" kern="1200" noProof="0" dirty="0">
              <a:solidFill>
                <a:schemeClr val="tx1"/>
              </a:solidFill>
            </a:rPr>
            <a:t>PROJECT </a:t>
          </a:r>
          <a:r>
            <a:rPr lang="en-US" sz="1300" kern="1200" noProof="0" dirty="0">
              <a:solidFill>
                <a:srgbClr val="000000"/>
              </a:solidFill>
              <a:latin typeface="Times New Roman"/>
              <a:ea typeface="+mn-ea"/>
              <a:cs typeface="+mn-cs"/>
            </a:rPr>
            <a:t>MANAGEMENT</a:t>
          </a:r>
        </a:p>
      </dgm:t>
    </dgm:pt>
    <dgm:pt modelId="{BAA1D853-D4AC-4794-B559-35C41BEBCEFB}" type="parTrans" cxnId="{AD76E3E3-8D0F-4B4D-83EC-ADD2766FC2C6}">
      <dgm:prSet/>
      <dgm:spPr/>
      <dgm:t>
        <a:bodyPr/>
        <a:lstStyle/>
        <a:p>
          <a:endParaRPr lang="en-US"/>
        </a:p>
      </dgm:t>
    </dgm:pt>
    <dgm:pt modelId="{39AE1990-0EFA-4B55-AFF1-B7C7226C2490}" type="sibTrans" cxnId="{AD76E3E3-8D0F-4B4D-83EC-ADD2766FC2C6}">
      <dgm:prSet/>
      <dgm:spPr/>
      <dgm:t>
        <a:bodyPr/>
        <a:lstStyle/>
        <a:p>
          <a:endParaRPr lang="en-US"/>
        </a:p>
      </dgm:t>
    </dgm:pt>
    <dgm:pt modelId="{BA390A89-3D79-49A6-9BF0-599801F084EB}" type="pres">
      <dgm:prSet presAssocID="{63E24B07-8023-4E9F-8558-D5757EF64B7C}" presName="theList" presStyleCnt="0">
        <dgm:presLayoutVars>
          <dgm:dir/>
          <dgm:animLvl val="lvl"/>
          <dgm:resizeHandles val="exact"/>
        </dgm:presLayoutVars>
      </dgm:prSet>
      <dgm:spPr/>
    </dgm:pt>
    <dgm:pt modelId="{DADCEE8B-376B-4586-A9E1-AAC7290F1D12}" type="pres">
      <dgm:prSet presAssocID="{0EDD2705-1EC9-49D2-AAF1-51B922F9F872}" presName="compNode" presStyleCnt="0"/>
      <dgm:spPr/>
    </dgm:pt>
    <dgm:pt modelId="{8FABB9F9-868F-4D56-8A81-F1E0BA42E601}" type="pres">
      <dgm:prSet presAssocID="{0EDD2705-1EC9-49D2-AAF1-51B922F9F872}" presName="aNode" presStyleLbl="bgShp" presStyleIdx="0" presStyleCnt="4"/>
      <dgm:spPr/>
    </dgm:pt>
    <dgm:pt modelId="{7F9BE9A7-F9C4-49E1-9574-99360BA807BE}" type="pres">
      <dgm:prSet presAssocID="{0EDD2705-1EC9-49D2-AAF1-51B922F9F872}" presName="textNode" presStyleLbl="bgShp" presStyleIdx="0" presStyleCnt="4"/>
      <dgm:spPr/>
    </dgm:pt>
    <dgm:pt modelId="{C1658941-B58C-4ADE-9588-815AE090FC7A}" type="pres">
      <dgm:prSet presAssocID="{0EDD2705-1EC9-49D2-AAF1-51B922F9F872}" presName="compChildNode" presStyleCnt="0"/>
      <dgm:spPr/>
    </dgm:pt>
    <dgm:pt modelId="{233FCEB1-6038-4072-B22C-BCD213C74D4D}" type="pres">
      <dgm:prSet presAssocID="{0EDD2705-1EC9-49D2-AAF1-51B922F9F872}" presName="theInnerList" presStyleCnt="0"/>
      <dgm:spPr/>
    </dgm:pt>
    <dgm:pt modelId="{91100A64-139A-4AC1-91C1-2699AF28B01F}" type="pres">
      <dgm:prSet presAssocID="{40247257-1661-41DF-BC3F-06F46A6295A5}" presName="childNode" presStyleLbl="node1" presStyleIdx="0" presStyleCnt="10">
        <dgm:presLayoutVars>
          <dgm:bulletEnabled val="1"/>
        </dgm:presLayoutVars>
      </dgm:prSet>
      <dgm:spPr>
        <a:xfrm>
          <a:off x="201226" y="1371990"/>
          <a:ext cx="1593569" cy="898214"/>
        </a:xfrm>
        <a:prstGeom prst="roundRect">
          <a:avLst>
            <a:gd name="adj" fmla="val 10000"/>
          </a:avLst>
        </a:prstGeom>
      </dgm:spPr>
    </dgm:pt>
    <dgm:pt modelId="{B8851E19-C2AB-43F3-A733-9922ED89E360}" type="pres">
      <dgm:prSet presAssocID="{40247257-1661-41DF-BC3F-06F46A6295A5}" presName="aSpace2" presStyleCnt="0"/>
      <dgm:spPr/>
    </dgm:pt>
    <dgm:pt modelId="{7EBF8282-17D2-438B-95FF-BAC2AE4F3FBC}" type="pres">
      <dgm:prSet presAssocID="{2FDF8BA5-1F79-43D5-82D8-297F548F3542}" presName="childNode" presStyleLbl="node1" presStyleIdx="1" presStyleCnt="10">
        <dgm:presLayoutVars>
          <dgm:bulletEnabled val="1"/>
        </dgm:presLayoutVars>
      </dgm:prSet>
      <dgm:spPr/>
    </dgm:pt>
    <dgm:pt modelId="{A069312A-67CC-45AA-BFE6-2053F852EE2C}" type="pres">
      <dgm:prSet presAssocID="{2FDF8BA5-1F79-43D5-82D8-297F548F3542}" presName="aSpace2" presStyleCnt="0"/>
      <dgm:spPr/>
    </dgm:pt>
    <dgm:pt modelId="{BA4E3C7D-B958-47BE-A1E4-9388CD7AE2AB}" type="pres">
      <dgm:prSet presAssocID="{6BEBF612-AC28-4281-829A-886742483343}" presName="childNode" presStyleLbl="node1" presStyleIdx="2" presStyleCnt="10">
        <dgm:presLayoutVars>
          <dgm:bulletEnabled val="1"/>
        </dgm:presLayoutVars>
      </dgm:prSet>
      <dgm:spPr>
        <a:xfrm>
          <a:off x="201226" y="3444794"/>
          <a:ext cx="1593569" cy="898214"/>
        </a:xfrm>
        <a:prstGeom prst="roundRect">
          <a:avLst>
            <a:gd name="adj" fmla="val 10000"/>
          </a:avLst>
        </a:prstGeom>
      </dgm:spPr>
    </dgm:pt>
    <dgm:pt modelId="{8B11A58F-1410-44BA-AB45-2A3E9FB205E5}" type="pres">
      <dgm:prSet presAssocID="{6BEBF612-AC28-4281-829A-886742483343}" presName="aSpace2" presStyleCnt="0"/>
      <dgm:spPr/>
    </dgm:pt>
    <dgm:pt modelId="{F4E26588-D736-40F0-ABCF-AD950B9DBBE2}" type="pres">
      <dgm:prSet presAssocID="{944D230F-885C-4C2C-883B-B26B072B3C92}" presName="childNode" presStyleLbl="node1" presStyleIdx="3" presStyleCnt="10">
        <dgm:presLayoutVars>
          <dgm:bulletEnabled val="1"/>
        </dgm:presLayoutVars>
      </dgm:prSet>
      <dgm:spPr>
        <a:xfrm>
          <a:off x="201226" y="3677245"/>
          <a:ext cx="1593569" cy="666043"/>
        </a:xfrm>
        <a:prstGeom prst="roundRect">
          <a:avLst>
            <a:gd name="adj" fmla="val 10000"/>
          </a:avLst>
        </a:prstGeom>
      </dgm:spPr>
    </dgm:pt>
    <dgm:pt modelId="{71044B30-3AC2-445D-B936-F7903BC3D17D}" type="pres">
      <dgm:prSet presAssocID="{0EDD2705-1EC9-49D2-AAF1-51B922F9F872}" presName="aSpace" presStyleCnt="0"/>
      <dgm:spPr/>
    </dgm:pt>
    <dgm:pt modelId="{8E3DC331-CA4C-4438-976B-785F3287BD1D}" type="pres">
      <dgm:prSet presAssocID="{EF9FD828-A0BF-43F8-ABC7-E1EE24F07C42}" presName="compNode" presStyleCnt="0"/>
      <dgm:spPr/>
    </dgm:pt>
    <dgm:pt modelId="{E7DCD616-0639-48DE-9F93-B45AC0464A57}" type="pres">
      <dgm:prSet presAssocID="{EF9FD828-A0BF-43F8-ABC7-E1EE24F07C42}" presName="aNode" presStyleLbl="bgShp" presStyleIdx="1" presStyleCnt="4"/>
      <dgm:spPr/>
    </dgm:pt>
    <dgm:pt modelId="{5C2C466B-9D60-484B-9786-695675F7A92E}" type="pres">
      <dgm:prSet presAssocID="{EF9FD828-A0BF-43F8-ABC7-E1EE24F07C42}" presName="textNode" presStyleLbl="bgShp" presStyleIdx="1" presStyleCnt="4"/>
      <dgm:spPr/>
    </dgm:pt>
    <dgm:pt modelId="{685AE8C4-BA1D-438B-87FE-1425489EFA29}" type="pres">
      <dgm:prSet presAssocID="{EF9FD828-A0BF-43F8-ABC7-E1EE24F07C42}" presName="compChildNode" presStyleCnt="0"/>
      <dgm:spPr/>
    </dgm:pt>
    <dgm:pt modelId="{EFCF8995-AB51-40BF-9AFE-61D45508CDB7}" type="pres">
      <dgm:prSet presAssocID="{EF9FD828-A0BF-43F8-ABC7-E1EE24F07C42}" presName="theInnerList" presStyleCnt="0"/>
      <dgm:spPr/>
    </dgm:pt>
    <dgm:pt modelId="{0330B109-69E3-46F3-9D83-10671A7EBE70}" type="pres">
      <dgm:prSet presAssocID="{9E4CCB87-75A5-457C-BDC5-A8C25CF38D41}" presName="childNode" presStyleLbl="node1" presStyleIdx="4" presStyleCnt="10">
        <dgm:presLayoutVars>
          <dgm:bulletEnabled val="1"/>
        </dgm:presLayoutVars>
      </dgm:prSet>
      <dgm:spPr/>
    </dgm:pt>
    <dgm:pt modelId="{BCD2FFD0-E01F-4FE1-B85E-CD1F2FB6B95D}" type="pres">
      <dgm:prSet presAssocID="{9E4CCB87-75A5-457C-BDC5-A8C25CF38D41}" presName="aSpace2" presStyleCnt="0"/>
      <dgm:spPr/>
    </dgm:pt>
    <dgm:pt modelId="{68301150-8C06-4D05-AE88-8E675490E167}" type="pres">
      <dgm:prSet presAssocID="{2A5A9D7D-EC81-4243-B2DB-B59409C9188E}" presName="childNode" presStyleLbl="node1" presStyleIdx="5" presStyleCnt="10">
        <dgm:presLayoutVars>
          <dgm:bulletEnabled val="1"/>
        </dgm:presLayoutVars>
      </dgm:prSet>
      <dgm:spPr/>
    </dgm:pt>
    <dgm:pt modelId="{F22594D1-FE25-4683-B459-4ADAA993861D}" type="pres">
      <dgm:prSet presAssocID="{EF9FD828-A0BF-43F8-ABC7-E1EE24F07C42}" presName="aSpace" presStyleCnt="0"/>
      <dgm:spPr/>
    </dgm:pt>
    <dgm:pt modelId="{8278D786-3C1D-405E-B26F-3F37CDDEB2D0}" type="pres">
      <dgm:prSet presAssocID="{B7CD8660-A82F-447D-981C-5B2CDD5A8369}" presName="compNode" presStyleCnt="0"/>
      <dgm:spPr/>
    </dgm:pt>
    <dgm:pt modelId="{5CC9F1A6-8682-4B7D-8924-5FD7B0F2E6E3}" type="pres">
      <dgm:prSet presAssocID="{B7CD8660-A82F-447D-981C-5B2CDD5A8369}" presName="aNode" presStyleLbl="bgShp" presStyleIdx="2" presStyleCnt="4"/>
      <dgm:spPr/>
    </dgm:pt>
    <dgm:pt modelId="{78297440-850E-4E7D-A73C-3BDBF8A885A3}" type="pres">
      <dgm:prSet presAssocID="{B7CD8660-A82F-447D-981C-5B2CDD5A8369}" presName="textNode" presStyleLbl="bgShp" presStyleIdx="2" presStyleCnt="4"/>
      <dgm:spPr/>
    </dgm:pt>
    <dgm:pt modelId="{306CF67D-F783-4135-89F8-E25852A317F1}" type="pres">
      <dgm:prSet presAssocID="{B7CD8660-A82F-447D-981C-5B2CDD5A8369}" presName="compChildNode" presStyleCnt="0"/>
      <dgm:spPr/>
    </dgm:pt>
    <dgm:pt modelId="{A869A60F-442C-4381-9B8B-FE1F58AE1EAE}" type="pres">
      <dgm:prSet presAssocID="{B7CD8660-A82F-447D-981C-5B2CDD5A8369}" presName="theInnerList" presStyleCnt="0"/>
      <dgm:spPr/>
    </dgm:pt>
    <dgm:pt modelId="{C9B82C22-048B-44CC-93D4-E3DD9EDD135B}" type="pres">
      <dgm:prSet presAssocID="{70BD055E-0DFC-4950-B235-7DC159BBCEB6}" presName="childNode" presStyleLbl="node1" presStyleIdx="6" presStyleCnt="10">
        <dgm:presLayoutVars>
          <dgm:bulletEnabled val="1"/>
        </dgm:presLayoutVars>
      </dgm:prSet>
      <dgm:spPr/>
    </dgm:pt>
    <dgm:pt modelId="{61EE1723-1AB1-41FA-B1E3-C3871ECD38E9}" type="pres">
      <dgm:prSet presAssocID="{70BD055E-0DFC-4950-B235-7DC159BBCEB6}" presName="aSpace2" presStyleCnt="0"/>
      <dgm:spPr/>
    </dgm:pt>
    <dgm:pt modelId="{A0E6910F-4EF7-426B-8944-F0925D47BFB4}" type="pres">
      <dgm:prSet presAssocID="{32370EA5-817D-41DE-9EF3-C264A87731CF}" presName="childNode" presStyleLbl="node1" presStyleIdx="7" presStyleCnt="10">
        <dgm:presLayoutVars>
          <dgm:bulletEnabled val="1"/>
        </dgm:presLayoutVars>
      </dgm:prSet>
      <dgm:spPr/>
    </dgm:pt>
    <dgm:pt modelId="{7526F33C-7D03-41DA-BAEE-76D5EF7AC2C8}" type="pres">
      <dgm:prSet presAssocID="{B7CD8660-A82F-447D-981C-5B2CDD5A8369}" presName="aSpace" presStyleCnt="0"/>
      <dgm:spPr/>
    </dgm:pt>
    <dgm:pt modelId="{35513678-CA66-489F-8A5F-32789A982F69}" type="pres">
      <dgm:prSet presAssocID="{BC73DC96-EFBB-441A-8E7E-3B8F200AC53F}" presName="compNode" presStyleCnt="0"/>
      <dgm:spPr/>
    </dgm:pt>
    <dgm:pt modelId="{D0E1A1A4-4EF7-46C0-9CCC-7F1571CB10F9}" type="pres">
      <dgm:prSet presAssocID="{BC73DC96-EFBB-441A-8E7E-3B8F200AC53F}" presName="aNode" presStyleLbl="bgShp" presStyleIdx="3" presStyleCnt="4"/>
      <dgm:spPr/>
    </dgm:pt>
    <dgm:pt modelId="{D6B3AB59-F5BE-44B9-94BB-CB534185F388}" type="pres">
      <dgm:prSet presAssocID="{BC73DC96-EFBB-441A-8E7E-3B8F200AC53F}" presName="textNode" presStyleLbl="bgShp" presStyleIdx="3" presStyleCnt="4"/>
      <dgm:spPr/>
    </dgm:pt>
    <dgm:pt modelId="{83A7823E-95E7-482F-A4B8-43AE927D54AC}" type="pres">
      <dgm:prSet presAssocID="{BC73DC96-EFBB-441A-8E7E-3B8F200AC53F}" presName="compChildNode" presStyleCnt="0"/>
      <dgm:spPr/>
    </dgm:pt>
    <dgm:pt modelId="{346AD43C-AB4C-4220-AF41-83B4097A0EA4}" type="pres">
      <dgm:prSet presAssocID="{BC73DC96-EFBB-441A-8E7E-3B8F200AC53F}" presName="theInnerList" presStyleCnt="0"/>
      <dgm:spPr/>
    </dgm:pt>
    <dgm:pt modelId="{F3DF3EE7-C3E1-4556-B5E5-D675D9659B6D}" type="pres">
      <dgm:prSet presAssocID="{7040C883-EDB3-4AAE-AB28-202EE2F51F55}" presName="childNode" presStyleLbl="node1" presStyleIdx="8" presStyleCnt="10">
        <dgm:presLayoutVars>
          <dgm:bulletEnabled val="1"/>
        </dgm:presLayoutVars>
      </dgm:prSet>
      <dgm:spPr/>
    </dgm:pt>
    <dgm:pt modelId="{FA01CE40-6491-49F5-B5F7-EA2AD4F6B25F}" type="pres">
      <dgm:prSet presAssocID="{7040C883-EDB3-4AAE-AB28-202EE2F51F55}" presName="aSpace2" presStyleCnt="0"/>
      <dgm:spPr/>
    </dgm:pt>
    <dgm:pt modelId="{B2301BB8-8C5A-4642-99B6-6B3BE9385CA1}" type="pres">
      <dgm:prSet presAssocID="{A909BAB4-7AB8-4F4A-A1BE-80F5C9707911}" presName="childNode" presStyleLbl="node1" presStyleIdx="9" presStyleCnt="10">
        <dgm:presLayoutVars>
          <dgm:bulletEnabled val="1"/>
        </dgm:presLayoutVars>
      </dgm:prSet>
      <dgm:spPr/>
    </dgm:pt>
  </dgm:ptLst>
  <dgm:cxnLst>
    <dgm:cxn modelId="{F3384004-0B11-45D4-B1A7-3D5F77CBD021}" srcId="{EF9FD828-A0BF-43F8-ABC7-E1EE24F07C42}" destId="{2A5A9D7D-EC81-4243-B2DB-B59409C9188E}" srcOrd="1" destOrd="0" parTransId="{A3DFFE29-340B-45DD-93E2-C4C160A6ECE2}" sibTransId="{59C58EB6-548D-4BBE-AAF9-BE2D22F36DCC}"/>
    <dgm:cxn modelId="{87D9DA0E-38E0-42A8-9370-BF34DAD5D210}" type="presOf" srcId="{0EDD2705-1EC9-49D2-AAF1-51B922F9F872}" destId="{8FABB9F9-868F-4D56-8A81-F1E0BA42E601}" srcOrd="0" destOrd="0" presId="urn:microsoft.com/office/officeart/2005/8/layout/lProcess2"/>
    <dgm:cxn modelId="{C78D960F-6AB9-4FBB-B933-60E5843C1F70}" type="presOf" srcId="{BC73DC96-EFBB-441A-8E7E-3B8F200AC53F}" destId="{D6B3AB59-F5BE-44B9-94BB-CB534185F388}" srcOrd="1" destOrd="0" presId="urn:microsoft.com/office/officeart/2005/8/layout/lProcess2"/>
    <dgm:cxn modelId="{4B308A11-3FF9-4748-8E56-3D366CBDB0E4}" type="presOf" srcId="{70BD055E-0DFC-4950-B235-7DC159BBCEB6}" destId="{C9B82C22-048B-44CC-93D4-E3DD9EDD135B}" srcOrd="0" destOrd="0" presId="urn:microsoft.com/office/officeart/2005/8/layout/lProcess2"/>
    <dgm:cxn modelId="{77C89C14-F95F-4C23-AC9D-A823EDE879A1}" srcId="{0EDD2705-1EC9-49D2-AAF1-51B922F9F872}" destId="{40247257-1661-41DF-BC3F-06F46A6295A5}" srcOrd="0" destOrd="0" parTransId="{3A7275C9-712F-4B17-AFF6-999AA376CDC3}" sibTransId="{4028B860-EC01-437C-B432-329C9508DDD3}"/>
    <dgm:cxn modelId="{6F9B7315-4C4D-4FE7-9BDF-24A5A860E09F}" srcId="{63E24B07-8023-4E9F-8558-D5757EF64B7C}" destId="{0EDD2705-1EC9-49D2-AAF1-51B922F9F872}" srcOrd="0" destOrd="0" parTransId="{FE291E26-70AA-430D-AD9A-677BC67532B2}" sibTransId="{0D203B44-E890-4582-A7AB-913F2DF9560B}"/>
    <dgm:cxn modelId="{37105A1E-CE9F-4397-B5C9-02B07302C5C4}" type="presOf" srcId="{A909BAB4-7AB8-4F4A-A1BE-80F5C9707911}" destId="{B2301BB8-8C5A-4642-99B6-6B3BE9385CA1}" srcOrd="0" destOrd="0" presId="urn:microsoft.com/office/officeart/2005/8/layout/lProcess2"/>
    <dgm:cxn modelId="{43E86722-6FCA-4E0A-A759-5679B2D7442A}" type="presOf" srcId="{9E4CCB87-75A5-457C-BDC5-A8C25CF38D41}" destId="{0330B109-69E3-46F3-9D83-10671A7EBE70}" srcOrd="0" destOrd="0" presId="urn:microsoft.com/office/officeart/2005/8/layout/lProcess2"/>
    <dgm:cxn modelId="{95581928-74F2-4718-BBFF-28820D17EE04}" type="presOf" srcId="{EF9FD828-A0BF-43F8-ABC7-E1EE24F07C42}" destId="{5C2C466B-9D60-484B-9786-695675F7A92E}" srcOrd="1" destOrd="0" presId="urn:microsoft.com/office/officeart/2005/8/layout/lProcess2"/>
    <dgm:cxn modelId="{63BCAE31-821E-49A7-AD41-505F9D6B3C63}" type="presOf" srcId="{B7CD8660-A82F-447D-981C-5B2CDD5A8369}" destId="{5CC9F1A6-8682-4B7D-8924-5FD7B0F2E6E3}" srcOrd="0" destOrd="0" presId="urn:microsoft.com/office/officeart/2005/8/layout/lProcess2"/>
    <dgm:cxn modelId="{4DB56435-93A0-4B14-8CA4-771FE94BAF76}" type="presOf" srcId="{2FDF8BA5-1F79-43D5-82D8-297F548F3542}" destId="{7EBF8282-17D2-438B-95FF-BAC2AE4F3FBC}" srcOrd="0" destOrd="0" presId="urn:microsoft.com/office/officeart/2005/8/layout/lProcess2"/>
    <dgm:cxn modelId="{F6BFC237-7436-498A-93BD-73510B631561}" srcId="{0EDD2705-1EC9-49D2-AAF1-51B922F9F872}" destId="{2FDF8BA5-1F79-43D5-82D8-297F548F3542}" srcOrd="1" destOrd="0" parTransId="{C9CE1DAB-9AB3-43AA-B607-9893A42F86F7}" sibTransId="{ACDBB275-B531-41A6-9E60-709957573E9F}"/>
    <dgm:cxn modelId="{0A952E5B-433F-4AD8-A922-28F1C97A594B}" type="presOf" srcId="{63E24B07-8023-4E9F-8558-D5757EF64B7C}" destId="{BA390A89-3D79-49A6-9BF0-599801F084EB}" srcOrd="0" destOrd="0" presId="urn:microsoft.com/office/officeart/2005/8/layout/lProcess2"/>
    <dgm:cxn modelId="{E59AF15B-0B55-4647-99A8-BE933C316641}" srcId="{B7CD8660-A82F-447D-981C-5B2CDD5A8369}" destId="{70BD055E-0DFC-4950-B235-7DC159BBCEB6}" srcOrd="0" destOrd="0" parTransId="{0734A025-155A-4DF3-9FD4-45839BB17D47}" sibTransId="{4DBD1A0B-50A9-4AA5-BCD1-B3697DD249F2}"/>
    <dgm:cxn modelId="{2E5A4064-7A8A-4182-955A-A7A098843B57}" srcId="{63E24B07-8023-4E9F-8558-D5757EF64B7C}" destId="{EF9FD828-A0BF-43F8-ABC7-E1EE24F07C42}" srcOrd="1" destOrd="0" parTransId="{8B46DBB5-BE20-452E-BDAC-57B4248B579B}" sibTransId="{357BE1D7-3472-4631-83A3-EAA12DA32F6B}"/>
    <dgm:cxn modelId="{73156E65-F5A1-41F7-9BD2-1D4703F0A086}" srcId="{63E24B07-8023-4E9F-8558-D5757EF64B7C}" destId="{B7CD8660-A82F-447D-981C-5B2CDD5A8369}" srcOrd="2" destOrd="0" parTransId="{DA0ADC67-94DA-47B4-925C-34E9536CB64E}" sibTransId="{3C044498-3F6D-402D-9762-6023A330B361}"/>
    <dgm:cxn modelId="{0488AC65-BAC5-4191-B397-6CE3970EEF5F}" type="presOf" srcId="{7040C883-EDB3-4AAE-AB28-202EE2F51F55}" destId="{F3DF3EE7-C3E1-4556-B5E5-D675D9659B6D}" srcOrd="0" destOrd="0" presId="urn:microsoft.com/office/officeart/2005/8/layout/lProcess2"/>
    <dgm:cxn modelId="{99565E4D-276A-47CC-9B4B-6B89C1CBD94F}" srcId="{63E24B07-8023-4E9F-8558-D5757EF64B7C}" destId="{BC73DC96-EFBB-441A-8E7E-3B8F200AC53F}" srcOrd="3" destOrd="0" parTransId="{4B5681AE-F226-4F2E-AFE0-9E18D323D105}" sibTransId="{FA16ACC7-ED9B-4BC1-8373-51F1B367EC62}"/>
    <dgm:cxn modelId="{24C7B16F-FB23-470B-A1D6-E1A9ACBEB0C3}" type="presOf" srcId="{944D230F-885C-4C2C-883B-B26B072B3C92}" destId="{F4E26588-D736-40F0-ABCF-AD950B9DBBE2}" srcOrd="0" destOrd="0" presId="urn:microsoft.com/office/officeart/2005/8/layout/lProcess2"/>
    <dgm:cxn modelId="{8A729E58-D6AF-4B4B-B526-57F6452B5D70}" srcId="{BC73DC96-EFBB-441A-8E7E-3B8F200AC53F}" destId="{7040C883-EDB3-4AAE-AB28-202EE2F51F55}" srcOrd="0" destOrd="0" parTransId="{6DC40519-C77F-4FE6-A052-A43989E415E0}" sibTransId="{EF272F0E-8723-4BDB-82EF-6563D24EBF72}"/>
    <dgm:cxn modelId="{E913FD5A-A6F7-4314-9B77-A342E0D5C856}" type="presOf" srcId="{BC73DC96-EFBB-441A-8E7E-3B8F200AC53F}" destId="{D0E1A1A4-4EF7-46C0-9CCC-7F1571CB10F9}" srcOrd="0" destOrd="0" presId="urn:microsoft.com/office/officeart/2005/8/layout/lProcess2"/>
    <dgm:cxn modelId="{048C757B-DCA6-4D47-AD5E-6F70C38B350B}" type="presOf" srcId="{EF9FD828-A0BF-43F8-ABC7-E1EE24F07C42}" destId="{E7DCD616-0639-48DE-9F93-B45AC0464A57}" srcOrd="0" destOrd="0" presId="urn:microsoft.com/office/officeart/2005/8/layout/lProcess2"/>
    <dgm:cxn modelId="{59F6707C-EB70-4560-A018-F665306E733F}" type="presOf" srcId="{40247257-1661-41DF-BC3F-06F46A6295A5}" destId="{91100A64-139A-4AC1-91C1-2699AF28B01F}" srcOrd="0" destOrd="0" presId="urn:microsoft.com/office/officeart/2005/8/layout/lProcess2"/>
    <dgm:cxn modelId="{2DD90791-3D65-4AA1-8474-506804C48981}" srcId="{EF9FD828-A0BF-43F8-ABC7-E1EE24F07C42}" destId="{9E4CCB87-75A5-457C-BDC5-A8C25CF38D41}" srcOrd="0" destOrd="0" parTransId="{85509985-5007-4FCE-9F75-D55B68BD8068}" sibTransId="{058D0969-B357-4198-95D8-1AC0533908A3}"/>
    <dgm:cxn modelId="{70F13194-7A6E-486B-8360-890B448C8894}" srcId="{B7CD8660-A82F-447D-981C-5B2CDD5A8369}" destId="{32370EA5-817D-41DE-9EF3-C264A87731CF}" srcOrd="1" destOrd="0" parTransId="{03A3A5FA-FFB8-46C3-96DE-56DAE975EDE7}" sibTransId="{419AECF9-1D06-4331-B260-344434C0B86D}"/>
    <dgm:cxn modelId="{20701399-F4BB-4D8F-A871-9C2987ECD531}" type="presOf" srcId="{2A5A9D7D-EC81-4243-B2DB-B59409C9188E}" destId="{68301150-8C06-4D05-AE88-8E675490E167}" srcOrd="0" destOrd="0" presId="urn:microsoft.com/office/officeart/2005/8/layout/lProcess2"/>
    <dgm:cxn modelId="{E68402A1-4AC8-4FD3-A843-D461FDD49522}" type="presOf" srcId="{B7CD8660-A82F-447D-981C-5B2CDD5A8369}" destId="{78297440-850E-4E7D-A73C-3BDBF8A885A3}" srcOrd="1" destOrd="0" presId="urn:microsoft.com/office/officeart/2005/8/layout/lProcess2"/>
    <dgm:cxn modelId="{77B501C7-FE5D-4C56-8F99-8215224FE410}" type="presOf" srcId="{0EDD2705-1EC9-49D2-AAF1-51B922F9F872}" destId="{7F9BE9A7-F9C4-49E1-9574-99360BA807BE}" srcOrd="1" destOrd="0" presId="urn:microsoft.com/office/officeart/2005/8/layout/lProcess2"/>
    <dgm:cxn modelId="{BA000ECF-19AD-4366-85A9-411D81A739F5}" srcId="{0EDD2705-1EC9-49D2-AAF1-51B922F9F872}" destId="{6BEBF612-AC28-4281-829A-886742483343}" srcOrd="2" destOrd="0" parTransId="{E18DC705-3A47-4D42-9974-13148F5BDD9B}" sibTransId="{2AD56649-164C-4A93-9FB5-2F6E05D7EA3D}"/>
    <dgm:cxn modelId="{AD76E3E3-8D0F-4B4D-83EC-ADD2766FC2C6}" srcId="{0EDD2705-1EC9-49D2-AAF1-51B922F9F872}" destId="{944D230F-885C-4C2C-883B-B26B072B3C92}" srcOrd="3" destOrd="0" parTransId="{BAA1D853-D4AC-4794-B559-35C41BEBCEFB}" sibTransId="{39AE1990-0EFA-4B55-AFF1-B7C7226C2490}"/>
    <dgm:cxn modelId="{CA3F40ED-0EC2-4C06-AFA7-76028DCA1983}" type="presOf" srcId="{32370EA5-817D-41DE-9EF3-C264A87731CF}" destId="{A0E6910F-4EF7-426B-8944-F0925D47BFB4}" srcOrd="0" destOrd="0" presId="urn:microsoft.com/office/officeart/2005/8/layout/lProcess2"/>
    <dgm:cxn modelId="{A222EBF0-F0CC-432E-B387-B929B4BF9BFB}" type="presOf" srcId="{6BEBF612-AC28-4281-829A-886742483343}" destId="{BA4E3C7D-B958-47BE-A1E4-9388CD7AE2AB}" srcOrd="0" destOrd="0" presId="urn:microsoft.com/office/officeart/2005/8/layout/lProcess2"/>
    <dgm:cxn modelId="{ACE6CAFE-F973-4697-A143-0402581DA6E3}" srcId="{BC73DC96-EFBB-441A-8E7E-3B8F200AC53F}" destId="{A909BAB4-7AB8-4F4A-A1BE-80F5C9707911}" srcOrd="1" destOrd="0" parTransId="{DB376E9E-0E54-483E-A0F9-96AB57DD8516}" sibTransId="{F5DD361B-132E-4A4F-8124-20C0CB155A00}"/>
    <dgm:cxn modelId="{A0F84476-BF00-440B-835B-63BB8BDCB26E}" type="presParOf" srcId="{BA390A89-3D79-49A6-9BF0-599801F084EB}" destId="{DADCEE8B-376B-4586-A9E1-AAC7290F1D12}" srcOrd="0" destOrd="0" presId="urn:microsoft.com/office/officeart/2005/8/layout/lProcess2"/>
    <dgm:cxn modelId="{B5B71BAB-5AAB-46AB-988B-BE8E41D0A2B1}" type="presParOf" srcId="{DADCEE8B-376B-4586-A9E1-AAC7290F1D12}" destId="{8FABB9F9-868F-4D56-8A81-F1E0BA42E601}" srcOrd="0" destOrd="0" presId="urn:microsoft.com/office/officeart/2005/8/layout/lProcess2"/>
    <dgm:cxn modelId="{80B4AFC6-4463-482E-80CD-BED01CA47EFE}" type="presParOf" srcId="{DADCEE8B-376B-4586-A9E1-AAC7290F1D12}" destId="{7F9BE9A7-F9C4-49E1-9574-99360BA807BE}" srcOrd="1" destOrd="0" presId="urn:microsoft.com/office/officeart/2005/8/layout/lProcess2"/>
    <dgm:cxn modelId="{7A7E41AF-F656-4004-B216-D8803DFB79FE}" type="presParOf" srcId="{DADCEE8B-376B-4586-A9E1-AAC7290F1D12}" destId="{C1658941-B58C-4ADE-9588-815AE090FC7A}" srcOrd="2" destOrd="0" presId="urn:microsoft.com/office/officeart/2005/8/layout/lProcess2"/>
    <dgm:cxn modelId="{12524258-EE2A-461F-8F52-8856B0BCB6FD}" type="presParOf" srcId="{C1658941-B58C-4ADE-9588-815AE090FC7A}" destId="{233FCEB1-6038-4072-B22C-BCD213C74D4D}" srcOrd="0" destOrd="0" presId="urn:microsoft.com/office/officeart/2005/8/layout/lProcess2"/>
    <dgm:cxn modelId="{02881F1A-04F1-45CF-843E-91944313FEFC}" type="presParOf" srcId="{233FCEB1-6038-4072-B22C-BCD213C74D4D}" destId="{91100A64-139A-4AC1-91C1-2699AF28B01F}" srcOrd="0" destOrd="0" presId="urn:microsoft.com/office/officeart/2005/8/layout/lProcess2"/>
    <dgm:cxn modelId="{147E6A79-3B5D-45D0-B91A-482F684F1FCC}" type="presParOf" srcId="{233FCEB1-6038-4072-B22C-BCD213C74D4D}" destId="{B8851E19-C2AB-43F3-A733-9922ED89E360}" srcOrd="1" destOrd="0" presId="urn:microsoft.com/office/officeart/2005/8/layout/lProcess2"/>
    <dgm:cxn modelId="{68A648D8-B9EE-424B-B980-6C98A937E2B5}" type="presParOf" srcId="{233FCEB1-6038-4072-B22C-BCD213C74D4D}" destId="{7EBF8282-17D2-438B-95FF-BAC2AE4F3FBC}" srcOrd="2" destOrd="0" presId="urn:microsoft.com/office/officeart/2005/8/layout/lProcess2"/>
    <dgm:cxn modelId="{CAA69C57-F979-48C3-8FA0-15ADDC2938E2}" type="presParOf" srcId="{233FCEB1-6038-4072-B22C-BCD213C74D4D}" destId="{A069312A-67CC-45AA-BFE6-2053F852EE2C}" srcOrd="3" destOrd="0" presId="urn:microsoft.com/office/officeart/2005/8/layout/lProcess2"/>
    <dgm:cxn modelId="{707DB5B7-A20F-4281-8DFC-0EF6DDEBF996}" type="presParOf" srcId="{233FCEB1-6038-4072-B22C-BCD213C74D4D}" destId="{BA4E3C7D-B958-47BE-A1E4-9388CD7AE2AB}" srcOrd="4" destOrd="0" presId="urn:microsoft.com/office/officeart/2005/8/layout/lProcess2"/>
    <dgm:cxn modelId="{8E8F2CC2-1D24-49AF-98E2-EE07B9B5C3FA}" type="presParOf" srcId="{233FCEB1-6038-4072-B22C-BCD213C74D4D}" destId="{8B11A58F-1410-44BA-AB45-2A3E9FB205E5}" srcOrd="5" destOrd="0" presId="urn:microsoft.com/office/officeart/2005/8/layout/lProcess2"/>
    <dgm:cxn modelId="{96135C69-7989-4A40-A26A-6EF389DCEAFB}" type="presParOf" srcId="{233FCEB1-6038-4072-B22C-BCD213C74D4D}" destId="{F4E26588-D736-40F0-ABCF-AD950B9DBBE2}" srcOrd="6" destOrd="0" presId="urn:microsoft.com/office/officeart/2005/8/layout/lProcess2"/>
    <dgm:cxn modelId="{17B04053-87C4-4772-8447-D28330784C88}" type="presParOf" srcId="{BA390A89-3D79-49A6-9BF0-599801F084EB}" destId="{71044B30-3AC2-445D-B936-F7903BC3D17D}" srcOrd="1" destOrd="0" presId="urn:microsoft.com/office/officeart/2005/8/layout/lProcess2"/>
    <dgm:cxn modelId="{EE9A414A-B4A6-4CA5-9C28-524BC591A35C}" type="presParOf" srcId="{BA390A89-3D79-49A6-9BF0-599801F084EB}" destId="{8E3DC331-CA4C-4438-976B-785F3287BD1D}" srcOrd="2" destOrd="0" presId="urn:microsoft.com/office/officeart/2005/8/layout/lProcess2"/>
    <dgm:cxn modelId="{53866860-EB6E-4908-B9CA-2EF65E4B9749}" type="presParOf" srcId="{8E3DC331-CA4C-4438-976B-785F3287BD1D}" destId="{E7DCD616-0639-48DE-9F93-B45AC0464A57}" srcOrd="0" destOrd="0" presId="urn:microsoft.com/office/officeart/2005/8/layout/lProcess2"/>
    <dgm:cxn modelId="{AB77F00A-E5D1-4E6D-B8D2-0D2671E9B1C5}" type="presParOf" srcId="{8E3DC331-CA4C-4438-976B-785F3287BD1D}" destId="{5C2C466B-9D60-484B-9786-695675F7A92E}" srcOrd="1" destOrd="0" presId="urn:microsoft.com/office/officeart/2005/8/layout/lProcess2"/>
    <dgm:cxn modelId="{2E815D90-31C4-4EDB-8F26-DCC88E3BAE66}" type="presParOf" srcId="{8E3DC331-CA4C-4438-976B-785F3287BD1D}" destId="{685AE8C4-BA1D-438B-87FE-1425489EFA29}" srcOrd="2" destOrd="0" presId="urn:microsoft.com/office/officeart/2005/8/layout/lProcess2"/>
    <dgm:cxn modelId="{9BD9634A-60F8-4793-95CC-68A5818E3FF0}" type="presParOf" srcId="{685AE8C4-BA1D-438B-87FE-1425489EFA29}" destId="{EFCF8995-AB51-40BF-9AFE-61D45508CDB7}" srcOrd="0" destOrd="0" presId="urn:microsoft.com/office/officeart/2005/8/layout/lProcess2"/>
    <dgm:cxn modelId="{71060027-C637-47EE-B78B-B7EF40E82C96}" type="presParOf" srcId="{EFCF8995-AB51-40BF-9AFE-61D45508CDB7}" destId="{0330B109-69E3-46F3-9D83-10671A7EBE70}" srcOrd="0" destOrd="0" presId="urn:microsoft.com/office/officeart/2005/8/layout/lProcess2"/>
    <dgm:cxn modelId="{F9A6C117-2198-48FE-9D60-438FB990396A}" type="presParOf" srcId="{EFCF8995-AB51-40BF-9AFE-61D45508CDB7}" destId="{BCD2FFD0-E01F-4FE1-B85E-CD1F2FB6B95D}" srcOrd="1" destOrd="0" presId="urn:microsoft.com/office/officeart/2005/8/layout/lProcess2"/>
    <dgm:cxn modelId="{30B65E0F-974F-4A57-A9C9-60042AE4F081}" type="presParOf" srcId="{EFCF8995-AB51-40BF-9AFE-61D45508CDB7}" destId="{68301150-8C06-4D05-AE88-8E675490E167}" srcOrd="2" destOrd="0" presId="urn:microsoft.com/office/officeart/2005/8/layout/lProcess2"/>
    <dgm:cxn modelId="{2765A504-56C1-4159-97FF-5953BBFA74AE}" type="presParOf" srcId="{BA390A89-3D79-49A6-9BF0-599801F084EB}" destId="{F22594D1-FE25-4683-B459-4ADAA993861D}" srcOrd="3" destOrd="0" presId="urn:microsoft.com/office/officeart/2005/8/layout/lProcess2"/>
    <dgm:cxn modelId="{87075AE3-5322-4F43-B199-33208C29888A}" type="presParOf" srcId="{BA390A89-3D79-49A6-9BF0-599801F084EB}" destId="{8278D786-3C1D-405E-B26F-3F37CDDEB2D0}" srcOrd="4" destOrd="0" presId="urn:microsoft.com/office/officeart/2005/8/layout/lProcess2"/>
    <dgm:cxn modelId="{15017C47-3E33-40D1-A64C-6F7F9E189DDF}" type="presParOf" srcId="{8278D786-3C1D-405E-B26F-3F37CDDEB2D0}" destId="{5CC9F1A6-8682-4B7D-8924-5FD7B0F2E6E3}" srcOrd="0" destOrd="0" presId="urn:microsoft.com/office/officeart/2005/8/layout/lProcess2"/>
    <dgm:cxn modelId="{6C5157A1-6AE7-4340-875A-E477AF8C2834}" type="presParOf" srcId="{8278D786-3C1D-405E-B26F-3F37CDDEB2D0}" destId="{78297440-850E-4E7D-A73C-3BDBF8A885A3}" srcOrd="1" destOrd="0" presId="urn:microsoft.com/office/officeart/2005/8/layout/lProcess2"/>
    <dgm:cxn modelId="{F213D4C5-D21E-4E1E-8299-C5DC6CB3024B}" type="presParOf" srcId="{8278D786-3C1D-405E-B26F-3F37CDDEB2D0}" destId="{306CF67D-F783-4135-89F8-E25852A317F1}" srcOrd="2" destOrd="0" presId="urn:microsoft.com/office/officeart/2005/8/layout/lProcess2"/>
    <dgm:cxn modelId="{1DBDEB3E-3B8D-41E6-9D93-70F1CF60CB3E}" type="presParOf" srcId="{306CF67D-F783-4135-89F8-E25852A317F1}" destId="{A869A60F-442C-4381-9B8B-FE1F58AE1EAE}" srcOrd="0" destOrd="0" presId="urn:microsoft.com/office/officeart/2005/8/layout/lProcess2"/>
    <dgm:cxn modelId="{89B9E271-2560-426B-B1D2-CB0CACA14B4E}" type="presParOf" srcId="{A869A60F-442C-4381-9B8B-FE1F58AE1EAE}" destId="{C9B82C22-048B-44CC-93D4-E3DD9EDD135B}" srcOrd="0" destOrd="0" presId="urn:microsoft.com/office/officeart/2005/8/layout/lProcess2"/>
    <dgm:cxn modelId="{7CD6A549-FBD9-4D89-B821-8E2CB3E7EE36}" type="presParOf" srcId="{A869A60F-442C-4381-9B8B-FE1F58AE1EAE}" destId="{61EE1723-1AB1-41FA-B1E3-C3871ECD38E9}" srcOrd="1" destOrd="0" presId="urn:microsoft.com/office/officeart/2005/8/layout/lProcess2"/>
    <dgm:cxn modelId="{77DCA128-938F-4C44-8AD6-EC8C95149B30}" type="presParOf" srcId="{A869A60F-442C-4381-9B8B-FE1F58AE1EAE}" destId="{A0E6910F-4EF7-426B-8944-F0925D47BFB4}" srcOrd="2" destOrd="0" presId="urn:microsoft.com/office/officeart/2005/8/layout/lProcess2"/>
    <dgm:cxn modelId="{A3C33457-2466-4B0F-8DA4-341A1624A3FC}" type="presParOf" srcId="{BA390A89-3D79-49A6-9BF0-599801F084EB}" destId="{7526F33C-7D03-41DA-BAEE-76D5EF7AC2C8}" srcOrd="5" destOrd="0" presId="urn:microsoft.com/office/officeart/2005/8/layout/lProcess2"/>
    <dgm:cxn modelId="{F236B8DA-23A3-4287-B18B-52C1ECF37A9F}" type="presParOf" srcId="{BA390A89-3D79-49A6-9BF0-599801F084EB}" destId="{35513678-CA66-489F-8A5F-32789A982F69}" srcOrd="6" destOrd="0" presId="urn:microsoft.com/office/officeart/2005/8/layout/lProcess2"/>
    <dgm:cxn modelId="{409DBA6C-0B89-4ACC-A0C9-79DD16DD05CD}" type="presParOf" srcId="{35513678-CA66-489F-8A5F-32789A982F69}" destId="{D0E1A1A4-4EF7-46C0-9CCC-7F1571CB10F9}" srcOrd="0" destOrd="0" presId="urn:microsoft.com/office/officeart/2005/8/layout/lProcess2"/>
    <dgm:cxn modelId="{9873BCB6-8A87-45E0-8B70-ADBCC0A84E73}" type="presParOf" srcId="{35513678-CA66-489F-8A5F-32789A982F69}" destId="{D6B3AB59-F5BE-44B9-94BB-CB534185F388}" srcOrd="1" destOrd="0" presId="urn:microsoft.com/office/officeart/2005/8/layout/lProcess2"/>
    <dgm:cxn modelId="{5A7584AF-5694-49B2-9716-E149A376FAA4}" type="presParOf" srcId="{35513678-CA66-489F-8A5F-32789A982F69}" destId="{83A7823E-95E7-482F-A4B8-43AE927D54AC}" srcOrd="2" destOrd="0" presId="urn:microsoft.com/office/officeart/2005/8/layout/lProcess2"/>
    <dgm:cxn modelId="{75DA13DB-D054-4873-9355-9552AC941DED}" type="presParOf" srcId="{83A7823E-95E7-482F-A4B8-43AE927D54AC}" destId="{346AD43C-AB4C-4220-AF41-83B4097A0EA4}" srcOrd="0" destOrd="0" presId="urn:microsoft.com/office/officeart/2005/8/layout/lProcess2"/>
    <dgm:cxn modelId="{26A6B947-804B-48E4-89E1-F142014D0D1D}" type="presParOf" srcId="{346AD43C-AB4C-4220-AF41-83B4097A0EA4}" destId="{F3DF3EE7-C3E1-4556-B5E5-D675D9659B6D}" srcOrd="0" destOrd="0" presId="urn:microsoft.com/office/officeart/2005/8/layout/lProcess2"/>
    <dgm:cxn modelId="{D2F33199-8CA2-4BC2-8BE3-0E845FD3B2B4}" type="presParOf" srcId="{346AD43C-AB4C-4220-AF41-83B4097A0EA4}" destId="{FA01CE40-6491-49F5-B5F7-EA2AD4F6B25F}" srcOrd="1" destOrd="0" presId="urn:microsoft.com/office/officeart/2005/8/layout/lProcess2"/>
    <dgm:cxn modelId="{8CC3C6D9-4CFD-4010-9D06-B885F09CB31F}" type="presParOf" srcId="{346AD43C-AB4C-4220-AF41-83B4097A0EA4}" destId="{B2301BB8-8C5A-4642-99B6-6B3BE9385CA1}"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4" qsCatId="simple" csTypeId="urn:microsoft.com/office/officeart/2005/8/colors/accent0_1" csCatId="mainScheme" phldr="1"/>
      <dgm:spPr/>
      <dgm:t>
        <a:bodyPr/>
        <a:lstStyle/>
        <a:p>
          <a:endParaRPr lang="en-US"/>
        </a:p>
      </dgm:t>
    </dgm:pt>
    <dgm:pt modelId="{780E2C17-7959-4BE4-B5B9-2AF6E7CE28C3}">
      <dgm:prSet/>
      <dgm:spPr>
        <a:solidFill>
          <a:schemeClr val="bg1"/>
        </a:solidFill>
      </dgm:spPr>
      <dgm:t>
        <a:bodyPr/>
        <a:lstStyle/>
        <a:p>
          <a:pPr algn="ctr"/>
          <a:r>
            <a:rPr lang="en-US" noProof="0" dirty="0"/>
            <a:t>Project cost</a:t>
          </a:r>
        </a:p>
      </dgm:t>
    </dgm:pt>
    <dgm:pt modelId="{2512B4B8-6636-4906-9597-60AD45FC6AB8}" type="parTrans" cxnId="{D3C15631-C6AA-431A-8019-B6CB89E454D1}">
      <dgm:prSet/>
      <dgm:spPr/>
      <dgm:t>
        <a:bodyPr/>
        <a:lstStyle/>
        <a:p>
          <a:pPr algn="ctr"/>
          <a:endParaRPr lang="en-US" noProof="0"/>
        </a:p>
      </dgm:t>
    </dgm:pt>
    <dgm:pt modelId="{DBC20B37-8FA3-4069-9306-016BCE515DEB}" type="sibTrans" cxnId="{D3C15631-C6AA-431A-8019-B6CB89E454D1}">
      <dgm:prSet/>
      <dgm:spPr/>
      <dgm:t>
        <a:bodyPr/>
        <a:lstStyle/>
        <a:p>
          <a:pPr algn="ctr"/>
          <a:endParaRPr lang="en-US" noProof="0"/>
        </a:p>
      </dgm:t>
    </dgm:pt>
    <dgm:pt modelId="{82515DFC-9938-4C9D-833B-D7B6FE74F3D6}">
      <dgm:prSet/>
      <dgm:spPr/>
      <dgm:t>
        <a:bodyPr/>
        <a:lstStyle/>
        <a:p>
          <a:pPr algn="ctr"/>
          <a:r>
            <a:rPr lang="en-US" noProof="0" dirty="0"/>
            <a:t>Project management </a:t>
          </a:r>
        </a:p>
      </dgm:t>
    </dgm:pt>
    <dgm:pt modelId="{81AD3CE4-69FA-4B9E-BB3B-4FF1EB31E2BF}" type="parTrans" cxnId="{544C879F-65F0-46A5-B7C0-8D1A458F62F9}">
      <dgm:prSet/>
      <dgm:spPr/>
      <dgm:t>
        <a:bodyPr/>
        <a:lstStyle/>
        <a:p>
          <a:pPr algn="ctr"/>
          <a:endParaRPr lang="en-US" noProof="0"/>
        </a:p>
      </dgm:t>
    </dgm:pt>
    <dgm:pt modelId="{3ABDE96B-50C5-4FE4-A81A-4FB2FAAAAFA5}" type="sibTrans" cxnId="{544C879F-65F0-46A5-B7C0-8D1A458F62F9}">
      <dgm:prSet/>
      <dgm:spPr/>
      <dgm:t>
        <a:bodyPr/>
        <a:lstStyle/>
        <a:p>
          <a:pPr algn="ctr"/>
          <a:endParaRPr lang="en-US" noProof="0"/>
        </a:p>
      </dgm:t>
    </dgm:pt>
    <dgm:pt modelId="{22AAB52A-F50E-450E-A45B-AA76C6E60155}">
      <dgm:prSet/>
      <dgm:spPr>
        <a:solidFill>
          <a:schemeClr val="bg1"/>
        </a:solidFill>
      </dgm:spPr>
      <dgm:t>
        <a:bodyPr/>
        <a:lstStyle/>
        <a:p>
          <a:pPr algn="ctr"/>
          <a:r>
            <a:rPr lang="en-US" noProof="0" dirty="0"/>
            <a:t>Software project</a:t>
          </a:r>
        </a:p>
      </dgm:t>
    </dgm:pt>
    <dgm:pt modelId="{111B3508-DF67-4D45-82A6-7B60B4D41864}" type="parTrans" cxnId="{AEC67096-20FC-480D-97F0-F2F564BD9E8A}">
      <dgm:prSet/>
      <dgm:spPr/>
      <dgm:t>
        <a:bodyPr/>
        <a:lstStyle/>
        <a:p>
          <a:pPr algn="ctr"/>
          <a:endParaRPr lang="en-US" noProof="0"/>
        </a:p>
      </dgm:t>
    </dgm:pt>
    <dgm:pt modelId="{773A98D1-1721-4740-BBBC-EE4ECE532058}" type="sibTrans" cxnId="{AEC67096-20FC-480D-97F0-F2F564BD9E8A}">
      <dgm:prSet/>
      <dgm:spPr/>
      <dgm:t>
        <a:bodyPr/>
        <a:lstStyle/>
        <a:p>
          <a:pPr algn="ctr"/>
          <a:endParaRPr lang="en-US" noProof="0"/>
        </a:p>
      </dgm:t>
    </dgm:pt>
    <dgm:pt modelId="{17D6D117-F00F-47D1-B3D6-6FFCC50F7349}">
      <dgm:prSet/>
      <dgm:spPr>
        <a:solidFill>
          <a:schemeClr val="bg1"/>
        </a:solidFill>
      </dgm:spPr>
      <dgm:t>
        <a:bodyPr/>
        <a:lstStyle/>
        <a:p>
          <a:pPr algn="ctr"/>
          <a:r>
            <a:rPr lang="en-US" noProof="0" dirty="0"/>
            <a:t>BPR </a:t>
          </a:r>
        </a:p>
      </dgm:t>
    </dgm:pt>
    <dgm:pt modelId="{86DE88F2-294A-4115-84C3-C5184D2A46BC}" type="parTrans" cxnId="{D3A657ED-3A47-4204-885B-5A0090204E64}">
      <dgm:prSet/>
      <dgm:spPr/>
      <dgm:t>
        <a:bodyPr/>
        <a:lstStyle/>
        <a:p>
          <a:endParaRPr lang="it-IT"/>
        </a:p>
      </dgm:t>
    </dgm:pt>
    <dgm:pt modelId="{99CF4A4F-0FD8-4FA9-AFDC-98BB20E9E945}" type="sibTrans" cxnId="{D3A657ED-3A47-4204-885B-5A0090204E64}">
      <dgm:prSet/>
      <dgm:spPr/>
      <dgm:t>
        <a:bodyPr/>
        <a:lstStyle/>
        <a:p>
          <a:endParaRPr lang="it-IT"/>
        </a:p>
      </dgm:t>
    </dgm:pt>
    <dgm:pt modelId="{43F4FB20-4B48-451A-9911-310D6BA7AD48}">
      <dgm:prSet/>
      <dgm:spPr>
        <a:solidFill>
          <a:schemeClr val="bg1"/>
        </a:solidFill>
      </dgm:spPr>
      <dgm:t>
        <a:bodyPr/>
        <a:lstStyle/>
        <a:p>
          <a:pPr algn="ctr"/>
          <a:r>
            <a:rPr lang="en-US" noProof="0" dirty="0"/>
            <a:t>Technology</a:t>
          </a:r>
        </a:p>
      </dgm:t>
    </dgm:pt>
    <dgm:pt modelId="{46B4C223-E04B-44ED-A5BF-A7C6425A4EE2}" type="parTrans" cxnId="{EB79CCAE-4CDF-45E1-9D86-463E2B5C1BAB}">
      <dgm:prSet/>
      <dgm:spPr/>
      <dgm:t>
        <a:bodyPr/>
        <a:lstStyle/>
        <a:p>
          <a:endParaRPr lang="it-IT"/>
        </a:p>
      </dgm:t>
    </dgm:pt>
    <dgm:pt modelId="{6099B9F8-5D26-412F-9E9F-502C1F471998}" type="sibTrans" cxnId="{EB79CCAE-4CDF-45E1-9D86-463E2B5C1BAB}">
      <dgm:prSet/>
      <dgm:spPr/>
      <dgm:t>
        <a:bodyPr/>
        <a:lstStyle/>
        <a:p>
          <a:endParaRPr lang="it-IT"/>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928F0CEA-EB96-4E4C-94AD-1B884C902E6B}" type="pres">
      <dgm:prSet presAssocID="{780E2C17-7959-4BE4-B5B9-2AF6E7CE28C3}" presName="hierRoot1" presStyleCnt="0">
        <dgm:presLayoutVars>
          <dgm:hierBranch val="r"/>
        </dgm:presLayoutVars>
      </dgm:prSet>
      <dgm:spPr/>
    </dgm:pt>
    <dgm:pt modelId="{35E1CEA7-BA21-443F-8515-4E8087A31C4C}" type="pres">
      <dgm:prSet presAssocID="{780E2C17-7959-4BE4-B5B9-2AF6E7CE28C3}" presName="rootComposite1" presStyleCnt="0"/>
      <dgm:spPr/>
    </dgm:pt>
    <dgm:pt modelId="{443C4E00-CF1A-4D68-8F14-C76BD29645C6}" type="pres">
      <dgm:prSet presAssocID="{780E2C17-7959-4BE4-B5B9-2AF6E7CE28C3}" presName="rootText1" presStyleLbl="node0" presStyleIdx="0" presStyleCnt="1">
        <dgm:presLayoutVars>
          <dgm:chPref val="3"/>
        </dgm:presLayoutVars>
      </dgm:prSet>
      <dgm:spPr/>
    </dgm:pt>
    <dgm:pt modelId="{D8C7C2D4-D2CD-40B0-BA04-DD09BB165A5E}" type="pres">
      <dgm:prSet presAssocID="{780E2C17-7959-4BE4-B5B9-2AF6E7CE28C3}" presName="rootConnector1" presStyleLbl="node1" presStyleIdx="0" presStyleCnt="0"/>
      <dgm:spPr/>
    </dgm:pt>
    <dgm:pt modelId="{3256175A-E3D2-473D-8CC2-26AE8A5E33E6}" type="pres">
      <dgm:prSet presAssocID="{780E2C17-7959-4BE4-B5B9-2AF6E7CE28C3}" presName="hierChild2" presStyleCnt="0"/>
      <dgm:spPr/>
    </dgm:pt>
    <dgm:pt modelId="{41531471-616A-4BBF-9AED-0B7C2952FA94}" type="pres">
      <dgm:prSet presAssocID="{81AD3CE4-69FA-4B9E-BB3B-4FF1EB31E2BF}" presName="Name50" presStyleLbl="parChTrans1D2" presStyleIdx="0" presStyleCnt="4"/>
      <dgm:spPr/>
    </dgm:pt>
    <dgm:pt modelId="{13ADB56E-8FDF-491C-8B29-1722087AD486}" type="pres">
      <dgm:prSet presAssocID="{82515DFC-9938-4C9D-833B-D7B6FE74F3D6}" presName="hierRoot2" presStyleCnt="0">
        <dgm:presLayoutVars>
          <dgm:hierBranch val="init"/>
        </dgm:presLayoutVars>
      </dgm:prSet>
      <dgm:spPr/>
    </dgm:pt>
    <dgm:pt modelId="{0985C86D-1B69-41D2-8B15-597C53B6120C}" type="pres">
      <dgm:prSet presAssocID="{82515DFC-9938-4C9D-833B-D7B6FE74F3D6}" presName="rootComposite" presStyleCnt="0"/>
      <dgm:spPr/>
    </dgm:pt>
    <dgm:pt modelId="{B36F738C-DABB-499F-A586-6245E56F73A4}" type="pres">
      <dgm:prSet presAssocID="{82515DFC-9938-4C9D-833B-D7B6FE74F3D6}" presName="rootText" presStyleLbl="node2" presStyleIdx="0" presStyleCnt="4">
        <dgm:presLayoutVars>
          <dgm:chPref val="3"/>
        </dgm:presLayoutVars>
      </dgm:prSet>
      <dgm:spPr/>
    </dgm:pt>
    <dgm:pt modelId="{14012CE9-2525-49DB-825E-72030D160490}" type="pres">
      <dgm:prSet presAssocID="{82515DFC-9938-4C9D-833B-D7B6FE74F3D6}" presName="rootConnector" presStyleLbl="node2" presStyleIdx="0" presStyleCnt="4"/>
      <dgm:spPr/>
    </dgm:pt>
    <dgm:pt modelId="{342643D6-E3A6-4A57-B9DD-0781D8759EFC}" type="pres">
      <dgm:prSet presAssocID="{82515DFC-9938-4C9D-833B-D7B6FE74F3D6}" presName="hierChild4" presStyleCnt="0"/>
      <dgm:spPr/>
    </dgm:pt>
    <dgm:pt modelId="{0DD17146-0F29-4885-9376-8A5705D23D4E}" type="pres">
      <dgm:prSet presAssocID="{82515DFC-9938-4C9D-833B-D7B6FE74F3D6}" presName="hierChild5" presStyleCnt="0"/>
      <dgm:spPr/>
    </dgm:pt>
    <dgm:pt modelId="{6EFE2593-CC3D-48DC-BCC0-D1893F82B6AA}" type="pres">
      <dgm:prSet presAssocID="{111B3508-DF67-4D45-82A6-7B60B4D41864}" presName="Name50" presStyleLbl="parChTrans1D2" presStyleIdx="1" presStyleCnt="4"/>
      <dgm:spPr/>
    </dgm:pt>
    <dgm:pt modelId="{EA46275C-D34E-4970-A919-7FB5FB0D832D}" type="pres">
      <dgm:prSet presAssocID="{22AAB52A-F50E-450E-A45B-AA76C6E60155}" presName="hierRoot2" presStyleCnt="0">
        <dgm:presLayoutVars>
          <dgm:hierBranch val="hang"/>
        </dgm:presLayoutVars>
      </dgm:prSet>
      <dgm:spPr/>
    </dgm:pt>
    <dgm:pt modelId="{33111035-7874-44A3-98C1-D4AC0AF8792D}" type="pres">
      <dgm:prSet presAssocID="{22AAB52A-F50E-450E-A45B-AA76C6E60155}" presName="rootComposite" presStyleCnt="0"/>
      <dgm:spPr/>
    </dgm:pt>
    <dgm:pt modelId="{BE33DF6D-96DD-447A-A304-E5B66ED4DEA0}" type="pres">
      <dgm:prSet presAssocID="{22AAB52A-F50E-450E-A45B-AA76C6E60155}" presName="rootText" presStyleLbl="node2" presStyleIdx="1" presStyleCnt="4">
        <dgm:presLayoutVars>
          <dgm:chPref val="3"/>
        </dgm:presLayoutVars>
      </dgm:prSet>
      <dgm:spPr/>
    </dgm:pt>
    <dgm:pt modelId="{609F4C0D-78CC-42E2-8EC6-ACCF5277829F}" type="pres">
      <dgm:prSet presAssocID="{22AAB52A-F50E-450E-A45B-AA76C6E60155}" presName="rootConnector" presStyleLbl="node2" presStyleIdx="1" presStyleCnt="4"/>
      <dgm:spPr/>
    </dgm:pt>
    <dgm:pt modelId="{21DB5F9D-117E-4396-A921-BD0D18829365}" type="pres">
      <dgm:prSet presAssocID="{22AAB52A-F50E-450E-A45B-AA76C6E60155}" presName="hierChild4" presStyleCnt="0"/>
      <dgm:spPr/>
    </dgm:pt>
    <dgm:pt modelId="{97D7E093-B9EA-413B-A30F-D5DDB8799B63}" type="pres">
      <dgm:prSet presAssocID="{22AAB52A-F50E-450E-A45B-AA76C6E60155}" presName="hierChild5" presStyleCnt="0"/>
      <dgm:spPr/>
    </dgm:pt>
    <dgm:pt modelId="{9C366BDD-856B-4056-BBD3-305FB5597B48}" type="pres">
      <dgm:prSet presAssocID="{86DE88F2-294A-4115-84C3-C5184D2A46BC}" presName="Name50" presStyleLbl="parChTrans1D2" presStyleIdx="2" presStyleCnt="4"/>
      <dgm:spPr/>
    </dgm:pt>
    <dgm:pt modelId="{E1C1EE4D-B15C-4C99-976C-0E9F4E125F26}" type="pres">
      <dgm:prSet presAssocID="{17D6D117-F00F-47D1-B3D6-6FFCC50F7349}" presName="hierRoot2" presStyleCnt="0">
        <dgm:presLayoutVars>
          <dgm:hierBranch val="init"/>
        </dgm:presLayoutVars>
      </dgm:prSet>
      <dgm:spPr/>
    </dgm:pt>
    <dgm:pt modelId="{C6C5C635-1F8E-4B6E-863E-FFE3A0D22390}" type="pres">
      <dgm:prSet presAssocID="{17D6D117-F00F-47D1-B3D6-6FFCC50F7349}" presName="rootComposite" presStyleCnt="0"/>
      <dgm:spPr/>
    </dgm:pt>
    <dgm:pt modelId="{B9E8338E-8EF7-4889-83CE-FC25BACB55F5}" type="pres">
      <dgm:prSet presAssocID="{17D6D117-F00F-47D1-B3D6-6FFCC50F7349}" presName="rootText" presStyleLbl="node2" presStyleIdx="2" presStyleCnt="4">
        <dgm:presLayoutVars>
          <dgm:chPref val="3"/>
        </dgm:presLayoutVars>
      </dgm:prSet>
      <dgm:spPr/>
    </dgm:pt>
    <dgm:pt modelId="{92BB879F-2C3D-4257-A7C0-E0F22E789E49}" type="pres">
      <dgm:prSet presAssocID="{17D6D117-F00F-47D1-B3D6-6FFCC50F7349}" presName="rootConnector" presStyleLbl="node2" presStyleIdx="2" presStyleCnt="4"/>
      <dgm:spPr/>
    </dgm:pt>
    <dgm:pt modelId="{7A50984A-ABBD-4473-A602-679026739951}" type="pres">
      <dgm:prSet presAssocID="{17D6D117-F00F-47D1-B3D6-6FFCC50F7349}" presName="hierChild4" presStyleCnt="0"/>
      <dgm:spPr/>
    </dgm:pt>
    <dgm:pt modelId="{CB03A0D0-5376-4FF8-97A4-166BD4AC5A62}" type="pres">
      <dgm:prSet presAssocID="{17D6D117-F00F-47D1-B3D6-6FFCC50F7349}" presName="hierChild5" presStyleCnt="0"/>
      <dgm:spPr/>
    </dgm:pt>
    <dgm:pt modelId="{0793F8DC-C4C5-4D13-88FF-0F2B327C225F}" type="pres">
      <dgm:prSet presAssocID="{46B4C223-E04B-44ED-A5BF-A7C6425A4EE2}" presName="Name50" presStyleLbl="parChTrans1D2" presStyleIdx="3" presStyleCnt="4"/>
      <dgm:spPr/>
    </dgm:pt>
    <dgm:pt modelId="{FB490E51-A6EF-4AC5-BDE8-09BF6B38956E}" type="pres">
      <dgm:prSet presAssocID="{43F4FB20-4B48-451A-9911-310D6BA7AD48}" presName="hierRoot2" presStyleCnt="0">
        <dgm:presLayoutVars>
          <dgm:hierBranch val="init"/>
        </dgm:presLayoutVars>
      </dgm:prSet>
      <dgm:spPr/>
    </dgm:pt>
    <dgm:pt modelId="{B0ABBAF0-B285-41BB-8D97-9151246B7567}" type="pres">
      <dgm:prSet presAssocID="{43F4FB20-4B48-451A-9911-310D6BA7AD48}" presName="rootComposite" presStyleCnt="0"/>
      <dgm:spPr/>
    </dgm:pt>
    <dgm:pt modelId="{B180F919-E3CC-47B1-8555-CFE180D2DDDC}" type="pres">
      <dgm:prSet presAssocID="{43F4FB20-4B48-451A-9911-310D6BA7AD48}" presName="rootText" presStyleLbl="node2" presStyleIdx="3" presStyleCnt="4">
        <dgm:presLayoutVars>
          <dgm:chPref val="3"/>
        </dgm:presLayoutVars>
      </dgm:prSet>
      <dgm:spPr/>
    </dgm:pt>
    <dgm:pt modelId="{9F7403C7-DE50-434A-B6FE-4179A87301DE}" type="pres">
      <dgm:prSet presAssocID="{43F4FB20-4B48-451A-9911-310D6BA7AD48}" presName="rootConnector" presStyleLbl="node2" presStyleIdx="3" presStyleCnt="4"/>
      <dgm:spPr/>
    </dgm:pt>
    <dgm:pt modelId="{3DB5C4D3-8D20-47C7-A1C6-B463AA71AFFD}" type="pres">
      <dgm:prSet presAssocID="{43F4FB20-4B48-451A-9911-310D6BA7AD48}" presName="hierChild4" presStyleCnt="0"/>
      <dgm:spPr/>
    </dgm:pt>
    <dgm:pt modelId="{36CEEC0F-D5E3-4082-ABAF-07F65905FC8D}" type="pres">
      <dgm:prSet presAssocID="{43F4FB20-4B48-451A-9911-310D6BA7AD48}" presName="hierChild5" presStyleCnt="0"/>
      <dgm:spPr/>
    </dgm:pt>
    <dgm:pt modelId="{66E2B9BB-C2ED-4F7B-9EC9-34B1CA697405}" type="pres">
      <dgm:prSet presAssocID="{780E2C17-7959-4BE4-B5B9-2AF6E7CE28C3}" presName="hierChild3" presStyleCnt="0"/>
      <dgm:spPr/>
    </dgm:pt>
  </dgm:ptLst>
  <dgm:cxnLst>
    <dgm:cxn modelId="{AE8F6902-3141-42DA-852E-E9FA29982FC3}" type="presOf" srcId="{43F4FB20-4B48-451A-9911-310D6BA7AD48}" destId="{B180F919-E3CC-47B1-8555-CFE180D2DDDC}" srcOrd="0" destOrd="0" presId="urn:microsoft.com/office/officeart/2005/8/layout/orgChart1"/>
    <dgm:cxn modelId="{29062A15-B8C0-4A89-B52A-56429F129235}" type="presOf" srcId="{82515DFC-9938-4C9D-833B-D7B6FE74F3D6}" destId="{B36F738C-DABB-499F-A586-6245E56F73A4}" srcOrd="0" destOrd="0" presId="urn:microsoft.com/office/officeart/2005/8/layout/orgChart1"/>
    <dgm:cxn modelId="{D3C15631-C6AA-431A-8019-B6CB89E454D1}" srcId="{9806DEA8-F325-4BC2-BE52-585E2948CFB3}" destId="{780E2C17-7959-4BE4-B5B9-2AF6E7CE28C3}" srcOrd="0" destOrd="0" parTransId="{2512B4B8-6636-4906-9597-60AD45FC6AB8}" sibTransId="{DBC20B37-8FA3-4069-9306-016BCE515DEB}"/>
    <dgm:cxn modelId="{46BD0B34-CC00-4D98-BC4E-F6437768A9CC}" type="presOf" srcId="{780E2C17-7959-4BE4-B5B9-2AF6E7CE28C3}" destId="{443C4E00-CF1A-4D68-8F14-C76BD29645C6}" srcOrd="0" destOrd="0" presId="urn:microsoft.com/office/officeart/2005/8/layout/orgChart1"/>
    <dgm:cxn modelId="{86899A5C-F74C-4F19-AAA5-4ECE56DFB228}" type="presOf" srcId="{82515DFC-9938-4C9D-833B-D7B6FE74F3D6}" destId="{14012CE9-2525-49DB-825E-72030D160490}" srcOrd="1" destOrd="0" presId="urn:microsoft.com/office/officeart/2005/8/layout/orgChart1"/>
    <dgm:cxn modelId="{5F056D41-9835-4E54-AA35-B4A26DC9F848}" type="presOf" srcId="{22AAB52A-F50E-450E-A45B-AA76C6E60155}" destId="{609F4C0D-78CC-42E2-8EC6-ACCF5277829F}" srcOrd="1" destOrd="0" presId="urn:microsoft.com/office/officeart/2005/8/layout/orgChart1"/>
    <dgm:cxn modelId="{F1D19263-CF76-401C-B70C-8FF6928FD805}" type="presOf" srcId="{22AAB52A-F50E-450E-A45B-AA76C6E60155}" destId="{BE33DF6D-96DD-447A-A304-E5B66ED4DEA0}" srcOrd="0" destOrd="0" presId="urn:microsoft.com/office/officeart/2005/8/layout/orgChart1"/>
    <dgm:cxn modelId="{958A0B44-186E-4955-A824-9415A2CBC3FE}" type="presOf" srcId="{46B4C223-E04B-44ED-A5BF-A7C6425A4EE2}" destId="{0793F8DC-C4C5-4D13-88FF-0F2B327C225F}" srcOrd="0" destOrd="0" presId="urn:microsoft.com/office/officeart/2005/8/layout/orgChart1"/>
    <dgm:cxn modelId="{784CF644-02D9-493A-B4BC-06CD506001B7}" type="presOf" srcId="{17D6D117-F00F-47D1-B3D6-6FFCC50F7349}" destId="{92BB879F-2C3D-4257-A7C0-E0F22E789E49}" srcOrd="1" destOrd="0" presId="urn:microsoft.com/office/officeart/2005/8/layout/orgChart1"/>
    <dgm:cxn modelId="{4BAD9B4D-358A-42C9-9508-0532453A544E}" type="presOf" srcId="{43F4FB20-4B48-451A-9911-310D6BA7AD48}" destId="{9F7403C7-DE50-434A-B6FE-4179A87301DE}" srcOrd="1" destOrd="0" presId="urn:microsoft.com/office/officeart/2005/8/layout/orgChart1"/>
    <dgm:cxn modelId="{AEC67096-20FC-480D-97F0-F2F564BD9E8A}" srcId="{780E2C17-7959-4BE4-B5B9-2AF6E7CE28C3}" destId="{22AAB52A-F50E-450E-A45B-AA76C6E60155}" srcOrd="1" destOrd="0" parTransId="{111B3508-DF67-4D45-82A6-7B60B4D41864}" sibTransId="{773A98D1-1721-4740-BBBC-EE4ECE532058}"/>
    <dgm:cxn modelId="{58FC9A9D-F2A7-4AA8-A3AB-70B106B38E18}" type="presOf" srcId="{86DE88F2-294A-4115-84C3-C5184D2A46BC}" destId="{9C366BDD-856B-4056-BBD3-305FB5597B48}" srcOrd="0" destOrd="0" presId="urn:microsoft.com/office/officeart/2005/8/layout/orgChart1"/>
    <dgm:cxn modelId="{544C879F-65F0-46A5-B7C0-8D1A458F62F9}" srcId="{780E2C17-7959-4BE4-B5B9-2AF6E7CE28C3}" destId="{82515DFC-9938-4C9D-833B-D7B6FE74F3D6}" srcOrd="0" destOrd="0" parTransId="{81AD3CE4-69FA-4B9E-BB3B-4FF1EB31E2BF}" sibTransId="{3ABDE96B-50C5-4FE4-A81A-4FB2FAAAAFA5}"/>
    <dgm:cxn modelId="{254DE1A0-93F7-456A-BF5F-63A55BC5F755}" type="presOf" srcId="{9806DEA8-F325-4BC2-BE52-585E2948CFB3}" destId="{FC0D5DA3-7F08-40C9-A39B-512D9ACDB8BB}" srcOrd="0" destOrd="0" presId="urn:microsoft.com/office/officeart/2005/8/layout/orgChart1"/>
    <dgm:cxn modelId="{E4FC48A8-A173-4B86-8340-15C5437082AF}" type="presOf" srcId="{780E2C17-7959-4BE4-B5B9-2AF6E7CE28C3}" destId="{D8C7C2D4-D2CD-40B0-BA04-DD09BB165A5E}" srcOrd="1" destOrd="0" presId="urn:microsoft.com/office/officeart/2005/8/layout/orgChart1"/>
    <dgm:cxn modelId="{EB79CCAE-4CDF-45E1-9D86-463E2B5C1BAB}" srcId="{780E2C17-7959-4BE4-B5B9-2AF6E7CE28C3}" destId="{43F4FB20-4B48-451A-9911-310D6BA7AD48}" srcOrd="3" destOrd="0" parTransId="{46B4C223-E04B-44ED-A5BF-A7C6425A4EE2}" sibTransId="{6099B9F8-5D26-412F-9E9F-502C1F471998}"/>
    <dgm:cxn modelId="{0457DCD9-0A5F-484E-851A-79DA3C8F99EE}" type="presOf" srcId="{81AD3CE4-69FA-4B9E-BB3B-4FF1EB31E2BF}" destId="{41531471-616A-4BBF-9AED-0B7C2952FA94}" srcOrd="0" destOrd="0" presId="urn:microsoft.com/office/officeart/2005/8/layout/orgChart1"/>
    <dgm:cxn modelId="{EEFE46E2-E12A-471B-99A3-66294881706C}" type="presOf" srcId="{17D6D117-F00F-47D1-B3D6-6FFCC50F7349}" destId="{B9E8338E-8EF7-4889-83CE-FC25BACB55F5}" srcOrd="0" destOrd="0" presId="urn:microsoft.com/office/officeart/2005/8/layout/orgChart1"/>
    <dgm:cxn modelId="{4BBD7AE5-1B57-4EDA-ABC2-246D8D1D81F8}" type="presOf" srcId="{111B3508-DF67-4D45-82A6-7B60B4D41864}" destId="{6EFE2593-CC3D-48DC-BCC0-D1893F82B6AA}" srcOrd="0" destOrd="0" presId="urn:microsoft.com/office/officeart/2005/8/layout/orgChart1"/>
    <dgm:cxn modelId="{D3A657ED-3A47-4204-885B-5A0090204E64}" srcId="{780E2C17-7959-4BE4-B5B9-2AF6E7CE28C3}" destId="{17D6D117-F00F-47D1-B3D6-6FFCC50F7349}" srcOrd="2" destOrd="0" parTransId="{86DE88F2-294A-4115-84C3-C5184D2A46BC}" sibTransId="{99CF4A4F-0FD8-4FA9-AFDC-98BB20E9E945}"/>
    <dgm:cxn modelId="{77D99D9D-7ECE-4029-9789-459AB3CF3A63}" type="presParOf" srcId="{FC0D5DA3-7F08-40C9-A39B-512D9ACDB8BB}" destId="{928F0CEA-EB96-4E4C-94AD-1B884C902E6B}" srcOrd="0" destOrd="0" presId="urn:microsoft.com/office/officeart/2005/8/layout/orgChart1"/>
    <dgm:cxn modelId="{49832A47-34F7-4DEE-BA52-8274BBF3ED8B}" type="presParOf" srcId="{928F0CEA-EB96-4E4C-94AD-1B884C902E6B}" destId="{35E1CEA7-BA21-443F-8515-4E8087A31C4C}" srcOrd="0" destOrd="0" presId="urn:microsoft.com/office/officeart/2005/8/layout/orgChart1"/>
    <dgm:cxn modelId="{E9F4530C-5D67-419D-B50E-4C775641FE94}" type="presParOf" srcId="{35E1CEA7-BA21-443F-8515-4E8087A31C4C}" destId="{443C4E00-CF1A-4D68-8F14-C76BD29645C6}" srcOrd="0" destOrd="0" presId="urn:microsoft.com/office/officeart/2005/8/layout/orgChart1"/>
    <dgm:cxn modelId="{9721623E-3DA4-4857-BD0F-C2B817807EF1}" type="presParOf" srcId="{35E1CEA7-BA21-443F-8515-4E8087A31C4C}" destId="{D8C7C2D4-D2CD-40B0-BA04-DD09BB165A5E}" srcOrd="1" destOrd="0" presId="urn:microsoft.com/office/officeart/2005/8/layout/orgChart1"/>
    <dgm:cxn modelId="{A8051B63-C53A-4B36-B4F3-B06D7E28FC8B}" type="presParOf" srcId="{928F0CEA-EB96-4E4C-94AD-1B884C902E6B}" destId="{3256175A-E3D2-473D-8CC2-26AE8A5E33E6}" srcOrd="1" destOrd="0" presId="urn:microsoft.com/office/officeart/2005/8/layout/orgChart1"/>
    <dgm:cxn modelId="{3469FF1C-BEF4-41CE-8061-9BBF22A1EF80}" type="presParOf" srcId="{3256175A-E3D2-473D-8CC2-26AE8A5E33E6}" destId="{41531471-616A-4BBF-9AED-0B7C2952FA94}" srcOrd="0" destOrd="0" presId="urn:microsoft.com/office/officeart/2005/8/layout/orgChart1"/>
    <dgm:cxn modelId="{96F3581A-D198-4D0A-B896-599740EEF859}" type="presParOf" srcId="{3256175A-E3D2-473D-8CC2-26AE8A5E33E6}" destId="{13ADB56E-8FDF-491C-8B29-1722087AD486}" srcOrd="1" destOrd="0" presId="urn:microsoft.com/office/officeart/2005/8/layout/orgChart1"/>
    <dgm:cxn modelId="{56D30BCF-C5BC-4BE2-AEF6-AD04F12ED8A9}" type="presParOf" srcId="{13ADB56E-8FDF-491C-8B29-1722087AD486}" destId="{0985C86D-1B69-41D2-8B15-597C53B6120C}" srcOrd="0" destOrd="0" presId="urn:microsoft.com/office/officeart/2005/8/layout/orgChart1"/>
    <dgm:cxn modelId="{2880BFAB-8C0B-420A-A6DE-277E6FC1DEE7}" type="presParOf" srcId="{0985C86D-1B69-41D2-8B15-597C53B6120C}" destId="{B36F738C-DABB-499F-A586-6245E56F73A4}" srcOrd="0" destOrd="0" presId="urn:microsoft.com/office/officeart/2005/8/layout/orgChart1"/>
    <dgm:cxn modelId="{183591B6-AE06-4180-BFB0-2397B030964C}" type="presParOf" srcId="{0985C86D-1B69-41D2-8B15-597C53B6120C}" destId="{14012CE9-2525-49DB-825E-72030D160490}" srcOrd="1" destOrd="0" presId="urn:microsoft.com/office/officeart/2005/8/layout/orgChart1"/>
    <dgm:cxn modelId="{C1628E81-59F2-420F-8B46-EFA71CA20DA9}" type="presParOf" srcId="{13ADB56E-8FDF-491C-8B29-1722087AD486}" destId="{342643D6-E3A6-4A57-B9DD-0781D8759EFC}" srcOrd="1" destOrd="0" presId="urn:microsoft.com/office/officeart/2005/8/layout/orgChart1"/>
    <dgm:cxn modelId="{48ECA569-66EC-4466-96DA-CAF9583735F5}" type="presParOf" srcId="{13ADB56E-8FDF-491C-8B29-1722087AD486}" destId="{0DD17146-0F29-4885-9376-8A5705D23D4E}" srcOrd="2" destOrd="0" presId="urn:microsoft.com/office/officeart/2005/8/layout/orgChart1"/>
    <dgm:cxn modelId="{07E0540F-4C4D-4CC7-A71B-E5401D741272}" type="presParOf" srcId="{3256175A-E3D2-473D-8CC2-26AE8A5E33E6}" destId="{6EFE2593-CC3D-48DC-BCC0-D1893F82B6AA}" srcOrd="2" destOrd="0" presId="urn:microsoft.com/office/officeart/2005/8/layout/orgChart1"/>
    <dgm:cxn modelId="{01A81705-AF93-4C67-B341-6F46ACADA66B}" type="presParOf" srcId="{3256175A-E3D2-473D-8CC2-26AE8A5E33E6}" destId="{EA46275C-D34E-4970-A919-7FB5FB0D832D}" srcOrd="3" destOrd="0" presId="urn:microsoft.com/office/officeart/2005/8/layout/orgChart1"/>
    <dgm:cxn modelId="{A4C0FD1A-5961-47D4-AF46-1D8407A41014}" type="presParOf" srcId="{EA46275C-D34E-4970-A919-7FB5FB0D832D}" destId="{33111035-7874-44A3-98C1-D4AC0AF8792D}" srcOrd="0" destOrd="0" presId="urn:microsoft.com/office/officeart/2005/8/layout/orgChart1"/>
    <dgm:cxn modelId="{DED1D5C5-A67D-451F-AED0-626AE58654D9}" type="presParOf" srcId="{33111035-7874-44A3-98C1-D4AC0AF8792D}" destId="{BE33DF6D-96DD-447A-A304-E5B66ED4DEA0}" srcOrd="0" destOrd="0" presId="urn:microsoft.com/office/officeart/2005/8/layout/orgChart1"/>
    <dgm:cxn modelId="{998392FA-1184-4A8F-835C-84E4AAE524A5}" type="presParOf" srcId="{33111035-7874-44A3-98C1-D4AC0AF8792D}" destId="{609F4C0D-78CC-42E2-8EC6-ACCF5277829F}" srcOrd="1" destOrd="0" presId="urn:microsoft.com/office/officeart/2005/8/layout/orgChart1"/>
    <dgm:cxn modelId="{FFAB25A1-D903-43D1-B11D-BA04285122B3}" type="presParOf" srcId="{EA46275C-D34E-4970-A919-7FB5FB0D832D}" destId="{21DB5F9D-117E-4396-A921-BD0D18829365}" srcOrd="1" destOrd="0" presId="urn:microsoft.com/office/officeart/2005/8/layout/orgChart1"/>
    <dgm:cxn modelId="{153983C7-3578-4064-A52B-721DE9D72524}" type="presParOf" srcId="{EA46275C-D34E-4970-A919-7FB5FB0D832D}" destId="{97D7E093-B9EA-413B-A30F-D5DDB8799B63}" srcOrd="2" destOrd="0" presId="urn:microsoft.com/office/officeart/2005/8/layout/orgChart1"/>
    <dgm:cxn modelId="{DD7C55D7-D92D-4E7C-837E-DD7F9478FD02}" type="presParOf" srcId="{3256175A-E3D2-473D-8CC2-26AE8A5E33E6}" destId="{9C366BDD-856B-4056-BBD3-305FB5597B48}" srcOrd="4" destOrd="0" presId="urn:microsoft.com/office/officeart/2005/8/layout/orgChart1"/>
    <dgm:cxn modelId="{9735D60C-8FE2-4150-A34C-2DDD8910BFF9}" type="presParOf" srcId="{3256175A-E3D2-473D-8CC2-26AE8A5E33E6}" destId="{E1C1EE4D-B15C-4C99-976C-0E9F4E125F26}" srcOrd="5" destOrd="0" presId="urn:microsoft.com/office/officeart/2005/8/layout/orgChart1"/>
    <dgm:cxn modelId="{707F1FD7-A76D-40D6-834C-46A9F58A9228}" type="presParOf" srcId="{E1C1EE4D-B15C-4C99-976C-0E9F4E125F26}" destId="{C6C5C635-1F8E-4B6E-863E-FFE3A0D22390}" srcOrd="0" destOrd="0" presId="urn:microsoft.com/office/officeart/2005/8/layout/orgChart1"/>
    <dgm:cxn modelId="{E53AE40C-1FB0-4A68-852A-F8A76FBE4CDA}" type="presParOf" srcId="{C6C5C635-1F8E-4B6E-863E-FFE3A0D22390}" destId="{B9E8338E-8EF7-4889-83CE-FC25BACB55F5}" srcOrd="0" destOrd="0" presId="urn:microsoft.com/office/officeart/2005/8/layout/orgChart1"/>
    <dgm:cxn modelId="{F8610E99-F39C-4DE4-AFA2-9018B2BF8AF2}" type="presParOf" srcId="{C6C5C635-1F8E-4B6E-863E-FFE3A0D22390}" destId="{92BB879F-2C3D-4257-A7C0-E0F22E789E49}" srcOrd="1" destOrd="0" presId="urn:microsoft.com/office/officeart/2005/8/layout/orgChart1"/>
    <dgm:cxn modelId="{B5F35EAE-9F34-4E46-B5F8-5A6FA47C30F9}" type="presParOf" srcId="{E1C1EE4D-B15C-4C99-976C-0E9F4E125F26}" destId="{7A50984A-ABBD-4473-A602-679026739951}" srcOrd="1" destOrd="0" presId="urn:microsoft.com/office/officeart/2005/8/layout/orgChart1"/>
    <dgm:cxn modelId="{ADC35FF1-B6C0-4AD1-B374-6E7C37A6C87F}" type="presParOf" srcId="{E1C1EE4D-B15C-4C99-976C-0E9F4E125F26}" destId="{CB03A0D0-5376-4FF8-97A4-166BD4AC5A62}" srcOrd="2" destOrd="0" presId="urn:microsoft.com/office/officeart/2005/8/layout/orgChart1"/>
    <dgm:cxn modelId="{795827BA-BF14-4D75-B290-618D06F9F852}" type="presParOf" srcId="{3256175A-E3D2-473D-8CC2-26AE8A5E33E6}" destId="{0793F8DC-C4C5-4D13-88FF-0F2B327C225F}" srcOrd="6" destOrd="0" presId="urn:microsoft.com/office/officeart/2005/8/layout/orgChart1"/>
    <dgm:cxn modelId="{7FA7AFF9-A2BB-4A43-98AA-F4BE0EE4FF22}" type="presParOf" srcId="{3256175A-E3D2-473D-8CC2-26AE8A5E33E6}" destId="{FB490E51-A6EF-4AC5-BDE8-09BF6B38956E}" srcOrd="7" destOrd="0" presId="urn:microsoft.com/office/officeart/2005/8/layout/orgChart1"/>
    <dgm:cxn modelId="{1253A730-0ABE-4D14-97A5-8FF67ED5D4B8}" type="presParOf" srcId="{FB490E51-A6EF-4AC5-BDE8-09BF6B38956E}" destId="{B0ABBAF0-B285-41BB-8D97-9151246B7567}" srcOrd="0" destOrd="0" presId="urn:microsoft.com/office/officeart/2005/8/layout/orgChart1"/>
    <dgm:cxn modelId="{11CB22BA-3EEC-44D0-A3DF-59EF370E09A1}" type="presParOf" srcId="{B0ABBAF0-B285-41BB-8D97-9151246B7567}" destId="{B180F919-E3CC-47B1-8555-CFE180D2DDDC}" srcOrd="0" destOrd="0" presId="urn:microsoft.com/office/officeart/2005/8/layout/orgChart1"/>
    <dgm:cxn modelId="{12334FC3-9E59-4AA2-A2F7-89A662F88733}" type="presParOf" srcId="{B0ABBAF0-B285-41BB-8D97-9151246B7567}" destId="{9F7403C7-DE50-434A-B6FE-4179A87301DE}" srcOrd="1" destOrd="0" presId="urn:microsoft.com/office/officeart/2005/8/layout/orgChart1"/>
    <dgm:cxn modelId="{2F81C005-7AAA-4C73-B339-073230BEECF4}" type="presParOf" srcId="{FB490E51-A6EF-4AC5-BDE8-09BF6B38956E}" destId="{3DB5C4D3-8D20-47C7-A1C6-B463AA71AFFD}" srcOrd="1" destOrd="0" presId="urn:microsoft.com/office/officeart/2005/8/layout/orgChart1"/>
    <dgm:cxn modelId="{B250E8AA-A213-4276-9516-C53833A8F42C}" type="presParOf" srcId="{FB490E51-A6EF-4AC5-BDE8-09BF6B38956E}" destId="{36CEEC0F-D5E3-4082-ABAF-07F65905FC8D}" srcOrd="2" destOrd="0" presId="urn:microsoft.com/office/officeart/2005/8/layout/orgChart1"/>
    <dgm:cxn modelId="{42ACD4B4-542F-45B5-B011-5752C5E20C13}" type="presParOf" srcId="{928F0CEA-EB96-4E4C-94AD-1B884C902E6B}" destId="{66E2B9BB-C2ED-4F7B-9EC9-34B1CA697405}"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3E24B07-8023-4E9F-8558-D5757EF64B7C}" type="doc">
      <dgm:prSet loTypeId="urn:microsoft.com/office/officeart/2005/8/layout/lProcess2" loCatId="relationship" qsTypeId="urn:microsoft.com/office/officeart/2005/8/quickstyle/simple1" qsCatId="simple" csTypeId="urn:microsoft.com/office/officeart/2005/8/colors/accent1_2" csCatId="accent1" phldr="1"/>
      <dgm:spPr/>
      <dgm:t>
        <a:bodyPr/>
        <a:lstStyle/>
        <a:p>
          <a:endParaRPr lang="en-US"/>
        </a:p>
      </dgm:t>
    </dgm:pt>
    <dgm:pt modelId="{0EDD2705-1EC9-49D2-AAF1-51B922F9F872}">
      <dgm:prSet phldrT="[Testo]" phldr="0"/>
      <dgm:spPr>
        <a:solidFill>
          <a:srgbClr val="FFFFFF"/>
        </a:solidFill>
        <a:ln>
          <a:noFill/>
        </a:ln>
        <a:effectLst/>
      </dgm:spPr>
      <dgm:t>
        <a:bodyPr spcFirstLastPara="0" vert="horz" wrap="square" lIns="110490" tIns="110490" rIns="110490" bIns="110490" numCol="1" spcCol="1270" anchor="ctr" anchorCtr="0"/>
        <a:lstStyle/>
        <a:p>
          <a:r>
            <a:rPr lang="en-US" noProof="0" dirty="0"/>
            <a:t>PROJECT COSTS</a:t>
          </a:r>
        </a:p>
      </dgm:t>
    </dgm:pt>
    <dgm:pt modelId="{FE291E26-70AA-430D-AD9A-677BC67532B2}" type="parTrans" cxnId="{6F9B7315-4C4D-4FE7-9BDF-24A5A860E09F}">
      <dgm:prSet/>
      <dgm:spPr/>
      <dgm:t>
        <a:bodyPr/>
        <a:lstStyle/>
        <a:p>
          <a:endParaRPr lang="en-US"/>
        </a:p>
      </dgm:t>
    </dgm:pt>
    <dgm:pt modelId="{0D203B44-E890-4582-A7AB-913F2DF9560B}" type="sibTrans" cxnId="{6F9B7315-4C4D-4FE7-9BDF-24A5A860E09F}">
      <dgm:prSet/>
      <dgm:spPr/>
      <dgm:t>
        <a:bodyPr/>
        <a:lstStyle/>
        <a:p>
          <a:endParaRPr lang="en-US"/>
        </a:p>
      </dgm:t>
    </dgm:pt>
    <dgm:pt modelId="{40247257-1661-41DF-BC3F-06F46A6295A5}">
      <dgm:prSet phldrT="[Testo]" phldr="0" custT="1"/>
      <dgm:spPr>
        <a:solidFill>
          <a:srgbClr val="FFFFFF"/>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gm:t>
    </dgm:pt>
    <dgm:pt modelId="{3A7275C9-712F-4B17-AFF6-999AA376CDC3}" type="parTrans" cxnId="{77C89C14-F95F-4C23-AC9D-A823EDE879A1}">
      <dgm:prSet/>
      <dgm:spPr/>
      <dgm:t>
        <a:bodyPr/>
        <a:lstStyle/>
        <a:p>
          <a:endParaRPr lang="en-US"/>
        </a:p>
      </dgm:t>
    </dgm:pt>
    <dgm:pt modelId="{4028B860-EC01-437C-B432-329C9508DDD3}" type="sibTrans" cxnId="{77C89C14-F95F-4C23-AC9D-A823EDE879A1}">
      <dgm:prSet/>
      <dgm:spPr/>
      <dgm:t>
        <a:bodyPr/>
        <a:lstStyle/>
        <a:p>
          <a:endParaRPr lang="en-US"/>
        </a:p>
      </dgm:t>
    </dgm:pt>
    <dgm:pt modelId="{B7CD8660-A82F-447D-981C-5B2CDD5A8369}">
      <dgm:prSet phldrT="[Testo]" phldr="0"/>
      <dgm:spPr>
        <a:solidFill>
          <a:schemeClr val="bg1"/>
        </a:solidFill>
      </dgm:spPr>
      <dgm:t>
        <a:bodyPr/>
        <a:lstStyle/>
        <a:p>
          <a:r>
            <a:rPr lang="en-US" noProof="0" dirty="0"/>
            <a:t>PROJECT BENEFITS</a:t>
          </a:r>
        </a:p>
      </dgm:t>
    </dgm:pt>
    <dgm:pt modelId="{DA0ADC67-94DA-47B4-925C-34E9536CB64E}" type="parTrans" cxnId="{73156E65-F5A1-41F7-9BD2-1D4703F0A086}">
      <dgm:prSet/>
      <dgm:spPr/>
      <dgm:t>
        <a:bodyPr/>
        <a:lstStyle/>
        <a:p>
          <a:endParaRPr lang="en-US"/>
        </a:p>
      </dgm:t>
    </dgm:pt>
    <dgm:pt modelId="{3C044498-3F6D-402D-9762-6023A330B361}" type="sibTrans" cxnId="{73156E65-F5A1-41F7-9BD2-1D4703F0A086}">
      <dgm:prSet/>
      <dgm:spPr/>
      <dgm:t>
        <a:bodyPr/>
        <a:lstStyle/>
        <a:p>
          <a:endParaRPr lang="en-US"/>
        </a:p>
      </dgm:t>
    </dgm:pt>
    <dgm:pt modelId="{70BD055E-0DFC-4950-B235-7DC159BBCEB6}">
      <dgm:prSet phldrT="[Testo]" phldr="0"/>
      <dgm:spPr>
        <a:solidFill>
          <a:schemeClr val="bg1"/>
        </a:solidFill>
        <a:ln>
          <a:solidFill>
            <a:schemeClr val="tx1"/>
          </a:solidFill>
        </a:ln>
      </dgm:spPr>
      <dgm:t>
        <a:bodyPr/>
        <a:lstStyle/>
        <a:p>
          <a:r>
            <a:rPr lang="en-US" noProof="0" dirty="0">
              <a:solidFill>
                <a:schemeClr val="tx1"/>
              </a:solidFill>
            </a:rPr>
            <a:t>MANAGEMENT VALUE</a:t>
          </a:r>
        </a:p>
      </dgm:t>
    </dgm:pt>
    <dgm:pt modelId="{0734A025-155A-4DF3-9FD4-45839BB17D47}" type="parTrans" cxnId="{E59AF15B-0B55-4647-99A8-BE933C316641}">
      <dgm:prSet/>
      <dgm:spPr/>
      <dgm:t>
        <a:bodyPr/>
        <a:lstStyle/>
        <a:p>
          <a:endParaRPr lang="en-US"/>
        </a:p>
      </dgm:t>
    </dgm:pt>
    <dgm:pt modelId="{4DBD1A0B-50A9-4AA5-BCD1-B3697DD249F2}" type="sibTrans" cxnId="{E59AF15B-0B55-4647-99A8-BE933C316641}">
      <dgm:prSet/>
      <dgm:spPr/>
      <dgm:t>
        <a:bodyPr/>
        <a:lstStyle/>
        <a:p>
          <a:endParaRPr lang="en-US"/>
        </a:p>
      </dgm:t>
    </dgm:pt>
    <dgm:pt modelId="{BC73DC96-EFBB-441A-8E7E-3B8F200AC53F}">
      <dgm:prSet phldrT="[Testo]" phldr="0"/>
      <dgm:spPr>
        <a:solidFill>
          <a:schemeClr val="bg1"/>
        </a:solidFill>
      </dgm:spPr>
      <dgm:t>
        <a:bodyPr/>
        <a:lstStyle/>
        <a:p>
          <a:r>
            <a:rPr lang="en-US" noProof="0" dirty="0"/>
            <a:t>PROJECT VALUE </a:t>
          </a:r>
        </a:p>
      </dgm:t>
    </dgm:pt>
    <dgm:pt modelId="{4B5681AE-F226-4F2E-AFE0-9E18D323D105}" type="parTrans" cxnId="{99565E4D-276A-47CC-9B4B-6B89C1CBD94F}">
      <dgm:prSet/>
      <dgm:spPr/>
      <dgm:t>
        <a:bodyPr/>
        <a:lstStyle/>
        <a:p>
          <a:endParaRPr lang="en-US"/>
        </a:p>
      </dgm:t>
    </dgm:pt>
    <dgm:pt modelId="{FA16ACC7-ED9B-4BC1-8373-51F1B367EC62}" type="sibTrans" cxnId="{99565E4D-276A-47CC-9B4B-6B89C1CBD94F}">
      <dgm:prSet/>
      <dgm:spPr/>
      <dgm:t>
        <a:bodyPr/>
        <a:lstStyle/>
        <a:p>
          <a:endParaRPr lang="en-US"/>
        </a:p>
      </dgm:t>
    </dgm:pt>
    <dgm:pt modelId="{7040C883-EDB3-4AAE-AB28-202EE2F51F55}">
      <dgm:prSet phldrT="[Testo]" phldr="0"/>
      <dgm:spPr>
        <a:solidFill>
          <a:schemeClr val="bg1"/>
        </a:solidFill>
        <a:ln>
          <a:solidFill>
            <a:schemeClr val="tx1"/>
          </a:solidFill>
        </a:ln>
      </dgm:spPr>
      <dgm:t>
        <a:bodyPr/>
        <a:lstStyle/>
        <a:p>
          <a:r>
            <a:rPr lang="en-US" noProof="0" dirty="0">
              <a:solidFill>
                <a:schemeClr val="tx1"/>
              </a:solidFill>
            </a:rPr>
            <a:t>FINANCIAL APPROACH</a:t>
          </a:r>
        </a:p>
      </dgm:t>
    </dgm:pt>
    <dgm:pt modelId="{6DC40519-C77F-4FE6-A052-A43989E415E0}" type="parTrans" cxnId="{8A729E58-D6AF-4B4B-B526-57F6452B5D70}">
      <dgm:prSet/>
      <dgm:spPr/>
      <dgm:t>
        <a:bodyPr/>
        <a:lstStyle/>
        <a:p>
          <a:endParaRPr lang="en-US"/>
        </a:p>
      </dgm:t>
    </dgm:pt>
    <dgm:pt modelId="{EF272F0E-8723-4BDB-82EF-6563D24EBF72}" type="sibTrans" cxnId="{8A729E58-D6AF-4B4B-B526-57F6452B5D70}">
      <dgm:prSet/>
      <dgm:spPr/>
      <dgm:t>
        <a:bodyPr/>
        <a:lstStyle/>
        <a:p>
          <a:endParaRPr lang="en-US"/>
        </a:p>
      </dgm:t>
    </dgm:pt>
    <dgm:pt modelId="{2FDF8BA5-1F79-43D5-82D8-297F548F3542}">
      <dgm:prSet phldrT="[Testo]" phldr="0"/>
      <dgm:spPr>
        <a:solidFill>
          <a:schemeClr val="bg1"/>
        </a:solidFill>
        <a:ln>
          <a:solidFill>
            <a:schemeClr val="tx1"/>
          </a:solidFill>
        </a:ln>
      </dgm:spPr>
      <dgm:t>
        <a:bodyPr/>
        <a:lstStyle/>
        <a:p>
          <a:r>
            <a:rPr lang="en-US" noProof="0" dirty="0">
              <a:solidFill>
                <a:schemeClr val="tx1"/>
              </a:solidFill>
            </a:rPr>
            <a:t>INFRASTRUCTURE</a:t>
          </a:r>
        </a:p>
      </dgm:t>
    </dgm:pt>
    <dgm:pt modelId="{C9CE1DAB-9AB3-43AA-B607-9893A42F86F7}" type="parTrans" cxnId="{F6BFC237-7436-498A-93BD-73510B631561}">
      <dgm:prSet/>
      <dgm:spPr/>
      <dgm:t>
        <a:bodyPr/>
        <a:lstStyle/>
        <a:p>
          <a:endParaRPr lang="en-US"/>
        </a:p>
      </dgm:t>
    </dgm:pt>
    <dgm:pt modelId="{ACDBB275-B531-41A6-9E60-709957573E9F}" type="sibTrans" cxnId="{F6BFC237-7436-498A-93BD-73510B631561}">
      <dgm:prSet/>
      <dgm:spPr/>
      <dgm:t>
        <a:bodyPr/>
        <a:lstStyle/>
        <a:p>
          <a:endParaRPr lang="en-US"/>
        </a:p>
      </dgm:t>
    </dgm:pt>
    <dgm:pt modelId="{6BEBF612-AC28-4281-829A-886742483343}">
      <dgm:prSet phldrT="[Testo]" phldr="0" custT="1"/>
      <dgm:spPr>
        <a:solidFill>
          <a:schemeClr val="bg1"/>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BUSINESS</a:t>
          </a:r>
        </a:p>
      </dgm:t>
    </dgm:pt>
    <dgm:pt modelId="{E18DC705-3A47-4D42-9974-13148F5BDD9B}" type="parTrans" cxnId="{BA000ECF-19AD-4366-85A9-411D81A739F5}">
      <dgm:prSet/>
      <dgm:spPr/>
      <dgm:t>
        <a:bodyPr/>
        <a:lstStyle/>
        <a:p>
          <a:endParaRPr lang="en-US"/>
        </a:p>
      </dgm:t>
    </dgm:pt>
    <dgm:pt modelId="{2AD56649-164C-4A93-9FB5-2F6E05D7EA3D}" type="sibTrans" cxnId="{BA000ECF-19AD-4366-85A9-411D81A739F5}">
      <dgm:prSet/>
      <dgm:spPr/>
      <dgm:t>
        <a:bodyPr/>
        <a:lstStyle/>
        <a:p>
          <a:endParaRPr lang="en-US"/>
        </a:p>
      </dgm:t>
    </dgm:pt>
    <dgm:pt modelId="{32370EA5-817D-41DE-9EF3-C264A87731CF}">
      <dgm:prSet phldrT="[Testo]" phldr="0"/>
      <dgm:spPr>
        <a:solidFill>
          <a:schemeClr val="bg1"/>
        </a:solidFill>
        <a:ln>
          <a:solidFill>
            <a:schemeClr val="tx1"/>
          </a:solidFill>
        </a:ln>
      </dgm:spPr>
      <dgm:t>
        <a:bodyPr/>
        <a:lstStyle/>
        <a:p>
          <a:r>
            <a:rPr lang="en-US" noProof="0" dirty="0">
              <a:solidFill>
                <a:schemeClr val="tx1"/>
              </a:solidFill>
            </a:rPr>
            <a:t>SOCIAL VALUE </a:t>
          </a:r>
        </a:p>
      </dgm:t>
    </dgm:pt>
    <dgm:pt modelId="{03A3A5FA-FFB8-46C3-96DE-56DAE975EDE7}" type="parTrans" cxnId="{70F13194-7A6E-486B-8360-890B448C8894}">
      <dgm:prSet/>
      <dgm:spPr/>
      <dgm:t>
        <a:bodyPr/>
        <a:lstStyle/>
        <a:p>
          <a:endParaRPr lang="en-US"/>
        </a:p>
      </dgm:t>
    </dgm:pt>
    <dgm:pt modelId="{419AECF9-1D06-4331-B260-344434C0B86D}" type="sibTrans" cxnId="{70F13194-7A6E-486B-8360-890B448C8894}">
      <dgm:prSet/>
      <dgm:spPr/>
      <dgm:t>
        <a:bodyPr/>
        <a:lstStyle/>
        <a:p>
          <a:endParaRPr lang="en-US"/>
        </a:p>
      </dgm:t>
    </dgm:pt>
    <dgm:pt modelId="{A909BAB4-7AB8-4F4A-A1BE-80F5C9707911}">
      <dgm:prSet phldrT="[Testo]" phldr="0"/>
      <dgm:spPr>
        <a:solidFill>
          <a:schemeClr val="bg1"/>
        </a:solidFill>
        <a:ln>
          <a:solidFill>
            <a:schemeClr val="tx1"/>
          </a:solidFill>
        </a:ln>
      </dgm:spPr>
      <dgm:t>
        <a:bodyPr/>
        <a:lstStyle/>
        <a:p>
          <a:r>
            <a:rPr lang="en-US" noProof="0" dirty="0">
              <a:solidFill>
                <a:schemeClr val="tx1"/>
              </a:solidFill>
            </a:rPr>
            <a:t>NET VALUE  APPROACH</a:t>
          </a:r>
        </a:p>
      </dgm:t>
    </dgm:pt>
    <dgm:pt modelId="{DB376E9E-0E54-483E-A0F9-96AB57DD8516}" type="parTrans" cxnId="{ACE6CAFE-F973-4697-A143-0402581DA6E3}">
      <dgm:prSet/>
      <dgm:spPr/>
      <dgm:t>
        <a:bodyPr/>
        <a:lstStyle/>
        <a:p>
          <a:endParaRPr lang="en-US"/>
        </a:p>
      </dgm:t>
    </dgm:pt>
    <dgm:pt modelId="{F5DD361B-132E-4A4F-8124-20C0CB155A00}" type="sibTrans" cxnId="{ACE6CAFE-F973-4697-A143-0402581DA6E3}">
      <dgm:prSet/>
      <dgm:spPr/>
      <dgm:t>
        <a:bodyPr/>
        <a:lstStyle/>
        <a:p>
          <a:endParaRPr lang="en-US"/>
        </a:p>
      </dgm:t>
    </dgm:pt>
    <dgm:pt modelId="{EF9FD828-A0BF-43F8-ABC7-E1EE24F07C42}">
      <dgm:prSet phldrT="[Testo]" phldr="0" custT="1"/>
      <dgm:spPr>
        <a:solidFill>
          <a:srgbClr val="FFFFFF">
            <a:lumMod val="75000"/>
          </a:srgbClr>
        </a:solidFill>
        <a:ln>
          <a:noFill/>
        </a:ln>
        <a:effectLst/>
      </dgm:spPr>
      <dgm:t>
        <a:bodyPr spcFirstLastPara="0" vert="horz" wrap="square" lIns="87630" tIns="87630" rIns="87630" bIns="87630" numCol="1" spcCol="1270" anchor="ctr" anchorCtr="0"/>
        <a:lstStyle/>
        <a:p>
          <a:r>
            <a:rPr lang="en-US" sz="2300" kern="1200" noProof="0" dirty="0"/>
            <a:t>OPERATIONS  </a:t>
          </a:r>
          <a:r>
            <a:rPr lang="en-US" sz="2300" kern="1200" noProof="0" dirty="0">
              <a:solidFill>
                <a:srgbClr val="000000">
                  <a:hueOff val="0"/>
                  <a:satOff val="0"/>
                  <a:lumOff val="0"/>
                  <a:alphaOff val="0"/>
                </a:srgbClr>
              </a:solidFill>
              <a:latin typeface="Times New Roman"/>
              <a:ea typeface="+mn-ea"/>
              <a:cs typeface="+mn-cs"/>
            </a:rPr>
            <a:t>COST</a:t>
          </a:r>
        </a:p>
      </dgm:t>
    </dgm:pt>
    <dgm:pt modelId="{8B46DBB5-BE20-452E-BDAC-57B4248B579B}" type="parTrans" cxnId="{2E5A4064-7A8A-4182-955A-A7A098843B57}">
      <dgm:prSet/>
      <dgm:spPr/>
      <dgm:t>
        <a:bodyPr/>
        <a:lstStyle/>
        <a:p>
          <a:endParaRPr lang="en-US"/>
        </a:p>
      </dgm:t>
    </dgm:pt>
    <dgm:pt modelId="{357BE1D7-3472-4631-83A3-EAA12DA32F6B}" type="sibTrans" cxnId="{2E5A4064-7A8A-4182-955A-A7A098843B57}">
      <dgm:prSet/>
      <dgm:spPr/>
      <dgm:t>
        <a:bodyPr/>
        <a:lstStyle/>
        <a:p>
          <a:endParaRPr lang="en-US"/>
        </a:p>
      </dgm:t>
    </dgm:pt>
    <dgm:pt modelId="{9E4CCB87-75A5-457C-BDC5-A8C25CF38D41}">
      <dgm:prSet phldrT="[Testo]" phldr="0"/>
      <dgm:spPr>
        <a:solidFill>
          <a:srgbClr val="FF9900"/>
        </a:solidFill>
        <a:ln>
          <a:solidFill>
            <a:schemeClr val="tx1"/>
          </a:solidFill>
        </a:ln>
      </dgm:spPr>
      <dgm:t>
        <a:bodyPr/>
        <a:lstStyle/>
        <a:p>
          <a:r>
            <a:rPr lang="en-US" noProof="0" dirty="0">
              <a:solidFill>
                <a:schemeClr val="tx1"/>
              </a:solidFill>
            </a:rPr>
            <a:t>OPERATIONS </a:t>
          </a:r>
        </a:p>
      </dgm:t>
    </dgm:pt>
    <dgm:pt modelId="{85509985-5007-4FCE-9F75-D55B68BD8068}" type="parTrans" cxnId="{2DD90791-3D65-4AA1-8474-506804C48981}">
      <dgm:prSet/>
      <dgm:spPr/>
      <dgm:t>
        <a:bodyPr/>
        <a:lstStyle/>
        <a:p>
          <a:endParaRPr lang="en-US"/>
        </a:p>
      </dgm:t>
    </dgm:pt>
    <dgm:pt modelId="{058D0969-B357-4198-95D8-1AC0533908A3}" type="sibTrans" cxnId="{2DD90791-3D65-4AA1-8474-506804C48981}">
      <dgm:prSet/>
      <dgm:spPr/>
      <dgm:t>
        <a:bodyPr/>
        <a:lstStyle/>
        <a:p>
          <a:endParaRPr lang="en-US"/>
        </a:p>
      </dgm:t>
    </dgm:pt>
    <dgm:pt modelId="{2A5A9D7D-EC81-4243-B2DB-B59409C9188E}">
      <dgm:prSet phldrT="[Testo]" phldr="0"/>
      <dgm:spPr>
        <a:solidFill>
          <a:srgbClr val="FF9900"/>
        </a:solidFill>
        <a:ln>
          <a:solidFill>
            <a:schemeClr val="tx1"/>
          </a:solidFill>
        </a:ln>
      </dgm:spPr>
      <dgm:t>
        <a:bodyPr/>
        <a:lstStyle/>
        <a:p>
          <a:r>
            <a:rPr lang="en-US" noProof="0" dirty="0">
              <a:solidFill>
                <a:schemeClr val="tx1"/>
              </a:solidFill>
            </a:rPr>
            <a:t>SYSTEM MAINTENANCE</a:t>
          </a:r>
        </a:p>
      </dgm:t>
    </dgm:pt>
    <dgm:pt modelId="{A3DFFE29-340B-45DD-93E2-C4C160A6ECE2}" type="parTrans" cxnId="{F3384004-0B11-45D4-B1A7-3D5F77CBD021}">
      <dgm:prSet/>
      <dgm:spPr/>
      <dgm:t>
        <a:bodyPr/>
        <a:lstStyle/>
        <a:p>
          <a:endParaRPr lang="en-US"/>
        </a:p>
      </dgm:t>
    </dgm:pt>
    <dgm:pt modelId="{59C58EB6-548D-4BBE-AAF9-BE2D22F36DCC}" type="sibTrans" cxnId="{F3384004-0B11-45D4-B1A7-3D5F77CBD021}">
      <dgm:prSet/>
      <dgm:spPr/>
      <dgm:t>
        <a:bodyPr/>
        <a:lstStyle/>
        <a:p>
          <a:endParaRPr lang="en-US"/>
        </a:p>
      </dgm:t>
    </dgm:pt>
    <dgm:pt modelId="{944D230F-885C-4C2C-883B-B26B072B3C92}">
      <dgm:prSet phldrT="[Testo]" phldr="0" custT="1"/>
      <dgm:spPr>
        <a:solidFill>
          <a:schemeClr val="bg1"/>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pPr>
          <a:r>
            <a:rPr lang="en-US" sz="1300" kern="1200" noProof="0" dirty="0">
              <a:solidFill>
                <a:schemeClr val="tx1"/>
              </a:solidFill>
            </a:rPr>
            <a:t>PROJECT </a:t>
          </a:r>
          <a:r>
            <a:rPr lang="en-US" sz="1300" kern="1200" noProof="0" dirty="0">
              <a:solidFill>
                <a:srgbClr val="000000"/>
              </a:solidFill>
              <a:latin typeface="Times New Roman"/>
              <a:ea typeface="+mn-ea"/>
              <a:cs typeface="+mn-cs"/>
            </a:rPr>
            <a:t>MANAGEMENT</a:t>
          </a:r>
        </a:p>
      </dgm:t>
    </dgm:pt>
    <dgm:pt modelId="{BAA1D853-D4AC-4794-B559-35C41BEBCEFB}" type="parTrans" cxnId="{AD76E3E3-8D0F-4B4D-83EC-ADD2766FC2C6}">
      <dgm:prSet/>
      <dgm:spPr/>
      <dgm:t>
        <a:bodyPr/>
        <a:lstStyle/>
        <a:p>
          <a:endParaRPr lang="en-US"/>
        </a:p>
      </dgm:t>
    </dgm:pt>
    <dgm:pt modelId="{39AE1990-0EFA-4B55-AFF1-B7C7226C2490}" type="sibTrans" cxnId="{AD76E3E3-8D0F-4B4D-83EC-ADD2766FC2C6}">
      <dgm:prSet/>
      <dgm:spPr/>
      <dgm:t>
        <a:bodyPr/>
        <a:lstStyle/>
        <a:p>
          <a:endParaRPr lang="en-US"/>
        </a:p>
      </dgm:t>
    </dgm:pt>
    <dgm:pt modelId="{BA390A89-3D79-49A6-9BF0-599801F084EB}" type="pres">
      <dgm:prSet presAssocID="{63E24B07-8023-4E9F-8558-D5757EF64B7C}" presName="theList" presStyleCnt="0">
        <dgm:presLayoutVars>
          <dgm:dir/>
          <dgm:animLvl val="lvl"/>
          <dgm:resizeHandles val="exact"/>
        </dgm:presLayoutVars>
      </dgm:prSet>
      <dgm:spPr/>
    </dgm:pt>
    <dgm:pt modelId="{DADCEE8B-376B-4586-A9E1-AAC7290F1D12}" type="pres">
      <dgm:prSet presAssocID="{0EDD2705-1EC9-49D2-AAF1-51B922F9F872}" presName="compNode" presStyleCnt="0"/>
      <dgm:spPr/>
    </dgm:pt>
    <dgm:pt modelId="{8FABB9F9-868F-4D56-8A81-F1E0BA42E601}" type="pres">
      <dgm:prSet presAssocID="{0EDD2705-1EC9-49D2-AAF1-51B922F9F872}" presName="aNode" presStyleLbl="bgShp" presStyleIdx="0" presStyleCnt="4"/>
      <dgm:spPr>
        <a:xfrm>
          <a:off x="2029" y="0"/>
          <a:ext cx="1991962" cy="4572000"/>
        </a:xfrm>
        <a:prstGeom prst="roundRect">
          <a:avLst>
            <a:gd name="adj" fmla="val 10000"/>
          </a:avLst>
        </a:prstGeom>
      </dgm:spPr>
    </dgm:pt>
    <dgm:pt modelId="{7F9BE9A7-F9C4-49E1-9574-99360BA807BE}" type="pres">
      <dgm:prSet presAssocID="{0EDD2705-1EC9-49D2-AAF1-51B922F9F872}" presName="textNode" presStyleLbl="bgShp" presStyleIdx="0" presStyleCnt="4"/>
      <dgm:spPr/>
    </dgm:pt>
    <dgm:pt modelId="{C1658941-B58C-4ADE-9588-815AE090FC7A}" type="pres">
      <dgm:prSet presAssocID="{0EDD2705-1EC9-49D2-AAF1-51B922F9F872}" presName="compChildNode" presStyleCnt="0"/>
      <dgm:spPr/>
    </dgm:pt>
    <dgm:pt modelId="{233FCEB1-6038-4072-B22C-BCD213C74D4D}" type="pres">
      <dgm:prSet presAssocID="{0EDD2705-1EC9-49D2-AAF1-51B922F9F872}" presName="theInnerList" presStyleCnt="0"/>
      <dgm:spPr/>
    </dgm:pt>
    <dgm:pt modelId="{91100A64-139A-4AC1-91C1-2699AF28B01F}" type="pres">
      <dgm:prSet presAssocID="{40247257-1661-41DF-BC3F-06F46A6295A5}" presName="childNode" presStyleLbl="node1" presStyleIdx="0" presStyleCnt="10">
        <dgm:presLayoutVars>
          <dgm:bulletEnabled val="1"/>
        </dgm:presLayoutVars>
      </dgm:prSet>
      <dgm:spPr>
        <a:xfrm>
          <a:off x="201226" y="1371990"/>
          <a:ext cx="1593569" cy="898214"/>
        </a:xfrm>
        <a:prstGeom prst="roundRect">
          <a:avLst>
            <a:gd name="adj" fmla="val 10000"/>
          </a:avLst>
        </a:prstGeom>
      </dgm:spPr>
    </dgm:pt>
    <dgm:pt modelId="{B8851E19-C2AB-43F3-A733-9922ED89E360}" type="pres">
      <dgm:prSet presAssocID="{40247257-1661-41DF-BC3F-06F46A6295A5}" presName="aSpace2" presStyleCnt="0"/>
      <dgm:spPr/>
    </dgm:pt>
    <dgm:pt modelId="{7EBF8282-17D2-438B-95FF-BAC2AE4F3FBC}" type="pres">
      <dgm:prSet presAssocID="{2FDF8BA5-1F79-43D5-82D8-297F548F3542}" presName="childNode" presStyleLbl="node1" presStyleIdx="1" presStyleCnt="10">
        <dgm:presLayoutVars>
          <dgm:bulletEnabled val="1"/>
        </dgm:presLayoutVars>
      </dgm:prSet>
      <dgm:spPr/>
    </dgm:pt>
    <dgm:pt modelId="{A069312A-67CC-45AA-BFE6-2053F852EE2C}" type="pres">
      <dgm:prSet presAssocID="{2FDF8BA5-1F79-43D5-82D8-297F548F3542}" presName="aSpace2" presStyleCnt="0"/>
      <dgm:spPr/>
    </dgm:pt>
    <dgm:pt modelId="{BA4E3C7D-B958-47BE-A1E4-9388CD7AE2AB}" type="pres">
      <dgm:prSet presAssocID="{6BEBF612-AC28-4281-829A-886742483343}" presName="childNode" presStyleLbl="node1" presStyleIdx="2" presStyleCnt="10">
        <dgm:presLayoutVars>
          <dgm:bulletEnabled val="1"/>
        </dgm:presLayoutVars>
      </dgm:prSet>
      <dgm:spPr>
        <a:xfrm>
          <a:off x="201226" y="3444794"/>
          <a:ext cx="1593569" cy="898214"/>
        </a:xfrm>
        <a:prstGeom prst="roundRect">
          <a:avLst>
            <a:gd name="adj" fmla="val 10000"/>
          </a:avLst>
        </a:prstGeom>
      </dgm:spPr>
    </dgm:pt>
    <dgm:pt modelId="{8B11A58F-1410-44BA-AB45-2A3E9FB205E5}" type="pres">
      <dgm:prSet presAssocID="{6BEBF612-AC28-4281-829A-886742483343}" presName="aSpace2" presStyleCnt="0"/>
      <dgm:spPr/>
    </dgm:pt>
    <dgm:pt modelId="{F4E26588-D736-40F0-ABCF-AD950B9DBBE2}" type="pres">
      <dgm:prSet presAssocID="{944D230F-885C-4C2C-883B-B26B072B3C92}" presName="childNode" presStyleLbl="node1" presStyleIdx="3" presStyleCnt="10">
        <dgm:presLayoutVars>
          <dgm:bulletEnabled val="1"/>
        </dgm:presLayoutVars>
      </dgm:prSet>
      <dgm:spPr>
        <a:xfrm>
          <a:off x="201226" y="3677245"/>
          <a:ext cx="1593569" cy="666043"/>
        </a:xfrm>
        <a:prstGeom prst="roundRect">
          <a:avLst>
            <a:gd name="adj" fmla="val 10000"/>
          </a:avLst>
        </a:prstGeom>
      </dgm:spPr>
    </dgm:pt>
    <dgm:pt modelId="{71044B30-3AC2-445D-B936-F7903BC3D17D}" type="pres">
      <dgm:prSet presAssocID="{0EDD2705-1EC9-49D2-AAF1-51B922F9F872}" presName="aSpace" presStyleCnt="0"/>
      <dgm:spPr/>
    </dgm:pt>
    <dgm:pt modelId="{8E3DC331-CA4C-4438-976B-785F3287BD1D}" type="pres">
      <dgm:prSet presAssocID="{EF9FD828-A0BF-43F8-ABC7-E1EE24F07C42}" presName="compNode" presStyleCnt="0"/>
      <dgm:spPr/>
    </dgm:pt>
    <dgm:pt modelId="{E7DCD616-0639-48DE-9F93-B45AC0464A57}" type="pres">
      <dgm:prSet presAssocID="{EF9FD828-A0BF-43F8-ABC7-E1EE24F07C42}" presName="aNode" presStyleLbl="bgShp" presStyleIdx="1" presStyleCnt="4"/>
      <dgm:spPr>
        <a:xfrm>
          <a:off x="2143389" y="0"/>
          <a:ext cx="1991962" cy="4572000"/>
        </a:xfrm>
        <a:prstGeom prst="roundRect">
          <a:avLst>
            <a:gd name="adj" fmla="val 10000"/>
          </a:avLst>
        </a:prstGeom>
      </dgm:spPr>
    </dgm:pt>
    <dgm:pt modelId="{5C2C466B-9D60-484B-9786-695675F7A92E}" type="pres">
      <dgm:prSet presAssocID="{EF9FD828-A0BF-43F8-ABC7-E1EE24F07C42}" presName="textNode" presStyleLbl="bgShp" presStyleIdx="1" presStyleCnt="4"/>
      <dgm:spPr/>
    </dgm:pt>
    <dgm:pt modelId="{685AE8C4-BA1D-438B-87FE-1425489EFA29}" type="pres">
      <dgm:prSet presAssocID="{EF9FD828-A0BF-43F8-ABC7-E1EE24F07C42}" presName="compChildNode" presStyleCnt="0"/>
      <dgm:spPr/>
    </dgm:pt>
    <dgm:pt modelId="{EFCF8995-AB51-40BF-9AFE-61D45508CDB7}" type="pres">
      <dgm:prSet presAssocID="{EF9FD828-A0BF-43F8-ABC7-E1EE24F07C42}" presName="theInnerList" presStyleCnt="0"/>
      <dgm:spPr/>
    </dgm:pt>
    <dgm:pt modelId="{0330B109-69E3-46F3-9D83-10671A7EBE70}" type="pres">
      <dgm:prSet presAssocID="{9E4CCB87-75A5-457C-BDC5-A8C25CF38D41}" presName="childNode" presStyleLbl="node1" presStyleIdx="4" presStyleCnt="10">
        <dgm:presLayoutVars>
          <dgm:bulletEnabled val="1"/>
        </dgm:presLayoutVars>
      </dgm:prSet>
      <dgm:spPr/>
    </dgm:pt>
    <dgm:pt modelId="{BCD2FFD0-E01F-4FE1-B85E-CD1F2FB6B95D}" type="pres">
      <dgm:prSet presAssocID="{9E4CCB87-75A5-457C-BDC5-A8C25CF38D41}" presName="aSpace2" presStyleCnt="0"/>
      <dgm:spPr/>
    </dgm:pt>
    <dgm:pt modelId="{68301150-8C06-4D05-AE88-8E675490E167}" type="pres">
      <dgm:prSet presAssocID="{2A5A9D7D-EC81-4243-B2DB-B59409C9188E}" presName="childNode" presStyleLbl="node1" presStyleIdx="5" presStyleCnt="10">
        <dgm:presLayoutVars>
          <dgm:bulletEnabled val="1"/>
        </dgm:presLayoutVars>
      </dgm:prSet>
      <dgm:spPr/>
    </dgm:pt>
    <dgm:pt modelId="{F22594D1-FE25-4683-B459-4ADAA993861D}" type="pres">
      <dgm:prSet presAssocID="{EF9FD828-A0BF-43F8-ABC7-E1EE24F07C42}" presName="aSpace" presStyleCnt="0"/>
      <dgm:spPr/>
    </dgm:pt>
    <dgm:pt modelId="{8278D786-3C1D-405E-B26F-3F37CDDEB2D0}" type="pres">
      <dgm:prSet presAssocID="{B7CD8660-A82F-447D-981C-5B2CDD5A8369}" presName="compNode" presStyleCnt="0"/>
      <dgm:spPr/>
    </dgm:pt>
    <dgm:pt modelId="{5CC9F1A6-8682-4B7D-8924-5FD7B0F2E6E3}" type="pres">
      <dgm:prSet presAssocID="{B7CD8660-A82F-447D-981C-5B2CDD5A8369}" presName="aNode" presStyleLbl="bgShp" presStyleIdx="2" presStyleCnt="4"/>
      <dgm:spPr/>
    </dgm:pt>
    <dgm:pt modelId="{78297440-850E-4E7D-A73C-3BDBF8A885A3}" type="pres">
      <dgm:prSet presAssocID="{B7CD8660-A82F-447D-981C-5B2CDD5A8369}" presName="textNode" presStyleLbl="bgShp" presStyleIdx="2" presStyleCnt="4"/>
      <dgm:spPr/>
    </dgm:pt>
    <dgm:pt modelId="{306CF67D-F783-4135-89F8-E25852A317F1}" type="pres">
      <dgm:prSet presAssocID="{B7CD8660-A82F-447D-981C-5B2CDD5A8369}" presName="compChildNode" presStyleCnt="0"/>
      <dgm:spPr/>
    </dgm:pt>
    <dgm:pt modelId="{A869A60F-442C-4381-9B8B-FE1F58AE1EAE}" type="pres">
      <dgm:prSet presAssocID="{B7CD8660-A82F-447D-981C-5B2CDD5A8369}" presName="theInnerList" presStyleCnt="0"/>
      <dgm:spPr/>
    </dgm:pt>
    <dgm:pt modelId="{C9B82C22-048B-44CC-93D4-E3DD9EDD135B}" type="pres">
      <dgm:prSet presAssocID="{70BD055E-0DFC-4950-B235-7DC159BBCEB6}" presName="childNode" presStyleLbl="node1" presStyleIdx="6" presStyleCnt="10">
        <dgm:presLayoutVars>
          <dgm:bulletEnabled val="1"/>
        </dgm:presLayoutVars>
      </dgm:prSet>
      <dgm:spPr/>
    </dgm:pt>
    <dgm:pt modelId="{61EE1723-1AB1-41FA-B1E3-C3871ECD38E9}" type="pres">
      <dgm:prSet presAssocID="{70BD055E-0DFC-4950-B235-7DC159BBCEB6}" presName="aSpace2" presStyleCnt="0"/>
      <dgm:spPr/>
    </dgm:pt>
    <dgm:pt modelId="{A0E6910F-4EF7-426B-8944-F0925D47BFB4}" type="pres">
      <dgm:prSet presAssocID="{32370EA5-817D-41DE-9EF3-C264A87731CF}" presName="childNode" presStyleLbl="node1" presStyleIdx="7" presStyleCnt="10">
        <dgm:presLayoutVars>
          <dgm:bulletEnabled val="1"/>
        </dgm:presLayoutVars>
      </dgm:prSet>
      <dgm:spPr/>
    </dgm:pt>
    <dgm:pt modelId="{7526F33C-7D03-41DA-BAEE-76D5EF7AC2C8}" type="pres">
      <dgm:prSet presAssocID="{B7CD8660-A82F-447D-981C-5B2CDD5A8369}" presName="aSpace" presStyleCnt="0"/>
      <dgm:spPr/>
    </dgm:pt>
    <dgm:pt modelId="{35513678-CA66-489F-8A5F-32789A982F69}" type="pres">
      <dgm:prSet presAssocID="{BC73DC96-EFBB-441A-8E7E-3B8F200AC53F}" presName="compNode" presStyleCnt="0"/>
      <dgm:spPr/>
    </dgm:pt>
    <dgm:pt modelId="{D0E1A1A4-4EF7-46C0-9CCC-7F1571CB10F9}" type="pres">
      <dgm:prSet presAssocID="{BC73DC96-EFBB-441A-8E7E-3B8F200AC53F}" presName="aNode" presStyleLbl="bgShp" presStyleIdx="3" presStyleCnt="4"/>
      <dgm:spPr/>
    </dgm:pt>
    <dgm:pt modelId="{D6B3AB59-F5BE-44B9-94BB-CB534185F388}" type="pres">
      <dgm:prSet presAssocID="{BC73DC96-EFBB-441A-8E7E-3B8F200AC53F}" presName="textNode" presStyleLbl="bgShp" presStyleIdx="3" presStyleCnt="4"/>
      <dgm:spPr/>
    </dgm:pt>
    <dgm:pt modelId="{83A7823E-95E7-482F-A4B8-43AE927D54AC}" type="pres">
      <dgm:prSet presAssocID="{BC73DC96-EFBB-441A-8E7E-3B8F200AC53F}" presName="compChildNode" presStyleCnt="0"/>
      <dgm:spPr/>
    </dgm:pt>
    <dgm:pt modelId="{346AD43C-AB4C-4220-AF41-83B4097A0EA4}" type="pres">
      <dgm:prSet presAssocID="{BC73DC96-EFBB-441A-8E7E-3B8F200AC53F}" presName="theInnerList" presStyleCnt="0"/>
      <dgm:spPr/>
    </dgm:pt>
    <dgm:pt modelId="{F3DF3EE7-C3E1-4556-B5E5-D675D9659B6D}" type="pres">
      <dgm:prSet presAssocID="{7040C883-EDB3-4AAE-AB28-202EE2F51F55}" presName="childNode" presStyleLbl="node1" presStyleIdx="8" presStyleCnt="10">
        <dgm:presLayoutVars>
          <dgm:bulletEnabled val="1"/>
        </dgm:presLayoutVars>
      </dgm:prSet>
      <dgm:spPr/>
    </dgm:pt>
    <dgm:pt modelId="{FA01CE40-6491-49F5-B5F7-EA2AD4F6B25F}" type="pres">
      <dgm:prSet presAssocID="{7040C883-EDB3-4AAE-AB28-202EE2F51F55}" presName="aSpace2" presStyleCnt="0"/>
      <dgm:spPr/>
    </dgm:pt>
    <dgm:pt modelId="{B2301BB8-8C5A-4642-99B6-6B3BE9385CA1}" type="pres">
      <dgm:prSet presAssocID="{A909BAB4-7AB8-4F4A-A1BE-80F5C9707911}" presName="childNode" presStyleLbl="node1" presStyleIdx="9" presStyleCnt="10">
        <dgm:presLayoutVars>
          <dgm:bulletEnabled val="1"/>
        </dgm:presLayoutVars>
      </dgm:prSet>
      <dgm:spPr/>
    </dgm:pt>
  </dgm:ptLst>
  <dgm:cxnLst>
    <dgm:cxn modelId="{F3384004-0B11-45D4-B1A7-3D5F77CBD021}" srcId="{EF9FD828-A0BF-43F8-ABC7-E1EE24F07C42}" destId="{2A5A9D7D-EC81-4243-B2DB-B59409C9188E}" srcOrd="1" destOrd="0" parTransId="{A3DFFE29-340B-45DD-93E2-C4C160A6ECE2}" sibTransId="{59C58EB6-548D-4BBE-AAF9-BE2D22F36DCC}"/>
    <dgm:cxn modelId="{87D9DA0E-38E0-42A8-9370-BF34DAD5D210}" type="presOf" srcId="{0EDD2705-1EC9-49D2-AAF1-51B922F9F872}" destId="{8FABB9F9-868F-4D56-8A81-F1E0BA42E601}" srcOrd="0" destOrd="0" presId="urn:microsoft.com/office/officeart/2005/8/layout/lProcess2"/>
    <dgm:cxn modelId="{C78D960F-6AB9-4FBB-B933-60E5843C1F70}" type="presOf" srcId="{BC73DC96-EFBB-441A-8E7E-3B8F200AC53F}" destId="{D6B3AB59-F5BE-44B9-94BB-CB534185F388}" srcOrd="1" destOrd="0" presId="urn:microsoft.com/office/officeart/2005/8/layout/lProcess2"/>
    <dgm:cxn modelId="{4B308A11-3FF9-4748-8E56-3D366CBDB0E4}" type="presOf" srcId="{70BD055E-0DFC-4950-B235-7DC159BBCEB6}" destId="{C9B82C22-048B-44CC-93D4-E3DD9EDD135B}" srcOrd="0" destOrd="0" presId="urn:microsoft.com/office/officeart/2005/8/layout/lProcess2"/>
    <dgm:cxn modelId="{77C89C14-F95F-4C23-AC9D-A823EDE879A1}" srcId="{0EDD2705-1EC9-49D2-AAF1-51B922F9F872}" destId="{40247257-1661-41DF-BC3F-06F46A6295A5}" srcOrd="0" destOrd="0" parTransId="{3A7275C9-712F-4B17-AFF6-999AA376CDC3}" sibTransId="{4028B860-EC01-437C-B432-329C9508DDD3}"/>
    <dgm:cxn modelId="{6F9B7315-4C4D-4FE7-9BDF-24A5A860E09F}" srcId="{63E24B07-8023-4E9F-8558-D5757EF64B7C}" destId="{0EDD2705-1EC9-49D2-AAF1-51B922F9F872}" srcOrd="0" destOrd="0" parTransId="{FE291E26-70AA-430D-AD9A-677BC67532B2}" sibTransId="{0D203B44-E890-4582-A7AB-913F2DF9560B}"/>
    <dgm:cxn modelId="{37105A1E-CE9F-4397-B5C9-02B07302C5C4}" type="presOf" srcId="{A909BAB4-7AB8-4F4A-A1BE-80F5C9707911}" destId="{B2301BB8-8C5A-4642-99B6-6B3BE9385CA1}" srcOrd="0" destOrd="0" presId="urn:microsoft.com/office/officeart/2005/8/layout/lProcess2"/>
    <dgm:cxn modelId="{43E86722-6FCA-4E0A-A759-5679B2D7442A}" type="presOf" srcId="{9E4CCB87-75A5-457C-BDC5-A8C25CF38D41}" destId="{0330B109-69E3-46F3-9D83-10671A7EBE70}" srcOrd="0" destOrd="0" presId="urn:microsoft.com/office/officeart/2005/8/layout/lProcess2"/>
    <dgm:cxn modelId="{95581928-74F2-4718-BBFF-28820D17EE04}" type="presOf" srcId="{EF9FD828-A0BF-43F8-ABC7-E1EE24F07C42}" destId="{5C2C466B-9D60-484B-9786-695675F7A92E}" srcOrd="1" destOrd="0" presId="urn:microsoft.com/office/officeart/2005/8/layout/lProcess2"/>
    <dgm:cxn modelId="{63BCAE31-821E-49A7-AD41-505F9D6B3C63}" type="presOf" srcId="{B7CD8660-A82F-447D-981C-5B2CDD5A8369}" destId="{5CC9F1A6-8682-4B7D-8924-5FD7B0F2E6E3}" srcOrd="0" destOrd="0" presId="urn:microsoft.com/office/officeart/2005/8/layout/lProcess2"/>
    <dgm:cxn modelId="{4DB56435-93A0-4B14-8CA4-771FE94BAF76}" type="presOf" srcId="{2FDF8BA5-1F79-43D5-82D8-297F548F3542}" destId="{7EBF8282-17D2-438B-95FF-BAC2AE4F3FBC}" srcOrd="0" destOrd="0" presId="urn:microsoft.com/office/officeart/2005/8/layout/lProcess2"/>
    <dgm:cxn modelId="{F6BFC237-7436-498A-93BD-73510B631561}" srcId="{0EDD2705-1EC9-49D2-AAF1-51B922F9F872}" destId="{2FDF8BA5-1F79-43D5-82D8-297F548F3542}" srcOrd="1" destOrd="0" parTransId="{C9CE1DAB-9AB3-43AA-B607-9893A42F86F7}" sibTransId="{ACDBB275-B531-41A6-9E60-709957573E9F}"/>
    <dgm:cxn modelId="{0A952E5B-433F-4AD8-A922-28F1C97A594B}" type="presOf" srcId="{63E24B07-8023-4E9F-8558-D5757EF64B7C}" destId="{BA390A89-3D79-49A6-9BF0-599801F084EB}" srcOrd="0" destOrd="0" presId="urn:microsoft.com/office/officeart/2005/8/layout/lProcess2"/>
    <dgm:cxn modelId="{E59AF15B-0B55-4647-99A8-BE933C316641}" srcId="{B7CD8660-A82F-447D-981C-5B2CDD5A8369}" destId="{70BD055E-0DFC-4950-B235-7DC159BBCEB6}" srcOrd="0" destOrd="0" parTransId="{0734A025-155A-4DF3-9FD4-45839BB17D47}" sibTransId="{4DBD1A0B-50A9-4AA5-BCD1-B3697DD249F2}"/>
    <dgm:cxn modelId="{2E5A4064-7A8A-4182-955A-A7A098843B57}" srcId="{63E24B07-8023-4E9F-8558-D5757EF64B7C}" destId="{EF9FD828-A0BF-43F8-ABC7-E1EE24F07C42}" srcOrd="1" destOrd="0" parTransId="{8B46DBB5-BE20-452E-BDAC-57B4248B579B}" sibTransId="{357BE1D7-3472-4631-83A3-EAA12DA32F6B}"/>
    <dgm:cxn modelId="{73156E65-F5A1-41F7-9BD2-1D4703F0A086}" srcId="{63E24B07-8023-4E9F-8558-D5757EF64B7C}" destId="{B7CD8660-A82F-447D-981C-5B2CDD5A8369}" srcOrd="2" destOrd="0" parTransId="{DA0ADC67-94DA-47B4-925C-34E9536CB64E}" sibTransId="{3C044498-3F6D-402D-9762-6023A330B361}"/>
    <dgm:cxn modelId="{0488AC65-BAC5-4191-B397-6CE3970EEF5F}" type="presOf" srcId="{7040C883-EDB3-4AAE-AB28-202EE2F51F55}" destId="{F3DF3EE7-C3E1-4556-B5E5-D675D9659B6D}" srcOrd="0" destOrd="0" presId="urn:microsoft.com/office/officeart/2005/8/layout/lProcess2"/>
    <dgm:cxn modelId="{99565E4D-276A-47CC-9B4B-6B89C1CBD94F}" srcId="{63E24B07-8023-4E9F-8558-D5757EF64B7C}" destId="{BC73DC96-EFBB-441A-8E7E-3B8F200AC53F}" srcOrd="3" destOrd="0" parTransId="{4B5681AE-F226-4F2E-AFE0-9E18D323D105}" sibTransId="{FA16ACC7-ED9B-4BC1-8373-51F1B367EC62}"/>
    <dgm:cxn modelId="{24C7B16F-FB23-470B-A1D6-E1A9ACBEB0C3}" type="presOf" srcId="{944D230F-885C-4C2C-883B-B26B072B3C92}" destId="{F4E26588-D736-40F0-ABCF-AD950B9DBBE2}" srcOrd="0" destOrd="0" presId="urn:microsoft.com/office/officeart/2005/8/layout/lProcess2"/>
    <dgm:cxn modelId="{8A729E58-D6AF-4B4B-B526-57F6452B5D70}" srcId="{BC73DC96-EFBB-441A-8E7E-3B8F200AC53F}" destId="{7040C883-EDB3-4AAE-AB28-202EE2F51F55}" srcOrd="0" destOrd="0" parTransId="{6DC40519-C77F-4FE6-A052-A43989E415E0}" sibTransId="{EF272F0E-8723-4BDB-82EF-6563D24EBF72}"/>
    <dgm:cxn modelId="{E913FD5A-A6F7-4314-9B77-A342E0D5C856}" type="presOf" srcId="{BC73DC96-EFBB-441A-8E7E-3B8F200AC53F}" destId="{D0E1A1A4-4EF7-46C0-9CCC-7F1571CB10F9}" srcOrd="0" destOrd="0" presId="urn:microsoft.com/office/officeart/2005/8/layout/lProcess2"/>
    <dgm:cxn modelId="{048C757B-DCA6-4D47-AD5E-6F70C38B350B}" type="presOf" srcId="{EF9FD828-A0BF-43F8-ABC7-E1EE24F07C42}" destId="{E7DCD616-0639-48DE-9F93-B45AC0464A57}" srcOrd="0" destOrd="0" presId="urn:microsoft.com/office/officeart/2005/8/layout/lProcess2"/>
    <dgm:cxn modelId="{59F6707C-EB70-4560-A018-F665306E733F}" type="presOf" srcId="{40247257-1661-41DF-BC3F-06F46A6295A5}" destId="{91100A64-139A-4AC1-91C1-2699AF28B01F}" srcOrd="0" destOrd="0" presId="urn:microsoft.com/office/officeart/2005/8/layout/lProcess2"/>
    <dgm:cxn modelId="{2DD90791-3D65-4AA1-8474-506804C48981}" srcId="{EF9FD828-A0BF-43F8-ABC7-E1EE24F07C42}" destId="{9E4CCB87-75A5-457C-BDC5-A8C25CF38D41}" srcOrd="0" destOrd="0" parTransId="{85509985-5007-4FCE-9F75-D55B68BD8068}" sibTransId="{058D0969-B357-4198-95D8-1AC0533908A3}"/>
    <dgm:cxn modelId="{70F13194-7A6E-486B-8360-890B448C8894}" srcId="{B7CD8660-A82F-447D-981C-5B2CDD5A8369}" destId="{32370EA5-817D-41DE-9EF3-C264A87731CF}" srcOrd="1" destOrd="0" parTransId="{03A3A5FA-FFB8-46C3-96DE-56DAE975EDE7}" sibTransId="{419AECF9-1D06-4331-B260-344434C0B86D}"/>
    <dgm:cxn modelId="{20701399-F4BB-4D8F-A871-9C2987ECD531}" type="presOf" srcId="{2A5A9D7D-EC81-4243-B2DB-B59409C9188E}" destId="{68301150-8C06-4D05-AE88-8E675490E167}" srcOrd="0" destOrd="0" presId="urn:microsoft.com/office/officeart/2005/8/layout/lProcess2"/>
    <dgm:cxn modelId="{E68402A1-4AC8-4FD3-A843-D461FDD49522}" type="presOf" srcId="{B7CD8660-A82F-447D-981C-5B2CDD5A8369}" destId="{78297440-850E-4E7D-A73C-3BDBF8A885A3}" srcOrd="1" destOrd="0" presId="urn:microsoft.com/office/officeart/2005/8/layout/lProcess2"/>
    <dgm:cxn modelId="{77B501C7-FE5D-4C56-8F99-8215224FE410}" type="presOf" srcId="{0EDD2705-1EC9-49D2-AAF1-51B922F9F872}" destId="{7F9BE9A7-F9C4-49E1-9574-99360BA807BE}" srcOrd="1" destOrd="0" presId="urn:microsoft.com/office/officeart/2005/8/layout/lProcess2"/>
    <dgm:cxn modelId="{BA000ECF-19AD-4366-85A9-411D81A739F5}" srcId="{0EDD2705-1EC9-49D2-AAF1-51B922F9F872}" destId="{6BEBF612-AC28-4281-829A-886742483343}" srcOrd="2" destOrd="0" parTransId="{E18DC705-3A47-4D42-9974-13148F5BDD9B}" sibTransId="{2AD56649-164C-4A93-9FB5-2F6E05D7EA3D}"/>
    <dgm:cxn modelId="{AD76E3E3-8D0F-4B4D-83EC-ADD2766FC2C6}" srcId="{0EDD2705-1EC9-49D2-AAF1-51B922F9F872}" destId="{944D230F-885C-4C2C-883B-B26B072B3C92}" srcOrd="3" destOrd="0" parTransId="{BAA1D853-D4AC-4794-B559-35C41BEBCEFB}" sibTransId="{39AE1990-0EFA-4B55-AFF1-B7C7226C2490}"/>
    <dgm:cxn modelId="{CA3F40ED-0EC2-4C06-AFA7-76028DCA1983}" type="presOf" srcId="{32370EA5-817D-41DE-9EF3-C264A87731CF}" destId="{A0E6910F-4EF7-426B-8944-F0925D47BFB4}" srcOrd="0" destOrd="0" presId="urn:microsoft.com/office/officeart/2005/8/layout/lProcess2"/>
    <dgm:cxn modelId="{A222EBF0-F0CC-432E-B387-B929B4BF9BFB}" type="presOf" srcId="{6BEBF612-AC28-4281-829A-886742483343}" destId="{BA4E3C7D-B958-47BE-A1E4-9388CD7AE2AB}" srcOrd="0" destOrd="0" presId="urn:microsoft.com/office/officeart/2005/8/layout/lProcess2"/>
    <dgm:cxn modelId="{ACE6CAFE-F973-4697-A143-0402581DA6E3}" srcId="{BC73DC96-EFBB-441A-8E7E-3B8F200AC53F}" destId="{A909BAB4-7AB8-4F4A-A1BE-80F5C9707911}" srcOrd="1" destOrd="0" parTransId="{DB376E9E-0E54-483E-A0F9-96AB57DD8516}" sibTransId="{F5DD361B-132E-4A4F-8124-20C0CB155A00}"/>
    <dgm:cxn modelId="{A0F84476-BF00-440B-835B-63BB8BDCB26E}" type="presParOf" srcId="{BA390A89-3D79-49A6-9BF0-599801F084EB}" destId="{DADCEE8B-376B-4586-A9E1-AAC7290F1D12}" srcOrd="0" destOrd="0" presId="urn:microsoft.com/office/officeart/2005/8/layout/lProcess2"/>
    <dgm:cxn modelId="{B5B71BAB-5AAB-46AB-988B-BE8E41D0A2B1}" type="presParOf" srcId="{DADCEE8B-376B-4586-A9E1-AAC7290F1D12}" destId="{8FABB9F9-868F-4D56-8A81-F1E0BA42E601}" srcOrd="0" destOrd="0" presId="urn:microsoft.com/office/officeart/2005/8/layout/lProcess2"/>
    <dgm:cxn modelId="{80B4AFC6-4463-482E-80CD-BED01CA47EFE}" type="presParOf" srcId="{DADCEE8B-376B-4586-A9E1-AAC7290F1D12}" destId="{7F9BE9A7-F9C4-49E1-9574-99360BA807BE}" srcOrd="1" destOrd="0" presId="urn:microsoft.com/office/officeart/2005/8/layout/lProcess2"/>
    <dgm:cxn modelId="{7A7E41AF-F656-4004-B216-D8803DFB79FE}" type="presParOf" srcId="{DADCEE8B-376B-4586-A9E1-AAC7290F1D12}" destId="{C1658941-B58C-4ADE-9588-815AE090FC7A}" srcOrd="2" destOrd="0" presId="urn:microsoft.com/office/officeart/2005/8/layout/lProcess2"/>
    <dgm:cxn modelId="{12524258-EE2A-461F-8F52-8856B0BCB6FD}" type="presParOf" srcId="{C1658941-B58C-4ADE-9588-815AE090FC7A}" destId="{233FCEB1-6038-4072-B22C-BCD213C74D4D}" srcOrd="0" destOrd="0" presId="urn:microsoft.com/office/officeart/2005/8/layout/lProcess2"/>
    <dgm:cxn modelId="{02881F1A-04F1-45CF-843E-91944313FEFC}" type="presParOf" srcId="{233FCEB1-6038-4072-B22C-BCD213C74D4D}" destId="{91100A64-139A-4AC1-91C1-2699AF28B01F}" srcOrd="0" destOrd="0" presId="urn:microsoft.com/office/officeart/2005/8/layout/lProcess2"/>
    <dgm:cxn modelId="{147E6A79-3B5D-45D0-B91A-482F684F1FCC}" type="presParOf" srcId="{233FCEB1-6038-4072-B22C-BCD213C74D4D}" destId="{B8851E19-C2AB-43F3-A733-9922ED89E360}" srcOrd="1" destOrd="0" presId="urn:microsoft.com/office/officeart/2005/8/layout/lProcess2"/>
    <dgm:cxn modelId="{68A648D8-B9EE-424B-B980-6C98A937E2B5}" type="presParOf" srcId="{233FCEB1-6038-4072-B22C-BCD213C74D4D}" destId="{7EBF8282-17D2-438B-95FF-BAC2AE4F3FBC}" srcOrd="2" destOrd="0" presId="urn:microsoft.com/office/officeart/2005/8/layout/lProcess2"/>
    <dgm:cxn modelId="{CAA69C57-F979-48C3-8FA0-15ADDC2938E2}" type="presParOf" srcId="{233FCEB1-6038-4072-B22C-BCD213C74D4D}" destId="{A069312A-67CC-45AA-BFE6-2053F852EE2C}" srcOrd="3" destOrd="0" presId="urn:microsoft.com/office/officeart/2005/8/layout/lProcess2"/>
    <dgm:cxn modelId="{707DB5B7-A20F-4281-8DFC-0EF6DDEBF996}" type="presParOf" srcId="{233FCEB1-6038-4072-B22C-BCD213C74D4D}" destId="{BA4E3C7D-B958-47BE-A1E4-9388CD7AE2AB}" srcOrd="4" destOrd="0" presId="urn:microsoft.com/office/officeart/2005/8/layout/lProcess2"/>
    <dgm:cxn modelId="{8E8F2CC2-1D24-49AF-98E2-EE07B9B5C3FA}" type="presParOf" srcId="{233FCEB1-6038-4072-B22C-BCD213C74D4D}" destId="{8B11A58F-1410-44BA-AB45-2A3E9FB205E5}" srcOrd="5" destOrd="0" presId="urn:microsoft.com/office/officeart/2005/8/layout/lProcess2"/>
    <dgm:cxn modelId="{96135C69-7989-4A40-A26A-6EF389DCEAFB}" type="presParOf" srcId="{233FCEB1-6038-4072-B22C-BCD213C74D4D}" destId="{F4E26588-D736-40F0-ABCF-AD950B9DBBE2}" srcOrd="6" destOrd="0" presId="urn:microsoft.com/office/officeart/2005/8/layout/lProcess2"/>
    <dgm:cxn modelId="{17B04053-87C4-4772-8447-D28330784C88}" type="presParOf" srcId="{BA390A89-3D79-49A6-9BF0-599801F084EB}" destId="{71044B30-3AC2-445D-B936-F7903BC3D17D}" srcOrd="1" destOrd="0" presId="urn:microsoft.com/office/officeart/2005/8/layout/lProcess2"/>
    <dgm:cxn modelId="{EE9A414A-B4A6-4CA5-9C28-524BC591A35C}" type="presParOf" srcId="{BA390A89-3D79-49A6-9BF0-599801F084EB}" destId="{8E3DC331-CA4C-4438-976B-785F3287BD1D}" srcOrd="2" destOrd="0" presId="urn:microsoft.com/office/officeart/2005/8/layout/lProcess2"/>
    <dgm:cxn modelId="{53866860-EB6E-4908-B9CA-2EF65E4B9749}" type="presParOf" srcId="{8E3DC331-CA4C-4438-976B-785F3287BD1D}" destId="{E7DCD616-0639-48DE-9F93-B45AC0464A57}" srcOrd="0" destOrd="0" presId="urn:microsoft.com/office/officeart/2005/8/layout/lProcess2"/>
    <dgm:cxn modelId="{AB77F00A-E5D1-4E6D-B8D2-0D2671E9B1C5}" type="presParOf" srcId="{8E3DC331-CA4C-4438-976B-785F3287BD1D}" destId="{5C2C466B-9D60-484B-9786-695675F7A92E}" srcOrd="1" destOrd="0" presId="urn:microsoft.com/office/officeart/2005/8/layout/lProcess2"/>
    <dgm:cxn modelId="{2E815D90-31C4-4EDB-8F26-DCC88E3BAE66}" type="presParOf" srcId="{8E3DC331-CA4C-4438-976B-785F3287BD1D}" destId="{685AE8C4-BA1D-438B-87FE-1425489EFA29}" srcOrd="2" destOrd="0" presId="urn:microsoft.com/office/officeart/2005/8/layout/lProcess2"/>
    <dgm:cxn modelId="{9BD9634A-60F8-4793-95CC-68A5818E3FF0}" type="presParOf" srcId="{685AE8C4-BA1D-438B-87FE-1425489EFA29}" destId="{EFCF8995-AB51-40BF-9AFE-61D45508CDB7}" srcOrd="0" destOrd="0" presId="urn:microsoft.com/office/officeart/2005/8/layout/lProcess2"/>
    <dgm:cxn modelId="{71060027-C637-47EE-B78B-B7EF40E82C96}" type="presParOf" srcId="{EFCF8995-AB51-40BF-9AFE-61D45508CDB7}" destId="{0330B109-69E3-46F3-9D83-10671A7EBE70}" srcOrd="0" destOrd="0" presId="urn:microsoft.com/office/officeart/2005/8/layout/lProcess2"/>
    <dgm:cxn modelId="{F9A6C117-2198-48FE-9D60-438FB990396A}" type="presParOf" srcId="{EFCF8995-AB51-40BF-9AFE-61D45508CDB7}" destId="{BCD2FFD0-E01F-4FE1-B85E-CD1F2FB6B95D}" srcOrd="1" destOrd="0" presId="urn:microsoft.com/office/officeart/2005/8/layout/lProcess2"/>
    <dgm:cxn modelId="{30B65E0F-974F-4A57-A9C9-60042AE4F081}" type="presParOf" srcId="{EFCF8995-AB51-40BF-9AFE-61D45508CDB7}" destId="{68301150-8C06-4D05-AE88-8E675490E167}" srcOrd="2" destOrd="0" presId="urn:microsoft.com/office/officeart/2005/8/layout/lProcess2"/>
    <dgm:cxn modelId="{2765A504-56C1-4159-97FF-5953BBFA74AE}" type="presParOf" srcId="{BA390A89-3D79-49A6-9BF0-599801F084EB}" destId="{F22594D1-FE25-4683-B459-4ADAA993861D}" srcOrd="3" destOrd="0" presId="urn:microsoft.com/office/officeart/2005/8/layout/lProcess2"/>
    <dgm:cxn modelId="{87075AE3-5322-4F43-B199-33208C29888A}" type="presParOf" srcId="{BA390A89-3D79-49A6-9BF0-599801F084EB}" destId="{8278D786-3C1D-405E-B26F-3F37CDDEB2D0}" srcOrd="4" destOrd="0" presId="urn:microsoft.com/office/officeart/2005/8/layout/lProcess2"/>
    <dgm:cxn modelId="{15017C47-3E33-40D1-A64C-6F7F9E189DDF}" type="presParOf" srcId="{8278D786-3C1D-405E-B26F-3F37CDDEB2D0}" destId="{5CC9F1A6-8682-4B7D-8924-5FD7B0F2E6E3}" srcOrd="0" destOrd="0" presId="urn:microsoft.com/office/officeart/2005/8/layout/lProcess2"/>
    <dgm:cxn modelId="{6C5157A1-6AE7-4340-875A-E477AF8C2834}" type="presParOf" srcId="{8278D786-3C1D-405E-B26F-3F37CDDEB2D0}" destId="{78297440-850E-4E7D-A73C-3BDBF8A885A3}" srcOrd="1" destOrd="0" presId="urn:microsoft.com/office/officeart/2005/8/layout/lProcess2"/>
    <dgm:cxn modelId="{F213D4C5-D21E-4E1E-8299-C5DC6CB3024B}" type="presParOf" srcId="{8278D786-3C1D-405E-B26F-3F37CDDEB2D0}" destId="{306CF67D-F783-4135-89F8-E25852A317F1}" srcOrd="2" destOrd="0" presId="urn:microsoft.com/office/officeart/2005/8/layout/lProcess2"/>
    <dgm:cxn modelId="{1DBDEB3E-3B8D-41E6-9D93-70F1CF60CB3E}" type="presParOf" srcId="{306CF67D-F783-4135-89F8-E25852A317F1}" destId="{A869A60F-442C-4381-9B8B-FE1F58AE1EAE}" srcOrd="0" destOrd="0" presId="urn:microsoft.com/office/officeart/2005/8/layout/lProcess2"/>
    <dgm:cxn modelId="{89B9E271-2560-426B-B1D2-CB0CACA14B4E}" type="presParOf" srcId="{A869A60F-442C-4381-9B8B-FE1F58AE1EAE}" destId="{C9B82C22-048B-44CC-93D4-E3DD9EDD135B}" srcOrd="0" destOrd="0" presId="urn:microsoft.com/office/officeart/2005/8/layout/lProcess2"/>
    <dgm:cxn modelId="{7CD6A549-FBD9-4D89-B821-8E2CB3E7EE36}" type="presParOf" srcId="{A869A60F-442C-4381-9B8B-FE1F58AE1EAE}" destId="{61EE1723-1AB1-41FA-B1E3-C3871ECD38E9}" srcOrd="1" destOrd="0" presId="urn:microsoft.com/office/officeart/2005/8/layout/lProcess2"/>
    <dgm:cxn modelId="{77DCA128-938F-4C44-8AD6-EC8C95149B30}" type="presParOf" srcId="{A869A60F-442C-4381-9B8B-FE1F58AE1EAE}" destId="{A0E6910F-4EF7-426B-8944-F0925D47BFB4}" srcOrd="2" destOrd="0" presId="urn:microsoft.com/office/officeart/2005/8/layout/lProcess2"/>
    <dgm:cxn modelId="{A3C33457-2466-4B0F-8DA4-341A1624A3FC}" type="presParOf" srcId="{BA390A89-3D79-49A6-9BF0-599801F084EB}" destId="{7526F33C-7D03-41DA-BAEE-76D5EF7AC2C8}" srcOrd="5" destOrd="0" presId="urn:microsoft.com/office/officeart/2005/8/layout/lProcess2"/>
    <dgm:cxn modelId="{F236B8DA-23A3-4287-B18B-52C1ECF37A9F}" type="presParOf" srcId="{BA390A89-3D79-49A6-9BF0-599801F084EB}" destId="{35513678-CA66-489F-8A5F-32789A982F69}" srcOrd="6" destOrd="0" presId="urn:microsoft.com/office/officeart/2005/8/layout/lProcess2"/>
    <dgm:cxn modelId="{409DBA6C-0B89-4ACC-A0C9-79DD16DD05CD}" type="presParOf" srcId="{35513678-CA66-489F-8A5F-32789A982F69}" destId="{D0E1A1A4-4EF7-46C0-9CCC-7F1571CB10F9}" srcOrd="0" destOrd="0" presId="urn:microsoft.com/office/officeart/2005/8/layout/lProcess2"/>
    <dgm:cxn modelId="{9873BCB6-8A87-45E0-8B70-ADBCC0A84E73}" type="presParOf" srcId="{35513678-CA66-489F-8A5F-32789A982F69}" destId="{D6B3AB59-F5BE-44B9-94BB-CB534185F388}" srcOrd="1" destOrd="0" presId="urn:microsoft.com/office/officeart/2005/8/layout/lProcess2"/>
    <dgm:cxn modelId="{5A7584AF-5694-49B2-9716-E149A376FAA4}" type="presParOf" srcId="{35513678-CA66-489F-8A5F-32789A982F69}" destId="{83A7823E-95E7-482F-A4B8-43AE927D54AC}" srcOrd="2" destOrd="0" presId="urn:microsoft.com/office/officeart/2005/8/layout/lProcess2"/>
    <dgm:cxn modelId="{75DA13DB-D054-4873-9355-9552AC941DED}" type="presParOf" srcId="{83A7823E-95E7-482F-A4B8-43AE927D54AC}" destId="{346AD43C-AB4C-4220-AF41-83B4097A0EA4}" srcOrd="0" destOrd="0" presId="urn:microsoft.com/office/officeart/2005/8/layout/lProcess2"/>
    <dgm:cxn modelId="{26A6B947-804B-48E4-89E1-F142014D0D1D}" type="presParOf" srcId="{346AD43C-AB4C-4220-AF41-83B4097A0EA4}" destId="{F3DF3EE7-C3E1-4556-B5E5-D675D9659B6D}" srcOrd="0" destOrd="0" presId="urn:microsoft.com/office/officeart/2005/8/layout/lProcess2"/>
    <dgm:cxn modelId="{D2F33199-8CA2-4BC2-8BE3-0E845FD3B2B4}" type="presParOf" srcId="{346AD43C-AB4C-4220-AF41-83B4097A0EA4}" destId="{FA01CE40-6491-49F5-B5F7-EA2AD4F6B25F}" srcOrd="1" destOrd="0" presId="urn:microsoft.com/office/officeart/2005/8/layout/lProcess2"/>
    <dgm:cxn modelId="{8CC3C6D9-4CFD-4010-9D06-B885F09CB31F}" type="presParOf" srcId="{346AD43C-AB4C-4220-AF41-83B4097A0EA4}" destId="{B2301BB8-8C5A-4642-99B6-6B3BE9385CA1}"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4" qsCatId="simple" csTypeId="urn:microsoft.com/office/officeart/2005/8/colors/accent0_1" csCatId="mainScheme" phldr="1"/>
      <dgm:spPr/>
      <dgm:t>
        <a:bodyPr/>
        <a:lstStyle/>
        <a:p>
          <a:endParaRPr lang="en-US"/>
        </a:p>
      </dgm:t>
    </dgm:pt>
    <dgm:pt modelId="{737D12E9-8A02-48FD-981F-55FEDEEB992B}">
      <dgm:prSet custT="1"/>
      <dgm:spPr/>
      <dgm:t>
        <a:bodyPr/>
        <a:lstStyle/>
        <a:p>
          <a:pPr algn="ctr"/>
          <a:r>
            <a:rPr lang="en-US" sz="1600" b="0" noProof="0" dirty="0">
              <a:effectLst/>
              <a:latin typeface="+mn-lt"/>
            </a:rPr>
            <a:t>Operations</a:t>
          </a:r>
          <a:endParaRPr lang="en-US" sz="1600" b="0" noProof="0" dirty="0">
            <a:latin typeface="+mn-lt"/>
          </a:endParaRPr>
        </a:p>
      </dgm:t>
    </dgm:pt>
    <dgm:pt modelId="{C49C39C5-B1D7-4276-BC5E-BCEEABC7E0B0}" type="parTrans" cxnId="{C863442A-282A-4AE8-83CC-D5D13D44B447}">
      <dgm:prSet/>
      <dgm:spPr/>
      <dgm:t>
        <a:bodyPr/>
        <a:lstStyle/>
        <a:p>
          <a:pPr algn="ctr"/>
          <a:endParaRPr lang="en-US" sz="1600" b="0" noProof="0">
            <a:latin typeface="+mn-lt"/>
          </a:endParaRPr>
        </a:p>
      </dgm:t>
    </dgm:pt>
    <dgm:pt modelId="{40F65ECA-BAF9-4A2F-AC30-3EEBD4253CED}" type="sibTrans" cxnId="{C863442A-282A-4AE8-83CC-D5D13D44B447}">
      <dgm:prSet/>
      <dgm:spPr/>
      <dgm:t>
        <a:bodyPr/>
        <a:lstStyle/>
        <a:p>
          <a:pPr algn="ctr"/>
          <a:endParaRPr lang="en-US" sz="1600" b="0" noProof="0">
            <a:latin typeface="+mn-lt"/>
          </a:endParaRPr>
        </a:p>
      </dgm:t>
    </dgm:pt>
    <dgm:pt modelId="{432886F5-A157-45AC-8D65-EA0D56935738}">
      <dgm:prSet custT="1"/>
      <dgm:spPr/>
      <dgm:t>
        <a:bodyPr/>
        <a:lstStyle/>
        <a:p>
          <a:pPr algn="ctr"/>
          <a:r>
            <a:rPr lang="en-US" sz="1600" b="0" noProof="0" dirty="0">
              <a:latin typeface="+mn-lt"/>
            </a:rPr>
            <a:t>Annual Costs</a:t>
          </a:r>
        </a:p>
      </dgm:t>
    </dgm:pt>
    <dgm:pt modelId="{BF777341-B9EA-48D3-BAB4-85512D2E554F}" type="sibTrans" cxnId="{A1240293-C5B0-44EA-B69A-265D0C5B694F}">
      <dgm:prSet/>
      <dgm:spPr/>
      <dgm:t>
        <a:bodyPr/>
        <a:lstStyle/>
        <a:p>
          <a:pPr algn="ctr"/>
          <a:endParaRPr lang="en-US" sz="1600" b="0" noProof="0">
            <a:latin typeface="+mn-lt"/>
          </a:endParaRPr>
        </a:p>
      </dgm:t>
    </dgm:pt>
    <dgm:pt modelId="{643374B0-BFB1-49F9-A472-7FF183BD9385}" type="parTrans" cxnId="{A1240293-C5B0-44EA-B69A-265D0C5B694F}">
      <dgm:prSet/>
      <dgm:spPr/>
      <dgm:t>
        <a:bodyPr/>
        <a:lstStyle/>
        <a:p>
          <a:pPr algn="ctr"/>
          <a:endParaRPr lang="en-US" sz="1600" b="0" noProof="0">
            <a:latin typeface="+mn-lt"/>
          </a:endParaRPr>
        </a:p>
      </dgm:t>
    </dgm:pt>
    <dgm:pt modelId="{D4C2A763-16BC-4F4D-ADDF-C596245773BF}">
      <dgm:prSet custT="1"/>
      <dgm:spPr/>
      <dgm:t>
        <a:bodyPr/>
        <a:lstStyle/>
        <a:p>
          <a:r>
            <a:rPr lang="en-US" sz="1600" b="0" noProof="0" dirty="0">
              <a:latin typeface="+mn-lt"/>
            </a:rPr>
            <a:t>Operations staff</a:t>
          </a:r>
        </a:p>
      </dgm:t>
    </dgm:pt>
    <dgm:pt modelId="{AE27C42A-8FF1-4209-B4C5-AB68E063D8B4}" type="parTrans" cxnId="{DF5C12FF-3706-4AFE-97D2-18FD7FBA8E05}">
      <dgm:prSet/>
      <dgm:spPr/>
      <dgm:t>
        <a:bodyPr/>
        <a:lstStyle/>
        <a:p>
          <a:endParaRPr lang="it-IT" sz="1600" b="0">
            <a:latin typeface="+mn-lt"/>
          </a:endParaRPr>
        </a:p>
      </dgm:t>
    </dgm:pt>
    <dgm:pt modelId="{44F8BFD3-EAC6-461B-9B4D-FB1FB27A27E0}" type="sibTrans" cxnId="{DF5C12FF-3706-4AFE-97D2-18FD7FBA8E05}">
      <dgm:prSet/>
      <dgm:spPr/>
      <dgm:t>
        <a:bodyPr/>
        <a:lstStyle/>
        <a:p>
          <a:endParaRPr lang="it-IT" sz="1600" b="0">
            <a:latin typeface="+mn-lt"/>
          </a:endParaRPr>
        </a:p>
      </dgm:t>
    </dgm:pt>
    <dgm:pt modelId="{D77CE5FB-DD75-479F-ACAB-0C65B14F6EAC}">
      <dgm:prSet custT="1"/>
      <dgm:spPr/>
      <dgm:t>
        <a:bodyPr/>
        <a:lstStyle/>
        <a:p>
          <a:r>
            <a:rPr lang="en-US" sz="1600" b="0" noProof="0" dirty="0">
              <a:latin typeface="+mn-lt"/>
            </a:rPr>
            <a:t>Energy </a:t>
          </a:r>
        </a:p>
      </dgm:t>
    </dgm:pt>
    <dgm:pt modelId="{52D969FA-BE13-4273-9598-C6A5BA927E4C}" type="parTrans" cxnId="{C97AB9EC-5C78-4B0C-94DB-632B825D7E79}">
      <dgm:prSet/>
      <dgm:spPr/>
      <dgm:t>
        <a:bodyPr/>
        <a:lstStyle/>
        <a:p>
          <a:endParaRPr lang="it-IT" sz="1600" b="0">
            <a:latin typeface="+mn-lt"/>
          </a:endParaRPr>
        </a:p>
      </dgm:t>
    </dgm:pt>
    <dgm:pt modelId="{076516A6-AE80-4190-AB9D-A46427A06BDF}" type="sibTrans" cxnId="{C97AB9EC-5C78-4B0C-94DB-632B825D7E79}">
      <dgm:prSet/>
      <dgm:spPr/>
      <dgm:t>
        <a:bodyPr/>
        <a:lstStyle/>
        <a:p>
          <a:endParaRPr lang="it-IT" sz="1600" b="0">
            <a:latin typeface="+mn-lt"/>
          </a:endParaRPr>
        </a:p>
      </dgm:t>
    </dgm:pt>
    <dgm:pt modelId="{258521E5-F681-4BAD-9E61-586BDFCE1782}">
      <dgm:prSet custT="1"/>
      <dgm:spPr>
        <a:solidFill>
          <a:schemeClr val="bg1"/>
        </a:solidFill>
      </dgm:spPr>
      <dgm:t>
        <a:bodyPr/>
        <a:lstStyle/>
        <a:p>
          <a:r>
            <a:rPr lang="en-US" sz="1600" b="0" noProof="0" dirty="0">
              <a:effectLst/>
              <a:latin typeface="+mn-lt"/>
            </a:rPr>
            <a:t>System Maintenance</a:t>
          </a:r>
        </a:p>
      </dgm:t>
    </dgm:pt>
    <dgm:pt modelId="{4B36D0F7-A2B8-4604-A392-411C94B9C06E}" type="parTrans" cxnId="{3ADFD722-7D4D-4A16-A7F4-40BD5A88979D}">
      <dgm:prSet/>
      <dgm:spPr/>
      <dgm:t>
        <a:bodyPr/>
        <a:lstStyle/>
        <a:p>
          <a:endParaRPr lang="it-IT" sz="1600" b="0">
            <a:latin typeface="+mn-lt"/>
          </a:endParaRPr>
        </a:p>
      </dgm:t>
    </dgm:pt>
    <dgm:pt modelId="{4518D227-8C44-42E0-A43E-690A6669112B}" type="sibTrans" cxnId="{3ADFD722-7D4D-4A16-A7F4-40BD5A88979D}">
      <dgm:prSet/>
      <dgm:spPr/>
      <dgm:t>
        <a:bodyPr/>
        <a:lstStyle/>
        <a:p>
          <a:endParaRPr lang="it-IT" sz="1600" b="0">
            <a:latin typeface="+mn-lt"/>
          </a:endParaRPr>
        </a:p>
      </dgm:t>
    </dgm:pt>
    <dgm:pt modelId="{CEF12078-7FFC-4F84-AA5A-713C410F40E1}">
      <dgm:prSet custT="1"/>
      <dgm:spPr>
        <a:solidFill>
          <a:schemeClr val="bg1"/>
        </a:solidFill>
      </dgm:spPr>
      <dgm:t>
        <a:bodyPr/>
        <a:lstStyle/>
        <a:p>
          <a:r>
            <a:rPr lang="en-US" sz="1600" b="0" noProof="0" dirty="0">
              <a:effectLst/>
              <a:latin typeface="+mn-lt"/>
            </a:rPr>
            <a:t>BPR</a:t>
          </a:r>
        </a:p>
      </dgm:t>
    </dgm:pt>
    <dgm:pt modelId="{49989078-5F5D-40A7-82C8-F2117157EC70}" type="parTrans" cxnId="{104ECF14-6727-4625-B0F5-C2B9DADB656B}">
      <dgm:prSet/>
      <dgm:spPr/>
      <dgm:t>
        <a:bodyPr/>
        <a:lstStyle/>
        <a:p>
          <a:endParaRPr lang="it-IT" sz="1600" b="0">
            <a:latin typeface="+mn-lt"/>
          </a:endParaRPr>
        </a:p>
      </dgm:t>
    </dgm:pt>
    <dgm:pt modelId="{5E7E0E6A-3B0E-4873-B263-5A3E2706F946}" type="sibTrans" cxnId="{104ECF14-6727-4625-B0F5-C2B9DADB656B}">
      <dgm:prSet/>
      <dgm:spPr/>
      <dgm:t>
        <a:bodyPr/>
        <a:lstStyle/>
        <a:p>
          <a:endParaRPr lang="it-IT" sz="1600" b="0">
            <a:latin typeface="+mn-lt"/>
          </a:endParaRPr>
        </a:p>
      </dgm:t>
    </dgm:pt>
    <dgm:pt modelId="{92DFF36D-E718-430E-AA96-11332B98A4E1}">
      <dgm:prSet custT="1"/>
      <dgm:spPr>
        <a:solidFill>
          <a:schemeClr val="bg1"/>
        </a:solidFill>
      </dgm:spPr>
      <dgm:t>
        <a:bodyPr/>
        <a:lstStyle/>
        <a:p>
          <a:r>
            <a:rPr lang="en-US" sz="1600" b="0" noProof="0" dirty="0">
              <a:effectLst/>
              <a:latin typeface="+mn-lt"/>
            </a:rPr>
            <a:t>Miscellaneous </a:t>
          </a:r>
        </a:p>
      </dgm:t>
    </dgm:pt>
    <dgm:pt modelId="{0C5803A0-BEAB-47D3-AC78-ECF474758E1B}" type="parTrans" cxnId="{DB58F552-35F5-40BE-AB85-770DE4196C02}">
      <dgm:prSet/>
      <dgm:spPr/>
      <dgm:t>
        <a:bodyPr/>
        <a:lstStyle/>
        <a:p>
          <a:endParaRPr lang="it-IT" sz="1600" b="0">
            <a:latin typeface="+mn-lt"/>
          </a:endParaRPr>
        </a:p>
      </dgm:t>
    </dgm:pt>
    <dgm:pt modelId="{AFDAEEAE-D001-429B-9D3F-4E59887BCED0}" type="sibTrans" cxnId="{DB58F552-35F5-40BE-AB85-770DE4196C02}">
      <dgm:prSet/>
      <dgm:spPr/>
      <dgm:t>
        <a:bodyPr/>
        <a:lstStyle/>
        <a:p>
          <a:endParaRPr lang="it-IT" sz="1600" b="0">
            <a:latin typeface="+mn-lt"/>
          </a:endParaRPr>
        </a:p>
      </dgm:t>
    </dgm:pt>
    <dgm:pt modelId="{8822BA44-6688-4E51-9F41-CB9F237E2934}">
      <dgm:prSet custT="1"/>
      <dgm:spPr>
        <a:solidFill>
          <a:schemeClr val="bg1"/>
        </a:solidFill>
      </dgm:spPr>
      <dgm:t>
        <a:bodyPr/>
        <a:lstStyle/>
        <a:p>
          <a:r>
            <a:rPr lang="en-US" sz="1600" b="0" noProof="0" dirty="0" err="1">
              <a:effectLst/>
              <a:latin typeface="+mn-lt"/>
            </a:rPr>
            <a:t>Hw</a:t>
          </a:r>
          <a:r>
            <a:rPr lang="en-US" sz="1600" b="0" noProof="0" dirty="0">
              <a:effectLst/>
              <a:latin typeface="+mn-lt"/>
            </a:rPr>
            <a:t> / </a:t>
          </a:r>
          <a:r>
            <a:rPr lang="en-US" sz="1600" b="0" noProof="0" dirty="0" err="1">
              <a:effectLst/>
              <a:latin typeface="+mn-lt"/>
            </a:rPr>
            <a:t>Sw</a:t>
          </a:r>
          <a:r>
            <a:rPr lang="en-US" sz="1600" b="0" noProof="0" dirty="0">
              <a:effectLst/>
              <a:latin typeface="+mn-lt"/>
            </a:rPr>
            <a:t> platforms</a:t>
          </a:r>
        </a:p>
      </dgm:t>
    </dgm:pt>
    <dgm:pt modelId="{B7CEF250-1CB1-43B5-AC5D-554EC27EB3C2}" type="parTrans" cxnId="{BA8F8234-FFFA-403C-97AA-4A51BFCFAF9A}">
      <dgm:prSet/>
      <dgm:spPr/>
      <dgm:t>
        <a:bodyPr/>
        <a:lstStyle/>
        <a:p>
          <a:endParaRPr lang="it-IT" sz="1600">
            <a:latin typeface="+mn-lt"/>
          </a:endParaRPr>
        </a:p>
      </dgm:t>
    </dgm:pt>
    <dgm:pt modelId="{33FB2460-DF41-4265-8157-8B21A6DA95E6}" type="sibTrans" cxnId="{BA8F8234-FFFA-403C-97AA-4A51BFCFAF9A}">
      <dgm:prSet/>
      <dgm:spPr/>
      <dgm:t>
        <a:bodyPr/>
        <a:lstStyle/>
        <a:p>
          <a:endParaRPr lang="it-IT" sz="1600">
            <a:latin typeface="+mn-lt"/>
          </a:endParaRPr>
        </a:p>
      </dgm:t>
    </dgm:pt>
    <dgm:pt modelId="{3B8584C8-1AE2-4B03-93A5-1C136C7DE856}">
      <dgm:prSet custT="1"/>
      <dgm:spPr>
        <a:solidFill>
          <a:schemeClr val="bg1"/>
        </a:solidFill>
      </dgm:spPr>
      <dgm:t>
        <a:bodyPr/>
        <a:lstStyle/>
        <a:p>
          <a:r>
            <a:rPr lang="en-US" sz="1600" b="0" noProof="0" dirty="0">
              <a:effectLst/>
              <a:latin typeface="+mn-lt"/>
            </a:rPr>
            <a:t>SW application</a:t>
          </a:r>
        </a:p>
      </dgm:t>
    </dgm:pt>
    <dgm:pt modelId="{36F10B05-7545-4B01-9C33-317E39997EDB}" type="parTrans" cxnId="{979219EE-A29E-4E2E-B0E5-BBB19B1B56C6}">
      <dgm:prSet/>
      <dgm:spPr/>
      <dgm:t>
        <a:bodyPr/>
        <a:lstStyle/>
        <a:p>
          <a:endParaRPr lang="it-IT" sz="1600">
            <a:latin typeface="+mn-lt"/>
          </a:endParaRPr>
        </a:p>
      </dgm:t>
    </dgm:pt>
    <dgm:pt modelId="{B349B6F6-73F8-4A6E-92FC-8AFE818759C6}" type="sibTrans" cxnId="{979219EE-A29E-4E2E-B0E5-BBB19B1B56C6}">
      <dgm:prSet/>
      <dgm:spPr/>
      <dgm:t>
        <a:bodyPr/>
        <a:lstStyle/>
        <a:p>
          <a:endParaRPr lang="it-IT" sz="1600">
            <a:latin typeface="+mn-lt"/>
          </a:endParaRPr>
        </a:p>
      </dgm:t>
    </dgm:pt>
    <dgm:pt modelId="{DF02D29C-B0BE-4245-A9A9-FFEFE5C2F965}">
      <dgm:prSet custT="1"/>
      <dgm:spPr/>
      <dgm:t>
        <a:bodyPr/>
        <a:lstStyle/>
        <a:p>
          <a:pPr algn="ctr"/>
          <a:r>
            <a:rPr lang="en-US" sz="1600" b="0" noProof="0" dirty="0">
              <a:effectLst/>
              <a:latin typeface="+mn-lt"/>
            </a:rPr>
            <a:t>Network services </a:t>
          </a:r>
          <a:endParaRPr lang="en-US" sz="1600" b="0" noProof="0" dirty="0">
            <a:latin typeface="+mn-lt"/>
          </a:endParaRPr>
        </a:p>
      </dgm:t>
    </dgm:pt>
    <dgm:pt modelId="{42FC8553-92EC-4263-B66E-D6B89F8012EE}" type="parTrans" cxnId="{FADB0264-E60F-48F4-8669-F2C58753BA9E}">
      <dgm:prSet/>
      <dgm:spPr/>
      <dgm:t>
        <a:bodyPr/>
        <a:lstStyle/>
        <a:p>
          <a:endParaRPr lang="it-IT" sz="1600">
            <a:latin typeface="+mn-lt"/>
          </a:endParaRPr>
        </a:p>
      </dgm:t>
    </dgm:pt>
    <dgm:pt modelId="{21595B29-0FD7-4650-BEC9-85D1F65B95A6}" type="sibTrans" cxnId="{FADB0264-E60F-48F4-8669-F2C58753BA9E}">
      <dgm:prSet/>
      <dgm:spPr/>
      <dgm:t>
        <a:bodyPr/>
        <a:lstStyle/>
        <a:p>
          <a:endParaRPr lang="it-IT" sz="1600">
            <a:latin typeface="+mn-lt"/>
          </a:endParaRPr>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2E8A147C-D72E-4DB4-ACBA-43DDAA78FEFA}" type="pres">
      <dgm:prSet presAssocID="{432886F5-A157-45AC-8D65-EA0D56935738}" presName="hierRoot1" presStyleCnt="0">
        <dgm:presLayoutVars>
          <dgm:hierBranch/>
        </dgm:presLayoutVars>
      </dgm:prSet>
      <dgm:spPr/>
    </dgm:pt>
    <dgm:pt modelId="{1504BC27-0F33-4705-A9D2-44C2ECA487EC}" type="pres">
      <dgm:prSet presAssocID="{432886F5-A157-45AC-8D65-EA0D56935738}" presName="rootComposite1" presStyleCnt="0"/>
      <dgm:spPr/>
    </dgm:pt>
    <dgm:pt modelId="{8C3A4A9B-3F36-4EB0-B682-ABBAAA59FA77}" type="pres">
      <dgm:prSet presAssocID="{432886F5-A157-45AC-8D65-EA0D56935738}" presName="rootText1" presStyleLbl="node0" presStyleIdx="0" presStyleCnt="1">
        <dgm:presLayoutVars>
          <dgm:chPref val="3"/>
        </dgm:presLayoutVars>
      </dgm:prSet>
      <dgm:spPr/>
    </dgm:pt>
    <dgm:pt modelId="{5BBE0F5C-C5F5-48BB-A6C7-2068F1A648A4}" type="pres">
      <dgm:prSet presAssocID="{432886F5-A157-45AC-8D65-EA0D56935738}" presName="rootConnector1" presStyleLbl="node1" presStyleIdx="0" presStyleCnt="0"/>
      <dgm:spPr/>
    </dgm:pt>
    <dgm:pt modelId="{4A779A4C-771F-4532-8536-E625A1008660}" type="pres">
      <dgm:prSet presAssocID="{432886F5-A157-45AC-8D65-EA0D56935738}" presName="hierChild2" presStyleCnt="0"/>
      <dgm:spPr/>
    </dgm:pt>
    <dgm:pt modelId="{F1BA8054-1759-49A4-A936-7C3DD87955AF}" type="pres">
      <dgm:prSet presAssocID="{C49C39C5-B1D7-4276-BC5E-BCEEABC7E0B0}" presName="Name35" presStyleLbl="parChTrans1D2" presStyleIdx="0" presStyleCnt="3"/>
      <dgm:spPr/>
    </dgm:pt>
    <dgm:pt modelId="{B47A97CD-6AE2-482A-B3AE-7EC55FA3FB75}" type="pres">
      <dgm:prSet presAssocID="{737D12E9-8A02-48FD-981F-55FEDEEB992B}" presName="hierRoot2" presStyleCnt="0">
        <dgm:presLayoutVars>
          <dgm:hierBranch val="init"/>
        </dgm:presLayoutVars>
      </dgm:prSet>
      <dgm:spPr/>
    </dgm:pt>
    <dgm:pt modelId="{7286B375-5819-4FA8-BB59-99C2B45DD63F}" type="pres">
      <dgm:prSet presAssocID="{737D12E9-8A02-48FD-981F-55FEDEEB992B}" presName="rootComposite" presStyleCnt="0"/>
      <dgm:spPr/>
    </dgm:pt>
    <dgm:pt modelId="{617F114F-1568-4963-BE3B-E5BBF377486C}" type="pres">
      <dgm:prSet presAssocID="{737D12E9-8A02-48FD-981F-55FEDEEB992B}" presName="rootText" presStyleLbl="node2" presStyleIdx="0" presStyleCnt="3">
        <dgm:presLayoutVars>
          <dgm:chPref val="3"/>
        </dgm:presLayoutVars>
      </dgm:prSet>
      <dgm:spPr/>
    </dgm:pt>
    <dgm:pt modelId="{DE4FB3E6-E6CB-4EEA-A553-E74E312802CA}" type="pres">
      <dgm:prSet presAssocID="{737D12E9-8A02-48FD-981F-55FEDEEB992B}" presName="rootConnector" presStyleLbl="node2" presStyleIdx="0" presStyleCnt="3"/>
      <dgm:spPr/>
    </dgm:pt>
    <dgm:pt modelId="{397B9AC8-97EA-4DF2-9A39-D9AE63412A60}" type="pres">
      <dgm:prSet presAssocID="{737D12E9-8A02-48FD-981F-55FEDEEB992B}" presName="hierChild4" presStyleCnt="0"/>
      <dgm:spPr/>
    </dgm:pt>
    <dgm:pt modelId="{A336BFC9-F7CB-4BC7-837D-FAEC486982B6}" type="pres">
      <dgm:prSet presAssocID="{42FC8553-92EC-4263-B66E-D6B89F8012EE}" presName="Name37" presStyleLbl="parChTrans1D3" presStyleIdx="0" presStyleCnt="6"/>
      <dgm:spPr/>
    </dgm:pt>
    <dgm:pt modelId="{0F2CDB67-AF82-4E5A-9220-443AD377E8C3}" type="pres">
      <dgm:prSet presAssocID="{DF02D29C-B0BE-4245-A9A9-FFEFE5C2F965}" presName="hierRoot2" presStyleCnt="0">
        <dgm:presLayoutVars>
          <dgm:hierBranch val="init"/>
        </dgm:presLayoutVars>
      </dgm:prSet>
      <dgm:spPr/>
    </dgm:pt>
    <dgm:pt modelId="{C76881BE-0960-408B-B1FB-20F22A94137A}" type="pres">
      <dgm:prSet presAssocID="{DF02D29C-B0BE-4245-A9A9-FFEFE5C2F965}" presName="rootComposite" presStyleCnt="0"/>
      <dgm:spPr/>
    </dgm:pt>
    <dgm:pt modelId="{4025926B-28FE-4FDF-97DC-5341A8CCFB01}" type="pres">
      <dgm:prSet presAssocID="{DF02D29C-B0BE-4245-A9A9-FFEFE5C2F965}" presName="rootText" presStyleLbl="node3" presStyleIdx="0" presStyleCnt="6">
        <dgm:presLayoutVars>
          <dgm:chPref val="3"/>
        </dgm:presLayoutVars>
      </dgm:prSet>
      <dgm:spPr/>
    </dgm:pt>
    <dgm:pt modelId="{26A434B7-DF98-4E27-93BC-7D91B3630402}" type="pres">
      <dgm:prSet presAssocID="{DF02D29C-B0BE-4245-A9A9-FFEFE5C2F965}" presName="rootConnector" presStyleLbl="node3" presStyleIdx="0" presStyleCnt="6"/>
      <dgm:spPr/>
    </dgm:pt>
    <dgm:pt modelId="{23C03D04-E2F9-4335-A46A-2732CF29DFD8}" type="pres">
      <dgm:prSet presAssocID="{DF02D29C-B0BE-4245-A9A9-FFEFE5C2F965}" presName="hierChild4" presStyleCnt="0"/>
      <dgm:spPr/>
    </dgm:pt>
    <dgm:pt modelId="{9FD2C4C7-774C-4A99-B01B-954082ECCB3A}" type="pres">
      <dgm:prSet presAssocID="{DF02D29C-B0BE-4245-A9A9-FFEFE5C2F965}" presName="hierChild5" presStyleCnt="0"/>
      <dgm:spPr/>
    </dgm:pt>
    <dgm:pt modelId="{9A8A3CCF-965E-4E9F-AC24-CF68CCD8DC17}" type="pres">
      <dgm:prSet presAssocID="{AE27C42A-8FF1-4209-B4C5-AB68E063D8B4}" presName="Name37" presStyleLbl="parChTrans1D3" presStyleIdx="1" presStyleCnt="6"/>
      <dgm:spPr/>
    </dgm:pt>
    <dgm:pt modelId="{F97B337C-C955-470E-B7F0-29BCD4DC499C}" type="pres">
      <dgm:prSet presAssocID="{D4C2A763-16BC-4F4D-ADDF-C596245773BF}" presName="hierRoot2" presStyleCnt="0">
        <dgm:presLayoutVars>
          <dgm:hierBranch val="init"/>
        </dgm:presLayoutVars>
      </dgm:prSet>
      <dgm:spPr/>
    </dgm:pt>
    <dgm:pt modelId="{2F5EBC31-EE57-4669-A64A-C7C64F2783B9}" type="pres">
      <dgm:prSet presAssocID="{D4C2A763-16BC-4F4D-ADDF-C596245773BF}" presName="rootComposite" presStyleCnt="0"/>
      <dgm:spPr/>
    </dgm:pt>
    <dgm:pt modelId="{446AC8EA-366E-4B0A-B0E5-389FDE7B0132}" type="pres">
      <dgm:prSet presAssocID="{D4C2A763-16BC-4F4D-ADDF-C596245773BF}" presName="rootText" presStyleLbl="node3" presStyleIdx="1" presStyleCnt="6">
        <dgm:presLayoutVars>
          <dgm:chPref val="3"/>
        </dgm:presLayoutVars>
      </dgm:prSet>
      <dgm:spPr/>
    </dgm:pt>
    <dgm:pt modelId="{B4DDDA7D-D6BC-484B-B5D1-C49D0265831D}" type="pres">
      <dgm:prSet presAssocID="{D4C2A763-16BC-4F4D-ADDF-C596245773BF}" presName="rootConnector" presStyleLbl="node3" presStyleIdx="1" presStyleCnt="6"/>
      <dgm:spPr/>
    </dgm:pt>
    <dgm:pt modelId="{83EF9E8F-1820-4042-A1D0-342BD0D5B26C}" type="pres">
      <dgm:prSet presAssocID="{D4C2A763-16BC-4F4D-ADDF-C596245773BF}" presName="hierChild4" presStyleCnt="0"/>
      <dgm:spPr/>
    </dgm:pt>
    <dgm:pt modelId="{BC7C648C-3982-409C-A304-5DF55D3DF434}" type="pres">
      <dgm:prSet presAssocID="{D4C2A763-16BC-4F4D-ADDF-C596245773BF}" presName="hierChild5" presStyleCnt="0"/>
      <dgm:spPr/>
    </dgm:pt>
    <dgm:pt modelId="{73D6F29E-E01A-40B3-AC0A-BD3B6969C899}" type="pres">
      <dgm:prSet presAssocID="{52D969FA-BE13-4273-9598-C6A5BA927E4C}" presName="Name37" presStyleLbl="parChTrans1D3" presStyleIdx="2" presStyleCnt="6"/>
      <dgm:spPr/>
    </dgm:pt>
    <dgm:pt modelId="{53E3CF3A-B4FA-4B92-8216-F8F058CBA354}" type="pres">
      <dgm:prSet presAssocID="{D77CE5FB-DD75-479F-ACAB-0C65B14F6EAC}" presName="hierRoot2" presStyleCnt="0">
        <dgm:presLayoutVars>
          <dgm:hierBranch val="init"/>
        </dgm:presLayoutVars>
      </dgm:prSet>
      <dgm:spPr/>
    </dgm:pt>
    <dgm:pt modelId="{D7332C02-AC5A-4F8F-BC12-9952A3C09884}" type="pres">
      <dgm:prSet presAssocID="{D77CE5FB-DD75-479F-ACAB-0C65B14F6EAC}" presName="rootComposite" presStyleCnt="0"/>
      <dgm:spPr/>
    </dgm:pt>
    <dgm:pt modelId="{D5BF008E-2BBD-4416-9AC7-46D856BEE3E2}" type="pres">
      <dgm:prSet presAssocID="{D77CE5FB-DD75-479F-ACAB-0C65B14F6EAC}" presName="rootText" presStyleLbl="node3" presStyleIdx="2" presStyleCnt="6">
        <dgm:presLayoutVars>
          <dgm:chPref val="3"/>
        </dgm:presLayoutVars>
      </dgm:prSet>
      <dgm:spPr/>
    </dgm:pt>
    <dgm:pt modelId="{DB71BDC6-F9C9-4D8C-90A4-109B7C533C91}" type="pres">
      <dgm:prSet presAssocID="{D77CE5FB-DD75-479F-ACAB-0C65B14F6EAC}" presName="rootConnector" presStyleLbl="node3" presStyleIdx="2" presStyleCnt="6"/>
      <dgm:spPr/>
    </dgm:pt>
    <dgm:pt modelId="{ADEBAAAF-E51F-4AA0-B518-52D8E4915EA7}" type="pres">
      <dgm:prSet presAssocID="{D77CE5FB-DD75-479F-ACAB-0C65B14F6EAC}" presName="hierChild4" presStyleCnt="0"/>
      <dgm:spPr/>
    </dgm:pt>
    <dgm:pt modelId="{04B21A19-3E5F-409A-9C9F-2DFCEF57F8B4}" type="pres">
      <dgm:prSet presAssocID="{D77CE5FB-DD75-479F-ACAB-0C65B14F6EAC}" presName="hierChild5" presStyleCnt="0"/>
      <dgm:spPr/>
    </dgm:pt>
    <dgm:pt modelId="{DBB9E2D9-090E-4758-AC3C-73EA0A12FF33}" type="pres">
      <dgm:prSet presAssocID="{737D12E9-8A02-48FD-981F-55FEDEEB992B}" presName="hierChild5" presStyleCnt="0"/>
      <dgm:spPr/>
    </dgm:pt>
    <dgm:pt modelId="{E5930FFF-0D2A-4499-A0D2-896646222CF6}" type="pres">
      <dgm:prSet presAssocID="{4B36D0F7-A2B8-4604-A392-411C94B9C06E}" presName="Name35" presStyleLbl="parChTrans1D2" presStyleIdx="1" presStyleCnt="3"/>
      <dgm:spPr/>
    </dgm:pt>
    <dgm:pt modelId="{EB81F2F7-04F4-47EB-B7AA-48125F12F624}" type="pres">
      <dgm:prSet presAssocID="{258521E5-F681-4BAD-9E61-586BDFCE1782}" presName="hierRoot2" presStyleCnt="0">
        <dgm:presLayoutVars>
          <dgm:hierBranch val="init"/>
        </dgm:presLayoutVars>
      </dgm:prSet>
      <dgm:spPr/>
    </dgm:pt>
    <dgm:pt modelId="{544D91D2-7753-497D-B340-EF61F5423F52}" type="pres">
      <dgm:prSet presAssocID="{258521E5-F681-4BAD-9E61-586BDFCE1782}" presName="rootComposite" presStyleCnt="0"/>
      <dgm:spPr/>
    </dgm:pt>
    <dgm:pt modelId="{C1F58284-AEFE-4938-932F-08669E555BEC}" type="pres">
      <dgm:prSet presAssocID="{258521E5-F681-4BAD-9E61-586BDFCE1782}" presName="rootText" presStyleLbl="node2" presStyleIdx="1" presStyleCnt="3">
        <dgm:presLayoutVars>
          <dgm:chPref val="3"/>
        </dgm:presLayoutVars>
      </dgm:prSet>
      <dgm:spPr/>
    </dgm:pt>
    <dgm:pt modelId="{4F9C99E3-6D54-4760-B4B3-5EBB32FD6BAD}" type="pres">
      <dgm:prSet presAssocID="{258521E5-F681-4BAD-9E61-586BDFCE1782}" presName="rootConnector" presStyleLbl="node2" presStyleIdx="1" presStyleCnt="3"/>
      <dgm:spPr/>
    </dgm:pt>
    <dgm:pt modelId="{E0D2A954-365B-4CB3-A44B-2A58E449FEBA}" type="pres">
      <dgm:prSet presAssocID="{258521E5-F681-4BAD-9E61-586BDFCE1782}" presName="hierChild4" presStyleCnt="0"/>
      <dgm:spPr/>
    </dgm:pt>
    <dgm:pt modelId="{544B28F5-73A9-460E-9D50-9BF116840373}" type="pres">
      <dgm:prSet presAssocID="{B7CEF250-1CB1-43B5-AC5D-554EC27EB3C2}" presName="Name37" presStyleLbl="parChTrans1D3" presStyleIdx="3" presStyleCnt="6"/>
      <dgm:spPr/>
    </dgm:pt>
    <dgm:pt modelId="{C09B3848-5479-4B09-97B2-685526E94C53}" type="pres">
      <dgm:prSet presAssocID="{8822BA44-6688-4E51-9F41-CB9F237E2934}" presName="hierRoot2" presStyleCnt="0">
        <dgm:presLayoutVars>
          <dgm:hierBranch val="init"/>
        </dgm:presLayoutVars>
      </dgm:prSet>
      <dgm:spPr/>
    </dgm:pt>
    <dgm:pt modelId="{2D8E57C1-1BB4-45ED-8760-FB18EF9728F6}" type="pres">
      <dgm:prSet presAssocID="{8822BA44-6688-4E51-9F41-CB9F237E2934}" presName="rootComposite" presStyleCnt="0"/>
      <dgm:spPr/>
    </dgm:pt>
    <dgm:pt modelId="{DEFA5E88-7262-4B27-904E-802C523666D9}" type="pres">
      <dgm:prSet presAssocID="{8822BA44-6688-4E51-9F41-CB9F237E2934}" presName="rootText" presStyleLbl="node3" presStyleIdx="3" presStyleCnt="6">
        <dgm:presLayoutVars>
          <dgm:chPref val="3"/>
        </dgm:presLayoutVars>
      </dgm:prSet>
      <dgm:spPr/>
    </dgm:pt>
    <dgm:pt modelId="{F170E1DF-D138-44EF-838B-67181B501DC6}" type="pres">
      <dgm:prSet presAssocID="{8822BA44-6688-4E51-9F41-CB9F237E2934}" presName="rootConnector" presStyleLbl="node3" presStyleIdx="3" presStyleCnt="6"/>
      <dgm:spPr/>
    </dgm:pt>
    <dgm:pt modelId="{D40B1C58-2F93-407B-8CDD-5ACF9DF177A8}" type="pres">
      <dgm:prSet presAssocID="{8822BA44-6688-4E51-9F41-CB9F237E2934}" presName="hierChild4" presStyleCnt="0"/>
      <dgm:spPr/>
    </dgm:pt>
    <dgm:pt modelId="{7EA1CB41-6B71-4553-BFAA-A80CE94065F5}" type="pres">
      <dgm:prSet presAssocID="{8822BA44-6688-4E51-9F41-CB9F237E2934}" presName="hierChild5" presStyleCnt="0"/>
      <dgm:spPr/>
    </dgm:pt>
    <dgm:pt modelId="{4DF2C50F-A831-440A-B458-85C1D8C01D1B}" type="pres">
      <dgm:prSet presAssocID="{36F10B05-7545-4B01-9C33-317E39997EDB}" presName="Name37" presStyleLbl="parChTrans1D3" presStyleIdx="4" presStyleCnt="6"/>
      <dgm:spPr/>
    </dgm:pt>
    <dgm:pt modelId="{44F1B04E-592C-4918-A46E-893A48214E86}" type="pres">
      <dgm:prSet presAssocID="{3B8584C8-1AE2-4B03-93A5-1C136C7DE856}" presName="hierRoot2" presStyleCnt="0">
        <dgm:presLayoutVars>
          <dgm:hierBranch val="init"/>
        </dgm:presLayoutVars>
      </dgm:prSet>
      <dgm:spPr/>
    </dgm:pt>
    <dgm:pt modelId="{384171AB-930E-40FE-84E3-FFE00F3CFC1A}" type="pres">
      <dgm:prSet presAssocID="{3B8584C8-1AE2-4B03-93A5-1C136C7DE856}" presName="rootComposite" presStyleCnt="0"/>
      <dgm:spPr/>
    </dgm:pt>
    <dgm:pt modelId="{DE41670F-1A90-4697-A320-21721E3521A3}" type="pres">
      <dgm:prSet presAssocID="{3B8584C8-1AE2-4B03-93A5-1C136C7DE856}" presName="rootText" presStyleLbl="node3" presStyleIdx="4" presStyleCnt="6">
        <dgm:presLayoutVars>
          <dgm:chPref val="3"/>
        </dgm:presLayoutVars>
      </dgm:prSet>
      <dgm:spPr/>
    </dgm:pt>
    <dgm:pt modelId="{0B772A43-6243-43B3-9BD1-CF41D3E7A8E7}" type="pres">
      <dgm:prSet presAssocID="{3B8584C8-1AE2-4B03-93A5-1C136C7DE856}" presName="rootConnector" presStyleLbl="node3" presStyleIdx="4" presStyleCnt="6"/>
      <dgm:spPr/>
    </dgm:pt>
    <dgm:pt modelId="{B9884A6D-7807-4B7E-8FB0-C661E9377420}" type="pres">
      <dgm:prSet presAssocID="{3B8584C8-1AE2-4B03-93A5-1C136C7DE856}" presName="hierChild4" presStyleCnt="0"/>
      <dgm:spPr/>
    </dgm:pt>
    <dgm:pt modelId="{9A2747F5-FC33-48D8-802C-024F88304F2D}" type="pres">
      <dgm:prSet presAssocID="{3B8584C8-1AE2-4B03-93A5-1C136C7DE856}" presName="hierChild5" presStyleCnt="0"/>
      <dgm:spPr/>
    </dgm:pt>
    <dgm:pt modelId="{FE5A8ECB-BDCB-4FB1-A259-3C804225F596}" type="pres">
      <dgm:prSet presAssocID="{49989078-5F5D-40A7-82C8-F2117157EC70}" presName="Name37" presStyleLbl="parChTrans1D3" presStyleIdx="5" presStyleCnt="6"/>
      <dgm:spPr/>
    </dgm:pt>
    <dgm:pt modelId="{C2924803-59CD-4FDC-97D1-B459F4694CA3}" type="pres">
      <dgm:prSet presAssocID="{CEF12078-7FFC-4F84-AA5A-713C410F40E1}" presName="hierRoot2" presStyleCnt="0">
        <dgm:presLayoutVars>
          <dgm:hierBranch val="init"/>
        </dgm:presLayoutVars>
      </dgm:prSet>
      <dgm:spPr/>
    </dgm:pt>
    <dgm:pt modelId="{19EB5B5C-9452-403A-A6DA-556B8F13C52D}" type="pres">
      <dgm:prSet presAssocID="{CEF12078-7FFC-4F84-AA5A-713C410F40E1}" presName="rootComposite" presStyleCnt="0"/>
      <dgm:spPr/>
    </dgm:pt>
    <dgm:pt modelId="{5D7D695A-5080-42E4-BFE2-B8901C153971}" type="pres">
      <dgm:prSet presAssocID="{CEF12078-7FFC-4F84-AA5A-713C410F40E1}" presName="rootText" presStyleLbl="node3" presStyleIdx="5" presStyleCnt="6">
        <dgm:presLayoutVars>
          <dgm:chPref val="3"/>
        </dgm:presLayoutVars>
      </dgm:prSet>
      <dgm:spPr/>
    </dgm:pt>
    <dgm:pt modelId="{C3F9C65F-EE19-4255-9C0F-5BFF822E4FEF}" type="pres">
      <dgm:prSet presAssocID="{CEF12078-7FFC-4F84-AA5A-713C410F40E1}" presName="rootConnector" presStyleLbl="node3" presStyleIdx="5" presStyleCnt="6"/>
      <dgm:spPr/>
    </dgm:pt>
    <dgm:pt modelId="{0480C4F9-6F75-44FF-B771-C13C29C091B7}" type="pres">
      <dgm:prSet presAssocID="{CEF12078-7FFC-4F84-AA5A-713C410F40E1}" presName="hierChild4" presStyleCnt="0"/>
      <dgm:spPr/>
    </dgm:pt>
    <dgm:pt modelId="{195E2DFE-FA42-4BE7-A8D7-5DCED2094939}" type="pres">
      <dgm:prSet presAssocID="{CEF12078-7FFC-4F84-AA5A-713C410F40E1}" presName="hierChild5" presStyleCnt="0"/>
      <dgm:spPr/>
    </dgm:pt>
    <dgm:pt modelId="{380AE3EF-74F8-4A1D-8124-F26A1EDBA63C}" type="pres">
      <dgm:prSet presAssocID="{258521E5-F681-4BAD-9E61-586BDFCE1782}" presName="hierChild5" presStyleCnt="0"/>
      <dgm:spPr/>
    </dgm:pt>
    <dgm:pt modelId="{56D17228-2D5A-41ED-A50B-11AE9A8012E7}" type="pres">
      <dgm:prSet presAssocID="{0C5803A0-BEAB-47D3-AC78-ECF474758E1B}" presName="Name35" presStyleLbl="parChTrans1D2" presStyleIdx="2" presStyleCnt="3"/>
      <dgm:spPr/>
    </dgm:pt>
    <dgm:pt modelId="{EB5A9FC8-81AB-4ADB-88BB-CCD2B819DB19}" type="pres">
      <dgm:prSet presAssocID="{92DFF36D-E718-430E-AA96-11332B98A4E1}" presName="hierRoot2" presStyleCnt="0">
        <dgm:presLayoutVars>
          <dgm:hierBranch val="init"/>
        </dgm:presLayoutVars>
      </dgm:prSet>
      <dgm:spPr/>
    </dgm:pt>
    <dgm:pt modelId="{9BFAB31F-C5F9-4E4A-8EB5-59D64B0E622A}" type="pres">
      <dgm:prSet presAssocID="{92DFF36D-E718-430E-AA96-11332B98A4E1}" presName="rootComposite" presStyleCnt="0"/>
      <dgm:spPr/>
    </dgm:pt>
    <dgm:pt modelId="{9B529135-53B1-4CE5-A498-F7D694788F06}" type="pres">
      <dgm:prSet presAssocID="{92DFF36D-E718-430E-AA96-11332B98A4E1}" presName="rootText" presStyleLbl="node2" presStyleIdx="2" presStyleCnt="3">
        <dgm:presLayoutVars>
          <dgm:chPref val="3"/>
        </dgm:presLayoutVars>
      </dgm:prSet>
      <dgm:spPr/>
    </dgm:pt>
    <dgm:pt modelId="{329CD7BC-DDC7-4CE2-A368-8477D444191D}" type="pres">
      <dgm:prSet presAssocID="{92DFF36D-E718-430E-AA96-11332B98A4E1}" presName="rootConnector" presStyleLbl="node2" presStyleIdx="2" presStyleCnt="3"/>
      <dgm:spPr/>
    </dgm:pt>
    <dgm:pt modelId="{274EF0C5-248F-4A92-8F97-45CB86B8C165}" type="pres">
      <dgm:prSet presAssocID="{92DFF36D-E718-430E-AA96-11332B98A4E1}" presName="hierChild4" presStyleCnt="0"/>
      <dgm:spPr/>
    </dgm:pt>
    <dgm:pt modelId="{77578446-B56A-4B4E-9495-3C2EE5177A06}" type="pres">
      <dgm:prSet presAssocID="{92DFF36D-E718-430E-AA96-11332B98A4E1}" presName="hierChild5" presStyleCnt="0"/>
      <dgm:spPr/>
    </dgm:pt>
    <dgm:pt modelId="{06178239-05B2-49C8-A510-93C32DDE6EA7}" type="pres">
      <dgm:prSet presAssocID="{432886F5-A157-45AC-8D65-EA0D56935738}" presName="hierChild3" presStyleCnt="0"/>
      <dgm:spPr/>
    </dgm:pt>
  </dgm:ptLst>
  <dgm:cxnLst>
    <dgm:cxn modelId="{8BE01E06-6578-497C-9E4E-77B72EB01A2A}" type="presOf" srcId="{4B36D0F7-A2B8-4604-A392-411C94B9C06E}" destId="{E5930FFF-0D2A-4499-A0D2-896646222CF6}" srcOrd="0" destOrd="0" presId="urn:microsoft.com/office/officeart/2005/8/layout/orgChart1"/>
    <dgm:cxn modelId="{1B8B8510-205B-4CA8-BC3B-91FA8B1947BA}" type="presOf" srcId="{AE27C42A-8FF1-4209-B4C5-AB68E063D8B4}" destId="{9A8A3CCF-965E-4E9F-AC24-CF68CCD8DC17}" srcOrd="0" destOrd="0" presId="urn:microsoft.com/office/officeart/2005/8/layout/orgChart1"/>
    <dgm:cxn modelId="{548EBF10-8A48-403A-A5A3-1CEB77921504}" type="presOf" srcId="{52D969FA-BE13-4273-9598-C6A5BA927E4C}" destId="{73D6F29E-E01A-40B3-AC0A-BD3B6969C899}" srcOrd="0" destOrd="0" presId="urn:microsoft.com/office/officeart/2005/8/layout/orgChart1"/>
    <dgm:cxn modelId="{104ECF14-6727-4625-B0F5-C2B9DADB656B}" srcId="{258521E5-F681-4BAD-9E61-586BDFCE1782}" destId="{CEF12078-7FFC-4F84-AA5A-713C410F40E1}" srcOrd="2" destOrd="0" parTransId="{49989078-5F5D-40A7-82C8-F2117157EC70}" sibTransId="{5E7E0E6A-3B0E-4873-B263-5A3E2706F946}"/>
    <dgm:cxn modelId="{7FB6EB18-8CE7-4C64-8DA2-CD85A5D10C42}" type="presOf" srcId="{D4C2A763-16BC-4F4D-ADDF-C596245773BF}" destId="{446AC8EA-366E-4B0A-B0E5-389FDE7B0132}" srcOrd="0" destOrd="0" presId="urn:microsoft.com/office/officeart/2005/8/layout/orgChart1"/>
    <dgm:cxn modelId="{3ADFD722-7D4D-4A16-A7F4-40BD5A88979D}" srcId="{432886F5-A157-45AC-8D65-EA0D56935738}" destId="{258521E5-F681-4BAD-9E61-586BDFCE1782}" srcOrd="1" destOrd="0" parTransId="{4B36D0F7-A2B8-4604-A392-411C94B9C06E}" sibTransId="{4518D227-8C44-42E0-A43E-690A6669112B}"/>
    <dgm:cxn modelId="{6501CF24-5227-426B-B9DD-0DBB4D2CCC49}" type="presOf" srcId="{49989078-5F5D-40A7-82C8-F2117157EC70}" destId="{FE5A8ECB-BDCB-4FB1-A259-3C804225F596}" srcOrd="0" destOrd="0" presId="urn:microsoft.com/office/officeart/2005/8/layout/orgChart1"/>
    <dgm:cxn modelId="{2AA9D925-3F0D-452C-9C6B-CACF3228C087}" type="presOf" srcId="{D77CE5FB-DD75-479F-ACAB-0C65B14F6EAC}" destId="{D5BF008E-2BBD-4416-9AC7-46D856BEE3E2}" srcOrd="0" destOrd="0" presId="urn:microsoft.com/office/officeart/2005/8/layout/orgChart1"/>
    <dgm:cxn modelId="{C863442A-282A-4AE8-83CC-D5D13D44B447}" srcId="{432886F5-A157-45AC-8D65-EA0D56935738}" destId="{737D12E9-8A02-48FD-981F-55FEDEEB992B}" srcOrd="0" destOrd="0" parTransId="{C49C39C5-B1D7-4276-BC5E-BCEEABC7E0B0}" sibTransId="{40F65ECA-BAF9-4A2F-AC30-3EEBD4253CED}"/>
    <dgm:cxn modelId="{1FBF822C-D91F-4FCF-99B8-0B19D09B3E89}" type="presOf" srcId="{3B8584C8-1AE2-4B03-93A5-1C136C7DE856}" destId="{0B772A43-6243-43B3-9BD1-CF41D3E7A8E7}" srcOrd="1" destOrd="0" presId="urn:microsoft.com/office/officeart/2005/8/layout/orgChart1"/>
    <dgm:cxn modelId="{5355172E-FC78-44D4-92C6-9EE83B581024}" type="presOf" srcId="{737D12E9-8A02-48FD-981F-55FEDEEB992B}" destId="{DE4FB3E6-E6CB-4EEA-A553-E74E312802CA}" srcOrd="1" destOrd="0" presId="urn:microsoft.com/office/officeart/2005/8/layout/orgChart1"/>
    <dgm:cxn modelId="{8F54B831-3BF2-44E8-8684-8F271FEA9000}" type="presOf" srcId="{432886F5-A157-45AC-8D65-EA0D56935738}" destId="{5BBE0F5C-C5F5-48BB-A6C7-2068F1A648A4}" srcOrd="1" destOrd="0" presId="urn:microsoft.com/office/officeart/2005/8/layout/orgChart1"/>
    <dgm:cxn modelId="{BA8F8234-FFFA-403C-97AA-4A51BFCFAF9A}" srcId="{258521E5-F681-4BAD-9E61-586BDFCE1782}" destId="{8822BA44-6688-4E51-9F41-CB9F237E2934}" srcOrd="0" destOrd="0" parTransId="{B7CEF250-1CB1-43B5-AC5D-554EC27EB3C2}" sibTransId="{33FB2460-DF41-4265-8157-8B21A6DA95E6}"/>
    <dgm:cxn modelId="{6F33EC3E-591A-4A93-A80A-C75C39DD5052}" type="presOf" srcId="{CEF12078-7FFC-4F84-AA5A-713C410F40E1}" destId="{5D7D695A-5080-42E4-BFE2-B8901C153971}" srcOrd="0" destOrd="0" presId="urn:microsoft.com/office/officeart/2005/8/layout/orgChart1"/>
    <dgm:cxn modelId="{FADB0264-E60F-48F4-8669-F2C58753BA9E}" srcId="{737D12E9-8A02-48FD-981F-55FEDEEB992B}" destId="{DF02D29C-B0BE-4245-A9A9-FFEFE5C2F965}" srcOrd="0" destOrd="0" parTransId="{42FC8553-92EC-4263-B66E-D6B89F8012EE}" sibTransId="{21595B29-0FD7-4650-BEC9-85D1F65B95A6}"/>
    <dgm:cxn modelId="{FD7C4D64-87FA-41DF-AD16-25EBC6B9C743}" type="presOf" srcId="{DF02D29C-B0BE-4245-A9A9-FFEFE5C2F965}" destId="{4025926B-28FE-4FDF-97DC-5341A8CCFB01}" srcOrd="0" destOrd="0" presId="urn:microsoft.com/office/officeart/2005/8/layout/orgChart1"/>
    <dgm:cxn modelId="{E795EB44-418A-4388-89EF-B297D6A64D15}" type="presOf" srcId="{737D12E9-8A02-48FD-981F-55FEDEEB992B}" destId="{617F114F-1568-4963-BE3B-E5BBF377486C}" srcOrd="0" destOrd="0" presId="urn:microsoft.com/office/officeart/2005/8/layout/orgChart1"/>
    <dgm:cxn modelId="{B7CD6E4D-53D8-4F23-A1EB-E482EE9BA3AE}" type="presOf" srcId="{DF02D29C-B0BE-4245-A9A9-FFEFE5C2F965}" destId="{26A434B7-DF98-4E27-93BC-7D91B3630402}" srcOrd="1" destOrd="0" presId="urn:microsoft.com/office/officeart/2005/8/layout/orgChart1"/>
    <dgm:cxn modelId="{E48FD74D-243E-440B-884B-0B564DD772B6}" type="presOf" srcId="{CEF12078-7FFC-4F84-AA5A-713C410F40E1}" destId="{C3F9C65F-EE19-4255-9C0F-5BFF822E4FEF}" srcOrd="1" destOrd="0" presId="urn:microsoft.com/office/officeart/2005/8/layout/orgChart1"/>
    <dgm:cxn modelId="{D479BA70-6FB8-495A-B46E-B348E1FAD9AC}" type="presOf" srcId="{0C5803A0-BEAB-47D3-AC78-ECF474758E1B}" destId="{56D17228-2D5A-41ED-A50B-11AE9A8012E7}" srcOrd="0" destOrd="0" presId="urn:microsoft.com/office/officeart/2005/8/layout/orgChart1"/>
    <dgm:cxn modelId="{DB58F552-35F5-40BE-AB85-770DE4196C02}" srcId="{432886F5-A157-45AC-8D65-EA0D56935738}" destId="{92DFF36D-E718-430E-AA96-11332B98A4E1}" srcOrd="2" destOrd="0" parTransId="{0C5803A0-BEAB-47D3-AC78-ECF474758E1B}" sibTransId="{AFDAEEAE-D001-429B-9D3F-4E59887BCED0}"/>
    <dgm:cxn modelId="{80647573-477A-4967-960E-772C264C4EA6}" type="presOf" srcId="{92DFF36D-E718-430E-AA96-11332B98A4E1}" destId="{329CD7BC-DDC7-4CE2-A368-8477D444191D}" srcOrd="1" destOrd="0" presId="urn:microsoft.com/office/officeart/2005/8/layout/orgChart1"/>
    <dgm:cxn modelId="{2579F075-F2DA-457E-AA3A-81223EBDDF5E}" type="presOf" srcId="{D77CE5FB-DD75-479F-ACAB-0C65B14F6EAC}" destId="{DB71BDC6-F9C9-4D8C-90A4-109B7C533C91}" srcOrd="1" destOrd="0" presId="urn:microsoft.com/office/officeart/2005/8/layout/orgChart1"/>
    <dgm:cxn modelId="{5A3AE856-A874-4365-A96C-D0A7AD6CDD69}" type="presOf" srcId="{C49C39C5-B1D7-4276-BC5E-BCEEABC7E0B0}" destId="{F1BA8054-1759-49A4-A936-7C3DD87955AF}" srcOrd="0" destOrd="0" presId="urn:microsoft.com/office/officeart/2005/8/layout/orgChart1"/>
    <dgm:cxn modelId="{A1240293-C5B0-44EA-B69A-265D0C5B694F}" srcId="{9806DEA8-F325-4BC2-BE52-585E2948CFB3}" destId="{432886F5-A157-45AC-8D65-EA0D56935738}" srcOrd="0" destOrd="0" parTransId="{643374B0-BFB1-49F9-A472-7FF183BD9385}" sibTransId="{BF777341-B9EA-48D3-BAB4-85512D2E554F}"/>
    <dgm:cxn modelId="{8058F19D-0F49-42E9-825E-38E98DF54EF5}" type="presOf" srcId="{D4C2A763-16BC-4F4D-ADDF-C596245773BF}" destId="{B4DDDA7D-D6BC-484B-B5D1-C49D0265831D}" srcOrd="1" destOrd="0" presId="urn:microsoft.com/office/officeart/2005/8/layout/orgChart1"/>
    <dgm:cxn modelId="{97E5B4A0-472B-4251-9D2C-1ECB3F147F45}" type="presOf" srcId="{9806DEA8-F325-4BC2-BE52-585E2948CFB3}" destId="{FC0D5DA3-7F08-40C9-A39B-512D9ACDB8BB}" srcOrd="0" destOrd="0" presId="urn:microsoft.com/office/officeart/2005/8/layout/orgChart1"/>
    <dgm:cxn modelId="{53FADDAB-DB7A-41E8-A752-62536BB01D20}" type="presOf" srcId="{432886F5-A157-45AC-8D65-EA0D56935738}" destId="{8C3A4A9B-3F36-4EB0-B682-ABBAAA59FA77}" srcOrd="0" destOrd="0" presId="urn:microsoft.com/office/officeart/2005/8/layout/orgChart1"/>
    <dgm:cxn modelId="{532D28B2-1099-4637-B14D-FBD2CB39385B}" type="presOf" srcId="{258521E5-F681-4BAD-9E61-586BDFCE1782}" destId="{C1F58284-AEFE-4938-932F-08669E555BEC}" srcOrd="0" destOrd="0" presId="urn:microsoft.com/office/officeart/2005/8/layout/orgChart1"/>
    <dgm:cxn modelId="{AA2929B3-AB17-4042-86A5-43C4A16E0308}" type="presOf" srcId="{B7CEF250-1CB1-43B5-AC5D-554EC27EB3C2}" destId="{544B28F5-73A9-460E-9D50-9BF116840373}" srcOrd="0" destOrd="0" presId="urn:microsoft.com/office/officeart/2005/8/layout/orgChart1"/>
    <dgm:cxn modelId="{69A58FB5-0B99-4920-A840-666958DF244D}" type="presOf" srcId="{42FC8553-92EC-4263-B66E-D6B89F8012EE}" destId="{A336BFC9-F7CB-4BC7-837D-FAEC486982B6}" srcOrd="0" destOrd="0" presId="urn:microsoft.com/office/officeart/2005/8/layout/orgChart1"/>
    <dgm:cxn modelId="{4C9097B7-97A5-4B9E-BE76-CAABA33F4DBA}" type="presOf" srcId="{8822BA44-6688-4E51-9F41-CB9F237E2934}" destId="{DEFA5E88-7262-4B27-904E-802C523666D9}" srcOrd="0" destOrd="0" presId="urn:microsoft.com/office/officeart/2005/8/layout/orgChart1"/>
    <dgm:cxn modelId="{DA8FA1C7-9AE3-4226-9B3F-6BB8FB0197F8}" type="presOf" srcId="{3B8584C8-1AE2-4B03-93A5-1C136C7DE856}" destId="{DE41670F-1A90-4697-A320-21721E3521A3}" srcOrd="0" destOrd="0" presId="urn:microsoft.com/office/officeart/2005/8/layout/orgChart1"/>
    <dgm:cxn modelId="{58D461E1-5008-4101-85D3-80E6EF1A58FC}" type="presOf" srcId="{8822BA44-6688-4E51-9F41-CB9F237E2934}" destId="{F170E1DF-D138-44EF-838B-67181B501DC6}" srcOrd="1" destOrd="0" presId="urn:microsoft.com/office/officeart/2005/8/layout/orgChart1"/>
    <dgm:cxn modelId="{FD28FCE1-9CC9-4DB0-B522-509672F8EA13}" type="presOf" srcId="{36F10B05-7545-4B01-9C33-317E39997EDB}" destId="{4DF2C50F-A831-440A-B458-85C1D8C01D1B}" srcOrd="0" destOrd="0" presId="urn:microsoft.com/office/officeart/2005/8/layout/orgChart1"/>
    <dgm:cxn modelId="{9FCE99E6-93A0-4A48-9A39-AA973AB7BD41}" type="presOf" srcId="{258521E5-F681-4BAD-9E61-586BDFCE1782}" destId="{4F9C99E3-6D54-4760-B4B3-5EBB32FD6BAD}" srcOrd="1" destOrd="0" presId="urn:microsoft.com/office/officeart/2005/8/layout/orgChart1"/>
    <dgm:cxn modelId="{C97AB9EC-5C78-4B0C-94DB-632B825D7E79}" srcId="{737D12E9-8A02-48FD-981F-55FEDEEB992B}" destId="{D77CE5FB-DD75-479F-ACAB-0C65B14F6EAC}" srcOrd="2" destOrd="0" parTransId="{52D969FA-BE13-4273-9598-C6A5BA927E4C}" sibTransId="{076516A6-AE80-4190-AB9D-A46427A06BDF}"/>
    <dgm:cxn modelId="{979219EE-A29E-4E2E-B0E5-BBB19B1B56C6}" srcId="{258521E5-F681-4BAD-9E61-586BDFCE1782}" destId="{3B8584C8-1AE2-4B03-93A5-1C136C7DE856}" srcOrd="1" destOrd="0" parTransId="{36F10B05-7545-4B01-9C33-317E39997EDB}" sibTransId="{B349B6F6-73F8-4A6E-92FC-8AFE818759C6}"/>
    <dgm:cxn modelId="{003040EE-095C-4215-BF89-AEC20DFDDEF6}" type="presOf" srcId="{92DFF36D-E718-430E-AA96-11332B98A4E1}" destId="{9B529135-53B1-4CE5-A498-F7D694788F06}" srcOrd="0" destOrd="0" presId="urn:microsoft.com/office/officeart/2005/8/layout/orgChart1"/>
    <dgm:cxn modelId="{DF5C12FF-3706-4AFE-97D2-18FD7FBA8E05}" srcId="{737D12E9-8A02-48FD-981F-55FEDEEB992B}" destId="{D4C2A763-16BC-4F4D-ADDF-C596245773BF}" srcOrd="1" destOrd="0" parTransId="{AE27C42A-8FF1-4209-B4C5-AB68E063D8B4}" sibTransId="{44F8BFD3-EAC6-461B-9B4D-FB1FB27A27E0}"/>
    <dgm:cxn modelId="{7E4025FC-C9E1-4B38-9C5C-1347EDD653E3}" type="presParOf" srcId="{FC0D5DA3-7F08-40C9-A39B-512D9ACDB8BB}" destId="{2E8A147C-D72E-4DB4-ACBA-43DDAA78FEFA}" srcOrd="0" destOrd="0" presId="urn:microsoft.com/office/officeart/2005/8/layout/orgChart1"/>
    <dgm:cxn modelId="{74E82215-099F-447D-86CF-85CC34C4B956}" type="presParOf" srcId="{2E8A147C-D72E-4DB4-ACBA-43DDAA78FEFA}" destId="{1504BC27-0F33-4705-A9D2-44C2ECA487EC}" srcOrd="0" destOrd="0" presId="urn:microsoft.com/office/officeart/2005/8/layout/orgChart1"/>
    <dgm:cxn modelId="{7EB34432-8B44-43C3-ABD8-4D065E5DFE62}" type="presParOf" srcId="{1504BC27-0F33-4705-A9D2-44C2ECA487EC}" destId="{8C3A4A9B-3F36-4EB0-B682-ABBAAA59FA77}" srcOrd="0" destOrd="0" presId="urn:microsoft.com/office/officeart/2005/8/layout/orgChart1"/>
    <dgm:cxn modelId="{181987E5-FF65-4645-BB31-77A8C8B34595}" type="presParOf" srcId="{1504BC27-0F33-4705-A9D2-44C2ECA487EC}" destId="{5BBE0F5C-C5F5-48BB-A6C7-2068F1A648A4}" srcOrd="1" destOrd="0" presId="urn:microsoft.com/office/officeart/2005/8/layout/orgChart1"/>
    <dgm:cxn modelId="{382B8387-199A-49AB-AB8F-8EA6C7960A81}" type="presParOf" srcId="{2E8A147C-D72E-4DB4-ACBA-43DDAA78FEFA}" destId="{4A779A4C-771F-4532-8536-E625A1008660}" srcOrd="1" destOrd="0" presId="urn:microsoft.com/office/officeart/2005/8/layout/orgChart1"/>
    <dgm:cxn modelId="{9472D881-0568-4958-8112-5C80A8B9D121}" type="presParOf" srcId="{4A779A4C-771F-4532-8536-E625A1008660}" destId="{F1BA8054-1759-49A4-A936-7C3DD87955AF}" srcOrd="0" destOrd="0" presId="urn:microsoft.com/office/officeart/2005/8/layout/orgChart1"/>
    <dgm:cxn modelId="{47E83BC7-3F10-4758-A70A-43DDBB1A6CC9}" type="presParOf" srcId="{4A779A4C-771F-4532-8536-E625A1008660}" destId="{B47A97CD-6AE2-482A-B3AE-7EC55FA3FB75}" srcOrd="1" destOrd="0" presId="urn:microsoft.com/office/officeart/2005/8/layout/orgChart1"/>
    <dgm:cxn modelId="{529430FF-C5D6-490F-BD9F-8EEABD3C838A}" type="presParOf" srcId="{B47A97CD-6AE2-482A-B3AE-7EC55FA3FB75}" destId="{7286B375-5819-4FA8-BB59-99C2B45DD63F}" srcOrd="0" destOrd="0" presId="urn:microsoft.com/office/officeart/2005/8/layout/orgChart1"/>
    <dgm:cxn modelId="{F153D30B-9283-406B-8034-701DF2E1CAC2}" type="presParOf" srcId="{7286B375-5819-4FA8-BB59-99C2B45DD63F}" destId="{617F114F-1568-4963-BE3B-E5BBF377486C}" srcOrd="0" destOrd="0" presId="urn:microsoft.com/office/officeart/2005/8/layout/orgChart1"/>
    <dgm:cxn modelId="{BE732690-C1EE-4117-A2E0-3D35D2E5B0B8}" type="presParOf" srcId="{7286B375-5819-4FA8-BB59-99C2B45DD63F}" destId="{DE4FB3E6-E6CB-4EEA-A553-E74E312802CA}" srcOrd="1" destOrd="0" presId="urn:microsoft.com/office/officeart/2005/8/layout/orgChart1"/>
    <dgm:cxn modelId="{564EB81A-1BF3-421B-B9FC-AF934749DE1E}" type="presParOf" srcId="{B47A97CD-6AE2-482A-B3AE-7EC55FA3FB75}" destId="{397B9AC8-97EA-4DF2-9A39-D9AE63412A60}" srcOrd="1" destOrd="0" presId="urn:microsoft.com/office/officeart/2005/8/layout/orgChart1"/>
    <dgm:cxn modelId="{B3ACD54B-53F1-4AEF-B2DA-7F603EEF98C0}" type="presParOf" srcId="{397B9AC8-97EA-4DF2-9A39-D9AE63412A60}" destId="{A336BFC9-F7CB-4BC7-837D-FAEC486982B6}" srcOrd="0" destOrd="0" presId="urn:microsoft.com/office/officeart/2005/8/layout/orgChart1"/>
    <dgm:cxn modelId="{8ACDD918-C8E1-40F7-8B15-3F29F709FB6E}" type="presParOf" srcId="{397B9AC8-97EA-4DF2-9A39-D9AE63412A60}" destId="{0F2CDB67-AF82-4E5A-9220-443AD377E8C3}" srcOrd="1" destOrd="0" presId="urn:microsoft.com/office/officeart/2005/8/layout/orgChart1"/>
    <dgm:cxn modelId="{487514B8-5F3D-4966-920F-64964222F58F}" type="presParOf" srcId="{0F2CDB67-AF82-4E5A-9220-443AD377E8C3}" destId="{C76881BE-0960-408B-B1FB-20F22A94137A}" srcOrd="0" destOrd="0" presId="urn:microsoft.com/office/officeart/2005/8/layout/orgChart1"/>
    <dgm:cxn modelId="{705A25FB-9882-4C96-B35E-048D7F99E9B0}" type="presParOf" srcId="{C76881BE-0960-408B-B1FB-20F22A94137A}" destId="{4025926B-28FE-4FDF-97DC-5341A8CCFB01}" srcOrd="0" destOrd="0" presId="urn:microsoft.com/office/officeart/2005/8/layout/orgChart1"/>
    <dgm:cxn modelId="{A11C84AB-0AE4-4185-8363-FC9A0ED6230A}" type="presParOf" srcId="{C76881BE-0960-408B-B1FB-20F22A94137A}" destId="{26A434B7-DF98-4E27-93BC-7D91B3630402}" srcOrd="1" destOrd="0" presId="urn:microsoft.com/office/officeart/2005/8/layout/orgChart1"/>
    <dgm:cxn modelId="{02EEB8B3-9602-4E0F-B3A3-5005996C7196}" type="presParOf" srcId="{0F2CDB67-AF82-4E5A-9220-443AD377E8C3}" destId="{23C03D04-E2F9-4335-A46A-2732CF29DFD8}" srcOrd="1" destOrd="0" presId="urn:microsoft.com/office/officeart/2005/8/layout/orgChart1"/>
    <dgm:cxn modelId="{BEB9985D-CA45-4EC3-8325-3C54B775494E}" type="presParOf" srcId="{0F2CDB67-AF82-4E5A-9220-443AD377E8C3}" destId="{9FD2C4C7-774C-4A99-B01B-954082ECCB3A}" srcOrd="2" destOrd="0" presId="urn:microsoft.com/office/officeart/2005/8/layout/orgChart1"/>
    <dgm:cxn modelId="{6E11EB35-4B35-4CBE-A1DB-E6C3C7158266}" type="presParOf" srcId="{397B9AC8-97EA-4DF2-9A39-D9AE63412A60}" destId="{9A8A3CCF-965E-4E9F-AC24-CF68CCD8DC17}" srcOrd="2" destOrd="0" presId="urn:microsoft.com/office/officeart/2005/8/layout/orgChart1"/>
    <dgm:cxn modelId="{7D38C014-E7B9-4510-BD8B-F7984BBDF63D}" type="presParOf" srcId="{397B9AC8-97EA-4DF2-9A39-D9AE63412A60}" destId="{F97B337C-C955-470E-B7F0-29BCD4DC499C}" srcOrd="3" destOrd="0" presId="urn:microsoft.com/office/officeart/2005/8/layout/orgChart1"/>
    <dgm:cxn modelId="{C1649A49-5E3D-4828-B232-28B8E57A00A5}" type="presParOf" srcId="{F97B337C-C955-470E-B7F0-29BCD4DC499C}" destId="{2F5EBC31-EE57-4669-A64A-C7C64F2783B9}" srcOrd="0" destOrd="0" presId="urn:microsoft.com/office/officeart/2005/8/layout/orgChart1"/>
    <dgm:cxn modelId="{4D76B0DA-D417-487A-887B-37D5227CB889}" type="presParOf" srcId="{2F5EBC31-EE57-4669-A64A-C7C64F2783B9}" destId="{446AC8EA-366E-4B0A-B0E5-389FDE7B0132}" srcOrd="0" destOrd="0" presId="urn:microsoft.com/office/officeart/2005/8/layout/orgChart1"/>
    <dgm:cxn modelId="{045D9FBC-2FB8-4A69-BDD6-629394AAD03F}" type="presParOf" srcId="{2F5EBC31-EE57-4669-A64A-C7C64F2783B9}" destId="{B4DDDA7D-D6BC-484B-B5D1-C49D0265831D}" srcOrd="1" destOrd="0" presId="urn:microsoft.com/office/officeart/2005/8/layout/orgChart1"/>
    <dgm:cxn modelId="{19E91E0D-AC0C-46D1-9774-C682E95B6912}" type="presParOf" srcId="{F97B337C-C955-470E-B7F0-29BCD4DC499C}" destId="{83EF9E8F-1820-4042-A1D0-342BD0D5B26C}" srcOrd="1" destOrd="0" presId="urn:microsoft.com/office/officeart/2005/8/layout/orgChart1"/>
    <dgm:cxn modelId="{3BE60879-A3D6-4B20-8153-10A3B003988C}" type="presParOf" srcId="{F97B337C-C955-470E-B7F0-29BCD4DC499C}" destId="{BC7C648C-3982-409C-A304-5DF55D3DF434}" srcOrd="2" destOrd="0" presId="urn:microsoft.com/office/officeart/2005/8/layout/orgChart1"/>
    <dgm:cxn modelId="{C7833183-0D98-480A-A1DA-D337341355D9}" type="presParOf" srcId="{397B9AC8-97EA-4DF2-9A39-D9AE63412A60}" destId="{73D6F29E-E01A-40B3-AC0A-BD3B6969C899}" srcOrd="4" destOrd="0" presId="urn:microsoft.com/office/officeart/2005/8/layout/orgChart1"/>
    <dgm:cxn modelId="{107A8138-1504-4F68-8A38-9688A9B62452}" type="presParOf" srcId="{397B9AC8-97EA-4DF2-9A39-D9AE63412A60}" destId="{53E3CF3A-B4FA-4B92-8216-F8F058CBA354}" srcOrd="5" destOrd="0" presId="urn:microsoft.com/office/officeart/2005/8/layout/orgChart1"/>
    <dgm:cxn modelId="{6CBCE47E-922A-42CD-8882-5988300F880A}" type="presParOf" srcId="{53E3CF3A-B4FA-4B92-8216-F8F058CBA354}" destId="{D7332C02-AC5A-4F8F-BC12-9952A3C09884}" srcOrd="0" destOrd="0" presId="urn:microsoft.com/office/officeart/2005/8/layout/orgChart1"/>
    <dgm:cxn modelId="{8A2E9020-D570-4D11-9D93-2BE9F43B73F9}" type="presParOf" srcId="{D7332C02-AC5A-4F8F-BC12-9952A3C09884}" destId="{D5BF008E-2BBD-4416-9AC7-46D856BEE3E2}" srcOrd="0" destOrd="0" presId="urn:microsoft.com/office/officeart/2005/8/layout/orgChart1"/>
    <dgm:cxn modelId="{A5593FAE-C1EA-4AD4-967B-371C5E363528}" type="presParOf" srcId="{D7332C02-AC5A-4F8F-BC12-9952A3C09884}" destId="{DB71BDC6-F9C9-4D8C-90A4-109B7C533C91}" srcOrd="1" destOrd="0" presId="urn:microsoft.com/office/officeart/2005/8/layout/orgChart1"/>
    <dgm:cxn modelId="{6B72518E-A509-40FB-ADCA-37E6F373BC4D}" type="presParOf" srcId="{53E3CF3A-B4FA-4B92-8216-F8F058CBA354}" destId="{ADEBAAAF-E51F-4AA0-B518-52D8E4915EA7}" srcOrd="1" destOrd="0" presId="urn:microsoft.com/office/officeart/2005/8/layout/orgChart1"/>
    <dgm:cxn modelId="{50614B22-5EDA-4303-A79E-829A83255FD5}" type="presParOf" srcId="{53E3CF3A-B4FA-4B92-8216-F8F058CBA354}" destId="{04B21A19-3E5F-409A-9C9F-2DFCEF57F8B4}" srcOrd="2" destOrd="0" presId="urn:microsoft.com/office/officeart/2005/8/layout/orgChart1"/>
    <dgm:cxn modelId="{46A5A738-6146-4228-9BB0-701B06A47576}" type="presParOf" srcId="{B47A97CD-6AE2-482A-B3AE-7EC55FA3FB75}" destId="{DBB9E2D9-090E-4758-AC3C-73EA0A12FF33}" srcOrd="2" destOrd="0" presId="urn:microsoft.com/office/officeart/2005/8/layout/orgChart1"/>
    <dgm:cxn modelId="{9A4D3AF7-6C74-4118-87AC-2E70B075B264}" type="presParOf" srcId="{4A779A4C-771F-4532-8536-E625A1008660}" destId="{E5930FFF-0D2A-4499-A0D2-896646222CF6}" srcOrd="2" destOrd="0" presId="urn:microsoft.com/office/officeart/2005/8/layout/orgChart1"/>
    <dgm:cxn modelId="{82C47512-A144-4C9F-A58E-5566C03C93C2}" type="presParOf" srcId="{4A779A4C-771F-4532-8536-E625A1008660}" destId="{EB81F2F7-04F4-47EB-B7AA-48125F12F624}" srcOrd="3" destOrd="0" presId="urn:microsoft.com/office/officeart/2005/8/layout/orgChart1"/>
    <dgm:cxn modelId="{749F3B72-AEA1-4DB8-9461-2CF8EB9C3A77}" type="presParOf" srcId="{EB81F2F7-04F4-47EB-B7AA-48125F12F624}" destId="{544D91D2-7753-497D-B340-EF61F5423F52}" srcOrd="0" destOrd="0" presId="urn:microsoft.com/office/officeart/2005/8/layout/orgChart1"/>
    <dgm:cxn modelId="{DA02B425-52CB-4A54-8C78-9B6A392F0603}" type="presParOf" srcId="{544D91D2-7753-497D-B340-EF61F5423F52}" destId="{C1F58284-AEFE-4938-932F-08669E555BEC}" srcOrd="0" destOrd="0" presId="urn:microsoft.com/office/officeart/2005/8/layout/orgChart1"/>
    <dgm:cxn modelId="{AE873802-46E6-4DA1-B189-C257BB3C1E4A}" type="presParOf" srcId="{544D91D2-7753-497D-B340-EF61F5423F52}" destId="{4F9C99E3-6D54-4760-B4B3-5EBB32FD6BAD}" srcOrd="1" destOrd="0" presId="urn:microsoft.com/office/officeart/2005/8/layout/orgChart1"/>
    <dgm:cxn modelId="{04DEF782-A2C4-446D-AD77-B4BA0DFA90FD}" type="presParOf" srcId="{EB81F2F7-04F4-47EB-B7AA-48125F12F624}" destId="{E0D2A954-365B-4CB3-A44B-2A58E449FEBA}" srcOrd="1" destOrd="0" presId="urn:microsoft.com/office/officeart/2005/8/layout/orgChart1"/>
    <dgm:cxn modelId="{219F06E1-393A-4F94-BAF2-086E022906C8}" type="presParOf" srcId="{E0D2A954-365B-4CB3-A44B-2A58E449FEBA}" destId="{544B28F5-73A9-460E-9D50-9BF116840373}" srcOrd="0" destOrd="0" presId="urn:microsoft.com/office/officeart/2005/8/layout/orgChart1"/>
    <dgm:cxn modelId="{F33D1EDA-B621-41E3-A318-6F2AE01FC1CF}" type="presParOf" srcId="{E0D2A954-365B-4CB3-A44B-2A58E449FEBA}" destId="{C09B3848-5479-4B09-97B2-685526E94C53}" srcOrd="1" destOrd="0" presId="urn:microsoft.com/office/officeart/2005/8/layout/orgChart1"/>
    <dgm:cxn modelId="{A60D6D13-7548-4F77-8308-FD4B10F4995A}" type="presParOf" srcId="{C09B3848-5479-4B09-97B2-685526E94C53}" destId="{2D8E57C1-1BB4-45ED-8760-FB18EF9728F6}" srcOrd="0" destOrd="0" presId="urn:microsoft.com/office/officeart/2005/8/layout/orgChart1"/>
    <dgm:cxn modelId="{4D042C3C-E808-4EE6-AC13-75F99D8E768C}" type="presParOf" srcId="{2D8E57C1-1BB4-45ED-8760-FB18EF9728F6}" destId="{DEFA5E88-7262-4B27-904E-802C523666D9}" srcOrd="0" destOrd="0" presId="urn:microsoft.com/office/officeart/2005/8/layout/orgChart1"/>
    <dgm:cxn modelId="{4DFF5505-302E-4E11-8112-B9D1E83365AF}" type="presParOf" srcId="{2D8E57C1-1BB4-45ED-8760-FB18EF9728F6}" destId="{F170E1DF-D138-44EF-838B-67181B501DC6}" srcOrd="1" destOrd="0" presId="urn:microsoft.com/office/officeart/2005/8/layout/orgChart1"/>
    <dgm:cxn modelId="{B93B2EC4-9DE1-4DFA-B1A3-88420F46A4FB}" type="presParOf" srcId="{C09B3848-5479-4B09-97B2-685526E94C53}" destId="{D40B1C58-2F93-407B-8CDD-5ACF9DF177A8}" srcOrd="1" destOrd="0" presId="urn:microsoft.com/office/officeart/2005/8/layout/orgChart1"/>
    <dgm:cxn modelId="{061DE574-3647-4F13-B265-8589A0FBDBCF}" type="presParOf" srcId="{C09B3848-5479-4B09-97B2-685526E94C53}" destId="{7EA1CB41-6B71-4553-BFAA-A80CE94065F5}" srcOrd="2" destOrd="0" presId="urn:microsoft.com/office/officeart/2005/8/layout/orgChart1"/>
    <dgm:cxn modelId="{4FD0B8E4-FE76-48F5-96BC-43C56DF55B46}" type="presParOf" srcId="{E0D2A954-365B-4CB3-A44B-2A58E449FEBA}" destId="{4DF2C50F-A831-440A-B458-85C1D8C01D1B}" srcOrd="2" destOrd="0" presId="urn:microsoft.com/office/officeart/2005/8/layout/orgChart1"/>
    <dgm:cxn modelId="{7E46D2E3-0208-492C-ACD3-C3B79D4DF833}" type="presParOf" srcId="{E0D2A954-365B-4CB3-A44B-2A58E449FEBA}" destId="{44F1B04E-592C-4918-A46E-893A48214E86}" srcOrd="3" destOrd="0" presId="urn:microsoft.com/office/officeart/2005/8/layout/orgChart1"/>
    <dgm:cxn modelId="{C56DDFD0-85FF-445A-A27C-F368EE800214}" type="presParOf" srcId="{44F1B04E-592C-4918-A46E-893A48214E86}" destId="{384171AB-930E-40FE-84E3-FFE00F3CFC1A}" srcOrd="0" destOrd="0" presId="urn:microsoft.com/office/officeart/2005/8/layout/orgChart1"/>
    <dgm:cxn modelId="{396E811E-9DD7-4ED2-85AF-3C78C9073800}" type="presParOf" srcId="{384171AB-930E-40FE-84E3-FFE00F3CFC1A}" destId="{DE41670F-1A90-4697-A320-21721E3521A3}" srcOrd="0" destOrd="0" presId="urn:microsoft.com/office/officeart/2005/8/layout/orgChart1"/>
    <dgm:cxn modelId="{CF605BE2-E7FA-4D23-A8F7-D28DCCA1E85B}" type="presParOf" srcId="{384171AB-930E-40FE-84E3-FFE00F3CFC1A}" destId="{0B772A43-6243-43B3-9BD1-CF41D3E7A8E7}" srcOrd="1" destOrd="0" presId="urn:microsoft.com/office/officeart/2005/8/layout/orgChart1"/>
    <dgm:cxn modelId="{56073B7C-312D-46A5-9E93-854780D4C6BF}" type="presParOf" srcId="{44F1B04E-592C-4918-A46E-893A48214E86}" destId="{B9884A6D-7807-4B7E-8FB0-C661E9377420}" srcOrd="1" destOrd="0" presId="urn:microsoft.com/office/officeart/2005/8/layout/orgChart1"/>
    <dgm:cxn modelId="{E7E79D16-FF5E-43A5-B947-5C927D5397BF}" type="presParOf" srcId="{44F1B04E-592C-4918-A46E-893A48214E86}" destId="{9A2747F5-FC33-48D8-802C-024F88304F2D}" srcOrd="2" destOrd="0" presId="urn:microsoft.com/office/officeart/2005/8/layout/orgChart1"/>
    <dgm:cxn modelId="{2467F540-14F2-4595-A4A1-D0EF32807C14}" type="presParOf" srcId="{E0D2A954-365B-4CB3-A44B-2A58E449FEBA}" destId="{FE5A8ECB-BDCB-4FB1-A259-3C804225F596}" srcOrd="4" destOrd="0" presId="urn:microsoft.com/office/officeart/2005/8/layout/orgChart1"/>
    <dgm:cxn modelId="{33A5C286-E836-404B-B870-661D2E5B713F}" type="presParOf" srcId="{E0D2A954-365B-4CB3-A44B-2A58E449FEBA}" destId="{C2924803-59CD-4FDC-97D1-B459F4694CA3}" srcOrd="5" destOrd="0" presId="urn:microsoft.com/office/officeart/2005/8/layout/orgChart1"/>
    <dgm:cxn modelId="{20A61391-DDD8-44E0-BA35-AE3FEAEC0B1D}" type="presParOf" srcId="{C2924803-59CD-4FDC-97D1-B459F4694CA3}" destId="{19EB5B5C-9452-403A-A6DA-556B8F13C52D}" srcOrd="0" destOrd="0" presId="urn:microsoft.com/office/officeart/2005/8/layout/orgChart1"/>
    <dgm:cxn modelId="{6C9424F5-9F72-4ABA-B009-2FFC8C74CE27}" type="presParOf" srcId="{19EB5B5C-9452-403A-A6DA-556B8F13C52D}" destId="{5D7D695A-5080-42E4-BFE2-B8901C153971}" srcOrd="0" destOrd="0" presId="urn:microsoft.com/office/officeart/2005/8/layout/orgChart1"/>
    <dgm:cxn modelId="{72351285-A224-4696-9CD1-38B366228D64}" type="presParOf" srcId="{19EB5B5C-9452-403A-A6DA-556B8F13C52D}" destId="{C3F9C65F-EE19-4255-9C0F-5BFF822E4FEF}" srcOrd="1" destOrd="0" presId="urn:microsoft.com/office/officeart/2005/8/layout/orgChart1"/>
    <dgm:cxn modelId="{24C5355A-C32C-4F7F-85A7-E3D0D2559474}" type="presParOf" srcId="{C2924803-59CD-4FDC-97D1-B459F4694CA3}" destId="{0480C4F9-6F75-44FF-B771-C13C29C091B7}" srcOrd="1" destOrd="0" presId="urn:microsoft.com/office/officeart/2005/8/layout/orgChart1"/>
    <dgm:cxn modelId="{6BD5D01D-678C-499F-9F32-6351B41A682B}" type="presParOf" srcId="{C2924803-59CD-4FDC-97D1-B459F4694CA3}" destId="{195E2DFE-FA42-4BE7-A8D7-5DCED2094939}" srcOrd="2" destOrd="0" presId="urn:microsoft.com/office/officeart/2005/8/layout/orgChart1"/>
    <dgm:cxn modelId="{3C8B31B0-1875-4E39-B8F0-F1348F410927}" type="presParOf" srcId="{EB81F2F7-04F4-47EB-B7AA-48125F12F624}" destId="{380AE3EF-74F8-4A1D-8124-F26A1EDBA63C}" srcOrd="2" destOrd="0" presId="urn:microsoft.com/office/officeart/2005/8/layout/orgChart1"/>
    <dgm:cxn modelId="{0283AEF8-CC59-491C-9D62-F4DF79EDEAE7}" type="presParOf" srcId="{4A779A4C-771F-4532-8536-E625A1008660}" destId="{56D17228-2D5A-41ED-A50B-11AE9A8012E7}" srcOrd="4" destOrd="0" presId="urn:microsoft.com/office/officeart/2005/8/layout/orgChart1"/>
    <dgm:cxn modelId="{76A48D05-7471-4259-B3D6-F1EE912084D5}" type="presParOf" srcId="{4A779A4C-771F-4532-8536-E625A1008660}" destId="{EB5A9FC8-81AB-4ADB-88BB-CCD2B819DB19}" srcOrd="5" destOrd="0" presId="urn:microsoft.com/office/officeart/2005/8/layout/orgChart1"/>
    <dgm:cxn modelId="{043150BB-D505-4819-B7CE-A81F59CC499D}" type="presParOf" srcId="{EB5A9FC8-81AB-4ADB-88BB-CCD2B819DB19}" destId="{9BFAB31F-C5F9-4E4A-8EB5-59D64B0E622A}" srcOrd="0" destOrd="0" presId="urn:microsoft.com/office/officeart/2005/8/layout/orgChart1"/>
    <dgm:cxn modelId="{69AF83FE-4669-44F2-BB0B-7E72E6E3DA9E}" type="presParOf" srcId="{9BFAB31F-C5F9-4E4A-8EB5-59D64B0E622A}" destId="{9B529135-53B1-4CE5-A498-F7D694788F06}" srcOrd="0" destOrd="0" presId="urn:microsoft.com/office/officeart/2005/8/layout/orgChart1"/>
    <dgm:cxn modelId="{75AA10AD-8150-4B8A-ADA3-86893D3E1091}" type="presParOf" srcId="{9BFAB31F-C5F9-4E4A-8EB5-59D64B0E622A}" destId="{329CD7BC-DDC7-4CE2-A368-8477D444191D}" srcOrd="1" destOrd="0" presId="urn:microsoft.com/office/officeart/2005/8/layout/orgChart1"/>
    <dgm:cxn modelId="{78B7FB62-E924-4708-BFF5-F1169D0CF7A1}" type="presParOf" srcId="{EB5A9FC8-81AB-4ADB-88BB-CCD2B819DB19}" destId="{274EF0C5-248F-4A92-8F97-45CB86B8C165}" srcOrd="1" destOrd="0" presId="urn:microsoft.com/office/officeart/2005/8/layout/orgChart1"/>
    <dgm:cxn modelId="{776FB789-AE7C-4049-8507-9AA14856F290}" type="presParOf" srcId="{EB5A9FC8-81AB-4ADB-88BB-CCD2B819DB19}" destId="{77578446-B56A-4B4E-9495-3C2EE5177A06}" srcOrd="2" destOrd="0" presId="urn:microsoft.com/office/officeart/2005/8/layout/orgChart1"/>
    <dgm:cxn modelId="{2401900F-1E17-42A8-BDF8-F1F7DCE1B757}" type="presParOf" srcId="{2E8A147C-D72E-4DB4-ACBA-43DDAA78FEFA}" destId="{06178239-05B2-49C8-A510-93C32DDE6EA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4" qsCatId="simple" csTypeId="urn:microsoft.com/office/officeart/2005/8/colors/accent0_1" csCatId="mainScheme" phldr="1"/>
      <dgm:spPr/>
      <dgm:t>
        <a:bodyPr/>
        <a:lstStyle/>
        <a:p>
          <a:endParaRPr lang="en-US"/>
        </a:p>
      </dgm:t>
    </dgm:pt>
    <dgm:pt modelId="{737D12E9-8A02-48FD-981F-55FEDEEB992B}">
      <dgm:prSet custT="1"/>
      <dgm:spPr>
        <a:solidFill>
          <a:schemeClr val="bg1"/>
        </a:solidFill>
      </dgm:spPr>
      <dgm:t>
        <a:bodyPr/>
        <a:lstStyle/>
        <a:p>
          <a:pPr algn="ctr"/>
          <a:r>
            <a:rPr lang="en-US" sz="1600" b="0" noProof="0" dirty="0">
              <a:effectLst/>
              <a:latin typeface="+mj-lt"/>
            </a:rPr>
            <a:t>Operations</a:t>
          </a:r>
          <a:endParaRPr lang="en-US" sz="1600" b="0" noProof="0" dirty="0">
            <a:latin typeface="+mj-lt"/>
          </a:endParaRPr>
        </a:p>
      </dgm:t>
    </dgm:pt>
    <dgm:pt modelId="{C49C39C5-B1D7-4276-BC5E-BCEEABC7E0B0}" type="parTrans" cxnId="{C863442A-282A-4AE8-83CC-D5D13D44B447}">
      <dgm:prSet/>
      <dgm:spPr/>
      <dgm:t>
        <a:bodyPr/>
        <a:lstStyle/>
        <a:p>
          <a:pPr algn="ctr"/>
          <a:endParaRPr lang="en-US" sz="1600" b="0" noProof="0">
            <a:latin typeface="+mj-lt"/>
          </a:endParaRPr>
        </a:p>
      </dgm:t>
    </dgm:pt>
    <dgm:pt modelId="{40F65ECA-BAF9-4A2F-AC30-3EEBD4253CED}" type="sibTrans" cxnId="{C863442A-282A-4AE8-83CC-D5D13D44B447}">
      <dgm:prSet/>
      <dgm:spPr/>
      <dgm:t>
        <a:bodyPr/>
        <a:lstStyle/>
        <a:p>
          <a:pPr algn="ctr"/>
          <a:endParaRPr lang="en-US" sz="1600" b="0" noProof="0">
            <a:latin typeface="+mj-lt"/>
          </a:endParaRPr>
        </a:p>
      </dgm:t>
    </dgm:pt>
    <dgm:pt modelId="{432886F5-A157-45AC-8D65-EA0D56935738}">
      <dgm:prSet custT="1"/>
      <dgm:spPr>
        <a:solidFill>
          <a:schemeClr val="bg1"/>
        </a:solidFill>
      </dgm:spPr>
      <dgm:t>
        <a:bodyPr/>
        <a:lstStyle/>
        <a:p>
          <a:pPr algn="ctr"/>
          <a:r>
            <a:rPr lang="en-US" sz="1600" b="0" noProof="0" dirty="0">
              <a:latin typeface="+mj-lt"/>
            </a:rPr>
            <a:t>Annual Costs</a:t>
          </a:r>
        </a:p>
      </dgm:t>
    </dgm:pt>
    <dgm:pt modelId="{BF777341-B9EA-48D3-BAB4-85512D2E554F}" type="sibTrans" cxnId="{A1240293-C5B0-44EA-B69A-265D0C5B694F}">
      <dgm:prSet/>
      <dgm:spPr/>
      <dgm:t>
        <a:bodyPr/>
        <a:lstStyle/>
        <a:p>
          <a:pPr algn="ctr"/>
          <a:endParaRPr lang="en-US" sz="1600" b="0" noProof="0">
            <a:latin typeface="+mj-lt"/>
          </a:endParaRPr>
        </a:p>
      </dgm:t>
    </dgm:pt>
    <dgm:pt modelId="{643374B0-BFB1-49F9-A472-7FF183BD9385}" type="parTrans" cxnId="{A1240293-C5B0-44EA-B69A-265D0C5B694F}">
      <dgm:prSet/>
      <dgm:spPr/>
      <dgm:t>
        <a:bodyPr/>
        <a:lstStyle/>
        <a:p>
          <a:pPr algn="ctr"/>
          <a:endParaRPr lang="en-US" sz="1600" b="0" noProof="0">
            <a:latin typeface="+mj-lt"/>
          </a:endParaRPr>
        </a:p>
      </dgm:t>
    </dgm:pt>
    <dgm:pt modelId="{D4C2A763-16BC-4F4D-ADDF-C596245773BF}">
      <dgm:prSet custT="1"/>
      <dgm:spPr>
        <a:solidFill>
          <a:schemeClr val="bg1"/>
        </a:solidFill>
      </dgm:spPr>
      <dgm:t>
        <a:bodyPr/>
        <a:lstStyle/>
        <a:p>
          <a:r>
            <a:rPr lang="en-US" sz="1600" b="0" noProof="0" dirty="0">
              <a:latin typeface="+mj-lt"/>
            </a:rPr>
            <a:t>Operations staff</a:t>
          </a:r>
        </a:p>
      </dgm:t>
    </dgm:pt>
    <dgm:pt modelId="{AE27C42A-8FF1-4209-B4C5-AB68E063D8B4}" type="parTrans" cxnId="{DF5C12FF-3706-4AFE-97D2-18FD7FBA8E05}">
      <dgm:prSet/>
      <dgm:spPr/>
      <dgm:t>
        <a:bodyPr/>
        <a:lstStyle/>
        <a:p>
          <a:endParaRPr lang="it-IT" sz="1600" b="0">
            <a:latin typeface="+mj-lt"/>
          </a:endParaRPr>
        </a:p>
      </dgm:t>
    </dgm:pt>
    <dgm:pt modelId="{44F8BFD3-EAC6-461B-9B4D-FB1FB27A27E0}" type="sibTrans" cxnId="{DF5C12FF-3706-4AFE-97D2-18FD7FBA8E05}">
      <dgm:prSet/>
      <dgm:spPr/>
      <dgm:t>
        <a:bodyPr/>
        <a:lstStyle/>
        <a:p>
          <a:endParaRPr lang="it-IT" sz="1600" b="0">
            <a:latin typeface="+mj-lt"/>
          </a:endParaRPr>
        </a:p>
      </dgm:t>
    </dgm:pt>
    <dgm:pt modelId="{D77CE5FB-DD75-479F-ACAB-0C65B14F6EAC}">
      <dgm:prSet custT="1"/>
      <dgm:spPr>
        <a:solidFill>
          <a:schemeClr val="bg1"/>
        </a:solidFill>
      </dgm:spPr>
      <dgm:t>
        <a:bodyPr/>
        <a:lstStyle/>
        <a:p>
          <a:r>
            <a:rPr lang="en-US" sz="1600" b="0" noProof="0" dirty="0">
              <a:latin typeface="+mj-lt"/>
            </a:rPr>
            <a:t>Energy </a:t>
          </a:r>
        </a:p>
      </dgm:t>
    </dgm:pt>
    <dgm:pt modelId="{52D969FA-BE13-4273-9598-C6A5BA927E4C}" type="parTrans" cxnId="{C97AB9EC-5C78-4B0C-94DB-632B825D7E79}">
      <dgm:prSet/>
      <dgm:spPr/>
      <dgm:t>
        <a:bodyPr/>
        <a:lstStyle/>
        <a:p>
          <a:endParaRPr lang="it-IT" sz="1600" b="0">
            <a:latin typeface="+mj-lt"/>
          </a:endParaRPr>
        </a:p>
      </dgm:t>
    </dgm:pt>
    <dgm:pt modelId="{076516A6-AE80-4190-AB9D-A46427A06BDF}" type="sibTrans" cxnId="{C97AB9EC-5C78-4B0C-94DB-632B825D7E79}">
      <dgm:prSet/>
      <dgm:spPr/>
      <dgm:t>
        <a:bodyPr/>
        <a:lstStyle/>
        <a:p>
          <a:endParaRPr lang="it-IT" sz="1600" b="0">
            <a:latin typeface="+mj-lt"/>
          </a:endParaRPr>
        </a:p>
      </dgm:t>
    </dgm:pt>
    <dgm:pt modelId="{258521E5-F681-4BAD-9E61-586BDFCE1782}">
      <dgm:prSet custT="1"/>
      <dgm:spPr/>
      <dgm:t>
        <a:bodyPr/>
        <a:lstStyle/>
        <a:p>
          <a:r>
            <a:rPr lang="en-US" sz="1600" b="0" noProof="0" dirty="0">
              <a:effectLst/>
              <a:latin typeface="+mj-lt"/>
            </a:rPr>
            <a:t>System Maintenance</a:t>
          </a:r>
        </a:p>
      </dgm:t>
    </dgm:pt>
    <dgm:pt modelId="{4B36D0F7-A2B8-4604-A392-411C94B9C06E}" type="parTrans" cxnId="{3ADFD722-7D4D-4A16-A7F4-40BD5A88979D}">
      <dgm:prSet/>
      <dgm:spPr/>
      <dgm:t>
        <a:bodyPr/>
        <a:lstStyle/>
        <a:p>
          <a:endParaRPr lang="it-IT" sz="1600" b="0">
            <a:latin typeface="+mj-lt"/>
          </a:endParaRPr>
        </a:p>
      </dgm:t>
    </dgm:pt>
    <dgm:pt modelId="{4518D227-8C44-42E0-A43E-690A6669112B}" type="sibTrans" cxnId="{3ADFD722-7D4D-4A16-A7F4-40BD5A88979D}">
      <dgm:prSet/>
      <dgm:spPr/>
      <dgm:t>
        <a:bodyPr/>
        <a:lstStyle/>
        <a:p>
          <a:endParaRPr lang="it-IT" sz="1600" b="0">
            <a:latin typeface="+mj-lt"/>
          </a:endParaRPr>
        </a:p>
      </dgm:t>
    </dgm:pt>
    <dgm:pt modelId="{CEF12078-7FFC-4F84-AA5A-713C410F40E1}">
      <dgm:prSet custT="1"/>
      <dgm:spPr/>
      <dgm:t>
        <a:bodyPr/>
        <a:lstStyle/>
        <a:p>
          <a:r>
            <a:rPr lang="en-US" sz="1600" b="0" noProof="0" dirty="0">
              <a:effectLst/>
              <a:latin typeface="+mj-lt"/>
            </a:rPr>
            <a:t>BPR</a:t>
          </a:r>
        </a:p>
      </dgm:t>
    </dgm:pt>
    <dgm:pt modelId="{49989078-5F5D-40A7-82C8-F2117157EC70}" type="parTrans" cxnId="{104ECF14-6727-4625-B0F5-C2B9DADB656B}">
      <dgm:prSet/>
      <dgm:spPr/>
      <dgm:t>
        <a:bodyPr/>
        <a:lstStyle/>
        <a:p>
          <a:endParaRPr lang="it-IT" sz="1600" b="0">
            <a:latin typeface="+mj-lt"/>
          </a:endParaRPr>
        </a:p>
      </dgm:t>
    </dgm:pt>
    <dgm:pt modelId="{5E7E0E6A-3B0E-4873-B263-5A3E2706F946}" type="sibTrans" cxnId="{104ECF14-6727-4625-B0F5-C2B9DADB656B}">
      <dgm:prSet/>
      <dgm:spPr/>
      <dgm:t>
        <a:bodyPr/>
        <a:lstStyle/>
        <a:p>
          <a:endParaRPr lang="it-IT" sz="1600" b="0">
            <a:latin typeface="+mj-lt"/>
          </a:endParaRPr>
        </a:p>
      </dgm:t>
    </dgm:pt>
    <dgm:pt modelId="{92DFF36D-E718-430E-AA96-11332B98A4E1}">
      <dgm:prSet custT="1"/>
      <dgm:spPr/>
      <dgm:t>
        <a:bodyPr/>
        <a:lstStyle/>
        <a:p>
          <a:r>
            <a:rPr lang="en-US" sz="1600" b="0" noProof="0" dirty="0">
              <a:effectLst/>
              <a:latin typeface="+mj-lt"/>
            </a:rPr>
            <a:t>Miscellaneous </a:t>
          </a:r>
        </a:p>
      </dgm:t>
    </dgm:pt>
    <dgm:pt modelId="{0C5803A0-BEAB-47D3-AC78-ECF474758E1B}" type="parTrans" cxnId="{DB58F552-35F5-40BE-AB85-770DE4196C02}">
      <dgm:prSet/>
      <dgm:spPr/>
      <dgm:t>
        <a:bodyPr/>
        <a:lstStyle/>
        <a:p>
          <a:endParaRPr lang="it-IT" sz="1600" b="0">
            <a:latin typeface="+mj-lt"/>
          </a:endParaRPr>
        </a:p>
      </dgm:t>
    </dgm:pt>
    <dgm:pt modelId="{AFDAEEAE-D001-429B-9D3F-4E59887BCED0}" type="sibTrans" cxnId="{DB58F552-35F5-40BE-AB85-770DE4196C02}">
      <dgm:prSet/>
      <dgm:spPr/>
      <dgm:t>
        <a:bodyPr/>
        <a:lstStyle/>
        <a:p>
          <a:endParaRPr lang="it-IT" sz="1600" b="0">
            <a:latin typeface="+mj-lt"/>
          </a:endParaRPr>
        </a:p>
      </dgm:t>
    </dgm:pt>
    <dgm:pt modelId="{8822BA44-6688-4E51-9F41-CB9F237E2934}">
      <dgm:prSet custT="1"/>
      <dgm:spPr/>
      <dgm:t>
        <a:bodyPr/>
        <a:lstStyle/>
        <a:p>
          <a:r>
            <a:rPr lang="en-US" sz="1600" b="0" noProof="0" dirty="0" err="1">
              <a:effectLst/>
              <a:latin typeface="+mj-lt"/>
            </a:rPr>
            <a:t>Hw</a:t>
          </a:r>
          <a:r>
            <a:rPr lang="en-US" sz="1600" b="0" noProof="0" dirty="0">
              <a:effectLst/>
              <a:latin typeface="+mj-lt"/>
            </a:rPr>
            <a:t> / </a:t>
          </a:r>
          <a:r>
            <a:rPr lang="en-US" sz="1600" b="0" noProof="0" dirty="0" err="1">
              <a:effectLst/>
              <a:latin typeface="+mj-lt"/>
            </a:rPr>
            <a:t>Sw</a:t>
          </a:r>
          <a:r>
            <a:rPr lang="en-US" sz="1600" b="0" noProof="0" dirty="0">
              <a:effectLst/>
              <a:latin typeface="+mj-lt"/>
            </a:rPr>
            <a:t> platforms</a:t>
          </a:r>
        </a:p>
      </dgm:t>
    </dgm:pt>
    <dgm:pt modelId="{B7CEF250-1CB1-43B5-AC5D-554EC27EB3C2}" type="parTrans" cxnId="{BA8F8234-FFFA-403C-97AA-4A51BFCFAF9A}">
      <dgm:prSet/>
      <dgm:spPr/>
      <dgm:t>
        <a:bodyPr/>
        <a:lstStyle/>
        <a:p>
          <a:endParaRPr lang="it-IT" sz="1600">
            <a:latin typeface="+mj-lt"/>
          </a:endParaRPr>
        </a:p>
      </dgm:t>
    </dgm:pt>
    <dgm:pt modelId="{33FB2460-DF41-4265-8157-8B21A6DA95E6}" type="sibTrans" cxnId="{BA8F8234-FFFA-403C-97AA-4A51BFCFAF9A}">
      <dgm:prSet/>
      <dgm:spPr/>
      <dgm:t>
        <a:bodyPr/>
        <a:lstStyle/>
        <a:p>
          <a:endParaRPr lang="it-IT" sz="1600">
            <a:latin typeface="+mj-lt"/>
          </a:endParaRPr>
        </a:p>
      </dgm:t>
    </dgm:pt>
    <dgm:pt modelId="{3B8584C8-1AE2-4B03-93A5-1C136C7DE856}">
      <dgm:prSet custT="1"/>
      <dgm:spPr/>
      <dgm:t>
        <a:bodyPr/>
        <a:lstStyle/>
        <a:p>
          <a:r>
            <a:rPr lang="en-US" sz="1600" b="0" noProof="0" dirty="0">
              <a:effectLst/>
              <a:latin typeface="+mj-lt"/>
            </a:rPr>
            <a:t>SW application</a:t>
          </a:r>
        </a:p>
      </dgm:t>
    </dgm:pt>
    <dgm:pt modelId="{36F10B05-7545-4B01-9C33-317E39997EDB}" type="parTrans" cxnId="{979219EE-A29E-4E2E-B0E5-BBB19B1B56C6}">
      <dgm:prSet/>
      <dgm:spPr/>
      <dgm:t>
        <a:bodyPr/>
        <a:lstStyle/>
        <a:p>
          <a:endParaRPr lang="it-IT" sz="1600">
            <a:latin typeface="+mj-lt"/>
          </a:endParaRPr>
        </a:p>
      </dgm:t>
    </dgm:pt>
    <dgm:pt modelId="{B349B6F6-73F8-4A6E-92FC-8AFE818759C6}" type="sibTrans" cxnId="{979219EE-A29E-4E2E-B0E5-BBB19B1B56C6}">
      <dgm:prSet/>
      <dgm:spPr/>
      <dgm:t>
        <a:bodyPr/>
        <a:lstStyle/>
        <a:p>
          <a:endParaRPr lang="it-IT" sz="1600">
            <a:latin typeface="+mj-lt"/>
          </a:endParaRPr>
        </a:p>
      </dgm:t>
    </dgm:pt>
    <dgm:pt modelId="{DF02D29C-B0BE-4245-A9A9-FFEFE5C2F965}">
      <dgm:prSet custT="1"/>
      <dgm:spPr>
        <a:solidFill>
          <a:schemeClr val="bg1"/>
        </a:solidFill>
      </dgm:spPr>
      <dgm:t>
        <a:bodyPr/>
        <a:lstStyle/>
        <a:p>
          <a:pPr algn="ctr"/>
          <a:r>
            <a:rPr lang="en-US" sz="1600" b="0" noProof="0" dirty="0">
              <a:effectLst/>
              <a:latin typeface="+mj-lt"/>
            </a:rPr>
            <a:t>Network services </a:t>
          </a:r>
          <a:endParaRPr lang="en-US" sz="1600" b="0" noProof="0" dirty="0">
            <a:latin typeface="+mj-lt"/>
          </a:endParaRPr>
        </a:p>
      </dgm:t>
    </dgm:pt>
    <dgm:pt modelId="{42FC8553-92EC-4263-B66E-D6B89F8012EE}" type="parTrans" cxnId="{FADB0264-E60F-48F4-8669-F2C58753BA9E}">
      <dgm:prSet/>
      <dgm:spPr/>
      <dgm:t>
        <a:bodyPr/>
        <a:lstStyle/>
        <a:p>
          <a:endParaRPr lang="it-IT" sz="1600">
            <a:latin typeface="+mj-lt"/>
          </a:endParaRPr>
        </a:p>
      </dgm:t>
    </dgm:pt>
    <dgm:pt modelId="{21595B29-0FD7-4650-BEC9-85D1F65B95A6}" type="sibTrans" cxnId="{FADB0264-E60F-48F4-8669-F2C58753BA9E}">
      <dgm:prSet/>
      <dgm:spPr/>
      <dgm:t>
        <a:bodyPr/>
        <a:lstStyle/>
        <a:p>
          <a:endParaRPr lang="it-IT" sz="1600">
            <a:latin typeface="+mj-lt"/>
          </a:endParaRPr>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2E8A147C-D72E-4DB4-ACBA-43DDAA78FEFA}" type="pres">
      <dgm:prSet presAssocID="{432886F5-A157-45AC-8D65-EA0D56935738}" presName="hierRoot1" presStyleCnt="0">
        <dgm:presLayoutVars>
          <dgm:hierBranch/>
        </dgm:presLayoutVars>
      </dgm:prSet>
      <dgm:spPr/>
    </dgm:pt>
    <dgm:pt modelId="{1504BC27-0F33-4705-A9D2-44C2ECA487EC}" type="pres">
      <dgm:prSet presAssocID="{432886F5-A157-45AC-8D65-EA0D56935738}" presName="rootComposite1" presStyleCnt="0"/>
      <dgm:spPr/>
    </dgm:pt>
    <dgm:pt modelId="{8C3A4A9B-3F36-4EB0-B682-ABBAAA59FA77}" type="pres">
      <dgm:prSet presAssocID="{432886F5-A157-45AC-8D65-EA0D56935738}" presName="rootText1" presStyleLbl="node0" presStyleIdx="0" presStyleCnt="1">
        <dgm:presLayoutVars>
          <dgm:chPref val="3"/>
        </dgm:presLayoutVars>
      </dgm:prSet>
      <dgm:spPr/>
    </dgm:pt>
    <dgm:pt modelId="{5BBE0F5C-C5F5-48BB-A6C7-2068F1A648A4}" type="pres">
      <dgm:prSet presAssocID="{432886F5-A157-45AC-8D65-EA0D56935738}" presName="rootConnector1" presStyleLbl="node1" presStyleIdx="0" presStyleCnt="0"/>
      <dgm:spPr/>
    </dgm:pt>
    <dgm:pt modelId="{4A779A4C-771F-4532-8536-E625A1008660}" type="pres">
      <dgm:prSet presAssocID="{432886F5-A157-45AC-8D65-EA0D56935738}" presName="hierChild2" presStyleCnt="0"/>
      <dgm:spPr/>
    </dgm:pt>
    <dgm:pt modelId="{F1BA8054-1759-49A4-A936-7C3DD87955AF}" type="pres">
      <dgm:prSet presAssocID="{C49C39C5-B1D7-4276-BC5E-BCEEABC7E0B0}" presName="Name35" presStyleLbl="parChTrans1D2" presStyleIdx="0" presStyleCnt="3"/>
      <dgm:spPr/>
    </dgm:pt>
    <dgm:pt modelId="{B47A97CD-6AE2-482A-B3AE-7EC55FA3FB75}" type="pres">
      <dgm:prSet presAssocID="{737D12E9-8A02-48FD-981F-55FEDEEB992B}" presName="hierRoot2" presStyleCnt="0">
        <dgm:presLayoutVars>
          <dgm:hierBranch val="init"/>
        </dgm:presLayoutVars>
      </dgm:prSet>
      <dgm:spPr/>
    </dgm:pt>
    <dgm:pt modelId="{7286B375-5819-4FA8-BB59-99C2B45DD63F}" type="pres">
      <dgm:prSet presAssocID="{737D12E9-8A02-48FD-981F-55FEDEEB992B}" presName="rootComposite" presStyleCnt="0"/>
      <dgm:spPr/>
    </dgm:pt>
    <dgm:pt modelId="{617F114F-1568-4963-BE3B-E5BBF377486C}" type="pres">
      <dgm:prSet presAssocID="{737D12E9-8A02-48FD-981F-55FEDEEB992B}" presName="rootText" presStyleLbl="node2" presStyleIdx="0" presStyleCnt="3">
        <dgm:presLayoutVars>
          <dgm:chPref val="3"/>
        </dgm:presLayoutVars>
      </dgm:prSet>
      <dgm:spPr/>
    </dgm:pt>
    <dgm:pt modelId="{DE4FB3E6-E6CB-4EEA-A553-E74E312802CA}" type="pres">
      <dgm:prSet presAssocID="{737D12E9-8A02-48FD-981F-55FEDEEB992B}" presName="rootConnector" presStyleLbl="node2" presStyleIdx="0" presStyleCnt="3"/>
      <dgm:spPr/>
    </dgm:pt>
    <dgm:pt modelId="{397B9AC8-97EA-4DF2-9A39-D9AE63412A60}" type="pres">
      <dgm:prSet presAssocID="{737D12E9-8A02-48FD-981F-55FEDEEB992B}" presName="hierChild4" presStyleCnt="0"/>
      <dgm:spPr/>
    </dgm:pt>
    <dgm:pt modelId="{A336BFC9-F7CB-4BC7-837D-FAEC486982B6}" type="pres">
      <dgm:prSet presAssocID="{42FC8553-92EC-4263-B66E-D6B89F8012EE}" presName="Name37" presStyleLbl="parChTrans1D3" presStyleIdx="0" presStyleCnt="6"/>
      <dgm:spPr/>
    </dgm:pt>
    <dgm:pt modelId="{0F2CDB67-AF82-4E5A-9220-443AD377E8C3}" type="pres">
      <dgm:prSet presAssocID="{DF02D29C-B0BE-4245-A9A9-FFEFE5C2F965}" presName="hierRoot2" presStyleCnt="0">
        <dgm:presLayoutVars>
          <dgm:hierBranch val="init"/>
        </dgm:presLayoutVars>
      </dgm:prSet>
      <dgm:spPr/>
    </dgm:pt>
    <dgm:pt modelId="{C76881BE-0960-408B-B1FB-20F22A94137A}" type="pres">
      <dgm:prSet presAssocID="{DF02D29C-B0BE-4245-A9A9-FFEFE5C2F965}" presName="rootComposite" presStyleCnt="0"/>
      <dgm:spPr/>
    </dgm:pt>
    <dgm:pt modelId="{4025926B-28FE-4FDF-97DC-5341A8CCFB01}" type="pres">
      <dgm:prSet presAssocID="{DF02D29C-B0BE-4245-A9A9-FFEFE5C2F965}" presName="rootText" presStyleLbl="node3" presStyleIdx="0" presStyleCnt="6">
        <dgm:presLayoutVars>
          <dgm:chPref val="3"/>
        </dgm:presLayoutVars>
      </dgm:prSet>
      <dgm:spPr/>
    </dgm:pt>
    <dgm:pt modelId="{26A434B7-DF98-4E27-93BC-7D91B3630402}" type="pres">
      <dgm:prSet presAssocID="{DF02D29C-B0BE-4245-A9A9-FFEFE5C2F965}" presName="rootConnector" presStyleLbl="node3" presStyleIdx="0" presStyleCnt="6"/>
      <dgm:spPr/>
    </dgm:pt>
    <dgm:pt modelId="{23C03D04-E2F9-4335-A46A-2732CF29DFD8}" type="pres">
      <dgm:prSet presAssocID="{DF02D29C-B0BE-4245-A9A9-FFEFE5C2F965}" presName="hierChild4" presStyleCnt="0"/>
      <dgm:spPr/>
    </dgm:pt>
    <dgm:pt modelId="{9FD2C4C7-774C-4A99-B01B-954082ECCB3A}" type="pres">
      <dgm:prSet presAssocID="{DF02D29C-B0BE-4245-A9A9-FFEFE5C2F965}" presName="hierChild5" presStyleCnt="0"/>
      <dgm:spPr/>
    </dgm:pt>
    <dgm:pt modelId="{9A8A3CCF-965E-4E9F-AC24-CF68CCD8DC17}" type="pres">
      <dgm:prSet presAssocID="{AE27C42A-8FF1-4209-B4C5-AB68E063D8B4}" presName="Name37" presStyleLbl="parChTrans1D3" presStyleIdx="1" presStyleCnt="6"/>
      <dgm:spPr/>
    </dgm:pt>
    <dgm:pt modelId="{F97B337C-C955-470E-B7F0-29BCD4DC499C}" type="pres">
      <dgm:prSet presAssocID="{D4C2A763-16BC-4F4D-ADDF-C596245773BF}" presName="hierRoot2" presStyleCnt="0">
        <dgm:presLayoutVars>
          <dgm:hierBranch val="init"/>
        </dgm:presLayoutVars>
      </dgm:prSet>
      <dgm:spPr/>
    </dgm:pt>
    <dgm:pt modelId="{2F5EBC31-EE57-4669-A64A-C7C64F2783B9}" type="pres">
      <dgm:prSet presAssocID="{D4C2A763-16BC-4F4D-ADDF-C596245773BF}" presName="rootComposite" presStyleCnt="0"/>
      <dgm:spPr/>
    </dgm:pt>
    <dgm:pt modelId="{446AC8EA-366E-4B0A-B0E5-389FDE7B0132}" type="pres">
      <dgm:prSet presAssocID="{D4C2A763-16BC-4F4D-ADDF-C596245773BF}" presName="rootText" presStyleLbl="node3" presStyleIdx="1" presStyleCnt="6">
        <dgm:presLayoutVars>
          <dgm:chPref val="3"/>
        </dgm:presLayoutVars>
      </dgm:prSet>
      <dgm:spPr/>
    </dgm:pt>
    <dgm:pt modelId="{B4DDDA7D-D6BC-484B-B5D1-C49D0265831D}" type="pres">
      <dgm:prSet presAssocID="{D4C2A763-16BC-4F4D-ADDF-C596245773BF}" presName="rootConnector" presStyleLbl="node3" presStyleIdx="1" presStyleCnt="6"/>
      <dgm:spPr/>
    </dgm:pt>
    <dgm:pt modelId="{83EF9E8F-1820-4042-A1D0-342BD0D5B26C}" type="pres">
      <dgm:prSet presAssocID="{D4C2A763-16BC-4F4D-ADDF-C596245773BF}" presName="hierChild4" presStyleCnt="0"/>
      <dgm:spPr/>
    </dgm:pt>
    <dgm:pt modelId="{BC7C648C-3982-409C-A304-5DF55D3DF434}" type="pres">
      <dgm:prSet presAssocID="{D4C2A763-16BC-4F4D-ADDF-C596245773BF}" presName="hierChild5" presStyleCnt="0"/>
      <dgm:spPr/>
    </dgm:pt>
    <dgm:pt modelId="{73D6F29E-E01A-40B3-AC0A-BD3B6969C899}" type="pres">
      <dgm:prSet presAssocID="{52D969FA-BE13-4273-9598-C6A5BA927E4C}" presName="Name37" presStyleLbl="parChTrans1D3" presStyleIdx="2" presStyleCnt="6"/>
      <dgm:spPr/>
    </dgm:pt>
    <dgm:pt modelId="{53E3CF3A-B4FA-4B92-8216-F8F058CBA354}" type="pres">
      <dgm:prSet presAssocID="{D77CE5FB-DD75-479F-ACAB-0C65B14F6EAC}" presName="hierRoot2" presStyleCnt="0">
        <dgm:presLayoutVars>
          <dgm:hierBranch val="init"/>
        </dgm:presLayoutVars>
      </dgm:prSet>
      <dgm:spPr/>
    </dgm:pt>
    <dgm:pt modelId="{D7332C02-AC5A-4F8F-BC12-9952A3C09884}" type="pres">
      <dgm:prSet presAssocID="{D77CE5FB-DD75-479F-ACAB-0C65B14F6EAC}" presName="rootComposite" presStyleCnt="0"/>
      <dgm:spPr/>
    </dgm:pt>
    <dgm:pt modelId="{D5BF008E-2BBD-4416-9AC7-46D856BEE3E2}" type="pres">
      <dgm:prSet presAssocID="{D77CE5FB-DD75-479F-ACAB-0C65B14F6EAC}" presName="rootText" presStyleLbl="node3" presStyleIdx="2" presStyleCnt="6">
        <dgm:presLayoutVars>
          <dgm:chPref val="3"/>
        </dgm:presLayoutVars>
      </dgm:prSet>
      <dgm:spPr/>
    </dgm:pt>
    <dgm:pt modelId="{DB71BDC6-F9C9-4D8C-90A4-109B7C533C91}" type="pres">
      <dgm:prSet presAssocID="{D77CE5FB-DD75-479F-ACAB-0C65B14F6EAC}" presName="rootConnector" presStyleLbl="node3" presStyleIdx="2" presStyleCnt="6"/>
      <dgm:spPr/>
    </dgm:pt>
    <dgm:pt modelId="{ADEBAAAF-E51F-4AA0-B518-52D8E4915EA7}" type="pres">
      <dgm:prSet presAssocID="{D77CE5FB-DD75-479F-ACAB-0C65B14F6EAC}" presName="hierChild4" presStyleCnt="0"/>
      <dgm:spPr/>
    </dgm:pt>
    <dgm:pt modelId="{04B21A19-3E5F-409A-9C9F-2DFCEF57F8B4}" type="pres">
      <dgm:prSet presAssocID="{D77CE5FB-DD75-479F-ACAB-0C65B14F6EAC}" presName="hierChild5" presStyleCnt="0"/>
      <dgm:spPr/>
    </dgm:pt>
    <dgm:pt modelId="{DBB9E2D9-090E-4758-AC3C-73EA0A12FF33}" type="pres">
      <dgm:prSet presAssocID="{737D12E9-8A02-48FD-981F-55FEDEEB992B}" presName="hierChild5" presStyleCnt="0"/>
      <dgm:spPr/>
    </dgm:pt>
    <dgm:pt modelId="{E5930FFF-0D2A-4499-A0D2-896646222CF6}" type="pres">
      <dgm:prSet presAssocID="{4B36D0F7-A2B8-4604-A392-411C94B9C06E}" presName="Name35" presStyleLbl="parChTrans1D2" presStyleIdx="1" presStyleCnt="3"/>
      <dgm:spPr/>
    </dgm:pt>
    <dgm:pt modelId="{EB81F2F7-04F4-47EB-B7AA-48125F12F624}" type="pres">
      <dgm:prSet presAssocID="{258521E5-F681-4BAD-9E61-586BDFCE1782}" presName="hierRoot2" presStyleCnt="0">
        <dgm:presLayoutVars>
          <dgm:hierBranch val="init"/>
        </dgm:presLayoutVars>
      </dgm:prSet>
      <dgm:spPr/>
    </dgm:pt>
    <dgm:pt modelId="{544D91D2-7753-497D-B340-EF61F5423F52}" type="pres">
      <dgm:prSet presAssocID="{258521E5-F681-4BAD-9E61-586BDFCE1782}" presName="rootComposite" presStyleCnt="0"/>
      <dgm:spPr/>
    </dgm:pt>
    <dgm:pt modelId="{C1F58284-AEFE-4938-932F-08669E555BEC}" type="pres">
      <dgm:prSet presAssocID="{258521E5-F681-4BAD-9E61-586BDFCE1782}" presName="rootText" presStyleLbl="node2" presStyleIdx="1" presStyleCnt="3">
        <dgm:presLayoutVars>
          <dgm:chPref val="3"/>
        </dgm:presLayoutVars>
      </dgm:prSet>
      <dgm:spPr/>
    </dgm:pt>
    <dgm:pt modelId="{4F9C99E3-6D54-4760-B4B3-5EBB32FD6BAD}" type="pres">
      <dgm:prSet presAssocID="{258521E5-F681-4BAD-9E61-586BDFCE1782}" presName="rootConnector" presStyleLbl="node2" presStyleIdx="1" presStyleCnt="3"/>
      <dgm:spPr/>
    </dgm:pt>
    <dgm:pt modelId="{E0D2A954-365B-4CB3-A44B-2A58E449FEBA}" type="pres">
      <dgm:prSet presAssocID="{258521E5-F681-4BAD-9E61-586BDFCE1782}" presName="hierChild4" presStyleCnt="0"/>
      <dgm:spPr/>
    </dgm:pt>
    <dgm:pt modelId="{544B28F5-73A9-460E-9D50-9BF116840373}" type="pres">
      <dgm:prSet presAssocID="{B7CEF250-1CB1-43B5-AC5D-554EC27EB3C2}" presName="Name37" presStyleLbl="parChTrans1D3" presStyleIdx="3" presStyleCnt="6"/>
      <dgm:spPr/>
    </dgm:pt>
    <dgm:pt modelId="{C09B3848-5479-4B09-97B2-685526E94C53}" type="pres">
      <dgm:prSet presAssocID="{8822BA44-6688-4E51-9F41-CB9F237E2934}" presName="hierRoot2" presStyleCnt="0">
        <dgm:presLayoutVars>
          <dgm:hierBranch val="init"/>
        </dgm:presLayoutVars>
      </dgm:prSet>
      <dgm:spPr/>
    </dgm:pt>
    <dgm:pt modelId="{2D8E57C1-1BB4-45ED-8760-FB18EF9728F6}" type="pres">
      <dgm:prSet presAssocID="{8822BA44-6688-4E51-9F41-CB9F237E2934}" presName="rootComposite" presStyleCnt="0"/>
      <dgm:spPr/>
    </dgm:pt>
    <dgm:pt modelId="{DEFA5E88-7262-4B27-904E-802C523666D9}" type="pres">
      <dgm:prSet presAssocID="{8822BA44-6688-4E51-9F41-CB9F237E2934}" presName="rootText" presStyleLbl="node3" presStyleIdx="3" presStyleCnt="6">
        <dgm:presLayoutVars>
          <dgm:chPref val="3"/>
        </dgm:presLayoutVars>
      </dgm:prSet>
      <dgm:spPr/>
    </dgm:pt>
    <dgm:pt modelId="{F170E1DF-D138-44EF-838B-67181B501DC6}" type="pres">
      <dgm:prSet presAssocID="{8822BA44-6688-4E51-9F41-CB9F237E2934}" presName="rootConnector" presStyleLbl="node3" presStyleIdx="3" presStyleCnt="6"/>
      <dgm:spPr/>
    </dgm:pt>
    <dgm:pt modelId="{D40B1C58-2F93-407B-8CDD-5ACF9DF177A8}" type="pres">
      <dgm:prSet presAssocID="{8822BA44-6688-4E51-9F41-CB9F237E2934}" presName="hierChild4" presStyleCnt="0"/>
      <dgm:spPr/>
    </dgm:pt>
    <dgm:pt modelId="{7EA1CB41-6B71-4553-BFAA-A80CE94065F5}" type="pres">
      <dgm:prSet presAssocID="{8822BA44-6688-4E51-9F41-CB9F237E2934}" presName="hierChild5" presStyleCnt="0"/>
      <dgm:spPr/>
    </dgm:pt>
    <dgm:pt modelId="{4DF2C50F-A831-440A-B458-85C1D8C01D1B}" type="pres">
      <dgm:prSet presAssocID="{36F10B05-7545-4B01-9C33-317E39997EDB}" presName="Name37" presStyleLbl="parChTrans1D3" presStyleIdx="4" presStyleCnt="6"/>
      <dgm:spPr/>
    </dgm:pt>
    <dgm:pt modelId="{44F1B04E-592C-4918-A46E-893A48214E86}" type="pres">
      <dgm:prSet presAssocID="{3B8584C8-1AE2-4B03-93A5-1C136C7DE856}" presName="hierRoot2" presStyleCnt="0">
        <dgm:presLayoutVars>
          <dgm:hierBranch val="init"/>
        </dgm:presLayoutVars>
      </dgm:prSet>
      <dgm:spPr/>
    </dgm:pt>
    <dgm:pt modelId="{384171AB-930E-40FE-84E3-FFE00F3CFC1A}" type="pres">
      <dgm:prSet presAssocID="{3B8584C8-1AE2-4B03-93A5-1C136C7DE856}" presName="rootComposite" presStyleCnt="0"/>
      <dgm:spPr/>
    </dgm:pt>
    <dgm:pt modelId="{DE41670F-1A90-4697-A320-21721E3521A3}" type="pres">
      <dgm:prSet presAssocID="{3B8584C8-1AE2-4B03-93A5-1C136C7DE856}" presName="rootText" presStyleLbl="node3" presStyleIdx="4" presStyleCnt="6">
        <dgm:presLayoutVars>
          <dgm:chPref val="3"/>
        </dgm:presLayoutVars>
      </dgm:prSet>
      <dgm:spPr/>
    </dgm:pt>
    <dgm:pt modelId="{0B772A43-6243-43B3-9BD1-CF41D3E7A8E7}" type="pres">
      <dgm:prSet presAssocID="{3B8584C8-1AE2-4B03-93A5-1C136C7DE856}" presName="rootConnector" presStyleLbl="node3" presStyleIdx="4" presStyleCnt="6"/>
      <dgm:spPr/>
    </dgm:pt>
    <dgm:pt modelId="{B9884A6D-7807-4B7E-8FB0-C661E9377420}" type="pres">
      <dgm:prSet presAssocID="{3B8584C8-1AE2-4B03-93A5-1C136C7DE856}" presName="hierChild4" presStyleCnt="0"/>
      <dgm:spPr/>
    </dgm:pt>
    <dgm:pt modelId="{9A2747F5-FC33-48D8-802C-024F88304F2D}" type="pres">
      <dgm:prSet presAssocID="{3B8584C8-1AE2-4B03-93A5-1C136C7DE856}" presName="hierChild5" presStyleCnt="0"/>
      <dgm:spPr/>
    </dgm:pt>
    <dgm:pt modelId="{FE5A8ECB-BDCB-4FB1-A259-3C804225F596}" type="pres">
      <dgm:prSet presAssocID="{49989078-5F5D-40A7-82C8-F2117157EC70}" presName="Name37" presStyleLbl="parChTrans1D3" presStyleIdx="5" presStyleCnt="6"/>
      <dgm:spPr/>
    </dgm:pt>
    <dgm:pt modelId="{C2924803-59CD-4FDC-97D1-B459F4694CA3}" type="pres">
      <dgm:prSet presAssocID="{CEF12078-7FFC-4F84-AA5A-713C410F40E1}" presName="hierRoot2" presStyleCnt="0">
        <dgm:presLayoutVars>
          <dgm:hierBranch val="init"/>
        </dgm:presLayoutVars>
      </dgm:prSet>
      <dgm:spPr/>
    </dgm:pt>
    <dgm:pt modelId="{19EB5B5C-9452-403A-A6DA-556B8F13C52D}" type="pres">
      <dgm:prSet presAssocID="{CEF12078-7FFC-4F84-AA5A-713C410F40E1}" presName="rootComposite" presStyleCnt="0"/>
      <dgm:spPr/>
    </dgm:pt>
    <dgm:pt modelId="{5D7D695A-5080-42E4-BFE2-B8901C153971}" type="pres">
      <dgm:prSet presAssocID="{CEF12078-7FFC-4F84-AA5A-713C410F40E1}" presName="rootText" presStyleLbl="node3" presStyleIdx="5" presStyleCnt="6">
        <dgm:presLayoutVars>
          <dgm:chPref val="3"/>
        </dgm:presLayoutVars>
      </dgm:prSet>
      <dgm:spPr/>
    </dgm:pt>
    <dgm:pt modelId="{C3F9C65F-EE19-4255-9C0F-5BFF822E4FEF}" type="pres">
      <dgm:prSet presAssocID="{CEF12078-7FFC-4F84-AA5A-713C410F40E1}" presName="rootConnector" presStyleLbl="node3" presStyleIdx="5" presStyleCnt="6"/>
      <dgm:spPr/>
    </dgm:pt>
    <dgm:pt modelId="{0480C4F9-6F75-44FF-B771-C13C29C091B7}" type="pres">
      <dgm:prSet presAssocID="{CEF12078-7FFC-4F84-AA5A-713C410F40E1}" presName="hierChild4" presStyleCnt="0"/>
      <dgm:spPr/>
    </dgm:pt>
    <dgm:pt modelId="{195E2DFE-FA42-4BE7-A8D7-5DCED2094939}" type="pres">
      <dgm:prSet presAssocID="{CEF12078-7FFC-4F84-AA5A-713C410F40E1}" presName="hierChild5" presStyleCnt="0"/>
      <dgm:spPr/>
    </dgm:pt>
    <dgm:pt modelId="{380AE3EF-74F8-4A1D-8124-F26A1EDBA63C}" type="pres">
      <dgm:prSet presAssocID="{258521E5-F681-4BAD-9E61-586BDFCE1782}" presName="hierChild5" presStyleCnt="0"/>
      <dgm:spPr/>
    </dgm:pt>
    <dgm:pt modelId="{56D17228-2D5A-41ED-A50B-11AE9A8012E7}" type="pres">
      <dgm:prSet presAssocID="{0C5803A0-BEAB-47D3-AC78-ECF474758E1B}" presName="Name35" presStyleLbl="parChTrans1D2" presStyleIdx="2" presStyleCnt="3"/>
      <dgm:spPr/>
    </dgm:pt>
    <dgm:pt modelId="{EB5A9FC8-81AB-4ADB-88BB-CCD2B819DB19}" type="pres">
      <dgm:prSet presAssocID="{92DFF36D-E718-430E-AA96-11332B98A4E1}" presName="hierRoot2" presStyleCnt="0">
        <dgm:presLayoutVars>
          <dgm:hierBranch val="init"/>
        </dgm:presLayoutVars>
      </dgm:prSet>
      <dgm:spPr/>
    </dgm:pt>
    <dgm:pt modelId="{9BFAB31F-C5F9-4E4A-8EB5-59D64B0E622A}" type="pres">
      <dgm:prSet presAssocID="{92DFF36D-E718-430E-AA96-11332B98A4E1}" presName="rootComposite" presStyleCnt="0"/>
      <dgm:spPr/>
    </dgm:pt>
    <dgm:pt modelId="{9B529135-53B1-4CE5-A498-F7D694788F06}" type="pres">
      <dgm:prSet presAssocID="{92DFF36D-E718-430E-AA96-11332B98A4E1}" presName="rootText" presStyleLbl="node2" presStyleIdx="2" presStyleCnt="3">
        <dgm:presLayoutVars>
          <dgm:chPref val="3"/>
        </dgm:presLayoutVars>
      </dgm:prSet>
      <dgm:spPr/>
    </dgm:pt>
    <dgm:pt modelId="{329CD7BC-DDC7-4CE2-A368-8477D444191D}" type="pres">
      <dgm:prSet presAssocID="{92DFF36D-E718-430E-AA96-11332B98A4E1}" presName="rootConnector" presStyleLbl="node2" presStyleIdx="2" presStyleCnt="3"/>
      <dgm:spPr/>
    </dgm:pt>
    <dgm:pt modelId="{274EF0C5-248F-4A92-8F97-45CB86B8C165}" type="pres">
      <dgm:prSet presAssocID="{92DFF36D-E718-430E-AA96-11332B98A4E1}" presName="hierChild4" presStyleCnt="0"/>
      <dgm:spPr/>
    </dgm:pt>
    <dgm:pt modelId="{77578446-B56A-4B4E-9495-3C2EE5177A06}" type="pres">
      <dgm:prSet presAssocID="{92DFF36D-E718-430E-AA96-11332B98A4E1}" presName="hierChild5" presStyleCnt="0"/>
      <dgm:spPr/>
    </dgm:pt>
    <dgm:pt modelId="{06178239-05B2-49C8-A510-93C32DDE6EA7}" type="pres">
      <dgm:prSet presAssocID="{432886F5-A157-45AC-8D65-EA0D56935738}" presName="hierChild3" presStyleCnt="0"/>
      <dgm:spPr/>
    </dgm:pt>
  </dgm:ptLst>
  <dgm:cxnLst>
    <dgm:cxn modelId="{32C8D20A-DCE7-49AE-8FBE-ACF2871F1750}" type="presOf" srcId="{D4C2A763-16BC-4F4D-ADDF-C596245773BF}" destId="{446AC8EA-366E-4B0A-B0E5-389FDE7B0132}" srcOrd="0" destOrd="0" presId="urn:microsoft.com/office/officeart/2005/8/layout/orgChart1"/>
    <dgm:cxn modelId="{104ECF14-6727-4625-B0F5-C2B9DADB656B}" srcId="{258521E5-F681-4BAD-9E61-586BDFCE1782}" destId="{CEF12078-7FFC-4F84-AA5A-713C410F40E1}" srcOrd="2" destOrd="0" parTransId="{49989078-5F5D-40A7-82C8-F2117157EC70}" sibTransId="{5E7E0E6A-3B0E-4873-B263-5A3E2706F946}"/>
    <dgm:cxn modelId="{45FD4C1A-B98C-4A12-A89C-50016344067C}" type="presOf" srcId="{52D969FA-BE13-4273-9598-C6A5BA927E4C}" destId="{73D6F29E-E01A-40B3-AC0A-BD3B6969C899}" srcOrd="0" destOrd="0" presId="urn:microsoft.com/office/officeart/2005/8/layout/orgChart1"/>
    <dgm:cxn modelId="{3ADFD722-7D4D-4A16-A7F4-40BD5A88979D}" srcId="{432886F5-A157-45AC-8D65-EA0D56935738}" destId="{258521E5-F681-4BAD-9E61-586BDFCE1782}" srcOrd="1" destOrd="0" parTransId="{4B36D0F7-A2B8-4604-A392-411C94B9C06E}" sibTransId="{4518D227-8C44-42E0-A43E-690A6669112B}"/>
    <dgm:cxn modelId="{479F2223-13E0-4C03-8984-CDCEAF5C43C7}" type="presOf" srcId="{D77CE5FB-DD75-479F-ACAB-0C65B14F6EAC}" destId="{DB71BDC6-F9C9-4D8C-90A4-109B7C533C91}" srcOrd="1" destOrd="0" presId="urn:microsoft.com/office/officeart/2005/8/layout/orgChart1"/>
    <dgm:cxn modelId="{058BBB25-4D97-4351-A14E-3FA31F34FE46}" type="presOf" srcId="{AE27C42A-8FF1-4209-B4C5-AB68E063D8B4}" destId="{9A8A3CCF-965E-4E9F-AC24-CF68CCD8DC17}" srcOrd="0" destOrd="0" presId="urn:microsoft.com/office/officeart/2005/8/layout/orgChart1"/>
    <dgm:cxn modelId="{74EBDD26-7E3A-42E8-B06B-FDA6FF7EA7DF}" type="presOf" srcId="{258521E5-F681-4BAD-9E61-586BDFCE1782}" destId="{C1F58284-AEFE-4938-932F-08669E555BEC}" srcOrd="0" destOrd="0" presId="urn:microsoft.com/office/officeart/2005/8/layout/orgChart1"/>
    <dgm:cxn modelId="{3F0C1929-C116-4E9A-907F-5D23F3DED84B}" type="presOf" srcId="{D77CE5FB-DD75-479F-ACAB-0C65B14F6EAC}" destId="{D5BF008E-2BBD-4416-9AC7-46D856BEE3E2}" srcOrd="0" destOrd="0" presId="urn:microsoft.com/office/officeart/2005/8/layout/orgChart1"/>
    <dgm:cxn modelId="{C863442A-282A-4AE8-83CC-D5D13D44B447}" srcId="{432886F5-A157-45AC-8D65-EA0D56935738}" destId="{737D12E9-8A02-48FD-981F-55FEDEEB992B}" srcOrd="0" destOrd="0" parTransId="{C49C39C5-B1D7-4276-BC5E-BCEEABC7E0B0}" sibTransId="{40F65ECA-BAF9-4A2F-AC30-3EEBD4253CED}"/>
    <dgm:cxn modelId="{BA8F8234-FFFA-403C-97AA-4A51BFCFAF9A}" srcId="{258521E5-F681-4BAD-9E61-586BDFCE1782}" destId="{8822BA44-6688-4E51-9F41-CB9F237E2934}" srcOrd="0" destOrd="0" parTransId="{B7CEF250-1CB1-43B5-AC5D-554EC27EB3C2}" sibTransId="{33FB2460-DF41-4265-8157-8B21A6DA95E6}"/>
    <dgm:cxn modelId="{E9305F3B-0BE9-412D-9A04-4414BF9C235A}" type="presOf" srcId="{8822BA44-6688-4E51-9F41-CB9F237E2934}" destId="{DEFA5E88-7262-4B27-904E-802C523666D9}" srcOrd="0" destOrd="0" presId="urn:microsoft.com/office/officeart/2005/8/layout/orgChart1"/>
    <dgm:cxn modelId="{C354E83B-94B9-4F9D-8955-815715A39104}" type="presOf" srcId="{0C5803A0-BEAB-47D3-AC78-ECF474758E1B}" destId="{56D17228-2D5A-41ED-A50B-11AE9A8012E7}" srcOrd="0" destOrd="0" presId="urn:microsoft.com/office/officeart/2005/8/layout/orgChart1"/>
    <dgm:cxn modelId="{70514440-3F81-49DD-9F1E-864364710157}" type="presOf" srcId="{432886F5-A157-45AC-8D65-EA0D56935738}" destId="{5BBE0F5C-C5F5-48BB-A6C7-2068F1A648A4}" srcOrd="1" destOrd="0" presId="urn:microsoft.com/office/officeart/2005/8/layout/orgChart1"/>
    <dgm:cxn modelId="{143A7D5E-A3AA-43E5-9B4C-ECEB665973D1}" type="presOf" srcId="{CEF12078-7FFC-4F84-AA5A-713C410F40E1}" destId="{5D7D695A-5080-42E4-BFE2-B8901C153971}" srcOrd="0" destOrd="0" presId="urn:microsoft.com/office/officeart/2005/8/layout/orgChart1"/>
    <dgm:cxn modelId="{FADB0264-E60F-48F4-8669-F2C58753BA9E}" srcId="{737D12E9-8A02-48FD-981F-55FEDEEB992B}" destId="{DF02D29C-B0BE-4245-A9A9-FFEFE5C2F965}" srcOrd="0" destOrd="0" parTransId="{42FC8553-92EC-4263-B66E-D6B89F8012EE}" sibTransId="{21595B29-0FD7-4650-BEC9-85D1F65B95A6}"/>
    <dgm:cxn modelId="{B2081064-92D1-4349-8AE8-B65418BA5C3B}" type="presOf" srcId="{36F10B05-7545-4B01-9C33-317E39997EDB}" destId="{4DF2C50F-A831-440A-B458-85C1D8C01D1B}" srcOrd="0" destOrd="0" presId="urn:microsoft.com/office/officeart/2005/8/layout/orgChart1"/>
    <dgm:cxn modelId="{34850767-0E03-418F-86B3-4FFAE2D12689}" type="presOf" srcId="{8822BA44-6688-4E51-9F41-CB9F237E2934}" destId="{F170E1DF-D138-44EF-838B-67181B501DC6}" srcOrd="1" destOrd="0" presId="urn:microsoft.com/office/officeart/2005/8/layout/orgChart1"/>
    <dgm:cxn modelId="{EAE40D6A-B6F1-4A92-ACEA-0C68AED802AE}" type="presOf" srcId="{737D12E9-8A02-48FD-981F-55FEDEEB992B}" destId="{617F114F-1568-4963-BE3B-E5BBF377486C}" srcOrd="0" destOrd="0" presId="urn:microsoft.com/office/officeart/2005/8/layout/orgChart1"/>
    <dgm:cxn modelId="{DB58F552-35F5-40BE-AB85-770DE4196C02}" srcId="{432886F5-A157-45AC-8D65-EA0D56935738}" destId="{92DFF36D-E718-430E-AA96-11332B98A4E1}" srcOrd="2" destOrd="0" parTransId="{0C5803A0-BEAB-47D3-AC78-ECF474758E1B}" sibTransId="{AFDAEEAE-D001-429B-9D3F-4E59887BCED0}"/>
    <dgm:cxn modelId="{99F64B53-F4D0-482B-BC92-1AA283174580}" type="presOf" srcId="{737D12E9-8A02-48FD-981F-55FEDEEB992B}" destId="{DE4FB3E6-E6CB-4EEA-A553-E74E312802CA}" srcOrd="1" destOrd="0" presId="urn:microsoft.com/office/officeart/2005/8/layout/orgChart1"/>
    <dgm:cxn modelId="{0A62B482-6352-40A4-88F0-D8DFFC54C8DB}" type="presOf" srcId="{3B8584C8-1AE2-4B03-93A5-1C136C7DE856}" destId="{0B772A43-6243-43B3-9BD1-CF41D3E7A8E7}" srcOrd="1" destOrd="0" presId="urn:microsoft.com/office/officeart/2005/8/layout/orgChart1"/>
    <dgm:cxn modelId="{168B758A-F52A-4D23-B546-3A867C27D32F}" type="presOf" srcId="{CEF12078-7FFC-4F84-AA5A-713C410F40E1}" destId="{C3F9C65F-EE19-4255-9C0F-5BFF822E4FEF}" srcOrd="1" destOrd="0" presId="urn:microsoft.com/office/officeart/2005/8/layout/orgChart1"/>
    <dgm:cxn modelId="{5BDEF290-D7A7-40AF-99E0-FC9952883E4C}" type="presOf" srcId="{D4C2A763-16BC-4F4D-ADDF-C596245773BF}" destId="{B4DDDA7D-D6BC-484B-B5D1-C49D0265831D}" srcOrd="1" destOrd="0" presId="urn:microsoft.com/office/officeart/2005/8/layout/orgChart1"/>
    <dgm:cxn modelId="{A1240293-C5B0-44EA-B69A-265D0C5B694F}" srcId="{9806DEA8-F325-4BC2-BE52-585E2948CFB3}" destId="{432886F5-A157-45AC-8D65-EA0D56935738}" srcOrd="0" destOrd="0" parTransId="{643374B0-BFB1-49F9-A472-7FF183BD9385}" sibTransId="{BF777341-B9EA-48D3-BAB4-85512D2E554F}"/>
    <dgm:cxn modelId="{5F7A3594-E3D1-4875-A6D5-3199E5D27C28}" type="presOf" srcId="{49989078-5F5D-40A7-82C8-F2117157EC70}" destId="{FE5A8ECB-BDCB-4FB1-A259-3C804225F596}" srcOrd="0" destOrd="0" presId="urn:microsoft.com/office/officeart/2005/8/layout/orgChart1"/>
    <dgm:cxn modelId="{E6228AA5-A2A7-489E-82F8-044027F4E481}" type="presOf" srcId="{DF02D29C-B0BE-4245-A9A9-FFEFE5C2F965}" destId="{26A434B7-DF98-4E27-93BC-7D91B3630402}" srcOrd="1" destOrd="0" presId="urn:microsoft.com/office/officeart/2005/8/layout/orgChart1"/>
    <dgm:cxn modelId="{C8EFEAAA-30E0-481A-BA3B-7C397CC65947}" type="presOf" srcId="{C49C39C5-B1D7-4276-BC5E-BCEEABC7E0B0}" destId="{F1BA8054-1759-49A4-A936-7C3DD87955AF}" srcOrd="0" destOrd="0" presId="urn:microsoft.com/office/officeart/2005/8/layout/orgChart1"/>
    <dgm:cxn modelId="{273448AC-B4BF-4562-8DAA-80EE54FA0393}" type="presOf" srcId="{432886F5-A157-45AC-8D65-EA0D56935738}" destId="{8C3A4A9B-3F36-4EB0-B682-ABBAAA59FA77}" srcOrd="0" destOrd="0" presId="urn:microsoft.com/office/officeart/2005/8/layout/orgChart1"/>
    <dgm:cxn modelId="{876340C1-A6BB-447D-9EBE-A5907429738D}" type="presOf" srcId="{3B8584C8-1AE2-4B03-93A5-1C136C7DE856}" destId="{DE41670F-1A90-4697-A320-21721E3521A3}" srcOrd="0" destOrd="0" presId="urn:microsoft.com/office/officeart/2005/8/layout/orgChart1"/>
    <dgm:cxn modelId="{9F3CDCD0-511B-432C-9A73-7C1EFE85CB2A}" type="presOf" srcId="{42FC8553-92EC-4263-B66E-D6B89F8012EE}" destId="{A336BFC9-F7CB-4BC7-837D-FAEC486982B6}" srcOrd="0" destOrd="0" presId="urn:microsoft.com/office/officeart/2005/8/layout/orgChart1"/>
    <dgm:cxn modelId="{6A7866D2-D4DE-4D6C-BDB5-7D001942AAAF}" type="presOf" srcId="{DF02D29C-B0BE-4245-A9A9-FFEFE5C2F965}" destId="{4025926B-28FE-4FDF-97DC-5341A8CCFB01}" srcOrd="0" destOrd="0" presId="urn:microsoft.com/office/officeart/2005/8/layout/orgChart1"/>
    <dgm:cxn modelId="{DDFF54D6-B717-4745-82F3-91FE7E54228D}" type="presOf" srcId="{92DFF36D-E718-430E-AA96-11332B98A4E1}" destId="{9B529135-53B1-4CE5-A498-F7D694788F06}" srcOrd="0" destOrd="0" presId="urn:microsoft.com/office/officeart/2005/8/layout/orgChart1"/>
    <dgm:cxn modelId="{0D67E3E1-EBA9-4DBA-AFF0-2DA1D3B7CAD2}" type="presOf" srcId="{B7CEF250-1CB1-43B5-AC5D-554EC27EB3C2}" destId="{544B28F5-73A9-460E-9D50-9BF116840373}" srcOrd="0" destOrd="0" presId="urn:microsoft.com/office/officeart/2005/8/layout/orgChart1"/>
    <dgm:cxn modelId="{C97AB9EC-5C78-4B0C-94DB-632B825D7E79}" srcId="{737D12E9-8A02-48FD-981F-55FEDEEB992B}" destId="{D77CE5FB-DD75-479F-ACAB-0C65B14F6EAC}" srcOrd="2" destOrd="0" parTransId="{52D969FA-BE13-4273-9598-C6A5BA927E4C}" sibTransId="{076516A6-AE80-4190-AB9D-A46427A06BDF}"/>
    <dgm:cxn modelId="{979219EE-A29E-4E2E-B0E5-BBB19B1B56C6}" srcId="{258521E5-F681-4BAD-9E61-586BDFCE1782}" destId="{3B8584C8-1AE2-4B03-93A5-1C136C7DE856}" srcOrd="1" destOrd="0" parTransId="{36F10B05-7545-4B01-9C33-317E39997EDB}" sibTransId="{B349B6F6-73F8-4A6E-92FC-8AFE818759C6}"/>
    <dgm:cxn modelId="{73B866EE-7B1B-4DB1-B1F7-701E0DB237F7}" type="presOf" srcId="{4B36D0F7-A2B8-4604-A392-411C94B9C06E}" destId="{E5930FFF-0D2A-4499-A0D2-896646222CF6}" srcOrd="0" destOrd="0" presId="urn:microsoft.com/office/officeart/2005/8/layout/orgChart1"/>
    <dgm:cxn modelId="{71F92AEF-E097-4E55-BE8F-A466FF99638B}" type="presOf" srcId="{258521E5-F681-4BAD-9E61-586BDFCE1782}" destId="{4F9C99E3-6D54-4760-B4B3-5EBB32FD6BAD}" srcOrd="1" destOrd="0" presId="urn:microsoft.com/office/officeart/2005/8/layout/orgChart1"/>
    <dgm:cxn modelId="{4BBE14F9-48E8-4296-9F6A-348094459760}" type="presOf" srcId="{92DFF36D-E718-430E-AA96-11332B98A4E1}" destId="{329CD7BC-DDC7-4CE2-A368-8477D444191D}" srcOrd="1" destOrd="0" presId="urn:microsoft.com/office/officeart/2005/8/layout/orgChart1"/>
    <dgm:cxn modelId="{F1D202FE-9A92-4586-A5E0-788C5ADB3FD1}" type="presOf" srcId="{9806DEA8-F325-4BC2-BE52-585E2948CFB3}" destId="{FC0D5DA3-7F08-40C9-A39B-512D9ACDB8BB}" srcOrd="0" destOrd="0" presId="urn:microsoft.com/office/officeart/2005/8/layout/orgChart1"/>
    <dgm:cxn modelId="{DF5C12FF-3706-4AFE-97D2-18FD7FBA8E05}" srcId="{737D12E9-8A02-48FD-981F-55FEDEEB992B}" destId="{D4C2A763-16BC-4F4D-ADDF-C596245773BF}" srcOrd="1" destOrd="0" parTransId="{AE27C42A-8FF1-4209-B4C5-AB68E063D8B4}" sibTransId="{44F8BFD3-EAC6-461B-9B4D-FB1FB27A27E0}"/>
    <dgm:cxn modelId="{8C4BF0B9-173B-43B7-BF9B-39ADD78068B5}" type="presParOf" srcId="{FC0D5DA3-7F08-40C9-A39B-512D9ACDB8BB}" destId="{2E8A147C-D72E-4DB4-ACBA-43DDAA78FEFA}" srcOrd="0" destOrd="0" presId="urn:microsoft.com/office/officeart/2005/8/layout/orgChart1"/>
    <dgm:cxn modelId="{AB108D20-09D2-498B-98BD-A35B84044077}" type="presParOf" srcId="{2E8A147C-D72E-4DB4-ACBA-43DDAA78FEFA}" destId="{1504BC27-0F33-4705-A9D2-44C2ECA487EC}" srcOrd="0" destOrd="0" presId="urn:microsoft.com/office/officeart/2005/8/layout/orgChart1"/>
    <dgm:cxn modelId="{C0D2640F-645D-4B50-9F10-DF376286308A}" type="presParOf" srcId="{1504BC27-0F33-4705-A9D2-44C2ECA487EC}" destId="{8C3A4A9B-3F36-4EB0-B682-ABBAAA59FA77}" srcOrd="0" destOrd="0" presId="urn:microsoft.com/office/officeart/2005/8/layout/orgChart1"/>
    <dgm:cxn modelId="{C6629BC2-6859-42E1-937D-978EFF7E25BB}" type="presParOf" srcId="{1504BC27-0F33-4705-A9D2-44C2ECA487EC}" destId="{5BBE0F5C-C5F5-48BB-A6C7-2068F1A648A4}" srcOrd="1" destOrd="0" presId="urn:microsoft.com/office/officeart/2005/8/layout/orgChart1"/>
    <dgm:cxn modelId="{29D25A01-EF76-4D10-B103-C2BEEAF3B67F}" type="presParOf" srcId="{2E8A147C-D72E-4DB4-ACBA-43DDAA78FEFA}" destId="{4A779A4C-771F-4532-8536-E625A1008660}" srcOrd="1" destOrd="0" presId="urn:microsoft.com/office/officeart/2005/8/layout/orgChart1"/>
    <dgm:cxn modelId="{732E44DF-AB6B-47A9-BB63-1E953E376AF3}" type="presParOf" srcId="{4A779A4C-771F-4532-8536-E625A1008660}" destId="{F1BA8054-1759-49A4-A936-7C3DD87955AF}" srcOrd="0" destOrd="0" presId="urn:microsoft.com/office/officeart/2005/8/layout/orgChart1"/>
    <dgm:cxn modelId="{DDCEF51C-C038-47C9-B57B-53F9BEB568B1}" type="presParOf" srcId="{4A779A4C-771F-4532-8536-E625A1008660}" destId="{B47A97CD-6AE2-482A-B3AE-7EC55FA3FB75}" srcOrd="1" destOrd="0" presId="urn:microsoft.com/office/officeart/2005/8/layout/orgChart1"/>
    <dgm:cxn modelId="{A5055533-7620-4430-B75B-140ABFE83448}" type="presParOf" srcId="{B47A97CD-6AE2-482A-B3AE-7EC55FA3FB75}" destId="{7286B375-5819-4FA8-BB59-99C2B45DD63F}" srcOrd="0" destOrd="0" presId="urn:microsoft.com/office/officeart/2005/8/layout/orgChart1"/>
    <dgm:cxn modelId="{095271D3-2125-4604-8D97-83EA585FD617}" type="presParOf" srcId="{7286B375-5819-4FA8-BB59-99C2B45DD63F}" destId="{617F114F-1568-4963-BE3B-E5BBF377486C}" srcOrd="0" destOrd="0" presId="urn:microsoft.com/office/officeart/2005/8/layout/orgChart1"/>
    <dgm:cxn modelId="{E37DD736-5E64-49AF-AE64-6B14B81B4BBA}" type="presParOf" srcId="{7286B375-5819-4FA8-BB59-99C2B45DD63F}" destId="{DE4FB3E6-E6CB-4EEA-A553-E74E312802CA}" srcOrd="1" destOrd="0" presId="urn:microsoft.com/office/officeart/2005/8/layout/orgChart1"/>
    <dgm:cxn modelId="{D1AB6DB0-03C1-4709-9D09-06328587BECD}" type="presParOf" srcId="{B47A97CD-6AE2-482A-B3AE-7EC55FA3FB75}" destId="{397B9AC8-97EA-4DF2-9A39-D9AE63412A60}" srcOrd="1" destOrd="0" presId="urn:microsoft.com/office/officeart/2005/8/layout/orgChart1"/>
    <dgm:cxn modelId="{67C88E39-5413-4E37-B8D6-020924AC17CB}" type="presParOf" srcId="{397B9AC8-97EA-4DF2-9A39-D9AE63412A60}" destId="{A336BFC9-F7CB-4BC7-837D-FAEC486982B6}" srcOrd="0" destOrd="0" presId="urn:microsoft.com/office/officeart/2005/8/layout/orgChart1"/>
    <dgm:cxn modelId="{3E393D31-61EE-44DD-BFCB-63362049791F}" type="presParOf" srcId="{397B9AC8-97EA-4DF2-9A39-D9AE63412A60}" destId="{0F2CDB67-AF82-4E5A-9220-443AD377E8C3}" srcOrd="1" destOrd="0" presId="urn:microsoft.com/office/officeart/2005/8/layout/orgChart1"/>
    <dgm:cxn modelId="{8A1616D8-5C89-4D4B-84E3-6A36D0BB3DCC}" type="presParOf" srcId="{0F2CDB67-AF82-4E5A-9220-443AD377E8C3}" destId="{C76881BE-0960-408B-B1FB-20F22A94137A}" srcOrd="0" destOrd="0" presId="urn:microsoft.com/office/officeart/2005/8/layout/orgChart1"/>
    <dgm:cxn modelId="{AF7BC417-CC2F-4766-BBCA-CBB2DC802BE4}" type="presParOf" srcId="{C76881BE-0960-408B-B1FB-20F22A94137A}" destId="{4025926B-28FE-4FDF-97DC-5341A8CCFB01}" srcOrd="0" destOrd="0" presId="urn:microsoft.com/office/officeart/2005/8/layout/orgChart1"/>
    <dgm:cxn modelId="{922E1976-F012-4AE3-8D56-1E84EED494B7}" type="presParOf" srcId="{C76881BE-0960-408B-B1FB-20F22A94137A}" destId="{26A434B7-DF98-4E27-93BC-7D91B3630402}" srcOrd="1" destOrd="0" presId="urn:microsoft.com/office/officeart/2005/8/layout/orgChart1"/>
    <dgm:cxn modelId="{7B511C63-365D-486E-9EB8-F210E11B6444}" type="presParOf" srcId="{0F2CDB67-AF82-4E5A-9220-443AD377E8C3}" destId="{23C03D04-E2F9-4335-A46A-2732CF29DFD8}" srcOrd="1" destOrd="0" presId="urn:microsoft.com/office/officeart/2005/8/layout/orgChart1"/>
    <dgm:cxn modelId="{E85A244C-0A7B-41A0-9555-ED320C7E5A9A}" type="presParOf" srcId="{0F2CDB67-AF82-4E5A-9220-443AD377E8C3}" destId="{9FD2C4C7-774C-4A99-B01B-954082ECCB3A}" srcOrd="2" destOrd="0" presId="urn:microsoft.com/office/officeart/2005/8/layout/orgChart1"/>
    <dgm:cxn modelId="{ECE4BC47-222F-4CD1-849C-E0334D2B81FE}" type="presParOf" srcId="{397B9AC8-97EA-4DF2-9A39-D9AE63412A60}" destId="{9A8A3CCF-965E-4E9F-AC24-CF68CCD8DC17}" srcOrd="2" destOrd="0" presId="urn:microsoft.com/office/officeart/2005/8/layout/orgChart1"/>
    <dgm:cxn modelId="{8E8D2C1E-82D3-4996-A2B7-659E5B5A65AD}" type="presParOf" srcId="{397B9AC8-97EA-4DF2-9A39-D9AE63412A60}" destId="{F97B337C-C955-470E-B7F0-29BCD4DC499C}" srcOrd="3" destOrd="0" presId="urn:microsoft.com/office/officeart/2005/8/layout/orgChart1"/>
    <dgm:cxn modelId="{5D8D669F-5C91-4C17-8544-BE6E6BC2ED51}" type="presParOf" srcId="{F97B337C-C955-470E-B7F0-29BCD4DC499C}" destId="{2F5EBC31-EE57-4669-A64A-C7C64F2783B9}" srcOrd="0" destOrd="0" presId="urn:microsoft.com/office/officeart/2005/8/layout/orgChart1"/>
    <dgm:cxn modelId="{0F5F47B7-8AFC-45E0-B467-7D5F0DC7D903}" type="presParOf" srcId="{2F5EBC31-EE57-4669-A64A-C7C64F2783B9}" destId="{446AC8EA-366E-4B0A-B0E5-389FDE7B0132}" srcOrd="0" destOrd="0" presId="urn:microsoft.com/office/officeart/2005/8/layout/orgChart1"/>
    <dgm:cxn modelId="{ACDFB197-5A71-45DF-8A8D-987798E1BDBD}" type="presParOf" srcId="{2F5EBC31-EE57-4669-A64A-C7C64F2783B9}" destId="{B4DDDA7D-D6BC-484B-B5D1-C49D0265831D}" srcOrd="1" destOrd="0" presId="urn:microsoft.com/office/officeart/2005/8/layout/orgChart1"/>
    <dgm:cxn modelId="{64C35EAA-DB00-465D-9B10-66744858D314}" type="presParOf" srcId="{F97B337C-C955-470E-B7F0-29BCD4DC499C}" destId="{83EF9E8F-1820-4042-A1D0-342BD0D5B26C}" srcOrd="1" destOrd="0" presId="urn:microsoft.com/office/officeart/2005/8/layout/orgChart1"/>
    <dgm:cxn modelId="{496F654B-6FBB-45E7-88C1-C3DE2CA012A4}" type="presParOf" srcId="{F97B337C-C955-470E-B7F0-29BCD4DC499C}" destId="{BC7C648C-3982-409C-A304-5DF55D3DF434}" srcOrd="2" destOrd="0" presId="urn:microsoft.com/office/officeart/2005/8/layout/orgChart1"/>
    <dgm:cxn modelId="{0277A012-1A6D-463C-9D59-9F05D2452848}" type="presParOf" srcId="{397B9AC8-97EA-4DF2-9A39-D9AE63412A60}" destId="{73D6F29E-E01A-40B3-AC0A-BD3B6969C899}" srcOrd="4" destOrd="0" presId="urn:microsoft.com/office/officeart/2005/8/layout/orgChart1"/>
    <dgm:cxn modelId="{A7CA9684-E9F2-445C-BD90-3A4BDE9F0310}" type="presParOf" srcId="{397B9AC8-97EA-4DF2-9A39-D9AE63412A60}" destId="{53E3CF3A-B4FA-4B92-8216-F8F058CBA354}" srcOrd="5" destOrd="0" presId="urn:microsoft.com/office/officeart/2005/8/layout/orgChart1"/>
    <dgm:cxn modelId="{C6F96E02-6F4E-464F-9036-8F80465C6D4A}" type="presParOf" srcId="{53E3CF3A-B4FA-4B92-8216-F8F058CBA354}" destId="{D7332C02-AC5A-4F8F-BC12-9952A3C09884}" srcOrd="0" destOrd="0" presId="urn:microsoft.com/office/officeart/2005/8/layout/orgChart1"/>
    <dgm:cxn modelId="{B8055450-D909-49D3-82EF-EF4622B508A7}" type="presParOf" srcId="{D7332C02-AC5A-4F8F-BC12-9952A3C09884}" destId="{D5BF008E-2BBD-4416-9AC7-46D856BEE3E2}" srcOrd="0" destOrd="0" presId="urn:microsoft.com/office/officeart/2005/8/layout/orgChart1"/>
    <dgm:cxn modelId="{E3E23653-0203-4536-ACE7-A483D19226B0}" type="presParOf" srcId="{D7332C02-AC5A-4F8F-BC12-9952A3C09884}" destId="{DB71BDC6-F9C9-4D8C-90A4-109B7C533C91}" srcOrd="1" destOrd="0" presId="urn:microsoft.com/office/officeart/2005/8/layout/orgChart1"/>
    <dgm:cxn modelId="{DA85C8C3-4325-4AA0-82CE-38B62F850872}" type="presParOf" srcId="{53E3CF3A-B4FA-4B92-8216-F8F058CBA354}" destId="{ADEBAAAF-E51F-4AA0-B518-52D8E4915EA7}" srcOrd="1" destOrd="0" presId="urn:microsoft.com/office/officeart/2005/8/layout/orgChart1"/>
    <dgm:cxn modelId="{DCE6F870-7952-46E1-8CB8-669FA147AE7D}" type="presParOf" srcId="{53E3CF3A-B4FA-4B92-8216-F8F058CBA354}" destId="{04B21A19-3E5F-409A-9C9F-2DFCEF57F8B4}" srcOrd="2" destOrd="0" presId="urn:microsoft.com/office/officeart/2005/8/layout/orgChart1"/>
    <dgm:cxn modelId="{250DEB93-1461-49DF-9E16-E3468F1185C8}" type="presParOf" srcId="{B47A97CD-6AE2-482A-B3AE-7EC55FA3FB75}" destId="{DBB9E2D9-090E-4758-AC3C-73EA0A12FF33}" srcOrd="2" destOrd="0" presId="urn:microsoft.com/office/officeart/2005/8/layout/orgChart1"/>
    <dgm:cxn modelId="{2413A8A6-6527-4631-957B-5B792D5D4551}" type="presParOf" srcId="{4A779A4C-771F-4532-8536-E625A1008660}" destId="{E5930FFF-0D2A-4499-A0D2-896646222CF6}" srcOrd="2" destOrd="0" presId="urn:microsoft.com/office/officeart/2005/8/layout/orgChart1"/>
    <dgm:cxn modelId="{2FF2F674-2E2F-47CD-8483-F5BA358F9CED}" type="presParOf" srcId="{4A779A4C-771F-4532-8536-E625A1008660}" destId="{EB81F2F7-04F4-47EB-B7AA-48125F12F624}" srcOrd="3" destOrd="0" presId="urn:microsoft.com/office/officeart/2005/8/layout/orgChart1"/>
    <dgm:cxn modelId="{0AA009DB-C90C-4EC7-A940-A69C34D5E6AE}" type="presParOf" srcId="{EB81F2F7-04F4-47EB-B7AA-48125F12F624}" destId="{544D91D2-7753-497D-B340-EF61F5423F52}" srcOrd="0" destOrd="0" presId="urn:microsoft.com/office/officeart/2005/8/layout/orgChart1"/>
    <dgm:cxn modelId="{87351E8D-013B-4828-BF24-9D02879CC968}" type="presParOf" srcId="{544D91D2-7753-497D-B340-EF61F5423F52}" destId="{C1F58284-AEFE-4938-932F-08669E555BEC}" srcOrd="0" destOrd="0" presId="urn:microsoft.com/office/officeart/2005/8/layout/orgChart1"/>
    <dgm:cxn modelId="{D128343A-7B6D-4163-A467-E17D1B117B34}" type="presParOf" srcId="{544D91D2-7753-497D-B340-EF61F5423F52}" destId="{4F9C99E3-6D54-4760-B4B3-5EBB32FD6BAD}" srcOrd="1" destOrd="0" presId="urn:microsoft.com/office/officeart/2005/8/layout/orgChart1"/>
    <dgm:cxn modelId="{AB9BAFCC-6CC9-4792-9C48-3C99F2FA6A84}" type="presParOf" srcId="{EB81F2F7-04F4-47EB-B7AA-48125F12F624}" destId="{E0D2A954-365B-4CB3-A44B-2A58E449FEBA}" srcOrd="1" destOrd="0" presId="urn:microsoft.com/office/officeart/2005/8/layout/orgChart1"/>
    <dgm:cxn modelId="{DEBE3CC1-C6AE-406E-8C42-098805119754}" type="presParOf" srcId="{E0D2A954-365B-4CB3-A44B-2A58E449FEBA}" destId="{544B28F5-73A9-460E-9D50-9BF116840373}" srcOrd="0" destOrd="0" presId="urn:microsoft.com/office/officeart/2005/8/layout/orgChart1"/>
    <dgm:cxn modelId="{0DE45899-CB1B-49EC-A23D-E75668A2F83C}" type="presParOf" srcId="{E0D2A954-365B-4CB3-A44B-2A58E449FEBA}" destId="{C09B3848-5479-4B09-97B2-685526E94C53}" srcOrd="1" destOrd="0" presId="urn:microsoft.com/office/officeart/2005/8/layout/orgChart1"/>
    <dgm:cxn modelId="{BB19D993-0375-4EAB-94DC-57A411869A56}" type="presParOf" srcId="{C09B3848-5479-4B09-97B2-685526E94C53}" destId="{2D8E57C1-1BB4-45ED-8760-FB18EF9728F6}" srcOrd="0" destOrd="0" presId="urn:microsoft.com/office/officeart/2005/8/layout/orgChart1"/>
    <dgm:cxn modelId="{23B8A9DA-8808-4BB1-BF82-6B0871E1FF52}" type="presParOf" srcId="{2D8E57C1-1BB4-45ED-8760-FB18EF9728F6}" destId="{DEFA5E88-7262-4B27-904E-802C523666D9}" srcOrd="0" destOrd="0" presId="urn:microsoft.com/office/officeart/2005/8/layout/orgChart1"/>
    <dgm:cxn modelId="{3525A51E-F897-4AED-BFC0-6B6344CA327D}" type="presParOf" srcId="{2D8E57C1-1BB4-45ED-8760-FB18EF9728F6}" destId="{F170E1DF-D138-44EF-838B-67181B501DC6}" srcOrd="1" destOrd="0" presId="urn:microsoft.com/office/officeart/2005/8/layout/orgChart1"/>
    <dgm:cxn modelId="{05DF4318-1DD4-4057-9367-33D7B230954D}" type="presParOf" srcId="{C09B3848-5479-4B09-97B2-685526E94C53}" destId="{D40B1C58-2F93-407B-8CDD-5ACF9DF177A8}" srcOrd="1" destOrd="0" presId="urn:microsoft.com/office/officeart/2005/8/layout/orgChart1"/>
    <dgm:cxn modelId="{978CEA03-76F3-4553-ABFD-5F0926BE2D35}" type="presParOf" srcId="{C09B3848-5479-4B09-97B2-685526E94C53}" destId="{7EA1CB41-6B71-4553-BFAA-A80CE94065F5}" srcOrd="2" destOrd="0" presId="urn:microsoft.com/office/officeart/2005/8/layout/orgChart1"/>
    <dgm:cxn modelId="{DF42860A-16E9-4AF9-A8B5-2D3693BFBAC1}" type="presParOf" srcId="{E0D2A954-365B-4CB3-A44B-2A58E449FEBA}" destId="{4DF2C50F-A831-440A-B458-85C1D8C01D1B}" srcOrd="2" destOrd="0" presId="urn:microsoft.com/office/officeart/2005/8/layout/orgChart1"/>
    <dgm:cxn modelId="{E80130F3-AA0B-486C-8DD3-2D3697370AF2}" type="presParOf" srcId="{E0D2A954-365B-4CB3-A44B-2A58E449FEBA}" destId="{44F1B04E-592C-4918-A46E-893A48214E86}" srcOrd="3" destOrd="0" presId="urn:microsoft.com/office/officeart/2005/8/layout/orgChart1"/>
    <dgm:cxn modelId="{3EA06C24-71E9-4DC6-A1FC-426B429302C4}" type="presParOf" srcId="{44F1B04E-592C-4918-A46E-893A48214E86}" destId="{384171AB-930E-40FE-84E3-FFE00F3CFC1A}" srcOrd="0" destOrd="0" presId="urn:microsoft.com/office/officeart/2005/8/layout/orgChart1"/>
    <dgm:cxn modelId="{F06FED50-CDBB-452A-A719-CC0F20BE0241}" type="presParOf" srcId="{384171AB-930E-40FE-84E3-FFE00F3CFC1A}" destId="{DE41670F-1A90-4697-A320-21721E3521A3}" srcOrd="0" destOrd="0" presId="urn:microsoft.com/office/officeart/2005/8/layout/orgChart1"/>
    <dgm:cxn modelId="{B7104888-1890-4531-A13A-988D2CDD5494}" type="presParOf" srcId="{384171AB-930E-40FE-84E3-FFE00F3CFC1A}" destId="{0B772A43-6243-43B3-9BD1-CF41D3E7A8E7}" srcOrd="1" destOrd="0" presId="urn:microsoft.com/office/officeart/2005/8/layout/orgChart1"/>
    <dgm:cxn modelId="{6A85E5F0-1EF8-44EC-B302-01804021A5F7}" type="presParOf" srcId="{44F1B04E-592C-4918-A46E-893A48214E86}" destId="{B9884A6D-7807-4B7E-8FB0-C661E9377420}" srcOrd="1" destOrd="0" presId="urn:microsoft.com/office/officeart/2005/8/layout/orgChart1"/>
    <dgm:cxn modelId="{FEAF2303-AB77-454E-B035-91DE8F5AABBD}" type="presParOf" srcId="{44F1B04E-592C-4918-A46E-893A48214E86}" destId="{9A2747F5-FC33-48D8-802C-024F88304F2D}" srcOrd="2" destOrd="0" presId="urn:microsoft.com/office/officeart/2005/8/layout/orgChart1"/>
    <dgm:cxn modelId="{30B6EE70-AE41-4416-8326-EE04C793FAE8}" type="presParOf" srcId="{E0D2A954-365B-4CB3-A44B-2A58E449FEBA}" destId="{FE5A8ECB-BDCB-4FB1-A259-3C804225F596}" srcOrd="4" destOrd="0" presId="urn:microsoft.com/office/officeart/2005/8/layout/orgChart1"/>
    <dgm:cxn modelId="{55938677-5BBA-4A9E-8600-2C7E0140C05E}" type="presParOf" srcId="{E0D2A954-365B-4CB3-A44B-2A58E449FEBA}" destId="{C2924803-59CD-4FDC-97D1-B459F4694CA3}" srcOrd="5" destOrd="0" presId="urn:microsoft.com/office/officeart/2005/8/layout/orgChart1"/>
    <dgm:cxn modelId="{6CB0E01C-8168-44E2-9E1A-B74283617DE6}" type="presParOf" srcId="{C2924803-59CD-4FDC-97D1-B459F4694CA3}" destId="{19EB5B5C-9452-403A-A6DA-556B8F13C52D}" srcOrd="0" destOrd="0" presId="urn:microsoft.com/office/officeart/2005/8/layout/orgChart1"/>
    <dgm:cxn modelId="{31152C9D-B5B4-40AC-9DD1-C9D97913C26C}" type="presParOf" srcId="{19EB5B5C-9452-403A-A6DA-556B8F13C52D}" destId="{5D7D695A-5080-42E4-BFE2-B8901C153971}" srcOrd="0" destOrd="0" presId="urn:microsoft.com/office/officeart/2005/8/layout/orgChart1"/>
    <dgm:cxn modelId="{32A1269A-0A91-43E4-9F00-83AB4312C816}" type="presParOf" srcId="{19EB5B5C-9452-403A-A6DA-556B8F13C52D}" destId="{C3F9C65F-EE19-4255-9C0F-5BFF822E4FEF}" srcOrd="1" destOrd="0" presId="urn:microsoft.com/office/officeart/2005/8/layout/orgChart1"/>
    <dgm:cxn modelId="{1B7F1513-087B-451C-B985-218245A9D61E}" type="presParOf" srcId="{C2924803-59CD-4FDC-97D1-B459F4694CA3}" destId="{0480C4F9-6F75-44FF-B771-C13C29C091B7}" srcOrd="1" destOrd="0" presId="urn:microsoft.com/office/officeart/2005/8/layout/orgChart1"/>
    <dgm:cxn modelId="{1C9D5D95-2079-4ACB-98DF-8A3A6531BB78}" type="presParOf" srcId="{C2924803-59CD-4FDC-97D1-B459F4694CA3}" destId="{195E2DFE-FA42-4BE7-A8D7-5DCED2094939}" srcOrd="2" destOrd="0" presId="urn:microsoft.com/office/officeart/2005/8/layout/orgChart1"/>
    <dgm:cxn modelId="{3121F1EE-4DA3-44BC-9FBF-055C1F1DBE5D}" type="presParOf" srcId="{EB81F2F7-04F4-47EB-B7AA-48125F12F624}" destId="{380AE3EF-74F8-4A1D-8124-F26A1EDBA63C}" srcOrd="2" destOrd="0" presId="urn:microsoft.com/office/officeart/2005/8/layout/orgChart1"/>
    <dgm:cxn modelId="{DE0DBF5D-3389-46D9-ADF4-5BABE59E1AE7}" type="presParOf" srcId="{4A779A4C-771F-4532-8536-E625A1008660}" destId="{56D17228-2D5A-41ED-A50B-11AE9A8012E7}" srcOrd="4" destOrd="0" presId="urn:microsoft.com/office/officeart/2005/8/layout/orgChart1"/>
    <dgm:cxn modelId="{DA20D465-9F86-4EC9-B8E9-1AF1EF6688CA}" type="presParOf" srcId="{4A779A4C-771F-4532-8536-E625A1008660}" destId="{EB5A9FC8-81AB-4ADB-88BB-CCD2B819DB19}" srcOrd="5" destOrd="0" presId="urn:microsoft.com/office/officeart/2005/8/layout/orgChart1"/>
    <dgm:cxn modelId="{D5A4D2F9-66AE-44E6-BA50-EB6D61AB9814}" type="presParOf" srcId="{EB5A9FC8-81AB-4ADB-88BB-CCD2B819DB19}" destId="{9BFAB31F-C5F9-4E4A-8EB5-59D64B0E622A}" srcOrd="0" destOrd="0" presId="urn:microsoft.com/office/officeart/2005/8/layout/orgChart1"/>
    <dgm:cxn modelId="{70989C52-70F5-4905-8E37-7B201DB54BF4}" type="presParOf" srcId="{9BFAB31F-C5F9-4E4A-8EB5-59D64B0E622A}" destId="{9B529135-53B1-4CE5-A498-F7D694788F06}" srcOrd="0" destOrd="0" presId="urn:microsoft.com/office/officeart/2005/8/layout/orgChart1"/>
    <dgm:cxn modelId="{F2828E12-85A4-4CFF-ADB5-6858D94236C8}" type="presParOf" srcId="{9BFAB31F-C5F9-4E4A-8EB5-59D64B0E622A}" destId="{329CD7BC-DDC7-4CE2-A368-8477D444191D}" srcOrd="1" destOrd="0" presId="urn:microsoft.com/office/officeart/2005/8/layout/orgChart1"/>
    <dgm:cxn modelId="{86E80EA9-939C-43E4-B18C-190ECDC8DCD3}" type="presParOf" srcId="{EB5A9FC8-81AB-4ADB-88BB-CCD2B819DB19}" destId="{274EF0C5-248F-4A92-8F97-45CB86B8C165}" srcOrd="1" destOrd="0" presId="urn:microsoft.com/office/officeart/2005/8/layout/orgChart1"/>
    <dgm:cxn modelId="{2E3249FD-E974-4501-9E1D-B3863D56EA07}" type="presParOf" srcId="{EB5A9FC8-81AB-4ADB-88BB-CCD2B819DB19}" destId="{77578446-B56A-4B4E-9495-3C2EE5177A06}" srcOrd="2" destOrd="0" presId="urn:microsoft.com/office/officeart/2005/8/layout/orgChart1"/>
    <dgm:cxn modelId="{2DBA2BB7-9FF1-454A-B990-CB9358B48E58}" type="presParOf" srcId="{2E8A147C-D72E-4DB4-ACBA-43DDAA78FEFA}" destId="{06178239-05B2-49C8-A510-93C32DDE6EA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5" qsCatId="simple" csTypeId="urn:microsoft.com/office/officeart/2005/8/colors/accent0_2" csCatId="mainScheme" phldr="1"/>
      <dgm:spPr/>
      <dgm:t>
        <a:bodyPr/>
        <a:lstStyle/>
        <a:p>
          <a:endParaRPr lang="en-US"/>
        </a:p>
      </dgm:t>
    </dgm:pt>
    <dgm:pt modelId="{780E2C17-7959-4BE4-B5B9-2AF6E7CE28C3}">
      <dgm:prSet custT="1"/>
      <dgm:spPr/>
      <dgm:t>
        <a:bodyPr/>
        <a:lstStyle/>
        <a:p>
          <a:pPr algn="ctr"/>
          <a:r>
            <a:rPr lang="en-US" sz="1000" noProof="0" dirty="0"/>
            <a:t>Project</a:t>
          </a:r>
        </a:p>
      </dgm:t>
    </dgm:pt>
    <dgm:pt modelId="{2512B4B8-6636-4906-9597-60AD45FC6AB8}" type="parTrans" cxnId="{D3C15631-C6AA-431A-8019-B6CB89E454D1}">
      <dgm:prSet/>
      <dgm:spPr/>
      <dgm:t>
        <a:bodyPr/>
        <a:lstStyle/>
        <a:p>
          <a:pPr algn="ctr"/>
          <a:endParaRPr lang="en-US" sz="2000" noProof="0"/>
        </a:p>
      </dgm:t>
    </dgm:pt>
    <dgm:pt modelId="{DBC20B37-8FA3-4069-9306-016BCE515DEB}" type="sibTrans" cxnId="{D3C15631-C6AA-431A-8019-B6CB89E454D1}">
      <dgm:prSet/>
      <dgm:spPr/>
      <dgm:t>
        <a:bodyPr/>
        <a:lstStyle/>
        <a:p>
          <a:pPr algn="ctr"/>
          <a:endParaRPr lang="en-US" sz="2000" noProof="0"/>
        </a:p>
      </dgm:t>
    </dgm:pt>
    <dgm:pt modelId="{2659DFA5-A106-4A7E-8B49-DA98EAD7B296}">
      <dgm:prSet custT="1"/>
      <dgm:spPr/>
      <dgm:t>
        <a:bodyPr/>
        <a:lstStyle/>
        <a:p>
          <a:pPr algn="ctr"/>
          <a:r>
            <a:rPr lang="en-US" sz="1000" noProof="0" dirty="0"/>
            <a:t>Operations  </a:t>
          </a:r>
        </a:p>
      </dgm:t>
    </dgm:pt>
    <dgm:pt modelId="{CD068D29-924E-4D3E-B939-72B94EF3DF14}" type="parTrans" cxnId="{59A291B3-B751-4DB1-B743-4001DE73F01C}">
      <dgm:prSet/>
      <dgm:spPr/>
      <dgm:t>
        <a:bodyPr/>
        <a:lstStyle/>
        <a:p>
          <a:pPr algn="ctr"/>
          <a:endParaRPr lang="en-US" sz="2000" noProof="0"/>
        </a:p>
      </dgm:t>
    </dgm:pt>
    <dgm:pt modelId="{DAF67F12-D54A-4ACD-9080-9D952BD7196C}" type="sibTrans" cxnId="{59A291B3-B751-4DB1-B743-4001DE73F01C}">
      <dgm:prSet/>
      <dgm:spPr/>
      <dgm:t>
        <a:bodyPr/>
        <a:lstStyle/>
        <a:p>
          <a:pPr algn="ctr"/>
          <a:endParaRPr lang="en-US" sz="2000" noProof="0"/>
        </a:p>
      </dgm:t>
    </dgm:pt>
    <dgm:pt modelId="{82515DFC-9938-4C9D-833B-D7B6FE74F3D6}">
      <dgm:prSet custT="1"/>
      <dgm:spPr/>
      <dgm:t>
        <a:bodyPr/>
        <a:lstStyle/>
        <a:p>
          <a:pPr algn="ctr"/>
          <a:r>
            <a:rPr lang="en-US" sz="1000" noProof="0" dirty="0"/>
            <a:t>Project management </a:t>
          </a:r>
        </a:p>
      </dgm:t>
    </dgm:pt>
    <dgm:pt modelId="{81AD3CE4-69FA-4B9E-BB3B-4FF1EB31E2BF}" type="parTrans" cxnId="{544C879F-65F0-46A5-B7C0-8D1A458F62F9}">
      <dgm:prSet/>
      <dgm:spPr/>
      <dgm:t>
        <a:bodyPr/>
        <a:lstStyle/>
        <a:p>
          <a:pPr algn="ctr"/>
          <a:endParaRPr lang="en-US" sz="2000" noProof="0"/>
        </a:p>
      </dgm:t>
    </dgm:pt>
    <dgm:pt modelId="{3ABDE96B-50C5-4FE4-A81A-4FB2FAAAAFA5}" type="sibTrans" cxnId="{544C879F-65F0-46A5-B7C0-8D1A458F62F9}">
      <dgm:prSet/>
      <dgm:spPr/>
      <dgm:t>
        <a:bodyPr/>
        <a:lstStyle/>
        <a:p>
          <a:pPr algn="ctr"/>
          <a:endParaRPr lang="en-US" sz="2000" noProof="0"/>
        </a:p>
      </dgm:t>
    </dgm:pt>
    <dgm:pt modelId="{1C76DC10-B192-4CB8-BDD4-43D705326175}">
      <dgm:prSet custT="1"/>
      <dgm:spPr/>
      <dgm:t>
        <a:bodyPr/>
        <a:lstStyle/>
        <a:p>
          <a:pPr algn="ctr"/>
          <a:r>
            <a:rPr lang="en-US" sz="1000" noProof="0" dirty="0"/>
            <a:t>Development</a:t>
          </a:r>
        </a:p>
      </dgm:t>
    </dgm:pt>
    <dgm:pt modelId="{9B6515FC-BAB6-49BD-B614-8D99B5FBDBDE}" type="parTrans" cxnId="{49F84BCF-56D4-4716-881A-8D03E4FD0021}">
      <dgm:prSet/>
      <dgm:spPr/>
      <dgm:t>
        <a:bodyPr/>
        <a:lstStyle/>
        <a:p>
          <a:pPr algn="ctr"/>
          <a:endParaRPr lang="en-US" sz="2000" noProof="0"/>
        </a:p>
      </dgm:t>
    </dgm:pt>
    <dgm:pt modelId="{0F91D73B-DCE4-4F8F-9696-95E8CA55567C}" type="sibTrans" cxnId="{49F84BCF-56D4-4716-881A-8D03E4FD0021}">
      <dgm:prSet/>
      <dgm:spPr/>
      <dgm:t>
        <a:bodyPr/>
        <a:lstStyle/>
        <a:p>
          <a:pPr algn="ctr"/>
          <a:endParaRPr lang="en-US" sz="2000" noProof="0"/>
        </a:p>
      </dgm:t>
    </dgm:pt>
    <dgm:pt modelId="{22AAB52A-F50E-450E-A45B-AA76C6E60155}">
      <dgm:prSet custT="1"/>
      <dgm:spPr/>
      <dgm:t>
        <a:bodyPr/>
        <a:lstStyle/>
        <a:p>
          <a:pPr algn="ctr"/>
          <a:r>
            <a:rPr lang="en-US" sz="1000" noProof="0" dirty="0"/>
            <a:t>Software project</a:t>
          </a:r>
        </a:p>
      </dgm:t>
    </dgm:pt>
    <dgm:pt modelId="{111B3508-DF67-4D45-82A6-7B60B4D41864}" type="parTrans" cxnId="{AEC67096-20FC-480D-97F0-F2F564BD9E8A}">
      <dgm:prSet/>
      <dgm:spPr/>
      <dgm:t>
        <a:bodyPr/>
        <a:lstStyle/>
        <a:p>
          <a:pPr algn="ctr"/>
          <a:endParaRPr lang="en-US" sz="2000" noProof="0"/>
        </a:p>
      </dgm:t>
    </dgm:pt>
    <dgm:pt modelId="{773A98D1-1721-4740-BBBC-EE4ECE532058}" type="sibTrans" cxnId="{AEC67096-20FC-480D-97F0-F2F564BD9E8A}">
      <dgm:prSet/>
      <dgm:spPr/>
      <dgm:t>
        <a:bodyPr/>
        <a:lstStyle/>
        <a:p>
          <a:pPr algn="ctr"/>
          <a:endParaRPr lang="en-US" sz="2000" noProof="0"/>
        </a:p>
      </dgm:t>
    </dgm:pt>
    <dgm:pt modelId="{78C4697E-42E3-4CD6-8626-1B95ABCFBAEE}">
      <dgm:prSet custT="1"/>
      <dgm:spPr/>
      <dgm:t>
        <a:bodyPr/>
        <a:lstStyle/>
        <a:p>
          <a:pPr algn="ctr"/>
          <a:r>
            <a:rPr lang="en-US" sz="1000" noProof="0" dirty="0"/>
            <a:t>System Test</a:t>
          </a:r>
        </a:p>
      </dgm:t>
    </dgm:pt>
    <dgm:pt modelId="{8A2823D3-0319-40D7-99A2-677B9C1E7C97}" type="parTrans" cxnId="{4A4426A8-2F36-4935-9726-DFCE8F41E836}">
      <dgm:prSet/>
      <dgm:spPr/>
      <dgm:t>
        <a:bodyPr/>
        <a:lstStyle/>
        <a:p>
          <a:pPr algn="ctr"/>
          <a:endParaRPr lang="en-US" sz="2000" noProof="0"/>
        </a:p>
      </dgm:t>
    </dgm:pt>
    <dgm:pt modelId="{E49278E8-4C74-4CB2-80A2-3456757BC598}" type="sibTrans" cxnId="{4A4426A8-2F36-4935-9726-DFCE8F41E836}">
      <dgm:prSet/>
      <dgm:spPr/>
      <dgm:t>
        <a:bodyPr/>
        <a:lstStyle/>
        <a:p>
          <a:pPr algn="ctr"/>
          <a:endParaRPr lang="en-US" sz="2000" noProof="0"/>
        </a:p>
      </dgm:t>
    </dgm:pt>
    <dgm:pt modelId="{8423AC5B-65BB-44BA-85C8-B8F2C1D799F9}">
      <dgm:prSet custT="1"/>
      <dgm:spPr/>
      <dgm:t>
        <a:bodyPr/>
        <a:lstStyle/>
        <a:p>
          <a:pPr algn="ctr"/>
          <a:r>
            <a:rPr lang="en-US" sz="1000" noProof="0" dirty="0"/>
            <a:t>Analysis (modelling) </a:t>
          </a:r>
        </a:p>
      </dgm:t>
    </dgm:pt>
    <dgm:pt modelId="{98E64B81-CF24-49AB-A88A-228C9A8CA780}" type="parTrans" cxnId="{12752EE7-4C9A-4006-B2AE-B5551DF3FF82}">
      <dgm:prSet/>
      <dgm:spPr/>
      <dgm:t>
        <a:bodyPr/>
        <a:lstStyle/>
        <a:p>
          <a:pPr algn="ctr"/>
          <a:endParaRPr lang="en-US" sz="2000" noProof="0"/>
        </a:p>
      </dgm:t>
    </dgm:pt>
    <dgm:pt modelId="{37318783-7077-401B-9007-0BCCE6BB03B7}" type="sibTrans" cxnId="{12752EE7-4C9A-4006-B2AE-B5551DF3FF82}">
      <dgm:prSet/>
      <dgm:spPr/>
      <dgm:t>
        <a:bodyPr/>
        <a:lstStyle/>
        <a:p>
          <a:pPr algn="ctr"/>
          <a:endParaRPr lang="en-US" sz="2000" noProof="0"/>
        </a:p>
      </dgm:t>
    </dgm:pt>
    <dgm:pt modelId="{5AD51844-7667-449C-B04B-2A3775799BFF}">
      <dgm:prSet custT="1"/>
      <dgm:spPr/>
      <dgm:t>
        <a:bodyPr/>
        <a:lstStyle/>
        <a:p>
          <a:pPr algn="ctr"/>
          <a:r>
            <a:rPr lang="en-US" sz="1000" noProof="0" dirty="0"/>
            <a:t>Business Project</a:t>
          </a:r>
        </a:p>
      </dgm:t>
    </dgm:pt>
    <dgm:pt modelId="{FD7AA57F-CF0E-42DE-A55F-2EC78B30B05B}" type="parTrans" cxnId="{A25C5321-2397-436D-96DF-6B1391C6D905}">
      <dgm:prSet/>
      <dgm:spPr/>
      <dgm:t>
        <a:bodyPr/>
        <a:lstStyle/>
        <a:p>
          <a:pPr algn="ctr"/>
          <a:endParaRPr lang="en-US" sz="2000" noProof="0"/>
        </a:p>
      </dgm:t>
    </dgm:pt>
    <dgm:pt modelId="{6896A8BC-4889-4D51-8FB9-9AB4779A3BA7}" type="sibTrans" cxnId="{A25C5321-2397-436D-96DF-6B1391C6D905}">
      <dgm:prSet/>
      <dgm:spPr/>
      <dgm:t>
        <a:bodyPr/>
        <a:lstStyle/>
        <a:p>
          <a:pPr algn="ctr"/>
          <a:endParaRPr lang="en-US" sz="2000" noProof="0"/>
        </a:p>
      </dgm:t>
    </dgm:pt>
    <dgm:pt modelId="{CDA72991-8516-4F67-9D7F-C6CEFB219E63}">
      <dgm:prSet custT="1"/>
      <dgm:spPr/>
      <dgm:t>
        <a:bodyPr/>
        <a:lstStyle/>
        <a:p>
          <a:pPr algn="ctr"/>
          <a:r>
            <a:rPr lang="en-US" sz="1000" noProof="0" dirty="0"/>
            <a:t>Analysis</a:t>
          </a:r>
        </a:p>
      </dgm:t>
    </dgm:pt>
    <dgm:pt modelId="{D5FFA1D8-50D6-4A82-87E7-058D5B4962E6}" type="parTrans" cxnId="{D68E4CA5-2615-45AA-BC48-8892261A331E}">
      <dgm:prSet/>
      <dgm:spPr/>
      <dgm:t>
        <a:bodyPr/>
        <a:lstStyle/>
        <a:p>
          <a:pPr algn="ctr"/>
          <a:endParaRPr lang="en-US" sz="2000" noProof="0"/>
        </a:p>
      </dgm:t>
    </dgm:pt>
    <dgm:pt modelId="{977A6F70-64D1-479E-B160-4BA6F04720C2}" type="sibTrans" cxnId="{D68E4CA5-2615-45AA-BC48-8892261A331E}">
      <dgm:prSet/>
      <dgm:spPr/>
      <dgm:t>
        <a:bodyPr/>
        <a:lstStyle/>
        <a:p>
          <a:pPr algn="ctr"/>
          <a:endParaRPr lang="en-US" sz="2000" noProof="0"/>
        </a:p>
      </dgm:t>
    </dgm:pt>
    <dgm:pt modelId="{5BFFD63B-5511-492C-9222-0156EFC4526B}">
      <dgm:prSet custT="1"/>
      <dgm:spPr/>
      <dgm:t>
        <a:bodyPr/>
        <a:lstStyle/>
        <a:p>
          <a:pPr algn="ctr"/>
          <a:r>
            <a:rPr lang="en-US" sz="1000" noProof="0" dirty="0"/>
            <a:t>Technology </a:t>
          </a:r>
        </a:p>
      </dgm:t>
    </dgm:pt>
    <dgm:pt modelId="{937CFD05-A419-45AA-A7A7-87FA7D9DF5E4}" type="parTrans" cxnId="{1D22AAAC-4B45-48C9-84FC-690C449BA89D}">
      <dgm:prSet/>
      <dgm:spPr/>
      <dgm:t>
        <a:bodyPr/>
        <a:lstStyle/>
        <a:p>
          <a:pPr algn="ctr"/>
          <a:endParaRPr lang="en-US" sz="2000" noProof="0"/>
        </a:p>
      </dgm:t>
    </dgm:pt>
    <dgm:pt modelId="{D2D278E8-783F-4750-A634-8BB5EBBA1118}" type="sibTrans" cxnId="{1D22AAAC-4B45-48C9-84FC-690C449BA89D}">
      <dgm:prSet/>
      <dgm:spPr/>
      <dgm:t>
        <a:bodyPr/>
        <a:lstStyle/>
        <a:p>
          <a:pPr algn="ctr"/>
          <a:endParaRPr lang="en-US" sz="2000" noProof="0"/>
        </a:p>
      </dgm:t>
    </dgm:pt>
    <dgm:pt modelId="{1EC7473E-C38C-43F4-A078-4BF3B05DD0C5}">
      <dgm:prSet custT="1"/>
      <dgm:spPr/>
      <dgm:t>
        <a:bodyPr/>
        <a:lstStyle/>
        <a:p>
          <a:pPr algn="ctr"/>
          <a:r>
            <a:rPr lang="en-US" sz="1000" noProof="0" dirty="0"/>
            <a:t>Mobile</a:t>
          </a:r>
        </a:p>
      </dgm:t>
    </dgm:pt>
    <dgm:pt modelId="{EAF9F797-4D5F-4B10-AFEF-CA31E8649317}" type="parTrans" cxnId="{02CE8D8E-E5C8-496B-98D2-6E8E867ECC46}">
      <dgm:prSet/>
      <dgm:spPr/>
      <dgm:t>
        <a:bodyPr/>
        <a:lstStyle/>
        <a:p>
          <a:pPr algn="ctr"/>
          <a:endParaRPr lang="en-US" sz="2000" noProof="0"/>
        </a:p>
      </dgm:t>
    </dgm:pt>
    <dgm:pt modelId="{39576AED-5FE2-48F6-9A6D-F66F2094B208}" type="sibTrans" cxnId="{02CE8D8E-E5C8-496B-98D2-6E8E867ECC46}">
      <dgm:prSet/>
      <dgm:spPr/>
      <dgm:t>
        <a:bodyPr/>
        <a:lstStyle/>
        <a:p>
          <a:pPr algn="ctr"/>
          <a:endParaRPr lang="en-US" sz="2000" noProof="0"/>
        </a:p>
      </dgm:t>
    </dgm:pt>
    <dgm:pt modelId="{6571645B-0BBE-4CD7-BA5A-7144F7D8C054}">
      <dgm:prSet custT="1"/>
      <dgm:spPr/>
      <dgm:t>
        <a:bodyPr/>
        <a:lstStyle/>
        <a:p>
          <a:pPr algn="ctr"/>
          <a:r>
            <a:rPr lang="en-US" sz="1000" noProof="0" dirty="0"/>
            <a:t>LAN/ Clients/EUC</a:t>
          </a:r>
        </a:p>
      </dgm:t>
    </dgm:pt>
    <dgm:pt modelId="{5776B918-55DA-4C8E-B26D-7AAC670C5996}" type="parTrans" cxnId="{E5EA43C2-879E-41FF-8B34-F36E6B7FF872}">
      <dgm:prSet/>
      <dgm:spPr/>
      <dgm:t>
        <a:bodyPr/>
        <a:lstStyle/>
        <a:p>
          <a:pPr algn="ctr"/>
          <a:endParaRPr lang="en-US" sz="2000" noProof="0"/>
        </a:p>
      </dgm:t>
    </dgm:pt>
    <dgm:pt modelId="{E9BBE097-0F9A-4E77-B078-800EE8F7C4A5}" type="sibTrans" cxnId="{E5EA43C2-879E-41FF-8B34-F36E6B7FF872}">
      <dgm:prSet/>
      <dgm:spPr/>
      <dgm:t>
        <a:bodyPr/>
        <a:lstStyle/>
        <a:p>
          <a:pPr algn="ctr"/>
          <a:endParaRPr lang="en-US" sz="2000" noProof="0"/>
        </a:p>
      </dgm:t>
    </dgm:pt>
    <dgm:pt modelId="{D207AA23-E1E9-4664-8694-657CBE7F5113}">
      <dgm:prSet custT="1"/>
      <dgm:spPr/>
      <dgm:t>
        <a:bodyPr/>
        <a:lstStyle/>
        <a:p>
          <a:pPr algn="ctr"/>
          <a:r>
            <a:rPr lang="en-US" sz="1000" noProof="0" dirty="0"/>
            <a:t>Servers </a:t>
          </a:r>
        </a:p>
      </dgm:t>
    </dgm:pt>
    <dgm:pt modelId="{2B811217-D6E1-4007-B8B1-74F71399FCBC}" type="parTrans" cxnId="{9DE396B4-3663-4EB0-BC77-41DA68116E8E}">
      <dgm:prSet/>
      <dgm:spPr/>
      <dgm:t>
        <a:bodyPr/>
        <a:lstStyle/>
        <a:p>
          <a:pPr algn="ctr"/>
          <a:endParaRPr lang="en-US" sz="2000" noProof="0"/>
        </a:p>
      </dgm:t>
    </dgm:pt>
    <dgm:pt modelId="{FD6F05A3-C7FA-425C-9D87-0A61C97921D3}" type="sibTrans" cxnId="{9DE396B4-3663-4EB0-BC77-41DA68116E8E}">
      <dgm:prSet/>
      <dgm:spPr/>
      <dgm:t>
        <a:bodyPr/>
        <a:lstStyle/>
        <a:p>
          <a:pPr algn="ctr"/>
          <a:endParaRPr lang="en-US" sz="2000" noProof="0"/>
        </a:p>
      </dgm:t>
    </dgm:pt>
    <dgm:pt modelId="{2E77449D-1CB2-4D93-99AE-EA715A1647FA}">
      <dgm:prSet custT="1"/>
      <dgm:spPr/>
      <dgm:t>
        <a:bodyPr/>
        <a:lstStyle/>
        <a:p>
          <a:pPr algn="ctr"/>
          <a:r>
            <a:rPr lang="en-US" sz="1000" b="0" noProof="0" dirty="0">
              <a:effectLst/>
              <a:latin typeface="Tahoma" pitchFamily="34" charset="0"/>
            </a:rPr>
            <a:t>Network services </a:t>
          </a:r>
          <a:endParaRPr lang="en-US" sz="1000" noProof="0" dirty="0"/>
        </a:p>
      </dgm:t>
    </dgm:pt>
    <dgm:pt modelId="{ADC43549-3DFF-4342-93AD-E6B385BD568D}" type="parTrans" cxnId="{D8BFF26B-5B16-468C-881A-CE449448CA2A}">
      <dgm:prSet/>
      <dgm:spPr/>
      <dgm:t>
        <a:bodyPr/>
        <a:lstStyle/>
        <a:p>
          <a:pPr algn="ctr"/>
          <a:endParaRPr lang="en-US" sz="2000" noProof="0"/>
        </a:p>
      </dgm:t>
    </dgm:pt>
    <dgm:pt modelId="{2DBF4DD5-EFAE-4C14-A90A-25DF3F677002}" type="sibTrans" cxnId="{D8BFF26B-5B16-468C-881A-CE449448CA2A}">
      <dgm:prSet/>
      <dgm:spPr/>
      <dgm:t>
        <a:bodyPr/>
        <a:lstStyle/>
        <a:p>
          <a:pPr algn="ctr"/>
          <a:endParaRPr lang="en-US" sz="2000" noProof="0"/>
        </a:p>
      </dgm:t>
    </dgm:pt>
    <dgm:pt modelId="{3C14636E-9810-4E0D-BD6B-FE319F34EF67}">
      <dgm:prSet custT="1"/>
      <dgm:spPr/>
      <dgm:t>
        <a:bodyPr/>
        <a:lstStyle/>
        <a:p>
          <a:pPr algn="ctr"/>
          <a:r>
            <a:rPr lang="en-US" sz="1000" b="0" noProof="0" dirty="0">
              <a:effectLst/>
              <a:latin typeface="Tahoma" pitchFamily="34" charset="0"/>
            </a:rPr>
            <a:t>Maintenance</a:t>
          </a:r>
        </a:p>
      </dgm:t>
    </dgm:pt>
    <dgm:pt modelId="{F2B2215B-D9EB-4DE3-9021-D0324CF0D628}" type="parTrans" cxnId="{845FE99E-0533-4733-BCC5-9DA5CCD384CA}">
      <dgm:prSet/>
      <dgm:spPr/>
      <dgm:t>
        <a:bodyPr/>
        <a:lstStyle/>
        <a:p>
          <a:pPr algn="ctr"/>
          <a:endParaRPr lang="en-US" sz="2000" noProof="0"/>
        </a:p>
      </dgm:t>
    </dgm:pt>
    <dgm:pt modelId="{5FBEBCF2-51A5-4A20-83E0-882BF63E2BF3}" type="sibTrans" cxnId="{845FE99E-0533-4733-BCC5-9DA5CCD384CA}">
      <dgm:prSet/>
      <dgm:spPr/>
      <dgm:t>
        <a:bodyPr/>
        <a:lstStyle/>
        <a:p>
          <a:pPr algn="ctr"/>
          <a:endParaRPr lang="en-US" sz="2000" noProof="0"/>
        </a:p>
      </dgm:t>
    </dgm:pt>
    <dgm:pt modelId="{D11FBC6A-CE3D-43D0-AD90-FE077A952F0D}">
      <dgm:prSet custT="1"/>
      <dgm:spPr/>
      <dgm:t>
        <a:bodyPr/>
        <a:lstStyle/>
        <a:p>
          <a:pPr algn="ctr"/>
          <a:r>
            <a:rPr lang="en-US" sz="1000" b="0" noProof="0" dirty="0">
              <a:effectLst/>
              <a:latin typeface="Tahoma" pitchFamily="34" charset="0"/>
            </a:rPr>
            <a:t>Business</a:t>
          </a:r>
        </a:p>
      </dgm:t>
    </dgm:pt>
    <dgm:pt modelId="{D541D777-FFB6-4983-BD99-FE7071732E5E}" type="parTrans" cxnId="{29B45AFE-B038-4C11-9DDD-78EFFCF42D6D}">
      <dgm:prSet/>
      <dgm:spPr/>
      <dgm:t>
        <a:bodyPr/>
        <a:lstStyle/>
        <a:p>
          <a:pPr algn="ctr"/>
          <a:endParaRPr lang="en-US" sz="2000" noProof="0"/>
        </a:p>
      </dgm:t>
    </dgm:pt>
    <dgm:pt modelId="{1C913766-B530-4E01-9AF2-0D5AE45C7914}" type="sibTrans" cxnId="{29B45AFE-B038-4C11-9DDD-78EFFCF42D6D}">
      <dgm:prSet/>
      <dgm:spPr/>
      <dgm:t>
        <a:bodyPr/>
        <a:lstStyle/>
        <a:p>
          <a:pPr algn="ctr"/>
          <a:endParaRPr lang="en-US" sz="2000" noProof="0"/>
        </a:p>
      </dgm:t>
    </dgm:pt>
    <dgm:pt modelId="{4BAE13AE-39F3-416E-8744-CFDB4B732C07}">
      <dgm:prSet custT="1"/>
      <dgm:spPr/>
      <dgm:t>
        <a:bodyPr/>
        <a:lstStyle/>
        <a:p>
          <a:pPr algn="ctr"/>
          <a:r>
            <a:rPr lang="en-US" sz="1000" noProof="0" dirty="0"/>
            <a:t>Education/ training/ change</a:t>
          </a:r>
        </a:p>
      </dgm:t>
    </dgm:pt>
    <dgm:pt modelId="{1699D3DA-29B7-417B-98A4-5CC0FE236955}" type="parTrans" cxnId="{A671590E-F926-4AF6-91E1-AD9336EC2F46}">
      <dgm:prSet/>
      <dgm:spPr/>
      <dgm:t>
        <a:bodyPr/>
        <a:lstStyle/>
        <a:p>
          <a:pPr algn="ctr"/>
          <a:endParaRPr lang="en-US" sz="2000" noProof="0"/>
        </a:p>
      </dgm:t>
    </dgm:pt>
    <dgm:pt modelId="{306B415E-C390-4DDC-82B2-649369D5F815}" type="sibTrans" cxnId="{A671590E-F926-4AF6-91E1-AD9336EC2F46}">
      <dgm:prSet/>
      <dgm:spPr/>
      <dgm:t>
        <a:bodyPr/>
        <a:lstStyle/>
        <a:p>
          <a:pPr algn="ctr"/>
          <a:endParaRPr lang="en-US" sz="2000" noProof="0"/>
        </a:p>
      </dgm:t>
    </dgm:pt>
    <dgm:pt modelId="{FBE7BC70-7AA3-4547-BDCA-DAEF5CF4CA19}">
      <dgm:prSet custT="1"/>
      <dgm:spPr/>
      <dgm:t>
        <a:bodyPr/>
        <a:lstStyle/>
        <a:p>
          <a:pPr algn="ctr"/>
          <a:r>
            <a:rPr lang="en-US" sz="1000" b="0" noProof="0" dirty="0">
              <a:effectLst/>
              <a:latin typeface="Tahoma" pitchFamily="34" charset="0"/>
            </a:rPr>
            <a:t>SW application</a:t>
          </a:r>
        </a:p>
      </dgm:t>
    </dgm:pt>
    <dgm:pt modelId="{F2ED1179-40EB-4266-87F3-3D80FC0286B5}" type="parTrans" cxnId="{62F298D4-BF70-46E1-80C1-6D2DC44BB0F3}">
      <dgm:prSet/>
      <dgm:spPr/>
      <dgm:t>
        <a:bodyPr/>
        <a:lstStyle/>
        <a:p>
          <a:pPr algn="ctr"/>
          <a:endParaRPr lang="en-US" sz="2000" noProof="0"/>
        </a:p>
      </dgm:t>
    </dgm:pt>
    <dgm:pt modelId="{274C7313-5947-4EBD-B4A2-042DB0E720CA}" type="sibTrans" cxnId="{62F298D4-BF70-46E1-80C1-6D2DC44BB0F3}">
      <dgm:prSet/>
      <dgm:spPr/>
      <dgm:t>
        <a:bodyPr/>
        <a:lstStyle/>
        <a:p>
          <a:pPr algn="ctr"/>
          <a:endParaRPr lang="en-US" sz="2000" noProof="0"/>
        </a:p>
      </dgm:t>
    </dgm:pt>
    <dgm:pt modelId="{5E2D65E9-1EBD-41B7-B78F-CC6A8CC9DD70}">
      <dgm:prSet custT="1"/>
      <dgm:spPr/>
      <dgm:t>
        <a:bodyPr/>
        <a:lstStyle/>
        <a:p>
          <a:pPr algn="ctr"/>
          <a:r>
            <a:rPr lang="en-US" sz="1000" noProof="0" dirty="0"/>
            <a:t>Operations staff</a:t>
          </a:r>
        </a:p>
      </dgm:t>
    </dgm:pt>
    <dgm:pt modelId="{4B388967-A89A-4B4B-A755-33C26AF5F87C}" type="parTrans" cxnId="{786F4B03-4E45-4521-8755-7649BC156750}">
      <dgm:prSet/>
      <dgm:spPr/>
      <dgm:t>
        <a:bodyPr/>
        <a:lstStyle/>
        <a:p>
          <a:pPr algn="ctr"/>
          <a:endParaRPr lang="en-US" sz="2000" noProof="0"/>
        </a:p>
      </dgm:t>
    </dgm:pt>
    <dgm:pt modelId="{512C5652-B242-4DA2-92F2-6C423F980148}" type="sibTrans" cxnId="{786F4B03-4E45-4521-8755-7649BC156750}">
      <dgm:prSet/>
      <dgm:spPr/>
      <dgm:t>
        <a:bodyPr/>
        <a:lstStyle/>
        <a:p>
          <a:pPr algn="ctr"/>
          <a:endParaRPr lang="en-US" sz="2000" noProof="0"/>
        </a:p>
      </dgm:t>
    </dgm:pt>
    <dgm:pt modelId="{F83ABAAA-CAEC-4965-816F-FC00F93EB5B5}">
      <dgm:prSet custT="1"/>
      <dgm:spPr/>
      <dgm:t>
        <a:bodyPr/>
        <a:lstStyle/>
        <a:p>
          <a:pPr algn="ctr"/>
          <a:r>
            <a:rPr lang="en-US" sz="1000" noProof="0" dirty="0"/>
            <a:t>Energy </a:t>
          </a:r>
        </a:p>
      </dgm:t>
    </dgm:pt>
    <dgm:pt modelId="{B584F244-36DD-4A74-963E-FD07C8DA69F8}" type="parTrans" cxnId="{A7BFC51A-6A39-4263-B609-0B4C38A0FF9C}">
      <dgm:prSet/>
      <dgm:spPr/>
      <dgm:t>
        <a:bodyPr/>
        <a:lstStyle/>
        <a:p>
          <a:pPr algn="ctr"/>
          <a:endParaRPr lang="en-US" sz="2000" noProof="0"/>
        </a:p>
      </dgm:t>
    </dgm:pt>
    <dgm:pt modelId="{D3D61F94-BD29-4F88-8E6D-FA39B95533C2}" type="sibTrans" cxnId="{A7BFC51A-6A39-4263-B609-0B4C38A0FF9C}">
      <dgm:prSet/>
      <dgm:spPr/>
      <dgm:t>
        <a:bodyPr/>
        <a:lstStyle/>
        <a:p>
          <a:pPr algn="ctr"/>
          <a:endParaRPr lang="en-US" sz="2000" noProof="0"/>
        </a:p>
      </dgm:t>
    </dgm:pt>
    <dgm:pt modelId="{851C9D6E-AC63-4942-A4BE-E6721A22670E}">
      <dgm:prSet custT="1"/>
      <dgm:spPr/>
      <dgm:t>
        <a:bodyPr/>
        <a:lstStyle/>
        <a:p>
          <a:pPr algn="ctr"/>
          <a:r>
            <a:rPr lang="en-US" sz="1000" noProof="0" dirty="0"/>
            <a:t>User Test</a:t>
          </a:r>
        </a:p>
      </dgm:t>
    </dgm:pt>
    <dgm:pt modelId="{93FA9CFA-3713-4C93-B0FB-EB826ABE93C4}" type="parTrans" cxnId="{8E3F17B4-7549-4018-A69F-1C6BCD1662C9}">
      <dgm:prSet/>
      <dgm:spPr/>
      <dgm:t>
        <a:bodyPr/>
        <a:lstStyle/>
        <a:p>
          <a:endParaRPr lang="en-US" sz="2000" noProof="0"/>
        </a:p>
      </dgm:t>
    </dgm:pt>
    <dgm:pt modelId="{E67CB3FC-871F-48D3-8F22-E65AC355491E}" type="sibTrans" cxnId="{8E3F17B4-7549-4018-A69F-1C6BCD1662C9}">
      <dgm:prSet/>
      <dgm:spPr/>
      <dgm:t>
        <a:bodyPr/>
        <a:lstStyle/>
        <a:p>
          <a:endParaRPr lang="en-US" sz="2000" noProof="0"/>
        </a:p>
      </dgm:t>
    </dgm:pt>
    <dgm:pt modelId="{49CC0D11-157E-4CA1-88C9-B972475F71DE}">
      <dgm:prSet custT="1"/>
      <dgm:spPr/>
      <dgm:t>
        <a:bodyPr/>
        <a:lstStyle/>
        <a:p>
          <a:pPr algn="ctr"/>
          <a:r>
            <a:rPr lang="en-US" sz="1000" noProof="0" dirty="0"/>
            <a:t>Operations</a:t>
          </a:r>
        </a:p>
      </dgm:t>
    </dgm:pt>
    <dgm:pt modelId="{772E7B0D-B69B-4E81-A85E-0A2BF0158C06}" type="parTrans" cxnId="{E5FE1FEA-A103-4474-BED1-25D86178E762}">
      <dgm:prSet/>
      <dgm:spPr/>
      <dgm:t>
        <a:bodyPr/>
        <a:lstStyle/>
        <a:p>
          <a:endParaRPr lang="it-IT"/>
        </a:p>
      </dgm:t>
    </dgm:pt>
    <dgm:pt modelId="{6215A419-3148-494A-8968-F97DFEEC4175}" type="sibTrans" cxnId="{E5FE1FEA-A103-4474-BED1-25D86178E762}">
      <dgm:prSet/>
      <dgm:spPr/>
      <dgm:t>
        <a:bodyPr/>
        <a:lstStyle/>
        <a:p>
          <a:endParaRPr lang="it-IT"/>
        </a:p>
      </dgm:t>
    </dgm:pt>
    <dgm:pt modelId="{866FB6D3-E3D2-4BFF-9149-2EB50EF89DEC}">
      <dgm:prSet custT="1"/>
      <dgm:spPr/>
      <dgm:t>
        <a:bodyPr/>
        <a:lstStyle/>
        <a:p>
          <a:pPr algn="ctr"/>
          <a:r>
            <a:rPr lang="en-US" sz="1000" b="0" noProof="0" dirty="0" err="1">
              <a:effectLst/>
              <a:latin typeface="Tahoma" pitchFamily="34" charset="0"/>
            </a:rPr>
            <a:t>Hw</a:t>
          </a:r>
          <a:r>
            <a:rPr lang="en-US" sz="1000" b="0" noProof="0" dirty="0">
              <a:effectLst/>
              <a:latin typeface="Tahoma" pitchFamily="34" charset="0"/>
            </a:rPr>
            <a:t> / </a:t>
          </a:r>
          <a:r>
            <a:rPr lang="en-US" sz="1000" b="0" noProof="0" dirty="0" err="1">
              <a:effectLst/>
              <a:latin typeface="Tahoma" pitchFamily="34" charset="0"/>
            </a:rPr>
            <a:t>Sw</a:t>
          </a:r>
          <a:r>
            <a:rPr lang="en-US" sz="1000" b="0" noProof="0" dirty="0">
              <a:effectLst/>
              <a:latin typeface="Tahoma" pitchFamily="34" charset="0"/>
            </a:rPr>
            <a:t> platforms </a:t>
          </a:r>
        </a:p>
      </dgm:t>
    </dgm:pt>
    <dgm:pt modelId="{F6525585-7AA5-4CE8-A8D9-2099BE61C555}" type="parTrans" cxnId="{E38A0993-B731-4A35-B10A-EFF33C9C8126}">
      <dgm:prSet/>
      <dgm:spPr/>
      <dgm:t>
        <a:bodyPr/>
        <a:lstStyle/>
        <a:p>
          <a:endParaRPr lang="it-IT"/>
        </a:p>
      </dgm:t>
    </dgm:pt>
    <dgm:pt modelId="{A4959B79-2BBB-4D10-BF09-67341458E010}" type="sibTrans" cxnId="{E38A0993-B731-4A35-B10A-EFF33C9C8126}">
      <dgm:prSet/>
      <dgm:spPr/>
      <dgm:t>
        <a:bodyPr/>
        <a:lstStyle/>
        <a:p>
          <a:endParaRPr lang="it-IT"/>
        </a:p>
      </dgm:t>
    </dgm:pt>
    <dgm:pt modelId="{6A2D653D-8D1B-4D65-BE9B-17EF54CC359E}">
      <dgm:prSet custT="1"/>
      <dgm:spPr/>
      <dgm:t>
        <a:bodyPr/>
        <a:lstStyle/>
        <a:p>
          <a:pPr algn="ctr"/>
          <a:r>
            <a:rPr lang="en-US" sz="1000" noProof="0" dirty="0"/>
            <a:t>Software  platforms </a:t>
          </a:r>
        </a:p>
      </dgm:t>
    </dgm:pt>
    <dgm:pt modelId="{4DDDC414-06E2-4C82-9399-53369491B886}" type="parTrans" cxnId="{453D5AFB-4C9F-476C-AE84-86CF31277681}">
      <dgm:prSet/>
      <dgm:spPr/>
      <dgm:t>
        <a:bodyPr/>
        <a:lstStyle/>
        <a:p>
          <a:endParaRPr lang="it-IT"/>
        </a:p>
      </dgm:t>
    </dgm:pt>
    <dgm:pt modelId="{8815F182-6759-4891-A642-2BFD53B60EB6}" type="sibTrans" cxnId="{453D5AFB-4C9F-476C-AE84-86CF31277681}">
      <dgm:prSet/>
      <dgm:spPr/>
      <dgm:t>
        <a:bodyPr/>
        <a:lstStyle/>
        <a:p>
          <a:endParaRPr lang="it-IT"/>
        </a:p>
      </dgm:t>
    </dgm:pt>
    <dgm:pt modelId="{DA31883E-BFA3-4E40-A60B-18EF47AFBB66}">
      <dgm:prSet custT="1"/>
      <dgm:spPr/>
      <dgm:t>
        <a:bodyPr/>
        <a:lstStyle/>
        <a:p>
          <a:pPr algn="ctr"/>
          <a:r>
            <a:rPr lang="en-US" sz="1000" noProof="0" dirty="0"/>
            <a:t>Cloud services </a:t>
          </a:r>
        </a:p>
      </dgm:t>
    </dgm:pt>
    <dgm:pt modelId="{750122CD-56F8-417B-81A8-16EE443ABF6F}" type="parTrans" cxnId="{F5DC0EB9-7F69-4F45-BECF-FEAE43ADDD6E}">
      <dgm:prSet/>
      <dgm:spPr/>
      <dgm:t>
        <a:bodyPr/>
        <a:lstStyle/>
        <a:p>
          <a:endParaRPr lang="it-IT"/>
        </a:p>
      </dgm:t>
    </dgm:pt>
    <dgm:pt modelId="{34A415E1-0896-4135-A2A3-7034DCDB7A92}" type="sibTrans" cxnId="{F5DC0EB9-7F69-4F45-BECF-FEAE43ADDD6E}">
      <dgm:prSet/>
      <dgm:spPr/>
      <dgm:t>
        <a:bodyPr/>
        <a:lstStyle/>
        <a:p>
          <a:endParaRPr lang="it-IT"/>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44AE6E3B-18F1-47F5-8E09-27417221BC73}" type="pres">
      <dgm:prSet presAssocID="{780E2C17-7959-4BE4-B5B9-2AF6E7CE28C3}" presName="hierRoot1" presStyleCnt="0">
        <dgm:presLayoutVars>
          <dgm:hierBranch val="init"/>
        </dgm:presLayoutVars>
      </dgm:prSet>
      <dgm:spPr/>
    </dgm:pt>
    <dgm:pt modelId="{1CC916CD-A22D-4CF7-B39E-11D1375C1D27}" type="pres">
      <dgm:prSet presAssocID="{780E2C17-7959-4BE4-B5B9-2AF6E7CE28C3}" presName="rootComposite1" presStyleCnt="0"/>
      <dgm:spPr/>
    </dgm:pt>
    <dgm:pt modelId="{8B7B9A54-BE12-4CFE-8C1D-AC2D878A62E9}" type="pres">
      <dgm:prSet presAssocID="{780E2C17-7959-4BE4-B5B9-2AF6E7CE28C3}" presName="rootText1" presStyleLbl="node0" presStyleIdx="0" presStyleCnt="2">
        <dgm:presLayoutVars>
          <dgm:chPref val="3"/>
        </dgm:presLayoutVars>
      </dgm:prSet>
      <dgm:spPr/>
    </dgm:pt>
    <dgm:pt modelId="{C6C88578-7EB4-4412-B093-8DF2559B6650}" type="pres">
      <dgm:prSet presAssocID="{780E2C17-7959-4BE4-B5B9-2AF6E7CE28C3}" presName="rootConnector1" presStyleLbl="node1" presStyleIdx="0" presStyleCnt="0"/>
      <dgm:spPr/>
    </dgm:pt>
    <dgm:pt modelId="{64A30783-A3C7-4CE9-AFF7-7457B9B97A11}" type="pres">
      <dgm:prSet presAssocID="{780E2C17-7959-4BE4-B5B9-2AF6E7CE28C3}" presName="hierChild2" presStyleCnt="0"/>
      <dgm:spPr/>
    </dgm:pt>
    <dgm:pt modelId="{31CF9883-6932-443B-BE67-EA6070F735FC}" type="pres">
      <dgm:prSet presAssocID="{81AD3CE4-69FA-4B9E-BB3B-4FF1EB31E2BF}" presName="Name37" presStyleLbl="parChTrans1D2" presStyleIdx="0" presStyleCnt="6"/>
      <dgm:spPr/>
    </dgm:pt>
    <dgm:pt modelId="{13ADB56E-8FDF-491C-8B29-1722087AD486}" type="pres">
      <dgm:prSet presAssocID="{82515DFC-9938-4C9D-833B-D7B6FE74F3D6}" presName="hierRoot2" presStyleCnt="0">
        <dgm:presLayoutVars>
          <dgm:hierBranch val="init"/>
        </dgm:presLayoutVars>
      </dgm:prSet>
      <dgm:spPr/>
    </dgm:pt>
    <dgm:pt modelId="{0985C86D-1B69-41D2-8B15-597C53B6120C}" type="pres">
      <dgm:prSet presAssocID="{82515DFC-9938-4C9D-833B-D7B6FE74F3D6}" presName="rootComposite" presStyleCnt="0"/>
      <dgm:spPr/>
    </dgm:pt>
    <dgm:pt modelId="{B36F738C-DABB-499F-A586-6245E56F73A4}" type="pres">
      <dgm:prSet presAssocID="{82515DFC-9938-4C9D-833B-D7B6FE74F3D6}" presName="rootText" presStyleLbl="node2" presStyleIdx="0" presStyleCnt="6" custLinFactNeighborX="7841" custLinFactNeighborY="-958">
        <dgm:presLayoutVars>
          <dgm:chPref val="3"/>
        </dgm:presLayoutVars>
      </dgm:prSet>
      <dgm:spPr/>
    </dgm:pt>
    <dgm:pt modelId="{14012CE9-2525-49DB-825E-72030D160490}" type="pres">
      <dgm:prSet presAssocID="{82515DFC-9938-4C9D-833B-D7B6FE74F3D6}" presName="rootConnector" presStyleLbl="node2" presStyleIdx="0" presStyleCnt="6"/>
      <dgm:spPr/>
    </dgm:pt>
    <dgm:pt modelId="{342643D6-E3A6-4A57-B9DD-0781D8759EFC}" type="pres">
      <dgm:prSet presAssocID="{82515DFC-9938-4C9D-833B-D7B6FE74F3D6}" presName="hierChild4" presStyleCnt="0"/>
      <dgm:spPr/>
    </dgm:pt>
    <dgm:pt modelId="{0DD17146-0F29-4885-9376-8A5705D23D4E}" type="pres">
      <dgm:prSet presAssocID="{82515DFC-9938-4C9D-833B-D7B6FE74F3D6}" presName="hierChild5" presStyleCnt="0"/>
      <dgm:spPr/>
    </dgm:pt>
    <dgm:pt modelId="{7B5206AE-36DB-43EE-84F3-AFB823AA6253}" type="pres">
      <dgm:prSet presAssocID="{111B3508-DF67-4D45-82A6-7B60B4D41864}" presName="Name37" presStyleLbl="parChTrans1D2" presStyleIdx="1" presStyleCnt="6"/>
      <dgm:spPr/>
    </dgm:pt>
    <dgm:pt modelId="{EA46275C-D34E-4970-A919-7FB5FB0D832D}" type="pres">
      <dgm:prSet presAssocID="{22AAB52A-F50E-450E-A45B-AA76C6E60155}" presName="hierRoot2" presStyleCnt="0">
        <dgm:presLayoutVars>
          <dgm:hierBranch val="init"/>
        </dgm:presLayoutVars>
      </dgm:prSet>
      <dgm:spPr/>
    </dgm:pt>
    <dgm:pt modelId="{33111035-7874-44A3-98C1-D4AC0AF8792D}" type="pres">
      <dgm:prSet presAssocID="{22AAB52A-F50E-450E-A45B-AA76C6E60155}" presName="rootComposite" presStyleCnt="0"/>
      <dgm:spPr/>
    </dgm:pt>
    <dgm:pt modelId="{BE33DF6D-96DD-447A-A304-E5B66ED4DEA0}" type="pres">
      <dgm:prSet presAssocID="{22AAB52A-F50E-450E-A45B-AA76C6E60155}" presName="rootText" presStyleLbl="node2" presStyleIdx="1" presStyleCnt="6" custLinFactNeighborX="7841" custLinFactNeighborY="-958">
        <dgm:presLayoutVars>
          <dgm:chPref val="3"/>
        </dgm:presLayoutVars>
      </dgm:prSet>
      <dgm:spPr/>
    </dgm:pt>
    <dgm:pt modelId="{609F4C0D-78CC-42E2-8EC6-ACCF5277829F}" type="pres">
      <dgm:prSet presAssocID="{22AAB52A-F50E-450E-A45B-AA76C6E60155}" presName="rootConnector" presStyleLbl="node2" presStyleIdx="1" presStyleCnt="6"/>
      <dgm:spPr/>
    </dgm:pt>
    <dgm:pt modelId="{21DB5F9D-117E-4396-A921-BD0D18829365}" type="pres">
      <dgm:prSet presAssocID="{22AAB52A-F50E-450E-A45B-AA76C6E60155}" presName="hierChild4" presStyleCnt="0"/>
      <dgm:spPr/>
    </dgm:pt>
    <dgm:pt modelId="{27333CFF-6E7D-4480-9D2E-94A4A14EE4E1}" type="pres">
      <dgm:prSet presAssocID="{98E64B81-CF24-49AB-A88A-228C9A8CA780}" presName="Name37" presStyleLbl="parChTrans1D3" presStyleIdx="0" presStyleCnt="17"/>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3" presStyleIdx="0" presStyleCnt="17" custLinFactNeighborX="7841" custLinFactNeighborY="-958">
        <dgm:presLayoutVars>
          <dgm:chPref val="3"/>
        </dgm:presLayoutVars>
      </dgm:prSet>
      <dgm:spPr/>
    </dgm:pt>
    <dgm:pt modelId="{1F827E1E-DE28-4629-93A9-7862FAB5F676}" type="pres">
      <dgm:prSet presAssocID="{8423AC5B-65BB-44BA-85C8-B8F2C1D799F9}" presName="rootConnector" presStyleLbl="node3" presStyleIdx="0" presStyleCnt="17"/>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DAD855C7-600A-499D-B0A8-DE9BCE52E531}" type="pres">
      <dgm:prSet presAssocID="{9B6515FC-BAB6-49BD-B614-8D99B5FBDBDE}" presName="Name37" presStyleLbl="parChTrans1D3" presStyleIdx="1" presStyleCnt="17"/>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3" presStyleIdx="1" presStyleCnt="17" custLinFactNeighborX="7841" custLinFactNeighborY="-958">
        <dgm:presLayoutVars>
          <dgm:chPref val="3"/>
        </dgm:presLayoutVars>
      </dgm:prSet>
      <dgm:spPr/>
    </dgm:pt>
    <dgm:pt modelId="{E2521828-141C-4DD9-A0FF-550F879D8B65}" type="pres">
      <dgm:prSet presAssocID="{1C76DC10-B192-4CB8-BDD4-43D705326175}" presName="rootConnector" presStyleLbl="node3" presStyleIdx="1" presStyleCnt="17"/>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8A4D6337-DC10-4A2A-B856-314A41E612E8}" type="pres">
      <dgm:prSet presAssocID="{8A2823D3-0319-40D7-99A2-677B9C1E7C97}" presName="Name37" presStyleLbl="parChTrans1D3" presStyleIdx="2" presStyleCnt="17"/>
      <dgm:spPr/>
    </dgm:pt>
    <dgm:pt modelId="{BAACD408-B096-4219-B995-CBE13FEF9E0C}" type="pres">
      <dgm:prSet presAssocID="{78C4697E-42E3-4CD6-8626-1B95ABCFBAEE}" presName="hierRoot2" presStyleCnt="0">
        <dgm:presLayoutVars>
          <dgm:hierBranch val="init"/>
        </dgm:presLayoutVars>
      </dgm:prSet>
      <dgm:spPr/>
    </dgm:pt>
    <dgm:pt modelId="{7C76DD35-9C28-4088-8305-CB44319A8F6B}" type="pres">
      <dgm:prSet presAssocID="{78C4697E-42E3-4CD6-8626-1B95ABCFBAEE}" presName="rootComposite" presStyleCnt="0"/>
      <dgm:spPr/>
    </dgm:pt>
    <dgm:pt modelId="{2A5F8A13-F793-4295-A576-C273F1E67E53}" type="pres">
      <dgm:prSet presAssocID="{78C4697E-42E3-4CD6-8626-1B95ABCFBAEE}" presName="rootText" presStyleLbl="node3" presStyleIdx="2" presStyleCnt="17" custLinFactNeighborX="7841" custLinFactNeighborY="-958">
        <dgm:presLayoutVars>
          <dgm:chPref val="3"/>
        </dgm:presLayoutVars>
      </dgm:prSet>
      <dgm:spPr/>
    </dgm:pt>
    <dgm:pt modelId="{DF2A5A38-E9AD-4E0D-8664-8243B6A76EE9}" type="pres">
      <dgm:prSet presAssocID="{78C4697E-42E3-4CD6-8626-1B95ABCFBAEE}" presName="rootConnector" presStyleLbl="node3" presStyleIdx="2" presStyleCnt="17"/>
      <dgm:spPr/>
    </dgm:pt>
    <dgm:pt modelId="{25DCDDB0-7223-429E-8111-32F0DC3DFAA9}" type="pres">
      <dgm:prSet presAssocID="{78C4697E-42E3-4CD6-8626-1B95ABCFBAEE}" presName="hierChild4" presStyleCnt="0"/>
      <dgm:spPr/>
    </dgm:pt>
    <dgm:pt modelId="{91C4CFE2-D764-43CD-B65A-522F70B2D2C2}" type="pres">
      <dgm:prSet presAssocID="{78C4697E-42E3-4CD6-8626-1B95ABCFBAEE}" presName="hierChild5" presStyleCnt="0"/>
      <dgm:spPr/>
    </dgm:pt>
    <dgm:pt modelId="{9CD331E9-EB87-4B3B-B27A-4328BDFD50F6}" type="pres">
      <dgm:prSet presAssocID="{93FA9CFA-3713-4C93-B0FB-EB826ABE93C4}" presName="Name37" presStyleLbl="parChTrans1D3" presStyleIdx="3" presStyleCnt="17"/>
      <dgm:spPr/>
    </dgm:pt>
    <dgm:pt modelId="{A5B3533E-C7CF-46F3-81CA-B527422E6570}" type="pres">
      <dgm:prSet presAssocID="{851C9D6E-AC63-4942-A4BE-E6721A22670E}" presName="hierRoot2" presStyleCnt="0">
        <dgm:presLayoutVars>
          <dgm:hierBranch val="init"/>
        </dgm:presLayoutVars>
      </dgm:prSet>
      <dgm:spPr/>
    </dgm:pt>
    <dgm:pt modelId="{7D9836D0-FEAF-45C5-96B9-BF85B4C5E630}" type="pres">
      <dgm:prSet presAssocID="{851C9D6E-AC63-4942-A4BE-E6721A22670E}" presName="rootComposite" presStyleCnt="0"/>
      <dgm:spPr/>
    </dgm:pt>
    <dgm:pt modelId="{2907B370-BA96-40F4-A66F-C111E7FDFAAE}" type="pres">
      <dgm:prSet presAssocID="{851C9D6E-AC63-4942-A4BE-E6721A22670E}" presName="rootText" presStyleLbl="node3" presStyleIdx="3" presStyleCnt="17" custLinFactNeighborX="7841" custLinFactNeighborY="-958">
        <dgm:presLayoutVars>
          <dgm:chPref val="3"/>
        </dgm:presLayoutVars>
      </dgm:prSet>
      <dgm:spPr/>
    </dgm:pt>
    <dgm:pt modelId="{10E23348-0F19-4FD3-A71D-F48223639FF9}" type="pres">
      <dgm:prSet presAssocID="{851C9D6E-AC63-4942-A4BE-E6721A22670E}" presName="rootConnector" presStyleLbl="node3" presStyleIdx="3" presStyleCnt="17"/>
      <dgm:spPr/>
    </dgm:pt>
    <dgm:pt modelId="{3D69BB98-EFF5-452C-9AC5-11BC881590C9}" type="pres">
      <dgm:prSet presAssocID="{851C9D6E-AC63-4942-A4BE-E6721A22670E}" presName="hierChild4" presStyleCnt="0"/>
      <dgm:spPr/>
    </dgm:pt>
    <dgm:pt modelId="{7F0430B4-7899-4BA1-A17D-366D05A80803}" type="pres">
      <dgm:prSet presAssocID="{851C9D6E-AC63-4942-A4BE-E6721A22670E}" presName="hierChild5" presStyleCnt="0"/>
      <dgm:spPr/>
    </dgm:pt>
    <dgm:pt modelId="{97D7E093-B9EA-413B-A30F-D5DDB8799B63}" type="pres">
      <dgm:prSet presAssocID="{22AAB52A-F50E-450E-A45B-AA76C6E60155}" presName="hierChild5" presStyleCnt="0"/>
      <dgm:spPr/>
    </dgm:pt>
    <dgm:pt modelId="{DBB6250D-A994-4B68-83F5-3A299E01BCF0}" type="pres">
      <dgm:prSet presAssocID="{FD7AA57F-CF0E-42DE-A55F-2EC78B30B05B}" presName="Name37" presStyleLbl="parChTrans1D2" presStyleIdx="2" presStyleCnt="6"/>
      <dgm:spPr/>
    </dgm:pt>
    <dgm:pt modelId="{7C3751AC-154A-4B83-86C4-3179D2CC195A}" type="pres">
      <dgm:prSet presAssocID="{5AD51844-7667-449C-B04B-2A3775799BFF}" presName="hierRoot2" presStyleCnt="0">
        <dgm:presLayoutVars>
          <dgm:hierBranch val="r"/>
        </dgm:presLayoutVars>
      </dgm:prSet>
      <dgm:spPr/>
    </dgm:pt>
    <dgm:pt modelId="{46E2E3C6-D8C5-40B9-98A1-533B92BF7BB4}" type="pres">
      <dgm:prSet presAssocID="{5AD51844-7667-449C-B04B-2A3775799BFF}" presName="rootComposite" presStyleCnt="0"/>
      <dgm:spPr/>
    </dgm:pt>
    <dgm:pt modelId="{143639B3-181C-491B-A515-4BAB93604BCB}" type="pres">
      <dgm:prSet presAssocID="{5AD51844-7667-449C-B04B-2A3775799BFF}" presName="rootText" presStyleLbl="node2" presStyleIdx="2" presStyleCnt="6" custLinFactNeighborX="8263" custLinFactNeighborY="-1651">
        <dgm:presLayoutVars>
          <dgm:chPref val="3"/>
        </dgm:presLayoutVars>
      </dgm:prSet>
      <dgm:spPr/>
    </dgm:pt>
    <dgm:pt modelId="{F76DCC48-5560-4BD5-AD58-0C6CED22E5B3}" type="pres">
      <dgm:prSet presAssocID="{5AD51844-7667-449C-B04B-2A3775799BFF}" presName="rootConnector" presStyleLbl="node2" presStyleIdx="2" presStyleCnt="6"/>
      <dgm:spPr/>
    </dgm:pt>
    <dgm:pt modelId="{54D71075-D9F2-4A86-BAD0-9859B2512DDE}" type="pres">
      <dgm:prSet presAssocID="{5AD51844-7667-449C-B04B-2A3775799BFF}" presName="hierChild4" presStyleCnt="0"/>
      <dgm:spPr/>
    </dgm:pt>
    <dgm:pt modelId="{3221B16A-ECDB-42E3-8519-D013550CE1D3}" type="pres">
      <dgm:prSet presAssocID="{D5FFA1D8-50D6-4A82-87E7-058D5B4962E6}" presName="Name50" presStyleLbl="parChTrans1D3" presStyleIdx="4" presStyleCnt="17"/>
      <dgm:spPr/>
    </dgm:pt>
    <dgm:pt modelId="{81F929DC-36A8-4ACF-8D49-7570E547CB89}" type="pres">
      <dgm:prSet presAssocID="{CDA72991-8516-4F67-9D7F-C6CEFB219E63}" presName="hierRoot2" presStyleCnt="0">
        <dgm:presLayoutVars>
          <dgm:hierBranch val="init"/>
        </dgm:presLayoutVars>
      </dgm:prSet>
      <dgm:spPr/>
    </dgm:pt>
    <dgm:pt modelId="{A78C8B0B-8569-41EB-ACA9-0A7D6C75355C}" type="pres">
      <dgm:prSet presAssocID="{CDA72991-8516-4F67-9D7F-C6CEFB219E63}" presName="rootComposite" presStyleCnt="0"/>
      <dgm:spPr/>
    </dgm:pt>
    <dgm:pt modelId="{30523AB1-C99C-444B-AA4F-1E73092027E9}" type="pres">
      <dgm:prSet presAssocID="{CDA72991-8516-4F67-9D7F-C6CEFB219E63}" presName="rootText" presStyleLbl="node3" presStyleIdx="4" presStyleCnt="17" custLinFactNeighborX="7841" custLinFactNeighborY="-958">
        <dgm:presLayoutVars>
          <dgm:chPref val="3"/>
        </dgm:presLayoutVars>
      </dgm:prSet>
      <dgm:spPr/>
    </dgm:pt>
    <dgm:pt modelId="{D5FDDBA5-CDD5-4793-84B5-CD9B98911702}" type="pres">
      <dgm:prSet presAssocID="{CDA72991-8516-4F67-9D7F-C6CEFB219E63}" presName="rootConnector" presStyleLbl="node3" presStyleIdx="4" presStyleCnt="17"/>
      <dgm:spPr/>
    </dgm:pt>
    <dgm:pt modelId="{590501E3-6000-4C9A-99FD-C032933B1059}" type="pres">
      <dgm:prSet presAssocID="{CDA72991-8516-4F67-9D7F-C6CEFB219E63}" presName="hierChild4" presStyleCnt="0"/>
      <dgm:spPr/>
    </dgm:pt>
    <dgm:pt modelId="{E2237E00-27D8-48FE-921B-A3E617074DE2}" type="pres">
      <dgm:prSet presAssocID="{CDA72991-8516-4F67-9D7F-C6CEFB219E63}" presName="hierChild5" presStyleCnt="0"/>
      <dgm:spPr/>
    </dgm:pt>
    <dgm:pt modelId="{8D10BC65-F2F4-48C8-9082-FB2C42128887}" type="pres">
      <dgm:prSet presAssocID="{1699D3DA-29B7-417B-98A4-5CC0FE236955}" presName="Name50" presStyleLbl="parChTrans1D3" presStyleIdx="5" presStyleCnt="17"/>
      <dgm:spPr/>
    </dgm:pt>
    <dgm:pt modelId="{9DAC2D16-7E45-40EA-A631-ADEF7ACF9061}" type="pres">
      <dgm:prSet presAssocID="{4BAE13AE-39F3-416E-8744-CFDB4B732C07}" presName="hierRoot2" presStyleCnt="0">
        <dgm:presLayoutVars>
          <dgm:hierBranch val="init"/>
        </dgm:presLayoutVars>
      </dgm:prSet>
      <dgm:spPr/>
    </dgm:pt>
    <dgm:pt modelId="{B46A1F57-C788-4C8D-A2E5-6258F3978371}" type="pres">
      <dgm:prSet presAssocID="{4BAE13AE-39F3-416E-8744-CFDB4B732C07}" presName="rootComposite" presStyleCnt="0"/>
      <dgm:spPr/>
    </dgm:pt>
    <dgm:pt modelId="{72CEFB75-59D1-4656-8F8B-120522C92D35}" type="pres">
      <dgm:prSet presAssocID="{4BAE13AE-39F3-416E-8744-CFDB4B732C07}" presName="rootText" presStyleLbl="node3" presStyleIdx="5" presStyleCnt="17" custLinFactNeighborX="7841" custLinFactNeighborY="-958">
        <dgm:presLayoutVars>
          <dgm:chPref val="3"/>
        </dgm:presLayoutVars>
      </dgm:prSet>
      <dgm:spPr/>
    </dgm:pt>
    <dgm:pt modelId="{9403F216-2E13-4D0E-80E9-D493615283DE}" type="pres">
      <dgm:prSet presAssocID="{4BAE13AE-39F3-416E-8744-CFDB4B732C07}" presName="rootConnector" presStyleLbl="node3" presStyleIdx="5" presStyleCnt="17"/>
      <dgm:spPr/>
    </dgm:pt>
    <dgm:pt modelId="{7CEBB6BA-F632-432C-9EB0-7B69559DBB2F}" type="pres">
      <dgm:prSet presAssocID="{4BAE13AE-39F3-416E-8744-CFDB4B732C07}" presName="hierChild4" presStyleCnt="0"/>
      <dgm:spPr/>
    </dgm:pt>
    <dgm:pt modelId="{724760C5-47ED-4054-B00A-7E24FEBA4ACF}" type="pres">
      <dgm:prSet presAssocID="{4BAE13AE-39F3-416E-8744-CFDB4B732C07}" presName="hierChild5" presStyleCnt="0"/>
      <dgm:spPr/>
    </dgm:pt>
    <dgm:pt modelId="{E9CFFC85-30A2-4189-8956-70EF4403155E}" type="pres">
      <dgm:prSet presAssocID="{5AD51844-7667-449C-B04B-2A3775799BFF}" presName="hierChild5" presStyleCnt="0"/>
      <dgm:spPr/>
    </dgm:pt>
    <dgm:pt modelId="{F0245E46-82A5-4095-80A3-06B62E3ABEE8}" type="pres">
      <dgm:prSet presAssocID="{937CFD05-A419-45AA-A7A7-87FA7D9DF5E4}" presName="Name37" presStyleLbl="parChTrans1D2" presStyleIdx="3" presStyleCnt="6"/>
      <dgm:spPr/>
    </dgm:pt>
    <dgm:pt modelId="{FCC89F73-75CB-4B04-8C24-E0C03F7FCC98}" type="pres">
      <dgm:prSet presAssocID="{5BFFD63B-5511-492C-9222-0156EFC4526B}" presName="hierRoot2" presStyleCnt="0">
        <dgm:presLayoutVars>
          <dgm:hierBranch val="r"/>
        </dgm:presLayoutVars>
      </dgm:prSet>
      <dgm:spPr/>
    </dgm:pt>
    <dgm:pt modelId="{51303DA3-8908-436D-83CD-FD00C3ED8F56}" type="pres">
      <dgm:prSet presAssocID="{5BFFD63B-5511-492C-9222-0156EFC4526B}" presName="rootComposite" presStyleCnt="0"/>
      <dgm:spPr/>
    </dgm:pt>
    <dgm:pt modelId="{C1E13093-8BD2-473F-9131-948EED45B322}" type="pres">
      <dgm:prSet presAssocID="{5BFFD63B-5511-492C-9222-0156EFC4526B}" presName="rootText" presStyleLbl="node2" presStyleIdx="3" presStyleCnt="6" custLinFactNeighborX="7841" custLinFactNeighborY="-958">
        <dgm:presLayoutVars>
          <dgm:chPref val="3"/>
        </dgm:presLayoutVars>
      </dgm:prSet>
      <dgm:spPr/>
    </dgm:pt>
    <dgm:pt modelId="{5CC39CA2-13D2-4B46-934E-C03FE919297A}" type="pres">
      <dgm:prSet presAssocID="{5BFFD63B-5511-492C-9222-0156EFC4526B}" presName="rootConnector" presStyleLbl="node2" presStyleIdx="3" presStyleCnt="6"/>
      <dgm:spPr/>
    </dgm:pt>
    <dgm:pt modelId="{932F9BBB-7364-461A-88DE-5DC2C9AE7C59}" type="pres">
      <dgm:prSet presAssocID="{5BFFD63B-5511-492C-9222-0156EFC4526B}" presName="hierChild4" presStyleCnt="0"/>
      <dgm:spPr/>
    </dgm:pt>
    <dgm:pt modelId="{225D4CA6-BBAF-40EB-955D-DC7F91D0A738}" type="pres">
      <dgm:prSet presAssocID="{EAF9F797-4D5F-4B10-AFEF-CA31E8649317}" presName="Name50" presStyleLbl="parChTrans1D3" presStyleIdx="6" presStyleCnt="17"/>
      <dgm:spPr/>
    </dgm:pt>
    <dgm:pt modelId="{16181FE0-8A53-4C08-BF65-5F964ADA93D5}" type="pres">
      <dgm:prSet presAssocID="{1EC7473E-C38C-43F4-A078-4BF3B05DD0C5}" presName="hierRoot2" presStyleCnt="0">
        <dgm:presLayoutVars>
          <dgm:hierBranch val="init"/>
        </dgm:presLayoutVars>
      </dgm:prSet>
      <dgm:spPr/>
    </dgm:pt>
    <dgm:pt modelId="{99625B65-92C7-4F58-A9CB-76B678225743}" type="pres">
      <dgm:prSet presAssocID="{1EC7473E-C38C-43F4-A078-4BF3B05DD0C5}" presName="rootComposite" presStyleCnt="0"/>
      <dgm:spPr/>
    </dgm:pt>
    <dgm:pt modelId="{71CFB7A4-87DA-4816-B7A4-500ED09ACC80}" type="pres">
      <dgm:prSet presAssocID="{1EC7473E-C38C-43F4-A078-4BF3B05DD0C5}" presName="rootText" presStyleLbl="node3" presStyleIdx="6" presStyleCnt="17">
        <dgm:presLayoutVars>
          <dgm:chPref val="3"/>
        </dgm:presLayoutVars>
      </dgm:prSet>
      <dgm:spPr/>
    </dgm:pt>
    <dgm:pt modelId="{B53B0E2E-0C65-44C5-B0FD-F7C54A95DCE9}" type="pres">
      <dgm:prSet presAssocID="{1EC7473E-C38C-43F4-A078-4BF3B05DD0C5}" presName="rootConnector" presStyleLbl="node3" presStyleIdx="6" presStyleCnt="17"/>
      <dgm:spPr/>
    </dgm:pt>
    <dgm:pt modelId="{158C8836-73E3-4330-BD57-40A5FB8B7D13}" type="pres">
      <dgm:prSet presAssocID="{1EC7473E-C38C-43F4-A078-4BF3B05DD0C5}" presName="hierChild4" presStyleCnt="0"/>
      <dgm:spPr/>
    </dgm:pt>
    <dgm:pt modelId="{A9099310-4F36-4C40-8C0A-94504608D6A4}" type="pres">
      <dgm:prSet presAssocID="{1EC7473E-C38C-43F4-A078-4BF3B05DD0C5}" presName="hierChild5" presStyleCnt="0"/>
      <dgm:spPr/>
    </dgm:pt>
    <dgm:pt modelId="{8B9BF389-AB9A-43FE-B105-B6B70C399452}" type="pres">
      <dgm:prSet presAssocID="{5776B918-55DA-4C8E-B26D-7AAC670C5996}" presName="Name50" presStyleLbl="parChTrans1D3" presStyleIdx="7" presStyleCnt="17"/>
      <dgm:spPr/>
    </dgm:pt>
    <dgm:pt modelId="{20722B81-EAAC-4468-A8EC-1205D8353D67}" type="pres">
      <dgm:prSet presAssocID="{6571645B-0BBE-4CD7-BA5A-7144F7D8C054}" presName="hierRoot2" presStyleCnt="0">
        <dgm:presLayoutVars>
          <dgm:hierBranch val="init"/>
        </dgm:presLayoutVars>
      </dgm:prSet>
      <dgm:spPr/>
    </dgm:pt>
    <dgm:pt modelId="{0947A841-917C-4819-9955-66E1076B8159}" type="pres">
      <dgm:prSet presAssocID="{6571645B-0BBE-4CD7-BA5A-7144F7D8C054}" presName="rootComposite" presStyleCnt="0"/>
      <dgm:spPr/>
    </dgm:pt>
    <dgm:pt modelId="{EE5463CD-2007-41E8-A571-D5AD678DE2DA}" type="pres">
      <dgm:prSet presAssocID="{6571645B-0BBE-4CD7-BA5A-7144F7D8C054}" presName="rootText" presStyleLbl="node3" presStyleIdx="7" presStyleCnt="17">
        <dgm:presLayoutVars>
          <dgm:chPref val="3"/>
        </dgm:presLayoutVars>
      </dgm:prSet>
      <dgm:spPr/>
    </dgm:pt>
    <dgm:pt modelId="{47C6E814-4F2F-417A-8A11-D51E33E75DBC}" type="pres">
      <dgm:prSet presAssocID="{6571645B-0BBE-4CD7-BA5A-7144F7D8C054}" presName="rootConnector" presStyleLbl="node3" presStyleIdx="7" presStyleCnt="17"/>
      <dgm:spPr/>
    </dgm:pt>
    <dgm:pt modelId="{B33645CA-D93C-4663-BAB0-666B6DA1E7B0}" type="pres">
      <dgm:prSet presAssocID="{6571645B-0BBE-4CD7-BA5A-7144F7D8C054}" presName="hierChild4" presStyleCnt="0"/>
      <dgm:spPr/>
    </dgm:pt>
    <dgm:pt modelId="{31878899-4B56-4C7F-8016-4BD8794BA1B6}" type="pres">
      <dgm:prSet presAssocID="{6571645B-0BBE-4CD7-BA5A-7144F7D8C054}" presName="hierChild5" presStyleCnt="0"/>
      <dgm:spPr/>
    </dgm:pt>
    <dgm:pt modelId="{65081E41-0CD0-44BC-92E0-252E0ECC0C9E}" type="pres">
      <dgm:prSet presAssocID="{2B811217-D6E1-4007-B8B1-74F71399FCBC}" presName="Name50" presStyleLbl="parChTrans1D3" presStyleIdx="8" presStyleCnt="17"/>
      <dgm:spPr/>
    </dgm:pt>
    <dgm:pt modelId="{42D4D324-508C-4D7E-B150-8078DAC1CE38}" type="pres">
      <dgm:prSet presAssocID="{D207AA23-E1E9-4664-8694-657CBE7F5113}" presName="hierRoot2" presStyleCnt="0">
        <dgm:presLayoutVars>
          <dgm:hierBranch val="init"/>
        </dgm:presLayoutVars>
      </dgm:prSet>
      <dgm:spPr/>
    </dgm:pt>
    <dgm:pt modelId="{6CD8C304-11B9-4BF1-AEAB-608720262554}" type="pres">
      <dgm:prSet presAssocID="{D207AA23-E1E9-4664-8694-657CBE7F5113}" presName="rootComposite" presStyleCnt="0"/>
      <dgm:spPr/>
    </dgm:pt>
    <dgm:pt modelId="{1EDDC4A0-7BC2-483A-84BD-549CE25340AD}" type="pres">
      <dgm:prSet presAssocID="{D207AA23-E1E9-4664-8694-657CBE7F5113}" presName="rootText" presStyleLbl="node3" presStyleIdx="8" presStyleCnt="17">
        <dgm:presLayoutVars>
          <dgm:chPref val="3"/>
        </dgm:presLayoutVars>
      </dgm:prSet>
      <dgm:spPr/>
    </dgm:pt>
    <dgm:pt modelId="{23984141-AD1C-4E04-AE34-10AE7E9078D3}" type="pres">
      <dgm:prSet presAssocID="{D207AA23-E1E9-4664-8694-657CBE7F5113}" presName="rootConnector" presStyleLbl="node3" presStyleIdx="8" presStyleCnt="17"/>
      <dgm:spPr/>
    </dgm:pt>
    <dgm:pt modelId="{924BF449-97E6-4E2C-824D-88093D36A425}" type="pres">
      <dgm:prSet presAssocID="{D207AA23-E1E9-4664-8694-657CBE7F5113}" presName="hierChild4" presStyleCnt="0"/>
      <dgm:spPr/>
    </dgm:pt>
    <dgm:pt modelId="{15A9E67C-CF04-4FCE-810D-DC675941C07F}" type="pres">
      <dgm:prSet presAssocID="{D207AA23-E1E9-4664-8694-657CBE7F5113}" presName="hierChild5" presStyleCnt="0"/>
      <dgm:spPr/>
    </dgm:pt>
    <dgm:pt modelId="{5CC894A4-24AD-401E-82FA-692CCC9B2095}" type="pres">
      <dgm:prSet presAssocID="{750122CD-56F8-417B-81A8-16EE443ABF6F}" presName="Name50" presStyleLbl="parChTrans1D3" presStyleIdx="9" presStyleCnt="17"/>
      <dgm:spPr/>
    </dgm:pt>
    <dgm:pt modelId="{0EC1C02B-60D8-422D-919F-C1037F5A7342}" type="pres">
      <dgm:prSet presAssocID="{DA31883E-BFA3-4E40-A60B-18EF47AFBB66}" presName="hierRoot2" presStyleCnt="0">
        <dgm:presLayoutVars>
          <dgm:hierBranch val="init"/>
        </dgm:presLayoutVars>
      </dgm:prSet>
      <dgm:spPr/>
    </dgm:pt>
    <dgm:pt modelId="{953EDD52-2905-42EB-8CD8-47F3CB90C0A4}" type="pres">
      <dgm:prSet presAssocID="{DA31883E-BFA3-4E40-A60B-18EF47AFBB66}" presName="rootComposite" presStyleCnt="0"/>
      <dgm:spPr/>
    </dgm:pt>
    <dgm:pt modelId="{B0F39982-E304-45AF-8EF7-38288AD49A0D}" type="pres">
      <dgm:prSet presAssocID="{DA31883E-BFA3-4E40-A60B-18EF47AFBB66}" presName="rootText" presStyleLbl="node3" presStyleIdx="9" presStyleCnt="17">
        <dgm:presLayoutVars>
          <dgm:chPref val="3"/>
        </dgm:presLayoutVars>
      </dgm:prSet>
      <dgm:spPr/>
    </dgm:pt>
    <dgm:pt modelId="{6A4ED661-D248-47A4-B2DA-E297BE68BBC9}" type="pres">
      <dgm:prSet presAssocID="{DA31883E-BFA3-4E40-A60B-18EF47AFBB66}" presName="rootConnector" presStyleLbl="node3" presStyleIdx="9" presStyleCnt="17"/>
      <dgm:spPr/>
    </dgm:pt>
    <dgm:pt modelId="{43B7ABD2-EE11-40B3-A0FA-B11E5B5004AC}" type="pres">
      <dgm:prSet presAssocID="{DA31883E-BFA3-4E40-A60B-18EF47AFBB66}" presName="hierChild4" presStyleCnt="0"/>
      <dgm:spPr/>
    </dgm:pt>
    <dgm:pt modelId="{9B49645E-1311-41A9-98D5-D890B3A33286}" type="pres">
      <dgm:prSet presAssocID="{DA31883E-BFA3-4E40-A60B-18EF47AFBB66}" presName="hierChild5" presStyleCnt="0"/>
      <dgm:spPr/>
    </dgm:pt>
    <dgm:pt modelId="{7319B586-D155-4777-9916-36F3C2BAE68B}" type="pres">
      <dgm:prSet presAssocID="{4DDDC414-06E2-4C82-9399-53369491B886}" presName="Name50" presStyleLbl="parChTrans1D3" presStyleIdx="10" presStyleCnt="17"/>
      <dgm:spPr/>
    </dgm:pt>
    <dgm:pt modelId="{F9C106FA-856F-4C8C-A6E8-EC4034F59BB0}" type="pres">
      <dgm:prSet presAssocID="{6A2D653D-8D1B-4D65-BE9B-17EF54CC359E}" presName="hierRoot2" presStyleCnt="0">
        <dgm:presLayoutVars>
          <dgm:hierBranch val="init"/>
        </dgm:presLayoutVars>
      </dgm:prSet>
      <dgm:spPr/>
    </dgm:pt>
    <dgm:pt modelId="{6D069F62-31B0-4547-AA28-E0D6612D1543}" type="pres">
      <dgm:prSet presAssocID="{6A2D653D-8D1B-4D65-BE9B-17EF54CC359E}" presName="rootComposite" presStyleCnt="0"/>
      <dgm:spPr/>
    </dgm:pt>
    <dgm:pt modelId="{4C86EA09-F73D-4068-97BD-3CF8AA0C71E5}" type="pres">
      <dgm:prSet presAssocID="{6A2D653D-8D1B-4D65-BE9B-17EF54CC359E}" presName="rootText" presStyleLbl="node3" presStyleIdx="10" presStyleCnt="17">
        <dgm:presLayoutVars>
          <dgm:chPref val="3"/>
        </dgm:presLayoutVars>
      </dgm:prSet>
      <dgm:spPr/>
    </dgm:pt>
    <dgm:pt modelId="{0160233A-4231-4FB1-9DA7-92B799B326EB}" type="pres">
      <dgm:prSet presAssocID="{6A2D653D-8D1B-4D65-BE9B-17EF54CC359E}" presName="rootConnector" presStyleLbl="node3" presStyleIdx="10" presStyleCnt="17"/>
      <dgm:spPr/>
    </dgm:pt>
    <dgm:pt modelId="{376DA741-F3DD-4268-923F-253F20AE88D1}" type="pres">
      <dgm:prSet presAssocID="{6A2D653D-8D1B-4D65-BE9B-17EF54CC359E}" presName="hierChild4" presStyleCnt="0"/>
      <dgm:spPr/>
    </dgm:pt>
    <dgm:pt modelId="{68631E46-7EAE-444C-9A47-07B97BA510DE}" type="pres">
      <dgm:prSet presAssocID="{6A2D653D-8D1B-4D65-BE9B-17EF54CC359E}" presName="hierChild5" presStyleCnt="0"/>
      <dgm:spPr/>
    </dgm:pt>
    <dgm:pt modelId="{95D487BC-91A7-450C-9E4C-F5D38D84DFBD}" type="pres">
      <dgm:prSet presAssocID="{5BFFD63B-5511-492C-9222-0156EFC4526B}" presName="hierChild5" presStyleCnt="0"/>
      <dgm:spPr/>
    </dgm:pt>
    <dgm:pt modelId="{EAD5CE9C-4DE7-4E57-AAC3-8D1F92E3EFD8}" type="pres">
      <dgm:prSet presAssocID="{780E2C17-7959-4BE4-B5B9-2AF6E7CE28C3}" presName="hierChild3" presStyleCnt="0"/>
      <dgm:spPr/>
    </dgm:pt>
    <dgm:pt modelId="{E8A94CEA-BEC9-4D1B-888D-F20524276B5C}" type="pres">
      <dgm:prSet presAssocID="{2659DFA5-A106-4A7E-8B49-DA98EAD7B296}" presName="hierRoot1" presStyleCnt="0">
        <dgm:presLayoutVars>
          <dgm:hierBranch val="init"/>
        </dgm:presLayoutVars>
      </dgm:prSet>
      <dgm:spPr/>
    </dgm:pt>
    <dgm:pt modelId="{F3435FE2-D6AC-4044-BFC2-37F6D86F83AD}" type="pres">
      <dgm:prSet presAssocID="{2659DFA5-A106-4A7E-8B49-DA98EAD7B296}" presName="rootComposite1" presStyleCnt="0"/>
      <dgm:spPr/>
    </dgm:pt>
    <dgm:pt modelId="{9970962E-5966-4A32-B07D-FBF8C5E5B9F8}" type="pres">
      <dgm:prSet presAssocID="{2659DFA5-A106-4A7E-8B49-DA98EAD7B296}" presName="rootText1" presStyleLbl="node0" presStyleIdx="1" presStyleCnt="2">
        <dgm:presLayoutVars>
          <dgm:chPref val="3"/>
        </dgm:presLayoutVars>
      </dgm:prSet>
      <dgm:spPr/>
    </dgm:pt>
    <dgm:pt modelId="{0EDEBBD8-2CBA-4893-94D2-2815C59C8C9D}" type="pres">
      <dgm:prSet presAssocID="{2659DFA5-A106-4A7E-8B49-DA98EAD7B296}" presName="rootConnector1" presStyleLbl="node1" presStyleIdx="0" presStyleCnt="0"/>
      <dgm:spPr/>
    </dgm:pt>
    <dgm:pt modelId="{6D76F9C3-5537-4245-B0D4-313C6904E595}" type="pres">
      <dgm:prSet presAssocID="{2659DFA5-A106-4A7E-8B49-DA98EAD7B296}" presName="hierChild2" presStyleCnt="0"/>
      <dgm:spPr/>
    </dgm:pt>
    <dgm:pt modelId="{03D90786-AE6E-4D20-BA37-7BB32E0DE43B}" type="pres">
      <dgm:prSet presAssocID="{772E7B0D-B69B-4E81-A85E-0A2BF0158C06}" presName="Name37" presStyleLbl="parChTrans1D2" presStyleIdx="4" presStyleCnt="6"/>
      <dgm:spPr/>
    </dgm:pt>
    <dgm:pt modelId="{5ED48830-96B6-4151-A94E-DB14D5C7F274}" type="pres">
      <dgm:prSet presAssocID="{49CC0D11-157E-4CA1-88C9-B972475F71DE}" presName="hierRoot2" presStyleCnt="0">
        <dgm:presLayoutVars>
          <dgm:hierBranch val="init"/>
        </dgm:presLayoutVars>
      </dgm:prSet>
      <dgm:spPr/>
    </dgm:pt>
    <dgm:pt modelId="{9177902E-2500-410E-8D5A-182B52D7BF6C}" type="pres">
      <dgm:prSet presAssocID="{49CC0D11-157E-4CA1-88C9-B972475F71DE}" presName="rootComposite" presStyleCnt="0"/>
      <dgm:spPr/>
    </dgm:pt>
    <dgm:pt modelId="{5E0D5D4D-071E-4093-95ED-362593C4E3C1}" type="pres">
      <dgm:prSet presAssocID="{49CC0D11-157E-4CA1-88C9-B972475F71DE}" presName="rootText" presStyleLbl="node2" presStyleIdx="4" presStyleCnt="6">
        <dgm:presLayoutVars>
          <dgm:chPref val="3"/>
        </dgm:presLayoutVars>
      </dgm:prSet>
      <dgm:spPr/>
    </dgm:pt>
    <dgm:pt modelId="{9ECCACEF-1A60-4673-9978-201671603B4C}" type="pres">
      <dgm:prSet presAssocID="{49CC0D11-157E-4CA1-88C9-B972475F71DE}" presName="rootConnector" presStyleLbl="node2" presStyleIdx="4" presStyleCnt="6"/>
      <dgm:spPr/>
    </dgm:pt>
    <dgm:pt modelId="{5C29F9CF-D99B-4B95-8874-B350104A0AA0}" type="pres">
      <dgm:prSet presAssocID="{49CC0D11-157E-4CA1-88C9-B972475F71DE}" presName="hierChild4" presStyleCnt="0"/>
      <dgm:spPr/>
    </dgm:pt>
    <dgm:pt modelId="{FB40934C-B2A6-47A7-9D3B-94EF8C82922D}" type="pres">
      <dgm:prSet presAssocID="{ADC43549-3DFF-4342-93AD-E6B385BD568D}" presName="Name37" presStyleLbl="parChTrans1D3" presStyleIdx="11" presStyleCnt="17"/>
      <dgm:spPr/>
    </dgm:pt>
    <dgm:pt modelId="{4BFF606F-0A6E-423E-BEB2-833FABD9538E}" type="pres">
      <dgm:prSet presAssocID="{2E77449D-1CB2-4D93-99AE-EA715A1647FA}" presName="hierRoot2" presStyleCnt="0">
        <dgm:presLayoutVars>
          <dgm:hierBranch val="init"/>
        </dgm:presLayoutVars>
      </dgm:prSet>
      <dgm:spPr/>
    </dgm:pt>
    <dgm:pt modelId="{4F626FAF-4321-4976-BCEC-DACF09C3CA04}" type="pres">
      <dgm:prSet presAssocID="{2E77449D-1CB2-4D93-99AE-EA715A1647FA}" presName="rootComposite" presStyleCnt="0"/>
      <dgm:spPr/>
    </dgm:pt>
    <dgm:pt modelId="{2B50F316-1879-4EC4-9D80-896B473068C7}" type="pres">
      <dgm:prSet presAssocID="{2E77449D-1CB2-4D93-99AE-EA715A1647FA}" presName="rootText" presStyleLbl="node3" presStyleIdx="11" presStyleCnt="17">
        <dgm:presLayoutVars>
          <dgm:chPref val="3"/>
        </dgm:presLayoutVars>
      </dgm:prSet>
      <dgm:spPr/>
    </dgm:pt>
    <dgm:pt modelId="{A5F66F29-CCF5-43A2-BCEE-38535C58B947}" type="pres">
      <dgm:prSet presAssocID="{2E77449D-1CB2-4D93-99AE-EA715A1647FA}" presName="rootConnector" presStyleLbl="node3" presStyleIdx="11" presStyleCnt="17"/>
      <dgm:spPr/>
    </dgm:pt>
    <dgm:pt modelId="{BC162598-61E1-4208-BB8D-99D47ABE53A1}" type="pres">
      <dgm:prSet presAssocID="{2E77449D-1CB2-4D93-99AE-EA715A1647FA}" presName="hierChild4" presStyleCnt="0"/>
      <dgm:spPr/>
    </dgm:pt>
    <dgm:pt modelId="{DC8FED63-1CA3-4826-BF12-6E9AA07E4852}" type="pres">
      <dgm:prSet presAssocID="{2E77449D-1CB2-4D93-99AE-EA715A1647FA}" presName="hierChild5" presStyleCnt="0"/>
      <dgm:spPr/>
    </dgm:pt>
    <dgm:pt modelId="{1073CB3B-60AE-43CD-AA07-80B0C6A99FAF}" type="pres">
      <dgm:prSet presAssocID="{4B388967-A89A-4B4B-A755-33C26AF5F87C}" presName="Name37" presStyleLbl="parChTrans1D3" presStyleIdx="12" presStyleCnt="17"/>
      <dgm:spPr/>
    </dgm:pt>
    <dgm:pt modelId="{73875F81-40DE-4838-AB73-DC3BC5D3063E}" type="pres">
      <dgm:prSet presAssocID="{5E2D65E9-1EBD-41B7-B78F-CC6A8CC9DD70}" presName="hierRoot2" presStyleCnt="0">
        <dgm:presLayoutVars>
          <dgm:hierBranch val="init"/>
        </dgm:presLayoutVars>
      </dgm:prSet>
      <dgm:spPr/>
    </dgm:pt>
    <dgm:pt modelId="{F0794EC8-9FED-415F-81BC-987390DC2FA2}" type="pres">
      <dgm:prSet presAssocID="{5E2D65E9-1EBD-41B7-B78F-CC6A8CC9DD70}" presName="rootComposite" presStyleCnt="0"/>
      <dgm:spPr/>
    </dgm:pt>
    <dgm:pt modelId="{110C8BB8-22BA-4CC7-AFD0-ED80A5CB9247}" type="pres">
      <dgm:prSet presAssocID="{5E2D65E9-1EBD-41B7-B78F-CC6A8CC9DD70}" presName="rootText" presStyleLbl="node3" presStyleIdx="12" presStyleCnt="17">
        <dgm:presLayoutVars>
          <dgm:chPref val="3"/>
        </dgm:presLayoutVars>
      </dgm:prSet>
      <dgm:spPr/>
    </dgm:pt>
    <dgm:pt modelId="{A40E78A6-D310-4E10-B77F-9DA885A5AA0A}" type="pres">
      <dgm:prSet presAssocID="{5E2D65E9-1EBD-41B7-B78F-CC6A8CC9DD70}" presName="rootConnector" presStyleLbl="node3" presStyleIdx="12" presStyleCnt="17"/>
      <dgm:spPr/>
    </dgm:pt>
    <dgm:pt modelId="{148FEA23-A38B-42E1-9D7F-E2F2AF97900E}" type="pres">
      <dgm:prSet presAssocID="{5E2D65E9-1EBD-41B7-B78F-CC6A8CC9DD70}" presName="hierChild4" presStyleCnt="0"/>
      <dgm:spPr/>
    </dgm:pt>
    <dgm:pt modelId="{E60AF4C3-F083-4BD2-9642-E698A32E18C1}" type="pres">
      <dgm:prSet presAssocID="{5E2D65E9-1EBD-41B7-B78F-CC6A8CC9DD70}" presName="hierChild5" presStyleCnt="0"/>
      <dgm:spPr/>
    </dgm:pt>
    <dgm:pt modelId="{AE7E8CDB-3182-4F7D-B0D1-BE0B8668BF24}" type="pres">
      <dgm:prSet presAssocID="{B584F244-36DD-4A74-963E-FD07C8DA69F8}" presName="Name37" presStyleLbl="parChTrans1D3" presStyleIdx="13" presStyleCnt="17"/>
      <dgm:spPr/>
    </dgm:pt>
    <dgm:pt modelId="{E3128E8B-0F12-49A7-8345-40A7C166A1F1}" type="pres">
      <dgm:prSet presAssocID="{F83ABAAA-CAEC-4965-816F-FC00F93EB5B5}" presName="hierRoot2" presStyleCnt="0">
        <dgm:presLayoutVars>
          <dgm:hierBranch val="init"/>
        </dgm:presLayoutVars>
      </dgm:prSet>
      <dgm:spPr/>
    </dgm:pt>
    <dgm:pt modelId="{3B7A3A2E-C9EE-4B32-BB9F-5EE95CA50DCC}" type="pres">
      <dgm:prSet presAssocID="{F83ABAAA-CAEC-4965-816F-FC00F93EB5B5}" presName="rootComposite" presStyleCnt="0"/>
      <dgm:spPr/>
    </dgm:pt>
    <dgm:pt modelId="{23DC8785-B06D-4D81-9ECA-DDB11B65F57E}" type="pres">
      <dgm:prSet presAssocID="{F83ABAAA-CAEC-4965-816F-FC00F93EB5B5}" presName="rootText" presStyleLbl="node3" presStyleIdx="13" presStyleCnt="17">
        <dgm:presLayoutVars>
          <dgm:chPref val="3"/>
        </dgm:presLayoutVars>
      </dgm:prSet>
      <dgm:spPr/>
    </dgm:pt>
    <dgm:pt modelId="{89ED09CA-8D93-41E7-853F-34E173F34113}" type="pres">
      <dgm:prSet presAssocID="{F83ABAAA-CAEC-4965-816F-FC00F93EB5B5}" presName="rootConnector" presStyleLbl="node3" presStyleIdx="13" presStyleCnt="17"/>
      <dgm:spPr/>
    </dgm:pt>
    <dgm:pt modelId="{1AD70398-2FA4-4932-AF7F-943C882073AE}" type="pres">
      <dgm:prSet presAssocID="{F83ABAAA-CAEC-4965-816F-FC00F93EB5B5}" presName="hierChild4" presStyleCnt="0"/>
      <dgm:spPr/>
    </dgm:pt>
    <dgm:pt modelId="{EFDB5CAD-219B-4E31-A7C0-E028D2409FD4}" type="pres">
      <dgm:prSet presAssocID="{F83ABAAA-CAEC-4965-816F-FC00F93EB5B5}" presName="hierChild5" presStyleCnt="0"/>
      <dgm:spPr/>
    </dgm:pt>
    <dgm:pt modelId="{F59E72AC-5A6D-4229-84A9-F24324509B4F}" type="pres">
      <dgm:prSet presAssocID="{49CC0D11-157E-4CA1-88C9-B972475F71DE}" presName="hierChild5" presStyleCnt="0"/>
      <dgm:spPr/>
    </dgm:pt>
    <dgm:pt modelId="{C65F68FE-3CC3-422E-B2E0-B52D4DA116C9}" type="pres">
      <dgm:prSet presAssocID="{F2B2215B-D9EB-4DE3-9021-D0324CF0D628}" presName="Name37" presStyleLbl="parChTrans1D2" presStyleIdx="5" presStyleCnt="6"/>
      <dgm:spPr/>
    </dgm:pt>
    <dgm:pt modelId="{98209297-BBDD-4F3C-BBC5-C4419BDE8E1D}" type="pres">
      <dgm:prSet presAssocID="{3C14636E-9810-4E0D-BD6B-FE319F34EF67}" presName="hierRoot2" presStyleCnt="0">
        <dgm:presLayoutVars>
          <dgm:hierBranch val="init"/>
        </dgm:presLayoutVars>
      </dgm:prSet>
      <dgm:spPr/>
    </dgm:pt>
    <dgm:pt modelId="{9667A7FD-EC56-4D36-873C-7FAC4BA57BD0}" type="pres">
      <dgm:prSet presAssocID="{3C14636E-9810-4E0D-BD6B-FE319F34EF67}" presName="rootComposite" presStyleCnt="0"/>
      <dgm:spPr/>
    </dgm:pt>
    <dgm:pt modelId="{97BF2314-B7B5-4D2B-8309-F7C86F0F4D77}" type="pres">
      <dgm:prSet presAssocID="{3C14636E-9810-4E0D-BD6B-FE319F34EF67}" presName="rootText" presStyleLbl="node2" presStyleIdx="5" presStyleCnt="6">
        <dgm:presLayoutVars>
          <dgm:chPref val="3"/>
        </dgm:presLayoutVars>
      </dgm:prSet>
      <dgm:spPr/>
    </dgm:pt>
    <dgm:pt modelId="{40BC5970-878C-4D5B-AA28-EF31BB8EB1F6}" type="pres">
      <dgm:prSet presAssocID="{3C14636E-9810-4E0D-BD6B-FE319F34EF67}" presName="rootConnector" presStyleLbl="node2" presStyleIdx="5" presStyleCnt="6"/>
      <dgm:spPr/>
    </dgm:pt>
    <dgm:pt modelId="{5AE82DD3-17A4-4FD3-9779-C02C5D19A15C}" type="pres">
      <dgm:prSet presAssocID="{3C14636E-9810-4E0D-BD6B-FE319F34EF67}" presName="hierChild4" presStyleCnt="0"/>
      <dgm:spPr/>
    </dgm:pt>
    <dgm:pt modelId="{EE9C80F3-7EB4-4EAE-840A-26172EDAD41C}" type="pres">
      <dgm:prSet presAssocID="{F6525585-7AA5-4CE8-A8D9-2099BE61C555}" presName="Name37" presStyleLbl="parChTrans1D3" presStyleIdx="14" presStyleCnt="17"/>
      <dgm:spPr/>
    </dgm:pt>
    <dgm:pt modelId="{794A3AA8-1241-4E7B-AA32-9EE9418E2B08}" type="pres">
      <dgm:prSet presAssocID="{866FB6D3-E3D2-4BFF-9149-2EB50EF89DEC}" presName="hierRoot2" presStyleCnt="0">
        <dgm:presLayoutVars>
          <dgm:hierBranch val="init"/>
        </dgm:presLayoutVars>
      </dgm:prSet>
      <dgm:spPr/>
    </dgm:pt>
    <dgm:pt modelId="{C1EB36EB-C357-4B2C-A5B4-D9157EBA727F}" type="pres">
      <dgm:prSet presAssocID="{866FB6D3-E3D2-4BFF-9149-2EB50EF89DEC}" presName="rootComposite" presStyleCnt="0"/>
      <dgm:spPr/>
    </dgm:pt>
    <dgm:pt modelId="{16159F22-8073-4582-B1D2-28A3A11958E0}" type="pres">
      <dgm:prSet presAssocID="{866FB6D3-E3D2-4BFF-9149-2EB50EF89DEC}" presName="rootText" presStyleLbl="node3" presStyleIdx="14" presStyleCnt="17">
        <dgm:presLayoutVars>
          <dgm:chPref val="3"/>
        </dgm:presLayoutVars>
      </dgm:prSet>
      <dgm:spPr/>
    </dgm:pt>
    <dgm:pt modelId="{64FE6A40-7663-4B02-BE23-7A17F0E2DB33}" type="pres">
      <dgm:prSet presAssocID="{866FB6D3-E3D2-4BFF-9149-2EB50EF89DEC}" presName="rootConnector" presStyleLbl="node3" presStyleIdx="14" presStyleCnt="17"/>
      <dgm:spPr/>
    </dgm:pt>
    <dgm:pt modelId="{91CD2E53-D7A8-47FE-B786-4DBFA133C719}" type="pres">
      <dgm:prSet presAssocID="{866FB6D3-E3D2-4BFF-9149-2EB50EF89DEC}" presName="hierChild4" presStyleCnt="0"/>
      <dgm:spPr/>
    </dgm:pt>
    <dgm:pt modelId="{A2558BDB-CAE8-4C36-8635-A9792B0E71AC}" type="pres">
      <dgm:prSet presAssocID="{866FB6D3-E3D2-4BFF-9149-2EB50EF89DEC}" presName="hierChild5" presStyleCnt="0"/>
      <dgm:spPr/>
    </dgm:pt>
    <dgm:pt modelId="{76595A5D-3ED8-4596-98F3-6D41B047A3A8}" type="pres">
      <dgm:prSet presAssocID="{F2ED1179-40EB-4266-87F3-3D80FC0286B5}" presName="Name37" presStyleLbl="parChTrans1D3" presStyleIdx="15" presStyleCnt="17"/>
      <dgm:spPr/>
    </dgm:pt>
    <dgm:pt modelId="{A81B36D3-C213-4A04-B186-0B718A7391B3}" type="pres">
      <dgm:prSet presAssocID="{FBE7BC70-7AA3-4547-BDCA-DAEF5CF4CA19}" presName="hierRoot2" presStyleCnt="0">
        <dgm:presLayoutVars>
          <dgm:hierBranch val="init"/>
        </dgm:presLayoutVars>
      </dgm:prSet>
      <dgm:spPr/>
    </dgm:pt>
    <dgm:pt modelId="{EFF3C7AC-92AB-4B58-B30D-7AD024232766}" type="pres">
      <dgm:prSet presAssocID="{FBE7BC70-7AA3-4547-BDCA-DAEF5CF4CA19}" presName="rootComposite" presStyleCnt="0"/>
      <dgm:spPr/>
    </dgm:pt>
    <dgm:pt modelId="{DD182B45-B27A-4F3C-8B65-4912C3155890}" type="pres">
      <dgm:prSet presAssocID="{FBE7BC70-7AA3-4547-BDCA-DAEF5CF4CA19}" presName="rootText" presStyleLbl="node3" presStyleIdx="15" presStyleCnt="17">
        <dgm:presLayoutVars>
          <dgm:chPref val="3"/>
        </dgm:presLayoutVars>
      </dgm:prSet>
      <dgm:spPr/>
    </dgm:pt>
    <dgm:pt modelId="{98FDD4AD-51A5-4D3F-AC66-6E29DD522EEE}" type="pres">
      <dgm:prSet presAssocID="{FBE7BC70-7AA3-4547-BDCA-DAEF5CF4CA19}" presName="rootConnector" presStyleLbl="node3" presStyleIdx="15" presStyleCnt="17"/>
      <dgm:spPr/>
    </dgm:pt>
    <dgm:pt modelId="{FF8970BA-7A72-43CB-A81C-4E7841CA0CE2}" type="pres">
      <dgm:prSet presAssocID="{FBE7BC70-7AA3-4547-BDCA-DAEF5CF4CA19}" presName="hierChild4" presStyleCnt="0"/>
      <dgm:spPr/>
    </dgm:pt>
    <dgm:pt modelId="{CF90097B-A5DA-4A20-8EDD-5CDBB15A8DDA}" type="pres">
      <dgm:prSet presAssocID="{FBE7BC70-7AA3-4547-BDCA-DAEF5CF4CA19}" presName="hierChild5" presStyleCnt="0"/>
      <dgm:spPr/>
    </dgm:pt>
    <dgm:pt modelId="{FFC488C0-6AC0-4D53-ACA3-A1EA50BB9FD8}" type="pres">
      <dgm:prSet presAssocID="{D541D777-FFB6-4983-BD99-FE7071732E5E}" presName="Name37" presStyleLbl="parChTrans1D3" presStyleIdx="16" presStyleCnt="17"/>
      <dgm:spPr/>
    </dgm:pt>
    <dgm:pt modelId="{B05EDFDA-B75C-42FA-B8AE-77DF568568D5}" type="pres">
      <dgm:prSet presAssocID="{D11FBC6A-CE3D-43D0-AD90-FE077A952F0D}" presName="hierRoot2" presStyleCnt="0">
        <dgm:presLayoutVars>
          <dgm:hierBranch val="init"/>
        </dgm:presLayoutVars>
      </dgm:prSet>
      <dgm:spPr/>
    </dgm:pt>
    <dgm:pt modelId="{D90B28FD-6831-48D3-BD33-96CB24F1DEA5}" type="pres">
      <dgm:prSet presAssocID="{D11FBC6A-CE3D-43D0-AD90-FE077A952F0D}" presName="rootComposite" presStyleCnt="0"/>
      <dgm:spPr/>
    </dgm:pt>
    <dgm:pt modelId="{8C9743F8-C6C0-41B1-B005-1B96D8A260E9}" type="pres">
      <dgm:prSet presAssocID="{D11FBC6A-CE3D-43D0-AD90-FE077A952F0D}" presName="rootText" presStyleLbl="node3" presStyleIdx="16" presStyleCnt="17" custLinFactNeighborX="-304" custLinFactNeighborY="-785">
        <dgm:presLayoutVars>
          <dgm:chPref val="3"/>
        </dgm:presLayoutVars>
      </dgm:prSet>
      <dgm:spPr/>
    </dgm:pt>
    <dgm:pt modelId="{3F8CB060-0BF3-49C6-BC44-3F888ED5885A}" type="pres">
      <dgm:prSet presAssocID="{D11FBC6A-CE3D-43D0-AD90-FE077A952F0D}" presName="rootConnector" presStyleLbl="node3" presStyleIdx="16" presStyleCnt="17"/>
      <dgm:spPr/>
    </dgm:pt>
    <dgm:pt modelId="{3B13C5D9-2C3F-47DB-A530-58BEAA8813FB}" type="pres">
      <dgm:prSet presAssocID="{D11FBC6A-CE3D-43D0-AD90-FE077A952F0D}" presName="hierChild4" presStyleCnt="0"/>
      <dgm:spPr/>
    </dgm:pt>
    <dgm:pt modelId="{3AEB23BE-76FD-404A-8140-F03C86DBAEDB}" type="pres">
      <dgm:prSet presAssocID="{D11FBC6A-CE3D-43D0-AD90-FE077A952F0D}" presName="hierChild5" presStyleCnt="0"/>
      <dgm:spPr/>
    </dgm:pt>
    <dgm:pt modelId="{90724C39-624A-41B5-96A9-D0D4C76BEA92}" type="pres">
      <dgm:prSet presAssocID="{3C14636E-9810-4E0D-BD6B-FE319F34EF67}" presName="hierChild5" presStyleCnt="0"/>
      <dgm:spPr/>
    </dgm:pt>
    <dgm:pt modelId="{6F229FDF-4007-46E3-9DC9-E5527846FE35}" type="pres">
      <dgm:prSet presAssocID="{2659DFA5-A106-4A7E-8B49-DA98EAD7B296}" presName="hierChild3" presStyleCnt="0"/>
      <dgm:spPr/>
    </dgm:pt>
  </dgm:ptLst>
  <dgm:cxnLst>
    <dgm:cxn modelId="{786F4B03-4E45-4521-8755-7649BC156750}" srcId="{49CC0D11-157E-4CA1-88C9-B972475F71DE}" destId="{5E2D65E9-1EBD-41B7-B78F-CC6A8CC9DD70}" srcOrd="1" destOrd="0" parTransId="{4B388967-A89A-4B4B-A755-33C26AF5F87C}" sibTransId="{512C5652-B242-4DA2-92F2-6C423F980148}"/>
    <dgm:cxn modelId="{7B8F8104-AEDE-4A61-947C-1DAA8E15FE07}" type="presOf" srcId="{D207AA23-E1E9-4664-8694-657CBE7F5113}" destId="{1EDDC4A0-7BC2-483A-84BD-549CE25340AD}" srcOrd="0" destOrd="0" presId="urn:microsoft.com/office/officeart/2005/8/layout/orgChart1"/>
    <dgm:cxn modelId="{31DEDF04-58E1-48F7-AA34-FAFD1A312051}" type="presOf" srcId="{82515DFC-9938-4C9D-833B-D7B6FE74F3D6}" destId="{B36F738C-DABB-499F-A586-6245E56F73A4}" srcOrd="0" destOrd="0" presId="urn:microsoft.com/office/officeart/2005/8/layout/orgChart1"/>
    <dgm:cxn modelId="{E49B4B09-C86D-4D6C-A2A6-CFB973BB5227}" type="presOf" srcId="{780E2C17-7959-4BE4-B5B9-2AF6E7CE28C3}" destId="{C6C88578-7EB4-4412-B093-8DF2559B6650}" srcOrd="1" destOrd="0" presId="urn:microsoft.com/office/officeart/2005/8/layout/orgChart1"/>
    <dgm:cxn modelId="{CAABAD0C-884A-4956-8ED2-0F07AC4C6323}" type="presOf" srcId="{937CFD05-A419-45AA-A7A7-87FA7D9DF5E4}" destId="{F0245E46-82A5-4095-80A3-06B62E3ABEE8}" srcOrd="0" destOrd="0" presId="urn:microsoft.com/office/officeart/2005/8/layout/orgChart1"/>
    <dgm:cxn modelId="{A671590E-F926-4AF6-91E1-AD9336EC2F46}" srcId="{5AD51844-7667-449C-B04B-2A3775799BFF}" destId="{4BAE13AE-39F3-416E-8744-CFDB4B732C07}" srcOrd="1" destOrd="0" parTransId="{1699D3DA-29B7-417B-98A4-5CC0FE236955}" sibTransId="{306B415E-C390-4DDC-82B2-649369D5F815}"/>
    <dgm:cxn modelId="{51D67613-996F-4174-9BE9-7F1274442591}" type="presOf" srcId="{4DDDC414-06E2-4C82-9399-53369491B886}" destId="{7319B586-D155-4777-9916-36F3C2BAE68B}" srcOrd="0" destOrd="0" presId="urn:microsoft.com/office/officeart/2005/8/layout/orgChart1"/>
    <dgm:cxn modelId="{1D07CE15-45BC-4198-98F1-4395A355E0C0}" type="presOf" srcId="{5BFFD63B-5511-492C-9222-0156EFC4526B}" destId="{5CC39CA2-13D2-4B46-934E-C03FE919297A}" srcOrd="1" destOrd="0" presId="urn:microsoft.com/office/officeart/2005/8/layout/orgChart1"/>
    <dgm:cxn modelId="{B4171F18-0657-4D9B-BB4D-07A6AE33D7B7}" type="presOf" srcId="{772E7B0D-B69B-4E81-A85E-0A2BF0158C06}" destId="{03D90786-AE6E-4D20-BA37-7BB32E0DE43B}" srcOrd="0" destOrd="0" presId="urn:microsoft.com/office/officeart/2005/8/layout/orgChart1"/>
    <dgm:cxn modelId="{A7BFC51A-6A39-4263-B609-0B4C38A0FF9C}" srcId="{49CC0D11-157E-4CA1-88C9-B972475F71DE}" destId="{F83ABAAA-CAEC-4965-816F-FC00F93EB5B5}" srcOrd="2" destOrd="0" parTransId="{B584F244-36DD-4A74-963E-FD07C8DA69F8}" sibTransId="{D3D61F94-BD29-4F88-8E6D-FA39B95533C2}"/>
    <dgm:cxn modelId="{DC06FD1C-05C6-49E7-AFF8-B5820D33A369}" type="presOf" srcId="{F2B2215B-D9EB-4DE3-9021-D0324CF0D628}" destId="{C65F68FE-3CC3-422E-B2E0-B52D4DA116C9}" srcOrd="0" destOrd="0" presId="urn:microsoft.com/office/officeart/2005/8/layout/orgChart1"/>
    <dgm:cxn modelId="{A25C5321-2397-436D-96DF-6B1391C6D905}" srcId="{780E2C17-7959-4BE4-B5B9-2AF6E7CE28C3}" destId="{5AD51844-7667-449C-B04B-2A3775799BFF}" srcOrd="2" destOrd="0" parTransId="{FD7AA57F-CF0E-42DE-A55F-2EC78B30B05B}" sibTransId="{6896A8BC-4889-4D51-8FB9-9AB4779A3BA7}"/>
    <dgm:cxn modelId="{C5CADE22-63EE-4555-AB96-198F12BDF0A9}" type="presOf" srcId="{D11FBC6A-CE3D-43D0-AD90-FE077A952F0D}" destId="{8C9743F8-C6C0-41B1-B005-1B96D8A260E9}" srcOrd="0" destOrd="0" presId="urn:microsoft.com/office/officeart/2005/8/layout/orgChart1"/>
    <dgm:cxn modelId="{BCE10923-E703-402F-915B-6BEB75BA77BF}" type="presOf" srcId="{9806DEA8-F325-4BC2-BE52-585E2948CFB3}" destId="{FC0D5DA3-7F08-40C9-A39B-512D9ACDB8BB}" srcOrd="0" destOrd="0" presId="urn:microsoft.com/office/officeart/2005/8/layout/orgChart1"/>
    <dgm:cxn modelId="{85DE2A26-2C08-4BE9-9F24-8C953FF3E404}" type="presOf" srcId="{D11FBC6A-CE3D-43D0-AD90-FE077A952F0D}" destId="{3F8CB060-0BF3-49C6-BC44-3F888ED5885A}" srcOrd="1" destOrd="0" presId="urn:microsoft.com/office/officeart/2005/8/layout/orgChart1"/>
    <dgm:cxn modelId="{5ACB3B26-7026-49BC-A8EA-7F34332856ED}" type="presOf" srcId="{98E64B81-CF24-49AB-A88A-228C9A8CA780}" destId="{27333CFF-6E7D-4480-9D2E-94A4A14EE4E1}" srcOrd="0" destOrd="0" presId="urn:microsoft.com/office/officeart/2005/8/layout/orgChart1"/>
    <dgm:cxn modelId="{3D77602F-E401-4991-86D9-3AD722D9BBDB}" type="presOf" srcId="{ADC43549-3DFF-4342-93AD-E6B385BD568D}" destId="{FB40934C-B2A6-47A7-9D3B-94EF8C82922D}" srcOrd="0" destOrd="0" presId="urn:microsoft.com/office/officeart/2005/8/layout/orgChart1"/>
    <dgm:cxn modelId="{28F40031-59A0-4D2F-B612-6794747AA38C}" type="presOf" srcId="{2659DFA5-A106-4A7E-8B49-DA98EAD7B296}" destId="{0EDEBBD8-2CBA-4893-94D2-2815C59C8C9D}" srcOrd="1" destOrd="0" presId="urn:microsoft.com/office/officeart/2005/8/layout/orgChart1"/>
    <dgm:cxn modelId="{D3C15631-C6AA-431A-8019-B6CB89E454D1}" srcId="{9806DEA8-F325-4BC2-BE52-585E2948CFB3}" destId="{780E2C17-7959-4BE4-B5B9-2AF6E7CE28C3}" srcOrd="0" destOrd="0" parTransId="{2512B4B8-6636-4906-9597-60AD45FC6AB8}" sibTransId="{DBC20B37-8FA3-4069-9306-016BCE515DEB}"/>
    <dgm:cxn modelId="{30284033-B0DA-4921-AF69-CB21DCCDB71B}" type="presOf" srcId="{F83ABAAA-CAEC-4965-816F-FC00F93EB5B5}" destId="{89ED09CA-8D93-41E7-853F-34E173F34113}" srcOrd="1" destOrd="0" presId="urn:microsoft.com/office/officeart/2005/8/layout/orgChart1"/>
    <dgm:cxn modelId="{CE37DE36-1AAF-409F-9C22-7F6CD68C4F28}" type="presOf" srcId="{1699D3DA-29B7-417B-98A4-5CC0FE236955}" destId="{8D10BC65-F2F4-48C8-9082-FB2C42128887}" srcOrd="0" destOrd="0" presId="urn:microsoft.com/office/officeart/2005/8/layout/orgChart1"/>
    <dgm:cxn modelId="{A72A0E37-9999-439A-989A-B7BB1305A685}" type="presOf" srcId="{1C76DC10-B192-4CB8-BDD4-43D705326175}" destId="{152DB30B-0997-48AC-8E02-B305E6A174EA}" srcOrd="0" destOrd="0" presId="urn:microsoft.com/office/officeart/2005/8/layout/orgChart1"/>
    <dgm:cxn modelId="{2A89C337-9BC1-4584-8D07-3F8899C90399}" type="presOf" srcId="{CDA72991-8516-4F67-9D7F-C6CEFB219E63}" destId="{30523AB1-C99C-444B-AA4F-1E73092027E9}" srcOrd="0" destOrd="0" presId="urn:microsoft.com/office/officeart/2005/8/layout/orgChart1"/>
    <dgm:cxn modelId="{D354B239-4394-48D0-8235-D4B3A7D7CD47}" type="presOf" srcId="{D541D777-FFB6-4983-BD99-FE7071732E5E}" destId="{FFC488C0-6AC0-4D53-ACA3-A1EA50BB9FD8}" srcOrd="0" destOrd="0" presId="urn:microsoft.com/office/officeart/2005/8/layout/orgChart1"/>
    <dgm:cxn modelId="{5B43F339-98D9-41DF-9248-2F566328D061}" type="presOf" srcId="{4BAE13AE-39F3-416E-8744-CFDB4B732C07}" destId="{72CEFB75-59D1-4656-8F8B-120522C92D35}" srcOrd="0" destOrd="0" presId="urn:microsoft.com/office/officeart/2005/8/layout/orgChart1"/>
    <dgm:cxn modelId="{73DBFA5B-FA0E-4C51-A888-AAFB7A000A65}" type="presOf" srcId="{1EC7473E-C38C-43F4-A078-4BF3B05DD0C5}" destId="{B53B0E2E-0C65-44C5-B0FD-F7C54A95DCE9}" srcOrd="1" destOrd="0" presId="urn:microsoft.com/office/officeart/2005/8/layout/orgChart1"/>
    <dgm:cxn modelId="{48EDD55D-AA76-42E5-ACEF-B5506C88F9C1}" type="presOf" srcId="{49CC0D11-157E-4CA1-88C9-B972475F71DE}" destId="{9ECCACEF-1A60-4673-9978-201671603B4C}" srcOrd="1" destOrd="0" presId="urn:microsoft.com/office/officeart/2005/8/layout/orgChart1"/>
    <dgm:cxn modelId="{03767A5E-AABF-4EC9-8CEF-807D965BAF10}" type="presOf" srcId="{8423AC5B-65BB-44BA-85C8-B8F2C1D799F9}" destId="{1F827E1E-DE28-4629-93A9-7862FAB5F676}" srcOrd="1" destOrd="0" presId="urn:microsoft.com/office/officeart/2005/8/layout/orgChart1"/>
    <dgm:cxn modelId="{532C5144-4C59-44E6-96BC-E7372ED7E127}" type="presOf" srcId="{851C9D6E-AC63-4942-A4BE-E6721A22670E}" destId="{2907B370-BA96-40F4-A66F-C111E7FDFAAE}" srcOrd="0" destOrd="0" presId="urn:microsoft.com/office/officeart/2005/8/layout/orgChart1"/>
    <dgm:cxn modelId="{856FE764-18D8-45A0-B033-624D6C00314C}" type="presOf" srcId="{D207AA23-E1E9-4664-8694-657CBE7F5113}" destId="{23984141-AD1C-4E04-AE34-10AE7E9078D3}" srcOrd="1" destOrd="0" presId="urn:microsoft.com/office/officeart/2005/8/layout/orgChart1"/>
    <dgm:cxn modelId="{E6A49A65-AA13-4131-A372-47DC1A28E33A}" type="presOf" srcId="{866FB6D3-E3D2-4BFF-9149-2EB50EF89DEC}" destId="{64FE6A40-7663-4B02-BE23-7A17F0E2DB33}" srcOrd="1" destOrd="0" presId="urn:microsoft.com/office/officeart/2005/8/layout/orgChart1"/>
    <dgm:cxn modelId="{44064866-423E-40A8-9476-91A75F8DFDC0}" type="presOf" srcId="{DA31883E-BFA3-4E40-A60B-18EF47AFBB66}" destId="{6A4ED661-D248-47A4-B2DA-E297BE68BBC9}" srcOrd="1" destOrd="0" presId="urn:microsoft.com/office/officeart/2005/8/layout/orgChart1"/>
    <dgm:cxn modelId="{59FFF269-AA2C-48A0-9526-6C4C87F51E66}" type="presOf" srcId="{2E77449D-1CB2-4D93-99AE-EA715A1647FA}" destId="{2B50F316-1879-4EC4-9D80-896B473068C7}" srcOrd="0" destOrd="0" presId="urn:microsoft.com/office/officeart/2005/8/layout/orgChart1"/>
    <dgm:cxn modelId="{D8BFF26B-5B16-468C-881A-CE449448CA2A}" srcId="{49CC0D11-157E-4CA1-88C9-B972475F71DE}" destId="{2E77449D-1CB2-4D93-99AE-EA715A1647FA}" srcOrd="0" destOrd="0" parTransId="{ADC43549-3DFF-4342-93AD-E6B385BD568D}" sibTransId="{2DBF4DD5-EFAE-4C14-A90A-25DF3F677002}"/>
    <dgm:cxn modelId="{2BB0D44C-A4A4-438F-83B1-E4736CA73568}" type="presOf" srcId="{6571645B-0BBE-4CD7-BA5A-7144F7D8C054}" destId="{EE5463CD-2007-41E8-A571-D5AD678DE2DA}" srcOrd="0" destOrd="0" presId="urn:microsoft.com/office/officeart/2005/8/layout/orgChart1"/>
    <dgm:cxn modelId="{D570434F-473B-4EA7-8CEE-5C21AF264958}" type="presOf" srcId="{93FA9CFA-3713-4C93-B0FB-EB826ABE93C4}" destId="{9CD331E9-EB87-4B3B-B27A-4328BDFD50F6}" srcOrd="0" destOrd="0" presId="urn:microsoft.com/office/officeart/2005/8/layout/orgChart1"/>
    <dgm:cxn modelId="{9A57E451-20A9-4319-B0A0-4A46C5A2F625}" type="presOf" srcId="{9B6515FC-BAB6-49BD-B614-8D99B5FBDBDE}" destId="{DAD855C7-600A-499D-B0A8-DE9BCE52E531}" srcOrd="0" destOrd="0" presId="urn:microsoft.com/office/officeart/2005/8/layout/orgChart1"/>
    <dgm:cxn modelId="{6B455753-0F80-4C73-A5C1-79F921435C05}" type="presOf" srcId="{DA31883E-BFA3-4E40-A60B-18EF47AFBB66}" destId="{B0F39982-E304-45AF-8EF7-38288AD49A0D}" srcOrd="0" destOrd="0" presId="urn:microsoft.com/office/officeart/2005/8/layout/orgChart1"/>
    <dgm:cxn modelId="{C7690375-45D4-4B6F-B22C-C838ECEA30FB}" type="presOf" srcId="{EAF9F797-4D5F-4B10-AFEF-CA31E8649317}" destId="{225D4CA6-BBAF-40EB-955D-DC7F91D0A738}" srcOrd="0" destOrd="0" presId="urn:microsoft.com/office/officeart/2005/8/layout/orgChart1"/>
    <dgm:cxn modelId="{03E27455-B9EC-4CC2-9CB9-BDD5A1487DEE}" type="presOf" srcId="{4B388967-A89A-4B4B-A755-33C26AF5F87C}" destId="{1073CB3B-60AE-43CD-AA07-80B0C6A99FAF}" srcOrd="0" destOrd="0" presId="urn:microsoft.com/office/officeart/2005/8/layout/orgChart1"/>
    <dgm:cxn modelId="{C9E4547A-EE6D-45D9-A634-B213CC55C976}" type="presOf" srcId="{82515DFC-9938-4C9D-833B-D7B6FE74F3D6}" destId="{14012CE9-2525-49DB-825E-72030D160490}" srcOrd="1" destOrd="0" presId="urn:microsoft.com/office/officeart/2005/8/layout/orgChart1"/>
    <dgm:cxn modelId="{9B96C07A-1231-411F-9B7E-6EA33A03B64D}" type="presOf" srcId="{1C76DC10-B192-4CB8-BDD4-43D705326175}" destId="{E2521828-141C-4DD9-A0FF-550F879D8B65}" srcOrd="1" destOrd="0" presId="urn:microsoft.com/office/officeart/2005/8/layout/orgChart1"/>
    <dgm:cxn modelId="{9F82437C-25D9-43EB-B19A-C59107068918}" type="presOf" srcId="{B584F244-36DD-4A74-963E-FD07C8DA69F8}" destId="{AE7E8CDB-3182-4F7D-B0D1-BE0B8668BF24}" srcOrd="0" destOrd="0" presId="urn:microsoft.com/office/officeart/2005/8/layout/orgChart1"/>
    <dgm:cxn modelId="{B6D76A80-0D50-4688-8204-47049D8772F0}" type="presOf" srcId="{3C14636E-9810-4E0D-BD6B-FE319F34EF67}" destId="{40BC5970-878C-4D5B-AA28-EF31BB8EB1F6}" srcOrd="1" destOrd="0" presId="urn:microsoft.com/office/officeart/2005/8/layout/orgChart1"/>
    <dgm:cxn modelId="{811E5A80-3A03-4A82-9D2D-4C01DEDF2B81}" type="presOf" srcId="{8A2823D3-0319-40D7-99A2-677B9C1E7C97}" destId="{8A4D6337-DC10-4A2A-B856-314A41E612E8}" srcOrd="0" destOrd="0" presId="urn:microsoft.com/office/officeart/2005/8/layout/orgChart1"/>
    <dgm:cxn modelId="{F8591084-6FA5-4984-B529-E4E1FCB21BEB}" type="presOf" srcId="{F6525585-7AA5-4CE8-A8D9-2099BE61C555}" destId="{EE9C80F3-7EB4-4EAE-840A-26172EDAD41C}" srcOrd="0" destOrd="0" presId="urn:microsoft.com/office/officeart/2005/8/layout/orgChart1"/>
    <dgm:cxn modelId="{0C726C88-EF2B-410A-A9E4-7E9FC7C36530}" type="presOf" srcId="{5BFFD63B-5511-492C-9222-0156EFC4526B}" destId="{C1E13093-8BD2-473F-9131-948EED45B322}" srcOrd="0" destOrd="0" presId="urn:microsoft.com/office/officeart/2005/8/layout/orgChart1"/>
    <dgm:cxn modelId="{02CE8D8E-E5C8-496B-98D2-6E8E867ECC46}" srcId="{5BFFD63B-5511-492C-9222-0156EFC4526B}" destId="{1EC7473E-C38C-43F4-A078-4BF3B05DD0C5}" srcOrd="0" destOrd="0" parTransId="{EAF9F797-4D5F-4B10-AFEF-CA31E8649317}" sibTransId="{39576AED-5FE2-48F6-9A6D-F66F2094B208}"/>
    <dgm:cxn modelId="{E38A0993-B731-4A35-B10A-EFF33C9C8126}" srcId="{3C14636E-9810-4E0D-BD6B-FE319F34EF67}" destId="{866FB6D3-E3D2-4BFF-9149-2EB50EF89DEC}" srcOrd="0" destOrd="0" parTransId="{F6525585-7AA5-4CE8-A8D9-2099BE61C555}" sibTransId="{A4959B79-2BBB-4D10-BF09-67341458E010}"/>
    <dgm:cxn modelId="{AEC67096-20FC-480D-97F0-F2F564BD9E8A}" srcId="{780E2C17-7959-4BE4-B5B9-2AF6E7CE28C3}" destId="{22AAB52A-F50E-450E-A45B-AA76C6E60155}" srcOrd="1" destOrd="0" parTransId="{111B3508-DF67-4D45-82A6-7B60B4D41864}" sibTransId="{773A98D1-1721-4740-BBBC-EE4ECE532058}"/>
    <dgm:cxn modelId="{46AEC197-A6EA-4C0C-80B0-F120648EEA80}" type="presOf" srcId="{2659DFA5-A106-4A7E-8B49-DA98EAD7B296}" destId="{9970962E-5966-4A32-B07D-FBF8C5E5B9F8}" srcOrd="0" destOrd="0" presId="urn:microsoft.com/office/officeart/2005/8/layout/orgChart1"/>
    <dgm:cxn modelId="{845FE99E-0533-4733-BCC5-9DA5CCD384CA}" srcId="{2659DFA5-A106-4A7E-8B49-DA98EAD7B296}" destId="{3C14636E-9810-4E0D-BD6B-FE319F34EF67}" srcOrd="1" destOrd="0" parTransId="{F2B2215B-D9EB-4DE3-9021-D0324CF0D628}" sibTransId="{5FBEBCF2-51A5-4A20-83E0-882BF63E2BF3}"/>
    <dgm:cxn modelId="{544C879F-65F0-46A5-B7C0-8D1A458F62F9}" srcId="{780E2C17-7959-4BE4-B5B9-2AF6E7CE28C3}" destId="{82515DFC-9938-4C9D-833B-D7B6FE74F3D6}" srcOrd="0" destOrd="0" parTransId="{81AD3CE4-69FA-4B9E-BB3B-4FF1EB31E2BF}" sibTransId="{3ABDE96B-50C5-4FE4-A81A-4FB2FAAAAFA5}"/>
    <dgm:cxn modelId="{D68E4CA5-2615-45AA-BC48-8892261A331E}" srcId="{5AD51844-7667-449C-B04B-2A3775799BFF}" destId="{CDA72991-8516-4F67-9D7F-C6CEFB219E63}" srcOrd="0" destOrd="0" parTransId="{D5FFA1D8-50D6-4A82-87E7-058D5B4962E6}" sibTransId="{977A6F70-64D1-479E-B160-4BA6F04720C2}"/>
    <dgm:cxn modelId="{BCC7A2A7-5A91-44CF-8DFE-0AE5D9476A0F}" type="presOf" srcId="{FD7AA57F-CF0E-42DE-A55F-2EC78B30B05B}" destId="{DBB6250D-A994-4B68-83F5-3A299E01BCF0}" srcOrd="0" destOrd="0" presId="urn:microsoft.com/office/officeart/2005/8/layout/orgChart1"/>
    <dgm:cxn modelId="{DFC0BEA7-21CA-4258-9A94-B4B3CCF9899E}" type="presOf" srcId="{6A2D653D-8D1B-4D65-BE9B-17EF54CC359E}" destId="{0160233A-4231-4FB1-9DA7-92B799B326EB}" srcOrd="1" destOrd="0" presId="urn:microsoft.com/office/officeart/2005/8/layout/orgChart1"/>
    <dgm:cxn modelId="{4A4426A8-2F36-4935-9726-DFCE8F41E836}" srcId="{22AAB52A-F50E-450E-A45B-AA76C6E60155}" destId="{78C4697E-42E3-4CD6-8626-1B95ABCFBAEE}" srcOrd="2" destOrd="0" parTransId="{8A2823D3-0319-40D7-99A2-677B9C1E7C97}" sibTransId="{E49278E8-4C74-4CB2-80A2-3456757BC598}"/>
    <dgm:cxn modelId="{6D15F6AB-011D-4654-979D-D9E2A573E44C}" type="presOf" srcId="{49CC0D11-157E-4CA1-88C9-B972475F71DE}" destId="{5E0D5D4D-071E-4093-95ED-362593C4E3C1}" srcOrd="0" destOrd="0" presId="urn:microsoft.com/office/officeart/2005/8/layout/orgChart1"/>
    <dgm:cxn modelId="{721041AC-9348-47CC-9786-07A02F06171B}" type="presOf" srcId="{F2ED1179-40EB-4266-87F3-3D80FC0286B5}" destId="{76595A5D-3ED8-4596-98F3-6D41B047A3A8}" srcOrd="0" destOrd="0" presId="urn:microsoft.com/office/officeart/2005/8/layout/orgChart1"/>
    <dgm:cxn modelId="{1D22AAAC-4B45-48C9-84FC-690C449BA89D}" srcId="{780E2C17-7959-4BE4-B5B9-2AF6E7CE28C3}" destId="{5BFFD63B-5511-492C-9222-0156EFC4526B}" srcOrd="3" destOrd="0" parTransId="{937CFD05-A419-45AA-A7A7-87FA7D9DF5E4}" sibTransId="{D2D278E8-783F-4750-A634-8BB5EBBA1118}"/>
    <dgm:cxn modelId="{8FE8EBAE-0B83-4C1B-AFF9-F8262FB33881}" type="presOf" srcId="{5AD51844-7667-449C-B04B-2A3775799BFF}" destId="{F76DCC48-5560-4BD5-AD58-0C6CED22E5B3}" srcOrd="1" destOrd="0" presId="urn:microsoft.com/office/officeart/2005/8/layout/orgChart1"/>
    <dgm:cxn modelId="{59A291B3-B751-4DB1-B743-4001DE73F01C}" srcId="{9806DEA8-F325-4BC2-BE52-585E2948CFB3}" destId="{2659DFA5-A106-4A7E-8B49-DA98EAD7B296}" srcOrd="1" destOrd="0" parTransId="{CD068D29-924E-4D3E-B939-72B94EF3DF14}" sibTransId="{DAF67F12-D54A-4ACD-9080-9D952BD7196C}"/>
    <dgm:cxn modelId="{8E3F17B4-7549-4018-A69F-1C6BCD1662C9}" srcId="{22AAB52A-F50E-450E-A45B-AA76C6E60155}" destId="{851C9D6E-AC63-4942-A4BE-E6721A22670E}" srcOrd="3" destOrd="0" parTransId="{93FA9CFA-3713-4C93-B0FB-EB826ABE93C4}" sibTransId="{E67CB3FC-871F-48D3-8F22-E65AC355491E}"/>
    <dgm:cxn modelId="{9DE396B4-3663-4EB0-BC77-41DA68116E8E}" srcId="{5BFFD63B-5511-492C-9222-0156EFC4526B}" destId="{D207AA23-E1E9-4664-8694-657CBE7F5113}" srcOrd="2" destOrd="0" parTransId="{2B811217-D6E1-4007-B8B1-74F71399FCBC}" sibTransId="{FD6F05A3-C7FA-425C-9D87-0A61C97921D3}"/>
    <dgm:cxn modelId="{41A363B5-B191-49F7-BEF3-57A8244DEFC3}" type="presOf" srcId="{22AAB52A-F50E-450E-A45B-AA76C6E60155}" destId="{609F4C0D-78CC-42E2-8EC6-ACCF5277829F}" srcOrd="1" destOrd="0" presId="urn:microsoft.com/office/officeart/2005/8/layout/orgChart1"/>
    <dgm:cxn modelId="{1A4163B6-A5CC-487A-B86B-B865EB1BAAC4}" type="presOf" srcId="{5E2D65E9-1EBD-41B7-B78F-CC6A8CC9DD70}" destId="{110C8BB8-22BA-4CC7-AFD0-ED80A5CB9247}" srcOrd="0" destOrd="0" presId="urn:microsoft.com/office/officeart/2005/8/layout/orgChart1"/>
    <dgm:cxn modelId="{543B71B6-CF65-4C49-A43B-F77A55874337}" type="presOf" srcId="{851C9D6E-AC63-4942-A4BE-E6721A22670E}" destId="{10E23348-0F19-4FD3-A71D-F48223639FF9}" srcOrd="1" destOrd="0" presId="urn:microsoft.com/office/officeart/2005/8/layout/orgChart1"/>
    <dgm:cxn modelId="{4A0ED3B7-863A-4FF7-8412-E1E2CACBFDBA}" type="presOf" srcId="{F83ABAAA-CAEC-4965-816F-FC00F93EB5B5}" destId="{23DC8785-B06D-4D81-9ECA-DDB11B65F57E}" srcOrd="0" destOrd="0" presId="urn:microsoft.com/office/officeart/2005/8/layout/orgChart1"/>
    <dgm:cxn modelId="{F5DC0EB9-7F69-4F45-BECF-FEAE43ADDD6E}" srcId="{5BFFD63B-5511-492C-9222-0156EFC4526B}" destId="{DA31883E-BFA3-4E40-A60B-18EF47AFBB66}" srcOrd="3" destOrd="0" parTransId="{750122CD-56F8-417B-81A8-16EE443ABF6F}" sibTransId="{34A415E1-0896-4135-A2A3-7034DCDB7A92}"/>
    <dgm:cxn modelId="{1FB1A7BB-CB80-4565-B3F3-9F7CE56DC22D}" type="presOf" srcId="{81AD3CE4-69FA-4B9E-BB3B-4FF1EB31E2BF}" destId="{31CF9883-6932-443B-BE67-EA6070F735FC}" srcOrd="0" destOrd="0" presId="urn:microsoft.com/office/officeart/2005/8/layout/orgChart1"/>
    <dgm:cxn modelId="{5C3DA2C1-0703-4785-BF3C-23F3FF4DF9D9}" type="presOf" srcId="{D5FFA1D8-50D6-4A82-87E7-058D5B4962E6}" destId="{3221B16A-ECDB-42E3-8519-D013550CE1D3}" srcOrd="0" destOrd="0" presId="urn:microsoft.com/office/officeart/2005/8/layout/orgChart1"/>
    <dgm:cxn modelId="{DA2DD0C1-9944-41C2-AEF5-F786FC052235}" type="presOf" srcId="{78C4697E-42E3-4CD6-8626-1B95ABCFBAEE}" destId="{DF2A5A38-E9AD-4E0D-8664-8243B6A76EE9}" srcOrd="1" destOrd="0" presId="urn:microsoft.com/office/officeart/2005/8/layout/orgChart1"/>
    <dgm:cxn modelId="{E5EA43C2-879E-41FF-8B34-F36E6B7FF872}" srcId="{5BFFD63B-5511-492C-9222-0156EFC4526B}" destId="{6571645B-0BBE-4CD7-BA5A-7144F7D8C054}" srcOrd="1" destOrd="0" parTransId="{5776B918-55DA-4C8E-B26D-7AAC670C5996}" sibTransId="{E9BBE097-0F9A-4E77-B078-800EE8F7C4A5}"/>
    <dgm:cxn modelId="{3F4800CD-72D4-4B76-B464-8B86C9E15D06}" type="presOf" srcId="{6571645B-0BBE-4CD7-BA5A-7144F7D8C054}" destId="{47C6E814-4F2F-417A-8A11-D51E33E75DBC}" srcOrd="1" destOrd="0" presId="urn:microsoft.com/office/officeart/2005/8/layout/orgChart1"/>
    <dgm:cxn modelId="{49F84BCF-56D4-4716-881A-8D03E4FD0021}" srcId="{22AAB52A-F50E-450E-A45B-AA76C6E60155}" destId="{1C76DC10-B192-4CB8-BDD4-43D705326175}" srcOrd="1" destOrd="0" parTransId="{9B6515FC-BAB6-49BD-B614-8D99B5FBDBDE}" sibTransId="{0F91D73B-DCE4-4F8F-9696-95E8CA55567C}"/>
    <dgm:cxn modelId="{42AB30D3-DFA9-475F-ABE0-42F8A3B8C137}" type="presOf" srcId="{4BAE13AE-39F3-416E-8744-CFDB4B732C07}" destId="{9403F216-2E13-4D0E-80E9-D493615283DE}" srcOrd="1" destOrd="0" presId="urn:microsoft.com/office/officeart/2005/8/layout/orgChart1"/>
    <dgm:cxn modelId="{62F298D4-BF70-46E1-80C1-6D2DC44BB0F3}" srcId="{3C14636E-9810-4E0D-BD6B-FE319F34EF67}" destId="{FBE7BC70-7AA3-4547-BDCA-DAEF5CF4CA19}" srcOrd="1" destOrd="0" parTransId="{F2ED1179-40EB-4266-87F3-3D80FC0286B5}" sibTransId="{274C7313-5947-4EBD-B4A2-042DB0E720CA}"/>
    <dgm:cxn modelId="{B1B777D6-F1F2-4FD1-9FE4-BDC4B684D5B6}" type="presOf" srcId="{750122CD-56F8-417B-81A8-16EE443ABF6F}" destId="{5CC894A4-24AD-401E-82FA-692CCC9B2095}" srcOrd="0" destOrd="0" presId="urn:microsoft.com/office/officeart/2005/8/layout/orgChart1"/>
    <dgm:cxn modelId="{03D579D6-BFEB-4D6A-A1ED-C504375EFEC8}" type="presOf" srcId="{111B3508-DF67-4D45-82A6-7B60B4D41864}" destId="{7B5206AE-36DB-43EE-84F3-AFB823AA6253}" srcOrd="0" destOrd="0" presId="urn:microsoft.com/office/officeart/2005/8/layout/orgChart1"/>
    <dgm:cxn modelId="{D53FABD7-8F8D-4F8F-8CD8-40EDFE54FE46}" type="presOf" srcId="{1EC7473E-C38C-43F4-A078-4BF3B05DD0C5}" destId="{71CFB7A4-87DA-4816-B7A4-500ED09ACC80}" srcOrd="0" destOrd="0" presId="urn:microsoft.com/office/officeart/2005/8/layout/orgChart1"/>
    <dgm:cxn modelId="{0F7F96D8-05C7-4509-9001-9EC42EFC23EF}" type="presOf" srcId="{3C14636E-9810-4E0D-BD6B-FE319F34EF67}" destId="{97BF2314-B7B5-4D2B-8309-F7C86F0F4D77}" srcOrd="0" destOrd="0" presId="urn:microsoft.com/office/officeart/2005/8/layout/orgChart1"/>
    <dgm:cxn modelId="{26AAEED9-C70B-465C-902B-3CF6867280AE}" type="presOf" srcId="{FBE7BC70-7AA3-4547-BDCA-DAEF5CF4CA19}" destId="{DD182B45-B27A-4F3C-8B65-4912C3155890}" srcOrd="0" destOrd="0" presId="urn:microsoft.com/office/officeart/2005/8/layout/orgChart1"/>
    <dgm:cxn modelId="{A70B34DA-944A-44FF-93EC-74C3847C5060}" type="presOf" srcId="{2B811217-D6E1-4007-B8B1-74F71399FCBC}" destId="{65081E41-0CD0-44BC-92E0-252E0ECC0C9E}" srcOrd="0" destOrd="0" presId="urn:microsoft.com/office/officeart/2005/8/layout/orgChart1"/>
    <dgm:cxn modelId="{523502DB-FA7E-4B1B-9EA5-717F01653140}" type="presOf" srcId="{78C4697E-42E3-4CD6-8626-1B95ABCFBAEE}" destId="{2A5F8A13-F793-4295-A576-C273F1E67E53}" srcOrd="0" destOrd="0" presId="urn:microsoft.com/office/officeart/2005/8/layout/orgChart1"/>
    <dgm:cxn modelId="{51F9A3DB-A42A-4939-B3CE-E9C4DEC1515E}" type="presOf" srcId="{22AAB52A-F50E-450E-A45B-AA76C6E60155}" destId="{BE33DF6D-96DD-447A-A304-E5B66ED4DEA0}" srcOrd="0" destOrd="0" presId="urn:microsoft.com/office/officeart/2005/8/layout/orgChart1"/>
    <dgm:cxn modelId="{8C894FDE-9541-4298-AA8F-A66749FC5AC4}" type="presOf" srcId="{5E2D65E9-1EBD-41B7-B78F-CC6A8CC9DD70}" destId="{A40E78A6-D310-4E10-B77F-9DA885A5AA0A}" srcOrd="1" destOrd="0" presId="urn:microsoft.com/office/officeart/2005/8/layout/orgChart1"/>
    <dgm:cxn modelId="{F64914DF-898E-4EED-8210-63B36A837073}" type="presOf" srcId="{FBE7BC70-7AA3-4547-BDCA-DAEF5CF4CA19}" destId="{98FDD4AD-51A5-4D3F-AC66-6E29DD522EEE}" srcOrd="1" destOrd="0" presId="urn:microsoft.com/office/officeart/2005/8/layout/orgChart1"/>
    <dgm:cxn modelId="{9DE771E0-3CC6-4A64-AFC0-1D7BA7B34291}" type="presOf" srcId="{CDA72991-8516-4F67-9D7F-C6CEFB219E63}" destId="{D5FDDBA5-CDD5-4793-84B5-CD9B98911702}" srcOrd="1" destOrd="0" presId="urn:microsoft.com/office/officeart/2005/8/layout/orgChart1"/>
    <dgm:cxn modelId="{EED296E5-0D53-445B-8595-25E29A3BE646}" type="presOf" srcId="{5AD51844-7667-449C-B04B-2A3775799BFF}" destId="{143639B3-181C-491B-A515-4BAB93604BCB}" srcOrd="0" destOrd="0" presId="urn:microsoft.com/office/officeart/2005/8/layout/orgChart1"/>
    <dgm:cxn modelId="{12752EE7-4C9A-4006-B2AE-B5551DF3FF82}" srcId="{22AAB52A-F50E-450E-A45B-AA76C6E60155}" destId="{8423AC5B-65BB-44BA-85C8-B8F2C1D799F9}" srcOrd="0" destOrd="0" parTransId="{98E64B81-CF24-49AB-A88A-228C9A8CA780}" sibTransId="{37318783-7077-401B-9007-0BCCE6BB03B7}"/>
    <dgm:cxn modelId="{4DE4E6E7-BE17-459D-9DB9-FF3B20EC57CC}" type="presOf" srcId="{8423AC5B-65BB-44BA-85C8-B8F2C1D799F9}" destId="{63AB99B0-52A9-4FD4-95B2-D1CDAD6E4D6C}" srcOrd="0" destOrd="0" presId="urn:microsoft.com/office/officeart/2005/8/layout/orgChart1"/>
    <dgm:cxn modelId="{4B3A90E9-AFA0-4901-86BA-37F3EE78C3E9}" type="presOf" srcId="{780E2C17-7959-4BE4-B5B9-2AF6E7CE28C3}" destId="{8B7B9A54-BE12-4CFE-8C1D-AC2D878A62E9}" srcOrd="0" destOrd="0" presId="urn:microsoft.com/office/officeart/2005/8/layout/orgChart1"/>
    <dgm:cxn modelId="{E5FE1FEA-A103-4474-BED1-25D86178E762}" srcId="{2659DFA5-A106-4A7E-8B49-DA98EAD7B296}" destId="{49CC0D11-157E-4CA1-88C9-B972475F71DE}" srcOrd="0" destOrd="0" parTransId="{772E7B0D-B69B-4E81-A85E-0A2BF0158C06}" sibTransId="{6215A419-3148-494A-8968-F97DFEEC4175}"/>
    <dgm:cxn modelId="{7D73A2ED-C66E-4011-BE2C-0C7D7691A857}" type="presOf" srcId="{6A2D653D-8D1B-4D65-BE9B-17EF54CC359E}" destId="{4C86EA09-F73D-4068-97BD-3CF8AA0C71E5}" srcOrd="0" destOrd="0" presId="urn:microsoft.com/office/officeart/2005/8/layout/orgChart1"/>
    <dgm:cxn modelId="{B495DFF4-4431-4D0C-8FD4-5BA707FC0A0E}" type="presOf" srcId="{5776B918-55DA-4C8E-B26D-7AAC670C5996}" destId="{8B9BF389-AB9A-43FE-B105-B6B70C399452}" srcOrd="0" destOrd="0" presId="urn:microsoft.com/office/officeart/2005/8/layout/orgChart1"/>
    <dgm:cxn modelId="{29CA94F8-94A6-43F1-A64E-8B37E280B191}" type="presOf" srcId="{2E77449D-1CB2-4D93-99AE-EA715A1647FA}" destId="{A5F66F29-CCF5-43A2-BCEE-38535C58B947}" srcOrd="1" destOrd="0" presId="urn:microsoft.com/office/officeart/2005/8/layout/orgChart1"/>
    <dgm:cxn modelId="{B46FC3F8-23E0-46B7-8623-813925555726}" type="presOf" srcId="{866FB6D3-E3D2-4BFF-9149-2EB50EF89DEC}" destId="{16159F22-8073-4582-B1D2-28A3A11958E0}" srcOrd="0" destOrd="0" presId="urn:microsoft.com/office/officeart/2005/8/layout/orgChart1"/>
    <dgm:cxn modelId="{453D5AFB-4C9F-476C-AE84-86CF31277681}" srcId="{5BFFD63B-5511-492C-9222-0156EFC4526B}" destId="{6A2D653D-8D1B-4D65-BE9B-17EF54CC359E}" srcOrd="4" destOrd="0" parTransId="{4DDDC414-06E2-4C82-9399-53369491B886}" sibTransId="{8815F182-6759-4891-A642-2BFD53B60EB6}"/>
    <dgm:cxn modelId="{29B45AFE-B038-4C11-9DDD-78EFFCF42D6D}" srcId="{3C14636E-9810-4E0D-BD6B-FE319F34EF67}" destId="{D11FBC6A-CE3D-43D0-AD90-FE077A952F0D}" srcOrd="2" destOrd="0" parTransId="{D541D777-FFB6-4983-BD99-FE7071732E5E}" sibTransId="{1C913766-B530-4E01-9AF2-0D5AE45C7914}"/>
    <dgm:cxn modelId="{871D252F-7F39-421C-B1E7-843378FCDB6A}" type="presParOf" srcId="{FC0D5DA3-7F08-40C9-A39B-512D9ACDB8BB}" destId="{44AE6E3B-18F1-47F5-8E09-27417221BC73}" srcOrd="0" destOrd="0" presId="urn:microsoft.com/office/officeart/2005/8/layout/orgChart1"/>
    <dgm:cxn modelId="{43E1D48B-F106-4BF3-882F-01AE3D19393D}" type="presParOf" srcId="{44AE6E3B-18F1-47F5-8E09-27417221BC73}" destId="{1CC916CD-A22D-4CF7-B39E-11D1375C1D27}" srcOrd="0" destOrd="0" presId="urn:microsoft.com/office/officeart/2005/8/layout/orgChart1"/>
    <dgm:cxn modelId="{502EF1D9-C9E9-4520-A2D3-8C1054205032}" type="presParOf" srcId="{1CC916CD-A22D-4CF7-B39E-11D1375C1D27}" destId="{8B7B9A54-BE12-4CFE-8C1D-AC2D878A62E9}" srcOrd="0" destOrd="0" presId="urn:microsoft.com/office/officeart/2005/8/layout/orgChart1"/>
    <dgm:cxn modelId="{B541D7CD-07CC-4E64-9B7A-C77806DB075D}" type="presParOf" srcId="{1CC916CD-A22D-4CF7-B39E-11D1375C1D27}" destId="{C6C88578-7EB4-4412-B093-8DF2559B6650}" srcOrd="1" destOrd="0" presId="urn:microsoft.com/office/officeart/2005/8/layout/orgChart1"/>
    <dgm:cxn modelId="{0ADC3D55-EEEF-420D-8F21-B0CBB989D3C9}" type="presParOf" srcId="{44AE6E3B-18F1-47F5-8E09-27417221BC73}" destId="{64A30783-A3C7-4CE9-AFF7-7457B9B97A11}" srcOrd="1" destOrd="0" presId="urn:microsoft.com/office/officeart/2005/8/layout/orgChart1"/>
    <dgm:cxn modelId="{E630A48F-3453-41E8-B323-67CECA0067EF}" type="presParOf" srcId="{64A30783-A3C7-4CE9-AFF7-7457B9B97A11}" destId="{31CF9883-6932-443B-BE67-EA6070F735FC}" srcOrd="0" destOrd="0" presId="urn:microsoft.com/office/officeart/2005/8/layout/orgChart1"/>
    <dgm:cxn modelId="{B5428A19-B8DC-4C4C-BFCA-DF5CDED974B9}" type="presParOf" srcId="{64A30783-A3C7-4CE9-AFF7-7457B9B97A11}" destId="{13ADB56E-8FDF-491C-8B29-1722087AD486}" srcOrd="1" destOrd="0" presId="urn:microsoft.com/office/officeart/2005/8/layout/orgChart1"/>
    <dgm:cxn modelId="{50EA9C7B-E9A3-4227-8900-D1F66DA3D26B}" type="presParOf" srcId="{13ADB56E-8FDF-491C-8B29-1722087AD486}" destId="{0985C86D-1B69-41D2-8B15-597C53B6120C}" srcOrd="0" destOrd="0" presId="urn:microsoft.com/office/officeart/2005/8/layout/orgChart1"/>
    <dgm:cxn modelId="{D274615C-4050-48D5-BB3E-A109FED55527}" type="presParOf" srcId="{0985C86D-1B69-41D2-8B15-597C53B6120C}" destId="{B36F738C-DABB-499F-A586-6245E56F73A4}" srcOrd="0" destOrd="0" presId="urn:microsoft.com/office/officeart/2005/8/layout/orgChart1"/>
    <dgm:cxn modelId="{7B291B9F-4F92-4079-9E18-464A10221A7D}" type="presParOf" srcId="{0985C86D-1B69-41D2-8B15-597C53B6120C}" destId="{14012CE9-2525-49DB-825E-72030D160490}" srcOrd="1" destOrd="0" presId="urn:microsoft.com/office/officeart/2005/8/layout/orgChart1"/>
    <dgm:cxn modelId="{53BFB1EE-F2C7-4137-9C58-5F33FDFEF937}" type="presParOf" srcId="{13ADB56E-8FDF-491C-8B29-1722087AD486}" destId="{342643D6-E3A6-4A57-B9DD-0781D8759EFC}" srcOrd="1" destOrd="0" presId="urn:microsoft.com/office/officeart/2005/8/layout/orgChart1"/>
    <dgm:cxn modelId="{AC35E217-392B-4423-8C16-D369CA002474}" type="presParOf" srcId="{13ADB56E-8FDF-491C-8B29-1722087AD486}" destId="{0DD17146-0F29-4885-9376-8A5705D23D4E}" srcOrd="2" destOrd="0" presId="urn:microsoft.com/office/officeart/2005/8/layout/orgChart1"/>
    <dgm:cxn modelId="{ACE0672C-A07D-440F-9646-3358A7CBBB3D}" type="presParOf" srcId="{64A30783-A3C7-4CE9-AFF7-7457B9B97A11}" destId="{7B5206AE-36DB-43EE-84F3-AFB823AA6253}" srcOrd="2" destOrd="0" presId="urn:microsoft.com/office/officeart/2005/8/layout/orgChart1"/>
    <dgm:cxn modelId="{DFA79DC0-8CDB-43B3-BCF2-9D256723A6F2}" type="presParOf" srcId="{64A30783-A3C7-4CE9-AFF7-7457B9B97A11}" destId="{EA46275C-D34E-4970-A919-7FB5FB0D832D}" srcOrd="3" destOrd="0" presId="urn:microsoft.com/office/officeart/2005/8/layout/orgChart1"/>
    <dgm:cxn modelId="{65440B7B-6794-4469-BF53-438A3DA7A96C}" type="presParOf" srcId="{EA46275C-D34E-4970-A919-7FB5FB0D832D}" destId="{33111035-7874-44A3-98C1-D4AC0AF8792D}" srcOrd="0" destOrd="0" presId="urn:microsoft.com/office/officeart/2005/8/layout/orgChart1"/>
    <dgm:cxn modelId="{50F545B5-0CA6-4B0E-8C26-45AC31DA8491}" type="presParOf" srcId="{33111035-7874-44A3-98C1-D4AC0AF8792D}" destId="{BE33DF6D-96DD-447A-A304-E5B66ED4DEA0}" srcOrd="0" destOrd="0" presId="urn:microsoft.com/office/officeart/2005/8/layout/orgChart1"/>
    <dgm:cxn modelId="{ECC3E6F7-C6DC-414B-B037-359DF952CACF}" type="presParOf" srcId="{33111035-7874-44A3-98C1-D4AC0AF8792D}" destId="{609F4C0D-78CC-42E2-8EC6-ACCF5277829F}" srcOrd="1" destOrd="0" presId="urn:microsoft.com/office/officeart/2005/8/layout/orgChart1"/>
    <dgm:cxn modelId="{0696D592-7434-4382-B19A-3ED64550ADF3}" type="presParOf" srcId="{EA46275C-D34E-4970-A919-7FB5FB0D832D}" destId="{21DB5F9D-117E-4396-A921-BD0D18829365}" srcOrd="1" destOrd="0" presId="urn:microsoft.com/office/officeart/2005/8/layout/orgChart1"/>
    <dgm:cxn modelId="{BD42D309-D1FA-4C57-AD97-2D5F3A6485A8}" type="presParOf" srcId="{21DB5F9D-117E-4396-A921-BD0D18829365}" destId="{27333CFF-6E7D-4480-9D2E-94A4A14EE4E1}" srcOrd="0" destOrd="0" presId="urn:microsoft.com/office/officeart/2005/8/layout/orgChart1"/>
    <dgm:cxn modelId="{A1B41911-C0BA-41E0-B46A-5C6C99DBEC39}" type="presParOf" srcId="{21DB5F9D-117E-4396-A921-BD0D18829365}" destId="{91965D30-99C4-47EB-964E-C2A7F6F1CDE7}" srcOrd="1" destOrd="0" presId="urn:microsoft.com/office/officeart/2005/8/layout/orgChart1"/>
    <dgm:cxn modelId="{A2AF3A90-AA28-444F-BEAE-EBDE83E96CD3}" type="presParOf" srcId="{91965D30-99C4-47EB-964E-C2A7F6F1CDE7}" destId="{EFB01A80-46E4-4BD8-8088-D9D4E2FCD126}" srcOrd="0" destOrd="0" presId="urn:microsoft.com/office/officeart/2005/8/layout/orgChart1"/>
    <dgm:cxn modelId="{CB8A868C-F7C5-41C5-9379-08C9E4A7379D}" type="presParOf" srcId="{EFB01A80-46E4-4BD8-8088-D9D4E2FCD126}" destId="{63AB99B0-52A9-4FD4-95B2-D1CDAD6E4D6C}" srcOrd="0" destOrd="0" presId="urn:microsoft.com/office/officeart/2005/8/layout/orgChart1"/>
    <dgm:cxn modelId="{181C9371-A32E-4C8A-A08A-CE4936B5C432}" type="presParOf" srcId="{EFB01A80-46E4-4BD8-8088-D9D4E2FCD126}" destId="{1F827E1E-DE28-4629-93A9-7862FAB5F676}" srcOrd="1" destOrd="0" presId="urn:microsoft.com/office/officeart/2005/8/layout/orgChart1"/>
    <dgm:cxn modelId="{D9677C30-72C9-4367-AECA-3FDE080D0B3B}" type="presParOf" srcId="{91965D30-99C4-47EB-964E-C2A7F6F1CDE7}" destId="{BCDC7EB6-07A3-4F0D-B150-75C1404AAABB}" srcOrd="1" destOrd="0" presId="urn:microsoft.com/office/officeart/2005/8/layout/orgChart1"/>
    <dgm:cxn modelId="{58876068-F7E9-4852-B389-4686F2CFD157}" type="presParOf" srcId="{91965D30-99C4-47EB-964E-C2A7F6F1CDE7}" destId="{9827145C-FEEA-4ECA-8507-28613AB5980D}" srcOrd="2" destOrd="0" presId="urn:microsoft.com/office/officeart/2005/8/layout/orgChart1"/>
    <dgm:cxn modelId="{132BE56D-04EB-4771-A59E-5EE95213AC5F}" type="presParOf" srcId="{21DB5F9D-117E-4396-A921-BD0D18829365}" destId="{DAD855C7-600A-499D-B0A8-DE9BCE52E531}" srcOrd="2" destOrd="0" presId="urn:microsoft.com/office/officeart/2005/8/layout/orgChart1"/>
    <dgm:cxn modelId="{EFB308F4-987E-4A42-A920-E431DB5BE55C}" type="presParOf" srcId="{21DB5F9D-117E-4396-A921-BD0D18829365}" destId="{4277993E-643A-44B6-B628-E62FD901BBEE}" srcOrd="3" destOrd="0" presId="urn:microsoft.com/office/officeart/2005/8/layout/orgChart1"/>
    <dgm:cxn modelId="{D279F112-837C-4BC7-8CE0-E3D474CFC803}" type="presParOf" srcId="{4277993E-643A-44B6-B628-E62FD901BBEE}" destId="{B4204682-EBBF-423A-A8C4-DCC9725E2DEE}" srcOrd="0" destOrd="0" presId="urn:microsoft.com/office/officeart/2005/8/layout/orgChart1"/>
    <dgm:cxn modelId="{B10B8F77-9179-45DE-973D-5FEC62E20D09}" type="presParOf" srcId="{B4204682-EBBF-423A-A8C4-DCC9725E2DEE}" destId="{152DB30B-0997-48AC-8E02-B305E6A174EA}" srcOrd="0" destOrd="0" presId="urn:microsoft.com/office/officeart/2005/8/layout/orgChart1"/>
    <dgm:cxn modelId="{E515AFC6-2A69-4D0F-8A3D-10A14F434D78}" type="presParOf" srcId="{B4204682-EBBF-423A-A8C4-DCC9725E2DEE}" destId="{E2521828-141C-4DD9-A0FF-550F879D8B65}" srcOrd="1" destOrd="0" presId="urn:microsoft.com/office/officeart/2005/8/layout/orgChart1"/>
    <dgm:cxn modelId="{C1695342-DB10-4238-A91D-F2A5EDB88DC5}" type="presParOf" srcId="{4277993E-643A-44B6-B628-E62FD901BBEE}" destId="{0E1C6699-2AE5-46DA-8767-F16B8DF94467}" srcOrd="1" destOrd="0" presId="urn:microsoft.com/office/officeart/2005/8/layout/orgChart1"/>
    <dgm:cxn modelId="{D1437736-310B-44EF-8A95-0632229D4474}" type="presParOf" srcId="{4277993E-643A-44B6-B628-E62FD901BBEE}" destId="{D093C552-F2B3-4F1D-B77A-C18F5C8F8551}" srcOrd="2" destOrd="0" presId="urn:microsoft.com/office/officeart/2005/8/layout/orgChart1"/>
    <dgm:cxn modelId="{9F68AF45-ABA5-4E91-AFD1-63C95DD95C3B}" type="presParOf" srcId="{21DB5F9D-117E-4396-A921-BD0D18829365}" destId="{8A4D6337-DC10-4A2A-B856-314A41E612E8}" srcOrd="4" destOrd="0" presId="urn:microsoft.com/office/officeart/2005/8/layout/orgChart1"/>
    <dgm:cxn modelId="{12922D96-41A1-44B3-B37F-AD1B438AC243}" type="presParOf" srcId="{21DB5F9D-117E-4396-A921-BD0D18829365}" destId="{BAACD408-B096-4219-B995-CBE13FEF9E0C}" srcOrd="5" destOrd="0" presId="urn:microsoft.com/office/officeart/2005/8/layout/orgChart1"/>
    <dgm:cxn modelId="{7D295CE5-02F0-4EC2-95CE-4B394C267616}" type="presParOf" srcId="{BAACD408-B096-4219-B995-CBE13FEF9E0C}" destId="{7C76DD35-9C28-4088-8305-CB44319A8F6B}" srcOrd="0" destOrd="0" presId="urn:microsoft.com/office/officeart/2005/8/layout/orgChart1"/>
    <dgm:cxn modelId="{7E093E04-FEC6-409C-8F84-64AA10D6F594}" type="presParOf" srcId="{7C76DD35-9C28-4088-8305-CB44319A8F6B}" destId="{2A5F8A13-F793-4295-A576-C273F1E67E53}" srcOrd="0" destOrd="0" presId="urn:microsoft.com/office/officeart/2005/8/layout/orgChart1"/>
    <dgm:cxn modelId="{D1712565-C965-408B-9880-08B33CCB91D7}" type="presParOf" srcId="{7C76DD35-9C28-4088-8305-CB44319A8F6B}" destId="{DF2A5A38-E9AD-4E0D-8664-8243B6A76EE9}" srcOrd="1" destOrd="0" presId="urn:microsoft.com/office/officeart/2005/8/layout/orgChart1"/>
    <dgm:cxn modelId="{A201DF35-509A-4E87-A1EC-AFCA143B4408}" type="presParOf" srcId="{BAACD408-B096-4219-B995-CBE13FEF9E0C}" destId="{25DCDDB0-7223-429E-8111-32F0DC3DFAA9}" srcOrd="1" destOrd="0" presId="urn:microsoft.com/office/officeart/2005/8/layout/orgChart1"/>
    <dgm:cxn modelId="{5EBDAE15-F938-4DA6-A8BB-9572135A605D}" type="presParOf" srcId="{BAACD408-B096-4219-B995-CBE13FEF9E0C}" destId="{91C4CFE2-D764-43CD-B65A-522F70B2D2C2}" srcOrd="2" destOrd="0" presId="urn:microsoft.com/office/officeart/2005/8/layout/orgChart1"/>
    <dgm:cxn modelId="{717F77A4-0C3F-4357-9997-22C491C0CDC2}" type="presParOf" srcId="{21DB5F9D-117E-4396-A921-BD0D18829365}" destId="{9CD331E9-EB87-4B3B-B27A-4328BDFD50F6}" srcOrd="6" destOrd="0" presId="urn:microsoft.com/office/officeart/2005/8/layout/orgChart1"/>
    <dgm:cxn modelId="{551012D0-DFC0-4F5D-BF15-723DF179596A}" type="presParOf" srcId="{21DB5F9D-117E-4396-A921-BD0D18829365}" destId="{A5B3533E-C7CF-46F3-81CA-B527422E6570}" srcOrd="7" destOrd="0" presId="urn:microsoft.com/office/officeart/2005/8/layout/orgChart1"/>
    <dgm:cxn modelId="{ED1AAFC1-0861-41CB-A88E-1F3E500DA982}" type="presParOf" srcId="{A5B3533E-C7CF-46F3-81CA-B527422E6570}" destId="{7D9836D0-FEAF-45C5-96B9-BF85B4C5E630}" srcOrd="0" destOrd="0" presId="urn:microsoft.com/office/officeart/2005/8/layout/orgChart1"/>
    <dgm:cxn modelId="{46A1278E-BD20-4916-ADF2-BB27E3368AF3}" type="presParOf" srcId="{7D9836D0-FEAF-45C5-96B9-BF85B4C5E630}" destId="{2907B370-BA96-40F4-A66F-C111E7FDFAAE}" srcOrd="0" destOrd="0" presId="urn:microsoft.com/office/officeart/2005/8/layout/orgChart1"/>
    <dgm:cxn modelId="{2B8E39B9-A3E2-4408-8010-F38A305A171B}" type="presParOf" srcId="{7D9836D0-FEAF-45C5-96B9-BF85B4C5E630}" destId="{10E23348-0F19-4FD3-A71D-F48223639FF9}" srcOrd="1" destOrd="0" presId="urn:microsoft.com/office/officeart/2005/8/layout/orgChart1"/>
    <dgm:cxn modelId="{DC2DB641-3CC2-424B-8230-1D1F02C83E32}" type="presParOf" srcId="{A5B3533E-C7CF-46F3-81CA-B527422E6570}" destId="{3D69BB98-EFF5-452C-9AC5-11BC881590C9}" srcOrd="1" destOrd="0" presId="urn:microsoft.com/office/officeart/2005/8/layout/orgChart1"/>
    <dgm:cxn modelId="{15155F4A-62BA-4DBD-A556-A645155BB527}" type="presParOf" srcId="{A5B3533E-C7CF-46F3-81CA-B527422E6570}" destId="{7F0430B4-7899-4BA1-A17D-366D05A80803}" srcOrd="2" destOrd="0" presId="urn:microsoft.com/office/officeart/2005/8/layout/orgChart1"/>
    <dgm:cxn modelId="{6133EF38-3492-4994-9DA7-38ED9C089159}" type="presParOf" srcId="{EA46275C-D34E-4970-A919-7FB5FB0D832D}" destId="{97D7E093-B9EA-413B-A30F-D5DDB8799B63}" srcOrd="2" destOrd="0" presId="urn:microsoft.com/office/officeart/2005/8/layout/orgChart1"/>
    <dgm:cxn modelId="{ED195654-8B00-4509-BAD6-07D59A2BB195}" type="presParOf" srcId="{64A30783-A3C7-4CE9-AFF7-7457B9B97A11}" destId="{DBB6250D-A994-4B68-83F5-3A299E01BCF0}" srcOrd="4" destOrd="0" presId="urn:microsoft.com/office/officeart/2005/8/layout/orgChart1"/>
    <dgm:cxn modelId="{5DFBB375-0C76-4032-AEF1-A36C7404A190}" type="presParOf" srcId="{64A30783-A3C7-4CE9-AFF7-7457B9B97A11}" destId="{7C3751AC-154A-4B83-86C4-3179D2CC195A}" srcOrd="5" destOrd="0" presId="urn:microsoft.com/office/officeart/2005/8/layout/orgChart1"/>
    <dgm:cxn modelId="{2E698D42-CD5E-4E6D-B1A6-42AD84198D05}" type="presParOf" srcId="{7C3751AC-154A-4B83-86C4-3179D2CC195A}" destId="{46E2E3C6-D8C5-40B9-98A1-533B92BF7BB4}" srcOrd="0" destOrd="0" presId="urn:microsoft.com/office/officeart/2005/8/layout/orgChart1"/>
    <dgm:cxn modelId="{0F52A88D-2224-4EA6-93D5-CC1679442532}" type="presParOf" srcId="{46E2E3C6-D8C5-40B9-98A1-533B92BF7BB4}" destId="{143639B3-181C-491B-A515-4BAB93604BCB}" srcOrd="0" destOrd="0" presId="urn:microsoft.com/office/officeart/2005/8/layout/orgChart1"/>
    <dgm:cxn modelId="{DD7D7021-6E26-4EE0-B3E1-8268CE1ECEF3}" type="presParOf" srcId="{46E2E3C6-D8C5-40B9-98A1-533B92BF7BB4}" destId="{F76DCC48-5560-4BD5-AD58-0C6CED22E5B3}" srcOrd="1" destOrd="0" presId="urn:microsoft.com/office/officeart/2005/8/layout/orgChart1"/>
    <dgm:cxn modelId="{2676F121-67EF-4DE2-BA54-8B8B068E4B50}" type="presParOf" srcId="{7C3751AC-154A-4B83-86C4-3179D2CC195A}" destId="{54D71075-D9F2-4A86-BAD0-9859B2512DDE}" srcOrd="1" destOrd="0" presId="urn:microsoft.com/office/officeart/2005/8/layout/orgChart1"/>
    <dgm:cxn modelId="{F104D486-42BB-4645-8BAF-2544D528D15A}" type="presParOf" srcId="{54D71075-D9F2-4A86-BAD0-9859B2512DDE}" destId="{3221B16A-ECDB-42E3-8519-D013550CE1D3}" srcOrd="0" destOrd="0" presId="urn:microsoft.com/office/officeart/2005/8/layout/orgChart1"/>
    <dgm:cxn modelId="{0885DE2E-3D18-43BB-9A12-05465B8D000E}" type="presParOf" srcId="{54D71075-D9F2-4A86-BAD0-9859B2512DDE}" destId="{81F929DC-36A8-4ACF-8D49-7570E547CB89}" srcOrd="1" destOrd="0" presId="urn:microsoft.com/office/officeart/2005/8/layout/orgChart1"/>
    <dgm:cxn modelId="{EBD3C178-0F26-4FF2-9CBA-6F6D413A5DC6}" type="presParOf" srcId="{81F929DC-36A8-4ACF-8D49-7570E547CB89}" destId="{A78C8B0B-8569-41EB-ACA9-0A7D6C75355C}" srcOrd="0" destOrd="0" presId="urn:microsoft.com/office/officeart/2005/8/layout/orgChart1"/>
    <dgm:cxn modelId="{014831F8-7C41-4E7F-B242-3A5416A7FBC9}" type="presParOf" srcId="{A78C8B0B-8569-41EB-ACA9-0A7D6C75355C}" destId="{30523AB1-C99C-444B-AA4F-1E73092027E9}" srcOrd="0" destOrd="0" presId="urn:microsoft.com/office/officeart/2005/8/layout/orgChart1"/>
    <dgm:cxn modelId="{8E2A8425-33EB-475D-A472-D9238E9A3FE4}" type="presParOf" srcId="{A78C8B0B-8569-41EB-ACA9-0A7D6C75355C}" destId="{D5FDDBA5-CDD5-4793-84B5-CD9B98911702}" srcOrd="1" destOrd="0" presId="urn:microsoft.com/office/officeart/2005/8/layout/orgChart1"/>
    <dgm:cxn modelId="{DC5AC616-0162-4C99-BD86-6339C3F18ADD}" type="presParOf" srcId="{81F929DC-36A8-4ACF-8D49-7570E547CB89}" destId="{590501E3-6000-4C9A-99FD-C032933B1059}" srcOrd="1" destOrd="0" presId="urn:microsoft.com/office/officeart/2005/8/layout/orgChart1"/>
    <dgm:cxn modelId="{5B143F3C-8B6A-4BC5-9E1E-FC7FD65F9A1F}" type="presParOf" srcId="{81F929DC-36A8-4ACF-8D49-7570E547CB89}" destId="{E2237E00-27D8-48FE-921B-A3E617074DE2}" srcOrd="2" destOrd="0" presId="urn:microsoft.com/office/officeart/2005/8/layout/orgChart1"/>
    <dgm:cxn modelId="{FCD31CF6-B3A7-49CF-882A-AAA60EB46A46}" type="presParOf" srcId="{54D71075-D9F2-4A86-BAD0-9859B2512DDE}" destId="{8D10BC65-F2F4-48C8-9082-FB2C42128887}" srcOrd="2" destOrd="0" presId="urn:microsoft.com/office/officeart/2005/8/layout/orgChart1"/>
    <dgm:cxn modelId="{CC569F8A-34DD-46EF-9056-63611696CC6A}" type="presParOf" srcId="{54D71075-D9F2-4A86-BAD0-9859B2512DDE}" destId="{9DAC2D16-7E45-40EA-A631-ADEF7ACF9061}" srcOrd="3" destOrd="0" presId="urn:microsoft.com/office/officeart/2005/8/layout/orgChart1"/>
    <dgm:cxn modelId="{518C0C69-4324-45CD-85E4-F0691612CA90}" type="presParOf" srcId="{9DAC2D16-7E45-40EA-A631-ADEF7ACF9061}" destId="{B46A1F57-C788-4C8D-A2E5-6258F3978371}" srcOrd="0" destOrd="0" presId="urn:microsoft.com/office/officeart/2005/8/layout/orgChart1"/>
    <dgm:cxn modelId="{8D1E6717-DC97-4C3A-98B6-79FEA1834D02}" type="presParOf" srcId="{B46A1F57-C788-4C8D-A2E5-6258F3978371}" destId="{72CEFB75-59D1-4656-8F8B-120522C92D35}" srcOrd="0" destOrd="0" presId="urn:microsoft.com/office/officeart/2005/8/layout/orgChart1"/>
    <dgm:cxn modelId="{B1CA97FD-EDCC-4B42-B841-9AB4162B1E5B}" type="presParOf" srcId="{B46A1F57-C788-4C8D-A2E5-6258F3978371}" destId="{9403F216-2E13-4D0E-80E9-D493615283DE}" srcOrd="1" destOrd="0" presId="urn:microsoft.com/office/officeart/2005/8/layout/orgChart1"/>
    <dgm:cxn modelId="{1528D519-8CCB-4844-8292-0AACEC005A2A}" type="presParOf" srcId="{9DAC2D16-7E45-40EA-A631-ADEF7ACF9061}" destId="{7CEBB6BA-F632-432C-9EB0-7B69559DBB2F}" srcOrd="1" destOrd="0" presId="urn:microsoft.com/office/officeart/2005/8/layout/orgChart1"/>
    <dgm:cxn modelId="{D8ED3D68-0181-4A2D-8272-716E202C246E}" type="presParOf" srcId="{9DAC2D16-7E45-40EA-A631-ADEF7ACF9061}" destId="{724760C5-47ED-4054-B00A-7E24FEBA4ACF}" srcOrd="2" destOrd="0" presId="urn:microsoft.com/office/officeart/2005/8/layout/orgChart1"/>
    <dgm:cxn modelId="{716D176F-5E92-4AB7-898E-222F07B817E2}" type="presParOf" srcId="{7C3751AC-154A-4B83-86C4-3179D2CC195A}" destId="{E9CFFC85-30A2-4189-8956-70EF4403155E}" srcOrd="2" destOrd="0" presId="urn:microsoft.com/office/officeart/2005/8/layout/orgChart1"/>
    <dgm:cxn modelId="{CA23F722-74D7-4875-B9FB-5276F9709EA8}" type="presParOf" srcId="{64A30783-A3C7-4CE9-AFF7-7457B9B97A11}" destId="{F0245E46-82A5-4095-80A3-06B62E3ABEE8}" srcOrd="6" destOrd="0" presId="urn:microsoft.com/office/officeart/2005/8/layout/orgChart1"/>
    <dgm:cxn modelId="{07615B61-71A5-4C22-8D84-12E373382914}" type="presParOf" srcId="{64A30783-A3C7-4CE9-AFF7-7457B9B97A11}" destId="{FCC89F73-75CB-4B04-8C24-E0C03F7FCC98}" srcOrd="7" destOrd="0" presId="urn:microsoft.com/office/officeart/2005/8/layout/orgChart1"/>
    <dgm:cxn modelId="{C7081E20-2232-4539-9383-591336668DC2}" type="presParOf" srcId="{FCC89F73-75CB-4B04-8C24-E0C03F7FCC98}" destId="{51303DA3-8908-436D-83CD-FD00C3ED8F56}" srcOrd="0" destOrd="0" presId="urn:microsoft.com/office/officeart/2005/8/layout/orgChart1"/>
    <dgm:cxn modelId="{1704885D-DE81-4EB4-ABEF-1E0034E760D2}" type="presParOf" srcId="{51303DA3-8908-436D-83CD-FD00C3ED8F56}" destId="{C1E13093-8BD2-473F-9131-948EED45B322}" srcOrd="0" destOrd="0" presId="urn:microsoft.com/office/officeart/2005/8/layout/orgChart1"/>
    <dgm:cxn modelId="{81AD7A3D-AB9B-4D56-8928-79B7D742636D}" type="presParOf" srcId="{51303DA3-8908-436D-83CD-FD00C3ED8F56}" destId="{5CC39CA2-13D2-4B46-934E-C03FE919297A}" srcOrd="1" destOrd="0" presId="urn:microsoft.com/office/officeart/2005/8/layout/orgChart1"/>
    <dgm:cxn modelId="{7B927B0D-3F24-4CEE-8F03-54701137138B}" type="presParOf" srcId="{FCC89F73-75CB-4B04-8C24-E0C03F7FCC98}" destId="{932F9BBB-7364-461A-88DE-5DC2C9AE7C59}" srcOrd="1" destOrd="0" presId="urn:microsoft.com/office/officeart/2005/8/layout/orgChart1"/>
    <dgm:cxn modelId="{231076EB-43B3-4C21-A5D9-2543C219F32E}" type="presParOf" srcId="{932F9BBB-7364-461A-88DE-5DC2C9AE7C59}" destId="{225D4CA6-BBAF-40EB-955D-DC7F91D0A738}" srcOrd="0" destOrd="0" presId="urn:microsoft.com/office/officeart/2005/8/layout/orgChart1"/>
    <dgm:cxn modelId="{B6718B35-2C7C-4BD9-B030-1A250B53E61F}" type="presParOf" srcId="{932F9BBB-7364-461A-88DE-5DC2C9AE7C59}" destId="{16181FE0-8A53-4C08-BF65-5F964ADA93D5}" srcOrd="1" destOrd="0" presId="urn:microsoft.com/office/officeart/2005/8/layout/orgChart1"/>
    <dgm:cxn modelId="{509D211C-0E35-4A7C-82FE-425250F0CB78}" type="presParOf" srcId="{16181FE0-8A53-4C08-BF65-5F964ADA93D5}" destId="{99625B65-92C7-4F58-A9CB-76B678225743}" srcOrd="0" destOrd="0" presId="urn:microsoft.com/office/officeart/2005/8/layout/orgChart1"/>
    <dgm:cxn modelId="{4AC8509A-5D7E-4EB4-8566-DCF6290F900F}" type="presParOf" srcId="{99625B65-92C7-4F58-A9CB-76B678225743}" destId="{71CFB7A4-87DA-4816-B7A4-500ED09ACC80}" srcOrd="0" destOrd="0" presId="urn:microsoft.com/office/officeart/2005/8/layout/orgChart1"/>
    <dgm:cxn modelId="{96F1BF04-7C49-4492-A250-91F6E3961968}" type="presParOf" srcId="{99625B65-92C7-4F58-A9CB-76B678225743}" destId="{B53B0E2E-0C65-44C5-B0FD-F7C54A95DCE9}" srcOrd="1" destOrd="0" presId="urn:microsoft.com/office/officeart/2005/8/layout/orgChart1"/>
    <dgm:cxn modelId="{47604AB6-91B0-4C45-BF75-9901CC7C7F77}" type="presParOf" srcId="{16181FE0-8A53-4C08-BF65-5F964ADA93D5}" destId="{158C8836-73E3-4330-BD57-40A5FB8B7D13}" srcOrd="1" destOrd="0" presId="urn:microsoft.com/office/officeart/2005/8/layout/orgChart1"/>
    <dgm:cxn modelId="{AAF9F915-CEBF-4D21-8020-CB1D2F669DDC}" type="presParOf" srcId="{16181FE0-8A53-4C08-BF65-5F964ADA93D5}" destId="{A9099310-4F36-4C40-8C0A-94504608D6A4}" srcOrd="2" destOrd="0" presId="urn:microsoft.com/office/officeart/2005/8/layout/orgChart1"/>
    <dgm:cxn modelId="{7C918F8C-571A-4638-89B0-D21384E4DD14}" type="presParOf" srcId="{932F9BBB-7364-461A-88DE-5DC2C9AE7C59}" destId="{8B9BF389-AB9A-43FE-B105-B6B70C399452}" srcOrd="2" destOrd="0" presId="urn:microsoft.com/office/officeart/2005/8/layout/orgChart1"/>
    <dgm:cxn modelId="{A1882C13-D00E-4341-B456-95B5B1959BFB}" type="presParOf" srcId="{932F9BBB-7364-461A-88DE-5DC2C9AE7C59}" destId="{20722B81-EAAC-4468-A8EC-1205D8353D67}" srcOrd="3" destOrd="0" presId="urn:microsoft.com/office/officeart/2005/8/layout/orgChart1"/>
    <dgm:cxn modelId="{F8AC5004-30D4-4DAA-8647-AF69AD641950}" type="presParOf" srcId="{20722B81-EAAC-4468-A8EC-1205D8353D67}" destId="{0947A841-917C-4819-9955-66E1076B8159}" srcOrd="0" destOrd="0" presId="urn:microsoft.com/office/officeart/2005/8/layout/orgChart1"/>
    <dgm:cxn modelId="{6EE67056-01AE-4C81-B87E-80C2903AEBFE}" type="presParOf" srcId="{0947A841-917C-4819-9955-66E1076B8159}" destId="{EE5463CD-2007-41E8-A571-D5AD678DE2DA}" srcOrd="0" destOrd="0" presId="urn:microsoft.com/office/officeart/2005/8/layout/orgChart1"/>
    <dgm:cxn modelId="{91646773-052C-4E89-A290-ECDDBB827AD9}" type="presParOf" srcId="{0947A841-917C-4819-9955-66E1076B8159}" destId="{47C6E814-4F2F-417A-8A11-D51E33E75DBC}" srcOrd="1" destOrd="0" presId="urn:microsoft.com/office/officeart/2005/8/layout/orgChart1"/>
    <dgm:cxn modelId="{7B14BF9B-3A27-45EC-83A8-0584DFD1C57C}" type="presParOf" srcId="{20722B81-EAAC-4468-A8EC-1205D8353D67}" destId="{B33645CA-D93C-4663-BAB0-666B6DA1E7B0}" srcOrd="1" destOrd="0" presId="urn:microsoft.com/office/officeart/2005/8/layout/orgChart1"/>
    <dgm:cxn modelId="{1921903E-873C-4661-B1D0-87A9B6F4DF6E}" type="presParOf" srcId="{20722B81-EAAC-4468-A8EC-1205D8353D67}" destId="{31878899-4B56-4C7F-8016-4BD8794BA1B6}" srcOrd="2" destOrd="0" presId="urn:microsoft.com/office/officeart/2005/8/layout/orgChart1"/>
    <dgm:cxn modelId="{15DF05B6-E486-43A8-8D89-AF7519D7D311}" type="presParOf" srcId="{932F9BBB-7364-461A-88DE-5DC2C9AE7C59}" destId="{65081E41-0CD0-44BC-92E0-252E0ECC0C9E}" srcOrd="4" destOrd="0" presId="urn:microsoft.com/office/officeart/2005/8/layout/orgChart1"/>
    <dgm:cxn modelId="{11474C08-6A7A-4FE1-B701-70DBA0403479}" type="presParOf" srcId="{932F9BBB-7364-461A-88DE-5DC2C9AE7C59}" destId="{42D4D324-508C-4D7E-B150-8078DAC1CE38}" srcOrd="5" destOrd="0" presId="urn:microsoft.com/office/officeart/2005/8/layout/orgChart1"/>
    <dgm:cxn modelId="{AE6BEA10-E6F3-4B4A-869C-5D0083CAD903}" type="presParOf" srcId="{42D4D324-508C-4D7E-B150-8078DAC1CE38}" destId="{6CD8C304-11B9-4BF1-AEAB-608720262554}" srcOrd="0" destOrd="0" presId="urn:microsoft.com/office/officeart/2005/8/layout/orgChart1"/>
    <dgm:cxn modelId="{9755D7BF-94FF-4EAC-895B-6D4FB020BAD8}" type="presParOf" srcId="{6CD8C304-11B9-4BF1-AEAB-608720262554}" destId="{1EDDC4A0-7BC2-483A-84BD-549CE25340AD}" srcOrd="0" destOrd="0" presId="urn:microsoft.com/office/officeart/2005/8/layout/orgChart1"/>
    <dgm:cxn modelId="{8A54E0F1-FC3F-4B04-8C55-2FDC051DC974}" type="presParOf" srcId="{6CD8C304-11B9-4BF1-AEAB-608720262554}" destId="{23984141-AD1C-4E04-AE34-10AE7E9078D3}" srcOrd="1" destOrd="0" presId="urn:microsoft.com/office/officeart/2005/8/layout/orgChart1"/>
    <dgm:cxn modelId="{7E681A29-DDFD-43FE-BCDD-1C9D3B14C623}" type="presParOf" srcId="{42D4D324-508C-4D7E-B150-8078DAC1CE38}" destId="{924BF449-97E6-4E2C-824D-88093D36A425}" srcOrd="1" destOrd="0" presId="urn:microsoft.com/office/officeart/2005/8/layout/orgChart1"/>
    <dgm:cxn modelId="{3AE37D1E-8406-46CF-AE86-11B4EB09C942}" type="presParOf" srcId="{42D4D324-508C-4D7E-B150-8078DAC1CE38}" destId="{15A9E67C-CF04-4FCE-810D-DC675941C07F}" srcOrd="2" destOrd="0" presId="urn:microsoft.com/office/officeart/2005/8/layout/orgChart1"/>
    <dgm:cxn modelId="{F304D8C5-DF3C-4C29-8D5E-4E57339B522D}" type="presParOf" srcId="{932F9BBB-7364-461A-88DE-5DC2C9AE7C59}" destId="{5CC894A4-24AD-401E-82FA-692CCC9B2095}" srcOrd="6" destOrd="0" presId="urn:microsoft.com/office/officeart/2005/8/layout/orgChart1"/>
    <dgm:cxn modelId="{7A114FC8-A647-4AE9-BB2D-1952AF8A0FB1}" type="presParOf" srcId="{932F9BBB-7364-461A-88DE-5DC2C9AE7C59}" destId="{0EC1C02B-60D8-422D-919F-C1037F5A7342}" srcOrd="7" destOrd="0" presId="urn:microsoft.com/office/officeart/2005/8/layout/orgChart1"/>
    <dgm:cxn modelId="{8C2DBEDD-EB4C-4D68-831D-A19A5630E5D1}" type="presParOf" srcId="{0EC1C02B-60D8-422D-919F-C1037F5A7342}" destId="{953EDD52-2905-42EB-8CD8-47F3CB90C0A4}" srcOrd="0" destOrd="0" presId="urn:microsoft.com/office/officeart/2005/8/layout/orgChart1"/>
    <dgm:cxn modelId="{2199BDB6-D480-4281-82D0-7A749AD1DAEF}" type="presParOf" srcId="{953EDD52-2905-42EB-8CD8-47F3CB90C0A4}" destId="{B0F39982-E304-45AF-8EF7-38288AD49A0D}" srcOrd="0" destOrd="0" presId="urn:microsoft.com/office/officeart/2005/8/layout/orgChart1"/>
    <dgm:cxn modelId="{0F49D595-4706-4472-81DD-8997968575E7}" type="presParOf" srcId="{953EDD52-2905-42EB-8CD8-47F3CB90C0A4}" destId="{6A4ED661-D248-47A4-B2DA-E297BE68BBC9}" srcOrd="1" destOrd="0" presId="urn:microsoft.com/office/officeart/2005/8/layout/orgChart1"/>
    <dgm:cxn modelId="{86B591B3-D952-430C-9A99-1A865616DBA9}" type="presParOf" srcId="{0EC1C02B-60D8-422D-919F-C1037F5A7342}" destId="{43B7ABD2-EE11-40B3-A0FA-B11E5B5004AC}" srcOrd="1" destOrd="0" presId="urn:microsoft.com/office/officeart/2005/8/layout/orgChart1"/>
    <dgm:cxn modelId="{E9691282-414C-4C6A-B74C-6A6081469E7C}" type="presParOf" srcId="{0EC1C02B-60D8-422D-919F-C1037F5A7342}" destId="{9B49645E-1311-41A9-98D5-D890B3A33286}" srcOrd="2" destOrd="0" presId="urn:microsoft.com/office/officeart/2005/8/layout/orgChart1"/>
    <dgm:cxn modelId="{82393BC1-B54F-4F1B-B018-2615766E627B}" type="presParOf" srcId="{932F9BBB-7364-461A-88DE-5DC2C9AE7C59}" destId="{7319B586-D155-4777-9916-36F3C2BAE68B}" srcOrd="8" destOrd="0" presId="urn:microsoft.com/office/officeart/2005/8/layout/orgChart1"/>
    <dgm:cxn modelId="{2FE06FD0-5733-4207-82C1-32F51FB5773D}" type="presParOf" srcId="{932F9BBB-7364-461A-88DE-5DC2C9AE7C59}" destId="{F9C106FA-856F-4C8C-A6E8-EC4034F59BB0}" srcOrd="9" destOrd="0" presId="urn:microsoft.com/office/officeart/2005/8/layout/orgChart1"/>
    <dgm:cxn modelId="{04DE9B98-3039-4CFD-944C-5DB05A00D62B}" type="presParOf" srcId="{F9C106FA-856F-4C8C-A6E8-EC4034F59BB0}" destId="{6D069F62-31B0-4547-AA28-E0D6612D1543}" srcOrd="0" destOrd="0" presId="urn:microsoft.com/office/officeart/2005/8/layout/orgChart1"/>
    <dgm:cxn modelId="{AC4CFB18-4745-4E77-9341-77C6EB8E8C18}" type="presParOf" srcId="{6D069F62-31B0-4547-AA28-E0D6612D1543}" destId="{4C86EA09-F73D-4068-97BD-3CF8AA0C71E5}" srcOrd="0" destOrd="0" presId="urn:microsoft.com/office/officeart/2005/8/layout/orgChart1"/>
    <dgm:cxn modelId="{A1456264-50DA-49F2-A075-EF225DB6239F}" type="presParOf" srcId="{6D069F62-31B0-4547-AA28-E0D6612D1543}" destId="{0160233A-4231-4FB1-9DA7-92B799B326EB}" srcOrd="1" destOrd="0" presId="urn:microsoft.com/office/officeart/2005/8/layout/orgChart1"/>
    <dgm:cxn modelId="{3472FA53-A856-44B0-B9D8-1C7C2AE616C7}" type="presParOf" srcId="{F9C106FA-856F-4C8C-A6E8-EC4034F59BB0}" destId="{376DA741-F3DD-4268-923F-253F20AE88D1}" srcOrd="1" destOrd="0" presId="urn:microsoft.com/office/officeart/2005/8/layout/orgChart1"/>
    <dgm:cxn modelId="{CF318F5A-419E-428F-9419-3F9DA17B8551}" type="presParOf" srcId="{F9C106FA-856F-4C8C-A6E8-EC4034F59BB0}" destId="{68631E46-7EAE-444C-9A47-07B97BA510DE}" srcOrd="2" destOrd="0" presId="urn:microsoft.com/office/officeart/2005/8/layout/orgChart1"/>
    <dgm:cxn modelId="{58B6615B-AA9C-4ECB-B528-6EB62242F862}" type="presParOf" srcId="{FCC89F73-75CB-4B04-8C24-E0C03F7FCC98}" destId="{95D487BC-91A7-450C-9E4C-F5D38D84DFBD}" srcOrd="2" destOrd="0" presId="urn:microsoft.com/office/officeart/2005/8/layout/orgChart1"/>
    <dgm:cxn modelId="{C67DD794-C82F-42B7-B172-FECCF1B641E7}" type="presParOf" srcId="{44AE6E3B-18F1-47F5-8E09-27417221BC73}" destId="{EAD5CE9C-4DE7-4E57-AAC3-8D1F92E3EFD8}" srcOrd="2" destOrd="0" presId="urn:microsoft.com/office/officeart/2005/8/layout/orgChart1"/>
    <dgm:cxn modelId="{CA65F7F4-972F-42EE-BC21-568ADF95BA64}" type="presParOf" srcId="{FC0D5DA3-7F08-40C9-A39B-512D9ACDB8BB}" destId="{E8A94CEA-BEC9-4D1B-888D-F20524276B5C}" srcOrd="1" destOrd="0" presId="urn:microsoft.com/office/officeart/2005/8/layout/orgChart1"/>
    <dgm:cxn modelId="{5D044EB4-125F-45F6-AC77-441776370E1A}" type="presParOf" srcId="{E8A94CEA-BEC9-4D1B-888D-F20524276B5C}" destId="{F3435FE2-D6AC-4044-BFC2-37F6D86F83AD}" srcOrd="0" destOrd="0" presId="urn:microsoft.com/office/officeart/2005/8/layout/orgChart1"/>
    <dgm:cxn modelId="{E8693845-8822-49B6-BFFC-E5159DB40AD2}" type="presParOf" srcId="{F3435FE2-D6AC-4044-BFC2-37F6D86F83AD}" destId="{9970962E-5966-4A32-B07D-FBF8C5E5B9F8}" srcOrd="0" destOrd="0" presId="urn:microsoft.com/office/officeart/2005/8/layout/orgChart1"/>
    <dgm:cxn modelId="{9DD3B99A-627A-4383-8AE7-ECF7200195C9}" type="presParOf" srcId="{F3435FE2-D6AC-4044-BFC2-37F6D86F83AD}" destId="{0EDEBBD8-2CBA-4893-94D2-2815C59C8C9D}" srcOrd="1" destOrd="0" presId="urn:microsoft.com/office/officeart/2005/8/layout/orgChart1"/>
    <dgm:cxn modelId="{FBE7B379-7E3B-4E3B-8766-D25476FBB993}" type="presParOf" srcId="{E8A94CEA-BEC9-4D1B-888D-F20524276B5C}" destId="{6D76F9C3-5537-4245-B0D4-313C6904E595}" srcOrd="1" destOrd="0" presId="urn:microsoft.com/office/officeart/2005/8/layout/orgChart1"/>
    <dgm:cxn modelId="{98FC7B99-B581-4E5D-9766-BE30D2FECBCD}" type="presParOf" srcId="{6D76F9C3-5537-4245-B0D4-313C6904E595}" destId="{03D90786-AE6E-4D20-BA37-7BB32E0DE43B}" srcOrd="0" destOrd="0" presId="urn:microsoft.com/office/officeart/2005/8/layout/orgChart1"/>
    <dgm:cxn modelId="{8C0DC783-308A-463A-A323-59E0AD4CE0F9}" type="presParOf" srcId="{6D76F9C3-5537-4245-B0D4-313C6904E595}" destId="{5ED48830-96B6-4151-A94E-DB14D5C7F274}" srcOrd="1" destOrd="0" presId="urn:microsoft.com/office/officeart/2005/8/layout/orgChart1"/>
    <dgm:cxn modelId="{BBBA9EB9-249B-48D5-B9FA-02E276B9B4D5}" type="presParOf" srcId="{5ED48830-96B6-4151-A94E-DB14D5C7F274}" destId="{9177902E-2500-410E-8D5A-182B52D7BF6C}" srcOrd="0" destOrd="0" presId="urn:microsoft.com/office/officeart/2005/8/layout/orgChart1"/>
    <dgm:cxn modelId="{438B76B4-FCF4-4047-8688-A4280C746491}" type="presParOf" srcId="{9177902E-2500-410E-8D5A-182B52D7BF6C}" destId="{5E0D5D4D-071E-4093-95ED-362593C4E3C1}" srcOrd="0" destOrd="0" presId="urn:microsoft.com/office/officeart/2005/8/layout/orgChart1"/>
    <dgm:cxn modelId="{073F89E6-0CC9-4B45-AF8E-27CF2AED2211}" type="presParOf" srcId="{9177902E-2500-410E-8D5A-182B52D7BF6C}" destId="{9ECCACEF-1A60-4673-9978-201671603B4C}" srcOrd="1" destOrd="0" presId="urn:microsoft.com/office/officeart/2005/8/layout/orgChart1"/>
    <dgm:cxn modelId="{70D67097-BD89-4D3D-9B5C-E56CEF02CF6D}" type="presParOf" srcId="{5ED48830-96B6-4151-A94E-DB14D5C7F274}" destId="{5C29F9CF-D99B-4B95-8874-B350104A0AA0}" srcOrd="1" destOrd="0" presId="urn:microsoft.com/office/officeart/2005/8/layout/orgChart1"/>
    <dgm:cxn modelId="{5E71ED30-8C68-477C-9A8A-93386DF7FCF6}" type="presParOf" srcId="{5C29F9CF-D99B-4B95-8874-B350104A0AA0}" destId="{FB40934C-B2A6-47A7-9D3B-94EF8C82922D}" srcOrd="0" destOrd="0" presId="urn:microsoft.com/office/officeart/2005/8/layout/orgChart1"/>
    <dgm:cxn modelId="{97EF1F41-6A86-40DC-81F7-164DCAE9AE96}" type="presParOf" srcId="{5C29F9CF-D99B-4B95-8874-B350104A0AA0}" destId="{4BFF606F-0A6E-423E-BEB2-833FABD9538E}" srcOrd="1" destOrd="0" presId="urn:microsoft.com/office/officeart/2005/8/layout/orgChart1"/>
    <dgm:cxn modelId="{C903020A-9AEC-4B0F-ACB7-FDA6720BE4CD}" type="presParOf" srcId="{4BFF606F-0A6E-423E-BEB2-833FABD9538E}" destId="{4F626FAF-4321-4976-BCEC-DACF09C3CA04}" srcOrd="0" destOrd="0" presId="urn:microsoft.com/office/officeart/2005/8/layout/orgChart1"/>
    <dgm:cxn modelId="{3E3C42A7-1680-49B7-B3F4-56EDB963FDF4}" type="presParOf" srcId="{4F626FAF-4321-4976-BCEC-DACF09C3CA04}" destId="{2B50F316-1879-4EC4-9D80-896B473068C7}" srcOrd="0" destOrd="0" presId="urn:microsoft.com/office/officeart/2005/8/layout/orgChart1"/>
    <dgm:cxn modelId="{AA78F02D-773B-42F3-9136-397CC61C60F4}" type="presParOf" srcId="{4F626FAF-4321-4976-BCEC-DACF09C3CA04}" destId="{A5F66F29-CCF5-43A2-BCEE-38535C58B947}" srcOrd="1" destOrd="0" presId="urn:microsoft.com/office/officeart/2005/8/layout/orgChart1"/>
    <dgm:cxn modelId="{FF3C5770-A3A1-4B83-90CB-4D35971214C6}" type="presParOf" srcId="{4BFF606F-0A6E-423E-BEB2-833FABD9538E}" destId="{BC162598-61E1-4208-BB8D-99D47ABE53A1}" srcOrd="1" destOrd="0" presId="urn:microsoft.com/office/officeart/2005/8/layout/orgChart1"/>
    <dgm:cxn modelId="{E1785A81-21D5-4A6E-AE6C-C65DB5141D7D}" type="presParOf" srcId="{4BFF606F-0A6E-423E-BEB2-833FABD9538E}" destId="{DC8FED63-1CA3-4826-BF12-6E9AA07E4852}" srcOrd="2" destOrd="0" presId="urn:microsoft.com/office/officeart/2005/8/layout/orgChart1"/>
    <dgm:cxn modelId="{008EB60A-A734-45ED-9D98-80EF1A9016B7}" type="presParOf" srcId="{5C29F9CF-D99B-4B95-8874-B350104A0AA0}" destId="{1073CB3B-60AE-43CD-AA07-80B0C6A99FAF}" srcOrd="2" destOrd="0" presId="urn:microsoft.com/office/officeart/2005/8/layout/orgChart1"/>
    <dgm:cxn modelId="{C3D364D0-01C5-407B-928A-AB33BFBB9613}" type="presParOf" srcId="{5C29F9CF-D99B-4B95-8874-B350104A0AA0}" destId="{73875F81-40DE-4838-AB73-DC3BC5D3063E}" srcOrd="3" destOrd="0" presId="urn:microsoft.com/office/officeart/2005/8/layout/orgChart1"/>
    <dgm:cxn modelId="{4B3917DA-67AD-4408-9DAF-F009B968FEB4}" type="presParOf" srcId="{73875F81-40DE-4838-AB73-DC3BC5D3063E}" destId="{F0794EC8-9FED-415F-81BC-987390DC2FA2}" srcOrd="0" destOrd="0" presId="urn:microsoft.com/office/officeart/2005/8/layout/orgChart1"/>
    <dgm:cxn modelId="{E42A8FA1-0619-402D-8589-55AE837430AC}" type="presParOf" srcId="{F0794EC8-9FED-415F-81BC-987390DC2FA2}" destId="{110C8BB8-22BA-4CC7-AFD0-ED80A5CB9247}" srcOrd="0" destOrd="0" presId="urn:microsoft.com/office/officeart/2005/8/layout/orgChart1"/>
    <dgm:cxn modelId="{E51693B9-B5FF-4BFB-B957-54EC731BED48}" type="presParOf" srcId="{F0794EC8-9FED-415F-81BC-987390DC2FA2}" destId="{A40E78A6-D310-4E10-B77F-9DA885A5AA0A}" srcOrd="1" destOrd="0" presId="urn:microsoft.com/office/officeart/2005/8/layout/orgChart1"/>
    <dgm:cxn modelId="{8CF00EA1-7892-41AC-B5DB-D95BF56ECA3E}" type="presParOf" srcId="{73875F81-40DE-4838-AB73-DC3BC5D3063E}" destId="{148FEA23-A38B-42E1-9D7F-E2F2AF97900E}" srcOrd="1" destOrd="0" presId="urn:microsoft.com/office/officeart/2005/8/layout/orgChart1"/>
    <dgm:cxn modelId="{38962657-224A-42DF-A7EF-945C8D26D6B8}" type="presParOf" srcId="{73875F81-40DE-4838-AB73-DC3BC5D3063E}" destId="{E60AF4C3-F083-4BD2-9642-E698A32E18C1}" srcOrd="2" destOrd="0" presId="urn:microsoft.com/office/officeart/2005/8/layout/orgChart1"/>
    <dgm:cxn modelId="{B28AE01B-8262-4317-93DF-A22A3E22E2AD}" type="presParOf" srcId="{5C29F9CF-D99B-4B95-8874-B350104A0AA0}" destId="{AE7E8CDB-3182-4F7D-B0D1-BE0B8668BF24}" srcOrd="4" destOrd="0" presId="urn:microsoft.com/office/officeart/2005/8/layout/orgChart1"/>
    <dgm:cxn modelId="{BC14EDDB-47C6-49B4-AE2C-53C7BE9E68C3}" type="presParOf" srcId="{5C29F9CF-D99B-4B95-8874-B350104A0AA0}" destId="{E3128E8B-0F12-49A7-8345-40A7C166A1F1}" srcOrd="5" destOrd="0" presId="urn:microsoft.com/office/officeart/2005/8/layout/orgChart1"/>
    <dgm:cxn modelId="{B3B940A5-4DC0-410E-BDF1-1DA55139777B}" type="presParOf" srcId="{E3128E8B-0F12-49A7-8345-40A7C166A1F1}" destId="{3B7A3A2E-C9EE-4B32-BB9F-5EE95CA50DCC}" srcOrd="0" destOrd="0" presId="urn:microsoft.com/office/officeart/2005/8/layout/orgChart1"/>
    <dgm:cxn modelId="{7C822BA0-33AD-4C50-AF91-387E35698C36}" type="presParOf" srcId="{3B7A3A2E-C9EE-4B32-BB9F-5EE95CA50DCC}" destId="{23DC8785-B06D-4D81-9ECA-DDB11B65F57E}" srcOrd="0" destOrd="0" presId="urn:microsoft.com/office/officeart/2005/8/layout/orgChart1"/>
    <dgm:cxn modelId="{0E736FF3-41AE-450E-A010-117EDDE7389A}" type="presParOf" srcId="{3B7A3A2E-C9EE-4B32-BB9F-5EE95CA50DCC}" destId="{89ED09CA-8D93-41E7-853F-34E173F34113}" srcOrd="1" destOrd="0" presId="urn:microsoft.com/office/officeart/2005/8/layout/orgChart1"/>
    <dgm:cxn modelId="{7CFDE8D4-4870-4CF4-BD45-A5CC224675A6}" type="presParOf" srcId="{E3128E8B-0F12-49A7-8345-40A7C166A1F1}" destId="{1AD70398-2FA4-4932-AF7F-943C882073AE}" srcOrd="1" destOrd="0" presId="urn:microsoft.com/office/officeart/2005/8/layout/orgChart1"/>
    <dgm:cxn modelId="{3EEFFE4F-8965-427E-8071-499444751B8B}" type="presParOf" srcId="{E3128E8B-0F12-49A7-8345-40A7C166A1F1}" destId="{EFDB5CAD-219B-4E31-A7C0-E028D2409FD4}" srcOrd="2" destOrd="0" presId="urn:microsoft.com/office/officeart/2005/8/layout/orgChart1"/>
    <dgm:cxn modelId="{5C0BA296-F837-47FF-9804-D7CB5C0BD76C}" type="presParOf" srcId="{5ED48830-96B6-4151-A94E-DB14D5C7F274}" destId="{F59E72AC-5A6D-4229-84A9-F24324509B4F}" srcOrd="2" destOrd="0" presId="urn:microsoft.com/office/officeart/2005/8/layout/orgChart1"/>
    <dgm:cxn modelId="{81A7CB86-A7C8-4C6B-8E9C-3CD9331C2FA5}" type="presParOf" srcId="{6D76F9C3-5537-4245-B0D4-313C6904E595}" destId="{C65F68FE-3CC3-422E-B2E0-B52D4DA116C9}" srcOrd="2" destOrd="0" presId="urn:microsoft.com/office/officeart/2005/8/layout/orgChart1"/>
    <dgm:cxn modelId="{F30D5E6E-E2B3-4B19-928C-71DBE6B749D7}" type="presParOf" srcId="{6D76F9C3-5537-4245-B0D4-313C6904E595}" destId="{98209297-BBDD-4F3C-BBC5-C4419BDE8E1D}" srcOrd="3" destOrd="0" presId="urn:microsoft.com/office/officeart/2005/8/layout/orgChart1"/>
    <dgm:cxn modelId="{0425EE19-4409-408E-B2D9-A0A74C4BCABE}" type="presParOf" srcId="{98209297-BBDD-4F3C-BBC5-C4419BDE8E1D}" destId="{9667A7FD-EC56-4D36-873C-7FAC4BA57BD0}" srcOrd="0" destOrd="0" presId="urn:microsoft.com/office/officeart/2005/8/layout/orgChart1"/>
    <dgm:cxn modelId="{EC4C3347-F914-4C10-AE4F-A01C44C39113}" type="presParOf" srcId="{9667A7FD-EC56-4D36-873C-7FAC4BA57BD0}" destId="{97BF2314-B7B5-4D2B-8309-F7C86F0F4D77}" srcOrd="0" destOrd="0" presId="urn:microsoft.com/office/officeart/2005/8/layout/orgChart1"/>
    <dgm:cxn modelId="{28F58C9B-2BD7-46D0-827E-3ABEE36FBB4E}" type="presParOf" srcId="{9667A7FD-EC56-4D36-873C-7FAC4BA57BD0}" destId="{40BC5970-878C-4D5B-AA28-EF31BB8EB1F6}" srcOrd="1" destOrd="0" presId="urn:microsoft.com/office/officeart/2005/8/layout/orgChart1"/>
    <dgm:cxn modelId="{85275E25-935D-4045-85E9-33E286D26218}" type="presParOf" srcId="{98209297-BBDD-4F3C-BBC5-C4419BDE8E1D}" destId="{5AE82DD3-17A4-4FD3-9779-C02C5D19A15C}" srcOrd="1" destOrd="0" presId="urn:microsoft.com/office/officeart/2005/8/layout/orgChart1"/>
    <dgm:cxn modelId="{26F78D2C-BC5C-4326-9F19-352EB579F746}" type="presParOf" srcId="{5AE82DD3-17A4-4FD3-9779-C02C5D19A15C}" destId="{EE9C80F3-7EB4-4EAE-840A-26172EDAD41C}" srcOrd="0" destOrd="0" presId="urn:microsoft.com/office/officeart/2005/8/layout/orgChart1"/>
    <dgm:cxn modelId="{D1CADB10-62E6-4C7C-922D-FFEF21D421ED}" type="presParOf" srcId="{5AE82DD3-17A4-4FD3-9779-C02C5D19A15C}" destId="{794A3AA8-1241-4E7B-AA32-9EE9418E2B08}" srcOrd="1" destOrd="0" presId="urn:microsoft.com/office/officeart/2005/8/layout/orgChart1"/>
    <dgm:cxn modelId="{83737715-BA3D-4BD7-BEAF-D8F805455D27}" type="presParOf" srcId="{794A3AA8-1241-4E7B-AA32-9EE9418E2B08}" destId="{C1EB36EB-C357-4B2C-A5B4-D9157EBA727F}" srcOrd="0" destOrd="0" presId="urn:microsoft.com/office/officeart/2005/8/layout/orgChart1"/>
    <dgm:cxn modelId="{256E8D9E-6E37-4AF5-A300-0563CECCE08F}" type="presParOf" srcId="{C1EB36EB-C357-4B2C-A5B4-D9157EBA727F}" destId="{16159F22-8073-4582-B1D2-28A3A11958E0}" srcOrd="0" destOrd="0" presId="urn:microsoft.com/office/officeart/2005/8/layout/orgChart1"/>
    <dgm:cxn modelId="{6A605F79-61FA-4952-83A0-23565EB5E903}" type="presParOf" srcId="{C1EB36EB-C357-4B2C-A5B4-D9157EBA727F}" destId="{64FE6A40-7663-4B02-BE23-7A17F0E2DB33}" srcOrd="1" destOrd="0" presId="urn:microsoft.com/office/officeart/2005/8/layout/orgChart1"/>
    <dgm:cxn modelId="{F21A1B2C-CBBF-4EC4-87B8-CF7BD4D86F50}" type="presParOf" srcId="{794A3AA8-1241-4E7B-AA32-9EE9418E2B08}" destId="{91CD2E53-D7A8-47FE-B786-4DBFA133C719}" srcOrd="1" destOrd="0" presId="urn:microsoft.com/office/officeart/2005/8/layout/orgChart1"/>
    <dgm:cxn modelId="{C0F07283-CE60-4210-A1F3-C042CFB686C7}" type="presParOf" srcId="{794A3AA8-1241-4E7B-AA32-9EE9418E2B08}" destId="{A2558BDB-CAE8-4C36-8635-A9792B0E71AC}" srcOrd="2" destOrd="0" presId="urn:microsoft.com/office/officeart/2005/8/layout/orgChart1"/>
    <dgm:cxn modelId="{809E5A92-1E62-4FCD-A018-2D0745563077}" type="presParOf" srcId="{5AE82DD3-17A4-4FD3-9779-C02C5D19A15C}" destId="{76595A5D-3ED8-4596-98F3-6D41B047A3A8}" srcOrd="2" destOrd="0" presId="urn:microsoft.com/office/officeart/2005/8/layout/orgChart1"/>
    <dgm:cxn modelId="{412BD308-3EFF-4217-94EA-B97C29C3FAFA}" type="presParOf" srcId="{5AE82DD3-17A4-4FD3-9779-C02C5D19A15C}" destId="{A81B36D3-C213-4A04-B186-0B718A7391B3}" srcOrd="3" destOrd="0" presId="urn:microsoft.com/office/officeart/2005/8/layout/orgChart1"/>
    <dgm:cxn modelId="{D2E5CA54-F040-417F-B480-4C35E290C1A0}" type="presParOf" srcId="{A81B36D3-C213-4A04-B186-0B718A7391B3}" destId="{EFF3C7AC-92AB-4B58-B30D-7AD024232766}" srcOrd="0" destOrd="0" presId="urn:microsoft.com/office/officeart/2005/8/layout/orgChart1"/>
    <dgm:cxn modelId="{A35A68CE-CCF4-453D-A944-B6AABCEA3FAC}" type="presParOf" srcId="{EFF3C7AC-92AB-4B58-B30D-7AD024232766}" destId="{DD182B45-B27A-4F3C-8B65-4912C3155890}" srcOrd="0" destOrd="0" presId="urn:microsoft.com/office/officeart/2005/8/layout/orgChart1"/>
    <dgm:cxn modelId="{77337758-C16B-4368-858A-0A63251875BE}" type="presParOf" srcId="{EFF3C7AC-92AB-4B58-B30D-7AD024232766}" destId="{98FDD4AD-51A5-4D3F-AC66-6E29DD522EEE}" srcOrd="1" destOrd="0" presId="urn:microsoft.com/office/officeart/2005/8/layout/orgChart1"/>
    <dgm:cxn modelId="{0F73AF90-FA0F-4199-B6C1-C810605F9907}" type="presParOf" srcId="{A81B36D3-C213-4A04-B186-0B718A7391B3}" destId="{FF8970BA-7A72-43CB-A81C-4E7841CA0CE2}" srcOrd="1" destOrd="0" presId="urn:microsoft.com/office/officeart/2005/8/layout/orgChart1"/>
    <dgm:cxn modelId="{AB7E648F-8E1E-4794-8E43-F0271D015C48}" type="presParOf" srcId="{A81B36D3-C213-4A04-B186-0B718A7391B3}" destId="{CF90097B-A5DA-4A20-8EDD-5CDBB15A8DDA}" srcOrd="2" destOrd="0" presId="urn:microsoft.com/office/officeart/2005/8/layout/orgChart1"/>
    <dgm:cxn modelId="{EBD2EA0D-98AA-488B-B4F1-C106F74A7CEC}" type="presParOf" srcId="{5AE82DD3-17A4-4FD3-9779-C02C5D19A15C}" destId="{FFC488C0-6AC0-4D53-ACA3-A1EA50BB9FD8}" srcOrd="4" destOrd="0" presId="urn:microsoft.com/office/officeart/2005/8/layout/orgChart1"/>
    <dgm:cxn modelId="{F8008C8E-7082-410C-BB1F-AC68DDDD4F6B}" type="presParOf" srcId="{5AE82DD3-17A4-4FD3-9779-C02C5D19A15C}" destId="{B05EDFDA-B75C-42FA-B8AE-77DF568568D5}" srcOrd="5" destOrd="0" presId="urn:microsoft.com/office/officeart/2005/8/layout/orgChart1"/>
    <dgm:cxn modelId="{D0AA4C67-4BA8-48DA-97E1-153CA6EB59D0}" type="presParOf" srcId="{B05EDFDA-B75C-42FA-B8AE-77DF568568D5}" destId="{D90B28FD-6831-48D3-BD33-96CB24F1DEA5}" srcOrd="0" destOrd="0" presId="urn:microsoft.com/office/officeart/2005/8/layout/orgChart1"/>
    <dgm:cxn modelId="{7D41D4B6-8B95-415D-9168-A54ED2169414}" type="presParOf" srcId="{D90B28FD-6831-48D3-BD33-96CB24F1DEA5}" destId="{8C9743F8-C6C0-41B1-B005-1B96D8A260E9}" srcOrd="0" destOrd="0" presId="urn:microsoft.com/office/officeart/2005/8/layout/orgChart1"/>
    <dgm:cxn modelId="{939C2B16-E668-43FC-A643-5F7A62C0F8D7}" type="presParOf" srcId="{D90B28FD-6831-48D3-BD33-96CB24F1DEA5}" destId="{3F8CB060-0BF3-49C6-BC44-3F888ED5885A}" srcOrd="1" destOrd="0" presId="urn:microsoft.com/office/officeart/2005/8/layout/orgChart1"/>
    <dgm:cxn modelId="{F59F4235-06CC-48F3-96E4-34901F68CD38}" type="presParOf" srcId="{B05EDFDA-B75C-42FA-B8AE-77DF568568D5}" destId="{3B13C5D9-2C3F-47DB-A530-58BEAA8813FB}" srcOrd="1" destOrd="0" presId="urn:microsoft.com/office/officeart/2005/8/layout/orgChart1"/>
    <dgm:cxn modelId="{A9B236FB-0AFD-4E7B-AEF6-C358F18B364C}" type="presParOf" srcId="{B05EDFDA-B75C-42FA-B8AE-77DF568568D5}" destId="{3AEB23BE-76FD-404A-8140-F03C86DBAEDB}" srcOrd="2" destOrd="0" presId="urn:microsoft.com/office/officeart/2005/8/layout/orgChart1"/>
    <dgm:cxn modelId="{E4BF4F8F-3723-4A47-9B27-DE162988A767}" type="presParOf" srcId="{98209297-BBDD-4F3C-BBC5-C4419BDE8E1D}" destId="{90724C39-624A-41B5-96A9-D0D4C76BEA92}" srcOrd="2" destOrd="0" presId="urn:microsoft.com/office/officeart/2005/8/layout/orgChart1"/>
    <dgm:cxn modelId="{B6B6C4A7-78A8-4CC4-AF08-B5561D486024}" type="presParOf" srcId="{E8A94CEA-BEC9-4D1B-888D-F20524276B5C}" destId="{6F229FDF-4007-46E3-9DC9-E5527846FE35}"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3E24B07-8023-4E9F-8558-D5757EF64B7C}" type="doc">
      <dgm:prSet loTypeId="urn:microsoft.com/office/officeart/2005/8/layout/lProcess2" loCatId="relationship" qsTypeId="urn:microsoft.com/office/officeart/2005/8/quickstyle/simple1" qsCatId="simple" csTypeId="urn:microsoft.com/office/officeart/2005/8/colors/accent1_2" csCatId="accent1" phldr="1"/>
      <dgm:spPr/>
      <dgm:t>
        <a:bodyPr/>
        <a:lstStyle/>
        <a:p>
          <a:endParaRPr lang="en-US"/>
        </a:p>
      </dgm:t>
    </dgm:pt>
    <dgm:pt modelId="{0EDD2705-1EC9-49D2-AAF1-51B922F9F872}">
      <dgm:prSet phldrT="[Testo]" phldr="0" custT="1"/>
      <dgm:spPr>
        <a:solidFill>
          <a:srgbClr val="FFFFFF"/>
        </a:solidFill>
        <a:ln>
          <a:noFill/>
        </a:ln>
        <a:effectLst/>
      </dgm:spPr>
      <dgm:t>
        <a:bodyPr spcFirstLastPara="0" vert="horz" wrap="square" lIns="110490" tIns="110490" rIns="110490" bIns="110490" numCol="1" spcCol="1270" anchor="ctr" anchorCtr="0"/>
        <a:lstStyle/>
        <a:p>
          <a:r>
            <a:rPr lang="en-US" sz="2400" noProof="0" dirty="0"/>
            <a:t>PROJECT COSTS</a:t>
          </a:r>
        </a:p>
      </dgm:t>
    </dgm:pt>
    <dgm:pt modelId="{FE291E26-70AA-430D-AD9A-677BC67532B2}" type="parTrans" cxnId="{6F9B7315-4C4D-4FE7-9BDF-24A5A860E09F}">
      <dgm:prSet/>
      <dgm:spPr/>
      <dgm:t>
        <a:bodyPr/>
        <a:lstStyle/>
        <a:p>
          <a:endParaRPr lang="en-US"/>
        </a:p>
      </dgm:t>
    </dgm:pt>
    <dgm:pt modelId="{0D203B44-E890-4582-A7AB-913F2DF9560B}" type="sibTrans" cxnId="{6F9B7315-4C4D-4FE7-9BDF-24A5A860E09F}">
      <dgm:prSet/>
      <dgm:spPr/>
      <dgm:t>
        <a:bodyPr/>
        <a:lstStyle/>
        <a:p>
          <a:endParaRPr lang="en-US"/>
        </a:p>
      </dgm:t>
    </dgm:pt>
    <dgm:pt modelId="{40247257-1661-41DF-BC3F-06F46A6295A5}">
      <dgm:prSet phldrT="[Testo]" phldr="0" custT="1"/>
      <dgm:spPr>
        <a:solidFill>
          <a:srgbClr val="FFFFFF"/>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gm:t>
    </dgm:pt>
    <dgm:pt modelId="{3A7275C9-712F-4B17-AFF6-999AA376CDC3}" type="parTrans" cxnId="{77C89C14-F95F-4C23-AC9D-A823EDE879A1}">
      <dgm:prSet/>
      <dgm:spPr/>
      <dgm:t>
        <a:bodyPr/>
        <a:lstStyle/>
        <a:p>
          <a:endParaRPr lang="en-US"/>
        </a:p>
      </dgm:t>
    </dgm:pt>
    <dgm:pt modelId="{4028B860-EC01-437C-B432-329C9508DDD3}" type="sibTrans" cxnId="{77C89C14-F95F-4C23-AC9D-A823EDE879A1}">
      <dgm:prSet/>
      <dgm:spPr/>
      <dgm:t>
        <a:bodyPr/>
        <a:lstStyle/>
        <a:p>
          <a:endParaRPr lang="en-US"/>
        </a:p>
      </dgm:t>
    </dgm:pt>
    <dgm:pt modelId="{B7CD8660-A82F-447D-981C-5B2CDD5A8369}">
      <dgm:prSet phldrT="[Testo]" phldr="0" custT="1"/>
      <dgm:spPr>
        <a:solidFill>
          <a:srgbClr val="FFFFFF">
            <a:lumMod val="75000"/>
          </a:srgbClr>
        </a:solidFill>
        <a:ln>
          <a:noFill/>
        </a:ln>
        <a:effectLst/>
      </dgm:spPr>
      <dgm:t>
        <a:bodyPr spcFirstLastPara="0" vert="horz" wrap="square" lIns="87630" tIns="87630" rIns="87630" bIns="87630" numCol="1" spcCol="1270" anchor="ctr" anchorCtr="0"/>
        <a:lstStyle/>
        <a:p>
          <a:pPr marL="0" lvl="0" indent="0" algn="ctr" defTabSz="1022350">
            <a:lnSpc>
              <a:spcPct val="90000"/>
            </a:lnSpc>
            <a:spcBef>
              <a:spcPct val="0"/>
            </a:spcBef>
            <a:spcAft>
              <a:spcPct val="35000"/>
            </a:spcAft>
            <a:buNone/>
          </a:pPr>
          <a:r>
            <a:rPr lang="en-US" sz="2300" kern="1200" noProof="0" dirty="0">
              <a:solidFill>
                <a:srgbClr val="000000">
                  <a:hueOff val="0"/>
                  <a:satOff val="0"/>
                  <a:lumOff val="0"/>
                  <a:alphaOff val="0"/>
                </a:srgbClr>
              </a:solidFill>
              <a:latin typeface="Times New Roman"/>
              <a:ea typeface="+mn-ea"/>
              <a:cs typeface="+mn-cs"/>
            </a:rPr>
            <a:t>PROJECT BENEFITS</a:t>
          </a:r>
        </a:p>
      </dgm:t>
    </dgm:pt>
    <dgm:pt modelId="{DA0ADC67-94DA-47B4-925C-34E9536CB64E}" type="parTrans" cxnId="{73156E65-F5A1-41F7-9BD2-1D4703F0A086}">
      <dgm:prSet/>
      <dgm:spPr/>
      <dgm:t>
        <a:bodyPr/>
        <a:lstStyle/>
        <a:p>
          <a:endParaRPr lang="en-US"/>
        </a:p>
      </dgm:t>
    </dgm:pt>
    <dgm:pt modelId="{3C044498-3F6D-402D-9762-6023A330B361}" type="sibTrans" cxnId="{73156E65-F5A1-41F7-9BD2-1D4703F0A086}">
      <dgm:prSet/>
      <dgm:spPr/>
      <dgm:t>
        <a:bodyPr/>
        <a:lstStyle/>
        <a:p>
          <a:endParaRPr lang="en-US"/>
        </a:p>
      </dgm:t>
    </dgm:pt>
    <dgm:pt modelId="{70BD055E-0DFC-4950-B235-7DC159BBCEB6}">
      <dgm:prSet phldrT="[Testo]" phldr="0"/>
      <dgm:spPr>
        <a:solidFill>
          <a:srgbClr val="FF9933"/>
        </a:solidFill>
        <a:ln>
          <a:solidFill>
            <a:schemeClr val="tx1"/>
          </a:solidFill>
        </a:ln>
      </dgm:spPr>
      <dgm:t>
        <a:bodyPr/>
        <a:lstStyle/>
        <a:p>
          <a:r>
            <a:rPr lang="en-US" noProof="0" dirty="0">
              <a:solidFill>
                <a:schemeClr val="tx1"/>
              </a:solidFill>
            </a:rPr>
            <a:t>MANAGEMENT VALUE</a:t>
          </a:r>
        </a:p>
      </dgm:t>
    </dgm:pt>
    <dgm:pt modelId="{0734A025-155A-4DF3-9FD4-45839BB17D47}" type="parTrans" cxnId="{E59AF15B-0B55-4647-99A8-BE933C316641}">
      <dgm:prSet/>
      <dgm:spPr/>
      <dgm:t>
        <a:bodyPr/>
        <a:lstStyle/>
        <a:p>
          <a:endParaRPr lang="en-US"/>
        </a:p>
      </dgm:t>
    </dgm:pt>
    <dgm:pt modelId="{4DBD1A0B-50A9-4AA5-BCD1-B3697DD249F2}" type="sibTrans" cxnId="{E59AF15B-0B55-4647-99A8-BE933C316641}">
      <dgm:prSet/>
      <dgm:spPr/>
      <dgm:t>
        <a:bodyPr/>
        <a:lstStyle/>
        <a:p>
          <a:endParaRPr lang="en-US"/>
        </a:p>
      </dgm:t>
    </dgm:pt>
    <dgm:pt modelId="{BC73DC96-EFBB-441A-8E7E-3B8F200AC53F}">
      <dgm:prSet phldrT="[Testo]" phldr="0" custT="1"/>
      <dgm:spPr>
        <a:solidFill>
          <a:schemeClr val="bg1"/>
        </a:solidFill>
      </dgm:spPr>
      <dgm:t>
        <a:bodyPr/>
        <a:lstStyle/>
        <a:p>
          <a:r>
            <a:rPr lang="en-US" sz="2400" noProof="0" dirty="0"/>
            <a:t>PROJECT VALUE </a:t>
          </a:r>
        </a:p>
      </dgm:t>
    </dgm:pt>
    <dgm:pt modelId="{4B5681AE-F226-4F2E-AFE0-9E18D323D105}" type="parTrans" cxnId="{99565E4D-276A-47CC-9B4B-6B89C1CBD94F}">
      <dgm:prSet/>
      <dgm:spPr/>
      <dgm:t>
        <a:bodyPr/>
        <a:lstStyle/>
        <a:p>
          <a:endParaRPr lang="en-US"/>
        </a:p>
      </dgm:t>
    </dgm:pt>
    <dgm:pt modelId="{FA16ACC7-ED9B-4BC1-8373-51F1B367EC62}" type="sibTrans" cxnId="{99565E4D-276A-47CC-9B4B-6B89C1CBD94F}">
      <dgm:prSet/>
      <dgm:spPr/>
      <dgm:t>
        <a:bodyPr/>
        <a:lstStyle/>
        <a:p>
          <a:endParaRPr lang="en-US"/>
        </a:p>
      </dgm:t>
    </dgm:pt>
    <dgm:pt modelId="{7040C883-EDB3-4AAE-AB28-202EE2F51F55}">
      <dgm:prSet phldrT="[Testo]" phldr="0"/>
      <dgm:spPr>
        <a:solidFill>
          <a:schemeClr val="bg1"/>
        </a:solidFill>
        <a:ln>
          <a:solidFill>
            <a:schemeClr val="tx1"/>
          </a:solidFill>
        </a:ln>
      </dgm:spPr>
      <dgm:t>
        <a:bodyPr/>
        <a:lstStyle/>
        <a:p>
          <a:r>
            <a:rPr lang="en-US" noProof="0" dirty="0">
              <a:solidFill>
                <a:schemeClr val="tx1"/>
              </a:solidFill>
            </a:rPr>
            <a:t>FINANCIAL APPROACH</a:t>
          </a:r>
        </a:p>
      </dgm:t>
    </dgm:pt>
    <dgm:pt modelId="{6DC40519-C77F-4FE6-A052-A43989E415E0}" type="parTrans" cxnId="{8A729E58-D6AF-4B4B-B526-57F6452B5D70}">
      <dgm:prSet/>
      <dgm:spPr/>
      <dgm:t>
        <a:bodyPr/>
        <a:lstStyle/>
        <a:p>
          <a:endParaRPr lang="en-US"/>
        </a:p>
      </dgm:t>
    </dgm:pt>
    <dgm:pt modelId="{EF272F0E-8723-4BDB-82EF-6563D24EBF72}" type="sibTrans" cxnId="{8A729E58-D6AF-4B4B-B526-57F6452B5D70}">
      <dgm:prSet/>
      <dgm:spPr/>
      <dgm:t>
        <a:bodyPr/>
        <a:lstStyle/>
        <a:p>
          <a:endParaRPr lang="en-US"/>
        </a:p>
      </dgm:t>
    </dgm:pt>
    <dgm:pt modelId="{2FDF8BA5-1F79-43D5-82D8-297F548F3542}">
      <dgm:prSet phldrT="[Testo]" phldr="0"/>
      <dgm:spPr>
        <a:solidFill>
          <a:schemeClr val="bg1"/>
        </a:solidFill>
        <a:ln>
          <a:solidFill>
            <a:schemeClr val="tx1"/>
          </a:solidFill>
        </a:ln>
      </dgm:spPr>
      <dgm:t>
        <a:bodyPr/>
        <a:lstStyle/>
        <a:p>
          <a:r>
            <a:rPr lang="en-US" noProof="0" dirty="0">
              <a:solidFill>
                <a:schemeClr val="tx1"/>
              </a:solidFill>
            </a:rPr>
            <a:t>INFRASTRUCTURE</a:t>
          </a:r>
        </a:p>
      </dgm:t>
    </dgm:pt>
    <dgm:pt modelId="{C9CE1DAB-9AB3-43AA-B607-9893A42F86F7}" type="parTrans" cxnId="{F6BFC237-7436-498A-93BD-73510B631561}">
      <dgm:prSet/>
      <dgm:spPr/>
      <dgm:t>
        <a:bodyPr/>
        <a:lstStyle/>
        <a:p>
          <a:endParaRPr lang="en-US"/>
        </a:p>
      </dgm:t>
    </dgm:pt>
    <dgm:pt modelId="{ACDBB275-B531-41A6-9E60-709957573E9F}" type="sibTrans" cxnId="{F6BFC237-7436-498A-93BD-73510B631561}">
      <dgm:prSet/>
      <dgm:spPr/>
      <dgm:t>
        <a:bodyPr/>
        <a:lstStyle/>
        <a:p>
          <a:endParaRPr lang="en-US"/>
        </a:p>
      </dgm:t>
    </dgm:pt>
    <dgm:pt modelId="{6BEBF612-AC28-4281-829A-886742483343}">
      <dgm:prSet phldrT="[Testo]" phldr="0" custT="1"/>
      <dgm:spPr>
        <a:solidFill>
          <a:schemeClr val="bg1"/>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BUSINESS</a:t>
          </a:r>
        </a:p>
      </dgm:t>
    </dgm:pt>
    <dgm:pt modelId="{E18DC705-3A47-4D42-9974-13148F5BDD9B}" type="parTrans" cxnId="{BA000ECF-19AD-4366-85A9-411D81A739F5}">
      <dgm:prSet/>
      <dgm:spPr/>
      <dgm:t>
        <a:bodyPr/>
        <a:lstStyle/>
        <a:p>
          <a:endParaRPr lang="en-US"/>
        </a:p>
      </dgm:t>
    </dgm:pt>
    <dgm:pt modelId="{2AD56649-164C-4A93-9FB5-2F6E05D7EA3D}" type="sibTrans" cxnId="{BA000ECF-19AD-4366-85A9-411D81A739F5}">
      <dgm:prSet/>
      <dgm:spPr/>
      <dgm:t>
        <a:bodyPr/>
        <a:lstStyle/>
        <a:p>
          <a:endParaRPr lang="en-US"/>
        </a:p>
      </dgm:t>
    </dgm:pt>
    <dgm:pt modelId="{32370EA5-817D-41DE-9EF3-C264A87731CF}">
      <dgm:prSet phldrT="[Testo]" phldr="0"/>
      <dgm:spPr>
        <a:solidFill>
          <a:schemeClr val="bg1"/>
        </a:solidFill>
        <a:ln>
          <a:solidFill>
            <a:schemeClr val="tx1"/>
          </a:solidFill>
        </a:ln>
      </dgm:spPr>
      <dgm:t>
        <a:bodyPr/>
        <a:lstStyle/>
        <a:p>
          <a:r>
            <a:rPr lang="en-US" noProof="0" dirty="0">
              <a:solidFill>
                <a:schemeClr val="tx1"/>
              </a:solidFill>
            </a:rPr>
            <a:t>SOCIAL VALUE </a:t>
          </a:r>
        </a:p>
      </dgm:t>
    </dgm:pt>
    <dgm:pt modelId="{03A3A5FA-FFB8-46C3-96DE-56DAE975EDE7}" type="parTrans" cxnId="{70F13194-7A6E-486B-8360-890B448C8894}">
      <dgm:prSet/>
      <dgm:spPr/>
      <dgm:t>
        <a:bodyPr/>
        <a:lstStyle/>
        <a:p>
          <a:endParaRPr lang="en-US"/>
        </a:p>
      </dgm:t>
    </dgm:pt>
    <dgm:pt modelId="{419AECF9-1D06-4331-B260-344434C0B86D}" type="sibTrans" cxnId="{70F13194-7A6E-486B-8360-890B448C8894}">
      <dgm:prSet/>
      <dgm:spPr/>
      <dgm:t>
        <a:bodyPr/>
        <a:lstStyle/>
        <a:p>
          <a:endParaRPr lang="en-US"/>
        </a:p>
      </dgm:t>
    </dgm:pt>
    <dgm:pt modelId="{A909BAB4-7AB8-4F4A-A1BE-80F5C9707911}">
      <dgm:prSet phldrT="[Testo]" phldr="0"/>
      <dgm:spPr>
        <a:solidFill>
          <a:schemeClr val="bg1"/>
        </a:solidFill>
        <a:ln>
          <a:solidFill>
            <a:schemeClr val="tx1"/>
          </a:solidFill>
        </a:ln>
      </dgm:spPr>
      <dgm:t>
        <a:bodyPr/>
        <a:lstStyle/>
        <a:p>
          <a:r>
            <a:rPr lang="en-US" noProof="0" dirty="0">
              <a:solidFill>
                <a:schemeClr val="tx1"/>
              </a:solidFill>
            </a:rPr>
            <a:t>NET VALUE  APPROACH</a:t>
          </a:r>
        </a:p>
      </dgm:t>
    </dgm:pt>
    <dgm:pt modelId="{DB376E9E-0E54-483E-A0F9-96AB57DD8516}" type="parTrans" cxnId="{ACE6CAFE-F973-4697-A143-0402581DA6E3}">
      <dgm:prSet/>
      <dgm:spPr/>
      <dgm:t>
        <a:bodyPr/>
        <a:lstStyle/>
        <a:p>
          <a:endParaRPr lang="en-US"/>
        </a:p>
      </dgm:t>
    </dgm:pt>
    <dgm:pt modelId="{F5DD361B-132E-4A4F-8124-20C0CB155A00}" type="sibTrans" cxnId="{ACE6CAFE-F973-4697-A143-0402581DA6E3}">
      <dgm:prSet/>
      <dgm:spPr/>
      <dgm:t>
        <a:bodyPr/>
        <a:lstStyle/>
        <a:p>
          <a:endParaRPr lang="en-US"/>
        </a:p>
      </dgm:t>
    </dgm:pt>
    <dgm:pt modelId="{EF9FD828-A0BF-43F8-ABC7-E1EE24F07C42}">
      <dgm:prSet phldrT="[Testo]" phldr="0" custT="1"/>
      <dgm:spPr>
        <a:solidFill>
          <a:schemeClr val="bg1"/>
        </a:solidFill>
        <a:ln>
          <a:noFill/>
        </a:ln>
        <a:effectLst/>
      </dgm:spPr>
      <dgm:t>
        <a:bodyPr spcFirstLastPara="0" vert="horz" wrap="square" lIns="87630" tIns="87630" rIns="87630" bIns="87630" numCol="1" spcCol="1270" anchor="ctr" anchorCtr="0"/>
        <a:lstStyle/>
        <a:p>
          <a:r>
            <a:rPr lang="en-US" sz="2300" kern="1200" noProof="0" dirty="0"/>
            <a:t>OPERATIONS  </a:t>
          </a:r>
          <a:r>
            <a:rPr lang="en-US" sz="2300" kern="1200" noProof="0" dirty="0">
              <a:solidFill>
                <a:srgbClr val="000000">
                  <a:hueOff val="0"/>
                  <a:satOff val="0"/>
                  <a:lumOff val="0"/>
                  <a:alphaOff val="0"/>
                </a:srgbClr>
              </a:solidFill>
              <a:latin typeface="Times New Roman"/>
              <a:ea typeface="+mn-ea"/>
              <a:cs typeface="+mn-cs"/>
            </a:rPr>
            <a:t>COST</a:t>
          </a:r>
        </a:p>
      </dgm:t>
    </dgm:pt>
    <dgm:pt modelId="{8B46DBB5-BE20-452E-BDAC-57B4248B579B}" type="parTrans" cxnId="{2E5A4064-7A8A-4182-955A-A7A098843B57}">
      <dgm:prSet/>
      <dgm:spPr/>
      <dgm:t>
        <a:bodyPr/>
        <a:lstStyle/>
        <a:p>
          <a:endParaRPr lang="en-US"/>
        </a:p>
      </dgm:t>
    </dgm:pt>
    <dgm:pt modelId="{357BE1D7-3472-4631-83A3-EAA12DA32F6B}" type="sibTrans" cxnId="{2E5A4064-7A8A-4182-955A-A7A098843B57}">
      <dgm:prSet/>
      <dgm:spPr/>
      <dgm:t>
        <a:bodyPr/>
        <a:lstStyle/>
        <a:p>
          <a:endParaRPr lang="en-US"/>
        </a:p>
      </dgm:t>
    </dgm:pt>
    <dgm:pt modelId="{9E4CCB87-75A5-457C-BDC5-A8C25CF38D41}">
      <dgm:prSet phldrT="[Testo]" phldr="0"/>
      <dgm:spPr>
        <a:solidFill>
          <a:schemeClr val="bg1"/>
        </a:solidFill>
        <a:ln>
          <a:solidFill>
            <a:schemeClr val="tx1"/>
          </a:solidFill>
        </a:ln>
      </dgm:spPr>
      <dgm:t>
        <a:bodyPr/>
        <a:lstStyle/>
        <a:p>
          <a:r>
            <a:rPr lang="en-US" noProof="0" dirty="0">
              <a:solidFill>
                <a:schemeClr val="tx1"/>
              </a:solidFill>
            </a:rPr>
            <a:t>OPERATIONS </a:t>
          </a:r>
        </a:p>
      </dgm:t>
    </dgm:pt>
    <dgm:pt modelId="{85509985-5007-4FCE-9F75-D55B68BD8068}" type="parTrans" cxnId="{2DD90791-3D65-4AA1-8474-506804C48981}">
      <dgm:prSet/>
      <dgm:spPr/>
      <dgm:t>
        <a:bodyPr/>
        <a:lstStyle/>
        <a:p>
          <a:endParaRPr lang="en-US"/>
        </a:p>
      </dgm:t>
    </dgm:pt>
    <dgm:pt modelId="{058D0969-B357-4198-95D8-1AC0533908A3}" type="sibTrans" cxnId="{2DD90791-3D65-4AA1-8474-506804C48981}">
      <dgm:prSet/>
      <dgm:spPr/>
      <dgm:t>
        <a:bodyPr/>
        <a:lstStyle/>
        <a:p>
          <a:endParaRPr lang="en-US"/>
        </a:p>
      </dgm:t>
    </dgm:pt>
    <dgm:pt modelId="{2A5A9D7D-EC81-4243-B2DB-B59409C9188E}">
      <dgm:prSet phldrT="[Testo]" phldr="0"/>
      <dgm:spPr>
        <a:solidFill>
          <a:schemeClr val="bg1"/>
        </a:solidFill>
        <a:ln>
          <a:solidFill>
            <a:schemeClr val="tx1"/>
          </a:solidFill>
        </a:ln>
      </dgm:spPr>
      <dgm:t>
        <a:bodyPr/>
        <a:lstStyle/>
        <a:p>
          <a:r>
            <a:rPr lang="en-US" noProof="0" dirty="0">
              <a:solidFill>
                <a:schemeClr val="tx1"/>
              </a:solidFill>
            </a:rPr>
            <a:t>SYSTEM MAINTENANCE</a:t>
          </a:r>
        </a:p>
      </dgm:t>
    </dgm:pt>
    <dgm:pt modelId="{A3DFFE29-340B-45DD-93E2-C4C160A6ECE2}" type="parTrans" cxnId="{F3384004-0B11-45D4-B1A7-3D5F77CBD021}">
      <dgm:prSet/>
      <dgm:spPr/>
      <dgm:t>
        <a:bodyPr/>
        <a:lstStyle/>
        <a:p>
          <a:endParaRPr lang="en-US"/>
        </a:p>
      </dgm:t>
    </dgm:pt>
    <dgm:pt modelId="{59C58EB6-548D-4BBE-AAF9-BE2D22F36DCC}" type="sibTrans" cxnId="{F3384004-0B11-45D4-B1A7-3D5F77CBD021}">
      <dgm:prSet/>
      <dgm:spPr/>
      <dgm:t>
        <a:bodyPr/>
        <a:lstStyle/>
        <a:p>
          <a:endParaRPr lang="en-US"/>
        </a:p>
      </dgm:t>
    </dgm:pt>
    <dgm:pt modelId="{944D230F-885C-4C2C-883B-B26B072B3C92}">
      <dgm:prSet phldrT="[Testo]" phldr="0" custT="1"/>
      <dgm:spPr>
        <a:solidFill>
          <a:schemeClr val="bg1"/>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pPr>
          <a:r>
            <a:rPr lang="en-US" sz="1300" kern="1200" noProof="0" dirty="0">
              <a:solidFill>
                <a:schemeClr val="tx1"/>
              </a:solidFill>
            </a:rPr>
            <a:t>PROJECT </a:t>
          </a:r>
          <a:r>
            <a:rPr lang="en-US" sz="1300" kern="1200" noProof="0" dirty="0">
              <a:solidFill>
                <a:srgbClr val="000000"/>
              </a:solidFill>
              <a:latin typeface="Times New Roman"/>
              <a:ea typeface="+mn-ea"/>
              <a:cs typeface="+mn-cs"/>
            </a:rPr>
            <a:t>MANAGEMENT</a:t>
          </a:r>
        </a:p>
      </dgm:t>
    </dgm:pt>
    <dgm:pt modelId="{BAA1D853-D4AC-4794-B559-35C41BEBCEFB}" type="parTrans" cxnId="{AD76E3E3-8D0F-4B4D-83EC-ADD2766FC2C6}">
      <dgm:prSet/>
      <dgm:spPr/>
      <dgm:t>
        <a:bodyPr/>
        <a:lstStyle/>
        <a:p>
          <a:endParaRPr lang="en-US"/>
        </a:p>
      </dgm:t>
    </dgm:pt>
    <dgm:pt modelId="{39AE1990-0EFA-4B55-AFF1-B7C7226C2490}" type="sibTrans" cxnId="{AD76E3E3-8D0F-4B4D-83EC-ADD2766FC2C6}">
      <dgm:prSet/>
      <dgm:spPr/>
      <dgm:t>
        <a:bodyPr/>
        <a:lstStyle/>
        <a:p>
          <a:endParaRPr lang="en-US"/>
        </a:p>
      </dgm:t>
    </dgm:pt>
    <dgm:pt modelId="{BA390A89-3D79-49A6-9BF0-599801F084EB}" type="pres">
      <dgm:prSet presAssocID="{63E24B07-8023-4E9F-8558-D5757EF64B7C}" presName="theList" presStyleCnt="0">
        <dgm:presLayoutVars>
          <dgm:dir/>
          <dgm:animLvl val="lvl"/>
          <dgm:resizeHandles val="exact"/>
        </dgm:presLayoutVars>
      </dgm:prSet>
      <dgm:spPr/>
    </dgm:pt>
    <dgm:pt modelId="{DADCEE8B-376B-4586-A9E1-AAC7290F1D12}" type="pres">
      <dgm:prSet presAssocID="{0EDD2705-1EC9-49D2-AAF1-51B922F9F872}" presName="compNode" presStyleCnt="0"/>
      <dgm:spPr/>
    </dgm:pt>
    <dgm:pt modelId="{8FABB9F9-868F-4D56-8A81-F1E0BA42E601}" type="pres">
      <dgm:prSet presAssocID="{0EDD2705-1EC9-49D2-AAF1-51B922F9F872}" presName="aNode" presStyleLbl="bgShp" presStyleIdx="0" presStyleCnt="4"/>
      <dgm:spPr>
        <a:xfrm>
          <a:off x="2029" y="0"/>
          <a:ext cx="1991962" cy="4572000"/>
        </a:xfrm>
        <a:prstGeom prst="roundRect">
          <a:avLst>
            <a:gd name="adj" fmla="val 10000"/>
          </a:avLst>
        </a:prstGeom>
      </dgm:spPr>
    </dgm:pt>
    <dgm:pt modelId="{7F9BE9A7-F9C4-49E1-9574-99360BA807BE}" type="pres">
      <dgm:prSet presAssocID="{0EDD2705-1EC9-49D2-AAF1-51B922F9F872}" presName="textNode" presStyleLbl="bgShp" presStyleIdx="0" presStyleCnt="4"/>
      <dgm:spPr/>
    </dgm:pt>
    <dgm:pt modelId="{C1658941-B58C-4ADE-9588-815AE090FC7A}" type="pres">
      <dgm:prSet presAssocID="{0EDD2705-1EC9-49D2-AAF1-51B922F9F872}" presName="compChildNode" presStyleCnt="0"/>
      <dgm:spPr/>
    </dgm:pt>
    <dgm:pt modelId="{233FCEB1-6038-4072-B22C-BCD213C74D4D}" type="pres">
      <dgm:prSet presAssocID="{0EDD2705-1EC9-49D2-AAF1-51B922F9F872}" presName="theInnerList" presStyleCnt="0"/>
      <dgm:spPr/>
    </dgm:pt>
    <dgm:pt modelId="{91100A64-139A-4AC1-91C1-2699AF28B01F}" type="pres">
      <dgm:prSet presAssocID="{40247257-1661-41DF-BC3F-06F46A6295A5}" presName="childNode" presStyleLbl="node1" presStyleIdx="0" presStyleCnt="10">
        <dgm:presLayoutVars>
          <dgm:bulletEnabled val="1"/>
        </dgm:presLayoutVars>
      </dgm:prSet>
      <dgm:spPr>
        <a:xfrm>
          <a:off x="201226" y="1371990"/>
          <a:ext cx="1593569" cy="898214"/>
        </a:xfrm>
        <a:prstGeom prst="roundRect">
          <a:avLst>
            <a:gd name="adj" fmla="val 10000"/>
          </a:avLst>
        </a:prstGeom>
      </dgm:spPr>
    </dgm:pt>
    <dgm:pt modelId="{B8851E19-C2AB-43F3-A733-9922ED89E360}" type="pres">
      <dgm:prSet presAssocID="{40247257-1661-41DF-BC3F-06F46A6295A5}" presName="aSpace2" presStyleCnt="0"/>
      <dgm:spPr/>
    </dgm:pt>
    <dgm:pt modelId="{7EBF8282-17D2-438B-95FF-BAC2AE4F3FBC}" type="pres">
      <dgm:prSet presAssocID="{2FDF8BA5-1F79-43D5-82D8-297F548F3542}" presName="childNode" presStyleLbl="node1" presStyleIdx="1" presStyleCnt="10">
        <dgm:presLayoutVars>
          <dgm:bulletEnabled val="1"/>
        </dgm:presLayoutVars>
      </dgm:prSet>
      <dgm:spPr/>
    </dgm:pt>
    <dgm:pt modelId="{A069312A-67CC-45AA-BFE6-2053F852EE2C}" type="pres">
      <dgm:prSet presAssocID="{2FDF8BA5-1F79-43D5-82D8-297F548F3542}" presName="aSpace2" presStyleCnt="0"/>
      <dgm:spPr/>
    </dgm:pt>
    <dgm:pt modelId="{BA4E3C7D-B958-47BE-A1E4-9388CD7AE2AB}" type="pres">
      <dgm:prSet presAssocID="{6BEBF612-AC28-4281-829A-886742483343}" presName="childNode" presStyleLbl="node1" presStyleIdx="2" presStyleCnt="10">
        <dgm:presLayoutVars>
          <dgm:bulletEnabled val="1"/>
        </dgm:presLayoutVars>
      </dgm:prSet>
      <dgm:spPr>
        <a:xfrm>
          <a:off x="201226" y="3444794"/>
          <a:ext cx="1593569" cy="898214"/>
        </a:xfrm>
        <a:prstGeom prst="roundRect">
          <a:avLst>
            <a:gd name="adj" fmla="val 10000"/>
          </a:avLst>
        </a:prstGeom>
      </dgm:spPr>
    </dgm:pt>
    <dgm:pt modelId="{8B11A58F-1410-44BA-AB45-2A3E9FB205E5}" type="pres">
      <dgm:prSet presAssocID="{6BEBF612-AC28-4281-829A-886742483343}" presName="aSpace2" presStyleCnt="0"/>
      <dgm:spPr/>
    </dgm:pt>
    <dgm:pt modelId="{F4E26588-D736-40F0-ABCF-AD950B9DBBE2}" type="pres">
      <dgm:prSet presAssocID="{944D230F-885C-4C2C-883B-B26B072B3C92}" presName="childNode" presStyleLbl="node1" presStyleIdx="3" presStyleCnt="10">
        <dgm:presLayoutVars>
          <dgm:bulletEnabled val="1"/>
        </dgm:presLayoutVars>
      </dgm:prSet>
      <dgm:spPr>
        <a:xfrm>
          <a:off x="201226" y="3677245"/>
          <a:ext cx="1593569" cy="666043"/>
        </a:xfrm>
        <a:prstGeom prst="roundRect">
          <a:avLst>
            <a:gd name="adj" fmla="val 10000"/>
          </a:avLst>
        </a:prstGeom>
      </dgm:spPr>
    </dgm:pt>
    <dgm:pt modelId="{71044B30-3AC2-445D-B936-F7903BC3D17D}" type="pres">
      <dgm:prSet presAssocID="{0EDD2705-1EC9-49D2-AAF1-51B922F9F872}" presName="aSpace" presStyleCnt="0"/>
      <dgm:spPr/>
    </dgm:pt>
    <dgm:pt modelId="{8E3DC331-CA4C-4438-976B-785F3287BD1D}" type="pres">
      <dgm:prSet presAssocID="{EF9FD828-A0BF-43F8-ABC7-E1EE24F07C42}" presName="compNode" presStyleCnt="0"/>
      <dgm:spPr/>
    </dgm:pt>
    <dgm:pt modelId="{E7DCD616-0639-48DE-9F93-B45AC0464A57}" type="pres">
      <dgm:prSet presAssocID="{EF9FD828-A0BF-43F8-ABC7-E1EE24F07C42}" presName="aNode" presStyleLbl="bgShp" presStyleIdx="1" presStyleCnt="4"/>
      <dgm:spPr>
        <a:xfrm>
          <a:off x="2143389" y="0"/>
          <a:ext cx="1991962" cy="4572000"/>
        </a:xfrm>
        <a:prstGeom prst="roundRect">
          <a:avLst>
            <a:gd name="adj" fmla="val 10000"/>
          </a:avLst>
        </a:prstGeom>
      </dgm:spPr>
    </dgm:pt>
    <dgm:pt modelId="{5C2C466B-9D60-484B-9786-695675F7A92E}" type="pres">
      <dgm:prSet presAssocID="{EF9FD828-A0BF-43F8-ABC7-E1EE24F07C42}" presName="textNode" presStyleLbl="bgShp" presStyleIdx="1" presStyleCnt="4"/>
      <dgm:spPr/>
    </dgm:pt>
    <dgm:pt modelId="{685AE8C4-BA1D-438B-87FE-1425489EFA29}" type="pres">
      <dgm:prSet presAssocID="{EF9FD828-A0BF-43F8-ABC7-E1EE24F07C42}" presName="compChildNode" presStyleCnt="0"/>
      <dgm:spPr/>
    </dgm:pt>
    <dgm:pt modelId="{EFCF8995-AB51-40BF-9AFE-61D45508CDB7}" type="pres">
      <dgm:prSet presAssocID="{EF9FD828-A0BF-43F8-ABC7-E1EE24F07C42}" presName="theInnerList" presStyleCnt="0"/>
      <dgm:spPr/>
    </dgm:pt>
    <dgm:pt modelId="{0330B109-69E3-46F3-9D83-10671A7EBE70}" type="pres">
      <dgm:prSet presAssocID="{9E4CCB87-75A5-457C-BDC5-A8C25CF38D41}" presName="childNode" presStyleLbl="node1" presStyleIdx="4" presStyleCnt="10">
        <dgm:presLayoutVars>
          <dgm:bulletEnabled val="1"/>
        </dgm:presLayoutVars>
      </dgm:prSet>
      <dgm:spPr/>
    </dgm:pt>
    <dgm:pt modelId="{BCD2FFD0-E01F-4FE1-B85E-CD1F2FB6B95D}" type="pres">
      <dgm:prSet presAssocID="{9E4CCB87-75A5-457C-BDC5-A8C25CF38D41}" presName="aSpace2" presStyleCnt="0"/>
      <dgm:spPr/>
    </dgm:pt>
    <dgm:pt modelId="{68301150-8C06-4D05-AE88-8E675490E167}" type="pres">
      <dgm:prSet presAssocID="{2A5A9D7D-EC81-4243-B2DB-B59409C9188E}" presName="childNode" presStyleLbl="node1" presStyleIdx="5" presStyleCnt="10">
        <dgm:presLayoutVars>
          <dgm:bulletEnabled val="1"/>
        </dgm:presLayoutVars>
      </dgm:prSet>
      <dgm:spPr/>
    </dgm:pt>
    <dgm:pt modelId="{F22594D1-FE25-4683-B459-4ADAA993861D}" type="pres">
      <dgm:prSet presAssocID="{EF9FD828-A0BF-43F8-ABC7-E1EE24F07C42}" presName="aSpace" presStyleCnt="0"/>
      <dgm:spPr/>
    </dgm:pt>
    <dgm:pt modelId="{8278D786-3C1D-405E-B26F-3F37CDDEB2D0}" type="pres">
      <dgm:prSet presAssocID="{B7CD8660-A82F-447D-981C-5B2CDD5A8369}" presName="compNode" presStyleCnt="0"/>
      <dgm:spPr/>
    </dgm:pt>
    <dgm:pt modelId="{5CC9F1A6-8682-4B7D-8924-5FD7B0F2E6E3}" type="pres">
      <dgm:prSet presAssocID="{B7CD8660-A82F-447D-981C-5B2CDD5A8369}" presName="aNode" presStyleLbl="bgShp" presStyleIdx="2" presStyleCnt="4"/>
      <dgm:spPr>
        <a:xfrm>
          <a:off x="4284748" y="0"/>
          <a:ext cx="1991962" cy="4572000"/>
        </a:xfrm>
        <a:prstGeom prst="roundRect">
          <a:avLst>
            <a:gd name="adj" fmla="val 10000"/>
          </a:avLst>
        </a:prstGeom>
      </dgm:spPr>
    </dgm:pt>
    <dgm:pt modelId="{78297440-850E-4E7D-A73C-3BDBF8A885A3}" type="pres">
      <dgm:prSet presAssocID="{B7CD8660-A82F-447D-981C-5B2CDD5A8369}" presName="textNode" presStyleLbl="bgShp" presStyleIdx="2" presStyleCnt="4"/>
      <dgm:spPr/>
    </dgm:pt>
    <dgm:pt modelId="{306CF67D-F783-4135-89F8-E25852A317F1}" type="pres">
      <dgm:prSet presAssocID="{B7CD8660-A82F-447D-981C-5B2CDD5A8369}" presName="compChildNode" presStyleCnt="0"/>
      <dgm:spPr/>
    </dgm:pt>
    <dgm:pt modelId="{A869A60F-442C-4381-9B8B-FE1F58AE1EAE}" type="pres">
      <dgm:prSet presAssocID="{B7CD8660-A82F-447D-981C-5B2CDD5A8369}" presName="theInnerList" presStyleCnt="0"/>
      <dgm:spPr/>
    </dgm:pt>
    <dgm:pt modelId="{C9B82C22-048B-44CC-93D4-E3DD9EDD135B}" type="pres">
      <dgm:prSet presAssocID="{70BD055E-0DFC-4950-B235-7DC159BBCEB6}" presName="childNode" presStyleLbl="node1" presStyleIdx="6" presStyleCnt="10">
        <dgm:presLayoutVars>
          <dgm:bulletEnabled val="1"/>
        </dgm:presLayoutVars>
      </dgm:prSet>
      <dgm:spPr/>
    </dgm:pt>
    <dgm:pt modelId="{61EE1723-1AB1-41FA-B1E3-C3871ECD38E9}" type="pres">
      <dgm:prSet presAssocID="{70BD055E-0DFC-4950-B235-7DC159BBCEB6}" presName="aSpace2" presStyleCnt="0"/>
      <dgm:spPr/>
    </dgm:pt>
    <dgm:pt modelId="{A0E6910F-4EF7-426B-8944-F0925D47BFB4}" type="pres">
      <dgm:prSet presAssocID="{32370EA5-817D-41DE-9EF3-C264A87731CF}" presName="childNode" presStyleLbl="node1" presStyleIdx="7" presStyleCnt="10">
        <dgm:presLayoutVars>
          <dgm:bulletEnabled val="1"/>
        </dgm:presLayoutVars>
      </dgm:prSet>
      <dgm:spPr/>
    </dgm:pt>
    <dgm:pt modelId="{7526F33C-7D03-41DA-BAEE-76D5EF7AC2C8}" type="pres">
      <dgm:prSet presAssocID="{B7CD8660-A82F-447D-981C-5B2CDD5A8369}" presName="aSpace" presStyleCnt="0"/>
      <dgm:spPr/>
    </dgm:pt>
    <dgm:pt modelId="{35513678-CA66-489F-8A5F-32789A982F69}" type="pres">
      <dgm:prSet presAssocID="{BC73DC96-EFBB-441A-8E7E-3B8F200AC53F}" presName="compNode" presStyleCnt="0"/>
      <dgm:spPr/>
    </dgm:pt>
    <dgm:pt modelId="{D0E1A1A4-4EF7-46C0-9CCC-7F1571CB10F9}" type="pres">
      <dgm:prSet presAssocID="{BC73DC96-EFBB-441A-8E7E-3B8F200AC53F}" presName="aNode" presStyleLbl="bgShp" presStyleIdx="3" presStyleCnt="4"/>
      <dgm:spPr/>
    </dgm:pt>
    <dgm:pt modelId="{D6B3AB59-F5BE-44B9-94BB-CB534185F388}" type="pres">
      <dgm:prSet presAssocID="{BC73DC96-EFBB-441A-8E7E-3B8F200AC53F}" presName="textNode" presStyleLbl="bgShp" presStyleIdx="3" presStyleCnt="4"/>
      <dgm:spPr/>
    </dgm:pt>
    <dgm:pt modelId="{83A7823E-95E7-482F-A4B8-43AE927D54AC}" type="pres">
      <dgm:prSet presAssocID="{BC73DC96-EFBB-441A-8E7E-3B8F200AC53F}" presName="compChildNode" presStyleCnt="0"/>
      <dgm:spPr/>
    </dgm:pt>
    <dgm:pt modelId="{346AD43C-AB4C-4220-AF41-83B4097A0EA4}" type="pres">
      <dgm:prSet presAssocID="{BC73DC96-EFBB-441A-8E7E-3B8F200AC53F}" presName="theInnerList" presStyleCnt="0"/>
      <dgm:spPr/>
    </dgm:pt>
    <dgm:pt modelId="{F3DF3EE7-C3E1-4556-B5E5-D675D9659B6D}" type="pres">
      <dgm:prSet presAssocID="{7040C883-EDB3-4AAE-AB28-202EE2F51F55}" presName="childNode" presStyleLbl="node1" presStyleIdx="8" presStyleCnt="10">
        <dgm:presLayoutVars>
          <dgm:bulletEnabled val="1"/>
        </dgm:presLayoutVars>
      </dgm:prSet>
      <dgm:spPr/>
    </dgm:pt>
    <dgm:pt modelId="{FA01CE40-6491-49F5-B5F7-EA2AD4F6B25F}" type="pres">
      <dgm:prSet presAssocID="{7040C883-EDB3-4AAE-AB28-202EE2F51F55}" presName="aSpace2" presStyleCnt="0"/>
      <dgm:spPr/>
    </dgm:pt>
    <dgm:pt modelId="{B2301BB8-8C5A-4642-99B6-6B3BE9385CA1}" type="pres">
      <dgm:prSet presAssocID="{A909BAB4-7AB8-4F4A-A1BE-80F5C9707911}" presName="childNode" presStyleLbl="node1" presStyleIdx="9" presStyleCnt="10">
        <dgm:presLayoutVars>
          <dgm:bulletEnabled val="1"/>
        </dgm:presLayoutVars>
      </dgm:prSet>
      <dgm:spPr/>
    </dgm:pt>
  </dgm:ptLst>
  <dgm:cxnLst>
    <dgm:cxn modelId="{F3384004-0B11-45D4-B1A7-3D5F77CBD021}" srcId="{EF9FD828-A0BF-43F8-ABC7-E1EE24F07C42}" destId="{2A5A9D7D-EC81-4243-B2DB-B59409C9188E}" srcOrd="1" destOrd="0" parTransId="{A3DFFE29-340B-45DD-93E2-C4C160A6ECE2}" sibTransId="{59C58EB6-548D-4BBE-AAF9-BE2D22F36DCC}"/>
    <dgm:cxn modelId="{87D9DA0E-38E0-42A8-9370-BF34DAD5D210}" type="presOf" srcId="{0EDD2705-1EC9-49D2-AAF1-51B922F9F872}" destId="{8FABB9F9-868F-4D56-8A81-F1E0BA42E601}" srcOrd="0" destOrd="0" presId="urn:microsoft.com/office/officeart/2005/8/layout/lProcess2"/>
    <dgm:cxn modelId="{C78D960F-6AB9-4FBB-B933-60E5843C1F70}" type="presOf" srcId="{BC73DC96-EFBB-441A-8E7E-3B8F200AC53F}" destId="{D6B3AB59-F5BE-44B9-94BB-CB534185F388}" srcOrd="1" destOrd="0" presId="urn:microsoft.com/office/officeart/2005/8/layout/lProcess2"/>
    <dgm:cxn modelId="{4B308A11-3FF9-4748-8E56-3D366CBDB0E4}" type="presOf" srcId="{70BD055E-0DFC-4950-B235-7DC159BBCEB6}" destId="{C9B82C22-048B-44CC-93D4-E3DD9EDD135B}" srcOrd="0" destOrd="0" presId="urn:microsoft.com/office/officeart/2005/8/layout/lProcess2"/>
    <dgm:cxn modelId="{77C89C14-F95F-4C23-AC9D-A823EDE879A1}" srcId="{0EDD2705-1EC9-49D2-AAF1-51B922F9F872}" destId="{40247257-1661-41DF-BC3F-06F46A6295A5}" srcOrd="0" destOrd="0" parTransId="{3A7275C9-712F-4B17-AFF6-999AA376CDC3}" sibTransId="{4028B860-EC01-437C-B432-329C9508DDD3}"/>
    <dgm:cxn modelId="{6F9B7315-4C4D-4FE7-9BDF-24A5A860E09F}" srcId="{63E24B07-8023-4E9F-8558-D5757EF64B7C}" destId="{0EDD2705-1EC9-49D2-AAF1-51B922F9F872}" srcOrd="0" destOrd="0" parTransId="{FE291E26-70AA-430D-AD9A-677BC67532B2}" sibTransId="{0D203B44-E890-4582-A7AB-913F2DF9560B}"/>
    <dgm:cxn modelId="{37105A1E-CE9F-4397-B5C9-02B07302C5C4}" type="presOf" srcId="{A909BAB4-7AB8-4F4A-A1BE-80F5C9707911}" destId="{B2301BB8-8C5A-4642-99B6-6B3BE9385CA1}" srcOrd="0" destOrd="0" presId="urn:microsoft.com/office/officeart/2005/8/layout/lProcess2"/>
    <dgm:cxn modelId="{43E86722-6FCA-4E0A-A759-5679B2D7442A}" type="presOf" srcId="{9E4CCB87-75A5-457C-BDC5-A8C25CF38D41}" destId="{0330B109-69E3-46F3-9D83-10671A7EBE70}" srcOrd="0" destOrd="0" presId="urn:microsoft.com/office/officeart/2005/8/layout/lProcess2"/>
    <dgm:cxn modelId="{95581928-74F2-4718-BBFF-28820D17EE04}" type="presOf" srcId="{EF9FD828-A0BF-43F8-ABC7-E1EE24F07C42}" destId="{5C2C466B-9D60-484B-9786-695675F7A92E}" srcOrd="1" destOrd="0" presId="urn:microsoft.com/office/officeart/2005/8/layout/lProcess2"/>
    <dgm:cxn modelId="{63BCAE31-821E-49A7-AD41-505F9D6B3C63}" type="presOf" srcId="{B7CD8660-A82F-447D-981C-5B2CDD5A8369}" destId="{5CC9F1A6-8682-4B7D-8924-5FD7B0F2E6E3}" srcOrd="0" destOrd="0" presId="urn:microsoft.com/office/officeart/2005/8/layout/lProcess2"/>
    <dgm:cxn modelId="{4DB56435-93A0-4B14-8CA4-771FE94BAF76}" type="presOf" srcId="{2FDF8BA5-1F79-43D5-82D8-297F548F3542}" destId="{7EBF8282-17D2-438B-95FF-BAC2AE4F3FBC}" srcOrd="0" destOrd="0" presId="urn:microsoft.com/office/officeart/2005/8/layout/lProcess2"/>
    <dgm:cxn modelId="{F6BFC237-7436-498A-93BD-73510B631561}" srcId="{0EDD2705-1EC9-49D2-AAF1-51B922F9F872}" destId="{2FDF8BA5-1F79-43D5-82D8-297F548F3542}" srcOrd="1" destOrd="0" parTransId="{C9CE1DAB-9AB3-43AA-B607-9893A42F86F7}" sibTransId="{ACDBB275-B531-41A6-9E60-709957573E9F}"/>
    <dgm:cxn modelId="{0A952E5B-433F-4AD8-A922-28F1C97A594B}" type="presOf" srcId="{63E24B07-8023-4E9F-8558-D5757EF64B7C}" destId="{BA390A89-3D79-49A6-9BF0-599801F084EB}" srcOrd="0" destOrd="0" presId="urn:microsoft.com/office/officeart/2005/8/layout/lProcess2"/>
    <dgm:cxn modelId="{E59AF15B-0B55-4647-99A8-BE933C316641}" srcId="{B7CD8660-A82F-447D-981C-5B2CDD5A8369}" destId="{70BD055E-0DFC-4950-B235-7DC159BBCEB6}" srcOrd="0" destOrd="0" parTransId="{0734A025-155A-4DF3-9FD4-45839BB17D47}" sibTransId="{4DBD1A0B-50A9-4AA5-BCD1-B3697DD249F2}"/>
    <dgm:cxn modelId="{2E5A4064-7A8A-4182-955A-A7A098843B57}" srcId="{63E24B07-8023-4E9F-8558-D5757EF64B7C}" destId="{EF9FD828-A0BF-43F8-ABC7-E1EE24F07C42}" srcOrd="1" destOrd="0" parTransId="{8B46DBB5-BE20-452E-BDAC-57B4248B579B}" sibTransId="{357BE1D7-3472-4631-83A3-EAA12DA32F6B}"/>
    <dgm:cxn modelId="{73156E65-F5A1-41F7-9BD2-1D4703F0A086}" srcId="{63E24B07-8023-4E9F-8558-D5757EF64B7C}" destId="{B7CD8660-A82F-447D-981C-5B2CDD5A8369}" srcOrd="2" destOrd="0" parTransId="{DA0ADC67-94DA-47B4-925C-34E9536CB64E}" sibTransId="{3C044498-3F6D-402D-9762-6023A330B361}"/>
    <dgm:cxn modelId="{0488AC65-BAC5-4191-B397-6CE3970EEF5F}" type="presOf" srcId="{7040C883-EDB3-4AAE-AB28-202EE2F51F55}" destId="{F3DF3EE7-C3E1-4556-B5E5-D675D9659B6D}" srcOrd="0" destOrd="0" presId="urn:microsoft.com/office/officeart/2005/8/layout/lProcess2"/>
    <dgm:cxn modelId="{99565E4D-276A-47CC-9B4B-6B89C1CBD94F}" srcId="{63E24B07-8023-4E9F-8558-D5757EF64B7C}" destId="{BC73DC96-EFBB-441A-8E7E-3B8F200AC53F}" srcOrd="3" destOrd="0" parTransId="{4B5681AE-F226-4F2E-AFE0-9E18D323D105}" sibTransId="{FA16ACC7-ED9B-4BC1-8373-51F1B367EC62}"/>
    <dgm:cxn modelId="{24C7B16F-FB23-470B-A1D6-E1A9ACBEB0C3}" type="presOf" srcId="{944D230F-885C-4C2C-883B-B26B072B3C92}" destId="{F4E26588-D736-40F0-ABCF-AD950B9DBBE2}" srcOrd="0" destOrd="0" presId="urn:microsoft.com/office/officeart/2005/8/layout/lProcess2"/>
    <dgm:cxn modelId="{8A729E58-D6AF-4B4B-B526-57F6452B5D70}" srcId="{BC73DC96-EFBB-441A-8E7E-3B8F200AC53F}" destId="{7040C883-EDB3-4AAE-AB28-202EE2F51F55}" srcOrd="0" destOrd="0" parTransId="{6DC40519-C77F-4FE6-A052-A43989E415E0}" sibTransId="{EF272F0E-8723-4BDB-82EF-6563D24EBF72}"/>
    <dgm:cxn modelId="{E913FD5A-A6F7-4314-9B77-A342E0D5C856}" type="presOf" srcId="{BC73DC96-EFBB-441A-8E7E-3B8F200AC53F}" destId="{D0E1A1A4-4EF7-46C0-9CCC-7F1571CB10F9}" srcOrd="0" destOrd="0" presId="urn:microsoft.com/office/officeart/2005/8/layout/lProcess2"/>
    <dgm:cxn modelId="{048C757B-DCA6-4D47-AD5E-6F70C38B350B}" type="presOf" srcId="{EF9FD828-A0BF-43F8-ABC7-E1EE24F07C42}" destId="{E7DCD616-0639-48DE-9F93-B45AC0464A57}" srcOrd="0" destOrd="0" presId="urn:microsoft.com/office/officeart/2005/8/layout/lProcess2"/>
    <dgm:cxn modelId="{59F6707C-EB70-4560-A018-F665306E733F}" type="presOf" srcId="{40247257-1661-41DF-BC3F-06F46A6295A5}" destId="{91100A64-139A-4AC1-91C1-2699AF28B01F}" srcOrd="0" destOrd="0" presId="urn:microsoft.com/office/officeart/2005/8/layout/lProcess2"/>
    <dgm:cxn modelId="{2DD90791-3D65-4AA1-8474-506804C48981}" srcId="{EF9FD828-A0BF-43F8-ABC7-E1EE24F07C42}" destId="{9E4CCB87-75A5-457C-BDC5-A8C25CF38D41}" srcOrd="0" destOrd="0" parTransId="{85509985-5007-4FCE-9F75-D55B68BD8068}" sibTransId="{058D0969-B357-4198-95D8-1AC0533908A3}"/>
    <dgm:cxn modelId="{70F13194-7A6E-486B-8360-890B448C8894}" srcId="{B7CD8660-A82F-447D-981C-5B2CDD5A8369}" destId="{32370EA5-817D-41DE-9EF3-C264A87731CF}" srcOrd="1" destOrd="0" parTransId="{03A3A5FA-FFB8-46C3-96DE-56DAE975EDE7}" sibTransId="{419AECF9-1D06-4331-B260-344434C0B86D}"/>
    <dgm:cxn modelId="{20701399-F4BB-4D8F-A871-9C2987ECD531}" type="presOf" srcId="{2A5A9D7D-EC81-4243-B2DB-B59409C9188E}" destId="{68301150-8C06-4D05-AE88-8E675490E167}" srcOrd="0" destOrd="0" presId="urn:microsoft.com/office/officeart/2005/8/layout/lProcess2"/>
    <dgm:cxn modelId="{E68402A1-4AC8-4FD3-A843-D461FDD49522}" type="presOf" srcId="{B7CD8660-A82F-447D-981C-5B2CDD5A8369}" destId="{78297440-850E-4E7D-A73C-3BDBF8A885A3}" srcOrd="1" destOrd="0" presId="urn:microsoft.com/office/officeart/2005/8/layout/lProcess2"/>
    <dgm:cxn modelId="{77B501C7-FE5D-4C56-8F99-8215224FE410}" type="presOf" srcId="{0EDD2705-1EC9-49D2-AAF1-51B922F9F872}" destId="{7F9BE9A7-F9C4-49E1-9574-99360BA807BE}" srcOrd="1" destOrd="0" presId="urn:microsoft.com/office/officeart/2005/8/layout/lProcess2"/>
    <dgm:cxn modelId="{BA000ECF-19AD-4366-85A9-411D81A739F5}" srcId="{0EDD2705-1EC9-49D2-AAF1-51B922F9F872}" destId="{6BEBF612-AC28-4281-829A-886742483343}" srcOrd="2" destOrd="0" parTransId="{E18DC705-3A47-4D42-9974-13148F5BDD9B}" sibTransId="{2AD56649-164C-4A93-9FB5-2F6E05D7EA3D}"/>
    <dgm:cxn modelId="{AD76E3E3-8D0F-4B4D-83EC-ADD2766FC2C6}" srcId="{0EDD2705-1EC9-49D2-AAF1-51B922F9F872}" destId="{944D230F-885C-4C2C-883B-B26B072B3C92}" srcOrd="3" destOrd="0" parTransId="{BAA1D853-D4AC-4794-B559-35C41BEBCEFB}" sibTransId="{39AE1990-0EFA-4B55-AFF1-B7C7226C2490}"/>
    <dgm:cxn modelId="{CA3F40ED-0EC2-4C06-AFA7-76028DCA1983}" type="presOf" srcId="{32370EA5-817D-41DE-9EF3-C264A87731CF}" destId="{A0E6910F-4EF7-426B-8944-F0925D47BFB4}" srcOrd="0" destOrd="0" presId="urn:microsoft.com/office/officeart/2005/8/layout/lProcess2"/>
    <dgm:cxn modelId="{A222EBF0-F0CC-432E-B387-B929B4BF9BFB}" type="presOf" srcId="{6BEBF612-AC28-4281-829A-886742483343}" destId="{BA4E3C7D-B958-47BE-A1E4-9388CD7AE2AB}" srcOrd="0" destOrd="0" presId="urn:microsoft.com/office/officeart/2005/8/layout/lProcess2"/>
    <dgm:cxn modelId="{ACE6CAFE-F973-4697-A143-0402581DA6E3}" srcId="{BC73DC96-EFBB-441A-8E7E-3B8F200AC53F}" destId="{A909BAB4-7AB8-4F4A-A1BE-80F5C9707911}" srcOrd="1" destOrd="0" parTransId="{DB376E9E-0E54-483E-A0F9-96AB57DD8516}" sibTransId="{F5DD361B-132E-4A4F-8124-20C0CB155A00}"/>
    <dgm:cxn modelId="{A0F84476-BF00-440B-835B-63BB8BDCB26E}" type="presParOf" srcId="{BA390A89-3D79-49A6-9BF0-599801F084EB}" destId="{DADCEE8B-376B-4586-A9E1-AAC7290F1D12}" srcOrd="0" destOrd="0" presId="urn:microsoft.com/office/officeart/2005/8/layout/lProcess2"/>
    <dgm:cxn modelId="{B5B71BAB-5AAB-46AB-988B-BE8E41D0A2B1}" type="presParOf" srcId="{DADCEE8B-376B-4586-A9E1-AAC7290F1D12}" destId="{8FABB9F9-868F-4D56-8A81-F1E0BA42E601}" srcOrd="0" destOrd="0" presId="urn:microsoft.com/office/officeart/2005/8/layout/lProcess2"/>
    <dgm:cxn modelId="{80B4AFC6-4463-482E-80CD-BED01CA47EFE}" type="presParOf" srcId="{DADCEE8B-376B-4586-A9E1-AAC7290F1D12}" destId="{7F9BE9A7-F9C4-49E1-9574-99360BA807BE}" srcOrd="1" destOrd="0" presId="urn:microsoft.com/office/officeart/2005/8/layout/lProcess2"/>
    <dgm:cxn modelId="{7A7E41AF-F656-4004-B216-D8803DFB79FE}" type="presParOf" srcId="{DADCEE8B-376B-4586-A9E1-AAC7290F1D12}" destId="{C1658941-B58C-4ADE-9588-815AE090FC7A}" srcOrd="2" destOrd="0" presId="urn:microsoft.com/office/officeart/2005/8/layout/lProcess2"/>
    <dgm:cxn modelId="{12524258-EE2A-461F-8F52-8856B0BCB6FD}" type="presParOf" srcId="{C1658941-B58C-4ADE-9588-815AE090FC7A}" destId="{233FCEB1-6038-4072-B22C-BCD213C74D4D}" srcOrd="0" destOrd="0" presId="urn:microsoft.com/office/officeart/2005/8/layout/lProcess2"/>
    <dgm:cxn modelId="{02881F1A-04F1-45CF-843E-91944313FEFC}" type="presParOf" srcId="{233FCEB1-6038-4072-B22C-BCD213C74D4D}" destId="{91100A64-139A-4AC1-91C1-2699AF28B01F}" srcOrd="0" destOrd="0" presId="urn:microsoft.com/office/officeart/2005/8/layout/lProcess2"/>
    <dgm:cxn modelId="{147E6A79-3B5D-45D0-B91A-482F684F1FCC}" type="presParOf" srcId="{233FCEB1-6038-4072-B22C-BCD213C74D4D}" destId="{B8851E19-C2AB-43F3-A733-9922ED89E360}" srcOrd="1" destOrd="0" presId="urn:microsoft.com/office/officeart/2005/8/layout/lProcess2"/>
    <dgm:cxn modelId="{68A648D8-B9EE-424B-B980-6C98A937E2B5}" type="presParOf" srcId="{233FCEB1-6038-4072-B22C-BCD213C74D4D}" destId="{7EBF8282-17D2-438B-95FF-BAC2AE4F3FBC}" srcOrd="2" destOrd="0" presId="urn:microsoft.com/office/officeart/2005/8/layout/lProcess2"/>
    <dgm:cxn modelId="{CAA69C57-F979-48C3-8FA0-15ADDC2938E2}" type="presParOf" srcId="{233FCEB1-6038-4072-B22C-BCD213C74D4D}" destId="{A069312A-67CC-45AA-BFE6-2053F852EE2C}" srcOrd="3" destOrd="0" presId="urn:microsoft.com/office/officeart/2005/8/layout/lProcess2"/>
    <dgm:cxn modelId="{707DB5B7-A20F-4281-8DFC-0EF6DDEBF996}" type="presParOf" srcId="{233FCEB1-6038-4072-B22C-BCD213C74D4D}" destId="{BA4E3C7D-B958-47BE-A1E4-9388CD7AE2AB}" srcOrd="4" destOrd="0" presId="urn:microsoft.com/office/officeart/2005/8/layout/lProcess2"/>
    <dgm:cxn modelId="{8E8F2CC2-1D24-49AF-98E2-EE07B9B5C3FA}" type="presParOf" srcId="{233FCEB1-6038-4072-B22C-BCD213C74D4D}" destId="{8B11A58F-1410-44BA-AB45-2A3E9FB205E5}" srcOrd="5" destOrd="0" presId="urn:microsoft.com/office/officeart/2005/8/layout/lProcess2"/>
    <dgm:cxn modelId="{96135C69-7989-4A40-A26A-6EF389DCEAFB}" type="presParOf" srcId="{233FCEB1-6038-4072-B22C-BCD213C74D4D}" destId="{F4E26588-D736-40F0-ABCF-AD950B9DBBE2}" srcOrd="6" destOrd="0" presId="urn:microsoft.com/office/officeart/2005/8/layout/lProcess2"/>
    <dgm:cxn modelId="{17B04053-87C4-4772-8447-D28330784C88}" type="presParOf" srcId="{BA390A89-3D79-49A6-9BF0-599801F084EB}" destId="{71044B30-3AC2-445D-B936-F7903BC3D17D}" srcOrd="1" destOrd="0" presId="urn:microsoft.com/office/officeart/2005/8/layout/lProcess2"/>
    <dgm:cxn modelId="{EE9A414A-B4A6-4CA5-9C28-524BC591A35C}" type="presParOf" srcId="{BA390A89-3D79-49A6-9BF0-599801F084EB}" destId="{8E3DC331-CA4C-4438-976B-785F3287BD1D}" srcOrd="2" destOrd="0" presId="urn:microsoft.com/office/officeart/2005/8/layout/lProcess2"/>
    <dgm:cxn modelId="{53866860-EB6E-4908-B9CA-2EF65E4B9749}" type="presParOf" srcId="{8E3DC331-CA4C-4438-976B-785F3287BD1D}" destId="{E7DCD616-0639-48DE-9F93-B45AC0464A57}" srcOrd="0" destOrd="0" presId="urn:microsoft.com/office/officeart/2005/8/layout/lProcess2"/>
    <dgm:cxn modelId="{AB77F00A-E5D1-4E6D-B8D2-0D2671E9B1C5}" type="presParOf" srcId="{8E3DC331-CA4C-4438-976B-785F3287BD1D}" destId="{5C2C466B-9D60-484B-9786-695675F7A92E}" srcOrd="1" destOrd="0" presId="urn:microsoft.com/office/officeart/2005/8/layout/lProcess2"/>
    <dgm:cxn modelId="{2E815D90-31C4-4EDB-8F26-DCC88E3BAE66}" type="presParOf" srcId="{8E3DC331-CA4C-4438-976B-785F3287BD1D}" destId="{685AE8C4-BA1D-438B-87FE-1425489EFA29}" srcOrd="2" destOrd="0" presId="urn:microsoft.com/office/officeart/2005/8/layout/lProcess2"/>
    <dgm:cxn modelId="{9BD9634A-60F8-4793-95CC-68A5818E3FF0}" type="presParOf" srcId="{685AE8C4-BA1D-438B-87FE-1425489EFA29}" destId="{EFCF8995-AB51-40BF-9AFE-61D45508CDB7}" srcOrd="0" destOrd="0" presId="urn:microsoft.com/office/officeart/2005/8/layout/lProcess2"/>
    <dgm:cxn modelId="{71060027-C637-47EE-B78B-B7EF40E82C96}" type="presParOf" srcId="{EFCF8995-AB51-40BF-9AFE-61D45508CDB7}" destId="{0330B109-69E3-46F3-9D83-10671A7EBE70}" srcOrd="0" destOrd="0" presId="urn:microsoft.com/office/officeart/2005/8/layout/lProcess2"/>
    <dgm:cxn modelId="{F9A6C117-2198-48FE-9D60-438FB990396A}" type="presParOf" srcId="{EFCF8995-AB51-40BF-9AFE-61D45508CDB7}" destId="{BCD2FFD0-E01F-4FE1-B85E-CD1F2FB6B95D}" srcOrd="1" destOrd="0" presId="urn:microsoft.com/office/officeart/2005/8/layout/lProcess2"/>
    <dgm:cxn modelId="{30B65E0F-974F-4A57-A9C9-60042AE4F081}" type="presParOf" srcId="{EFCF8995-AB51-40BF-9AFE-61D45508CDB7}" destId="{68301150-8C06-4D05-AE88-8E675490E167}" srcOrd="2" destOrd="0" presId="urn:microsoft.com/office/officeart/2005/8/layout/lProcess2"/>
    <dgm:cxn modelId="{2765A504-56C1-4159-97FF-5953BBFA74AE}" type="presParOf" srcId="{BA390A89-3D79-49A6-9BF0-599801F084EB}" destId="{F22594D1-FE25-4683-B459-4ADAA993861D}" srcOrd="3" destOrd="0" presId="urn:microsoft.com/office/officeart/2005/8/layout/lProcess2"/>
    <dgm:cxn modelId="{87075AE3-5322-4F43-B199-33208C29888A}" type="presParOf" srcId="{BA390A89-3D79-49A6-9BF0-599801F084EB}" destId="{8278D786-3C1D-405E-B26F-3F37CDDEB2D0}" srcOrd="4" destOrd="0" presId="urn:microsoft.com/office/officeart/2005/8/layout/lProcess2"/>
    <dgm:cxn modelId="{15017C47-3E33-40D1-A64C-6F7F9E189DDF}" type="presParOf" srcId="{8278D786-3C1D-405E-B26F-3F37CDDEB2D0}" destId="{5CC9F1A6-8682-4B7D-8924-5FD7B0F2E6E3}" srcOrd="0" destOrd="0" presId="urn:microsoft.com/office/officeart/2005/8/layout/lProcess2"/>
    <dgm:cxn modelId="{6C5157A1-6AE7-4340-875A-E477AF8C2834}" type="presParOf" srcId="{8278D786-3C1D-405E-B26F-3F37CDDEB2D0}" destId="{78297440-850E-4E7D-A73C-3BDBF8A885A3}" srcOrd="1" destOrd="0" presId="urn:microsoft.com/office/officeart/2005/8/layout/lProcess2"/>
    <dgm:cxn modelId="{F213D4C5-D21E-4E1E-8299-C5DC6CB3024B}" type="presParOf" srcId="{8278D786-3C1D-405E-B26F-3F37CDDEB2D0}" destId="{306CF67D-F783-4135-89F8-E25852A317F1}" srcOrd="2" destOrd="0" presId="urn:microsoft.com/office/officeart/2005/8/layout/lProcess2"/>
    <dgm:cxn modelId="{1DBDEB3E-3B8D-41E6-9D93-70F1CF60CB3E}" type="presParOf" srcId="{306CF67D-F783-4135-89F8-E25852A317F1}" destId="{A869A60F-442C-4381-9B8B-FE1F58AE1EAE}" srcOrd="0" destOrd="0" presId="urn:microsoft.com/office/officeart/2005/8/layout/lProcess2"/>
    <dgm:cxn modelId="{89B9E271-2560-426B-B1D2-CB0CACA14B4E}" type="presParOf" srcId="{A869A60F-442C-4381-9B8B-FE1F58AE1EAE}" destId="{C9B82C22-048B-44CC-93D4-E3DD9EDD135B}" srcOrd="0" destOrd="0" presId="urn:microsoft.com/office/officeart/2005/8/layout/lProcess2"/>
    <dgm:cxn modelId="{7CD6A549-FBD9-4D89-B821-8E2CB3E7EE36}" type="presParOf" srcId="{A869A60F-442C-4381-9B8B-FE1F58AE1EAE}" destId="{61EE1723-1AB1-41FA-B1E3-C3871ECD38E9}" srcOrd="1" destOrd="0" presId="urn:microsoft.com/office/officeart/2005/8/layout/lProcess2"/>
    <dgm:cxn modelId="{77DCA128-938F-4C44-8AD6-EC8C95149B30}" type="presParOf" srcId="{A869A60F-442C-4381-9B8B-FE1F58AE1EAE}" destId="{A0E6910F-4EF7-426B-8944-F0925D47BFB4}" srcOrd="2" destOrd="0" presId="urn:microsoft.com/office/officeart/2005/8/layout/lProcess2"/>
    <dgm:cxn modelId="{A3C33457-2466-4B0F-8DA4-341A1624A3FC}" type="presParOf" srcId="{BA390A89-3D79-49A6-9BF0-599801F084EB}" destId="{7526F33C-7D03-41DA-BAEE-76D5EF7AC2C8}" srcOrd="5" destOrd="0" presId="urn:microsoft.com/office/officeart/2005/8/layout/lProcess2"/>
    <dgm:cxn modelId="{F236B8DA-23A3-4287-B18B-52C1ECF37A9F}" type="presParOf" srcId="{BA390A89-3D79-49A6-9BF0-599801F084EB}" destId="{35513678-CA66-489F-8A5F-32789A982F69}" srcOrd="6" destOrd="0" presId="urn:microsoft.com/office/officeart/2005/8/layout/lProcess2"/>
    <dgm:cxn modelId="{409DBA6C-0B89-4ACC-A0C9-79DD16DD05CD}" type="presParOf" srcId="{35513678-CA66-489F-8A5F-32789A982F69}" destId="{D0E1A1A4-4EF7-46C0-9CCC-7F1571CB10F9}" srcOrd="0" destOrd="0" presId="urn:microsoft.com/office/officeart/2005/8/layout/lProcess2"/>
    <dgm:cxn modelId="{9873BCB6-8A87-45E0-8B70-ADBCC0A84E73}" type="presParOf" srcId="{35513678-CA66-489F-8A5F-32789A982F69}" destId="{D6B3AB59-F5BE-44B9-94BB-CB534185F388}" srcOrd="1" destOrd="0" presId="urn:microsoft.com/office/officeart/2005/8/layout/lProcess2"/>
    <dgm:cxn modelId="{5A7584AF-5694-49B2-9716-E149A376FAA4}" type="presParOf" srcId="{35513678-CA66-489F-8A5F-32789A982F69}" destId="{83A7823E-95E7-482F-A4B8-43AE927D54AC}" srcOrd="2" destOrd="0" presId="urn:microsoft.com/office/officeart/2005/8/layout/lProcess2"/>
    <dgm:cxn modelId="{75DA13DB-D054-4873-9355-9552AC941DED}" type="presParOf" srcId="{83A7823E-95E7-482F-A4B8-43AE927D54AC}" destId="{346AD43C-AB4C-4220-AF41-83B4097A0EA4}" srcOrd="0" destOrd="0" presId="urn:microsoft.com/office/officeart/2005/8/layout/lProcess2"/>
    <dgm:cxn modelId="{26A6B947-804B-48E4-89E1-F142014D0D1D}" type="presParOf" srcId="{346AD43C-AB4C-4220-AF41-83B4097A0EA4}" destId="{F3DF3EE7-C3E1-4556-B5E5-D675D9659B6D}" srcOrd="0" destOrd="0" presId="urn:microsoft.com/office/officeart/2005/8/layout/lProcess2"/>
    <dgm:cxn modelId="{D2F33199-8CA2-4BC2-8BE3-0E845FD3B2B4}" type="presParOf" srcId="{346AD43C-AB4C-4220-AF41-83B4097A0EA4}" destId="{FA01CE40-6491-49F5-B5F7-EA2AD4F6B25F}" srcOrd="1" destOrd="0" presId="urn:microsoft.com/office/officeart/2005/8/layout/lProcess2"/>
    <dgm:cxn modelId="{8CC3C6D9-4CFD-4010-9D06-B885F09CB31F}" type="presParOf" srcId="{346AD43C-AB4C-4220-AF41-83B4097A0EA4}" destId="{B2301BB8-8C5A-4642-99B6-6B3BE9385CA1}"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43EBF99E-D54F-4D2C-A285-243995C0A2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521759AD-7D0A-478C-AAAE-577D5841F504}">
      <dgm:prSet phldrT="[Testo]" custT="1"/>
      <dgm:spPr>
        <a:solidFill>
          <a:schemeClr val="bg1">
            <a:lumMod val="95000"/>
          </a:schemeClr>
        </a:solidFill>
        <a:scene3d>
          <a:camera prst="orthographicFront"/>
          <a:lightRig rig="threePt" dir="t"/>
        </a:scene3d>
        <a:sp3d>
          <a:bevelT prst="angle"/>
        </a:sp3d>
      </dgm:spPr>
      <dgm:t>
        <a:bodyPr/>
        <a:lstStyle/>
        <a:p>
          <a:r>
            <a:rPr lang="en-US" sz="1800" noProof="0" dirty="0" err="1"/>
            <a:t>ManagementValue</a:t>
          </a:r>
          <a:r>
            <a:rPr lang="en-US" sz="1800" noProof="0" dirty="0"/>
            <a:t> </a:t>
          </a:r>
        </a:p>
      </dgm:t>
    </dgm:pt>
    <dgm:pt modelId="{3ADB9DA0-C1A5-4878-B6C4-13DE95514E60}" type="parTrans" cxnId="{EDEEB4D0-FE12-48B3-9B2C-D3CF2647ACE9}">
      <dgm:prSet/>
      <dgm:spPr>
        <a:scene3d>
          <a:camera prst="orthographicFront"/>
          <a:lightRig rig="threePt" dir="t"/>
        </a:scene3d>
        <a:sp3d>
          <a:bevelT prst="angle"/>
        </a:sp3d>
      </dgm:spPr>
      <dgm:t>
        <a:bodyPr/>
        <a:lstStyle/>
        <a:p>
          <a:endParaRPr lang="en-US"/>
        </a:p>
      </dgm:t>
    </dgm:pt>
    <dgm:pt modelId="{ADFFA079-DEDE-44C3-A431-2A6A499ED36A}" type="sibTrans" cxnId="{EDEEB4D0-FE12-48B3-9B2C-D3CF2647ACE9}">
      <dgm:prSet/>
      <dgm:spPr/>
      <dgm:t>
        <a:bodyPr/>
        <a:lstStyle/>
        <a:p>
          <a:endParaRPr lang="en-US"/>
        </a:p>
      </dgm:t>
    </dgm:pt>
    <dgm:pt modelId="{0C0AAA80-C153-4DF1-8258-BD38372D7EE4}">
      <dgm:prSet phldrT="[Testo]" custT="1"/>
      <dgm:spPr>
        <a:solidFill>
          <a:srgbClr val="FFC000"/>
        </a:solidFill>
        <a:scene3d>
          <a:camera prst="orthographicFront"/>
          <a:lightRig rig="threePt" dir="t"/>
        </a:scene3d>
        <a:sp3d>
          <a:bevelT prst="angle"/>
        </a:sp3d>
      </dgm:spPr>
      <dgm:t>
        <a:bodyPr/>
        <a:lstStyle/>
        <a:p>
          <a:r>
            <a:rPr lang="en-US" sz="1800" b="1" noProof="0" dirty="0"/>
            <a:t>Tangible  Benefits </a:t>
          </a:r>
        </a:p>
      </dgm:t>
    </dgm:pt>
    <dgm:pt modelId="{ADF363BA-167D-4158-B0F3-1CEBD008EAD9}" type="parTrans" cxnId="{F5943BEA-B6BE-4C4D-A87C-3FE45C956DD8}">
      <dgm:prSet/>
      <dgm:spPr>
        <a:scene3d>
          <a:camera prst="orthographicFront"/>
          <a:lightRig rig="threePt" dir="t"/>
        </a:scene3d>
        <a:sp3d>
          <a:bevelT prst="angle"/>
        </a:sp3d>
      </dgm:spPr>
      <dgm:t>
        <a:bodyPr/>
        <a:lstStyle/>
        <a:p>
          <a:endParaRPr lang="en-US"/>
        </a:p>
      </dgm:t>
    </dgm:pt>
    <dgm:pt modelId="{F021F3DC-A6F0-4854-A31D-0D8FFFE7614B}" type="sibTrans" cxnId="{F5943BEA-B6BE-4C4D-A87C-3FE45C956DD8}">
      <dgm:prSet/>
      <dgm:spPr/>
      <dgm:t>
        <a:bodyPr/>
        <a:lstStyle/>
        <a:p>
          <a:endParaRPr lang="en-US"/>
        </a:p>
      </dgm:t>
    </dgm:pt>
    <dgm:pt modelId="{C45EFF9B-ABDC-4E80-9D1C-4274C78C343E}">
      <dgm:prSet phldrT="[Testo]" custT="1"/>
      <dgm:spPr>
        <a:solidFill>
          <a:schemeClr val="bg1">
            <a:lumMod val="95000"/>
          </a:schemeClr>
        </a:solidFill>
        <a:scene3d>
          <a:camera prst="orthographicFront"/>
          <a:lightRig rig="threePt" dir="t"/>
        </a:scene3d>
        <a:sp3d>
          <a:bevelT prst="angle"/>
        </a:sp3d>
      </dgm:spPr>
      <dgm:t>
        <a:bodyPr/>
        <a:lstStyle/>
        <a:p>
          <a:r>
            <a:rPr lang="en-US" sz="1800" noProof="0" dirty="0"/>
            <a:t>Intangible</a:t>
          </a:r>
        </a:p>
      </dgm:t>
    </dgm:pt>
    <dgm:pt modelId="{F9CF05BB-BB85-4E11-AE73-424A23488AC6}" type="parTrans" cxnId="{F697AF6F-8243-46E2-A2C8-4CC7A77DFA65}">
      <dgm:prSet/>
      <dgm:spPr>
        <a:scene3d>
          <a:camera prst="orthographicFront"/>
          <a:lightRig rig="threePt" dir="t"/>
        </a:scene3d>
        <a:sp3d>
          <a:bevelT prst="angle"/>
        </a:sp3d>
      </dgm:spPr>
      <dgm:t>
        <a:bodyPr/>
        <a:lstStyle/>
        <a:p>
          <a:endParaRPr lang="en-US"/>
        </a:p>
      </dgm:t>
    </dgm:pt>
    <dgm:pt modelId="{AFF89AE8-1C44-48BD-9BB7-28046C835BB1}" type="sibTrans" cxnId="{F697AF6F-8243-46E2-A2C8-4CC7A77DFA65}">
      <dgm:prSet/>
      <dgm:spPr/>
      <dgm:t>
        <a:bodyPr/>
        <a:lstStyle/>
        <a:p>
          <a:endParaRPr lang="en-US"/>
        </a:p>
      </dgm:t>
    </dgm:pt>
    <dgm:pt modelId="{E4606195-430C-49C2-8F03-E9E5016AC286}">
      <dgm:prSet phldrT="[Testo]" custT="1"/>
      <dgm:spPr>
        <a:solidFill>
          <a:srgbClr val="FFC000"/>
        </a:solidFill>
        <a:scene3d>
          <a:camera prst="orthographicFront"/>
          <a:lightRig rig="threePt" dir="t"/>
        </a:scene3d>
        <a:sp3d>
          <a:bevelT prst="angle"/>
        </a:sp3d>
      </dgm:spPr>
      <dgm:t>
        <a:bodyPr/>
        <a:lstStyle/>
        <a:p>
          <a:r>
            <a:rPr lang="en-US" sz="1800" b="1" noProof="0" dirty="0"/>
            <a:t> Cost   saving</a:t>
          </a:r>
        </a:p>
      </dgm:t>
    </dgm:pt>
    <dgm:pt modelId="{AF9527F3-00D4-4A70-9040-80A8A0B747EC}" type="parTrans" cxnId="{B46A4F08-91D2-41EE-9EF8-FDEF4BCEFBA1}">
      <dgm:prSet/>
      <dgm:spPr/>
      <dgm:t>
        <a:bodyPr/>
        <a:lstStyle/>
        <a:p>
          <a:endParaRPr lang="en-US"/>
        </a:p>
      </dgm:t>
    </dgm:pt>
    <dgm:pt modelId="{9DDBA1A7-A42F-43C7-B19C-0D8DB4490EBA}" type="sibTrans" cxnId="{B46A4F08-91D2-41EE-9EF8-FDEF4BCEFBA1}">
      <dgm:prSet/>
      <dgm:spPr/>
      <dgm:t>
        <a:bodyPr/>
        <a:lstStyle/>
        <a:p>
          <a:endParaRPr lang="en-US"/>
        </a:p>
      </dgm:t>
    </dgm:pt>
    <dgm:pt modelId="{22146447-5828-4B8F-9B80-DC950D9CB016}">
      <dgm:prSet phldrT="[Testo]" custT="1"/>
      <dgm:spPr>
        <a:solidFill>
          <a:schemeClr val="bg1"/>
        </a:solidFill>
        <a:scene3d>
          <a:camera prst="orthographicFront"/>
          <a:lightRig rig="threePt" dir="t"/>
        </a:scene3d>
        <a:sp3d>
          <a:bevelT prst="angle"/>
        </a:sp3d>
      </dgm:spPr>
      <dgm:t>
        <a:bodyPr/>
        <a:lstStyle/>
        <a:p>
          <a:r>
            <a:rPr lang="en-US" sz="1800" b="0" noProof="0" dirty="0"/>
            <a:t>Increased sales</a:t>
          </a:r>
        </a:p>
      </dgm:t>
    </dgm:pt>
    <dgm:pt modelId="{CC82C5EA-0E25-4C22-B6E1-758984949CE3}" type="parTrans" cxnId="{FADB838B-5089-4FB7-9026-F5F0B631F2FA}">
      <dgm:prSet/>
      <dgm:spPr/>
      <dgm:t>
        <a:bodyPr/>
        <a:lstStyle/>
        <a:p>
          <a:endParaRPr lang="en-US"/>
        </a:p>
      </dgm:t>
    </dgm:pt>
    <dgm:pt modelId="{73AF418A-06DC-4746-882F-C9F7277267C2}" type="sibTrans" cxnId="{FADB838B-5089-4FB7-9026-F5F0B631F2FA}">
      <dgm:prSet/>
      <dgm:spPr/>
      <dgm:t>
        <a:bodyPr/>
        <a:lstStyle/>
        <a:p>
          <a:endParaRPr lang="en-US"/>
        </a:p>
      </dgm:t>
    </dgm:pt>
    <dgm:pt modelId="{CBE3FA3A-D471-4723-BD90-45A9D5958A7B}" type="pres">
      <dgm:prSet presAssocID="{43EBF99E-D54F-4D2C-A285-243995C0A2B3}" presName="hierChild1" presStyleCnt="0">
        <dgm:presLayoutVars>
          <dgm:orgChart val="1"/>
          <dgm:chPref val="1"/>
          <dgm:dir/>
          <dgm:animOne val="branch"/>
          <dgm:animLvl val="lvl"/>
          <dgm:resizeHandles/>
        </dgm:presLayoutVars>
      </dgm:prSet>
      <dgm:spPr/>
    </dgm:pt>
    <dgm:pt modelId="{6F6EEE7A-E000-4F61-9020-62BAA24F6C5E}" type="pres">
      <dgm:prSet presAssocID="{521759AD-7D0A-478C-AAAE-577D5841F504}" presName="hierRoot1" presStyleCnt="0">
        <dgm:presLayoutVars>
          <dgm:hierBranch val="r"/>
        </dgm:presLayoutVars>
      </dgm:prSet>
      <dgm:spPr/>
    </dgm:pt>
    <dgm:pt modelId="{AB389635-5638-47F8-A307-4ACB13C927EF}" type="pres">
      <dgm:prSet presAssocID="{521759AD-7D0A-478C-AAAE-577D5841F504}" presName="rootComposite1" presStyleCnt="0"/>
      <dgm:spPr/>
    </dgm:pt>
    <dgm:pt modelId="{60D878CD-FF60-4E67-8E0C-47324581D0A8}" type="pres">
      <dgm:prSet presAssocID="{521759AD-7D0A-478C-AAAE-577D5841F504}" presName="rootText1" presStyleLbl="node0" presStyleIdx="0" presStyleCnt="1">
        <dgm:presLayoutVars>
          <dgm:chPref val="3"/>
        </dgm:presLayoutVars>
      </dgm:prSet>
      <dgm:spPr/>
    </dgm:pt>
    <dgm:pt modelId="{9E5E1DBC-FF91-4C63-AA5E-84758D928E93}" type="pres">
      <dgm:prSet presAssocID="{521759AD-7D0A-478C-AAAE-577D5841F504}" presName="rootConnector1" presStyleLbl="node1" presStyleIdx="0" presStyleCnt="0"/>
      <dgm:spPr/>
    </dgm:pt>
    <dgm:pt modelId="{622A982E-015B-4E5F-8E91-8EC4A91B608B}" type="pres">
      <dgm:prSet presAssocID="{521759AD-7D0A-478C-AAAE-577D5841F504}" presName="hierChild2" presStyleCnt="0"/>
      <dgm:spPr/>
    </dgm:pt>
    <dgm:pt modelId="{1C466D6B-93E5-4363-9D22-C1B7BA86760E}" type="pres">
      <dgm:prSet presAssocID="{ADF363BA-167D-4158-B0F3-1CEBD008EAD9}" presName="Name50" presStyleLbl="parChTrans1D2" presStyleIdx="0" presStyleCnt="2"/>
      <dgm:spPr/>
    </dgm:pt>
    <dgm:pt modelId="{BFD8AA9F-B123-48D5-B213-DF0ED261B653}" type="pres">
      <dgm:prSet presAssocID="{0C0AAA80-C153-4DF1-8258-BD38372D7EE4}" presName="hierRoot2" presStyleCnt="0">
        <dgm:presLayoutVars>
          <dgm:hierBranch val="init"/>
        </dgm:presLayoutVars>
      </dgm:prSet>
      <dgm:spPr/>
    </dgm:pt>
    <dgm:pt modelId="{5AFC9E0D-D7A4-487D-9F77-A55ADD197CF9}" type="pres">
      <dgm:prSet presAssocID="{0C0AAA80-C153-4DF1-8258-BD38372D7EE4}" presName="rootComposite" presStyleCnt="0"/>
      <dgm:spPr/>
    </dgm:pt>
    <dgm:pt modelId="{529C8486-A6D3-4F7A-8CE6-9596BD0C1648}" type="pres">
      <dgm:prSet presAssocID="{0C0AAA80-C153-4DF1-8258-BD38372D7EE4}" presName="rootText" presStyleLbl="node2" presStyleIdx="0" presStyleCnt="2">
        <dgm:presLayoutVars>
          <dgm:chPref val="3"/>
        </dgm:presLayoutVars>
      </dgm:prSet>
      <dgm:spPr/>
    </dgm:pt>
    <dgm:pt modelId="{5258AA6D-A830-47CB-B2D7-B03590C4C276}" type="pres">
      <dgm:prSet presAssocID="{0C0AAA80-C153-4DF1-8258-BD38372D7EE4}" presName="rootConnector" presStyleLbl="node2" presStyleIdx="0" presStyleCnt="2"/>
      <dgm:spPr/>
    </dgm:pt>
    <dgm:pt modelId="{593582FD-E8AF-4E23-BC9A-620062906A06}" type="pres">
      <dgm:prSet presAssocID="{0C0AAA80-C153-4DF1-8258-BD38372D7EE4}" presName="hierChild4" presStyleCnt="0"/>
      <dgm:spPr/>
    </dgm:pt>
    <dgm:pt modelId="{54D69BF8-18B4-4595-A928-97F546FEC654}" type="pres">
      <dgm:prSet presAssocID="{AF9527F3-00D4-4A70-9040-80A8A0B747EC}" presName="Name37" presStyleLbl="parChTrans1D3" presStyleIdx="0" presStyleCnt="2"/>
      <dgm:spPr/>
    </dgm:pt>
    <dgm:pt modelId="{E45545A6-3786-4B7D-B320-18518866D48D}" type="pres">
      <dgm:prSet presAssocID="{E4606195-430C-49C2-8F03-E9E5016AC286}" presName="hierRoot2" presStyleCnt="0">
        <dgm:presLayoutVars>
          <dgm:hierBranch val="init"/>
        </dgm:presLayoutVars>
      </dgm:prSet>
      <dgm:spPr/>
    </dgm:pt>
    <dgm:pt modelId="{76395039-FF82-4865-890C-A686ADBE67EF}" type="pres">
      <dgm:prSet presAssocID="{E4606195-430C-49C2-8F03-E9E5016AC286}" presName="rootComposite" presStyleCnt="0"/>
      <dgm:spPr/>
    </dgm:pt>
    <dgm:pt modelId="{571CE610-9928-4C3D-A1ED-8EB5A571C637}" type="pres">
      <dgm:prSet presAssocID="{E4606195-430C-49C2-8F03-E9E5016AC286}" presName="rootText" presStyleLbl="node3" presStyleIdx="0" presStyleCnt="2">
        <dgm:presLayoutVars>
          <dgm:chPref val="3"/>
        </dgm:presLayoutVars>
      </dgm:prSet>
      <dgm:spPr/>
    </dgm:pt>
    <dgm:pt modelId="{E3AADB08-40D6-492C-8D9D-2B36ADA54698}" type="pres">
      <dgm:prSet presAssocID="{E4606195-430C-49C2-8F03-E9E5016AC286}" presName="rootConnector" presStyleLbl="node3" presStyleIdx="0" presStyleCnt="2"/>
      <dgm:spPr/>
    </dgm:pt>
    <dgm:pt modelId="{3D8CAD6F-AB87-4F19-871B-FB23E9BE0E2B}" type="pres">
      <dgm:prSet presAssocID="{E4606195-430C-49C2-8F03-E9E5016AC286}" presName="hierChild4" presStyleCnt="0"/>
      <dgm:spPr/>
    </dgm:pt>
    <dgm:pt modelId="{BC63A0B6-B7C7-4E4E-AE0B-7BD435A031F2}" type="pres">
      <dgm:prSet presAssocID="{E4606195-430C-49C2-8F03-E9E5016AC286}" presName="hierChild5" presStyleCnt="0"/>
      <dgm:spPr/>
    </dgm:pt>
    <dgm:pt modelId="{C3BE9090-D7B0-48E2-850E-54B815EA472C}" type="pres">
      <dgm:prSet presAssocID="{CC82C5EA-0E25-4C22-B6E1-758984949CE3}" presName="Name37" presStyleLbl="parChTrans1D3" presStyleIdx="1" presStyleCnt="2"/>
      <dgm:spPr/>
    </dgm:pt>
    <dgm:pt modelId="{320A30D9-A856-4A76-9EC9-31B0E7ECB093}" type="pres">
      <dgm:prSet presAssocID="{22146447-5828-4B8F-9B80-DC950D9CB016}" presName="hierRoot2" presStyleCnt="0">
        <dgm:presLayoutVars>
          <dgm:hierBranch val="init"/>
        </dgm:presLayoutVars>
      </dgm:prSet>
      <dgm:spPr/>
    </dgm:pt>
    <dgm:pt modelId="{1B0F0A48-7852-4AC0-845E-4FA0FB0DD9AB}" type="pres">
      <dgm:prSet presAssocID="{22146447-5828-4B8F-9B80-DC950D9CB016}" presName="rootComposite" presStyleCnt="0"/>
      <dgm:spPr/>
    </dgm:pt>
    <dgm:pt modelId="{55052360-2361-4229-8115-8BE3A2E59689}" type="pres">
      <dgm:prSet presAssocID="{22146447-5828-4B8F-9B80-DC950D9CB016}" presName="rootText" presStyleLbl="node3" presStyleIdx="1" presStyleCnt="2">
        <dgm:presLayoutVars>
          <dgm:chPref val="3"/>
        </dgm:presLayoutVars>
      </dgm:prSet>
      <dgm:spPr/>
    </dgm:pt>
    <dgm:pt modelId="{C67AEF52-D8AB-4445-B815-AD61B66BEB35}" type="pres">
      <dgm:prSet presAssocID="{22146447-5828-4B8F-9B80-DC950D9CB016}" presName="rootConnector" presStyleLbl="node3" presStyleIdx="1" presStyleCnt="2"/>
      <dgm:spPr/>
    </dgm:pt>
    <dgm:pt modelId="{7E20DD22-CE95-428A-9C27-90F51C4E138E}" type="pres">
      <dgm:prSet presAssocID="{22146447-5828-4B8F-9B80-DC950D9CB016}" presName="hierChild4" presStyleCnt="0"/>
      <dgm:spPr/>
    </dgm:pt>
    <dgm:pt modelId="{9042CC5C-4BD4-48B6-8F28-0272C5CF7387}" type="pres">
      <dgm:prSet presAssocID="{22146447-5828-4B8F-9B80-DC950D9CB016}" presName="hierChild5" presStyleCnt="0"/>
      <dgm:spPr/>
    </dgm:pt>
    <dgm:pt modelId="{A5210175-B642-4DD3-8A35-9F4D22452FBA}" type="pres">
      <dgm:prSet presAssocID="{0C0AAA80-C153-4DF1-8258-BD38372D7EE4}" presName="hierChild5" presStyleCnt="0"/>
      <dgm:spPr/>
    </dgm:pt>
    <dgm:pt modelId="{D10BC9B1-520D-4191-9EA5-72130E76237B}" type="pres">
      <dgm:prSet presAssocID="{F9CF05BB-BB85-4E11-AE73-424A23488AC6}" presName="Name50" presStyleLbl="parChTrans1D2" presStyleIdx="1" presStyleCnt="2"/>
      <dgm:spPr/>
    </dgm:pt>
    <dgm:pt modelId="{8EE45698-C414-461D-9E87-252AE093B096}" type="pres">
      <dgm:prSet presAssocID="{C45EFF9B-ABDC-4E80-9D1C-4274C78C343E}" presName="hierRoot2" presStyleCnt="0">
        <dgm:presLayoutVars>
          <dgm:hierBranch val="hang"/>
        </dgm:presLayoutVars>
      </dgm:prSet>
      <dgm:spPr/>
    </dgm:pt>
    <dgm:pt modelId="{5F8E6918-CD47-4EDB-80F1-E995CB7C1177}" type="pres">
      <dgm:prSet presAssocID="{C45EFF9B-ABDC-4E80-9D1C-4274C78C343E}" presName="rootComposite" presStyleCnt="0"/>
      <dgm:spPr/>
    </dgm:pt>
    <dgm:pt modelId="{6414A371-D69C-4EC7-B396-71D9EE4D872E}" type="pres">
      <dgm:prSet presAssocID="{C45EFF9B-ABDC-4E80-9D1C-4274C78C343E}" presName="rootText" presStyleLbl="node2" presStyleIdx="1" presStyleCnt="2">
        <dgm:presLayoutVars>
          <dgm:chPref val="3"/>
        </dgm:presLayoutVars>
      </dgm:prSet>
      <dgm:spPr/>
    </dgm:pt>
    <dgm:pt modelId="{87BC3FF2-C93E-40D5-B93B-AA5A0B013483}" type="pres">
      <dgm:prSet presAssocID="{C45EFF9B-ABDC-4E80-9D1C-4274C78C343E}" presName="rootConnector" presStyleLbl="node2" presStyleIdx="1" presStyleCnt="2"/>
      <dgm:spPr/>
    </dgm:pt>
    <dgm:pt modelId="{04A7EAA8-1AD8-420A-ACDE-CF1DBE6C6B32}" type="pres">
      <dgm:prSet presAssocID="{C45EFF9B-ABDC-4E80-9D1C-4274C78C343E}" presName="hierChild4" presStyleCnt="0"/>
      <dgm:spPr/>
    </dgm:pt>
    <dgm:pt modelId="{3096195E-25D1-4B6E-97EC-849AC25C55EB}" type="pres">
      <dgm:prSet presAssocID="{C45EFF9B-ABDC-4E80-9D1C-4274C78C343E}" presName="hierChild5" presStyleCnt="0"/>
      <dgm:spPr/>
    </dgm:pt>
    <dgm:pt modelId="{D8674511-152A-4345-9C26-FB66C5CD1C6C}" type="pres">
      <dgm:prSet presAssocID="{521759AD-7D0A-478C-AAAE-577D5841F504}" presName="hierChild3" presStyleCnt="0"/>
      <dgm:spPr/>
    </dgm:pt>
  </dgm:ptLst>
  <dgm:cxnLst>
    <dgm:cxn modelId="{3F90CC04-3C46-403E-8031-43FF37B23B66}" type="presOf" srcId="{AF9527F3-00D4-4A70-9040-80A8A0B747EC}" destId="{54D69BF8-18B4-4595-A928-97F546FEC654}" srcOrd="0" destOrd="0" presId="urn:microsoft.com/office/officeart/2005/8/layout/orgChart1"/>
    <dgm:cxn modelId="{B46A4F08-91D2-41EE-9EF8-FDEF4BCEFBA1}" srcId="{0C0AAA80-C153-4DF1-8258-BD38372D7EE4}" destId="{E4606195-430C-49C2-8F03-E9E5016AC286}" srcOrd="0" destOrd="0" parTransId="{AF9527F3-00D4-4A70-9040-80A8A0B747EC}" sibTransId="{9DDBA1A7-A42F-43C7-B19C-0D8DB4490EBA}"/>
    <dgm:cxn modelId="{C83AF30A-1B30-4AFD-8A36-BEB8A89F7D6B}" type="presOf" srcId="{43EBF99E-D54F-4D2C-A285-243995C0A2B3}" destId="{CBE3FA3A-D471-4723-BD90-45A9D5958A7B}" srcOrd="0" destOrd="0" presId="urn:microsoft.com/office/officeart/2005/8/layout/orgChart1"/>
    <dgm:cxn modelId="{EFB1711A-2540-4B55-8E12-1768BBDD53BA}" type="presOf" srcId="{E4606195-430C-49C2-8F03-E9E5016AC286}" destId="{E3AADB08-40D6-492C-8D9D-2B36ADA54698}" srcOrd="1" destOrd="0" presId="urn:microsoft.com/office/officeart/2005/8/layout/orgChart1"/>
    <dgm:cxn modelId="{D3F2983D-CAA3-4BCA-BE10-AF8312E4395A}" type="presOf" srcId="{F9CF05BB-BB85-4E11-AE73-424A23488AC6}" destId="{D10BC9B1-520D-4191-9EA5-72130E76237B}" srcOrd="0" destOrd="0" presId="urn:microsoft.com/office/officeart/2005/8/layout/orgChart1"/>
    <dgm:cxn modelId="{7CD9A960-90F2-4381-AD76-496B836DC54E}" type="presOf" srcId="{C45EFF9B-ABDC-4E80-9D1C-4274C78C343E}" destId="{6414A371-D69C-4EC7-B396-71D9EE4D872E}" srcOrd="0" destOrd="0" presId="urn:microsoft.com/office/officeart/2005/8/layout/orgChart1"/>
    <dgm:cxn modelId="{C6A84862-7E42-43DB-881C-E9D552EE1C90}" type="presOf" srcId="{22146447-5828-4B8F-9B80-DC950D9CB016}" destId="{55052360-2361-4229-8115-8BE3A2E59689}" srcOrd="0" destOrd="0" presId="urn:microsoft.com/office/officeart/2005/8/layout/orgChart1"/>
    <dgm:cxn modelId="{9BFAD642-1900-444C-B55C-21CA2B6024FB}" type="presOf" srcId="{521759AD-7D0A-478C-AAAE-577D5841F504}" destId="{60D878CD-FF60-4E67-8E0C-47324581D0A8}" srcOrd="0" destOrd="0" presId="urn:microsoft.com/office/officeart/2005/8/layout/orgChart1"/>
    <dgm:cxn modelId="{ABD9DB47-8609-4137-AA22-39FBC7E62639}" type="presOf" srcId="{521759AD-7D0A-478C-AAAE-577D5841F504}" destId="{9E5E1DBC-FF91-4C63-AA5E-84758D928E93}" srcOrd="1" destOrd="0" presId="urn:microsoft.com/office/officeart/2005/8/layout/orgChart1"/>
    <dgm:cxn modelId="{99E9D64C-5DFF-4A86-A1D9-FE6CD78CD304}" type="presOf" srcId="{0C0AAA80-C153-4DF1-8258-BD38372D7EE4}" destId="{529C8486-A6D3-4F7A-8CE6-9596BD0C1648}" srcOrd="0" destOrd="0" presId="urn:microsoft.com/office/officeart/2005/8/layout/orgChart1"/>
    <dgm:cxn modelId="{F697AF6F-8243-46E2-A2C8-4CC7A77DFA65}" srcId="{521759AD-7D0A-478C-AAAE-577D5841F504}" destId="{C45EFF9B-ABDC-4E80-9D1C-4274C78C343E}" srcOrd="1" destOrd="0" parTransId="{F9CF05BB-BB85-4E11-AE73-424A23488AC6}" sibTransId="{AFF89AE8-1C44-48BD-9BB7-28046C835BB1}"/>
    <dgm:cxn modelId="{71C55E51-1A3B-433D-888E-1BC0B0F8D01A}" type="presOf" srcId="{22146447-5828-4B8F-9B80-DC950D9CB016}" destId="{C67AEF52-D8AB-4445-B815-AD61B66BEB35}" srcOrd="1" destOrd="0" presId="urn:microsoft.com/office/officeart/2005/8/layout/orgChart1"/>
    <dgm:cxn modelId="{FADB838B-5089-4FB7-9026-F5F0B631F2FA}" srcId="{0C0AAA80-C153-4DF1-8258-BD38372D7EE4}" destId="{22146447-5828-4B8F-9B80-DC950D9CB016}" srcOrd="1" destOrd="0" parTransId="{CC82C5EA-0E25-4C22-B6E1-758984949CE3}" sibTransId="{73AF418A-06DC-4746-882F-C9F7277267C2}"/>
    <dgm:cxn modelId="{AD001098-A360-4F1D-84CF-8782C220EBA8}" type="presOf" srcId="{ADF363BA-167D-4158-B0F3-1CEBD008EAD9}" destId="{1C466D6B-93E5-4363-9D22-C1B7BA86760E}" srcOrd="0" destOrd="0" presId="urn:microsoft.com/office/officeart/2005/8/layout/orgChart1"/>
    <dgm:cxn modelId="{C66847C1-9CE7-4C2B-92EA-8F44F6F917AF}" type="presOf" srcId="{CC82C5EA-0E25-4C22-B6E1-758984949CE3}" destId="{C3BE9090-D7B0-48E2-850E-54B815EA472C}" srcOrd="0" destOrd="0" presId="urn:microsoft.com/office/officeart/2005/8/layout/orgChart1"/>
    <dgm:cxn modelId="{EDEEB4D0-FE12-48B3-9B2C-D3CF2647ACE9}" srcId="{43EBF99E-D54F-4D2C-A285-243995C0A2B3}" destId="{521759AD-7D0A-478C-AAAE-577D5841F504}" srcOrd="0" destOrd="0" parTransId="{3ADB9DA0-C1A5-4878-B6C4-13DE95514E60}" sibTransId="{ADFFA079-DEDE-44C3-A431-2A6A499ED36A}"/>
    <dgm:cxn modelId="{822657D3-DBCB-4DC8-9E23-160F0471491C}" type="presOf" srcId="{E4606195-430C-49C2-8F03-E9E5016AC286}" destId="{571CE610-9928-4C3D-A1ED-8EB5A571C637}" srcOrd="0" destOrd="0" presId="urn:microsoft.com/office/officeart/2005/8/layout/orgChart1"/>
    <dgm:cxn modelId="{575549DF-326D-455B-B624-CF0DE4D8EBC5}" type="presOf" srcId="{C45EFF9B-ABDC-4E80-9D1C-4274C78C343E}" destId="{87BC3FF2-C93E-40D5-B93B-AA5A0B013483}" srcOrd="1" destOrd="0" presId="urn:microsoft.com/office/officeart/2005/8/layout/orgChart1"/>
    <dgm:cxn modelId="{F5943BEA-B6BE-4C4D-A87C-3FE45C956DD8}" srcId="{521759AD-7D0A-478C-AAAE-577D5841F504}" destId="{0C0AAA80-C153-4DF1-8258-BD38372D7EE4}" srcOrd="0" destOrd="0" parTransId="{ADF363BA-167D-4158-B0F3-1CEBD008EAD9}" sibTransId="{F021F3DC-A6F0-4854-A31D-0D8FFFE7614B}"/>
    <dgm:cxn modelId="{FC4DD8FD-450B-4182-A2D4-26A157BD631B}" type="presOf" srcId="{0C0AAA80-C153-4DF1-8258-BD38372D7EE4}" destId="{5258AA6D-A830-47CB-B2D7-B03590C4C276}" srcOrd="1" destOrd="0" presId="urn:microsoft.com/office/officeart/2005/8/layout/orgChart1"/>
    <dgm:cxn modelId="{0E360888-9FC0-4EBF-BDEF-83D3331232DD}" type="presParOf" srcId="{CBE3FA3A-D471-4723-BD90-45A9D5958A7B}" destId="{6F6EEE7A-E000-4F61-9020-62BAA24F6C5E}" srcOrd="0" destOrd="0" presId="urn:microsoft.com/office/officeart/2005/8/layout/orgChart1"/>
    <dgm:cxn modelId="{E05EED96-AC1D-4C08-98C3-AD540F439167}" type="presParOf" srcId="{6F6EEE7A-E000-4F61-9020-62BAA24F6C5E}" destId="{AB389635-5638-47F8-A307-4ACB13C927EF}" srcOrd="0" destOrd="0" presId="urn:microsoft.com/office/officeart/2005/8/layout/orgChart1"/>
    <dgm:cxn modelId="{EE5368A2-AB22-438D-AE95-235A1B7D5DDB}" type="presParOf" srcId="{AB389635-5638-47F8-A307-4ACB13C927EF}" destId="{60D878CD-FF60-4E67-8E0C-47324581D0A8}" srcOrd="0" destOrd="0" presId="urn:microsoft.com/office/officeart/2005/8/layout/orgChart1"/>
    <dgm:cxn modelId="{0883FE71-B499-4ED5-8902-BDA3B5C5A8EC}" type="presParOf" srcId="{AB389635-5638-47F8-A307-4ACB13C927EF}" destId="{9E5E1DBC-FF91-4C63-AA5E-84758D928E93}" srcOrd="1" destOrd="0" presId="urn:microsoft.com/office/officeart/2005/8/layout/orgChart1"/>
    <dgm:cxn modelId="{94AE1A82-FCB4-4C10-8DDC-CFB88350EE83}" type="presParOf" srcId="{6F6EEE7A-E000-4F61-9020-62BAA24F6C5E}" destId="{622A982E-015B-4E5F-8E91-8EC4A91B608B}" srcOrd="1" destOrd="0" presId="urn:microsoft.com/office/officeart/2005/8/layout/orgChart1"/>
    <dgm:cxn modelId="{F64C02CC-28B6-4570-9FF5-5895F962B79D}" type="presParOf" srcId="{622A982E-015B-4E5F-8E91-8EC4A91B608B}" destId="{1C466D6B-93E5-4363-9D22-C1B7BA86760E}" srcOrd="0" destOrd="0" presId="urn:microsoft.com/office/officeart/2005/8/layout/orgChart1"/>
    <dgm:cxn modelId="{986A7B1D-B9AF-4D70-81B7-EC528D6A44FD}" type="presParOf" srcId="{622A982E-015B-4E5F-8E91-8EC4A91B608B}" destId="{BFD8AA9F-B123-48D5-B213-DF0ED261B653}" srcOrd="1" destOrd="0" presId="urn:microsoft.com/office/officeart/2005/8/layout/orgChart1"/>
    <dgm:cxn modelId="{6CB9A913-D009-4FAF-82DB-C4982242B764}" type="presParOf" srcId="{BFD8AA9F-B123-48D5-B213-DF0ED261B653}" destId="{5AFC9E0D-D7A4-487D-9F77-A55ADD197CF9}" srcOrd="0" destOrd="0" presId="urn:microsoft.com/office/officeart/2005/8/layout/orgChart1"/>
    <dgm:cxn modelId="{702D3547-CDE0-436E-B7AB-03ECD992ECF3}" type="presParOf" srcId="{5AFC9E0D-D7A4-487D-9F77-A55ADD197CF9}" destId="{529C8486-A6D3-4F7A-8CE6-9596BD0C1648}" srcOrd="0" destOrd="0" presId="urn:microsoft.com/office/officeart/2005/8/layout/orgChart1"/>
    <dgm:cxn modelId="{76019A59-AB01-4064-BDAF-D38940037EDD}" type="presParOf" srcId="{5AFC9E0D-D7A4-487D-9F77-A55ADD197CF9}" destId="{5258AA6D-A830-47CB-B2D7-B03590C4C276}" srcOrd="1" destOrd="0" presId="urn:microsoft.com/office/officeart/2005/8/layout/orgChart1"/>
    <dgm:cxn modelId="{FB99308A-A60E-4832-8402-F266F5141206}" type="presParOf" srcId="{BFD8AA9F-B123-48D5-B213-DF0ED261B653}" destId="{593582FD-E8AF-4E23-BC9A-620062906A06}" srcOrd="1" destOrd="0" presId="urn:microsoft.com/office/officeart/2005/8/layout/orgChart1"/>
    <dgm:cxn modelId="{3AEBD2E2-45A8-4627-B153-4F23D9E51520}" type="presParOf" srcId="{593582FD-E8AF-4E23-BC9A-620062906A06}" destId="{54D69BF8-18B4-4595-A928-97F546FEC654}" srcOrd="0" destOrd="0" presId="urn:microsoft.com/office/officeart/2005/8/layout/orgChart1"/>
    <dgm:cxn modelId="{17E36DAE-2628-484C-9C88-5C9A8C3420DD}" type="presParOf" srcId="{593582FD-E8AF-4E23-BC9A-620062906A06}" destId="{E45545A6-3786-4B7D-B320-18518866D48D}" srcOrd="1" destOrd="0" presId="urn:microsoft.com/office/officeart/2005/8/layout/orgChart1"/>
    <dgm:cxn modelId="{C8F531D9-62F5-4F82-9B09-CC4FC72F9BDE}" type="presParOf" srcId="{E45545A6-3786-4B7D-B320-18518866D48D}" destId="{76395039-FF82-4865-890C-A686ADBE67EF}" srcOrd="0" destOrd="0" presId="urn:microsoft.com/office/officeart/2005/8/layout/orgChart1"/>
    <dgm:cxn modelId="{8B95DADA-D3A6-499C-86C1-6BEBA68573F2}" type="presParOf" srcId="{76395039-FF82-4865-890C-A686ADBE67EF}" destId="{571CE610-9928-4C3D-A1ED-8EB5A571C637}" srcOrd="0" destOrd="0" presId="urn:microsoft.com/office/officeart/2005/8/layout/orgChart1"/>
    <dgm:cxn modelId="{4FE7E0BA-8374-46AC-B929-25AB84CC3437}" type="presParOf" srcId="{76395039-FF82-4865-890C-A686ADBE67EF}" destId="{E3AADB08-40D6-492C-8D9D-2B36ADA54698}" srcOrd="1" destOrd="0" presId="urn:microsoft.com/office/officeart/2005/8/layout/orgChart1"/>
    <dgm:cxn modelId="{AED4907E-57C9-42B4-8954-61E4BB92574C}" type="presParOf" srcId="{E45545A6-3786-4B7D-B320-18518866D48D}" destId="{3D8CAD6F-AB87-4F19-871B-FB23E9BE0E2B}" srcOrd="1" destOrd="0" presId="urn:microsoft.com/office/officeart/2005/8/layout/orgChart1"/>
    <dgm:cxn modelId="{BE1BCB2B-F85F-4FD3-A86C-CAC2C05661A0}" type="presParOf" srcId="{E45545A6-3786-4B7D-B320-18518866D48D}" destId="{BC63A0B6-B7C7-4E4E-AE0B-7BD435A031F2}" srcOrd="2" destOrd="0" presId="urn:microsoft.com/office/officeart/2005/8/layout/orgChart1"/>
    <dgm:cxn modelId="{0D3000F5-4902-455F-87C4-6E667A5CD336}" type="presParOf" srcId="{593582FD-E8AF-4E23-BC9A-620062906A06}" destId="{C3BE9090-D7B0-48E2-850E-54B815EA472C}" srcOrd="2" destOrd="0" presId="urn:microsoft.com/office/officeart/2005/8/layout/orgChart1"/>
    <dgm:cxn modelId="{D56BF521-DEE2-400B-9CAA-B2D8EBFA62D6}" type="presParOf" srcId="{593582FD-E8AF-4E23-BC9A-620062906A06}" destId="{320A30D9-A856-4A76-9EC9-31B0E7ECB093}" srcOrd="3" destOrd="0" presId="urn:microsoft.com/office/officeart/2005/8/layout/orgChart1"/>
    <dgm:cxn modelId="{97E089A5-C85B-4C54-A47F-F74C714174F5}" type="presParOf" srcId="{320A30D9-A856-4A76-9EC9-31B0E7ECB093}" destId="{1B0F0A48-7852-4AC0-845E-4FA0FB0DD9AB}" srcOrd="0" destOrd="0" presId="urn:microsoft.com/office/officeart/2005/8/layout/orgChart1"/>
    <dgm:cxn modelId="{42391E46-7092-441D-96DD-9E2FB6C064FC}" type="presParOf" srcId="{1B0F0A48-7852-4AC0-845E-4FA0FB0DD9AB}" destId="{55052360-2361-4229-8115-8BE3A2E59689}" srcOrd="0" destOrd="0" presId="urn:microsoft.com/office/officeart/2005/8/layout/orgChart1"/>
    <dgm:cxn modelId="{F639E4F0-FEC5-40E1-875D-771B0E90E70B}" type="presParOf" srcId="{1B0F0A48-7852-4AC0-845E-4FA0FB0DD9AB}" destId="{C67AEF52-D8AB-4445-B815-AD61B66BEB35}" srcOrd="1" destOrd="0" presId="urn:microsoft.com/office/officeart/2005/8/layout/orgChart1"/>
    <dgm:cxn modelId="{C063E265-5DB8-418A-8AAA-28F5C0A38E1C}" type="presParOf" srcId="{320A30D9-A856-4A76-9EC9-31B0E7ECB093}" destId="{7E20DD22-CE95-428A-9C27-90F51C4E138E}" srcOrd="1" destOrd="0" presId="urn:microsoft.com/office/officeart/2005/8/layout/orgChart1"/>
    <dgm:cxn modelId="{CC56434E-3429-4908-84C4-6390808B42B3}" type="presParOf" srcId="{320A30D9-A856-4A76-9EC9-31B0E7ECB093}" destId="{9042CC5C-4BD4-48B6-8F28-0272C5CF7387}" srcOrd="2" destOrd="0" presId="urn:microsoft.com/office/officeart/2005/8/layout/orgChart1"/>
    <dgm:cxn modelId="{DF2A7BE3-0F0A-4D4A-AC3F-4B38D34EE93F}" type="presParOf" srcId="{BFD8AA9F-B123-48D5-B213-DF0ED261B653}" destId="{A5210175-B642-4DD3-8A35-9F4D22452FBA}" srcOrd="2" destOrd="0" presId="urn:microsoft.com/office/officeart/2005/8/layout/orgChart1"/>
    <dgm:cxn modelId="{7639F85C-609A-41B6-A25B-54624A3EEC9B}" type="presParOf" srcId="{622A982E-015B-4E5F-8E91-8EC4A91B608B}" destId="{D10BC9B1-520D-4191-9EA5-72130E76237B}" srcOrd="2" destOrd="0" presId="urn:microsoft.com/office/officeart/2005/8/layout/orgChart1"/>
    <dgm:cxn modelId="{0C8A3E6C-95C7-4687-97C6-87C8A48F431E}" type="presParOf" srcId="{622A982E-015B-4E5F-8E91-8EC4A91B608B}" destId="{8EE45698-C414-461D-9E87-252AE093B096}" srcOrd="3" destOrd="0" presId="urn:microsoft.com/office/officeart/2005/8/layout/orgChart1"/>
    <dgm:cxn modelId="{12006700-800D-47EB-B055-530B09EE9C68}" type="presParOf" srcId="{8EE45698-C414-461D-9E87-252AE093B096}" destId="{5F8E6918-CD47-4EDB-80F1-E995CB7C1177}" srcOrd="0" destOrd="0" presId="urn:microsoft.com/office/officeart/2005/8/layout/orgChart1"/>
    <dgm:cxn modelId="{9F21712D-9CF8-45D7-ABD8-B01F2294622F}" type="presParOf" srcId="{5F8E6918-CD47-4EDB-80F1-E995CB7C1177}" destId="{6414A371-D69C-4EC7-B396-71D9EE4D872E}" srcOrd="0" destOrd="0" presId="urn:microsoft.com/office/officeart/2005/8/layout/orgChart1"/>
    <dgm:cxn modelId="{31D523D8-0565-4CC2-97CF-35D572DC832D}" type="presParOf" srcId="{5F8E6918-CD47-4EDB-80F1-E995CB7C1177}" destId="{87BC3FF2-C93E-40D5-B93B-AA5A0B013483}" srcOrd="1" destOrd="0" presId="urn:microsoft.com/office/officeart/2005/8/layout/orgChart1"/>
    <dgm:cxn modelId="{D92DADB0-A021-49DC-ABE2-AAB7AE6E0EF6}" type="presParOf" srcId="{8EE45698-C414-461D-9E87-252AE093B096}" destId="{04A7EAA8-1AD8-420A-ACDE-CF1DBE6C6B32}" srcOrd="1" destOrd="0" presId="urn:microsoft.com/office/officeart/2005/8/layout/orgChart1"/>
    <dgm:cxn modelId="{C09FF0C8-28A1-4778-96A1-CEA973F44356}" type="presParOf" srcId="{8EE45698-C414-461D-9E87-252AE093B096}" destId="{3096195E-25D1-4B6E-97EC-849AC25C55EB}" srcOrd="2" destOrd="0" presId="urn:microsoft.com/office/officeart/2005/8/layout/orgChart1"/>
    <dgm:cxn modelId="{E4FA9BF5-6751-449C-BB06-5D3AF924F181}" type="presParOf" srcId="{6F6EEE7A-E000-4F61-9020-62BAA24F6C5E}" destId="{D8674511-152A-4345-9C26-FB66C5CD1C6C}" srcOrd="2" destOrd="0" presId="urn:microsoft.com/office/officeart/2005/8/layout/orgChart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43EBF99E-D54F-4D2C-A285-243995C0A2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521759AD-7D0A-478C-AAAE-577D5841F504}">
      <dgm:prSet phldrT="[Testo]" custT="1"/>
      <dgm:spPr>
        <a:solidFill>
          <a:schemeClr val="bg1">
            <a:lumMod val="95000"/>
          </a:schemeClr>
        </a:solidFill>
        <a:scene3d>
          <a:camera prst="orthographicFront"/>
          <a:lightRig rig="threePt" dir="t"/>
        </a:scene3d>
        <a:sp3d>
          <a:bevelT prst="angle"/>
        </a:sp3d>
      </dgm:spPr>
      <dgm:t>
        <a:bodyPr/>
        <a:lstStyle/>
        <a:p>
          <a:r>
            <a:rPr lang="en-US" sz="1800" noProof="0" dirty="0" err="1"/>
            <a:t>ManagementValue</a:t>
          </a:r>
          <a:r>
            <a:rPr lang="en-US" sz="1800" noProof="0" dirty="0"/>
            <a:t> </a:t>
          </a:r>
        </a:p>
      </dgm:t>
    </dgm:pt>
    <dgm:pt modelId="{3ADB9DA0-C1A5-4878-B6C4-13DE95514E60}" type="parTrans" cxnId="{EDEEB4D0-FE12-48B3-9B2C-D3CF2647ACE9}">
      <dgm:prSet/>
      <dgm:spPr>
        <a:scene3d>
          <a:camera prst="orthographicFront"/>
          <a:lightRig rig="threePt" dir="t"/>
        </a:scene3d>
        <a:sp3d>
          <a:bevelT prst="angle"/>
        </a:sp3d>
      </dgm:spPr>
      <dgm:t>
        <a:bodyPr/>
        <a:lstStyle/>
        <a:p>
          <a:endParaRPr lang="en-US"/>
        </a:p>
      </dgm:t>
    </dgm:pt>
    <dgm:pt modelId="{ADFFA079-DEDE-44C3-A431-2A6A499ED36A}" type="sibTrans" cxnId="{EDEEB4D0-FE12-48B3-9B2C-D3CF2647ACE9}">
      <dgm:prSet/>
      <dgm:spPr/>
      <dgm:t>
        <a:bodyPr/>
        <a:lstStyle/>
        <a:p>
          <a:endParaRPr lang="en-US"/>
        </a:p>
      </dgm:t>
    </dgm:pt>
    <dgm:pt modelId="{0C0AAA80-C153-4DF1-8258-BD38372D7EE4}">
      <dgm:prSet phldrT="[Testo]" custT="1"/>
      <dgm:spPr>
        <a:solidFill>
          <a:srgbClr val="FFC000"/>
        </a:solidFill>
        <a:scene3d>
          <a:camera prst="orthographicFront"/>
          <a:lightRig rig="threePt" dir="t"/>
        </a:scene3d>
        <a:sp3d>
          <a:bevelT prst="angle"/>
        </a:sp3d>
      </dgm:spPr>
      <dgm:t>
        <a:bodyPr/>
        <a:lstStyle/>
        <a:p>
          <a:r>
            <a:rPr lang="en-US" sz="1800" b="1" noProof="0" dirty="0"/>
            <a:t>Tangible Benefits </a:t>
          </a:r>
        </a:p>
      </dgm:t>
    </dgm:pt>
    <dgm:pt modelId="{ADF363BA-167D-4158-B0F3-1CEBD008EAD9}" type="parTrans" cxnId="{F5943BEA-B6BE-4C4D-A87C-3FE45C956DD8}">
      <dgm:prSet/>
      <dgm:spPr>
        <a:scene3d>
          <a:camera prst="orthographicFront"/>
          <a:lightRig rig="threePt" dir="t"/>
        </a:scene3d>
        <a:sp3d>
          <a:bevelT prst="angle"/>
        </a:sp3d>
      </dgm:spPr>
      <dgm:t>
        <a:bodyPr/>
        <a:lstStyle/>
        <a:p>
          <a:endParaRPr lang="en-US"/>
        </a:p>
      </dgm:t>
    </dgm:pt>
    <dgm:pt modelId="{F021F3DC-A6F0-4854-A31D-0D8FFFE7614B}" type="sibTrans" cxnId="{F5943BEA-B6BE-4C4D-A87C-3FE45C956DD8}">
      <dgm:prSet/>
      <dgm:spPr/>
      <dgm:t>
        <a:bodyPr/>
        <a:lstStyle/>
        <a:p>
          <a:endParaRPr lang="en-US"/>
        </a:p>
      </dgm:t>
    </dgm:pt>
    <dgm:pt modelId="{C45EFF9B-ABDC-4E80-9D1C-4274C78C343E}">
      <dgm:prSet phldrT="[Testo]" custT="1"/>
      <dgm:spPr>
        <a:solidFill>
          <a:schemeClr val="bg1">
            <a:lumMod val="95000"/>
          </a:schemeClr>
        </a:solidFill>
        <a:scene3d>
          <a:camera prst="orthographicFront"/>
          <a:lightRig rig="threePt" dir="t"/>
        </a:scene3d>
        <a:sp3d>
          <a:bevelT prst="angle"/>
        </a:sp3d>
      </dgm:spPr>
      <dgm:t>
        <a:bodyPr/>
        <a:lstStyle/>
        <a:p>
          <a:r>
            <a:rPr lang="en-US" sz="1800" noProof="0" dirty="0"/>
            <a:t>Intangible Benefits</a:t>
          </a:r>
        </a:p>
      </dgm:t>
    </dgm:pt>
    <dgm:pt modelId="{F9CF05BB-BB85-4E11-AE73-424A23488AC6}" type="parTrans" cxnId="{F697AF6F-8243-46E2-A2C8-4CC7A77DFA65}">
      <dgm:prSet/>
      <dgm:spPr>
        <a:scene3d>
          <a:camera prst="orthographicFront"/>
          <a:lightRig rig="threePt" dir="t"/>
        </a:scene3d>
        <a:sp3d>
          <a:bevelT prst="angle"/>
        </a:sp3d>
      </dgm:spPr>
      <dgm:t>
        <a:bodyPr/>
        <a:lstStyle/>
        <a:p>
          <a:endParaRPr lang="en-US"/>
        </a:p>
      </dgm:t>
    </dgm:pt>
    <dgm:pt modelId="{AFF89AE8-1C44-48BD-9BB7-28046C835BB1}" type="sibTrans" cxnId="{F697AF6F-8243-46E2-A2C8-4CC7A77DFA65}">
      <dgm:prSet/>
      <dgm:spPr/>
      <dgm:t>
        <a:bodyPr/>
        <a:lstStyle/>
        <a:p>
          <a:endParaRPr lang="en-US"/>
        </a:p>
      </dgm:t>
    </dgm:pt>
    <dgm:pt modelId="{E4606195-430C-49C2-8F03-E9E5016AC286}">
      <dgm:prSet phldrT="[Testo]" custT="1"/>
      <dgm:spPr>
        <a:solidFill>
          <a:schemeClr val="bg1">
            <a:lumMod val="95000"/>
          </a:schemeClr>
        </a:solidFill>
        <a:scene3d>
          <a:camera prst="orthographicFront"/>
          <a:lightRig rig="threePt" dir="t"/>
        </a:scene3d>
        <a:sp3d>
          <a:bevelT prst="angle"/>
        </a:sp3d>
      </dgm:spPr>
      <dgm:t>
        <a:bodyPr/>
        <a:lstStyle/>
        <a:p>
          <a:r>
            <a:rPr lang="en-US" sz="1800" b="0" noProof="0" dirty="0"/>
            <a:t> Cost saving</a:t>
          </a:r>
        </a:p>
      </dgm:t>
    </dgm:pt>
    <dgm:pt modelId="{AF9527F3-00D4-4A70-9040-80A8A0B747EC}" type="parTrans" cxnId="{B46A4F08-91D2-41EE-9EF8-FDEF4BCEFBA1}">
      <dgm:prSet/>
      <dgm:spPr/>
      <dgm:t>
        <a:bodyPr/>
        <a:lstStyle/>
        <a:p>
          <a:endParaRPr lang="en-US"/>
        </a:p>
      </dgm:t>
    </dgm:pt>
    <dgm:pt modelId="{9DDBA1A7-A42F-43C7-B19C-0D8DB4490EBA}" type="sibTrans" cxnId="{B46A4F08-91D2-41EE-9EF8-FDEF4BCEFBA1}">
      <dgm:prSet/>
      <dgm:spPr/>
      <dgm:t>
        <a:bodyPr/>
        <a:lstStyle/>
        <a:p>
          <a:endParaRPr lang="en-US"/>
        </a:p>
      </dgm:t>
    </dgm:pt>
    <dgm:pt modelId="{22146447-5828-4B8F-9B80-DC950D9CB016}">
      <dgm:prSet phldrT="[Testo]" custT="1"/>
      <dgm:spPr>
        <a:solidFill>
          <a:srgbClr val="FFC000"/>
        </a:solidFill>
        <a:scene3d>
          <a:camera prst="orthographicFront"/>
          <a:lightRig rig="threePt" dir="t"/>
        </a:scene3d>
        <a:sp3d>
          <a:bevelT prst="angle"/>
        </a:sp3d>
      </dgm:spPr>
      <dgm:t>
        <a:bodyPr/>
        <a:lstStyle/>
        <a:p>
          <a:r>
            <a:rPr lang="en-US" sz="1800" b="1" noProof="0" dirty="0"/>
            <a:t>Increased sales</a:t>
          </a:r>
        </a:p>
      </dgm:t>
    </dgm:pt>
    <dgm:pt modelId="{CC82C5EA-0E25-4C22-B6E1-758984949CE3}" type="parTrans" cxnId="{FADB838B-5089-4FB7-9026-F5F0B631F2FA}">
      <dgm:prSet/>
      <dgm:spPr/>
      <dgm:t>
        <a:bodyPr/>
        <a:lstStyle/>
        <a:p>
          <a:endParaRPr lang="en-US"/>
        </a:p>
      </dgm:t>
    </dgm:pt>
    <dgm:pt modelId="{73AF418A-06DC-4746-882F-C9F7277267C2}" type="sibTrans" cxnId="{FADB838B-5089-4FB7-9026-F5F0B631F2FA}">
      <dgm:prSet/>
      <dgm:spPr/>
      <dgm:t>
        <a:bodyPr/>
        <a:lstStyle/>
        <a:p>
          <a:endParaRPr lang="en-US"/>
        </a:p>
      </dgm:t>
    </dgm:pt>
    <dgm:pt modelId="{CBE3FA3A-D471-4723-BD90-45A9D5958A7B}" type="pres">
      <dgm:prSet presAssocID="{43EBF99E-D54F-4D2C-A285-243995C0A2B3}" presName="hierChild1" presStyleCnt="0">
        <dgm:presLayoutVars>
          <dgm:orgChart val="1"/>
          <dgm:chPref val="1"/>
          <dgm:dir/>
          <dgm:animOne val="branch"/>
          <dgm:animLvl val="lvl"/>
          <dgm:resizeHandles/>
        </dgm:presLayoutVars>
      </dgm:prSet>
      <dgm:spPr/>
    </dgm:pt>
    <dgm:pt modelId="{6F6EEE7A-E000-4F61-9020-62BAA24F6C5E}" type="pres">
      <dgm:prSet presAssocID="{521759AD-7D0A-478C-AAAE-577D5841F504}" presName="hierRoot1" presStyleCnt="0">
        <dgm:presLayoutVars>
          <dgm:hierBranch val="r"/>
        </dgm:presLayoutVars>
      </dgm:prSet>
      <dgm:spPr/>
    </dgm:pt>
    <dgm:pt modelId="{AB389635-5638-47F8-A307-4ACB13C927EF}" type="pres">
      <dgm:prSet presAssocID="{521759AD-7D0A-478C-AAAE-577D5841F504}" presName="rootComposite1" presStyleCnt="0"/>
      <dgm:spPr/>
    </dgm:pt>
    <dgm:pt modelId="{60D878CD-FF60-4E67-8E0C-47324581D0A8}" type="pres">
      <dgm:prSet presAssocID="{521759AD-7D0A-478C-AAAE-577D5841F504}" presName="rootText1" presStyleLbl="node0" presStyleIdx="0" presStyleCnt="1">
        <dgm:presLayoutVars>
          <dgm:chPref val="3"/>
        </dgm:presLayoutVars>
      </dgm:prSet>
      <dgm:spPr/>
    </dgm:pt>
    <dgm:pt modelId="{9E5E1DBC-FF91-4C63-AA5E-84758D928E93}" type="pres">
      <dgm:prSet presAssocID="{521759AD-7D0A-478C-AAAE-577D5841F504}" presName="rootConnector1" presStyleLbl="node1" presStyleIdx="0" presStyleCnt="0"/>
      <dgm:spPr/>
    </dgm:pt>
    <dgm:pt modelId="{622A982E-015B-4E5F-8E91-8EC4A91B608B}" type="pres">
      <dgm:prSet presAssocID="{521759AD-7D0A-478C-AAAE-577D5841F504}" presName="hierChild2" presStyleCnt="0"/>
      <dgm:spPr/>
    </dgm:pt>
    <dgm:pt modelId="{1C466D6B-93E5-4363-9D22-C1B7BA86760E}" type="pres">
      <dgm:prSet presAssocID="{ADF363BA-167D-4158-B0F3-1CEBD008EAD9}" presName="Name50" presStyleLbl="parChTrans1D2" presStyleIdx="0" presStyleCnt="2"/>
      <dgm:spPr/>
    </dgm:pt>
    <dgm:pt modelId="{BFD8AA9F-B123-48D5-B213-DF0ED261B653}" type="pres">
      <dgm:prSet presAssocID="{0C0AAA80-C153-4DF1-8258-BD38372D7EE4}" presName="hierRoot2" presStyleCnt="0">
        <dgm:presLayoutVars>
          <dgm:hierBranch val="init"/>
        </dgm:presLayoutVars>
      </dgm:prSet>
      <dgm:spPr/>
    </dgm:pt>
    <dgm:pt modelId="{5AFC9E0D-D7A4-487D-9F77-A55ADD197CF9}" type="pres">
      <dgm:prSet presAssocID="{0C0AAA80-C153-4DF1-8258-BD38372D7EE4}" presName="rootComposite" presStyleCnt="0"/>
      <dgm:spPr/>
    </dgm:pt>
    <dgm:pt modelId="{529C8486-A6D3-4F7A-8CE6-9596BD0C1648}" type="pres">
      <dgm:prSet presAssocID="{0C0AAA80-C153-4DF1-8258-BD38372D7EE4}" presName="rootText" presStyleLbl="node2" presStyleIdx="0" presStyleCnt="2">
        <dgm:presLayoutVars>
          <dgm:chPref val="3"/>
        </dgm:presLayoutVars>
      </dgm:prSet>
      <dgm:spPr/>
    </dgm:pt>
    <dgm:pt modelId="{5258AA6D-A830-47CB-B2D7-B03590C4C276}" type="pres">
      <dgm:prSet presAssocID="{0C0AAA80-C153-4DF1-8258-BD38372D7EE4}" presName="rootConnector" presStyleLbl="node2" presStyleIdx="0" presStyleCnt="2"/>
      <dgm:spPr/>
    </dgm:pt>
    <dgm:pt modelId="{593582FD-E8AF-4E23-BC9A-620062906A06}" type="pres">
      <dgm:prSet presAssocID="{0C0AAA80-C153-4DF1-8258-BD38372D7EE4}" presName="hierChild4" presStyleCnt="0"/>
      <dgm:spPr/>
    </dgm:pt>
    <dgm:pt modelId="{54D69BF8-18B4-4595-A928-97F546FEC654}" type="pres">
      <dgm:prSet presAssocID="{AF9527F3-00D4-4A70-9040-80A8A0B747EC}" presName="Name37" presStyleLbl="parChTrans1D3" presStyleIdx="0" presStyleCnt="2"/>
      <dgm:spPr/>
    </dgm:pt>
    <dgm:pt modelId="{E45545A6-3786-4B7D-B320-18518866D48D}" type="pres">
      <dgm:prSet presAssocID="{E4606195-430C-49C2-8F03-E9E5016AC286}" presName="hierRoot2" presStyleCnt="0">
        <dgm:presLayoutVars>
          <dgm:hierBranch val="init"/>
        </dgm:presLayoutVars>
      </dgm:prSet>
      <dgm:spPr/>
    </dgm:pt>
    <dgm:pt modelId="{76395039-FF82-4865-890C-A686ADBE67EF}" type="pres">
      <dgm:prSet presAssocID="{E4606195-430C-49C2-8F03-E9E5016AC286}" presName="rootComposite" presStyleCnt="0"/>
      <dgm:spPr/>
    </dgm:pt>
    <dgm:pt modelId="{571CE610-9928-4C3D-A1ED-8EB5A571C637}" type="pres">
      <dgm:prSet presAssocID="{E4606195-430C-49C2-8F03-E9E5016AC286}" presName="rootText" presStyleLbl="node3" presStyleIdx="0" presStyleCnt="2">
        <dgm:presLayoutVars>
          <dgm:chPref val="3"/>
        </dgm:presLayoutVars>
      </dgm:prSet>
      <dgm:spPr/>
    </dgm:pt>
    <dgm:pt modelId="{E3AADB08-40D6-492C-8D9D-2B36ADA54698}" type="pres">
      <dgm:prSet presAssocID="{E4606195-430C-49C2-8F03-E9E5016AC286}" presName="rootConnector" presStyleLbl="node3" presStyleIdx="0" presStyleCnt="2"/>
      <dgm:spPr/>
    </dgm:pt>
    <dgm:pt modelId="{3D8CAD6F-AB87-4F19-871B-FB23E9BE0E2B}" type="pres">
      <dgm:prSet presAssocID="{E4606195-430C-49C2-8F03-E9E5016AC286}" presName="hierChild4" presStyleCnt="0"/>
      <dgm:spPr/>
    </dgm:pt>
    <dgm:pt modelId="{BC63A0B6-B7C7-4E4E-AE0B-7BD435A031F2}" type="pres">
      <dgm:prSet presAssocID="{E4606195-430C-49C2-8F03-E9E5016AC286}" presName="hierChild5" presStyleCnt="0"/>
      <dgm:spPr/>
    </dgm:pt>
    <dgm:pt modelId="{C3BE9090-D7B0-48E2-850E-54B815EA472C}" type="pres">
      <dgm:prSet presAssocID="{CC82C5EA-0E25-4C22-B6E1-758984949CE3}" presName="Name37" presStyleLbl="parChTrans1D3" presStyleIdx="1" presStyleCnt="2"/>
      <dgm:spPr/>
    </dgm:pt>
    <dgm:pt modelId="{320A30D9-A856-4A76-9EC9-31B0E7ECB093}" type="pres">
      <dgm:prSet presAssocID="{22146447-5828-4B8F-9B80-DC950D9CB016}" presName="hierRoot2" presStyleCnt="0">
        <dgm:presLayoutVars>
          <dgm:hierBranch val="init"/>
        </dgm:presLayoutVars>
      </dgm:prSet>
      <dgm:spPr/>
    </dgm:pt>
    <dgm:pt modelId="{1B0F0A48-7852-4AC0-845E-4FA0FB0DD9AB}" type="pres">
      <dgm:prSet presAssocID="{22146447-5828-4B8F-9B80-DC950D9CB016}" presName="rootComposite" presStyleCnt="0"/>
      <dgm:spPr/>
    </dgm:pt>
    <dgm:pt modelId="{55052360-2361-4229-8115-8BE3A2E59689}" type="pres">
      <dgm:prSet presAssocID="{22146447-5828-4B8F-9B80-DC950D9CB016}" presName="rootText" presStyleLbl="node3" presStyleIdx="1" presStyleCnt="2">
        <dgm:presLayoutVars>
          <dgm:chPref val="3"/>
        </dgm:presLayoutVars>
      </dgm:prSet>
      <dgm:spPr/>
    </dgm:pt>
    <dgm:pt modelId="{C67AEF52-D8AB-4445-B815-AD61B66BEB35}" type="pres">
      <dgm:prSet presAssocID="{22146447-5828-4B8F-9B80-DC950D9CB016}" presName="rootConnector" presStyleLbl="node3" presStyleIdx="1" presStyleCnt="2"/>
      <dgm:spPr/>
    </dgm:pt>
    <dgm:pt modelId="{7E20DD22-CE95-428A-9C27-90F51C4E138E}" type="pres">
      <dgm:prSet presAssocID="{22146447-5828-4B8F-9B80-DC950D9CB016}" presName="hierChild4" presStyleCnt="0"/>
      <dgm:spPr/>
    </dgm:pt>
    <dgm:pt modelId="{9042CC5C-4BD4-48B6-8F28-0272C5CF7387}" type="pres">
      <dgm:prSet presAssocID="{22146447-5828-4B8F-9B80-DC950D9CB016}" presName="hierChild5" presStyleCnt="0"/>
      <dgm:spPr/>
    </dgm:pt>
    <dgm:pt modelId="{A5210175-B642-4DD3-8A35-9F4D22452FBA}" type="pres">
      <dgm:prSet presAssocID="{0C0AAA80-C153-4DF1-8258-BD38372D7EE4}" presName="hierChild5" presStyleCnt="0"/>
      <dgm:spPr/>
    </dgm:pt>
    <dgm:pt modelId="{D10BC9B1-520D-4191-9EA5-72130E76237B}" type="pres">
      <dgm:prSet presAssocID="{F9CF05BB-BB85-4E11-AE73-424A23488AC6}" presName="Name50" presStyleLbl="parChTrans1D2" presStyleIdx="1" presStyleCnt="2"/>
      <dgm:spPr/>
    </dgm:pt>
    <dgm:pt modelId="{8EE45698-C414-461D-9E87-252AE093B096}" type="pres">
      <dgm:prSet presAssocID="{C45EFF9B-ABDC-4E80-9D1C-4274C78C343E}" presName="hierRoot2" presStyleCnt="0">
        <dgm:presLayoutVars>
          <dgm:hierBranch val="hang"/>
        </dgm:presLayoutVars>
      </dgm:prSet>
      <dgm:spPr/>
    </dgm:pt>
    <dgm:pt modelId="{5F8E6918-CD47-4EDB-80F1-E995CB7C1177}" type="pres">
      <dgm:prSet presAssocID="{C45EFF9B-ABDC-4E80-9D1C-4274C78C343E}" presName="rootComposite" presStyleCnt="0"/>
      <dgm:spPr/>
    </dgm:pt>
    <dgm:pt modelId="{6414A371-D69C-4EC7-B396-71D9EE4D872E}" type="pres">
      <dgm:prSet presAssocID="{C45EFF9B-ABDC-4E80-9D1C-4274C78C343E}" presName="rootText" presStyleLbl="node2" presStyleIdx="1" presStyleCnt="2">
        <dgm:presLayoutVars>
          <dgm:chPref val="3"/>
        </dgm:presLayoutVars>
      </dgm:prSet>
      <dgm:spPr/>
    </dgm:pt>
    <dgm:pt modelId="{87BC3FF2-C93E-40D5-B93B-AA5A0B013483}" type="pres">
      <dgm:prSet presAssocID="{C45EFF9B-ABDC-4E80-9D1C-4274C78C343E}" presName="rootConnector" presStyleLbl="node2" presStyleIdx="1" presStyleCnt="2"/>
      <dgm:spPr/>
    </dgm:pt>
    <dgm:pt modelId="{04A7EAA8-1AD8-420A-ACDE-CF1DBE6C6B32}" type="pres">
      <dgm:prSet presAssocID="{C45EFF9B-ABDC-4E80-9D1C-4274C78C343E}" presName="hierChild4" presStyleCnt="0"/>
      <dgm:spPr/>
    </dgm:pt>
    <dgm:pt modelId="{3096195E-25D1-4B6E-97EC-849AC25C55EB}" type="pres">
      <dgm:prSet presAssocID="{C45EFF9B-ABDC-4E80-9D1C-4274C78C343E}" presName="hierChild5" presStyleCnt="0"/>
      <dgm:spPr/>
    </dgm:pt>
    <dgm:pt modelId="{D8674511-152A-4345-9C26-FB66C5CD1C6C}" type="pres">
      <dgm:prSet presAssocID="{521759AD-7D0A-478C-AAAE-577D5841F504}" presName="hierChild3" presStyleCnt="0"/>
      <dgm:spPr/>
    </dgm:pt>
  </dgm:ptLst>
  <dgm:cxnLst>
    <dgm:cxn modelId="{B46A4F08-91D2-41EE-9EF8-FDEF4BCEFBA1}" srcId="{0C0AAA80-C153-4DF1-8258-BD38372D7EE4}" destId="{E4606195-430C-49C2-8F03-E9E5016AC286}" srcOrd="0" destOrd="0" parTransId="{AF9527F3-00D4-4A70-9040-80A8A0B747EC}" sibTransId="{9DDBA1A7-A42F-43C7-B19C-0D8DB4490EBA}"/>
    <dgm:cxn modelId="{C83AF30A-1B30-4AFD-8A36-BEB8A89F7D6B}" type="presOf" srcId="{43EBF99E-D54F-4D2C-A285-243995C0A2B3}" destId="{CBE3FA3A-D471-4723-BD90-45A9D5958A7B}" srcOrd="0" destOrd="0" presId="urn:microsoft.com/office/officeart/2005/8/layout/orgChart1"/>
    <dgm:cxn modelId="{0AA7D711-F1EF-478A-9794-E6BD561923C4}" type="presOf" srcId="{C45EFF9B-ABDC-4E80-9D1C-4274C78C343E}" destId="{6414A371-D69C-4EC7-B396-71D9EE4D872E}" srcOrd="0" destOrd="0" presId="urn:microsoft.com/office/officeart/2005/8/layout/orgChart1"/>
    <dgm:cxn modelId="{EB7D5722-68DE-452A-82C3-95E500156DF6}" type="presOf" srcId="{0C0AAA80-C153-4DF1-8258-BD38372D7EE4}" destId="{529C8486-A6D3-4F7A-8CE6-9596BD0C1648}" srcOrd="0" destOrd="0" presId="urn:microsoft.com/office/officeart/2005/8/layout/orgChart1"/>
    <dgm:cxn modelId="{BEE17735-E9E1-410D-B6F6-59E2E9EFB0A3}" type="presOf" srcId="{F9CF05BB-BB85-4E11-AE73-424A23488AC6}" destId="{D10BC9B1-520D-4191-9EA5-72130E76237B}" srcOrd="0" destOrd="0" presId="urn:microsoft.com/office/officeart/2005/8/layout/orgChart1"/>
    <dgm:cxn modelId="{4C904E5C-047C-4155-9F6D-7752531C70B6}" type="presOf" srcId="{AF9527F3-00D4-4A70-9040-80A8A0B747EC}" destId="{54D69BF8-18B4-4595-A928-97F546FEC654}" srcOrd="0" destOrd="0" presId="urn:microsoft.com/office/officeart/2005/8/layout/orgChart1"/>
    <dgm:cxn modelId="{F697AF6F-8243-46E2-A2C8-4CC7A77DFA65}" srcId="{521759AD-7D0A-478C-AAAE-577D5841F504}" destId="{C45EFF9B-ABDC-4E80-9D1C-4274C78C343E}" srcOrd="1" destOrd="0" parTransId="{F9CF05BB-BB85-4E11-AE73-424A23488AC6}" sibTransId="{AFF89AE8-1C44-48BD-9BB7-28046C835BB1}"/>
    <dgm:cxn modelId="{46643451-AA4B-4032-A313-8F0769FF5657}" type="presOf" srcId="{0C0AAA80-C153-4DF1-8258-BD38372D7EE4}" destId="{5258AA6D-A830-47CB-B2D7-B03590C4C276}" srcOrd="1" destOrd="0" presId="urn:microsoft.com/office/officeart/2005/8/layout/orgChart1"/>
    <dgm:cxn modelId="{03258379-AAF9-46D6-A044-32A499059756}" type="presOf" srcId="{22146447-5828-4B8F-9B80-DC950D9CB016}" destId="{55052360-2361-4229-8115-8BE3A2E59689}" srcOrd="0" destOrd="0" presId="urn:microsoft.com/office/officeart/2005/8/layout/orgChart1"/>
    <dgm:cxn modelId="{27D58F82-1818-4BDE-8960-E11B850BC450}" type="presOf" srcId="{ADF363BA-167D-4158-B0F3-1CEBD008EAD9}" destId="{1C466D6B-93E5-4363-9D22-C1B7BA86760E}" srcOrd="0" destOrd="0" presId="urn:microsoft.com/office/officeart/2005/8/layout/orgChart1"/>
    <dgm:cxn modelId="{FADB838B-5089-4FB7-9026-F5F0B631F2FA}" srcId="{0C0AAA80-C153-4DF1-8258-BD38372D7EE4}" destId="{22146447-5828-4B8F-9B80-DC950D9CB016}" srcOrd="1" destOrd="0" parTransId="{CC82C5EA-0E25-4C22-B6E1-758984949CE3}" sibTransId="{73AF418A-06DC-4746-882F-C9F7277267C2}"/>
    <dgm:cxn modelId="{8EE45B98-2316-4625-9EB1-451F2AEB155B}" type="presOf" srcId="{521759AD-7D0A-478C-AAAE-577D5841F504}" destId="{60D878CD-FF60-4E67-8E0C-47324581D0A8}" srcOrd="0" destOrd="0" presId="urn:microsoft.com/office/officeart/2005/8/layout/orgChart1"/>
    <dgm:cxn modelId="{F3009AC5-77C8-4637-A2B4-9A4DF18F33E0}" type="presOf" srcId="{22146447-5828-4B8F-9B80-DC950D9CB016}" destId="{C67AEF52-D8AB-4445-B815-AD61B66BEB35}" srcOrd="1" destOrd="0" presId="urn:microsoft.com/office/officeart/2005/8/layout/orgChart1"/>
    <dgm:cxn modelId="{EDEEB4D0-FE12-48B3-9B2C-D3CF2647ACE9}" srcId="{43EBF99E-D54F-4D2C-A285-243995C0A2B3}" destId="{521759AD-7D0A-478C-AAAE-577D5841F504}" srcOrd="0" destOrd="0" parTransId="{3ADB9DA0-C1A5-4878-B6C4-13DE95514E60}" sibTransId="{ADFFA079-DEDE-44C3-A431-2A6A499ED36A}"/>
    <dgm:cxn modelId="{4606F3D7-6988-4A59-8D57-EDBC5592ACF9}" type="presOf" srcId="{C45EFF9B-ABDC-4E80-9D1C-4274C78C343E}" destId="{87BC3FF2-C93E-40D5-B93B-AA5A0B013483}" srcOrd="1" destOrd="0" presId="urn:microsoft.com/office/officeart/2005/8/layout/orgChart1"/>
    <dgm:cxn modelId="{35300AE0-9FF1-4B25-8711-4033BD26C72E}" type="presOf" srcId="{E4606195-430C-49C2-8F03-E9E5016AC286}" destId="{571CE610-9928-4C3D-A1ED-8EB5A571C637}" srcOrd="0" destOrd="0" presId="urn:microsoft.com/office/officeart/2005/8/layout/orgChart1"/>
    <dgm:cxn modelId="{F5943BEA-B6BE-4C4D-A87C-3FE45C956DD8}" srcId="{521759AD-7D0A-478C-AAAE-577D5841F504}" destId="{0C0AAA80-C153-4DF1-8258-BD38372D7EE4}" srcOrd="0" destOrd="0" parTransId="{ADF363BA-167D-4158-B0F3-1CEBD008EAD9}" sibTransId="{F021F3DC-A6F0-4854-A31D-0D8FFFE7614B}"/>
    <dgm:cxn modelId="{22EA22EB-96B5-4303-8E20-DA621C20BEE7}" type="presOf" srcId="{521759AD-7D0A-478C-AAAE-577D5841F504}" destId="{9E5E1DBC-FF91-4C63-AA5E-84758D928E93}" srcOrd="1" destOrd="0" presId="urn:microsoft.com/office/officeart/2005/8/layout/orgChart1"/>
    <dgm:cxn modelId="{9B203EEE-F858-4ECD-9194-2439D2E972D4}" type="presOf" srcId="{CC82C5EA-0E25-4C22-B6E1-758984949CE3}" destId="{C3BE9090-D7B0-48E2-850E-54B815EA472C}" srcOrd="0" destOrd="0" presId="urn:microsoft.com/office/officeart/2005/8/layout/orgChart1"/>
    <dgm:cxn modelId="{1DBCC5F4-E9B8-49B6-8990-632CBC26EC6B}" type="presOf" srcId="{E4606195-430C-49C2-8F03-E9E5016AC286}" destId="{E3AADB08-40D6-492C-8D9D-2B36ADA54698}" srcOrd="1" destOrd="0" presId="urn:microsoft.com/office/officeart/2005/8/layout/orgChart1"/>
    <dgm:cxn modelId="{0E360888-9FC0-4EBF-BDEF-83D3331232DD}" type="presParOf" srcId="{CBE3FA3A-D471-4723-BD90-45A9D5958A7B}" destId="{6F6EEE7A-E000-4F61-9020-62BAA24F6C5E}" srcOrd="0" destOrd="0" presId="urn:microsoft.com/office/officeart/2005/8/layout/orgChart1"/>
    <dgm:cxn modelId="{E05EED96-AC1D-4C08-98C3-AD540F439167}" type="presParOf" srcId="{6F6EEE7A-E000-4F61-9020-62BAA24F6C5E}" destId="{AB389635-5638-47F8-A307-4ACB13C927EF}" srcOrd="0" destOrd="0" presId="urn:microsoft.com/office/officeart/2005/8/layout/orgChart1"/>
    <dgm:cxn modelId="{FB4A3E52-FC94-4231-9935-CA7B2F4D7401}" type="presParOf" srcId="{AB389635-5638-47F8-A307-4ACB13C927EF}" destId="{60D878CD-FF60-4E67-8E0C-47324581D0A8}" srcOrd="0" destOrd="0" presId="urn:microsoft.com/office/officeart/2005/8/layout/orgChart1"/>
    <dgm:cxn modelId="{5D7E1682-5891-472C-9DAC-D3962145234A}" type="presParOf" srcId="{AB389635-5638-47F8-A307-4ACB13C927EF}" destId="{9E5E1DBC-FF91-4C63-AA5E-84758D928E93}" srcOrd="1" destOrd="0" presId="urn:microsoft.com/office/officeart/2005/8/layout/orgChart1"/>
    <dgm:cxn modelId="{94AE1A82-FCB4-4C10-8DDC-CFB88350EE83}" type="presParOf" srcId="{6F6EEE7A-E000-4F61-9020-62BAA24F6C5E}" destId="{622A982E-015B-4E5F-8E91-8EC4A91B608B}" srcOrd="1" destOrd="0" presId="urn:microsoft.com/office/officeart/2005/8/layout/orgChart1"/>
    <dgm:cxn modelId="{7BB908B9-6C75-45C1-BFE0-F340446021F3}" type="presParOf" srcId="{622A982E-015B-4E5F-8E91-8EC4A91B608B}" destId="{1C466D6B-93E5-4363-9D22-C1B7BA86760E}" srcOrd="0" destOrd="0" presId="urn:microsoft.com/office/officeart/2005/8/layout/orgChart1"/>
    <dgm:cxn modelId="{7FFCDA07-4EEE-4942-930B-14328C0FB0C9}" type="presParOf" srcId="{622A982E-015B-4E5F-8E91-8EC4A91B608B}" destId="{BFD8AA9F-B123-48D5-B213-DF0ED261B653}" srcOrd="1" destOrd="0" presId="urn:microsoft.com/office/officeart/2005/8/layout/orgChart1"/>
    <dgm:cxn modelId="{CA1C930E-42C8-4AE1-A8FC-8F5F6CFD2006}" type="presParOf" srcId="{BFD8AA9F-B123-48D5-B213-DF0ED261B653}" destId="{5AFC9E0D-D7A4-487D-9F77-A55ADD197CF9}" srcOrd="0" destOrd="0" presId="urn:microsoft.com/office/officeart/2005/8/layout/orgChart1"/>
    <dgm:cxn modelId="{6D113BDA-7C19-411A-B146-133F1FAA4A7B}" type="presParOf" srcId="{5AFC9E0D-D7A4-487D-9F77-A55ADD197CF9}" destId="{529C8486-A6D3-4F7A-8CE6-9596BD0C1648}" srcOrd="0" destOrd="0" presId="urn:microsoft.com/office/officeart/2005/8/layout/orgChart1"/>
    <dgm:cxn modelId="{38C5E2A4-452A-42D7-9033-1EA7854EB8E7}" type="presParOf" srcId="{5AFC9E0D-D7A4-487D-9F77-A55ADD197CF9}" destId="{5258AA6D-A830-47CB-B2D7-B03590C4C276}" srcOrd="1" destOrd="0" presId="urn:microsoft.com/office/officeart/2005/8/layout/orgChart1"/>
    <dgm:cxn modelId="{FEEEDA87-14A8-4CE1-AB38-C13631FC64ED}" type="presParOf" srcId="{BFD8AA9F-B123-48D5-B213-DF0ED261B653}" destId="{593582FD-E8AF-4E23-BC9A-620062906A06}" srcOrd="1" destOrd="0" presId="urn:microsoft.com/office/officeart/2005/8/layout/orgChart1"/>
    <dgm:cxn modelId="{BB6AF4B7-31E0-42CD-B5F7-A553386C3616}" type="presParOf" srcId="{593582FD-E8AF-4E23-BC9A-620062906A06}" destId="{54D69BF8-18B4-4595-A928-97F546FEC654}" srcOrd="0" destOrd="0" presId="urn:microsoft.com/office/officeart/2005/8/layout/orgChart1"/>
    <dgm:cxn modelId="{C25A9216-F311-4115-9158-D62C9C0D0179}" type="presParOf" srcId="{593582FD-E8AF-4E23-BC9A-620062906A06}" destId="{E45545A6-3786-4B7D-B320-18518866D48D}" srcOrd="1" destOrd="0" presId="urn:microsoft.com/office/officeart/2005/8/layout/orgChart1"/>
    <dgm:cxn modelId="{1420E4A8-23AC-4F54-A592-D57AF8C6F352}" type="presParOf" srcId="{E45545A6-3786-4B7D-B320-18518866D48D}" destId="{76395039-FF82-4865-890C-A686ADBE67EF}" srcOrd="0" destOrd="0" presId="urn:microsoft.com/office/officeart/2005/8/layout/orgChart1"/>
    <dgm:cxn modelId="{0C12755D-8196-4334-8FCB-C15B66ED5645}" type="presParOf" srcId="{76395039-FF82-4865-890C-A686ADBE67EF}" destId="{571CE610-9928-4C3D-A1ED-8EB5A571C637}" srcOrd="0" destOrd="0" presId="urn:microsoft.com/office/officeart/2005/8/layout/orgChart1"/>
    <dgm:cxn modelId="{5CA5E533-5237-4F67-91BD-3A86DF69C496}" type="presParOf" srcId="{76395039-FF82-4865-890C-A686ADBE67EF}" destId="{E3AADB08-40D6-492C-8D9D-2B36ADA54698}" srcOrd="1" destOrd="0" presId="urn:microsoft.com/office/officeart/2005/8/layout/orgChart1"/>
    <dgm:cxn modelId="{C879B9DE-50F2-42D3-A9FE-F29108E88BD0}" type="presParOf" srcId="{E45545A6-3786-4B7D-B320-18518866D48D}" destId="{3D8CAD6F-AB87-4F19-871B-FB23E9BE0E2B}" srcOrd="1" destOrd="0" presId="urn:microsoft.com/office/officeart/2005/8/layout/orgChart1"/>
    <dgm:cxn modelId="{89F347AA-ED89-467A-87C4-ADEAE95D9355}" type="presParOf" srcId="{E45545A6-3786-4B7D-B320-18518866D48D}" destId="{BC63A0B6-B7C7-4E4E-AE0B-7BD435A031F2}" srcOrd="2" destOrd="0" presId="urn:microsoft.com/office/officeart/2005/8/layout/orgChart1"/>
    <dgm:cxn modelId="{24F9EC88-86FE-4477-8A67-2BE28D90C729}" type="presParOf" srcId="{593582FD-E8AF-4E23-BC9A-620062906A06}" destId="{C3BE9090-D7B0-48E2-850E-54B815EA472C}" srcOrd="2" destOrd="0" presId="urn:microsoft.com/office/officeart/2005/8/layout/orgChart1"/>
    <dgm:cxn modelId="{C18048B8-51D3-425E-8767-C764B03F1FCC}" type="presParOf" srcId="{593582FD-E8AF-4E23-BC9A-620062906A06}" destId="{320A30D9-A856-4A76-9EC9-31B0E7ECB093}" srcOrd="3" destOrd="0" presId="urn:microsoft.com/office/officeart/2005/8/layout/orgChart1"/>
    <dgm:cxn modelId="{F0C13639-19F3-43A5-9196-22A82B9258B3}" type="presParOf" srcId="{320A30D9-A856-4A76-9EC9-31B0E7ECB093}" destId="{1B0F0A48-7852-4AC0-845E-4FA0FB0DD9AB}" srcOrd="0" destOrd="0" presId="urn:microsoft.com/office/officeart/2005/8/layout/orgChart1"/>
    <dgm:cxn modelId="{3EE3F59B-8173-4111-AFAB-D722570C03C7}" type="presParOf" srcId="{1B0F0A48-7852-4AC0-845E-4FA0FB0DD9AB}" destId="{55052360-2361-4229-8115-8BE3A2E59689}" srcOrd="0" destOrd="0" presId="urn:microsoft.com/office/officeart/2005/8/layout/orgChart1"/>
    <dgm:cxn modelId="{8CFB05FD-785E-4540-910F-FA6A5E0D6DD0}" type="presParOf" srcId="{1B0F0A48-7852-4AC0-845E-4FA0FB0DD9AB}" destId="{C67AEF52-D8AB-4445-B815-AD61B66BEB35}" srcOrd="1" destOrd="0" presId="urn:microsoft.com/office/officeart/2005/8/layout/orgChart1"/>
    <dgm:cxn modelId="{68C76C2A-7E1E-4DC5-A2E2-82FE45395183}" type="presParOf" srcId="{320A30D9-A856-4A76-9EC9-31B0E7ECB093}" destId="{7E20DD22-CE95-428A-9C27-90F51C4E138E}" srcOrd="1" destOrd="0" presId="urn:microsoft.com/office/officeart/2005/8/layout/orgChart1"/>
    <dgm:cxn modelId="{1F06C222-38B4-4555-926D-0827552FD1F1}" type="presParOf" srcId="{320A30D9-A856-4A76-9EC9-31B0E7ECB093}" destId="{9042CC5C-4BD4-48B6-8F28-0272C5CF7387}" srcOrd="2" destOrd="0" presId="urn:microsoft.com/office/officeart/2005/8/layout/orgChart1"/>
    <dgm:cxn modelId="{0297051F-44B9-4B4B-B191-A2865E019F1F}" type="presParOf" srcId="{BFD8AA9F-B123-48D5-B213-DF0ED261B653}" destId="{A5210175-B642-4DD3-8A35-9F4D22452FBA}" srcOrd="2" destOrd="0" presId="urn:microsoft.com/office/officeart/2005/8/layout/orgChart1"/>
    <dgm:cxn modelId="{1A6381A5-C237-4EDB-9A1F-A0E4954D1D4C}" type="presParOf" srcId="{622A982E-015B-4E5F-8E91-8EC4A91B608B}" destId="{D10BC9B1-520D-4191-9EA5-72130E76237B}" srcOrd="2" destOrd="0" presId="urn:microsoft.com/office/officeart/2005/8/layout/orgChart1"/>
    <dgm:cxn modelId="{237D7B54-DCAF-4AFD-AC1E-ECDAF3BADB86}" type="presParOf" srcId="{622A982E-015B-4E5F-8E91-8EC4A91B608B}" destId="{8EE45698-C414-461D-9E87-252AE093B096}" srcOrd="3" destOrd="0" presId="urn:microsoft.com/office/officeart/2005/8/layout/orgChart1"/>
    <dgm:cxn modelId="{241890E8-8CE1-4E09-9E07-78C3C8271DBF}" type="presParOf" srcId="{8EE45698-C414-461D-9E87-252AE093B096}" destId="{5F8E6918-CD47-4EDB-80F1-E995CB7C1177}" srcOrd="0" destOrd="0" presId="urn:microsoft.com/office/officeart/2005/8/layout/orgChart1"/>
    <dgm:cxn modelId="{5DE5CDE0-3C86-416D-B27A-4AE9C6EB9244}" type="presParOf" srcId="{5F8E6918-CD47-4EDB-80F1-E995CB7C1177}" destId="{6414A371-D69C-4EC7-B396-71D9EE4D872E}" srcOrd="0" destOrd="0" presId="urn:microsoft.com/office/officeart/2005/8/layout/orgChart1"/>
    <dgm:cxn modelId="{DC0CC078-9F56-4C3B-A5D2-EDEB1B03FBC8}" type="presParOf" srcId="{5F8E6918-CD47-4EDB-80F1-E995CB7C1177}" destId="{87BC3FF2-C93E-40D5-B93B-AA5A0B013483}" srcOrd="1" destOrd="0" presId="urn:microsoft.com/office/officeart/2005/8/layout/orgChart1"/>
    <dgm:cxn modelId="{007D9025-94F3-46CF-B6E5-4B3EC7C89707}" type="presParOf" srcId="{8EE45698-C414-461D-9E87-252AE093B096}" destId="{04A7EAA8-1AD8-420A-ACDE-CF1DBE6C6B32}" srcOrd="1" destOrd="0" presId="urn:microsoft.com/office/officeart/2005/8/layout/orgChart1"/>
    <dgm:cxn modelId="{216B9A00-A003-4A61-AC1D-35342D353600}" type="presParOf" srcId="{8EE45698-C414-461D-9E87-252AE093B096}" destId="{3096195E-25D1-4B6E-97EC-849AC25C55EB}" srcOrd="2" destOrd="0" presId="urn:microsoft.com/office/officeart/2005/8/layout/orgChart1"/>
    <dgm:cxn modelId="{E4FA9BF5-6751-449C-BB06-5D3AF924F181}" type="presParOf" srcId="{6F6EEE7A-E000-4F61-9020-62BAA24F6C5E}" destId="{D8674511-152A-4345-9C26-FB66C5CD1C6C}" srcOrd="2" destOrd="0" presId="urn:microsoft.com/office/officeart/2005/8/layout/orgChart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43EBF99E-D54F-4D2C-A285-243995C0A2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521759AD-7D0A-478C-AAAE-577D5841F504}">
      <dgm:prSet phldrT="[Testo]" custT="1"/>
      <dgm:spPr>
        <a:solidFill>
          <a:schemeClr val="bg1">
            <a:lumMod val="95000"/>
          </a:schemeClr>
        </a:solidFill>
        <a:scene3d>
          <a:camera prst="orthographicFront"/>
          <a:lightRig rig="threePt" dir="t"/>
        </a:scene3d>
        <a:sp3d>
          <a:bevelT prst="angle"/>
        </a:sp3d>
      </dgm:spPr>
      <dgm:t>
        <a:bodyPr/>
        <a:lstStyle/>
        <a:p>
          <a:r>
            <a:rPr lang="en-US" sz="1200" b="0" noProof="0" dirty="0" err="1"/>
            <a:t>ManagementValue</a:t>
          </a:r>
          <a:r>
            <a:rPr lang="en-US" sz="1200" b="0" noProof="0" dirty="0"/>
            <a:t> </a:t>
          </a:r>
        </a:p>
      </dgm:t>
    </dgm:pt>
    <dgm:pt modelId="{3ADB9DA0-C1A5-4878-B6C4-13DE95514E60}" type="parTrans" cxnId="{EDEEB4D0-FE12-48B3-9B2C-D3CF2647ACE9}">
      <dgm:prSet/>
      <dgm:spPr>
        <a:scene3d>
          <a:camera prst="orthographicFront"/>
          <a:lightRig rig="threePt" dir="t"/>
        </a:scene3d>
        <a:sp3d>
          <a:bevelT prst="angle"/>
        </a:sp3d>
      </dgm:spPr>
      <dgm:t>
        <a:bodyPr/>
        <a:lstStyle/>
        <a:p>
          <a:endParaRPr lang="en-US" sz="1200" b="0"/>
        </a:p>
      </dgm:t>
    </dgm:pt>
    <dgm:pt modelId="{ADFFA079-DEDE-44C3-A431-2A6A499ED36A}" type="sibTrans" cxnId="{EDEEB4D0-FE12-48B3-9B2C-D3CF2647ACE9}">
      <dgm:prSet/>
      <dgm:spPr/>
      <dgm:t>
        <a:bodyPr/>
        <a:lstStyle/>
        <a:p>
          <a:endParaRPr lang="en-US" sz="1200" b="0"/>
        </a:p>
      </dgm:t>
    </dgm:pt>
    <dgm:pt modelId="{0C0AAA80-C153-4DF1-8258-BD38372D7EE4}">
      <dgm:prSet phldrT="[Testo]" custT="1"/>
      <dgm:spPr>
        <a:solidFill>
          <a:srgbClr val="FFC000"/>
        </a:solidFill>
        <a:scene3d>
          <a:camera prst="orthographicFront"/>
          <a:lightRig rig="threePt" dir="t"/>
        </a:scene3d>
        <a:sp3d>
          <a:bevelT prst="angle"/>
        </a:sp3d>
      </dgm:spPr>
      <dgm:t>
        <a:bodyPr/>
        <a:lstStyle/>
        <a:p>
          <a:r>
            <a:rPr lang="en-US" sz="1200" b="0" noProof="0" dirty="0"/>
            <a:t>Tangible  Benefits </a:t>
          </a:r>
        </a:p>
      </dgm:t>
    </dgm:pt>
    <dgm:pt modelId="{ADF363BA-167D-4158-B0F3-1CEBD008EAD9}" type="parTrans" cxnId="{F5943BEA-B6BE-4C4D-A87C-3FE45C956DD8}">
      <dgm:prSet/>
      <dgm:spPr>
        <a:scene3d>
          <a:camera prst="orthographicFront"/>
          <a:lightRig rig="threePt" dir="t"/>
        </a:scene3d>
        <a:sp3d>
          <a:bevelT prst="angle"/>
        </a:sp3d>
      </dgm:spPr>
      <dgm:t>
        <a:bodyPr/>
        <a:lstStyle/>
        <a:p>
          <a:endParaRPr lang="en-US" sz="1200" b="0"/>
        </a:p>
      </dgm:t>
    </dgm:pt>
    <dgm:pt modelId="{F021F3DC-A6F0-4854-A31D-0D8FFFE7614B}" type="sibTrans" cxnId="{F5943BEA-B6BE-4C4D-A87C-3FE45C956DD8}">
      <dgm:prSet/>
      <dgm:spPr/>
      <dgm:t>
        <a:bodyPr/>
        <a:lstStyle/>
        <a:p>
          <a:endParaRPr lang="en-US" sz="1200" b="0"/>
        </a:p>
      </dgm:t>
    </dgm:pt>
    <dgm:pt modelId="{C45EFF9B-ABDC-4E80-9D1C-4274C78C343E}">
      <dgm:prSet phldrT="[Testo]" custT="1"/>
      <dgm:spPr>
        <a:solidFill>
          <a:schemeClr val="bg1">
            <a:lumMod val="95000"/>
          </a:schemeClr>
        </a:solidFill>
        <a:scene3d>
          <a:camera prst="orthographicFront"/>
          <a:lightRig rig="threePt" dir="t"/>
        </a:scene3d>
        <a:sp3d>
          <a:bevelT prst="angle"/>
        </a:sp3d>
      </dgm:spPr>
      <dgm:t>
        <a:bodyPr/>
        <a:lstStyle/>
        <a:p>
          <a:r>
            <a:rPr lang="en-US" sz="1200" b="0" noProof="0" dirty="0"/>
            <a:t>Intangible</a:t>
          </a:r>
        </a:p>
      </dgm:t>
    </dgm:pt>
    <dgm:pt modelId="{F9CF05BB-BB85-4E11-AE73-424A23488AC6}" type="parTrans" cxnId="{F697AF6F-8243-46E2-A2C8-4CC7A77DFA65}">
      <dgm:prSet/>
      <dgm:spPr>
        <a:scene3d>
          <a:camera prst="orthographicFront"/>
          <a:lightRig rig="threePt" dir="t"/>
        </a:scene3d>
        <a:sp3d>
          <a:bevelT prst="angle"/>
        </a:sp3d>
      </dgm:spPr>
      <dgm:t>
        <a:bodyPr/>
        <a:lstStyle/>
        <a:p>
          <a:endParaRPr lang="en-US" sz="1200" b="0"/>
        </a:p>
      </dgm:t>
    </dgm:pt>
    <dgm:pt modelId="{AFF89AE8-1C44-48BD-9BB7-28046C835BB1}" type="sibTrans" cxnId="{F697AF6F-8243-46E2-A2C8-4CC7A77DFA65}">
      <dgm:prSet/>
      <dgm:spPr/>
      <dgm:t>
        <a:bodyPr/>
        <a:lstStyle/>
        <a:p>
          <a:endParaRPr lang="en-US" sz="1200" b="0"/>
        </a:p>
      </dgm:t>
    </dgm:pt>
    <dgm:pt modelId="{E4606195-430C-49C2-8F03-E9E5016AC286}">
      <dgm:prSet phldrT="[Testo]" custT="1"/>
      <dgm:spPr>
        <a:solidFill>
          <a:srgbClr val="FFC000"/>
        </a:solidFill>
        <a:scene3d>
          <a:camera prst="orthographicFront"/>
          <a:lightRig rig="threePt" dir="t"/>
        </a:scene3d>
        <a:sp3d>
          <a:bevelT prst="angle"/>
        </a:sp3d>
      </dgm:spPr>
      <dgm:t>
        <a:bodyPr/>
        <a:lstStyle/>
        <a:p>
          <a:r>
            <a:rPr lang="en-US" sz="1200" b="0" noProof="0" dirty="0"/>
            <a:t> Cost saving</a:t>
          </a:r>
        </a:p>
      </dgm:t>
    </dgm:pt>
    <dgm:pt modelId="{AF9527F3-00D4-4A70-9040-80A8A0B747EC}" type="parTrans" cxnId="{B46A4F08-91D2-41EE-9EF8-FDEF4BCEFBA1}">
      <dgm:prSet/>
      <dgm:spPr/>
      <dgm:t>
        <a:bodyPr/>
        <a:lstStyle/>
        <a:p>
          <a:endParaRPr lang="en-US" sz="1200" b="0"/>
        </a:p>
      </dgm:t>
    </dgm:pt>
    <dgm:pt modelId="{9DDBA1A7-A42F-43C7-B19C-0D8DB4490EBA}" type="sibTrans" cxnId="{B46A4F08-91D2-41EE-9EF8-FDEF4BCEFBA1}">
      <dgm:prSet/>
      <dgm:spPr/>
      <dgm:t>
        <a:bodyPr/>
        <a:lstStyle/>
        <a:p>
          <a:endParaRPr lang="en-US" sz="1200" b="0"/>
        </a:p>
      </dgm:t>
    </dgm:pt>
    <dgm:pt modelId="{22146447-5828-4B8F-9B80-DC950D9CB016}">
      <dgm:prSet phldrT="[Testo]" custT="1"/>
      <dgm:spPr>
        <a:solidFill>
          <a:srgbClr val="FFC000"/>
        </a:solidFill>
        <a:scene3d>
          <a:camera prst="orthographicFront"/>
          <a:lightRig rig="threePt" dir="t"/>
        </a:scene3d>
        <a:sp3d>
          <a:bevelT prst="angle"/>
        </a:sp3d>
      </dgm:spPr>
      <dgm:t>
        <a:bodyPr/>
        <a:lstStyle/>
        <a:p>
          <a:r>
            <a:rPr lang="en-US" sz="1200" b="0" noProof="0" dirty="0"/>
            <a:t>Increased sales</a:t>
          </a:r>
        </a:p>
      </dgm:t>
    </dgm:pt>
    <dgm:pt modelId="{CC82C5EA-0E25-4C22-B6E1-758984949CE3}" type="parTrans" cxnId="{FADB838B-5089-4FB7-9026-F5F0B631F2FA}">
      <dgm:prSet/>
      <dgm:spPr/>
      <dgm:t>
        <a:bodyPr/>
        <a:lstStyle/>
        <a:p>
          <a:endParaRPr lang="en-US" sz="1200" b="0"/>
        </a:p>
      </dgm:t>
    </dgm:pt>
    <dgm:pt modelId="{73AF418A-06DC-4746-882F-C9F7277267C2}" type="sibTrans" cxnId="{FADB838B-5089-4FB7-9026-F5F0B631F2FA}">
      <dgm:prSet/>
      <dgm:spPr/>
      <dgm:t>
        <a:bodyPr/>
        <a:lstStyle/>
        <a:p>
          <a:endParaRPr lang="en-US" sz="1200" b="0"/>
        </a:p>
      </dgm:t>
    </dgm:pt>
    <dgm:pt modelId="{CBE3FA3A-D471-4723-BD90-45A9D5958A7B}" type="pres">
      <dgm:prSet presAssocID="{43EBF99E-D54F-4D2C-A285-243995C0A2B3}" presName="hierChild1" presStyleCnt="0">
        <dgm:presLayoutVars>
          <dgm:orgChart val="1"/>
          <dgm:chPref val="1"/>
          <dgm:dir/>
          <dgm:animOne val="branch"/>
          <dgm:animLvl val="lvl"/>
          <dgm:resizeHandles/>
        </dgm:presLayoutVars>
      </dgm:prSet>
      <dgm:spPr/>
    </dgm:pt>
    <dgm:pt modelId="{6F6EEE7A-E000-4F61-9020-62BAA24F6C5E}" type="pres">
      <dgm:prSet presAssocID="{521759AD-7D0A-478C-AAAE-577D5841F504}" presName="hierRoot1" presStyleCnt="0">
        <dgm:presLayoutVars>
          <dgm:hierBranch val="r"/>
        </dgm:presLayoutVars>
      </dgm:prSet>
      <dgm:spPr/>
    </dgm:pt>
    <dgm:pt modelId="{AB389635-5638-47F8-A307-4ACB13C927EF}" type="pres">
      <dgm:prSet presAssocID="{521759AD-7D0A-478C-AAAE-577D5841F504}" presName="rootComposite1" presStyleCnt="0"/>
      <dgm:spPr/>
    </dgm:pt>
    <dgm:pt modelId="{60D878CD-FF60-4E67-8E0C-47324581D0A8}" type="pres">
      <dgm:prSet presAssocID="{521759AD-7D0A-478C-AAAE-577D5841F504}" presName="rootText1" presStyleLbl="node0" presStyleIdx="0" presStyleCnt="1">
        <dgm:presLayoutVars>
          <dgm:chPref val="3"/>
        </dgm:presLayoutVars>
      </dgm:prSet>
      <dgm:spPr/>
    </dgm:pt>
    <dgm:pt modelId="{9E5E1DBC-FF91-4C63-AA5E-84758D928E93}" type="pres">
      <dgm:prSet presAssocID="{521759AD-7D0A-478C-AAAE-577D5841F504}" presName="rootConnector1" presStyleLbl="node1" presStyleIdx="0" presStyleCnt="0"/>
      <dgm:spPr/>
    </dgm:pt>
    <dgm:pt modelId="{622A982E-015B-4E5F-8E91-8EC4A91B608B}" type="pres">
      <dgm:prSet presAssocID="{521759AD-7D0A-478C-AAAE-577D5841F504}" presName="hierChild2" presStyleCnt="0"/>
      <dgm:spPr/>
    </dgm:pt>
    <dgm:pt modelId="{1C466D6B-93E5-4363-9D22-C1B7BA86760E}" type="pres">
      <dgm:prSet presAssocID="{ADF363BA-167D-4158-B0F3-1CEBD008EAD9}" presName="Name50" presStyleLbl="parChTrans1D2" presStyleIdx="0" presStyleCnt="2"/>
      <dgm:spPr/>
    </dgm:pt>
    <dgm:pt modelId="{BFD8AA9F-B123-48D5-B213-DF0ED261B653}" type="pres">
      <dgm:prSet presAssocID="{0C0AAA80-C153-4DF1-8258-BD38372D7EE4}" presName="hierRoot2" presStyleCnt="0">
        <dgm:presLayoutVars>
          <dgm:hierBranch val="init"/>
        </dgm:presLayoutVars>
      </dgm:prSet>
      <dgm:spPr/>
    </dgm:pt>
    <dgm:pt modelId="{5AFC9E0D-D7A4-487D-9F77-A55ADD197CF9}" type="pres">
      <dgm:prSet presAssocID="{0C0AAA80-C153-4DF1-8258-BD38372D7EE4}" presName="rootComposite" presStyleCnt="0"/>
      <dgm:spPr/>
    </dgm:pt>
    <dgm:pt modelId="{529C8486-A6D3-4F7A-8CE6-9596BD0C1648}" type="pres">
      <dgm:prSet presAssocID="{0C0AAA80-C153-4DF1-8258-BD38372D7EE4}" presName="rootText" presStyleLbl="node2" presStyleIdx="0" presStyleCnt="2">
        <dgm:presLayoutVars>
          <dgm:chPref val="3"/>
        </dgm:presLayoutVars>
      </dgm:prSet>
      <dgm:spPr/>
    </dgm:pt>
    <dgm:pt modelId="{5258AA6D-A830-47CB-B2D7-B03590C4C276}" type="pres">
      <dgm:prSet presAssocID="{0C0AAA80-C153-4DF1-8258-BD38372D7EE4}" presName="rootConnector" presStyleLbl="node2" presStyleIdx="0" presStyleCnt="2"/>
      <dgm:spPr/>
    </dgm:pt>
    <dgm:pt modelId="{593582FD-E8AF-4E23-BC9A-620062906A06}" type="pres">
      <dgm:prSet presAssocID="{0C0AAA80-C153-4DF1-8258-BD38372D7EE4}" presName="hierChild4" presStyleCnt="0"/>
      <dgm:spPr/>
    </dgm:pt>
    <dgm:pt modelId="{54D69BF8-18B4-4595-A928-97F546FEC654}" type="pres">
      <dgm:prSet presAssocID="{AF9527F3-00D4-4A70-9040-80A8A0B747EC}" presName="Name37" presStyleLbl="parChTrans1D3" presStyleIdx="0" presStyleCnt="2"/>
      <dgm:spPr/>
    </dgm:pt>
    <dgm:pt modelId="{E45545A6-3786-4B7D-B320-18518866D48D}" type="pres">
      <dgm:prSet presAssocID="{E4606195-430C-49C2-8F03-E9E5016AC286}" presName="hierRoot2" presStyleCnt="0">
        <dgm:presLayoutVars>
          <dgm:hierBranch val="init"/>
        </dgm:presLayoutVars>
      </dgm:prSet>
      <dgm:spPr/>
    </dgm:pt>
    <dgm:pt modelId="{76395039-FF82-4865-890C-A686ADBE67EF}" type="pres">
      <dgm:prSet presAssocID="{E4606195-430C-49C2-8F03-E9E5016AC286}" presName="rootComposite" presStyleCnt="0"/>
      <dgm:spPr/>
    </dgm:pt>
    <dgm:pt modelId="{571CE610-9928-4C3D-A1ED-8EB5A571C637}" type="pres">
      <dgm:prSet presAssocID="{E4606195-430C-49C2-8F03-E9E5016AC286}" presName="rootText" presStyleLbl="node3" presStyleIdx="0" presStyleCnt="2">
        <dgm:presLayoutVars>
          <dgm:chPref val="3"/>
        </dgm:presLayoutVars>
      </dgm:prSet>
      <dgm:spPr/>
    </dgm:pt>
    <dgm:pt modelId="{E3AADB08-40D6-492C-8D9D-2B36ADA54698}" type="pres">
      <dgm:prSet presAssocID="{E4606195-430C-49C2-8F03-E9E5016AC286}" presName="rootConnector" presStyleLbl="node3" presStyleIdx="0" presStyleCnt="2"/>
      <dgm:spPr/>
    </dgm:pt>
    <dgm:pt modelId="{3D8CAD6F-AB87-4F19-871B-FB23E9BE0E2B}" type="pres">
      <dgm:prSet presAssocID="{E4606195-430C-49C2-8F03-E9E5016AC286}" presName="hierChild4" presStyleCnt="0"/>
      <dgm:spPr/>
    </dgm:pt>
    <dgm:pt modelId="{BC63A0B6-B7C7-4E4E-AE0B-7BD435A031F2}" type="pres">
      <dgm:prSet presAssocID="{E4606195-430C-49C2-8F03-E9E5016AC286}" presName="hierChild5" presStyleCnt="0"/>
      <dgm:spPr/>
    </dgm:pt>
    <dgm:pt modelId="{C3BE9090-D7B0-48E2-850E-54B815EA472C}" type="pres">
      <dgm:prSet presAssocID="{CC82C5EA-0E25-4C22-B6E1-758984949CE3}" presName="Name37" presStyleLbl="parChTrans1D3" presStyleIdx="1" presStyleCnt="2"/>
      <dgm:spPr/>
    </dgm:pt>
    <dgm:pt modelId="{320A30D9-A856-4A76-9EC9-31B0E7ECB093}" type="pres">
      <dgm:prSet presAssocID="{22146447-5828-4B8F-9B80-DC950D9CB016}" presName="hierRoot2" presStyleCnt="0">
        <dgm:presLayoutVars>
          <dgm:hierBranch val="init"/>
        </dgm:presLayoutVars>
      </dgm:prSet>
      <dgm:spPr/>
    </dgm:pt>
    <dgm:pt modelId="{1B0F0A48-7852-4AC0-845E-4FA0FB0DD9AB}" type="pres">
      <dgm:prSet presAssocID="{22146447-5828-4B8F-9B80-DC950D9CB016}" presName="rootComposite" presStyleCnt="0"/>
      <dgm:spPr/>
    </dgm:pt>
    <dgm:pt modelId="{55052360-2361-4229-8115-8BE3A2E59689}" type="pres">
      <dgm:prSet presAssocID="{22146447-5828-4B8F-9B80-DC950D9CB016}" presName="rootText" presStyleLbl="node3" presStyleIdx="1" presStyleCnt="2">
        <dgm:presLayoutVars>
          <dgm:chPref val="3"/>
        </dgm:presLayoutVars>
      </dgm:prSet>
      <dgm:spPr/>
    </dgm:pt>
    <dgm:pt modelId="{C67AEF52-D8AB-4445-B815-AD61B66BEB35}" type="pres">
      <dgm:prSet presAssocID="{22146447-5828-4B8F-9B80-DC950D9CB016}" presName="rootConnector" presStyleLbl="node3" presStyleIdx="1" presStyleCnt="2"/>
      <dgm:spPr/>
    </dgm:pt>
    <dgm:pt modelId="{7E20DD22-CE95-428A-9C27-90F51C4E138E}" type="pres">
      <dgm:prSet presAssocID="{22146447-5828-4B8F-9B80-DC950D9CB016}" presName="hierChild4" presStyleCnt="0"/>
      <dgm:spPr/>
    </dgm:pt>
    <dgm:pt modelId="{9042CC5C-4BD4-48B6-8F28-0272C5CF7387}" type="pres">
      <dgm:prSet presAssocID="{22146447-5828-4B8F-9B80-DC950D9CB016}" presName="hierChild5" presStyleCnt="0"/>
      <dgm:spPr/>
    </dgm:pt>
    <dgm:pt modelId="{A5210175-B642-4DD3-8A35-9F4D22452FBA}" type="pres">
      <dgm:prSet presAssocID="{0C0AAA80-C153-4DF1-8258-BD38372D7EE4}" presName="hierChild5" presStyleCnt="0"/>
      <dgm:spPr/>
    </dgm:pt>
    <dgm:pt modelId="{D10BC9B1-520D-4191-9EA5-72130E76237B}" type="pres">
      <dgm:prSet presAssocID="{F9CF05BB-BB85-4E11-AE73-424A23488AC6}" presName="Name50" presStyleLbl="parChTrans1D2" presStyleIdx="1" presStyleCnt="2"/>
      <dgm:spPr/>
    </dgm:pt>
    <dgm:pt modelId="{8EE45698-C414-461D-9E87-252AE093B096}" type="pres">
      <dgm:prSet presAssocID="{C45EFF9B-ABDC-4E80-9D1C-4274C78C343E}" presName="hierRoot2" presStyleCnt="0">
        <dgm:presLayoutVars>
          <dgm:hierBranch val="hang"/>
        </dgm:presLayoutVars>
      </dgm:prSet>
      <dgm:spPr/>
    </dgm:pt>
    <dgm:pt modelId="{5F8E6918-CD47-4EDB-80F1-E995CB7C1177}" type="pres">
      <dgm:prSet presAssocID="{C45EFF9B-ABDC-4E80-9D1C-4274C78C343E}" presName="rootComposite" presStyleCnt="0"/>
      <dgm:spPr/>
    </dgm:pt>
    <dgm:pt modelId="{6414A371-D69C-4EC7-B396-71D9EE4D872E}" type="pres">
      <dgm:prSet presAssocID="{C45EFF9B-ABDC-4E80-9D1C-4274C78C343E}" presName="rootText" presStyleLbl="node2" presStyleIdx="1" presStyleCnt="2">
        <dgm:presLayoutVars>
          <dgm:chPref val="3"/>
        </dgm:presLayoutVars>
      </dgm:prSet>
      <dgm:spPr/>
    </dgm:pt>
    <dgm:pt modelId="{87BC3FF2-C93E-40D5-B93B-AA5A0B013483}" type="pres">
      <dgm:prSet presAssocID="{C45EFF9B-ABDC-4E80-9D1C-4274C78C343E}" presName="rootConnector" presStyleLbl="node2" presStyleIdx="1" presStyleCnt="2"/>
      <dgm:spPr/>
    </dgm:pt>
    <dgm:pt modelId="{04A7EAA8-1AD8-420A-ACDE-CF1DBE6C6B32}" type="pres">
      <dgm:prSet presAssocID="{C45EFF9B-ABDC-4E80-9D1C-4274C78C343E}" presName="hierChild4" presStyleCnt="0"/>
      <dgm:spPr/>
    </dgm:pt>
    <dgm:pt modelId="{3096195E-25D1-4B6E-97EC-849AC25C55EB}" type="pres">
      <dgm:prSet presAssocID="{C45EFF9B-ABDC-4E80-9D1C-4274C78C343E}" presName="hierChild5" presStyleCnt="0"/>
      <dgm:spPr/>
    </dgm:pt>
    <dgm:pt modelId="{D8674511-152A-4345-9C26-FB66C5CD1C6C}" type="pres">
      <dgm:prSet presAssocID="{521759AD-7D0A-478C-AAAE-577D5841F504}" presName="hierChild3" presStyleCnt="0"/>
      <dgm:spPr/>
    </dgm:pt>
  </dgm:ptLst>
  <dgm:cxnLst>
    <dgm:cxn modelId="{3F90CC04-3C46-403E-8031-43FF37B23B66}" type="presOf" srcId="{AF9527F3-00D4-4A70-9040-80A8A0B747EC}" destId="{54D69BF8-18B4-4595-A928-97F546FEC654}" srcOrd="0" destOrd="0" presId="urn:microsoft.com/office/officeart/2005/8/layout/orgChart1"/>
    <dgm:cxn modelId="{B46A4F08-91D2-41EE-9EF8-FDEF4BCEFBA1}" srcId="{0C0AAA80-C153-4DF1-8258-BD38372D7EE4}" destId="{E4606195-430C-49C2-8F03-E9E5016AC286}" srcOrd="0" destOrd="0" parTransId="{AF9527F3-00D4-4A70-9040-80A8A0B747EC}" sibTransId="{9DDBA1A7-A42F-43C7-B19C-0D8DB4490EBA}"/>
    <dgm:cxn modelId="{C83AF30A-1B30-4AFD-8A36-BEB8A89F7D6B}" type="presOf" srcId="{43EBF99E-D54F-4D2C-A285-243995C0A2B3}" destId="{CBE3FA3A-D471-4723-BD90-45A9D5958A7B}" srcOrd="0" destOrd="0" presId="urn:microsoft.com/office/officeart/2005/8/layout/orgChart1"/>
    <dgm:cxn modelId="{EFB1711A-2540-4B55-8E12-1768BBDD53BA}" type="presOf" srcId="{E4606195-430C-49C2-8F03-E9E5016AC286}" destId="{E3AADB08-40D6-492C-8D9D-2B36ADA54698}" srcOrd="1" destOrd="0" presId="urn:microsoft.com/office/officeart/2005/8/layout/orgChart1"/>
    <dgm:cxn modelId="{D3F2983D-CAA3-4BCA-BE10-AF8312E4395A}" type="presOf" srcId="{F9CF05BB-BB85-4E11-AE73-424A23488AC6}" destId="{D10BC9B1-520D-4191-9EA5-72130E76237B}" srcOrd="0" destOrd="0" presId="urn:microsoft.com/office/officeart/2005/8/layout/orgChart1"/>
    <dgm:cxn modelId="{7CD9A960-90F2-4381-AD76-496B836DC54E}" type="presOf" srcId="{C45EFF9B-ABDC-4E80-9D1C-4274C78C343E}" destId="{6414A371-D69C-4EC7-B396-71D9EE4D872E}" srcOrd="0" destOrd="0" presId="urn:microsoft.com/office/officeart/2005/8/layout/orgChart1"/>
    <dgm:cxn modelId="{C6A84862-7E42-43DB-881C-E9D552EE1C90}" type="presOf" srcId="{22146447-5828-4B8F-9B80-DC950D9CB016}" destId="{55052360-2361-4229-8115-8BE3A2E59689}" srcOrd="0" destOrd="0" presId="urn:microsoft.com/office/officeart/2005/8/layout/orgChart1"/>
    <dgm:cxn modelId="{9BFAD642-1900-444C-B55C-21CA2B6024FB}" type="presOf" srcId="{521759AD-7D0A-478C-AAAE-577D5841F504}" destId="{60D878CD-FF60-4E67-8E0C-47324581D0A8}" srcOrd="0" destOrd="0" presId="urn:microsoft.com/office/officeart/2005/8/layout/orgChart1"/>
    <dgm:cxn modelId="{ABD9DB47-8609-4137-AA22-39FBC7E62639}" type="presOf" srcId="{521759AD-7D0A-478C-AAAE-577D5841F504}" destId="{9E5E1DBC-FF91-4C63-AA5E-84758D928E93}" srcOrd="1" destOrd="0" presId="urn:microsoft.com/office/officeart/2005/8/layout/orgChart1"/>
    <dgm:cxn modelId="{99E9D64C-5DFF-4A86-A1D9-FE6CD78CD304}" type="presOf" srcId="{0C0AAA80-C153-4DF1-8258-BD38372D7EE4}" destId="{529C8486-A6D3-4F7A-8CE6-9596BD0C1648}" srcOrd="0" destOrd="0" presId="urn:microsoft.com/office/officeart/2005/8/layout/orgChart1"/>
    <dgm:cxn modelId="{F697AF6F-8243-46E2-A2C8-4CC7A77DFA65}" srcId="{521759AD-7D0A-478C-AAAE-577D5841F504}" destId="{C45EFF9B-ABDC-4E80-9D1C-4274C78C343E}" srcOrd="1" destOrd="0" parTransId="{F9CF05BB-BB85-4E11-AE73-424A23488AC6}" sibTransId="{AFF89AE8-1C44-48BD-9BB7-28046C835BB1}"/>
    <dgm:cxn modelId="{71C55E51-1A3B-433D-888E-1BC0B0F8D01A}" type="presOf" srcId="{22146447-5828-4B8F-9B80-DC950D9CB016}" destId="{C67AEF52-D8AB-4445-B815-AD61B66BEB35}" srcOrd="1" destOrd="0" presId="urn:microsoft.com/office/officeart/2005/8/layout/orgChart1"/>
    <dgm:cxn modelId="{FADB838B-5089-4FB7-9026-F5F0B631F2FA}" srcId="{0C0AAA80-C153-4DF1-8258-BD38372D7EE4}" destId="{22146447-5828-4B8F-9B80-DC950D9CB016}" srcOrd="1" destOrd="0" parTransId="{CC82C5EA-0E25-4C22-B6E1-758984949CE3}" sibTransId="{73AF418A-06DC-4746-882F-C9F7277267C2}"/>
    <dgm:cxn modelId="{AD001098-A360-4F1D-84CF-8782C220EBA8}" type="presOf" srcId="{ADF363BA-167D-4158-B0F3-1CEBD008EAD9}" destId="{1C466D6B-93E5-4363-9D22-C1B7BA86760E}" srcOrd="0" destOrd="0" presId="urn:microsoft.com/office/officeart/2005/8/layout/orgChart1"/>
    <dgm:cxn modelId="{C66847C1-9CE7-4C2B-92EA-8F44F6F917AF}" type="presOf" srcId="{CC82C5EA-0E25-4C22-B6E1-758984949CE3}" destId="{C3BE9090-D7B0-48E2-850E-54B815EA472C}" srcOrd="0" destOrd="0" presId="urn:microsoft.com/office/officeart/2005/8/layout/orgChart1"/>
    <dgm:cxn modelId="{EDEEB4D0-FE12-48B3-9B2C-D3CF2647ACE9}" srcId="{43EBF99E-D54F-4D2C-A285-243995C0A2B3}" destId="{521759AD-7D0A-478C-AAAE-577D5841F504}" srcOrd="0" destOrd="0" parTransId="{3ADB9DA0-C1A5-4878-B6C4-13DE95514E60}" sibTransId="{ADFFA079-DEDE-44C3-A431-2A6A499ED36A}"/>
    <dgm:cxn modelId="{822657D3-DBCB-4DC8-9E23-160F0471491C}" type="presOf" srcId="{E4606195-430C-49C2-8F03-E9E5016AC286}" destId="{571CE610-9928-4C3D-A1ED-8EB5A571C637}" srcOrd="0" destOrd="0" presId="urn:microsoft.com/office/officeart/2005/8/layout/orgChart1"/>
    <dgm:cxn modelId="{575549DF-326D-455B-B624-CF0DE4D8EBC5}" type="presOf" srcId="{C45EFF9B-ABDC-4E80-9D1C-4274C78C343E}" destId="{87BC3FF2-C93E-40D5-B93B-AA5A0B013483}" srcOrd="1" destOrd="0" presId="urn:microsoft.com/office/officeart/2005/8/layout/orgChart1"/>
    <dgm:cxn modelId="{F5943BEA-B6BE-4C4D-A87C-3FE45C956DD8}" srcId="{521759AD-7D0A-478C-AAAE-577D5841F504}" destId="{0C0AAA80-C153-4DF1-8258-BD38372D7EE4}" srcOrd="0" destOrd="0" parTransId="{ADF363BA-167D-4158-B0F3-1CEBD008EAD9}" sibTransId="{F021F3DC-A6F0-4854-A31D-0D8FFFE7614B}"/>
    <dgm:cxn modelId="{FC4DD8FD-450B-4182-A2D4-26A157BD631B}" type="presOf" srcId="{0C0AAA80-C153-4DF1-8258-BD38372D7EE4}" destId="{5258AA6D-A830-47CB-B2D7-B03590C4C276}" srcOrd="1" destOrd="0" presId="urn:microsoft.com/office/officeart/2005/8/layout/orgChart1"/>
    <dgm:cxn modelId="{0E360888-9FC0-4EBF-BDEF-83D3331232DD}" type="presParOf" srcId="{CBE3FA3A-D471-4723-BD90-45A9D5958A7B}" destId="{6F6EEE7A-E000-4F61-9020-62BAA24F6C5E}" srcOrd="0" destOrd="0" presId="urn:microsoft.com/office/officeart/2005/8/layout/orgChart1"/>
    <dgm:cxn modelId="{E05EED96-AC1D-4C08-98C3-AD540F439167}" type="presParOf" srcId="{6F6EEE7A-E000-4F61-9020-62BAA24F6C5E}" destId="{AB389635-5638-47F8-A307-4ACB13C927EF}" srcOrd="0" destOrd="0" presId="urn:microsoft.com/office/officeart/2005/8/layout/orgChart1"/>
    <dgm:cxn modelId="{EE5368A2-AB22-438D-AE95-235A1B7D5DDB}" type="presParOf" srcId="{AB389635-5638-47F8-A307-4ACB13C927EF}" destId="{60D878CD-FF60-4E67-8E0C-47324581D0A8}" srcOrd="0" destOrd="0" presId="urn:microsoft.com/office/officeart/2005/8/layout/orgChart1"/>
    <dgm:cxn modelId="{0883FE71-B499-4ED5-8902-BDA3B5C5A8EC}" type="presParOf" srcId="{AB389635-5638-47F8-A307-4ACB13C927EF}" destId="{9E5E1DBC-FF91-4C63-AA5E-84758D928E93}" srcOrd="1" destOrd="0" presId="urn:microsoft.com/office/officeart/2005/8/layout/orgChart1"/>
    <dgm:cxn modelId="{94AE1A82-FCB4-4C10-8DDC-CFB88350EE83}" type="presParOf" srcId="{6F6EEE7A-E000-4F61-9020-62BAA24F6C5E}" destId="{622A982E-015B-4E5F-8E91-8EC4A91B608B}" srcOrd="1" destOrd="0" presId="urn:microsoft.com/office/officeart/2005/8/layout/orgChart1"/>
    <dgm:cxn modelId="{F64C02CC-28B6-4570-9FF5-5895F962B79D}" type="presParOf" srcId="{622A982E-015B-4E5F-8E91-8EC4A91B608B}" destId="{1C466D6B-93E5-4363-9D22-C1B7BA86760E}" srcOrd="0" destOrd="0" presId="urn:microsoft.com/office/officeart/2005/8/layout/orgChart1"/>
    <dgm:cxn modelId="{986A7B1D-B9AF-4D70-81B7-EC528D6A44FD}" type="presParOf" srcId="{622A982E-015B-4E5F-8E91-8EC4A91B608B}" destId="{BFD8AA9F-B123-48D5-B213-DF0ED261B653}" srcOrd="1" destOrd="0" presId="urn:microsoft.com/office/officeart/2005/8/layout/orgChart1"/>
    <dgm:cxn modelId="{6CB9A913-D009-4FAF-82DB-C4982242B764}" type="presParOf" srcId="{BFD8AA9F-B123-48D5-B213-DF0ED261B653}" destId="{5AFC9E0D-D7A4-487D-9F77-A55ADD197CF9}" srcOrd="0" destOrd="0" presId="urn:microsoft.com/office/officeart/2005/8/layout/orgChart1"/>
    <dgm:cxn modelId="{702D3547-CDE0-436E-B7AB-03ECD992ECF3}" type="presParOf" srcId="{5AFC9E0D-D7A4-487D-9F77-A55ADD197CF9}" destId="{529C8486-A6D3-4F7A-8CE6-9596BD0C1648}" srcOrd="0" destOrd="0" presId="urn:microsoft.com/office/officeart/2005/8/layout/orgChart1"/>
    <dgm:cxn modelId="{76019A59-AB01-4064-BDAF-D38940037EDD}" type="presParOf" srcId="{5AFC9E0D-D7A4-487D-9F77-A55ADD197CF9}" destId="{5258AA6D-A830-47CB-B2D7-B03590C4C276}" srcOrd="1" destOrd="0" presId="urn:microsoft.com/office/officeart/2005/8/layout/orgChart1"/>
    <dgm:cxn modelId="{FB99308A-A60E-4832-8402-F266F5141206}" type="presParOf" srcId="{BFD8AA9F-B123-48D5-B213-DF0ED261B653}" destId="{593582FD-E8AF-4E23-BC9A-620062906A06}" srcOrd="1" destOrd="0" presId="urn:microsoft.com/office/officeart/2005/8/layout/orgChart1"/>
    <dgm:cxn modelId="{3AEBD2E2-45A8-4627-B153-4F23D9E51520}" type="presParOf" srcId="{593582FD-E8AF-4E23-BC9A-620062906A06}" destId="{54D69BF8-18B4-4595-A928-97F546FEC654}" srcOrd="0" destOrd="0" presId="urn:microsoft.com/office/officeart/2005/8/layout/orgChart1"/>
    <dgm:cxn modelId="{17E36DAE-2628-484C-9C88-5C9A8C3420DD}" type="presParOf" srcId="{593582FD-E8AF-4E23-BC9A-620062906A06}" destId="{E45545A6-3786-4B7D-B320-18518866D48D}" srcOrd="1" destOrd="0" presId="urn:microsoft.com/office/officeart/2005/8/layout/orgChart1"/>
    <dgm:cxn modelId="{C8F531D9-62F5-4F82-9B09-CC4FC72F9BDE}" type="presParOf" srcId="{E45545A6-3786-4B7D-B320-18518866D48D}" destId="{76395039-FF82-4865-890C-A686ADBE67EF}" srcOrd="0" destOrd="0" presId="urn:microsoft.com/office/officeart/2005/8/layout/orgChart1"/>
    <dgm:cxn modelId="{8B95DADA-D3A6-499C-86C1-6BEBA68573F2}" type="presParOf" srcId="{76395039-FF82-4865-890C-A686ADBE67EF}" destId="{571CE610-9928-4C3D-A1ED-8EB5A571C637}" srcOrd="0" destOrd="0" presId="urn:microsoft.com/office/officeart/2005/8/layout/orgChart1"/>
    <dgm:cxn modelId="{4FE7E0BA-8374-46AC-B929-25AB84CC3437}" type="presParOf" srcId="{76395039-FF82-4865-890C-A686ADBE67EF}" destId="{E3AADB08-40D6-492C-8D9D-2B36ADA54698}" srcOrd="1" destOrd="0" presId="urn:microsoft.com/office/officeart/2005/8/layout/orgChart1"/>
    <dgm:cxn modelId="{AED4907E-57C9-42B4-8954-61E4BB92574C}" type="presParOf" srcId="{E45545A6-3786-4B7D-B320-18518866D48D}" destId="{3D8CAD6F-AB87-4F19-871B-FB23E9BE0E2B}" srcOrd="1" destOrd="0" presId="urn:microsoft.com/office/officeart/2005/8/layout/orgChart1"/>
    <dgm:cxn modelId="{BE1BCB2B-F85F-4FD3-A86C-CAC2C05661A0}" type="presParOf" srcId="{E45545A6-3786-4B7D-B320-18518866D48D}" destId="{BC63A0B6-B7C7-4E4E-AE0B-7BD435A031F2}" srcOrd="2" destOrd="0" presId="urn:microsoft.com/office/officeart/2005/8/layout/orgChart1"/>
    <dgm:cxn modelId="{0D3000F5-4902-455F-87C4-6E667A5CD336}" type="presParOf" srcId="{593582FD-E8AF-4E23-BC9A-620062906A06}" destId="{C3BE9090-D7B0-48E2-850E-54B815EA472C}" srcOrd="2" destOrd="0" presId="urn:microsoft.com/office/officeart/2005/8/layout/orgChart1"/>
    <dgm:cxn modelId="{D56BF521-DEE2-400B-9CAA-B2D8EBFA62D6}" type="presParOf" srcId="{593582FD-E8AF-4E23-BC9A-620062906A06}" destId="{320A30D9-A856-4A76-9EC9-31B0E7ECB093}" srcOrd="3" destOrd="0" presId="urn:microsoft.com/office/officeart/2005/8/layout/orgChart1"/>
    <dgm:cxn modelId="{97E089A5-C85B-4C54-A47F-F74C714174F5}" type="presParOf" srcId="{320A30D9-A856-4A76-9EC9-31B0E7ECB093}" destId="{1B0F0A48-7852-4AC0-845E-4FA0FB0DD9AB}" srcOrd="0" destOrd="0" presId="urn:microsoft.com/office/officeart/2005/8/layout/orgChart1"/>
    <dgm:cxn modelId="{42391E46-7092-441D-96DD-9E2FB6C064FC}" type="presParOf" srcId="{1B0F0A48-7852-4AC0-845E-4FA0FB0DD9AB}" destId="{55052360-2361-4229-8115-8BE3A2E59689}" srcOrd="0" destOrd="0" presId="urn:microsoft.com/office/officeart/2005/8/layout/orgChart1"/>
    <dgm:cxn modelId="{F639E4F0-FEC5-40E1-875D-771B0E90E70B}" type="presParOf" srcId="{1B0F0A48-7852-4AC0-845E-4FA0FB0DD9AB}" destId="{C67AEF52-D8AB-4445-B815-AD61B66BEB35}" srcOrd="1" destOrd="0" presId="urn:microsoft.com/office/officeart/2005/8/layout/orgChart1"/>
    <dgm:cxn modelId="{C063E265-5DB8-418A-8AAA-28F5C0A38E1C}" type="presParOf" srcId="{320A30D9-A856-4A76-9EC9-31B0E7ECB093}" destId="{7E20DD22-CE95-428A-9C27-90F51C4E138E}" srcOrd="1" destOrd="0" presId="urn:microsoft.com/office/officeart/2005/8/layout/orgChart1"/>
    <dgm:cxn modelId="{CC56434E-3429-4908-84C4-6390808B42B3}" type="presParOf" srcId="{320A30D9-A856-4A76-9EC9-31B0E7ECB093}" destId="{9042CC5C-4BD4-48B6-8F28-0272C5CF7387}" srcOrd="2" destOrd="0" presId="urn:microsoft.com/office/officeart/2005/8/layout/orgChart1"/>
    <dgm:cxn modelId="{DF2A7BE3-0F0A-4D4A-AC3F-4B38D34EE93F}" type="presParOf" srcId="{BFD8AA9F-B123-48D5-B213-DF0ED261B653}" destId="{A5210175-B642-4DD3-8A35-9F4D22452FBA}" srcOrd="2" destOrd="0" presId="urn:microsoft.com/office/officeart/2005/8/layout/orgChart1"/>
    <dgm:cxn modelId="{7639F85C-609A-41B6-A25B-54624A3EEC9B}" type="presParOf" srcId="{622A982E-015B-4E5F-8E91-8EC4A91B608B}" destId="{D10BC9B1-520D-4191-9EA5-72130E76237B}" srcOrd="2" destOrd="0" presId="urn:microsoft.com/office/officeart/2005/8/layout/orgChart1"/>
    <dgm:cxn modelId="{0C8A3E6C-95C7-4687-97C6-87C8A48F431E}" type="presParOf" srcId="{622A982E-015B-4E5F-8E91-8EC4A91B608B}" destId="{8EE45698-C414-461D-9E87-252AE093B096}" srcOrd="3" destOrd="0" presId="urn:microsoft.com/office/officeart/2005/8/layout/orgChart1"/>
    <dgm:cxn modelId="{12006700-800D-47EB-B055-530B09EE9C68}" type="presParOf" srcId="{8EE45698-C414-461D-9E87-252AE093B096}" destId="{5F8E6918-CD47-4EDB-80F1-E995CB7C1177}" srcOrd="0" destOrd="0" presId="urn:microsoft.com/office/officeart/2005/8/layout/orgChart1"/>
    <dgm:cxn modelId="{9F21712D-9CF8-45D7-ABD8-B01F2294622F}" type="presParOf" srcId="{5F8E6918-CD47-4EDB-80F1-E995CB7C1177}" destId="{6414A371-D69C-4EC7-B396-71D9EE4D872E}" srcOrd="0" destOrd="0" presId="urn:microsoft.com/office/officeart/2005/8/layout/orgChart1"/>
    <dgm:cxn modelId="{31D523D8-0565-4CC2-97CF-35D572DC832D}" type="presParOf" srcId="{5F8E6918-CD47-4EDB-80F1-E995CB7C1177}" destId="{87BC3FF2-C93E-40D5-B93B-AA5A0B013483}" srcOrd="1" destOrd="0" presId="urn:microsoft.com/office/officeart/2005/8/layout/orgChart1"/>
    <dgm:cxn modelId="{D92DADB0-A021-49DC-ABE2-AAB7AE6E0EF6}" type="presParOf" srcId="{8EE45698-C414-461D-9E87-252AE093B096}" destId="{04A7EAA8-1AD8-420A-ACDE-CF1DBE6C6B32}" srcOrd="1" destOrd="0" presId="urn:microsoft.com/office/officeart/2005/8/layout/orgChart1"/>
    <dgm:cxn modelId="{C09FF0C8-28A1-4778-96A1-CEA973F44356}" type="presParOf" srcId="{8EE45698-C414-461D-9E87-252AE093B096}" destId="{3096195E-25D1-4B6E-97EC-849AC25C55EB}" srcOrd="2" destOrd="0" presId="urn:microsoft.com/office/officeart/2005/8/layout/orgChart1"/>
    <dgm:cxn modelId="{E4FA9BF5-6751-449C-BB06-5D3AF924F181}" type="presParOf" srcId="{6F6EEE7A-E000-4F61-9020-62BAA24F6C5E}" destId="{D8674511-152A-4345-9C26-FB66C5CD1C6C}" srcOrd="2" destOrd="0" presId="urn:microsoft.com/office/officeart/2005/8/layout/orgChar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43EBF99E-D54F-4D2C-A285-243995C0A2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521759AD-7D0A-478C-AAAE-577D5841F504}">
      <dgm:prSet phldrT="[Testo]" custT="1"/>
      <dgm:spPr>
        <a:solidFill>
          <a:schemeClr val="bg1">
            <a:lumMod val="95000"/>
          </a:schemeClr>
        </a:solidFill>
        <a:scene3d>
          <a:camera prst="orthographicFront"/>
          <a:lightRig rig="threePt" dir="t"/>
        </a:scene3d>
        <a:sp3d>
          <a:bevelT prst="angle"/>
        </a:sp3d>
      </dgm:spPr>
      <dgm:t>
        <a:bodyPr/>
        <a:lstStyle/>
        <a:p>
          <a:r>
            <a:rPr lang="en-US" sz="1800" noProof="0" dirty="0"/>
            <a:t>Management Value </a:t>
          </a:r>
        </a:p>
      </dgm:t>
    </dgm:pt>
    <dgm:pt modelId="{3ADB9DA0-C1A5-4878-B6C4-13DE95514E60}" type="parTrans" cxnId="{EDEEB4D0-FE12-48B3-9B2C-D3CF2647ACE9}">
      <dgm:prSet/>
      <dgm:spPr>
        <a:scene3d>
          <a:camera prst="orthographicFront"/>
          <a:lightRig rig="threePt" dir="t"/>
        </a:scene3d>
        <a:sp3d>
          <a:bevelT prst="angle"/>
        </a:sp3d>
      </dgm:spPr>
      <dgm:t>
        <a:bodyPr/>
        <a:lstStyle/>
        <a:p>
          <a:endParaRPr lang="en-US"/>
        </a:p>
      </dgm:t>
    </dgm:pt>
    <dgm:pt modelId="{ADFFA079-DEDE-44C3-A431-2A6A499ED36A}" type="sibTrans" cxnId="{EDEEB4D0-FE12-48B3-9B2C-D3CF2647ACE9}">
      <dgm:prSet/>
      <dgm:spPr/>
      <dgm:t>
        <a:bodyPr/>
        <a:lstStyle/>
        <a:p>
          <a:endParaRPr lang="en-US"/>
        </a:p>
      </dgm:t>
    </dgm:pt>
    <dgm:pt modelId="{0C0AAA80-C153-4DF1-8258-BD38372D7EE4}">
      <dgm:prSet phldrT="[Testo]" custT="1"/>
      <dgm:spPr>
        <a:solidFill>
          <a:schemeClr val="bg1">
            <a:lumMod val="95000"/>
          </a:schemeClr>
        </a:solidFill>
        <a:scene3d>
          <a:camera prst="orthographicFront"/>
          <a:lightRig rig="threePt" dir="t"/>
        </a:scene3d>
        <a:sp3d>
          <a:bevelT prst="angle"/>
        </a:sp3d>
      </dgm:spPr>
      <dgm:t>
        <a:bodyPr/>
        <a:lstStyle/>
        <a:p>
          <a:r>
            <a:rPr lang="en-US" sz="1200" b="0" noProof="0" dirty="0"/>
            <a:t>Tangible Benefits </a:t>
          </a:r>
        </a:p>
      </dgm:t>
    </dgm:pt>
    <dgm:pt modelId="{ADF363BA-167D-4158-B0F3-1CEBD008EAD9}" type="parTrans" cxnId="{F5943BEA-B6BE-4C4D-A87C-3FE45C956DD8}">
      <dgm:prSet/>
      <dgm:spPr>
        <a:scene3d>
          <a:camera prst="orthographicFront"/>
          <a:lightRig rig="threePt" dir="t"/>
        </a:scene3d>
        <a:sp3d>
          <a:bevelT prst="angle"/>
        </a:sp3d>
      </dgm:spPr>
      <dgm:t>
        <a:bodyPr/>
        <a:lstStyle/>
        <a:p>
          <a:endParaRPr lang="en-US"/>
        </a:p>
      </dgm:t>
    </dgm:pt>
    <dgm:pt modelId="{F021F3DC-A6F0-4854-A31D-0D8FFFE7614B}" type="sibTrans" cxnId="{F5943BEA-B6BE-4C4D-A87C-3FE45C956DD8}">
      <dgm:prSet/>
      <dgm:spPr/>
      <dgm:t>
        <a:bodyPr/>
        <a:lstStyle/>
        <a:p>
          <a:endParaRPr lang="en-US"/>
        </a:p>
      </dgm:t>
    </dgm:pt>
    <dgm:pt modelId="{C45EFF9B-ABDC-4E80-9D1C-4274C78C343E}">
      <dgm:prSet phldrT="[Testo]" custT="1"/>
      <dgm:spPr>
        <a:solidFill>
          <a:srgbClr val="FFC000"/>
        </a:solidFill>
        <a:scene3d>
          <a:camera prst="orthographicFront"/>
          <a:lightRig rig="threePt" dir="t"/>
        </a:scene3d>
        <a:sp3d>
          <a:bevelT prst="angle"/>
        </a:sp3d>
      </dgm:spPr>
      <dgm:t>
        <a:bodyPr/>
        <a:lstStyle/>
        <a:p>
          <a:r>
            <a:rPr lang="en-US" sz="1200" b="1" noProof="0" dirty="0"/>
            <a:t>Intangible Benefits</a:t>
          </a:r>
        </a:p>
      </dgm:t>
    </dgm:pt>
    <dgm:pt modelId="{F9CF05BB-BB85-4E11-AE73-424A23488AC6}" type="parTrans" cxnId="{F697AF6F-8243-46E2-A2C8-4CC7A77DFA65}">
      <dgm:prSet/>
      <dgm:spPr>
        <a:scene3d>
          <a:camera prst="orthographicFront"/>
          <a:lightRig rig="threePt" dir="t"/>
        </a:scene3d>
        <a:sp3d>
          <a:bevelT prst="angle"/>
        </a:sp3d>
      </dgm:spPr>
      <dgm:t>
        <a:bodyPr/>
        <a:lstStyle/>
        <a:p>
          <a:endParaRPr lang="en-US"/>
        </a:p>
      </dgm:t>
    </dgm:pt>
    <dgm:pt modelId="{AFF89AE8-1C44-48BD-9BB7-28046C835BB1}" type="sibTrans" cxnId="{F697AF6F-8243-46E2-A2C8-4CC7A77DFA65}">
      <dgm:prSet/>
      <dgm:spPr/>
      <dgm:t>
        <a:bodyPr/>
        <a:lstStyle/>
        <a:p>
          <a:endParaRPr lang="en-US"/>
        </a:p>
      </dgm:t>
    </dgm:pt>
    <dgm:pt modelId="{7670A6DA-6D8F-4945-A35D-38A04C17D0B0}">
      <dgm:prSet phldrT="[Testo]" custT="1"/>
      <dgm:spPr>
        <a:solidFill>
          <a:srgbClr val="FFC000"/>
        </a:solidFill>
        <a:scene3d>
          <a:camera prst="orthographicFront"/>
          <a:lightRig rig="threePt" dir="t"/>
        </a:scene3d>
        <a:sp3d>
          <a:bevelT prst="angle"/>
        </a:sp3d>
      </dgm:spPr>
      <dgm:t>
        <a:bodyPr/>
        <a:lstStyle/>
        <a:p>
          <a:r>
            <a:rPr lang="en-US" sz="1200" b="1" noProof="0" dirty="0"/>
            <a:t>Image</a:t>
          </a:r>
        </a:p>
      </dgm:t>
    </dgm:pt>
    <dgm:pt modelId="{B2A7D98D-A1C5-46A7-A891-34345D9642A9}" type="parTrans" cxnId="{BCE3503B-4B3D-47C3-BFB2-B44D603EF3D4}">
      <dgm:prSet/>
      <dgm:spPr/>
      <dgm:t>
        <a:bodyPr/>
        <a:lstStyle/>
        <a:p>
          <a:endParaRPr lang="en-US"/>
        </a:p>
      </dgm:t>
    </dgm:pt>
    <dgm:pt modelId="{E1ACE72E-DC38-4DFC-998E-E1D445DD36FA}" type="sibTrans" cxnId="{BCE3503B-4B3D-47C3-BFB2-B44D603EF3D4}">
      <dgm:prSet/>
      <dgm:spPr/>
      <dgm:t>
        <a:bodyPr/>
        <a:lstStyle/>
        <a:p>
          <a:endParaRPr lang="en-US"/>
        </a:p>
      </dgm:t>
    </dgm:pt>
    <dgm:pt modelId="{E98FF79D-0DDE-4533-9869-D9B413ED8914}">
      <dgm:prSet phldrT="[Testo]" custT="1"/>
      <dgm:spPr>
        <a:solidFill>
          <a:schemeClr val="bg1"/>
        </a:solidFill>
        <a:scene3d>
          <a:camera prst="orthographicFront"/>
          <a:lightRig rig="threePt" dir="t"/>
        </a:scene3d>
        <a:sp3d>
          <a:bevelT prst="angle"/>
        </a:sp3d>
      </dgm:spPr>
      <dgm:t>
        <a:bodyPr/>
        <a:lstStyle/>
        <a:p>
          <a:r>
            <a:rPr lang="en-US" sz="1200" b="1" noProof="0" dirty="0"/>
            <a:t>QoS-KPI</a:t>
          </a:r>
        </a:p>
      </dgm:t>
    </dgm:pt>
    <dgm:pt modelId="{08125FE5-2ADF-4F1B-89DF-CCAF430BA269}" type="parTrans" cxnId="{0FC1F31E-FE12-4626-A664-4EC89F497B2D}">
      <dgm:prSet/>
      <dgm:spPr/>
      <dgm:t>
        <a:bodyPr/>
        <a:lstStyle/>
        <a:p>
          <a:endParaRPr lang="en-US"/>
        </a:p>
      </dgm:t>
    </dgm:pt>
    <dgm:pt modelId="{C28E7DCB-1A68-4055-8AA9-15E2C2EAF97B}" type="sibTrans" cxnId="{0FC1F31E-FE12-4626-A664-4EC89F497B2D}">
      <dgm:prSet/>
      <dgm:spPr/>
      <dgm:t>
        <a:bodyPr/>
        <a:lstStyle/>
        <a:p>
          <a:endParaRPr lang="en-US"/>
        </a:p>
      </dgm:t>
    </dgm:pt>
    <dgm:pt modelId="{1B37FF32-88E4-4A2F-ABA2-02C87F6B79AE}">
      <dgm:prSet phldrT="[Testo]" custT="1"/>
      <dgm:spPr>
        <a:solidFill>
          <a:schemeClr val="bg1"/>
        </a:solidFill>
        <a:scene3d>
          <a:camera prst="orthographicFront"/>
          <a:lightRig rig="threePt" dir="t"/>
        </a:scene3d>
        <a:sp3d>
          <a:bevelT prst="angle"/>
        </a:sp3d>
      </dgm:spPr>
      <dgm:t>
        <a:bodyPr/>
        <a:lstStyle/>
        <a:p>
          <a:r>
            <a:rPr lang="en-US" sz="1200" b="1" noProof="0" dirty="0"/>
            <a:t>Risk</a:t>
          </a:r>
        </a:p>
      </dgm:t>
    </dgm:pt>
    <dgm:pt modelId="{EBBDB33E-307E-4226-A4C8-8AC87DEA14AC}" type="parTrans" cxnId="{B197ADF3-BCAC-4E1F-BAAD-0670502C344C}">
      <dgm:prSet/>
      <dgm:spPr/>
      <dgm:t>
        <a:bodyPr/>
        <a:lstStyle/>
        <a:p>
          <a:endParaRPr lang="en-US"/>
        </a:p>
      </dgm:t>
    </dgm:pt>
    <dgm:pt modelId="{1FC7E2C2-0031-44A4-BEC9-33980A2D054D}" type="sibTrans" cxnId="{B197ADF3-BCAC-4E1F-BAAD-0670502C344C}">
      <dgm:prSet/>
      <dgm:spPr/>
      <dgm:t>
        <a:bodyPr/>
        <a:lstStyle/>
        <a:p>
          <a:endParaRPr lang="en-US"/>
        </a:p>
      </dgm:t>
    </dgm:pt>
    <dgm:pt modelId="{FA3ACE12-D4B2-40CD-AA74-49BA7EFC791A}">
      <dgm:prSet phldrT="[Testo]" custT="1"/>
      <dgm:spPr>
        <a:solidFill>
          <a:schemeClr val="bg1"/>
        </a:solidFill>
        <a:scene3d>
          <a:camera prst="orthographicFront"/>
          <a:lightRig rig="threePt" dir="t"/>
        </a:scene3d>
        <a:sp3d>
          <a:bevelT prst="angle"/>
        </a:sp3d>
      </dgm:spPr>
      <dgm:t>
        <a:bodyPr/>
        <a:lstStyle/>
        <a:p>
          <a:r>
            <a:rPr lang="en-US" sz="1200" b="1" noProof="0" dirty="0"/>
            <a:t>Governance </a:t>
          </a:r>
        </a:p>
      </dgm:t>
    </dgm:pt>
    <dgm:pt modelId="{923D18F9-B257-4321-9474-335225DA266B}" type="parTrans" cxnId="{B6434CB3-EB27-4D29-898A-8CA9182F3FEB}">
      <dgm:prSet/>
      <dgm:spPr/>
      <dgm:t>
        <a:bodyPr/>
        <a:lstStyle/>
        <a:p>
          <a:endParaRPr lang="en-US"/>
        </a:p>
      </dgm:t>
    </dgm:pt>
    <dgm:pt modelId="{E0680D5D-24C8-4543-8BAE-8B3458BE919C}" type="sibTrans" cxnId="{B6434CB3-EB27-4D29-898A-8CA9182F3FEB}">
      <dgm:prSet/>
      <dgm:spPr/>
      <dgm:t>
        <a:bodyPr/>
        <a:lstStyle/>
        <a:p>
          <a:endParaRPr lang="en-US"/>
        </a:p>
      </dgm:t>
    </dgm:pt>
    <dgm:pt modelId="{CBE3FA3A-D471-4723-BD90-45A9D5958A7B}" type="pres">
      <dgm:prSet presAssocID="{43EBF99E-D54F-4D2C-A285-243995C0A2B3}" presName="hierChild1" presStyleCnt="0">
        <dgm:presLayoutVars>
          <dgm:orgChart val="1"/>
          <dgm:chPref val="1"/>
          <dgm:dir/>
          <dgm:animOne val="branch"/>
          <dgm:animLvl val="lvl"/>
          <dgm:resizeHandles/>
        </dgm:presLayoutVars>
      </dgm:prSet>
      <dgm:spPr/>
    </dgm:pt>
    <dgm:pt modelId="{6F6EEE7A-E000-4F61-9020-62BAA24F6C5E}" type="pres">
      <dgm:prSet presAssocID="{521759AD-7D0A-478C-AAAE-577D5841F504}" presName="hierRoot1" presStyleCnt="0">
        <dgm:presLayoutVars>
          <dgm:hierBranch val="r"/>
        </dgm:presLayoutVars>
      </dgm:prSet>
      <dgm:spPr/>
    </dgm:pt>
    <dgm:pt modelId="{AB389635-5638-47F8-A307-4ACB13C927EF}" type="pres">
      <dgm:prSet presAssocID="{521759AD-7D0A-478C-AAAE-577D5841F504}" presName="rootComposite1" presStyleCnt="0"/>
      <dgm:spPr/>
    </dgm:pt>
    <dgm:pt modelId="{60D878CD-FF60-4E67-8E0C-47324581D0A8}" type="pres">
      <dgm:prSet presAssocID="{521759AD-7D0A-478C-AAAE-577D5841F504}" presName="rootText1" presStyleLbl="node0" presStyleIdx="0" presStyleCnt="1" custScaleX="158381">
        <dgm:presLayoutVars>
          <dgm:chPref val="3"/>
        </dgm:presLayoutVars>
      </dgm:prSet>
      <dgm:spPr/>
    </dgm:pt>
    <dgm:pt modelId="{9E5E1DBC-FF91-4C63-AA5E-84758D928E93}" type="pres">
      <dgm:prSet presAssocID="{521759AD-7D0A-478C-AAAE-577D5841F504}" presName="rootConnector1" presStyleLbl="node1" presStyleIdx="0" presStyleCnt="0"/>
      <dgm:spPr/>
    </dgm:pt>
    <dgm:pt modelId="{622A982E-015B-4E5F-8E91-8EC4A91B608B}" type="pres">
      <dgm:prSet presAssocID="{521759AD-7D0A-478C-AAAE-577D5841F504}" presName="hierChild2" presStyleCnt="0"/>
      <dgm:spPr/>
    </dgm:pt>
    <dgm:pt modelId="{1C466D6B-93E5-4363-9D22-C1B7BA86760E}" type="pres">
      <dgm:prSet presAssocID="{ADF363BA-167D-4158-B0F3-1CEBD008EAD9}" presName="Name50" presStyleLbl="parChTrans1D2" presStyleIdx="0" presStyleCnt="2"/>
      <dgm:spPr/>
    </dgm:pt>
    <dgm:pt modelId="{BFD8AA9F-B123-48D5-B213-DF0ED261B653}" type="pres">
      <dgm:prSet presAssocID="{0C0AAA80-C153-4DF1-8258-BD38372D7EE4}" presName="hierRoot2" presStyleCnt="0">
        <dgm:presLayoutVars>
          <dgm:hierBranch val="init"/>
        </dgm:presLayoutVars>
      </dgm:prSet>
      <dgm:spPr/>
    </dgm:pt>
    <dgm:pt modelId="{5AFC9E0D-D7A4-487D-9F77-A55ADD197CF9}" type="pres">
      <dgm:prSet presAssocID="{0C0AAA80-C153-4DF1-8258-BD38372D7EE4}" presName="rootComposite" presStyleCnt="0"/>
      <dgm:spPr/>
    </dgm:pt>
    <dgm:pt modelId="{529C8486-A6D3-4F7A-8CE6-9596BD0C1648}" type="pres">
      <dgm:prSet presAssocID="{0C0AAA80-C153-4DF1-8258-BD38372D7EE4}" presName="rootText" presStyleLbl="node2" presStyleIdx="0" presStyleCnt="2">
        <dgm:presLayoutVars>
          <dgm:chPref val="3"/>
        </dgm:presLayoutVars>
      </dgm:prSet>
      <dgm:spPr/>
    </dgm:pt>
    <dgm:pt modelId="{5258AA6D-A830-47CB-B2D7-B03590C4C276}" type="pres">
      <dgm:prSet presAssocID="{0C0AAA80-C153-4DF1-8258-BD38372D7EE4}" presName="rootConnector" presStyleLbl="node2" presStyleIdx="0" presStyleCnt="2"/>
      <dgm:spPr/>
    </dgm:pt>
    <dgm:pt modelId="{593582FD-E8AF-4E23-BC9A-620062906A06}" type="pres">
      <dgm:prSet presAssocID="{0C0AAA80-C153-4DF1-8258-BD38372D7EE4}" presName="hierChild4" presStyleCnt="0"/>
      <dgm:spPr/>
    </dgm:pt>
    <dgm:pt modelId="{A5210175-B642-4DD3-8A35-9F4D22452FBA}" type="pres">
      <dgm:prSet presAssocID="{0C0AAA80-C153-4DF1-8258-BD38372D7EE4}" presName="hierChild5" presStyleCnt="0"/>
      <dgm:spPr/>
    </dgm:pt>
    <dgm:pt modelId="{D10BC9B1-520D-4191-9EA5-72130E76237B}" type="pres">
      <dgm:prSet presAssocID="{F9CF05BB-BB85-4E11-AE73-424A23488AC6}" presName="Name50" presStyleLbl="parChTrans1D2" presStyleIdx="1" presStyleCnt="2"/>
      <dgm:spPr/>
    </dgm:pt>
    <dgm:pt modelId="{8EE45698-C414-461D-9E87-252AE093B096}" type="pres">
      <dgm:prSet presAssocID="{C45EFF9B-ABDC-4E80-9D1C-4274C78C343E}" presName="hierRoot2" presStyleCnt="0">
        <dgm:presLayoutVars>
          <dgm:hierBranch val="r"/>
        </dgm:presLayoutVars>
      </dgm:prSet>
      <dgm:spPr/>
    </dgm:pt>
    <dgm:pt modelId="{5F8E6918-CD47-4EDB-80F1-E995CB7C1177}" type="pres">
      <dgm:prSet presAssocID="{C45EFF9B-ABDC-4E80-9D1C-4274C78C343E}" presName="rootComposite" presStyleCnt="0"/>
      <dgm:spPr/>
    </dgm:pt>
    <dgm:pt modelId="{6414A371-D69C-4EC7-B396-71D9EE4D872E}" type="pres">
      <dgm:prSet presAssocID="{C45EFF9B-ABDC-4E80-9D1C-4274C78C343E}" presName="rootText" presStyleLbl="node2" presStyleIdx="1" presStyleCnt="2">
        <dgm:presLayoutVars>
          <dgm:chPref val="3"/>
        </dgm:presLayoutVars>
      </dgm:prSet>
      <dgm:spPr/>
    </dgm:pt>
    <dgm:pt modelId="{87BC3FF2-C93E-40D5-B93B-AA5A0B013483}" type="pres">
      <dgm:prSet presAssocID="{C45EFF9B-ABDC-4E80-9D1C-4274C78C343E}" presName="rootConnector" presStyleLbl="node2" presStyleIdx="1" presStyleCnt="2"/>
      <dgm:spPr/>
    </dgm:pt>
    <dgm:pt modelId="{04A7EAA8-1AD8-420A-ACDE-CF1DBE6C6B32}" type="pres">
      <dgm:prSet presAssocID="{C45EFF9B-ABDC-4E80-9D1C-4274C78C343E}" presName="hierChild4" presStyleCnt="0"/>
      <dgm:spPr/>
    </dgm:pt>
    <dgm:pt modelId="{896C29F5-C453-4D70-B736-A6C57B189A2B}" type="pres">
      <dgm:prSet presAssocID="{B2A7D98D-A1C5-46A7-A891-34345D9642A9}" presName="Name50" presStyleLbl="parChTrans1D3" presStyleIdx="0" presStyleCnt="4"/>
      <dgm:spPr/>
    </dgm:pt>
    <dgm:pt modelId="{4239D721-E638-4810-9528-E2FE0F9E95FF}" type="pres">
      <dgm:prSet presAssocID="{7670A6DA-6D8F-4945-A35D-38A04C17D0B0}" presName="hierRoot2" presStyleCnt="0">
        <dgm:presLayoutVars>
          <dgm:hierBranch val="init"/>
        </dgm:presLayoutVars>
      </dgm:prSet>
      <dgm:spPr/>
    </dgm:pt>
    <dgm:pt modelId="{052CB8A9-6E90-4D73-BD07-83F1189D5613}" type="pres">
      <dgm:prSet presAssocID="{7670A6DA-6D8F-4945-A35D-38A04C17D0B0}" presName="rootComposite" presStyleCnt="0"/>
      <dgm:spPr/>
    </dgm:pt>
    <dgm:pt modelId="{2F57014F-F9E8-4167-9218-642E577BF09D}" type="pres">
      <dgm:prSet presAssocID="{7670A6DA-6D8F-4945-A35D-38A04C17D0B0}" presName="rootText" presStyleLbl="node3" presStyleIdx="0" presStyleCnt="4">
        <dgm:presLayoutVars>
          <dgm:chPref val="3"/>
        </dgm:presLayoutVars>
      </dgm:prSet>
      <dgm:spPr/>
    </dgm:pt>
    <dgm:pt modelId="{A4DDD298-6118-4A7B-A075-B3F8376C2F66}" type="pres">
      <dgm:prSet presAssocID="{7670A6DA-6D8F-4945-A35D-38A04C17D0B0}" presName="rootConnector" presStyleLbl="node3" presStyleIdx="0" presStyleCnt="4"/>
      <dgm:spPr/>
    </dgm:pt>
    <dgm:pt modelId="{1D87318C-C80D-471C-B260-5152ED79B9E8}" type="pres">
      <dgm:prSet presAssocID="{7670A6DA-6D8F-4945-A35D-38A04C17D0B0}" presName="hierChild4" presStyleCnt="0"/>
      <dgm:spPr/>
    </dgm:pt>
    <dgm:pt modelId="{34A7B03D-0D04-4D83-A2FE-E4E2C4634628}" type="pres">
      <dgm:prSet presAssocID="{7670A6DA-6D8F-4945-A35D-38A04C17D0B0}" presName="hierChild5" presStyleCnt="0"/>
      <dgm:spPr/>
    </dgm:pt>
    <dgm:pt modelId="{E2839BC9-75E3-46F8-8FE7-ABF0BD28FA88}" type="pres">
      <dgm:prSet presAssocID="{08125FE5-2ADF-4F1B-89DF-CCAF430BA269}" presName="Name50" presStyleLbl="parChTrans1D3" presStyleIdx="1" presStyleCnt="4"/>
      <dgm:spPr/>
    </dgm:pt>
    <dgm:pt modelId="{379D8EDD-EAFB-4F2D-85FC-A0110A77484F}" type="pres">
      <dgm:prSet presAssocID="{E98FF79D-0DDE-4533-9869-D9B413ED8914}" presName="hierRoot2" presStyleCnt="0">
        <dgm:presLayoutVars>
          <dgm:hierBranch val="init"/>
        </dgm:presLayoutVars>
      </dgm:prSet>
      <dgm:spPr/>
    </dgm:pt>
    <dgm:pt modelId="{64162A33-420E-46D1-A9B5-649611C4B21B}" type="pres">
      <dgm:prSet presAssocID="{E98FF79D-0DDE-4533-9869-D9B413ED8914}" presName="rootComposite" presStyleCnt="0"/>
      <dgm:spPr/>
    </dgm:pt>
    <dgm:pt modelId="{0F0E19C9-F92B-4635-B78C-B4F57D59330F}" type="pres">
      <dgm:prSet presAssocID="{E98FF79D-0DDE-4533-9869-D9B413ED8914}" presName="rootText" presStyleLbl="node3" presStyleIdx="1" presStyleCnt="4">
        <dgm:presLayoutVars>
          <dgm:chPref val="3"/>
        </dgm:presLayoutVars>
      </dgm:prSet>
      <dgm:spPr/>
    </dgm:pt>
    <dgm:pt modelId="{D04850C2-70A2-4755-8641-E8B244039C7F}" type="pres">
      <dgm:prSet presAssocID="{E98FF79D-0DDE-4533-9869-D9B413ED8914}" presName="rootConnector" presStyleLbl="node3" presStyleIdx="1" presStyleCnt="4"/>
      <dgm:spPr/>
    </dgm:pt>
    <dgm:pt modelId="{76229359-9BEE-43BB-A3B8-1407905D3149}" type="pres">
      <dgm:prSet presAssocID="{E98FF79D-0DDE-4533-9869-D9B413ED8914}" presName="hierChild4" presStyleCnt="0"/>
      <dgm:spPr/>
    </dgm:pt>
    <dgm:pt modelId="{432EE305-2868-4FB2-A2BB-40D990DA3894}" type="pres">
      <dgm:prSet presAssocID="{E98FF79D-0DDE-4533-9869-D9B413ED8914}" presName="hierChild5" presStyleCnt="0"/>
      <dgm:spPr/>
    </dgm:pt>
    <dgm:pt modelId="{F0B5E217-1496-4751-985D-328589B22E67}" type="pres">
      <dgm:prSet presAssocID="{EBBDB33E-307E-4226-A4C8-8AC87DEA14AC}" presName="Name50" presStyleLbl="parChTrans1D3" presStyleIdx="2" presStyleCnt="4"/>
      <dgm:spPr/>
    </dgm:pt>
    <dgm:pt modelId="{D4A9B9E9-4007-4F55-9523-0F374977FDB9}" type="pres">
      <dgm:prSet presAssocID="{1B37FF32-88E4-4A2F-ABA2-02C87F6B79AE}" presName="hierRoot2" presStyleCnt="0">
        <dgm:presLayoutVars>
          <dgm:hierBranch val="init"/>
        </dgm:presLayoutVars>
      </dgm:prSet>
      <dgm:spPr/>
    </dgm:pt>
    <dgm:pt modelId="{AB1566F2-B495-4D82-966E-C96F5672286B}" type="pres">
      <dgm:prSet presAssocID="{1B37FF32-88E4-4A2F-ABA2-02C87F6B79AE}" presName="rootComposite" presStyleCnt="0"/>
      <dgm:spPr/>
    </dgm:pt>
    <dgm:pt modelId="{E62E289A-2B13-4447-B270-AF99BC886CBA}" type="pres">
      <dgm:prSet presAssocID="{1B37FF32-88E4-4A2F-ABA2-02C87F6B79AE}" presName="rootText" presStyleLbl="node3" presStyleIdx="2" presStyleCnt="4">
        <dgm:presLayoutVars>
          <dgm:chPref val="3"/>
        </dgm:presLayoutVars>
      </dgm:prSet>
      <dgm:spPr/>
    </dgm:pt>
    <dgm:pt modelId="{E7D02086-DF11-43E0-A4A2-B96830C96E2D}" type="pres">
      <dgm:prSet presAssocID="{1B37FF32-88E4-4A2F-ABA2-02C87F6B79AE}" presName="rootConnector" presStyleLbl="node3" presStyleIdx="2" presStyleCnt="4"/>
      <dgm:spPr/>
    </dgm:pt>
    <dgm:pt modelId="{B6D52920-A4E1-4F8F-A395-394380D3FDE3}" type="pres">
      <dgm:prSet presAssocID="{1B37FF32-88E4-4A2F-ABA2-02C87F6B79AE}" presName="hierChild4" presStyleCnt="0"/>
      <dgm:spPr/>
    </dgm:pt>
    <dgm:pt modelId="{675A86A2-D319-4FE3-8F7E-4347D939F075}" type="pres">
      <dgm:prSet presAssocID="{1B37FF32-88E4-4A2F-ABA2-02C87F6B79AE}" presName="hierChild5" presStyleCnt="0"/>
      <dgm:spPr/>
    </dgm:pt>
    <dgm:pt modelId="{FF3F6B06-EBAD-4CEC-8EFA-D133E59AEF80}" type="pres">
      <dgm:prSet presAssocID="{923D18F9-B257-4321-9474-335225DA266B}" presName="Name50" presStyleLbl="parChTrans1D3" presStyleIdx="3" presStyleCnt="4"/>
      <dgm:spPr/>
    </dgm:pt>
    <dgm:pt modelId="{54349906-544E-48E1-B9F9-5D91B89DD98D}" type="pres">
      <dgm:prSet presAssocID="{FA3ACE12-D4B2-40CD-AA74-49BA7EFC791A}" presName="hierRoot2" presStyleCnt="0">
        <dgm:presLayoutVars>
          <dgm:hierBranch val="init"/>
        </dgm:presLayoutVars>
      </dgm:prSet>
      <dgm:spPr/>
    </dgm:pt>
    <dgm:pt modelId="{7BA0179A-F2B0-4170-BC46-530B958AD088}" type="pres">
      <dgm:prSet presAssocID="{FA3ACE12-D4B2-40CD-AA74-49BA7EFC791A}" presName="rootComposite" presStyleCnt="0"/>
      <dgm:spPr/>
    </dgm:pt>
    <dgm:pt modelId="{DE5C4BDA-F911-48FC-B965-63B70546ADB0}" type="pres">
      <dgm:prSet presAssocID="{FA3ACE12-D4B2-40CD-AA74-49BA7EFC791A}" presName="rootText" presStyleLbl="node3" presStyleIdx="3" presStyleCnt="4">
        <dgm:presLayoutVars>
          <dgm:chPref val="3"/>
        </dgm:presLayoutVars>
      </dgm:prSet>
      <dgm:spPr/>
    </dgm:pt>
    <dgm:pt modelId="{419CC121-51B5-4249-B20E-DAC6EA3B3CA4}" type="pres">
      <dgm:prSet presAssocID="{FA3ACE12-D4B2-40CD-AA74-49BA7EFC791A}" presName="rootConnector" presStyleLbl="node3" presStyleIdx="3" presStyleCnt="4"/>
      <dgm:spPr/>
    </dgm:pt>
    <dgm:pt modelId="{67705D3B-CD55-454B-B591-1F86F0386479}" type="pres">
      <dgm:prSet presAssocID="{FA3ACE12-D4B2-40CD-AA74-49BA7EFC791A}" presName="hierChild4" presStyleCnt="0"/>
      <dgm:spPr/>
    </dgm:pt>
    <dgm:pt modelId="{5FD7F933-7921-48B9-B44E-8C22199BD8BD}" type="pres">
      <dgm:prSet presAssocID="{FA3ACE12-D4B2-40CD-AA74-49BA7EFC791A}" presName="hierChild5" presStyleCnt="0"/>
      <dgm:spPr/>
    </dgm:pt>
    <dgm:pt modelId="{3096195E-25D1-4B6E-97EC-849AC25C55EB}" type="pres">
      <dgm:prSet presAssocID="{C45EFF9B-ABDC-4E80-9D1C-4274C78C343E}" presName="hierChild5" presStyleCnt="0"/>
      <dgm:spPr/>
    </dgm:pt>
    <dgm:pt modelId="{D8674511-152A-4345-9C26-FB66C5CD1C6C}" type="pres">
      <dgm:prSet presAssocID="{521759AD-7D0A-478C-AAAE-577D5841F504}" presName="hierChild3" presStyleCnt="0"/>
      <dgm:spPr/>
    </dgm:pt>
  </dgm:ptLst>
  <dgm:cxnLst>
    <dgm:cxn modelId="{C83AF30A-1B30-4AFD-8A36-BEB8A89F7D6B}" type="presOf" srcId="{43EBF99E-D54F-4D2C-A285-243995C0A2B3}" destId="{CBE3FA3A-D471-4723-BD90-45A9D5958A7B}" srcOrd="0" destOrd="0" presId="urn:microsoft.com/office/officeart/2005/8/layout/orgChart1"/>
    <dgm:cxn modelId="{B66C420C-5A04-4F0D-9596-9BD0132A743A}" type="presOf" srcId="{0C0AAA80-C153-4DF1-8258-BD38372D7EE4}" destId="{529C8486-A6D3-4F7A-8CE6-9596BD0C1648}" srcOrd="0" destOrd="0" presId="urn:microsoft.com/office/officeart/2005/8/layout/orgChart1"/>
    <dgm:cxn modelId="{DD0DF111-22CE-4184-A223-A67DA5234559}" type="presOf" srcId="{0C0AAA80-C153-4DF1-8258-BD38372D7EE4}" destId="{5258AA6D-A830-47CB-B2D7-B03590C4C276}" srcOrd="1" destOrd="0" presId="urn:microsoft.com/office/officeart/2005/8/layout/orgChart1"/>
    <dgm:cxn modelId="{F6BF241B-CE58-4955-B996-1BA07EA95694}" type="presOf" srcId="{08125FE5-2ADF-4F1B-89DF-CCAF430BA269}" destId="{E2839BC9-75E3-46F8-8FE7-ABF0BD28FA88}" srcOrd="0" destOrd="0" presId="urn:microsoft.com/office/officeart/2005/8/layout/orgChart1"/>
    <dgm:cxn modelId="{0FC1F31E-FE12-4626-A664-4EC89F497B2D}" srcId="{C45EFF9B-ABDC-4E80-9D1C-4274C78C343E}" destId="{E98FF79D-0DDE-4533-9869-D9B413ED8914}" srcOrd="1" destOrd="0" parTransId="{08125FE5-2ADF-4F1B-89DF-CCAF430BA269}" sibTransId="{C28E7DCB-1A68-4055-8AA9-15E2C2EAF97B}"/>
    <dgm:cxn modelId="{87C01F1F-78B1-4414-8C5B-E36FCF3B33DD}" type="presOf" srcId="{E98FF79D-0DDE-4533-9869-D9B413ED8914}" destId="{D04850C2-70A2-4755-8641-E8B244039C7F}" srcOrd="1" destOrd="0" presId="urn:microsoft.com/office/officeart/2005/8/layout/orgChart1"/>
    <dgm:cxn modelId="{2C36AE1F-DC23-40D3-AD45-E154E162B18A}" type="presOf" srcId="{E98FF79D-0DDE-4533-9869-D9B413ED8914}" destId="{0F0E19C9-F92B-4635-B78C-B4F57D59330F}" srcOrd="0" destOrd="0" presId="urn:microsoft.com/office/officeart/2005/8/layout/orgChart1"/>
    <dgm:cxn modelId="{A5A26F36-B65A-4FD7-AE40-238DD85C56C3}" type="presOf" srcId="{923D18F9-B257-4321-9474-335225DA266B}" destId="{FF3F6B06-EBAD-4CEC-8EFA-D133E59AEF80}" srcOrd="0" destOrd="0" presId="urn:microsoft.com/office/officeart/2005/8/layout/orgChart1"/>
    <dgm:cxn modelId="{BCE3503B-4B3D-47C3-BFB2-B44D603EF3D4}" srcId="{C45EFF9B-ABDC-4E80-9D1C-4274C78C343E}" destId="{7670A6DA-6D8F-4945-A35D-38A04C17D0B0}" srcOrd="0" destOrd="0" parTransId="{B2A7D98D-A1C5-46A7-A891-34345D9642A9}" sibTransId="{E1ACE72E-DC38-4DFC-998E-E1D445DD36FA}"/>
    <dgm:cxn modelId="{80AD3648-F70B-4B26-857A-81A9B32ABC14}" type="presOf" srcId="{EBBDB33E-307E-4226-A4C8-8AC87DEA14AC}" destId="{F0B5E217-1496-4751-985D-328589B22E67}" srcOrd="0" destOrd="0" presId="urn:microsoft.com/office/officeart/2005/8/layout/orgChart1"/>
    <dgm:cxn modelId="{A0205F49-A64A-40BE-98F7-41009E70DCB4}" type="presOf" srcId="{C45EFF9B-ABDC-4E80-9D1C-4274C78C343E}" destId="{87BC3FF2-C93E-40D5-B93B-AA5A0B013483}" srcOrd="1" destOrd="0" presId="urn:microsoft.com/office/officeart/2005/8/layout/orgChart1"/>
    <dgm:cxn modelId="{890F126A-314C-4E86-BBD2-2F2D9BF2BC82}" type="presOf" srcId="{FA3ACE12-D4B2-40CD-AA74-49BA7EFC791A}" destId="{419CC121-51B5-4249-B20E-DAC6EA3B3CA4}" srcOrd="1" destOrd="0" presId="urn:microsoft.com/office/officeart/2005/8/layout/orgChart1"/>
    <dgm:cxn modelId="{F697AF6F-8243-46E2-A2C8-4CC7A77DFA65}" srcId="{521759AD-7D0A-478C-AAAE-577D5841F504}" destId="{C45EFF9B-ABDC-4E80-9D1C-4274C78C343E}" srcOrd="1" destOrd="0" parTransId="{F9CF05BB-BB85-4E11-AE73-424A23488AC6}" sibTransId="{AFF89AE8-1C44-48BD-9BB7-28046C835BB1}"/>
    <dgm:cxn modelId="{6F6A0A7C-1D04-40BD-86E3-73738D713F10}" type="presOf" srcId="{C45EFF9B-ABDC-4E80-9D1C-4274C78C343E}" destId="{6414A371-D69C-4EC7-B396-71D9EE4D872E}" srcOrd="0" destOrd="0" presId="urn:microsoft.com/office/officeart/2005/8/layout/orgChart1"/>
    <dgm:cxn modelId="{E7CE4C86-3017-45F2-9170-D1A2D2BD2055}" type="presOf" srcId="{521759AD-7D0A-478C-AAAE-577D5841F504}" destId="{9E5E1DBC-FF91-4C63-AA5E-84758D928E93}" srcOrd="1" destOrd="0" presId="urn:microsoft.com/office/officeart/2005/8/layout/orgChart1"/>
    <dgm:cxn modelId="{EE4BC28C-FEB9-4374-A0D5-86D202319A1E}" type="presOf" srcId="{521759AD-7D0A-478C-AAAE-577D5841F504}" destId="{60D878CD-FF60-4E67-8E0C-47324581D0A8}" srcOrd="0" destOrd="0" presId="urn:microsoft.com/office/officeart/2005/8/layout/orgChart1"/>
    <dgm:cxn modelId="{115FAD8E-9148-46A4-80E2-191DC892FD62}" type="presOf" srcId="{1B37FF32-88E4-4A2F-ABA2-02C87F6B79AE}" destId="{E62E289A-2B13-4447-B270-AF99BC886CBA}" srcOrd="0" destOrd="0" presId="urn:microsoft.com/office/officeart/2005/8/layout/orgChart1"/>
    <dgm:cxn modelId="{7B2CBB8F-E8CE-4DF6-92D6-D389B94A62D0}" type="presOf" srcId="{F9CF05BB-BB85-4E11-AE73-424A23488AC6}" destId="{D10BC9B1-520D-4191-9EA5-72130E76237B}" srcOrd="0" destOrd="0" presId="urn:microsoft.com/office/officeart/2005/8/layout/orgChart1"/>
    <dgm:cxn modelId="{6AF86B92-CDD4-4B1A-8CB5-E6139F257F67}" type="presOf" srcId="{7670A6DA-6D8F-4945-A35D-38A04C17D0B0}" destId="{2F57014F-F9E8-4167-9218-642E577BF09D}" srcOrd="0" destOrd="0" presId="urn:microsoft.com/office/officeart/2005/8/layout/orgChart1"/>
    <dgm:cxn modelId="{14F32D95-E3D0-4A83-882B-9B3F12889CFF}" type="presOf" srcId="{B2A7D98D-A1C5-46A7-A891-34345D9642A9}" destId="{896C29F5-C453-4D70-B736-A6C57B189A2B}" srcOrd="0" destOrd="0" presId="urn:microsoft.com/office/officeart/2005/8/layout/orgChart1"/>
    <dgm:cxn modelId="{3CB86B95-C76A-43C8-9B33-B29291B60172}" type="presOf" srcId="{7670A6DA-6D8F-4945-A35D-38A04C17D0B0}" destId="{A4DDD298-6118-4A7B-A075-B3F8376C2F66}" srcOrd="1" destOrd="0" presId="urn:microsoft.com/office/officeart/2005/8/layout/orgChart1"/>
    <dgm:cxn modelId="{B6434CB3-EB27-4D29-898A-8CA9182F3FEB}" srcId="{C45EFF9B-ABDC-4E80-9D1C-4274C78C343E}" destId="{FA3ACE12-D4B2-40CD-AA74-49BA7EFC791A}" srcOrd="3" destOrd="0" parTransId="{923D18F9-B257-4321-9474-335225DA266B}" sibTransId="{E0680D5D-24C8-4543-8BAE-8B3458BE919C}"/>
    <dgm:cxn modelId="{30D5BCB6-158A-4C8E-99E2-C093848C76B3}" type="presOf" srcId="{1B37FF32-88E4-4A2F-ABA2-02C87F6B79AE}" destId="{E7D02086-DF11-43E0-A4A2-B96830C96E2D}" srcOrd="1" destOrd="0" presId="urn:microsoft.com/office/officeart/2005/8/layout/orgChart1"/>
    <dgm:cxn modelId="{EDEEB4D0-FE12-48B3-9B2C-D3CF2647ACE9}" srcId="{43EBF99E-D54F-4D2C-A285-243995C0A2B3}" destId="{521759AD-7D0A-478C-AAAE-577D5841F504}" srcOrd="0" destOrd="0" parTransId="{3ADB9DA0-C1A5-4878-B6C4-13DE95514E60}" sibTransId="{ADFFA079-DEDE-44C3-A431-2A6A499ED36A}"/>
    <dgm:cxn modelId="{F5943BEA-B6BE-4C4D-A87C-3FE45C956DD8}" srcId="{521759AD-7D0A-478C-AAAE-577D5841F504}" destId="{0C0AAA80-C153-4DF1-8258-BD38372D7EE4}" srcOrd="0" destOrd="0" parTransId="{ADF363BA-167D-4158-B0F3-1CEBD008EAD9}" sibTransId="{F021F3DC-A6F0-4854-A31D-0D8FFFE7614B}"/>
    <dgm:cxn modelId="{4F5853F0-FED0-4AC5-B1CF-95472A09234A}" type="presOf" srcId="{ADF363BA-167D-4158-B0F3-1CEBD008EAD9}" destId="{1C466D6B-93E5-4363-9D22-C1B7BA86760E}" srcOrd="0" destOrd="0" presId="urn:microsoft.com/office/officeart/2005/8/layout/orgChart1"/>
    <dgm:cxn modelId="{B197ADF3-BCAC-4E1F-BAAD-0670502C344C}" srcId="{C45EFF9B-ABDC-4E80-9D1C-4274C78C343E}" destId="{1B37FF32-88E4-4A2F-ABA2-02C87F6B79AE}" srcOrd="2" destOrd="0" parTransId="{EBBDB33E-307E-4226-A4C8-8AC87DEA14AC}" sibTransId="{1FC7E2C2-0031-44A4-BEC9-33980A2D054D}"/>
    <dgm:cxn modelId="{4F8D47FE-69D2-42CD-97ED-1BD209B8DDB6}" type="presOf" srcId="{FA3ACE12-D4B2-40CD-AA74-49BA7EFC791A}" destId="{DE5C4BDA-F911-48FC-B965-63B70546ADB0}" srcOrd="0" destOrd="0" presId="urn:microsoft.com/office/officeart/2005/8/layout/orgChart1"/>
    <dgm:cxn modelId="{9E5AEECB-0346-4079-AD27-B453709F59D4}" type="presParOf" srcId="{CBE3FA3A-D471-4723-BD90-45A9D5958A7B}" destId="{6F6EEE7A-E000-4F61-9020-62BAA24F6C5E}" srcOrd="0" destOrd="0" presId="urn:microsoft.com/office/officeart/2005/8/layout/orgChart1"/>
    <dgm:cxn modelId="{188BDB34-62B5-464B-B5F4-557CF9B714AB}" type="presParOf" srcId="{6F6EEE7A-E000-4F61-9020-62BAA24F6C5E}" destId="{AB389635-5638-47F8-A307-4ACB13C927EF}" srcOrd="0" destOrd="0" presId="urn:microsoft.com/office/officeart/2005/8/layout/orgChart1"/>
    <dgm:cxn modelId="{51221A70-680D-43DD-B62B-392390571DC7}" type="presParOf" srcId="{AB389635-5638-47F8-A307-4ACB13C927EF}" destId="{60D878CD-FF60-4E67-8E0C-47324581D0A8}" srcOrd="0" destOrd="0" presId="urn:microsoft.com/office/officeart/2005/8/layout/orgChart1"/>
    <dgm:cxn modelId="{D872744E-EABC-4072-9293-516D9CC04EA0}" type="presParOf" srcId="{AB389635-5638-47F8-A307-4ACB13C927EF}" destId="{9E5E1DBC-FF91-4C63-AA5E-84758D928E93}" srcOrd="1" destOrd="0" presId="urn:microsoft.com/office/officeart/2005/8/layout/orgChart1"/>
    <dgm:cxn modelId="{63D6B639-8932-4E7B-B36A-27F4535A61F6}" type="presParOf" srcId="{6F6EEE7A-E000-4F61-9020-62BAA24F6C5E}" destId="{622A982E-015B-4E5F-8E91-8EC4A91B608B}" srcOrd="1" destOrd="0" presId="urn:microsoft.com/office/officeart/2005/8/layout/orgChart1"/>
    <dgm:cxn modelId="{446EA961-C018-4185-B412-8F273F0B468E}" type="presParOf" srcId="{622A982E-015B-4E5F-8E91-8EC4A91B608B}" destId="{1C466D6B-93E5-4363-9D22-C1B7BA86760E}" srcOrd="0" destOrd="0" presId="urn:microsoft.com/office/officeart/2005/8/layout/orgChart1"/>
    <dgm:cxn modelId="{36853210-34B6-469A-BA1F-118D2919AE86}" type="presParOf" srcId="{622A982E-015B-4E5F-8E91-8EC4A91B608B}" destId="{BFD8AA9F-B123-48D5-B213-DF0ED261B653}" srcOrd="1" destOrd="0" presId="urn:microsoft.com/office/officeart/2005/8/layout/orgChart1"/>
    <dgm:cxn modelId="{0BC2C03C-CE45-43C5-B7AE-B095A3A5469D}" type="presParOf" srcId="{BFD8AA9F-B123-48D5-B213-DF0ED261B653}" destId="{5AFC9E0D-D7A4-487D-9F77-A55ADD197CF9}" srcOrd="0" destOrd="0" presId="urn:microsoft.com/office/officeart/2005/8/layout/orgChart1"/>
    <dgm:cxn modelId="{2EB330F0-EF2C-46E5-86F3-4C1418E6184D}" type="presParOf" srcId="{5AFC9E0D-D7A4-487D-9F77-A55ADD197CF9}" destId="{529C8486-A6D3-4F7A-8CE6-9596BD0C1648}" srcOrd="0" destOrd="0" presId="urn:microsoft.com/office/officeart/2005/8/layout/orgChart1"/>
    <dgm:cxn modelId="{7A92FCB8-7CE2-4F46-A675-F030DCD5A0E0}" type="presParOf" srcId="{5AFC9E0D-D7A4-487D-9F77-A55ADD197CF9}" destId="{5258AA6D-A830-47CB-B2D7-B03590C4C276}" srcOrd="1" destOrd="0" presId="urn:microsoft.com/office/officeart/2005/8/layout/orgChart1"/>
    <dgm:cxn modelId="{C941742D-9D90-46E0-A9FB-A553701D092E}" type="presParOf" srcId="{BFD8AA9F-B123-48D5-B213-DF0ED261B653}" destId="{593582FD-E8AF-4E23-BC9A-620062906A06}" srcOrd="1" destOrd="0" presId="urn:microsoft.com/office/officeart/2005/8/layout/orgChart1"/>
    <dgm:cxn modelId="{F7E6423A-5876-4DDA-8ED6-9C572CCCF3BB}" type="presParOf" srcId="{BFD8AA9F-B123-48D5-B213-DF0ED261B653}" destId="{A5210175-B642-4DD3-8A35-9F4D22452FBA}" srcOrd="2" destOrd="0" presId="urn:microsoft.com/office/officeart/2005/8/layout/orgChart1"/>
    <dgm:cxn modelId="{BD4D8D4C-F09B-423A-9DF1-BE6A5E100122}" type="presParOf" srcId="{622A982E-015B-4E5F-8E91-8EC4A91B608B}" destId="{D10BC9B1-520D-4191-9EA5-72130E76237B}" srcOrd="2" destOrd="0" presId="urn:microsoft.com/office/officeart/2005/8/layout/orgChart1"/>
    <dgm:cxn modelId="{2BA916BF-16FB-49FE-BBEB-48ACA1E1F7EB}" type="presParOf" srcId="{622A982E-015B-4E5F-8E91-8EC4A91B608B}" destId="{8EE45698-C414-461D-9E87-252AE093B096}" srcOrd="3" destOrd="0" presId="urn:microsoft.com/office/officeart/2005/8/layout/orgChart1"/>
    <dgm:cxn modelId="{9135782B-380C-417B-BCE6-3995A0D79366}" type="presParOf" srcId="{8EE45698-C414-461D-9E87-252AE093B096}" destId="{5F8E6918-CD47-4EDB-80F1-E995CB7C1177}" srcOrd="0" destOrd="0" presId="urn:microsoft.com/office/officeart/2005/8/layout/orgChart1"/>
    <dgm:cxn modelId="{95F1E43D-A629-44AC-A739-C79E3729957B}" type="presParOf" srcId="{5F8E6918-CD47-4EDB-80F1-E995CB7C1177}" destId="{6414A371-D69C-4EC7-B396-71D9EE4D872E}" srcOrd="0" destOrd="0" presId="urn:microsoft.com/office/officeart/2005/8/layout/orgChart1"/>
    <dgm:cxn modelId="{255ACE4B-ECFA-4204-A4DD-EB2A0D495691}" type="presParOf" srcId="{5F8E6918-CD47-4EDB-80F1-E995CB7C1177}" destId="{87BC3FF2-C93E-40D5-B93B-AA5A0B013483}" srcOrd="1" destOrd="0" presId="urn:microsoft.com/office/officeart/2005/8/layout/orgChart1"/>
    <dgm:cxn modelId="{9D67D74F-BB29-44F0-891F-BEB1EAF0393C}" type="presParOf" srcId="{8EE45698-C414-461D-9E87-252AE093B096}" destId="{04A7EAA8-1AD8-420A-ACDE-CF1DBE6C6B32}" srcOrd="1" destOrd="0" presId="urn:microsoft.com/office/officeart/2005/8/layout/orgChart1"/>
    <dgm:cxn modelId="{E6B41663-33BE-4F2E-8F0E-804FB694B169}" type="presParOf" srcId="{04A7EAA8-1AD8-420A-ACDE-CF1DBE6C6B32}" destId="{896C29F5-C453-4D70-B736-A6C57B189A2B}" srcOrd="0" destOrd="0" presId="urn:microsoft.com/office/officeart/2005/8/layout/orgChart1"/>
    <dgm:cxn modelId="{05775A84-0F66-4BB4-8335-D11DC443D5C4}" type="presParOf" srcId="{04A7EAA8-1AD8-420A-ACDE-CF1DBE6C6B32}" destId="{4239D721-E638-4810-9528-E2FE0F9E95FF}" srcOrd="1" destOrd="0" presId="urn:microsoft.com/office/officeart/2005/8/layout/orgChart1"/>
    <dgm:cxn modelId="{958B238D-3FB3-4E2D-992E-C0349447B210}" type="presParOf" srcId="{4239D721-E638-4810-9528-E2FE0F9E95FF}" destId="{052CB8A9-6E90-4D73-BD07-83F1189D5613}" srcOrd="0" destOrd="0" presId="urn:microsoft.com/office/officeart/2005/8/layout/orgChart1"/>
    <dgm:cxn modelId="{F2936907-09E9-44CF-AC10-BCAD3CCBAEA8}" type="presParOf" srcId="{052CB8A9-6E90-4D73-BD07-83F1189D5613}" destId="{2F57014F-F9E8-4167-9218-642E577BF09D}" srcOrd="0" destOrd="0" presId="urn:microsoft.com/office/officeart/2005/8/layout/orgChart1"/>
    <dgm:cxn modelId="{AA192DE3-166E-4849-9753-2D8AE8C988DB}" type="presParOf" srcId="{052CB8A9-6E90-4D73-BD07-83F1189D5613}" destId="{A4DDD298-6118-4A7B-A075-B3F8376C2F66}" srcOrd="1" destOrd="0" presId="urn:microsoft.com/office/officeart/2005/8/layout/orgChart1"/>
    <dgm:cxn modelId="{686430A8-05E8-4362-8125-0A2B77B21F5B}" type="presParOf" srcId="{4239D721-E638-4810-9528-E2FE0F9E95FF}" destId="{1D87318C-C80D-471C-B260-5152ED79B9E8}" srcOrd="1" destOrd="0" presId="urn:microsoft.com/office/officeart/2005/8/layout/orgChart1"/>
    <dgm:cxn modelId="{2482F99B-9B30-417E-8FCB-EFD322FD223C}" type="presParOf" srcId="{4239D721-E638-4810-9528-E2FE0F9E95FF}" destId="{34A7B03D-0D04-4D83-A2FE-E4E2C4634628}" srcOrd="2" destOrd="0" presId="urn:microsoft.com/office/officeart/2005/8/layout/orgChart1"/>
    <dgm:cxn modelId="{E0E593FA-1893-4332-ACC1-DFE7021BE86D}" type="presParOf" srcId="{04A7EAA8-1AD8-420A-ACDE-CF1DBE6C6B32}" destId="{E2839BC9-75E3-46F8-8FE7-ABF0BD28FA88}" srcOrd="2" destOrd="0" presId="urn:microsoft.com/office/officeart/2005/8/layout/orgChart1"/>
    <dgm:cxn modelId="{D4EA208B-A765-4F0C-9C28-598BD0B7B09A}" type="presParOf" srcId="{04A7EAA8-1AD8-420A-ACDE-CF1DBE6C6B32}" destId="{379D8EDD-EAFB-4F2D-85FC-A0110A77484F}" srcOrd="3" destOrd="0" presId="urn:microsoft.com/office/officeart/2005/8/layout/orgChart1"/>
    <dgm:cxn modelId="{F0E8BDC4-6C1D-4A0C-961F-C667ABB2A17A}" type="presParOf" srcId="{379D8EDD-EAFB-4F2D-85FC-A0110A77484F}" destId="{64162A33-420E-46D1-A9B5-649611C4B21B}" srcOrd="0" destOrd="0" presId="urn:microsoft.com/office/officeart/2005/8/layout/orgChart1"/>
    <dgm:cxn modelId="{5DC63AA8-8CF6-4A5B-B494-BDF70613BCE9}" type="presParOf" srcId="{64162A33-420E-46D1-A9B5-649611C4B21B}" destId="{0F0E19C9-F92B-4635-B78C-B4F57D59330F}" srcOrd="0" destOrd="0" presId="urn:microsoft.com/office/officeart/2005/8/layout/orgChart1"/>
    <dgm:cxn modelId="{B2BA971B-A9F6-4416-BEE2-4F488EBBC22F}" type="presParOf" srcId="{64162A33-420E-46D1-A9B5-649611C4B21B}" destId="{D04850C2-70A2-4755-8641-E8B244039C7F}" srcOrd="1" destOrd="0" presId="urn:microsoft.com/office/officeart/2005/8/layout/orgChart1"/>
    <dgm:cxn modelId="{6BC47350-B87F-47F1-A5C4-C2DBA868DCDB}" type="presParOf" srcId="{379D8EDD-EAFB-4F2D-85FC-A0110A77484F}" destId="{76229359-9BEE-43BB-A3B8-1407905D3149}" srcOrd="1" destOrd="0" presId="urn:microsoft.com/office/officeart/2005/8/layout/orgChart1"/>
    <dgm:cxn modelId="{B5D0951D-2EDC-4011-8080-2238F2B14181}" type="presParOf" srcId="{379D8EDD-EAFB-4F2D-85FC-A0110A77484F}" destId="{432EE305-2868-4FB2-A2BB-40D990DA3894}" srcOrd="2" destOrd="0" presId="urn:microsoft.com/office/officeart/2005/8/layout/orgChart1"/>
    <dgm:cxn modelId="{5A33BE08-6B4A-41BA-9FD7-3CFEF8E52629}" type="presParOf" srcId="{04A7EAA8-1AD8-420A-ACDE-CF1DBE6C6B32}" destId="{F0B5E217-1496-4751-985D-328589B22E67}" srcOrd="4" destOrd="0" presId="urn:microsoft.com/office/officeart/2005/8/layout/orgChart1"/>
    <dgm:cxn modelId="{B742015D-60D6-493B-B83F-DC98A2602F89}" type="presParOf" srcId="{04A7EAA8-1AD8-420A-ACDE-CF1DBE6C6B32}" destId="{D4A9B9E9-4007-4F55-9523-0F374977FDB9}" srcOrd="5" destOrd="0" presId="urn:microsoft.com/office/officeart/2005/8/layout/orgChart1"/>
    <dgm:cxn modelId="{73AABF46-D95C-4AFF-96E0-642955E9A578}" type="presParOf" srcId="{D4A9B9E9-4007-4F55-9523-0F374977FDB9}" destId="{AB1566F2-B495-4D82-966E-C96F5672286B}" srcOrd="0" destOrd="0" presId="urn:microsoft.com/office/officeart/2005/8/layout/orgChart1"/>
    <dgm:cxn modelId="{4439636E-E23D-4ECE-A60E-A71ED4AB2750}" type="presParOf" srcId="{AB1566F2-B495-4D82-966E-C96F5672286B}" destId="{E62E289A-2B13-4447-B270-AF99BC886CBA}" srcOrd="0" destOrd="0" presId="urn:microsoft.com/office/officeart/2005/8/layout/orgChart1"/>
    <dgm:cxn modelId="{0FEE133C-D6FF-4E15-BADE-F84016F874AF}" type="presParOf" srcId="{AB1566F2-B495-4D82-966E-C96F5672286B}" destId="{E7D02086-DF11-43E0-A4A2-B96830C96E2D}" srcOrd="1" destOrd="0" presId="urn:microsoft.com/office/officeart/2005/8/layout/orgChart1"/>
    <dgm:cxn modelId="{52123AD2-4C9F-4E7C-9E14-DCCD26492C17}" type="presParOf" srcId="{D4A9B9E9-4007-4F55-9523-0F374977FDB9}" destId="{B6D52920-A4E1-4F8F-A395-394380D3FDE3}" srcOrd="1" destOrd="0" presId="urn:microsoft.com/office/officeart/2005/8/layout/orgChart1"/>
    <dgm:cxn modelId="{5E1E05E7-6CD4-4EC2-8042-0FFFED33D0DC}" type="presParOf" srcId="{D4A9B9E9-4007-4F55-9523-0F374977FDB9}" destId="{675A86A2-D319-4FE3-8F7E-4347D939F075}" srcOrd="2" destOrd="0" presId="urn:microsoft.com/office/officeart/2005/8/layout/orgChart1"/>
    <dgm:cxn modelId="{619BE22F-F8A4-4478-A4CB-1598A6256439}" type="presParOf" srcId="{04A7EAA8-1AD8-420A-ACDE-CF1DBE6C6B32}" destId="{FF3F6B06-EBAD-4CEC-8EFA-D133E59AEF80}" srcOrd="6" destOrd="0" presId="urn:microsoft.com/office/officeart/2005/8/layout/orgChart1"/>
    <dgm:cxn modelId="{7F339727-0F7A-4193-BCB6-F9FA1B2E80B2}" type="presParOf" srcId="{04A7EAA8-1AD8-420A-ACDE-CF1DBE6C6B32}" destId="{54349906-544E-48E1-B9F9-5D91B89DD98D}" srcOrd="7" destOrd="0" presId="urn:microsoft.com/office/officeart/2005/8/layout/orgChart1"/>
    <dgm:cxn modelId="{C23AAA87-0297-4715-903A-12D9BE05A0B6}" type="presParOf" srcId="{54349906-544E-48E1-B9F9-5D91B89DD98D}" destId="{7BA0179A-F2B0-4170-BC46-530B958AD088}" srcOrd="0" destOrd="0" presId="urn:microsoft.com/office/officeart/2005/8/layout/orgChart1"/>
    <dgm:cxn modelId="{5A4CB4B7-1614-4858-91A3-1F439D1FFEC6}" type="presParOf" srcId="{7BA0179A-F2B0-4170-BC46-530B958AD088}" destId="{DE5C4BDA-F911-48FC-B965-63B70546ADB0}" srcOrd="0" destOrd="0" presId="urn:microsoft.com/office/officeart/2005/8/layout/orgChart1"/>
    <dgm:cxn modelId="{4D1B8206-B5E1-4B02-AE73-FE71E5859D71}" type="presParOf" srcId="{7BA0179A-F2B0-4170-BC46-530B958AD088}" destId="{419CC121-51B5-4249-B20E-DAC6EA3B3CA4}" srcOrd="1" destOrd="0" presId="urn:microsoft.com/office/officeart/2005/8/layout/orgChart1"/>
    <dgm:cxn modelId="{9A6A5EA2-B35D-4B9B-B1B5-FD0208AD89D6}" type="presParOf" srcId="{54349906-544E-48E1-B9F9-5D91B89DD98D}" destId="{67705D3B-CD55-454B-B591-1F86F0386479}" srcOrd="1" destOrd="0" presId="urn:microsoft.com/office/officeart/2005/8/layout/orgChart1"/>
    <dgm:cxn modelId="{DD16C21C-30B3-4E2C-BF70-7854C3EE8515}" type="presParOf" srcId="{54349906-544E-48E1-B9F9-5D91B89DD98D}" destId="{5FD7F933-7921-48B9-B44E-8C22199BD8BD}" srcOrd="2" destOrd="0" presId="urn:microsoft.com/office/officeart/2005/8/layout/orgChart1"/>
    <dgm:cxn modelId="{5125E99A-DB06-4558-9B4F-777B0193162F}" type="presParOf" srcId="{8EE45698-C414-461D-9E87-252AE093B096}" destId="{3096195E-25D1-4B6E-97EC-849AC25C55EB}" srcOrd="2" destOrd="0" presId="urn:microsoft.com/office/officeart/2005/8/layout/orgChart1"/>
    <dgm:cxn modelId="{21CC8005-4B8F-474D-A42A-FA2765B3377E}" type="presParOf" srcId="{6F6EEE7A-E000-4F61-9020-62BAA24F6C5E}" destId="{D8674511-152A-4345-9C26-FB66C5CD1C6C}" srcOrd="2" destOrd="0" presId="urn:microsoft.com/office/officeart/2005/8/layout/orgChart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43EBF99E-D54F-4D2C-A285-243995C0A2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521759AD-7D0A-478C-AAAE-577D5841F504}">
      <dgm:prSet phldrT="[Testo]" custT="1"/>
      <dgm:spPr>
        <a:solidFill>
          <a:schemeClr val="bg1">
            <a:lumMod val="95000"/>
          </a:schemeClr>
        </a:solidFill>
        <a:scene3d>
          <a:camera prst="orthographicFront"/>
          <a:lightRig rig="threePt" dir="t"/>
        </a:scene3d>
        <a:sp3d>
          <a:bevelT prst="angle"/>
        </a:sp3d>
      </dgm:spPr>
      <dgm:t>
        <a:bodyPr/>
        <a:lstStyle/>
        <a:p>
          <a:r>
            <a:rPr lang="en-US" sz="1800" noProof="0" dirty="0"/>
            <a:t>Management Value </a:t>
          </a:r>
        </a:p>
      </dgm:t>
    </dgm:pt>
    <dgm:pt modelId="{3ADB9DA0-C1A5-4878-B6C4-13DE95514E60}" type="parTrans" cxnId="{EDEEB4D0-FE12-48B3-9B2C-D3CF2647ACE9}">
      <dgm:prSet/>
      <dgm:spPr>
        <a:scene3d>
          <a:camera prst="orthographicFront"/>
          <a:lightRig rig="threePt" dir="t"/>
        </a:scene3d>
        <a:sp3d>
          <a:bevelT prst="angle"/>
        </a:sp3d>
      </dgm:spPr>
      <dgm:t>
        <a:bodyPr/>
        <a:lstStyle/>
        <a:p>
          <a:endParaRPr lang="en-US"/>
        </a:p>
      </dgm:t>
    </dgm:pt>
    <dgm:pt modelId="{ADFFA079-DEDE-44C3-A431-2A6A499ED36A}" type="sibTrans" cxnId="{EDEEB4D0-FE12-48B3-9B2C-D3CF2647ACE9}">
      <dgm:prSet/>
      <dgm:spPr/>
      <dgm:t>
        <a:bodyPr/>
        <a:lstStyle/>
        <a:p>
          <a:endParaRPr lang="en-US"/>
        </a:p>
      </dgm:t>
    </dgm:pt>
    <dgm:pt modelId="{0C0AAA80-C153-4DF1-8258-BD38372D7EE4}">
      <dgm:prSet phldrT="[Testo]" custT="1"/>
      <dgm:spPr>
        <a:solidFill>
          <a:schemeClr val="bg1">
            <a:lumMod val="95000"/>
          </a:schemeClr>
        </a:solidFill>
        <a:scene3d>
          <a:camera prst="orthographicFront"/>
          <a:lightRig rig="threePt" dir="t"/>
        </a:scene3d>
        <a:sp3d>
          <a:bevelT prst="angle"/>
        </a:sp3d>
      </dgm:spPr>
      <dgm:t>
        <a:bodyPr/>
        <a:lstStyle/>
        <a:p>
          <a:r>
            <a:rPr lang="en-US" sz="1200" b="0" noProof="0" dirty="0"/>
            <a:t>Tangible Benefits </a:t>
          </a:r>
        </a:p>
      </dgm:t>
    </dgm:pt>
    <dgm:pt modelId="{ADF363BA-167D-4158-B0F3-1CEBD008EAD9}" type="parTrans" cxnId="{F5943BEA-B6BE-4C4D-A87C-3FE45C956DD8}">
      <dgm:prSet/>
      <dgm:spPr>
        <a:scene3d>
          <a:camera prst="orthographicFront"/>
          <a:lightRig rig="threePt" dir="t"/>
        </a:scene3d>
        <a:sp3d>
          <a:bevelT prst="angle"/>
        </a:sp3d>
      </dgm:spPr>
      <dgm:t>
        <a:bodyPr/>
        <a:lstStyle/>
        <a:p>
          <a:endParaRPr lang="en-US"/>
        </a:p>
      </dgm:t>
    </dgm:pt>
    <dgm:pt modelId="{F021F3DC-A6F0-4854-A31D-0D8FFFE7614B}" type="sibTrans" cxnId="{F5943BEA-B6BE-4C4D-A87C-3FE45C956DD8}">
      <dgm:prSet/>
      <dgm:spPr/>
      <dgm:t>
        <a:bodyPr/>
        <a:lstStyle/>
        <a:p>
          <a:endParaRPr lang="en-US"/>
        </a:p>
      </dgm:t>
    </dgm:pt>
    <dgm:pt modelId="{C45EFF9B-ABDC-4E80-9D1C-4274C78C343E}">
      <dgm:prSet phldrT="[Testo]" custT="1"/>
      <dgm:spPr>
        <a:solidFill>
          <a:srgbClr val="FFC000"/>
        </a:solidFill>
        <a:scene3d>
          <a:camera prst="orthographicFront"/>
          <a:lightRig rig="threePt" dir="t"/>
        </a:scene3d>
        <a:sp3d>
          <a:bevelT prst="angle"/>
        </a:sp3d>
      </dgm:spPr>
      <dgm:t>
        <a:bodyPr/>
        <a:lstStyle/>
        <a:p>
          <a:r>
            <a:rPr lang="en-US" sz="1200" b="1" noProof="0" dirty="0"/>
            <a:t>Intangible Benefits</a:t>
          </a:r>
        </a:p>
      </dgm:t>
    </dgm:pt>
    <dgm:pt modelId="{F9CF05BB-BB85-4E11-AE73-424A23488AC6}" type="parTrans" cxnId="{F697AF6F-8243-46E2-A2C8-4CC7A77DFA65}">
      <dgm:prSet/>
      <dgm:spPr>
        <a:scene3d>
          <a:camera prst="orthographicFront"/>
          <a:lightRig rig="threePt" dir="t"/>
        </a:scene3d>
        <a:sp3d>
          <a:bevelT prst="angle"/>
        </a:sp3d>
      </dgm:spPr>
      <dgm:t>
        <a:bodyPr/>
        <a:lstStyle/>
        <a:p>
          <a:endParaRPr lang="en-US"/>
        </a:p>
      </dgm:t>
    </dgm:pt>
    <dgm:pt modelId="{AFF89AE8-1C44-48BD-9BB7-28046C835BB1}" type="sibTrans" cxnId="{F697AF6F-8243-46E2-A2C8-4CC7A77DFA65}">
      <dgm:prSet/>
      <dgm:spPr/>
      <dgm:t>
        <a:bodyPr/>
        <a:lstStyle/>
        <a:p>
          <a:endParaRPr lang="en-US"/>
        </a:p>
      </dgm:t>
    </dgm:pt>
    <dgm:pt modelId="{7670A6DA-6D8F-4945-A35D-38A04C17D0B0}">
      <dgm:prSet phldrT="[Testo]" custT="1"/>
      <dgm:spPr>
        <a:solidFill>
          <a:schemeClr val="bg1"/>
        </a:solidFill>
        <a:scene3d>
          <a:camera prst="orthographicFront"/>
          <a:lightRig rig="threePt" dir="t"/>
        </a:scene3d>
        <a:sp3d>
          <a:bevelT prst="angle"/>
        </a:sp3d>
      </dgm:spPr>
      <dgm:t>
        <a:bodyPr/>
        <a:lstStyle/>
        <a:p>
          <a:r>
            <a:rPr lang="en-US" sz="1200" b="1" noProof="0" dirty="0"/>
            <a:t>Image</a:t>
          </a:r>
        </a:p>
      </dgm:t>
    </dgm:pt>
    <dgm:pt modelId="{B2A7D98D-A1C5-46A7-A891-34345D9642A9}" type="parTrans" cxnId="{BCE3503B-4B3D-47C3-BFB2-B44D603EF3D4}">
      <dgm:prSet/>
      <dgm:spPr/>
      <dgm:t>
        <a:bodyPr/>
        <a:lstStyle/>
        <a:p>
          <a:endParaRPr lang="en-US"/>
        </a:p>
      </dgm:t>
    </dgm:pt>
    <dgm:pt modelId="{E1ACE72E-DC38-4DFC-998E-E1D445DD36FA}" type="sibTrans" cxnId="{BCE3503B-4B3D-47C3-BFB2-B44D603EF3D4}">
      <dgm:prSet/>
      <dgm:spPr/>
      <dgm:t>
        <a:bodyPr/>
        <a:lstStyle/>
        <a:p>
          <a:endParaRPr lang="en-US"/>
        </a:p>
      </dgm:t>
    </dgm:pt>
    <dgm:pt modelId="{E98FF79D-0DDE-4533-9869-D9B413ED8914}">
      <dgm:prSet phldrT="[Testo]" custT="1"/>
      <dgm:spPr>
        <a:solidFill>
          <a:srgbClr val="FFC000"/>
        </a:solidFill>
        <a:scene3d>
          <a:camera prst="orthographicFront"/>
          <a:lightRig rig="threePt" dir="t"/>
        </a:scene3d>
        <a:sp3d>
          <a:bevelT prst="angle"/>
        </a:sp3d>
      </dgm:spPr>
      <dgm:t>
        <a:bodyPr/>
        <a:lstStyle/>
        <a:p>
          <a:r>
            <a:rPr lang="en-US" sz="1200" b="1" noProof="0" dirty="0"/>
            <a:t>QoS-KPI</a:t>
          </a:r>
        </a:p>
      </dgm:t>
    </dgm:pt>
    <dgm:pt modelId="{08125FE5-2ADF-4F1B-89DF-CCAF430BA269}" type="parTrans" cxnId="{0FC1F31E-FE12-4626-A664-4EC89F497B2D}">
      <dgm:prSet/>
      <dgm:spPr/>
      <dgm:t>
        <a:bodyPr/>
        <a:lstStyle/>
        <a:p>
          <a:endParaRPr lang="en-US"/>
        </a:p>
      </dgm:t>
    </dgm:pt>
    <dgm:pt modelId="{C28E7DCB-1A68-4055-8AA9-15E2C2EAF97B}" type="sibTrans" cxnId="{0FC1F31E-FE12-4626-A664-4EC89F497B2D}">
      <dgm:prSet/>
      <dgm:spPr/>
      <dgm:t>
        <a:bodyPr/>
        <a:lstStyle/>
        <a:p>
          <a:endParaRPr lang="en-US"/>
        </a:p>
      </dgm:t>
    </dgm:pt>
    <dgm:pt modelId="{1B37FF32-88E4-4A2F-ABA2-02C87F6B79AE}">
      <dgm:prSet phldrT="[Testo]" custT="1"/>
      <dgm:spPr>
        <a:solidFill>
          <a:schemeClr val="bg1"/>
        </a:solidFill>
        <a:scene3d>
          <a:camera prst="orthographicFront"/>
          <a:lightRig rig="threePt" dir="t"/>
        </a:scene3d>
        <a:sp3d>
          <a:bevelT prst="angle"/>
        </a:sp3d>
      </dgm:spPr>
      <dgm:t>
        <a:bodyPr/>
        <a:lstStyle/>
        <a:p>
          <a:r>
            <a:rPr lang="en-US" sz="1200" b="1" noProof="0" dirty="0"/>
            <a:t>Risk</a:t>
          </a:r>
        </a:p>
      </dgm:t>
    </dgm:pt>
    <dgm:pt modelId="{EBBDB33E-307E-4226-A4C8-8AC87DEA14AC}" type="parTrans" cxnId="{B197ADF3-BCAC-4E1F-BAAD-0670502C344C}">
      <dgm:prSet/>
      <dgm:spPr/>
      <dgm:t>
        <a:bodyPr/>
        <a:lstStyle/>
        <a:p>
          <a:endParaRPr lang="en-US"/>
        </a:p>
      </dgm:t>
    </dgm:pt>
    <dgm:pt modelId="{1FC7E2C2-0031-44A4-BEC9-33980A2D054D}" type="sibTrans" cxnId="{B197ADF3-BCAC-4E1F-BAAD-0670502C344C}">
      <dgm:prSet/>
      <dgm:spPr/>
      <dgm:t>
        <a:bodyPr/>
        <a:lstStyle/>
        <a:p>
          <a:endParaRPr lang="en-US"/>
        </a:p>
      </dgm:t>
    </dgm:pt>
    <dgm:pt modelId="{FA3ACE12-D4B2-40CD-AA74-49BA7EFC791A}">
      <dgm:prSet phldrT="[Testo]" custT="1"/>
      <dgm:spPr>
        <a:solidFill>
          <a:schemeClr val="bg1"/>
        </a:solidFill>
        <a:scene3d>
          <a:camera prst="orthographicFront"/>
          <a:lightRig rig="threePt" dir="t"/>
        </a:scene3d>
        <a:sp3d>
          <a:bevelT prst="angle"/>
        </a:sp3d>
      </dgm:spPr>
      <dgm:t>
        <a:bodyPr/>
        <a:lstStyle/>
        <a:p>
          <a:r>
            <a:rPr lang="en-US" sz="1200" b="1" noProof="0" dirty="0"/>
            <a:t>Governance </a:t>
          </a:r>
        </a:p>
      </dgm:t>
    </dgm:pt>
    <dgm:pt modelId="{923D18F9-B257-4321-9474-335225DA266B}" type="parTrans" cxnId="{B6434CB3-EB27-4D29-898A-8CA9182F3FEB}">
      <dgm:prSet/>
      <dgm:spPr/>
      <dgm:t>
        <a:bodyPr/>
        <a:lstStyle/>
        <a:p>
          <a:endParaRPr lang="en-US"/>
        </a:p>
      </dgm:t>
    </dgm:pt>
    <dgm:pt modelId="{E0680D5D-24C8-4543-8BAE-8B3458BE919C}" type="sibTrans" cxnId="{B6434CB3-EB27-4D29-898A-8CA9182F3FEB}">
      <dgm:prSet/>
      <dgm:spPr/>
      <dgm:t>
        <a:bodyPr/>
        <a:lstStyle/>
        <a:p>
          <a:endParaRPr lang="en-US"/>
        </a:p>
      </dgm:t>
    </dgm:pt>
    <dgm:pt modelId="{CBE3FA3A-D471-4723-BD90-45A9D5958A7B}" type="pres">
      <dgm:prSet presAssocID="{43EBF99E-D54F-4D2C-A285-243995C0A2B3}" presName="hierChild1" presStyleCnt="0">
        <dgm:presLayoutVars>
          <dgm:orgChart val="1"/>
          <dgm:chPref val="1"/>
          <dgm:dir/>
          <dgm:animOne val="branch"/>
          <dgm:animLvl val="lvl"/>
          <dgm:resizeHandles/>
        </dgm:presLayoutVars>
      </dgm:prSet>
      <dgm:spPr/>
    </dgm:pt>
    <dgm:pt modelId="{6F6EEE7A-E000-4F61-9020-62BAA24F6C5E}" type="pres">
      <dgm:prSet presAssocID="{521759AD-7D0A-478C-AAAE-577D5841F504}" presName="hierRoot1" presStyleCnt="0">
        <dgm:presLayoutVars>
          <dgm:hierBranch val="r"/>
        </dgm:presLayoutVars>
      </dgm:prSet>
      <dgm:spPr/>
    </dgm:pt>
    <dgm:pt modelId="{AB389635-5638-47F8-A307-4ACB13C927EF}" type="pres">
      <dgm:prSet presAssocID="{521759AD-7D0A-478C-AAAE-577D5841F504}" presName="rootComposite1" presStyleCnt="0"/>
      <dgm:spPr/>
    </dgm:pt>
    <dgm:pt modelId="{60D878CD-FF60-4E67-8E0C-47324581D0A8}" type="pres">
      <dgm:prSet presAssocID="{521759AD-7D0A-478C-AAAE-577D5841F504}" presName="rootText1" presStyleLbl="node0" presStyleIdx="0" presStyleCnt="1" custScaleX="158381">
        <dgm:presLayoutVars>
          <dgm:chPref val="3"/>
        </dgm:presLayoutVars>
      </dgm:prSet>
      <dgm:spPr/>
    </dgm:pt>
    <dgm:pt modelId="{9E5E1DBC-FF91-4C63-AA5E-84758D928E93}" type="pres">
      <dgm:prSet presAssocID="{521759AD-7D0A-478C-AAAE-577D5841F504}" presName="rootConnector1" presStyleLbl="node1" presStyleIdx="0" presStyleCnt="0"/>
      <dgm:spPr/>
    </dgm:pt>
    <dgm:pt modelId="{622A982E-015B-4E5F-8E91-8EC4A91B608B}" type="pres">
      <dgm:prSet presAssocID="{521759AD-7D0A-478C-AAAE-577D5841F504}" presName="hierChild2" presStyleCnt="0"/>
      <dgm:spPr/>
    </dgm:pt>
    <dgm:pt modelId="{1C466D6B-93E5-4363-9D22-C1B7BA86760E}" type="pres">
      <dgm:prSet presAssocID="{ADF363BA-167D-4158-B0F3-1CEBD008EAD9}" presName="Name50" presStyleLbl="parChTrans1D2" presStyleIdx="0" presStyleCnt="2"/>
      <dgm:spPr/>
    </dgm:pt>
    <dgm:pt modelId="{BFD8AA9F-B123-48D5-B213-DF0ED261B653}" type="pres">
      <dgm:prSet presAssocID="{0C0AAA80-C153-4DF1-8258-BD38372D7EE4}" presName="hierRoot2" presStyleCnt="0">
        <dgm:presLayoutVars>
          <dgm:hierBranch val="init"/>
        </dgm:presLayoutVars>
      </dgm:prSet>
      <dgm:spPr/>
    </dgm:pt>
    <dgm:pt modelId="{5AFC9E0D-D7A4-487D-9F77-A55ADD197CF9}" type="pres">
      <dgm:prSet presAssocID="{0C0AAA80-C153-4DF1-8258-BD38372D7EE4}" presName="rootComposite" presStyleCnt="0"/>
      <dgm:spPr/>
    </dgm:pt>
    <dgm:pt modelId="{529C8486-A6D3-4F7A-8CE6-9596BD0C1648}" type="pres">
      <dgm:prSet presAssocID="{0C0AAA80-C153-4DF1-8258-BD38372D7EE4}" presName="rootText" presStyleLbl="node2" presStyleIdx="0" presStyleCnt="2">
        <dgm:presLayoutVars>
          <dgm:chPref val="3"/>
        </dgm:presLayoutVars>
      </dgm:prSet>
      <dgm:spPr/>
    </dgm:pt>
    <dgm:pt modelId="{5258AA6D-A830-47CB-B2D7-B03590C4C276}" type="pres">
      <dgm:prSet presAssocID="{0C0AAA80-C153-4DF1-8258-BD38372D7EE4}" presName="rootConnector" presStyleLbl="node2" presStyleIdx="0" presStyleCnt="2"/>
      <dgm:spPr/>
    </dgm:pt>
    <dgm:pt modelId="{593582FD-E8AF-4E23-BC9A-620062906A06}" type="pres">
      <dgm:prSet presAssocID="{0C0AAA80-C153-4DF1-8258-BD38372D7EE4}" presName="hierChild4" presStyleCnt="0"/>
      <dgm:spPr/>
    </dgm:pt>
    <dgm:pt modelId="{A5210175-B642-4DD3-8A35-9F4D22452FBA}" type="pres">
      <dgm:prSet presAssocID="{0C0AAA80-C153-4DF1-8258-BD38372D7EE4}" presName="hierChild5" presStyleCnt="0"/>
      <dgm:spPr/>
    </dgm:pt>
    <dgm:pt modelId="{D10BC9B1-520D-4191-9EA5-72130E76237B}" type="pres">
      <dgm:prSet presAssocID="{F9CF05BB-BB85-4E11-AE73-424A23488AC6}" presName="Name50" presStyleLbl="parChTrans1D2" presStyleIdx="1" presStyleCnt="2"/>
      <dgm:spPr/>
    </dgm:pt>
    <dgm:pt modelId="{8EE45698-C414-461D-9E87-252AE093B096}" type="pres">
      <dgm:prSet presAssocID="{C45EFF9B-ABDC-4E80-9D1C-4274C78C343E}" presName="hierRoot2" presStyleCnt="0">
        <dgm:presLayoutVars>
          <dgm:hierBranch val="r"/>
        </dgm:presLayoutVars>
      </dgm:prSet>
      <dgm:spPr/>
    </dgm:pt>
    <dgm:pt modelId="{5F8E6918-CD47-4EDB-80F1-E995CB7C1177}" type="pres">
      <dgm:prSet presAssocID="{C45EFF9B-ABDC-4E80-9D1C-4274C78C343E}" presName="rootComposite" presStyleCnt="0"/>
      <dgm:spPr/>
    </dgm:pt>
    <dgm:pt modelId="{6414A371-D69C-4EC7-B396-71D9EE4D872E}" type="pres">
      <dgm:prSet presAssocID="{C45EFF9B-ABDC-4E80-9D1C-4274C78C343E}" presName="rootText" presStyleLbl="node2" presStyleIdx="1" presStyleCnt="2">
        <dgm:presLayoutVars>
          <dgm:chPref val="3"/>
        </dgm:presLayoutVars>
      </dgm:prSet>
      <dgm:spPr/>
    </dgm:pt>
    <dgm:pt modelId="{87BC3FF2-C93E-40D5-B93B-AA5A0B013483}" type="pres">
      <dgm:prSet presAssocID="{C45EFF9B-ABDC-4E80-9D1C-4274C78C343E}" presName="rootConnector" presStyleLbl="node2" presStyleIdx="1" presStyleCnt="2"/>
      <dgm:spPr/>
    </dgm:pt>
    <dgm:pt modelId="{04A7EAA8-1AD8-420A-ACDE-CF1DBE6C6B32}" type="pres">
      <dgm:prSet presAssocID="{C45EFF9B-ABDC-4E80-9D1C-4274C78C343E}" presName="hierChild4" presStyleCnt="0"/>
      <dgm:spPr/>
    </dgm:pt>
    <dgm:pt modelId="{896C29F5-C453-4D70-B736-A6C57B189A2B}" type="pres">
      <dgm:prSet presAssocID="{B2A7D98D-A1C5-46A7-A891-34345D9642A9}" presName="Name50" presStyleLbl="parChTrans1D3" presStyleIdx="0" presStyleCnt="4"/>
      <dgm:spPr/>
    </dgm:pt>
    <dgm:pt modelId="{4239D721-E638-4810-9528-E2FE0F9E95FF}" type="pres">
      <dgm:prSet presAssocID="{7670A6DA-6D8F-4945-A35D-38A04C17D0B0}" presName="hierRoot2" presStyleCnt="0">
        <dgm:presLayoutVars>
          <dgm:hierBranch val="init"/>
        </dgm:presLayoutVars>
      </dgm:prSet>
      <dgm:spPr/>
    </dgm:pt>
    <dgm:pt modelId="{052CB8A9-6E90-4D73-BD07-83F1189D5613}" type="pres">
      <dgm:prSet presAssocID="{7670A6DA-6D8F-4945-A35D-38A04C17D0B0}" presName="rootComposite" presStyleCnt="0"/>
      <dgm:spPr/>
    </dgm:pt>
    <dgm:pt modelId="{2F57014F-F9E8-4167-9218-642E577BF09D}" type="pres">
      <dgm:prSet presAssocID="{7670A6DA-6D8F-4945-A35D-38A04C17D0B0}" presName="rootText" presStyleLbl="node3" presStyleIdx="0" presStyleCnt="4">
        <dgm:presLayoutVars>
          <dgm:chPref val="3"/>
        </dgm:presLayoutVars>
      </dgm:prSet>
      <dgm:spPr/>
    </dgm:pt>
    <dgm:pt modelId="{A4DDD298-6118-4A7B-A075-B3F8376C2F66}" type="pres">
      <dgm:prSet presAssocID="{7670A6DA-6D8F-4945-A35D-38A04C17D0B0}" presName="rootConnector" presStyleLbl="node3" presStyleIdx="0" presStyleCnt="4"/>
      <dgm:spPr/>
    </dgm:pt>
    <dgm:pt modelId="{1D87318C-C80D-471C-B260-5152ED79B9E8}" type="pres">
      <dgm:prSet presAssocID="{7670A6DA-6D8F-4945-A35D-38A04C17D0B0}" presName="hierChild4" presStyleCnt="0"/>
      <dgm:spPr/>
    </dgm:pt>
    <dgm:pt modelId="{34A7B03D-0D04-4D83-A2FE-E4E2C4634628}" type="pres">
      <dgm:prSet presAssocID="{7670A6DA-6D8F-4945-A35D-38A04C17D0B0}" presName="hierChild5" presStyleCnt="0"/>
      <dgm:spPr/>
    </dgm:pt>
    <dgm:pt modelId="{E2839BC9-75E3-46F8-8FE7-ABF0BD28FA88}" type="pres">
      <dgm:prSet presAssocID="{08125FE5-2ADF-4F1B-89DF-CCAF430BA269}" presName="Name50" presStyleLbl="parChTrans1D3" presStyleIdx="1" presStyleCnt="4"/>
      <dgm:spPr/>
    </dgm:pt>
    <dgm:pt modelId="{379D8EDD-EAFB-4F2D-85FC-A0110A77484F}" type="pres">
      <dgm:prSet presAssocID="{E98FF79D-0DDE-4533-9869-D9B413ED8914}" presName="hierRoot2" presStyleCnt="0">
        <dgm:presLayoutVars>
          <dgm:hierBranch val="init"/>
        </dgm:presLayoutVars>
      </dgm:prSet>
      <dgm:spPr/>
    </dgm:pt>
    <dgm:pt modelId="{64162A33-420E-46D1-A9B5-649611C4B21B}" type="pres">
      <dgm:prSet presAssocID="{E98FF79D-0DDE-4533-9869-D9B413ED8914}" presName="rootComposite" presStyleCnt="0"/>
      <dgm:spPr/>
    </dgm:pt>
    <dgm:pt modelId="{0F0E19C9-F92B-4635-B78C-B4F57D59330F}" type="pres">
      <dgm:prSet presAssocID="{E98FF79D-0DDE-4533-9869-D9B413ED8914}" presName="rootText" presStyleLbl="node3" presStyleIdx="1" presStyleCnt="4">
        <dgm:presLayoutVars>
          <dgm:chPref val="3"/>
        </dgm:presLayoutVars>
      </dgm:prSet>
      <dgm:spPr/>
    </dgm:pt>
    <dgm:pt modelId="{D04850C2-70A2-4755-8641-E8B244039C7F}" type="pres">
      <dgm:prSet presAssocID="{E98FF79D-0DDE-4533-9869-D9B413ED8914}" presName="rootConnector" presStyleLbl="node3" presStyleIdx="1" presStyleCnt="4"/>
      <dgm:spPr/>
    </dgm:pt>
    <dgm:pt modelId="{76229359-9BEE-43BB-A3B8-1407905D3149}" type="pres">
      <dgm:prSet presAssocID="{E98FF79D-0DDE-4533-9869-D9B413ED8914}" presName="hierChild4" presStyleCnt="0"/>
      <dgm:spPr/>
    </dgm:pt>
    <dgm:pt modelId="{432EE305-2868-4FB2-A2BB-40D990DA3894}" type="pres">
      <dgm:prSet presAssocID="{E98FF79D-0DDE-4533-9869-D9B413ED8914}" presName="hierChild5" presStyleCnt="0"/>
      <dgm:spPr/>
    </dgm:pt>
    <dgm:pt modelId="{F0B5E217-1496-4751-985D-328589B22E67}" type="pres">
      <dgm:prSet presAssocID="{EBBDB33E-307E-4226-A4C8-8AC87DEA14AC}" presName="Name50" presStyleLbl="parChTrans1D3" presStyleIdx="2" presStyleCnt="4"/>
      <dgm:spPr/>
    </dgm:pt>
    <dgm:pt modelId="{D4A9B9E9-4007-4F55-9523-0F374977FDB9}" type="pres">
      <dgm:prSet presAssocID="{1B37FF32-88E4-4A2F-ABA2-02C87F6B79AE}" presName="hierRoot2" presStyleCnt="0">
        <dgm:presLayoutVars>
          <dgm:hierBranch val="init"/>
        </dgm:presLayoutVars>
      </dgm:prSet>
      <dgm:spPr/>
    </dgm:pt>
    <dgm:pt modelId="{AB1566F2-B495-4D82-966E-C96F5672286B}" type="pres">
      <dgm:prSet presAssocID="{1B37FF32-88E4-4A2F-ABA2-02C87F6B79AE}" presName="rootComposite" presStyleCnt="0"/>
      <dgm:spPr/>
    </dgm:pt>
    <dgm:pt modelId="{E62E289A-2B13-4447-B270-AF99BC886CBA}" type="pres">
      <dgm:prSet presAssocID="{1B37FF32-88E4-4A2F-ABA2-02C87F6B79AE}" presName="rootText" presStyleLbl="node3" presStyleIdx="2" presStyleCnt="4">
        <dgm:presLayoutVars>
          <dgm:chPref val="3"/>
        </dgm:presLayoutVars>
      </dgm:prSet>
      <dgm:spPr/>
    </dgm:pt>
    <dgm:pt modelId="{E7D02086-DF11-43E0-A4A2-B96830C96E2D}" type="pres">
      <dgm:prSet presAssocID="{1B37FF32-88E4-4A2F-ABA2-02C87F6B79AE}" presName="rootConnector" presStyleLbl="node3" presStyleIdx="2" presStyleCnt="4"/>
      <dgm:spPr/>
    </dgm:pt>
    <dgm:pt modelId="{B6D52920-A4E1-4F8F-A395-394380D3FDE3}" type="pres">
      <dgm:prSet presAssocID="{1B37FF32-88E4-4A2F-ABA2-02C87F6B79AE}" presName="hierChild4" presStyleCnt="0"/>
      <dgm:spPr/>
    </dgm:pt>
    <dgm:pt modelId="{675A86A2-D319-4FE3-8F7E-4347D939F075}" type="pres">
      <dgm:prSet presAssocID="{1B37FF32-88E4-4A2F-ABA2-02C87F6B79AE}" presName="hierChild5" presStyleCnt="0"/>
      <dgm:spPr/>
    </dgm:pt>
    <dgm:pt modelId="{FF3F6B06-EBAD-4CEC-8EFA-D133E59AEF80}" type="pres">
      <dgm:prSet presAssocID="{923D18F9-B257-4321-9474-335225DA266B}" presName="Name50" presStyleLbl="parChTrans1D3" presStyleIdx="3" presStyleCnt="4"/>
      <dgm:spPr/>
    </dgm:pt>
    <dgm:pt modelId="{54349906-544E-48E1-B9F9-5D91B89DD98D}" type="pres">
      <dgm:prSet presAssocID="{FA3ACE12-D4B2-40CD-AA74-49BA7EFC791A}" presName="hierRoot2" presStyleCnt="0">
        <dgm:presLayoutVars>
          <dgm:hierBranch val="init"/>
        </dgm:presLayoutVars>
      </dgm:prSet>
      <dgm:spPr/>
    </dgm:pt>
    <dgm:pt modelId="{7BA0179A-F2B0-4170-BC46-530B958AD088}" type="pres">
      <dgm:prSet presAssocID="{FA3ACE12-D4B2-40CD-AA74-49BA7EFC791A}" presName="rootComposite" presStyleCnt="0"/>
      <dgm:spPr/>
    </dgm:pt>
    <dgm:pt modelId="{DE5C4BDA-F911-48FC-B965-63B70546ADB0}" type="pres">
      <dgm:prSet presAssocID="{FA3ACE12-D4B2-40CD-AA74-49BA7EFC791A}" presName="rootText" presStyleLbl="node3" presStyleIdx="3" presStyleCnt="4">
        <dgm:presLayoutVars>
          <dgm:chPref val="3"/>
        </dgm:presLayoutVars>
      </dgm:prSet>
      <dgm:spPr/>
    </dgm:pt>
    <dgm:pt modelId="{419CC121-51B5-4249-B20E-DAC6EA3B3CA4}" type="pres">
      <dgm:prSet presAssocID="{FA3ACE12-D4B2-40CD-AA74-49BA7EFC791A}" presName="rootConnector" presStyleLbl="node3" presStyleIdx="3" presStyleCnt="4"/>
      <dgm:spPr/>
    </dgm:pt>
    <dgm:pt modelId="{67705D3B-CD55-454B-B591-1F86F0386479}" type="pres">
      <dgm:prSet presAssocID="{FA3ACE12-D4B2-40CD-AA74-49BA7EFC791A}" presName="hierChild4" presStyleCnt="0"/>
      <dgm:spPr/>
    </dgm:pt>
    <dgm:pt modelId="{5FD7F933-7921-48B9-B44E-8C22199BD8BD}" type="pres">
      <dgm:prSet presAssocID="{FA3ACE12-D4B2-40CD-AA74-49BA7EFC791A}" presName="hierChild5" presStyleCnt="0"/>
      <dgm:spPr/>
    </dgm:pt>
    <dgm:pt modelId="{3096195E-25D1-4B6E-97EC-849AC25C55EB}" type="pres">
      <dgm:prSet presAssocID="{C45EFF9B-ABDC-4E80-9D1C-4274C78C343E}" presName="hierChild5" presStyleCnt="0"/>
      <dgm:spPr/>
    </dgm:pt>
    <dgm:pt modelId="{D8674511-152A-4345-9C26-FB66C5CD1C6C}" type="pres">
      <dgm:prSet presAssocID="{521759AD-7D0A-478C-AAAE-577D5841F504}" presName="hierChild3" presStyleCnt="0"/>
      <dgm:spPr/>
    </dgm:pt>
  </dgm:ptLst>
  <dgm:cxnLst>
    <dgm:cxn modelId="{C83AF30A-1B30-4AFD-8A36-BEB8A89F7D6B}" type="presOf" srcId="{43EBF99E-D54F-4D2C-A285-243995C0A2B3}" destId="{CBE3FA3A-D471-4723-BD90-45A9D5958A7B}" srcOrd="0" destOrd="0" presId="urn:microsoft.com/office/officeart/2005/8/layout/orgChart1"/>
    <dgm:cxn modelId="{B66C420C-5A04-4F0D-9596-9BD0132A743A}" type="presOf" srcId="{0C0AAA80-C153-4DF1-8258-BD38372D7EE4}" destId="{529C8486-A6D3-4F7A-8CE6-9596BD0C1648}" srcOrd="0" destOrd="0" presId="urn:microsoft.com/office/officeart/2005/8/layout/orgChart1"/>
    <dgm:cxn modelId="{DD0DF111-22CE-4184-A223-A67DA5234559}" type="presOf" srcId="{0C0AAA80-C153-4DF1-8258-BD38372D7EE4}" destId="{5258AA6D-A830-47CB-B2D7-B03590C4C276}" srcOrd="1" destOrd="0" presId="urn:microsoft.com/office/officeart/2005/8/layout/orgChart1"/>
    <dgm:cxn modelId="{F6BF241B-CE58-4955-B996-1BA07EA95694}" type="presOf" srcId="{08125FE5-2ADF-4F1B-89DF-CCAF430BA269}" destId="{E2839BC9-75E3-46F8-8FE7-ABF0BD28FA88}" srcOrd="0" destOrd="0" presId="urn:microsoft.com/office/officeart/2005/8/layout/orgChart1"/>
    <dgm:cxn modelId="{0FC1F31E-FE12-4626-A664-4EC89F497B2D}" srcId="{C45EFF9B-ABDC-4E80-9D1C-4274C78C343E}" destId="{E98FF79D-0DDE-4533-9869-D9B413ED8914}" srcOrd="1" destOrd="0" parTransId="{08125FE5-2ADF-4F1B-89DF-CCAF430BA269}" sibTransId="{C28E7DCB-1A68-4055-8AA9-15E2C2EAF97B}"/>
    <dgm:cxn modelId="{87C01F1F-78B1-4414-8C5B-E36FCF3B33DD}" type="presOf" srcId="{E98FF79D-0DDE-4533-9869-D9B413ED8914}" destId="{D04850C2-70A2-4755-8641-E8B244039C7F}" srcOrd="1" destOrd="0" presId="urn:microsoft.com/office/officeart/2005/8/layout/orgChart1"/>
    <dgm:cxn modelId="{2C36AE1F-DC23-40D3-AD45-E154E162B18A}" type="presOf" srcId="{E98FF79D-0DDE-4533-9869-D9B413ED8914}" destId="{0F0E19C9-F92B-4635-B78C-B4F57D59330F}" srcOrd="0" destOrd="0" presId="urn:microsoft.com/office/officeart/2005/8/layout/orgChart1"/>
    <dgm:cxn modelId="{A5A26F36-B65A-4FD7-AE40-238DD85C56C3}" type="presOf" srcId="{923D18F9-B257-4321-9474-335225DA266B}" destId="{FF3F6B06-EBAD-4CEC-8EFA-D133E59AEF80}" srcOrd="0" destOrd="0" presId="urn:microsoft.com/office/officeart/2005/8/layout/orgChart1"/>
    <dgm:cxn modelId="{BCE3503B-4B3D-47C3-BFB2-B44D603EF3D4}" srcId="{C45EFF9B-ABDC-4E80-9D1C-4274C78C343E}" destId="{7670A6DA-6D8F-4945-A35D-38A04C17D0B0}" srcOrd="0" destOrd="0" parTransId="{B2A7D98D-A1C5-46A7-A891-34345D9642A9}" sibTransId="{E1ACE72E-DC38-4DFC-998E-E1D445DD36FA}"/>
    <dgm:cxn modelId="{80AD3648-F70B-4B26-857A-81A9B32ABC14}" type="presOf" srcId="{EBBDB33E-307E-4226-A4C8-8AC87DEA14AC}" destId="{F0B5E217-1496-4751-985D-328589B22E67}" srcOrd="0" destOrd="0" presId="urn:microsoft.com/office/officeart/2005/8/layout/orgChart1"/>
    <dgm:cxn modelId="{A0205F49-A64A-40BE-98F7-41009E70DCB4}" type="presOf" srcId="{C45EFF9B-ABDC-4E80-9D1C-4274C78C343E}" destId="{87BC3FF2-C93E-40D5-B93B-AA5A0B013483}" srcOrd="1" destOrd="0" presId="urn:microsoft.com/office/officeart/2005/8/layout/orgChart1"/>
    <dgm:cxn modelId="{890F126A-314C-4E86-BBD2-2F2D9BF2BC82}" type="presOf" srcId="{FA3ACE12-D4B2-40CD-AA74-49BA7EFC791A}" destId="{419CC121-51B5-4249-B20E-DAC6EA3B3CA4}" srcOrd="1" destOrd="0" presId="urn:microsoft.com/office/officeart/2005/8/layout/orgChart1"/>
    <dgm:cxn modelId="{F697AF6F-8243-46E2-A2C8-4CC7A77DFA65}" srcId="{521759AD-7D0A-478C-AAAE-577D5841F504}" destId="{C45EFF9B-ABDC-4E80-9D1C-4274C78C343E}" srcOrd="1" destOrd="0" parTransId="{F9CF05BB-BB85-4E11-AE73-424A23488AC6}" sibTransId="{AFF89AE8-1C44-48BD-9BB7-28046C835BB1}"/>
    <dgm:cxn modelId="{6F6A0A7C-1D04-40BD-86E3-73738D713F10}" type="presOf" srcId="{C45EFF9B-ABDC-4E80-9D1C-4274C78C343E}" destId="{6414A371-D69C-4EC7-B396-71D9EE4D872E}" srcOrd="0" destOrd="0" presId="urn:microsoft.com/office/officeart/2005/8/layout/orgChart1"/>
    <dgm:cxn modelId="{E7CE4C86-3017-45F2-9170-D1A2D2BD2055}" type="presOf" srcId="{521759AD-7D0A-478C-AAAE-577D5841F504}" destId="{9E5E1DBC-FF91-4C63-AA5E-84758D928E93}" srcOrd="1" destOrd="0" presId="urn:microsoft.com/office/officeart/2005/8/layout/orgChart1"/>
    <dgm:cxn modelId="{EE4BC28C-FEB9-4374-A0D5-86D202319A1E}" type="presOf" srcId="{521759AD-7D0A-478C-AAAE-577D5841F504}" destId="{60D878CD-FF60-4E67-8E0C-47324581D0A8}" srcOrd="0" destOrd="0" presId="urn:microsoft.com/office/officeart/2005/8/layout/orgChart1"/>
    <dgm:cxn modelId="{115FAD8E-9148-46A4-80E2-191DC892FD62}" type="presOf" srcId="{1B37FF32-88E4-4A2F-ABA2-02C87F6B79AE}" destId="{E62E289A-2B13-4447-B270-AF99BC886CBA}" srcOrd="0" destOrd="0" presId="urn:microsoft.com/office/officeart/2005/8/layout/orgChart1"/>
    <dgm:cxn modelId="{7B2CBB8F-E8CE-4DF6-92D6-D389B94A62D0}" type="presOf" srcId="{F9CF05BB-BB85-4E11-AE73-424A23488AC6}" destId="{D10BC9B1-520D-4191-9EA5-72130E76237B}" srcOrd="0" destOrd="0" presId="urn:microsoft.com/office/officeart/2005/8/layout/orgChart1"/>
    <dgm:cxn modelId="{EC45D292-B98C-4E17-AA71-C5DD3DE71311}" type="presOf" srcId="{7670A6DA-6D8F-4945-A35D-38A04C17D0B0}" destId="{A4DDD298-6118-4A7B-A075-B3F8376C2F66}" srcOrd="1" destOrd="0" presId="urn:microsoft.com/office/officeart/2005/8/layout/orgChart1"/>
    <dgm:cxn modelId="{14F32D95-E3D0-4A83-882B-9B3F12889CFF}" type="presOf" srcId="{B2A7D98D-A1C5-46A7-A891-34345D9642A9}" destId="{896C29F5-C453-4D70-B736-A6C57B189A2B}" srcOrd="0" destOrd="0" presId="urn:microsoft.com/office/officeart/2005/8/layout/orgChart1"/>
    <dgm:cxn modelId="{B6434CB3-EB27-4D29-898A-8CA9182F3FEB}" srcId="{C45EFF9B-ABDC-4E80-9D1C-4274C78C343E}" destId="{FA3ACE12-D4B2-40CD-AA74-49BA7EFC791A}" srcOrd="3" destOrd="0" parTransId="{923D18F9-B257-4321-9474-335225DA266B}" sibTransId="{E0680D5D-24C8-4543-8BAE-8B3458BE919C}"/>
    <dgm:cxn modelId="{30D5BCB6-158A-4C8E-99E2-C093848C76B3}" type="presOf" srcId="{1B37FF32-88E4-4A2F-ABA2-02C87F6B79AE}" destId="{E7D02086-DF11-43E0-A4A2-B96830C96E2D}" srcOrd="1" destOrd="0" presId="urn:microsoft.com/office/officeart/2005/8/layout/orgChart1"/>
    <dgm:cxn modelId="{EDEEB4D0-FE12-48B3-9B2C-D3CF2647ACE9}" srcId="{43EBF99E-D54F-4D2C-A285-243995C0A2B3}" destId="{521759AD-7D0A-478C-AAAE-577D5841F504}" srcOrd="0" destOrd="0" parTransId="{3ADB9DA0-C1A5-4878-B6C4-13DE95514E60}" sibTransId="{ADFFA079-DEDE-44C3-A431-2A6A499ED36A}"/>
    <dgm:cxn modelId="{F5943BEA-B6BE-4C4D-A87C-3FE45C956DD8}" srcId="{521759AD-7D0A-478C-AAAE-577D5841F504}" destId="{0C0AAA80-C153-4DF1-8258-BD38372D7EE4}" srcOrd="0" destOrd="0" parTransId="{ADF363BA-167D-4158-B0F3-1CEBD008EAD9}" sibTransId="{F021F3DC-A6F0-4854-A31D-0D8FFFE7614B}"/>
    <dgm:cxn modelId="{4F5853F0-FED0-4AC5-B1CF-95472A09234A}" type="presOf" srcId="{ADF363BA-167D-4158-B0F3-1CEBD008EAD9}" destId="{1C466D6B-93E5-4363-9D22-C1B7BA86760E}" srcOrd="0" destOrd="0" presId="urn:microsoft.com/office/officeart/2005/8/layout/orgChart1"/>
    <dgm:cxn modelId="{B197ADF3-BCAC-4E1F-BAAD-0670502C344C}" srcId="{C45EFF9B-ABDC-4E80-9D1C-4274C78C343E}" destId="{1B37FF32-88E4-4A2F-ABA2-02C87F6B79AE}" srcOrd="2" destOrd="0" parTransId="{EBBDB33E-307E-4226-A4C8-8AC87DEA14AC}" sibTransId="{1FC7E2C2-0031-44A4-BEC9-33980A2D054D}"/>
    <dgm:cxn modelId="{58324BF9-F479-4F1D-BBF4-221202DB3970}" type="presOf" srcId="{7670A6DA-6D8F-4945-A35D-38A04C17D0B0}" destId="{2F57014F-F9E8-4167-9218-642E577BF09D}" srcOrd="0" destOrd="0" presId="urn:microsoft.com/office/officeart/2005/8/layout/orgChart1"/>
    <dgm:cxn modelId="{4F8D47FE-69D2-42CD-97ED-1BD209B8DDB6}" type="presOf" srcId="{FA3ACE12-D4B2-40CD-AA74-49BA7EFC791A}" destId="{DE5C4BDA-F911-48FC-B965-63B70546ADB0}" srcOrd="0" destOrd="0" presId="urn:microsoft.com/office/officeart/2005/8/layout/orgChart1"/>
    <dgm:cxn modelId="{9E5AEECB-0346-4079-AD27-B453709F59D4}" type="presParOf" srcId="{CBE3FA3A-D471-4723-BD90-45A9D5958A7B}" destId="{6F6EEE7A-E000-4F61-9020-62BAA24F6C5E}" srcOrd="0" destOrd="0" presId="urn:microsoft.com/office/officeart/2005/8/layout/orgChart1"/>
    <dgm:cxn modelId="{188BDB34-62B5-464B-B5F4-557CF9B714AB}" type="presParOf" srcId="{6F6EEE7A-E000-4F61-9020-62BAA24F6C5E}" destId="{AB389635-5638-47F8-A307-4ACB13C927EF}" srcOrd="0" destOrd="0" presId="urn:microsoft.com/office/officeart/2005/8/layout/orgChart1"/>
    <dgm:cxn modelId="{51221A70-680D-43DD-B62B-392390571DC7}" type="presParOf" srcId="{AB389635-5638-47F8-A307-4ACB13C927EF}" destId="{60D878CD-FF60-4E67-8E0C-47324581D0A8}" srcOrd="0" destOrd="0" presId="urn:microsoft.com/office/officeart/2005/8/layout/orgChart1"/>
    <dgm:cxn modelId="{D872744E-EABC-4072-9293-516D9CC04EA0}" type="presParOf" srcId="{AB389635-5638-47F8-A307-4ACB13C927EF}" destId="{9E5E1DBC-FF91-4C63-AA5E-84758D928E93}" srcOrd="1" destOrd="0" presId="urn:microsoft.com/office/officeart/2005/8/layout/orgChart1"/>
    <dgm:cxn modelId="{63D6B639-8932-4E7B-B36A-27F4535A61F6}" type="presParOf" srcId="{6F6EEE7A-E000-4F61-9020-62BAA24F6C5E}" destId="{622A982E-015B-4E5F-8E91-8EC4A91B608B}" srcOrd="1" destOrd="0" presId="urn:microsoft.com/office/officeart/2005/8/layout/orgChart1"/>
    <dgm:cxn modelId="{446EA961-C018-4185-B412-8F273F0B468E}" type="presParOf" srcId="{622A982E-015B-4E5F-8E91-8EC4A91B608B}" destId="{1C466D6B-93E5-4363-9D22-C1B7BA86760E}" srcOrd="0" destOrd="0" presId="urn:microsoft.com/office/officeart/2005/8/layout/orgChart1"/>
    <dgm:cxn modelId="{36853210-34B6-469A-BA1F-118D2919AE86}" type="presParOf" srcId="{622A982E-015B-4E5F-8E91-8EC4A91B608B}" destId="{BFD8AA9F-B123-48D5-B213-DF0ED261B653}" srcOrd="1" destOrd="0" presId="urn:microsoft.com/office/officeart/2005/8/layout/orgChart1"/>
    <dgm:cxn modelId="{0BC2C03C-CE45-43C5-B7AE-B095A3A5469D}" type="presParOf" srcId="{BFD8AA9F-B123-48D5-B213-DF0ED261B653}" destId="{5AFC9E0D-D7A4-487D-9F77-A55ADD197CF9}" srcOrd="0" destOrd="0" presId="urn:microsoft.com/office/officeart/2005/8/layout/orgChart1"/>
    <dgm:cxn modelId="{2EB330F0-EF2C-46E5-86F3-4C1418E6184D}" type="presParOf" srcId="{5AFC9E0D-D7A4-487D-9F77-A55ADD197CF9}" destId="{529C8486-A6D3-4F7A-8CE6-9596BD0C1648}" srcOrd="0" destOrd="0" presId="urn:microsoft.com/office/officeart/2005/8/layout/orgChart1"/>
    <dgm:cxn modelId="{7A92FCB8-7CE2-4F46-A675-F030DCD5A0E0}" type="presParOf" srcId="{5AFC9E0D-D7A4-487D-9F77-A55ADD197CF9}" destId="{5258AA6D-A830-47CB-B2D7-B03590C4C276}" srcOrd="1" destOrd="0" presId="urn:microsoft.com/office/officeart/2005/8/layout/orgChart1"/>
    <dgm:cxn modelId="{C941742D-9D90-46E0-A9FB-A553701D092E}" type="presParOf" srcId="{BFD8AA9F-B123-48D5-B213-DF0ED261B653}" destId="{593582FD-E8AF-4E23-BC9A-620062906A06}" srcOrd="1" destOrd="0" presId="urn:microsoft.com/office/officeart/2005/8/layout/orgChart1"/>
    <dgm:cxn modelId="{F7E6423A-5876-4DDA-8ED6-9C572CCCF3BB}" type="presParOf" srcId="{BFD8AA9F-B123-48D5-B213-DF0ED261B653}" destId="{A5210175-B642-4DD3-8A35-9F4D22452FBA}" srcOrd="2" destOrd="0" presId="urn:microsoft.com/office/officeart/2005/8/layout/orgChart1"/>
    <dgm:cxn modelId="{BD4D8D4C-F09B-423A-9DF1-BE6A5E100122}" type="presParOf" srcId="{622A982E-015B-4E5F-8E91-8EC4A91B608B}" destId="{D10BC9B1-520D-4191-9EA5-72130E76237B}" srcOrd="2" destOrd="0" presId="urn:microsoft.com/office/officeart/2005/8/layout/orgChart1"/>
    <dgm:cxn modelId="{2BA916BF-16FB-49FE-BBEB-48ACA1E1F7EB}" type="presParOf" srcId="{622A982E-015B-4E5F-8E91-8EC4A91B608B}" destId="{8EE45698-C414-461D-9E87-252AE093B096}" srcOrd="3" destOrd="0" presId="urn:microsoft.com/office/officeart/2005/8/layout/orgChart1"/>
    <dgm:cxn modelId="{9135782B-380C-417B-BCE6-3995A0D79366}" type="presParOf" srcId="{8EE45698-C414-461D-9E87-252AE093B096}" destId="{5F8E6918-CD47-4EDB-80F1-E995CB7C1177}" srcOrd="0" destOrd="0" presId="urn:microsoft.com/office/officeart/2005/8/layout/orgChart1"/>
    <dgm:cxn modelId="{95F1E43D-A629-44AC-A739-C79E3729957B}" type="presParOf" srcId="{5F8E6918-CD47-4EDB-80F1-E995CB7C1177}" destId="{6414A371-D69C-4EC7-B396-71D9EE4D872E}" srcOrd="0" destOrd="0" presId="urn:microsoft.com/office/officeart/2005/8/layout/orgChart1"/>
    <dgm:cxn modelId="{255ACE4B-ECFA-4204-A4DD-EB2A0D495691}" type="presParOf" srcId="{5F8E6918-CD47-4EDB-80F1-E995CB7C1177}" destId="{87BC3FF2-C93E-40D5-B93B-AA5A0B013483}" srcOrd="1" destOrd="0" presId="urn:microsoft.com/office/officeart/2005/8/layout/orgChart1"/>
    <dgm:cxn modelId="{9D67D74F-BB29-44F0-891F-BEB1EAF0393C}" type="presParOf" srcId="{8EE45698-C414-461D-9E87-252AE093B096}" destId="{04A7EAA8-1AD8-420A-ACDE-CF1DBE6C6B32}" srcOrd="1" destOrd="0" presId="urn:microsoft.com/office/officeart/2005/8/layout/orgChart1"/>
    <dgm:cxn modelId="{E6B41663-33BE-4F2E-8F0E-804FB694B169}" type="presParOf" srcId="{04A7EAA8-1AD8-420A-ACDE-CF1DBE6C6B32}" destId="{896C29F5-C453-4D70-B736-A6C57B189A2B}" srcOrd="0" destOrd="0" presId="urn:microsoft.com/office/officeart/2005/8/layout/orgChart1"/>
    <dgm:cxn modelId="{05775A84-0F66-4BB4-8335-D11DC443D5C4}" type="presParOf" srcId="{04A7EAA8-1AD8-420A-ACDE-CF1DBE6C6B32}" destId="{4239D721-E638-4810-9528-E2FE0F9E95FF}" srcOrd="1" destOrd="0" presId="urn:microsoft.com/office/officeart/2005/8/layout/orgChart1"/>
    <dgm:cxn modelId="{5F0D32C5-F461-4EA7-A5BF-CF686F804470}" type="presParOf" srcId="{4239D721-E638-4810-9528-E2FE0F9E95FF}" destId="{052CB8A9-6E90-4D73-BD07-83F1189D5613}" srcOrd="0" destOrd="0" presId="urn:microsoft.com/office/officeart/2005/8/layout/orgChart1"/>
    <dgm:cxn modelId="{56191324-81E9-4160-A2BB-741E8A62DAF8}" type="presParOf" srcId="{052CB8A9-6E90-4D73-BD07-83F1189D5613}" destId="{2F57014F-F9E8-4167-9218-642E577BF09D}" srcOrd="0" destOrd="0" presId="urn:microsoft.com/office/officeart/2005/8/layout/orgChart1"/>
    <dgm:cxn modelId="{37EBD89E-E8AF-4FAF-B437-E840FC18E3D0}" type="presParOf" srcId="{052CB8A9-6E90-4D73-BD07-83F1189D5613}" destId="{A4DDD298-6118-4A7B-A075-B3F8376C2F66}" srcOrd="1" destOrd="0" presId="urn:microsoft.com/office/officeart/2005/8/layout/orgChart1"/>
    <dgm:cxn modelId="{07CFD6BF-AE0F-46BE-899C-5D560AE746F3}" type="presParOf" srcId="{4239D721-E638-4810-9528-E2FE0F9E95FF}" destId="{1D87318C-C80D-471C-B260-5152ED79B9E8}" srcOrd="1" destOrd="0" presId="urn:microsoft.com/office/officeart/2005/8/layout/orgChart1"/>
    <dgm:cxn modelId="{62BE84F7-ECBE-41A2-87B5-9D3756796428}" type="presParOf" srcId="{4239D721-E638-4810-9528-E2FE0F9E95FF}" destId="{34A7B03D-0D04-4D83-A2FE-E4E2C4634628}" srcOrd="2" destOrd="0" presId="urn:microsoft.com/office/officeart/2005/8/layout/orgChart1"/>
    <dgm:cxn modelId="{E0E593FA-1893-4332-ACC1-DFE7021BE86D}" type="presParOf" srcId="{04A7EAA8-1AD8-420A-ACDE-CF1DBE6C6B32}" destId="{E2839BC9-75E3-46F8-8FE7-ABF0BD28FA88}" srcOrd="2" destOrd="0" presId="urn:microsoft.com/office/officeart/2005/8/layout/orgChart1"/>
    <dgm:cxn modelId="{D4EA208B-A765-4F0C-9C28-598BD0B7B09A}" type="presParOf" srcId="{04A7EAA8-1AD8-420A-ACDE-CF1DBE6C6B32}" destId="{379D8EDD-EAFB-4F2D-85FC-A0110A77484F}" srcOrd="3" destOrd="0" presId="urn:microsoft.com/office/officeart/2005/8/layout/orgChart1"/>
    <dgm:cxn modelId="{F0E8BDC4-6C1D-4A0C-961F-C667ABB2A17A}" type="presParOf" srcId="{379D8EDD-EAFB-4F2D-85FC-A0110A77484F}" destId="{64162A33-420E-46D1-A9B5-649611C4B21B}" srcOrd="0" destOrd="0" presId="urn:microsoft.com/office/officeart/2005/8/layout/orgChart1"/>
    <dgm:cxn modelId="{5DC63AA8-8CF6-4A5B-B494-BDF70613BCE9}" type="presParOf" srcId="{64162A33-420E-46D1-A9B5-649611C4B21B}" destId="{0F0E19C9-F92B-4635-B78C-B4F57D59330F}" srcOrd="0" destOrd="0" presId="urn:microsoft.com/office/officeart/2005/8/layout/orgChart1"/>
    <dgm:cxn modelId="{B2BA971B-A9F6-4416-BEE2-4F488EBBC22F}" type="presParOf" srcId="{64162A33-420E-46D1-A9B5-649611C4B21B}" destId="{D04850C2-70A2-4755-8641-E8B244039C7F}" srcOrd="1" destOrd="0" presId="urn:microsoft.com/office/officeart/2005/8/layout/orgChart1"/>
    <dgm:cxn modelId="{6BC47350-B87F-47F1-A5C4-C2DBA868DCDB}" type="presParOf" srcId="{379D8EDD-EAFB-4F2D-85FC-A0110A77484F}" destId="{76229359-9BEE-43BB-A3B8-1407905D3149}" srcOrd="1" destOrd="0" presId="urn:microsoft.com/office/officeart/2005/8/layout/orgChart1"/>
    <dgm:cxn modelId="{B5D0951D-2EDC-4011-8080-2238F2B14181}" type="presParOf" srcId="{379D8EDD-EAFB-4F2D-85FC-A0110A77484F}" destId="{432EE305-2868-4FB2-A2BB-40D990DA3894}" srcOrd="2" destOrd="0" presId="urn:microsoft.com/office/officeart/2005/8/layout/orgChart1"/>
    <dgm:cxn modelId="{5A33BE08-6B4A-41BA-9FD7-3CFEF8E52629}" type="presParOf" srcId="{04A7EAA8-1AD8-420A-ACDE-CF1DBE6C6B32}" destId="{F0B5E217-1496-4751-985D-328589B22E67}" srcOrd="4" destOrd="0" presId="urn:microsoft.com/office/officeart/2005/8/layout/orgChart1"/>
    <dgm:cxn modelId="{B742015D-60D6-493B-B83F-DC98A2602F89}" type="presParOf" srcId="{04A7EAA8-1AD8-420A-ACDE-CF1DBE6C6B32}" destId="{D4A9B9E9-4007-4F55-9523-0F374977FDB9}" srcOrd="5" destOrd="0" presId="urn:microsoft.com/office/officeart/2005/8/layout/orgChart1"/>
    <dgm:cxn modelId="{73AABF46-D95C-4AFF-96E0-642955E9A578}" type="presParOf" srcId="{D4A9B9E9-4007-4F55-9523-0F374977FDB9}" destId="{AB1566F2-B495-4D82-966E-C96F5672286B}" srcOrd="0" destOrd="0" presId="urn:microsoft.com/office/officeart/2005/8/layout/orgChart1"/>
    <dgm:cxn modelId="{4439636E-E23D-4ECE-A60E-A71ED4AB2750}" type="presParOf" srcId="{AB1566F2-B495-4D82-966E-C96F5672286B}" destId="{E62E289A-2B13-4447-B270-AF99BC886CBA}" srcOrd="0" destOrd="0" presId="urn:microsoft.com/office/officeart/2005/8/layout/orgChart1"/>
    <dgm:cxn modelId="{0FEE133C-D6FF-4E15-BADE-F84016F874AF}" type="presParOf" srcId="{AB1566F2-B495-4D82-966E-C96F5672286B}" destId="{E7D02086-DF11-43E0-A4A2-B96830C96E2D}" srcOrd="1" destOrd="0" presId="urn:microsoft.com/office/officeart/2005/8/layout/orgChart1"/>
    <dgm:cxn modelId="{52123AD2-4C9F-4E7C-9E14-DCCD26492C17}" type="presParOf" srcId="{D4A9B9E9-4007-4F55-9523-0F374977FDB9}" destId="{B6D52920-A4E1-4F8F-A395-394380D3FDE3}" srcOrd="1" destOrd="0" presId="urn:microsoft.com/office/officeart/2005/8/layout/orgChart1"/>
    <dgm:cxn modelId="{5E1E05E7-6CD4-4EC2-8042-0FFFED33D0DC}" type="presParOf" srcId="{D4A9B9E9-4007-4F55-9523-0F374977FDB9}" destId="{675A86A2-D319-4FE3-8F7E-4347D939F075}" srcOrd="2" destOrd="0" presId="urn:microsoft.com/office/officeart/2005/8/layout/orgChart1"/>
    <dgm:cxn modelId="{619BE22F-F8A4-4478-A4CB-1598A6256439}" type="presParOf" srcId="{04A7EAA8-1AD8-420A-ACDE-CF1DBE6C6B32}" destId="{FF3F6B06-EBAD-4CEC-8EFA-D133E59AEF80}" srcOrd="6" destOrd="0" presId="urn:microsoft.com/office/officeart/2005/8/layout/orgChart1"/>
    <dgm:cxn modelId="{7F339727-0F7A-4193-BCB6-F9FA1B2E80B2}" type="presParOf" srcId="{04A7EAA8-1AD8-420A-ACDE-CF1DBE6C6B32}" destId="{54349906-544E-48E1-B9F9-5D91B89DD98D}" srcOrd="7" destOrd="0" presId="urn:microsoft.com/office/officeart/2005/8/layout/orgChart1"/>
    <dgm:cxn modelId="{C23AAA87-0297-4715-903A-12D9BE05A0B6}" type="presParOf" srcId="{54349906-544E-48E1-B9F9-5D91B89DD98D}" destId="{7BA0179A-F2B0-4170-BC46-530B958AD088}" srcOrd="0" destOrd="0" presId="urn:microsoft.com/office/officeart/2005/8/layout/orgChart1"/>
    <dgm:cxn modelId="{5A4CB4B7-1614-4858-91A3-1F439D1FFEC6}" type="presParOf" srcId="{7BA0179A-F2B0-4170-BC46-530B958AD088}" destId="{DE5C4BDA-F911-48FC-B965-63B70546ADB0}" srcOrd="0" destOrd="0" presId="urn:microsoft.com/office/officeart/2005/8/layout/orgChart1"/>
    <dgm:cxn modelId="{4D1B8206-B5E1-4B02-AE73-FE71E5859D71}" type="presParOf" srcId="{7BA0179A-F2B0-4170-BC46-530B958AD088}" destId="{419CC121-51B5-4249-B20E-DAC6EA3B3CA4}" srcOrd="1" destOrd="0" presId="urn:microsoft.com/office/officeart/2005/8/layout/orgChart1"/>
    <dgm:cxn modelId="{9A6A5EA2-B35D-4B9B-B1B5-FD0208AD89D6}" type="presParOf" srcId="{54349906-544E-48E1-B9F9-5D91B89DD98D}" destId="{67705D3B-CD55-454B-B591-1F86F0386479}" srcOrd="1" destOrd="0" presId="urn:microsoft.com/office/officeart/2005/8/layout/orgChart1"/>
    <dgm:cxn modelId="{DD16C21C-30B3-4E2C-BF70-7854C3EE8515}" type="presParOf" srcId="{54349906-544E-48E1-B9F9-5D91B89DD98D}" destId="{5FD7F933-7921-48B9-B44E-8C22199BD8BD}" srcOrd="2" destOrd="0" presId="urn:microsoft.com/office/officeart/2005/8/layout/orgChart1"/>
    <dgm:cxn modelId="{5125E99A-DB06-4558-9B4F-777B0193162F}" type="presParOf" srcId="{8EE45698-C414-461D-9E87-252AE093B096}" destId="{3096195E-25D1-4B6E-97EC-849AC25C55EB}" srcOrd="2" destOrd="0" presId="urn:microsoft.com/office/officeart/2005/8/layout/orgChart1"/>
    <dgm:cxn modelId="{21CC8005-4B8F-474D-A42A-FA2765B3377E}" type="presParOf" srcId="{6F6EEE7A-E000-4F61-9020-62BAA24F6C5E}" destId="{D8674511-152A-4345-9C26-FB66C5CD1C6C}" srcOrd="2" destOrd="0" presId="urn:microsoft.com/office/officeart/2005/8/layout/orgChart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43EBF99E-D54F-4D2C-A285-243995C0A2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521759AD-7D0A-478C-AAAE-577D5841F504}">
      <dgm:prSet phldrT="[Testo]" custT="1"/>
      <dgm:spPr>
        <a:solidFill>
          <a:schemeClr val="bg1">
            <a:lumMod val="95000"/>
          </a:schemeClr>
        </a:solidFill>
        <a:scene3d>
          <a:camera prst="orthographicFront"/>
          <a:lightRig rig="threePt" dir="t"/>
        </a:scene3d>
        <a:sp3d>
          <a:bevelT prst="angle"/>
        </a:sp3d>
      </dgm:spPr>
      <dgm:t>
        <a:bodyPr/>
        <a:lstStyle/>
        <a:p>
          <a:r>
            <a:rPr lang="en-US" sz="1800" noProof="0" dirty="0"/>
            <a:t>Management Value </a:t>
          </a:r>
        </a:p>
      </dgm:t>
    </dgm:pt>
    <dgm:pt modelId="{3ADB9DA0-C1A5-4878-B6C4-13DE95514E60}" type="parTrans" cxnId="{EDEEB4D0-FE12-48B3-9B2C-D3CF2647ACE9}">
      <dgm:prSet/>
      <dgm:spPr>
        <a:scene3d>
          <a:camera prst="orthographicFront"/>
          <a:lightRig rig="threePt" dir="t"/>
        </a:scene3d>
        <a:sp3d>
          <a:bevelT prst="angle"/>
        </a:sp3d>
      </dgm:spPr>
      <dgm:t>
        <a:bodyPr/>
        <a:lstStyle/>
        <a:p>
          <a:endParaRPr lang="en-US"/>
        </a:p>
      </dgm:t>
    </dgm:pt>
    <dgm:pt modelId="{ADFFA079-DEDE-44C3-A431-2A6A499ED36A}" type="sibTrans" cxnId="{EDEEB4D0-FE12-48B3-9B2C-D3CF2647ACE9}">
      <dgm:prSet/>
      <dgm:spPr/>
      <dgm:t>
        <a:bodyPr/>
        <a:lstStyle/>
        <a:p>
          <a:endParaRPr lang="en-US"/>
        </a:p>
      </dgm:t>
    </dgm:pt>
    <dgm:pt modelId="{0C0AAA80-C153-4DF1-8258-BD38372D7EE4}">
      <dgm:prSet phldrT="[Testo]" custT="1"/>
      <dgm:spPr>
        <a:solidFill>
          <a:schemeClr val="bg1">
            <a:lumMod val="95000"/>
          </a:schemeClr>
        </a:solidFill>
        <a:scene3d>
          <a:camera prst="orthographicFront"/>
          <a:lightRig rig="threePt" dir="t"/>
        </a:scene3d>
        <a:sp3d>
          <a:bevelT prst="angle"/>
        </a:sp3d>
      </dgm:spPr>
      <dgm:t>
        <a:bodyPr/>
        <a:lstStyle/>
        <a:p>
          <a:r>
            <a:rPr lang="en-US" sz="1200" b="0" noProof="0" dirty="0"/>
            <a:t>Tangible Benefits </a:t>
          </a:r>
        </a:p>
      </dgm:t>
    </dgm:pt>
    <dgm:pt modelId="{ADF363BA-167D-4158-B0F3-1CEBD008EAD9}" type="parTrans" cxnId="{F5943BEA-B6BE-4C4D-A87C-3FE45C956DD8}">
      <dgm:prSet/>
      <dgm:spPr>
        <a:scene3d>
          <a:camera prst="orthographicFront"/>
          <a:lightRig rig="threePt" dir="t"/>
        </a:scene3d>
        <a:sp3d>
          <a:bevelT prst="angle"/>
        </a:sp3d>
      </dgm:spPr>
      <dgm:t>
        <a:bodyPr/>
        <a:lstStyle/>
        <a:p>
          <a:endParaRPr lang="en-US"/>
        </a:p>
      </dgm:t>
    </dgm:pt>
    <dgm:pt modelId="{F021F3DC-A6F0-4854-A31D-0D8FFFE7614B}" type="sibTrans" cxnId="{F5943BEA-B6BE-4C4D-A87C-3FE45C956DD8}">
      <dgm:prSet/>
      <dgm:spPr/>
      <dgm:t>
        <a:bodyPr/>
        <a:lstStyle/>
        <a:p>
          <a:endParaRPr lang="en-US"/>
        </a:p>
      </dgm:t>
    </dgm:pt>
    <dgm:pt modelId="{C45EFF9B-ABDC-4E80-9D1C-4274C78C343E}">
      <dgm:prSet phldrT="[Testo]" custT="1"/>
      <dgm:spPr>
        <a:solidFill>
          <a:srgbClr val="FFC000"/>
        </a:solidFill>
        <a:scene3d>
          <a:camera prst="orthographicFront"/>
          <a:lightRig rig="threePt" dir="t"/>
        </a:scene3d>
        <a:sp3d>
          <a:bevelT prst="angle"/>
        </a:sp3d>
      </dgm:spPr>
      <dgm:t>
        <a:bodyPr/>
        <a:lstStyle/>
        <a:p>
          <a:r>
            <a:rPr lang="en-US" sz="1200" b="1" noProof="0" dirty="0"/>
            <a:t>Intangible Benefits</a:t>
          </a:r>
        </a:p>
      </dgm:t>
    </dgm:pt>
    <dgm:pt modelId="{F9CF05BB-BB85-4E11-AE73-424A23488AC6}" type="parTrans" cxnId="{F697AF6F-8243-46E2-A2C8-4CC7A77DFA65}">
      <dgm:prSet/>
      <dgm:spPr>
        <a:scene3d>
          <a:camera prst="orthographicFront"/>
          <a:lightRig rig="threePt" dir="t"/>
        </a:scene3d>
        <a:sp3d>
          <a:bevelT prst="angle"/>
        </a:sp3d>
      </dgm:spPr>
      <dgm:t>
        <a:bodyPr/>
        <a:lstStyle/>
        <a:p>
          <a:endParaRPr lang="en-US"/>
        </a:p>
      </dgm:t>
    </dgm:pt>
    <dgm:pt modelId="{AFF89AE8-1C44-48BD-9BB7-28046C835BB1}" type="sibTrans" cxnId="{F697AF6F-8243-46E2-A2C8-4CC7A77DFA65}">
      <dgm:prSet/>
      <dgm:spPr/>
      <dgm:t>
        <a:bodyPr/>
        <a:lstStyle/>
        <a:p>
          <a:endParaRPr lang="en-US"/>
        </a:p>
      </dgm:t>
    </dgm:pt>
    <dgm:pt modelId="{7670A6DA-6D8F-4945-A35D-38A04C17D0B0}">
      <dgm:prSet phldrT="[Testo]" custT="1"/>
      <dgm:spPr>
        <a:solidFill>
          <a:schemeClr val="bg1"/>
        </a:solidFill>
        <a:scene3d>
          <a:camera prst="orthographicFront"/>
          <a:lightRig rig="threePt" dir="t"/>
        </a:scene3d>
        <a:sp3d>
          <a:bevelT prst="angle"/>
        </a:sp3d>
      </dgm:spPr>
      <dgm:t>
        <a:bodyPr/>
        <a:lstStyle/>
        <a:p>
          <a:r>
            <a:rPr lang="en-US" sz="1200" b="1" noProof="0" dirty="0"/>
            <a:t>Image</a:t>
          </a:r>
        </a:p>
      </dgm:t>
    </dgm:pt>
    <dgm:pt modelId="{B2A7D98D-A1C5-46A7-A891-34345D9642A9}" type="parTrans" cxnId="{BCE3503B-4B3D-47C3-BFB2-B44D603EF3D4}">
      <dgm:prSet/>
      <dgm:spPr/>
      <dgm:t>
        <a:bodyPr/>
        <a:lstStyle/>
        <a:p>
          <a:endParaRPr lang="en-US"/>
        </a:p>
      </dgm:t>
    </dgm:pt>
    <dgm:pt modelId="{E1ACE72E-DC38-4DFC-998E-E1D445DD36FA}" type="sibTrans" cxnId="{BCE3503B-4B3D-47C3-BFB2-B44D603EF3D4}">
      <dgm:prSet/>
      <dgm:spPr/>
      <dgm:t>
        <a:bodyPr/>
        <a:lstStyle/>
        <a:p>
          <a:endParaRPr lang="en-US"/>
        </a:p>
      </dgm:t>
    </dgm:pt>
    <dgm:pt modelId="{E98FF79D-0DDE-4533-9869-D9B413ED8914}">
      <dgm:prSet phldrT="[Testo]" custT="1"/>
      <dgm:spPr>
        <a:solidFill>
          <a:schemeClr val="bg1"/>
        </a:solidFill>
        <a:scene3d>
          <a:camera prst="orthographicFront"/>
          <a:lightRig rig="threePt" dir="t"/>
        </a:scene3d>
        <a:sp3d>
          <a:bevelT prst="angle"/>
        </a:sp3d>
      </dgm:spPr>
      <dgm:t>
        <a:bodyPr/>
        <a:lstStyle/>
        <a:p>
          <a:r>
            <a:rPr lang="en-US" sz="1200" b="1" noProof="0" dirty="0"/>
            <a:t>QoS-KPI</a:t>
          </a:r>
        </a:p>
      </dgm:t>
    </dgm:pt>
    <dgm:pt modelId="{08125FE5-2ADF-4F1B-89DF-CCAF430BA269}" type="parTrans" cxnId="{0FC1F31E-FE12-4626-A664-4EC89F497B2D}">
      <dgm:prSet/>
      <dgm:spPr/>
      <dgm:t>
        <a:bodyPr/>
        <a:lstStyle/>
        <a:p>
          <a:endParaRPr lang="en-US"/>
        </a:p>
      </dgm:t>
    </dgm:pt>
    <dgm:pt modelId="{C28E7DCB-1A68-4055-8AA9-15E2C2EAF97B}" type="sibTrans" cxnId="{0FC1F31E-FE12-4626-A664-4EC89F497B2D}">
      <dgm:prSet/>
      <dgm:spPr/>
      <dgm:t>
        <a:bodyPr/>
        <a:lstStyle/>
        <a:p>
          <a:endParaRPr lang="en-US"/>
        </a:p>
      </dgm:t>
    </dgm:pt>
    <dgm:pt modelId="{1B37FF32-88E4-4A2F-ABA2-02C87F6B79AE}">
      <dgm:prSet phldrT="[Testo]" custT="1"/>
      <dgm:spPr>
        <a:solidFill>
          <a:srgbClr val="FFC000"/>
        </a:solidFill>
        <a:scene3d>
          <a:camera prst="orthographicFront"/>
          <a:lightRig rig="threePt" dir="t"/>
        </a:scene3d>
        <a:sp3d>
          <a:bevelT prst="angle"/>
        </a:sp3d>
      </dgm:spPr>
      <dgm:t>
        <a:bodyPr/>
        <a:lstStyle/>
        <a:p>
          <a:r>
            <a:rPr lang="en-US" sz="1200" b="1" noProof="0" dirty="0"/>
            <a:t>Risk</a:t>
          </a:r>
        </a:p>
      </dgm:t>
    </dgm:pt>
    <dgm:pt modelId="{EBBDB33E-307E-4226-A4C8-8AC87DEA14AC}" type="parTrans" cxnId="{B197ADF3-BCAC-4E1F-BAAD-0670502C344C}">
      <dgm:prSet/>
      <dgm:spPr/>
      <dgm:t>
        <a:bodyPr/>
        <a:lstStyle/>
        <a:p>
          <a:endParaRPr lang="en-US"/>
        </a:p>
      </dgm:t>
    </dgm:pt>
    <dgm:pt modelId="{1FC7E2C2-0031-44A4-BEC9-33980A2D054D}" type="sibTrans" cxnId="{B197ADF3-BCAC-4E1F-BAAD-0670502C344C}">
      <dgm:prSet/>
      <dgm:spPr/>
      <dgm:t>
        <a:bodyPr/>
        <a:lstStyle/>
        <a:p>
          <a:endParaRPr lang="en-US"/>
        </a:p>
      </dgm:t>
    </dgm:pt>
    <dgm:pt modelId="{FA3ACE12-D4B2-40CD-AA74-49BA7EFC791A}">
      <dgm:prSet phldrT="[Testo]" custT="1"/>
      <dgm:spPr>
        <a:solidFill>
          <a:srgbClr val="FFC000"/>
        </a:solidFill>
        <a:scene3d>
          <a:camera prst="orthographicFront"/>
          <a:lightRig rig="threePt" dir="t"/>
        </a:scene3d>
        <a:sp3d>
          <a:bevelT prst="angle"/>
        </a:sp3d>
      </dgm:spPr>
      <dgm:t>
        <a:bodyPr/>
        <a:lstStyle/>
        <a:p>
          <a:r>
            <a:rPr lang="en-US" sz="1200" b="1" noProof="0" dirty="0"/>
            <a:t>Governance </a:t>
          </a:r>
        </a:p>
      </dgm:t>
    </dgm:pt>
    <dgm:pt modelId="{923D18F9-B257-4321-9474-335225DA266B}" type="parTrans" cxnId="{B6434CB3-EB27-4D29-898A-8CA9182F3FEB}">
      <dgm:prSet/>
      <dgm:spPr/>
      <dgm:t>
        <a:bodyPr/>
        <a:lstStyle/>
        <a:p>
          <a:endParaRPr lang="en-US"/>
        </a:p>
      </dgm:t>
    </dgm:pt>
    <dgm:pt modelId="{E0680D5D-24C8-4543-8BAE-8B3458BE919C}" type="sibTrans" cxnId="{B6434CB3-EB27-4D29-898A-8CA9182F3FEB}">
      <dgm:prSet/>
      <dgm:spPr/>
      <dgm:t>
        <a:bodyPr/>
        <a:lstStyle/>
        <a:p>
          <a:endParaRPr lang="en-US"/>
        </a:p>
      </dgm:t>
    </dgm:pt>
    <dgm:pt modelId="{CBE3FA3A-D471-4723-BD90-45A9D5958A7B}" type="pres">
      <dgm:prSet presAssocID="{43EBF99E-D54F-4D2C-A285-243995C0A2B3}" presName="hierChild1" presStyleCnt="0">
        <dgm:presLayoutVars>
          <dgm:orgChart val="1"/>
          <dgm:chPref val="1"/>
          <dgm:dir/>
          <dgm:animOne val="branch"/>
          <dgm:animLvl val="lvl"/>
          <dgm:resizeHandles/>
        </dgm:presLayoutVars>
      </dgm:prSet>
      <dgm:spPr/>
    </dgm:pt>
    <dgm:pt modelId="{6F6EEE7A-E000-4F61-9020-62BAA24F6C5E}" type="pres">
      <dgm:prSet presAssocID="{521759AD-7D0A-478C-AAAE-577D5841F504}" presName="hierRoot1" presStyleCnt="0">
        <dgm:presLayoutVars>
          <dgm:hierBranch val="r"/>
        </dgm:presLayoutVars>
      </dgm:prSet>
      <dgm:spPr/>
    </dgm:pt>
    <dgm:pt modelId="{AB389635-5638-47F8-A307-4ACB13C927EF}" type="pres">
      <dgm:prSet presAssocID="{521759AD-7D0A-478C-AAAE-577D5841F504}" presName="rootComposite1" presStyleCnt="0"/>
      <dgm:spPr/>
    </dgm:pt>
    <dgm:pt modelId="{60D878CD-FF60-4E67-8E0C-47324581D0A8}" type="pres">
      <dgm:prSet presAssocID="{521759AD-7D0A-478C-AAAE-577D5841F504}" presName="rootText1" presStyleLbl="node0" presStyleIdx="0" presStyleCnt="1" custScaleX="158381">
        <dgm:presLayoutVars>
          <dgm:chPref val="3"/>
        </dgm:presLayoutVars>
      </dgm:prSet>
      <dgm:spPr/>
    </dgm:pt>
    <dgm:pt modelId="{9E5E1DBC-FF91-4C63-AA5E-84758D928E93}" type="pres">
      <dgm:prSet presAssocID="{521759AD-7D0A-478C-AAAE-577D5841F504}" presName="rootConnector1" presStyleLbl="node1" presStyleIdx="0" presStyleCnt="0"/>
      <dgm:spPr/>
    </dgm:pt>
    <dgm:pt modelId="{622A982E-015B-4E5F-8E91-8EC4A91B608B}" type="pres">
      <dgm:prSet presAssocID="{521759AD-7D0A-478C-AAAE-577D5841F504}" presName="hierChild2" presStyleCnt="0"/>
      <dgm:spPr/>
    </dgm:pt>
    <dgm:pt modelId="{1C466D6B-93E5-4363-9D22-C1B7BA86760E}" type="pres">
      <dgm:prSet presAssocID="{ADF363BA-167D-4158-B0F3-1CEBD008EAD9}" presName="Name50" presStyleLbl="parChTrans1D2" presStyleIdx="0" presStyleCnt="2"/>
      <dgm:spPr/>
    </dgm:pt>
    <dgm:pt modelId="{BFD8AA9F-B123-48D5-B213-DF0ED261B653}" type="pres">
      <dgm:prSet presAssocID="{0C0AAA80-C153-4DF1-8258-BD38372D7EE4}" presName="hierRoot2" presStyleCnt="0">
        <dgm:presLayoutVars>
          <dgm:hierBranch val="init"/>
        </dgm:presLayoutVars>
      </dgm:prSet>
      <dgm:spPr/>
    </dgm:pt>
    <dgm:pt modelId="{5AFC9E0D-D7A4-487D-9F77-A55ADD197CF9}" type="pres">
      <dgm:prSet presAssocID="{0C0AAA80-C153-4DF1-8258-BD38372D7EE4}" presName="rootComposite" presStyleCnt="0"/>
      <dgm:spPr/>
    </dgm:pt>
    <dgm:pt modelId="{529C8486-A6D3-4F7A-8CE6-9596BD0C1648}" type="pres">
      <dgm:prSet presAssocID="{0C0AAA80-C153-4DF1-8258-BD38372D7EE4}" presName="rootText" presStyleLbl="node2" presStyleIdx="0" presStyleCnt="2">
        <dgm:presLayoutVars>
          <dgm:chPref val="3"/>
        </dgm:presLayoutVars>
      </dgm:prSet>
      <dgm:spPr/>
    </dgm:pt>
    <dgm:pt modelId="{5258AA6D-A830-47CB-B2D7-B03590C4C276}" type="pres">
      <dgm:prSet presAssocID="{0C0AAA80-C153-4DF1-8258-BD38372D7EE4}" presName="rootConnector" presStyleLbl="node2" presStyleIdx="0" presStyleCnt="2"/>
      <dgm:spPr/>
    </dgm:pt>
    <dgm:pt modelId="{593582FD-E8AF-4E23-BC9A-620062906A06}" type="pres">
      <dgm:prSet presAssocID="{0C0AAA80-C153-4DF1-8258-BD38372D7EE4}" presName="hierChild4" presStyleCnt="0"/>
      <dgm:spPr/>
    </dgm:pt>
    <dgm:pt modelId="{A5210175-B642-4DD3-8A35-9F4D22452FBA}" type="pres">
      <dgm:prSet presAssocID="{0C0AAA80-C153-4DF1-8258-BD38372D7EE4}" presName="hierChild5" presStyleCnt="0"/>
      <dgm:spPr/>
    </dgm:pt>
    <dgm:pt modelId="{D10BC9B1-520D-4191-9EA5-72130E76237B}" type="pres">
      <dgm:prSet presAssocID="{F9CF05BB-BB85-4E11-AE73-424A23488AC6}" presName="Name50" presStyleLbl="parChTrans1D2" presStyleIdx="1" presStyleCnt="2"/>
      <dgm:spPr/>
    </dgm:pt>
    <dgm:pt modelId="{8EE45698-C414-461D-9E87-252AE093B096}" type="pres">
      <dgm:prSet presAssocID="{C45EFF9B-ABDC-4E80-9D1C-4274C78C343E}" presName="hierRoot2" presStyleCnt="0">
        <dgm:presLayoutVars>
          <dgm:hierBranch val="r"/>
        </dgm:presLayoutVars>
      </dgm:prSet>
      <dgm:spPr/>
    </dgm:pt>
    <dgm:pt modelId="{5F8E6918-CD47-4EDB-80F1-E995CB7C1177}" type="pres">
      <dgm:prSet presAssocID="{C45EFF9B-ABDC-4E80-9D1C-4274C78C343E}" presName="rootComposite" presStyleCnt="0"/>
      <dgm:spPr/>
    </dgm:pt>
    <dgm:pt modelId="{6414A371-D69C-4EC7-B396-71D9EE4D872E}" type="pres">
      <dgm:prSet presAssocID="{C45EFF9B-ABDC-4E80-9D1C-4274C78C343E}" presName="rootText" presStyleLbl="node2" presStyleIdx="1" presStyleCnt="2">
        <dgm:presLayoutVars>
          <dgm:chPref val="3"/>
        </dgm:presLayoutVars>
      </dgm:prSet>
      <dgm:spPr/>
    </dgm:pt>
    <dgm:pt modelId="{87BC3FF2-C93E-40D5-B93B-AA5A0B013483}" type="pres">
      <dgm:prSet presAssocID="{C45EFF9B-ABDC-4E80-9D1C-4274C78C343E}" presName="rootConnector" presStyleLbl="node2" presStyleIdx="1" presStyleCnt="2"/>
      <dgm:spPr/>
    </dgm:pt>
    <dgm:pt modelId="{04A7EAA8-1AD8-420A-ACDE-CF1DBE6C6B32}" type="pres">
      <dgm:prSet presAssocID="{C45EFF9B-ABDC-4E80-9D1C-4274C78C343E}" presName="hierChild4" presStyleCnt="0"/>
      <dgm:spPr/>
    </dgm:pt>
    <dgm:pt modelId="{896C29F5-C453-4D70-B736-A6C57B189A2B}" type="pres">
      <dgm:prSet presAssocID="{B2A7D98D-A1C5-46A7-A891-34345D9642A9}" presName="Name50" presStyleLbl="parChTrans1D3" presStyleIdx="0" presStyleCnt="4"/>
      <dgm:spPr/>
    </dgm:pt>
    <dgm:pt modelId="{4239D721-E638-4810-9528-E2FE0F9E95FF}" type="pres">
      <dgm:prSet presAssocID="{7670A6DA-6D8F-4945-A35D-38A04C17D0B0}" presName="hierRoot2" presStyleCnt="0">
        <dgm:presLayoutVars>
          <dgm:hierBranch val="init"/>
        </dgm:presLayoutVars>
      </dgm:prSet>
      <dgm:spPr/>
    </dgm:pt>
    <dgm:pt modelId="{052CB8A9-6E90-4D73-BD07-83F1189D5613}" type="pres">
      <dgm:prSet presAssocID="{7670A6DA-6D8F-4945-A35D-38A04C17D0B0}" presName="rootComposite" presStyleCnt="0"/>
      <dgm:spPr/>
    </dgm:pt>
    <dgm:pt modelId="{2F57014F-F9E8-4167-9218-642E577BF09D}" type="pres">
      <dgm:prSet presAssocID="{7670A6DA-6D8F-4945-A35D-38A04C17D0B0}" presName="rootText" presStyleLbl="node3" presStyleIdx="0" presStyleCnt="4">
        <dgm:presLayoutVars>
          <dgm:chPref val="3"/>
        </dgm:presLayoutVars>
      </dgm:prSet>
      <dgm:spPr/>
    </dgm:pt>
    <dgm:pt modelId="{A4DDD298-6118-4A7B-A075-B3F8376C2F66}" type="pres">
      <dgm:prSet presAssocID="{7670A6DA-6D8F-4945-A35D-38A04C17D0B0}" presName="rootConnector" presStyleLbl="node3" presStyleIdx="0" presStyleCnt="4"/>
      <dgm:spPr/>
    </dgm:pt>
    <dgm:pt modelId="{1D87318C-C80D-471C-B260-5152ED79B9E8}" type="pres">
      <dgm:prSet presAssocID="{7670A6DA-6D8F-4945-A35D-38A04C17D0B0}" presName="hierChild4" presStyleCnt="0"/>
      <dgm:spPr/>
    </dgm:pt>
    <dgm:pt modelId="{34A7B03D-0D04-4D83-A2FE-E4E2C4634628}" type="pres">
      <dgm:prSet presAssocID="{7670A6DA-6D8F-4945-A35D-38A04C17D0B0}" presName="hierChild5" presStyleCnt="0"/>
      <dgm:spPr/>
    </dgm:pt>
    <dgm:pt modelId="{E2839BC9-75E3-46F8-8FE7-ABF0BD28FA88}" type="pres">
      <dgm:prSet presAssocID="{08125FE5-2ADF-4F1B-89DF-CCAF430BA269}" presName="Name50" presStyleLbl="parChTrans1D3" presStyleIdx="1" presStyleCnt="4"/>
      <dgm:spPr/>
    </dgm:pt>
    <dgm:pt modelId="{379D8EDD-EAFB-4F2D-85FC-A0110A77484F}" type="pres">
      <dgm:prSet presAssocID="{E98FF79D-0DDE-4533-9869-D9B413ED8914}" presName="hierRoot2" presStyleCnt="0">
        <dgm:presLayoutVars>
          <dgm:hierBranch val="init"/>
        </dgm:presLayoutVars>
      </dgm:prSet>
      <dgm:spPr/>
    </dgm:pt>
    <dgm:pt modelId="{64162A33-420E-46D1-A9B5-649611C4B21B}" type="pres">
      <dgm:prSet presAssocID="{E98FF79D-0DDE-4533-9869-D9B413ED8914}" presName="rootComposite" presStyleCnt="0"/>
      <dgm:spPr/>
    </dgm:pt>
    <dgm:pt modelId="{0F0E19C9-F92B-4635-B78C-B4F57D59330F}" type="pres">
      <dgm:prSet presAssocID="{E98FF79D-0DDE-4533-9869-D9B413ED8914}" presName="rootText" presStyleLbl="node3" presStyleIdx="1" presStyleCnt="4">
        <dgm:presLayoutVars>
          <dgm:chPref val="3"/>
        </dgm:presLayoutVars>
      </dgm:prSet>
      <dgm:spPr/>
    </dgm:pt>
    <dgm:pt modelId="{D04850C2-70A2-4755-8641-E8B244039C7F}" type="pres">
      <dgm:prSet presAssocID="{E98FF79D-0DDE-4533-9869-D9B413ED8914}" presName="rootConnector" presStyleLbl="node3" presStyleIdx="1" presStyleCnt="4"/>
      <dgm:spPr/>
    </dgm:pt>
    <dgm:pt modelId="{76229359-9BEE-43BB-A3B8-1407905D3149}" type="pres">
      <dgm:prSet presAssocID="{E98FF79D-0DDE-4533-9869-D9B413ED8914}" presName="hierChild4" presStyleCnt="0"/>
      <dgm:spPr/>
    </dgm:pt>
    <dgm:pt modelId="{432EE305-2868-4FB2-A2BB-40D990DA3894}" type="pres">
      <dgm:prSet presAssocID="{E98FF79D-0DDE-4533-9869-D9B413ED8914}" presName="hierChild5" presStyleCnt="0"/>
      <dgm:spPr/>
    </dgm:pt>
    <dgm:pt modelId="{F0B5E217-1496-4751-985D-328589B22E67}" type="pres">
      <dgm:prSet presAssocID="{EBBDB33E-307E-4226-A4C8-8AC87DEA14AC}" presName="Name50" presStyleLbl="parChTrans1D3" presStyleIdx="2" presStyleCnt="4"/>
      <dgm:spPr/>
    </dgm:pt>
    <dgm:pt modelId="{D4A9B9E9-4007-4F55-9523-0F374977FDB9}" type="pres">
      <dgm:prSet presAssocID="{1B37FF32-88E4-4A2F-ABA2-02C87F6B79AE}" presName="hierRoot2" presStyleCnt="0">
        <dgm:presLayoutVars>
          <dgm:hierBranch val="init"/>
        </dgm:presLayoutVars>
      </dgm:prSet>
      <dgm:spPr/>
    </dgm:pt>
    <dgm:pt modelId="{AB1566F2-B495-4D82-966E-C96F5672286B}" type="pres">
      <dgm:prSet presAssocID="{1B37FF32-88E4-4A2F-ABA2-02C87F6B79AE}" presName="rootComposite" presStyleCnt="0"/>
      <dgm:spPr/>
    </dgm:pt>
    <dgm:pt modelId="{E62E289A-2B13-4447-B270-AF99BC886CBA}" type="pres">
      <dgm:prSet presAssocID="{1B37FF32-88E4-4A2F-ABA2-02C87F6B79AE}" presName="rootText" presStyleLbl="node3" presStyleIdx="2" presStyleCnt="4">
        <dgm:presLayoutVars>
          <dgm:chPref val="3"/>
        </dgm:presLayoutVars>
      </dgm:prSet>
      <dgm:spPr/>
    </dgm:pt>
    <dgm:pt modelId="{E7D02086-DF11-43E0-A4A2-B96830C96E2D}" type="pres">
      <dgm:prSet presAssocID="{1B37FF32-88E4-4A2F-ABA2-02C87F6B79AE}" presName="rootConnector" presStyleLbl="node3" presStyleIdx="2" presStyleCnt="4"/>
      <dgm:spPr/>
    </dgm:pt>
    <dgm:pt modelId="{B6D52920-A4E1-4F8F-A395-394380D3FDE3}" type="pres">
      <dgm:prSet presAssocID="{1B37FF32-88E4-4A2F-ABA2-02C87F6B79AE}" presName="hierChild4" presStyleCnt="0"/>
      <dgm:spPr/>
    </dgm:pt>
    <dgm:pt modelId="{675A86A2-D319-4FE3-8F7E-4347D939F075}" type="pres">
      <dgm:prSet presAssocID="{1B37FF32-88E4-4A2F-ABA2-02C87F6B79AE}" presName="hierChild5" presStyleCnt="0"/>
      <dgm:spPr/>
    </dgm:pt>
    <dgm:pt modelId="{FF3F6B06-EBAD-4CEC-8EFA-D133E59AEF80}" type="pres">
      <dgm:prSet presAssocID="{923D18F9-B257-4321-9474-335225DA266B}" presName="Name50" presStyleLbl="parChTrans1D3" presStyleIdx="3" presStyleCnt="4"/>
      <dgm:spPr/>
    </dgm:pt>
    <dgm:pt modelId="{54349906-544E-48E1-B9F9-5D91B89DD98D}" type="pres">
      <dgm:prSet presAssocID="{FA3ACE12-D4B2-40CD-AA74-49BA7EFC791A}" presName="hierRoot2" presStyleCnt="0">
        <dgm:presLayoutVars>
          <dgm:hierBranch val="init"/>
        </dgm:presLayoutVars>
      </dgm:prSet>
      <dgm:spPr/>
    </dgm:pt>
    <dgm:pt modelId="{7BA0179A-F2B0-4170-BC46-530B958AD088}" type="pres">
      <dgm:prSet presAssocID="{FA3ACE12-D4B2-40CD-AA74-49BA7EFC791A}" presName="rootComposite" presStyleCnt="0"/>
      <dgm:spPr/>
    </dgm:pt>
    <dgm:pt modelId="{DE5C4BDA-F911-48FC-B965-63B70546ADB0}" type="pres">
      <dgm:prSet presAssocID="{FA3ACE12-D4B2-40CD-AA74-49BA7EFC791A}" presName="rootText" presStyleLbl="node3" presStyleIdx="3" presStyleCnt="4">
        <dgm:presLayoutVars>
          <dgm:chPref val="3"/>
        </dgm:presLayoutVars>
      </dgm:prSet>
      <dgm:spPr/>
    </dgm:pt>
    <dgm:pt modelId="{419CC121-51B5-4249-B20E-DAC6EA3B3CA4}" type="pres">
      <dgm:prSet presAssocID="{FA3ACE12-D4B2-40CD-AA74-49BA7EFC791A}" presName="rootConnector" presStyleLbl="node3" presStyleIdx="3" presStyleCnt="4"/>
      <dgm:spPr/>
    </dgm:pt>
    <dgm:pt modelId="{67705D3B-CD55-454B-B591-1F86F0386479}" type="pres">
      <dgm:prSet presAssocID="{FA3ACE12-D4B2-40CD-AA74-49BA7EFC791A}" presName="hierChild4" presStyleCnt="0"/>
      <dgm:spPr/>
    </dgm:pt>
    <dgm:pt modelId="{5FD7F933-7921-48B9-B44E-8C22199BD8BD}" type="pres">
      <dgm:prSet presAssocID="{FA3ACE12-D4B2-40CD-AA74-49BA7EFC791A}" presName="hierChild5" presStyleCnt="0"/>
      <dgm:spPr/>
    </dgm:pt>
    <dgm:pt modelId="{3096195E-25D1-4B6E-97EC-849AC25C55EB}" type="pres">
      <dgm:prSet presAssocID="{C45EFF9B-ABDC-4E80-9D1C-4274C78C343E}" presName="hierChild5" presStyleCnt="0"/>
      <dgm:spPr/>
    </dgm:pt>
    <dgm:pt modelId="{D8674511-152A-4345-9C26-FB66C5CD1C6C}" type="pres">
      <dgm:prSet presAssocID="{521759AD-7D0A-478C-AAAE-577D5841F504}" presName="hierChild3" presStyleCnt="0"/>
      <dgm:spPr/>
    </dgm:pt>
  </dgm:ptLst>
  <dgm:cxnLst>
    <dgm:cxn modelId="{C83AF30A-1B30-4AFD-8A36-BEB8A89F7D6B}" type="presOf" srcId="{43EBF99E-D54F-4D2C-A285-243995C0A2B3}" destId="{CBE3FA3A-D471-4723-BD90-45A9D5958A7B}" srcOrd="0" destOrd="0" presId="urn:microsoft.com/office/officeart/2005/8/layout/orgChart1"/>
    <dgm:cxn modelId="{B66C420C-5A04-4F0D-9596-9BD0132A743A}" type="presOf" srcId="{0C0AAA80-C153-4DF1-8258-BD38372D7EE4}" destId="{529C8486-A6D3-4F7A-8CE6-9596BD0C1648}" srcOrd="0" destOrd="0" presId="urn:microsoft.com/office/officeart/2005/8/layout/orgChart1"/>
    <dgm:cxn modelId="{DD0DF111-22CE-4184-A223-A67DA5234559}" type="presOf" srcId="{0C0AAA80-C153-4DF1-8258-BD38372D7EE4}" destId="{5258AA6D-A830-47CB-B2D7-B03590C4C276}" srcOrd="1" destOrd="0" presId="urn:microsoft.com/office/officeart/2005/8/layout/orgChart1"/>
    <dgm:cxn modelId="{F6BF241B-CE58-4955-B996-1BA07EA95694}" type="presOf" srcId="{08125FE5-2ADF-4F1B-89DF-CCAF430BA269}" destId="{E2839BC9-75E3-46F8-8FE7-ABF0BD28FA88}" srcOrd="0" destOrd="0" presId="urn:microsoft.com/office/officeart/2005/8/layout/orgChart1"/>
    <dgm:cxn modelId="{0FC1F31E-FE12-4626-A664-4EC89F497B2D}" srcId="{C45EFF9B-ABDC-4E80-9D1C-4274C78C343E}" destId="{E98FF79D-0DDE-4533-9869-D9B413ED8914}" srcOrd="1" destOrd="0" parTransId="{08125FE5-2ADF-4F1B-89DF-CCAF430BA269}" sibTransId="{C28E7DCB-1A68-4055-8AA9-15E2C2EAF97B}"/>
    <dgm:cxn modelId="{87C01F1F-78B1-4414-8C5B-E36FCF3B33DD}" type="presOf" srcId="{E98FF79D-0DDE-4533-9869-D9B413ED8914}" destId="{D04850C2-70A2-4755-8641-E8B244039C7F}" srcOrd="1" destOrd="0" presId="urn:microsoft.com/office/officeart/2005/8/layout/orgChart1"/>
    <dgm:cxn modelId="{2C36AE1F-DC23-40D3-AD45-E154E162B18A}" type="presOf" srcId="{E98FF79D-0DDE-4533-9869-D9B413ED8914}" destId="{0F0E19C9-F92B-4635-B78C-B4F57D59330F}" srcOrd="0" destOrd="0" presId="urn:microsoft.com/office/officeart/2005/8/layout/orgChart1"/>
    <dgm:cxn modelId="{A5A26F36-B65A-4FD7-AE40-238DD85C56C3}" type="presOf" srcId="{923D18F9-B257-4321-9474-335225DA266B}" destId="{FF3F6B06-EBAD-4CEC-8EFA-D133E59AEF80}" srcOrd="0" destOrd="0" presId="urn:microsoft.com/office/officeart/2005/8/layout/orgChart1"/>
    <dgm:cxn modelId="{BCE3503B-4B3D-47C3-BFB2-B44D603EF3D4}" srcId="{C45EFF9B-ABDC-4E80-9D1C-4274C78C343E}" destId="{7670A6DA-6D8F-4945-A35D-38A04C17D0B0}" srcOrd="0" destOrd="0" parTransId="{B2A7D98D-A1C5-46A7-A891-34345D9642A9}" sibTransId="{E1ACE72E-DC38-4DFC-998E-E1D445DD36FA}"/>
    <dgm:cxn modelId="{80AD3648-F70B-4B26-857A-81A9B32ABC14}" type="presOf" srcId="{EBBDB33E-307E-4226-A4C8-8AC87DEA14AC}" destId="{F0B5E217-1496-4751-985D-328589B22E67}" srcOrd="0" destOrd="0" presId="urn:microsoft.com/office/officeart/2005/8/layout/orgChart1"/>
    <dgm:cxn modelId="{A0205F49-A64A-40BE-98F7-41009E70DCB4}" type="presOf" srcId="{C45EFF9B-ABDC-4E80-9D1C-4274C78C343E}" destId="{87BC3FF2-C93E-40D5-B93B-AA5A0B013483}" srcOrd="1" destOrd="0" presId="urn:microsoft.com/office/officeart/2005/8/layout/orgChart1"/>
    <dgm:cxn modelId="{890F126A-314C-4E86-BBD2-2F2D9BF2BC82}" type="presOf" srcId="{FA3ACE12-D4B2-40CD-AA74-49BA7EFC791A}" destId="{419CC121-51B5-4249-B20E-DAC6EA3B3CA4}" srcOrd="1" destOrd="0" presId="urn:microsoft.com/office/officeart/2005/8/layout/orgChart1"/>
    <dgm:cxn modelId="{F697AF6F-8243-46E2-A2C8-4CC7A77DFA65}" srcId="{521759AD-7D0A-478C-AAAE-577D5841F504}" destId="{C45EFF9B-ABDC-4E80-9D1C-4274C78C343E}" srcOrd="1" destOrd="0" parTransId="{F9CF05BB-BB85-4E11-AE73-424A23488AC6}" sibTransId="{AFF89AE8-1C44-48BD-9BB7-28046C835BB1}"/>
    <dgm:cxn modelId="{6F6A0A7C-1D04-40BD-86E3-73738D713F10}" type="presOf" srcId="{C45EFF9B-ABDC-4E80-9D1C-4274C78C343E}" destId="{6414A371-D69C-4EC7-B396-71D9EE4D872E}" srcOrd="0" destOrd="0" presId="urn:microsoft.com/office/officeart/2005/8/layout/orgChart1"/>
    <dgm:cxn modelId="{E7CE4C86-3017-45F2-9170-D1A2D2BD2055}" type="presOf" srcId="{521759AD-7D0A-478C-AAAE-577D5841F504}" destId="{9E5E1DBC-FF91-4C63-AA5E-84758D928E93}" srcOrd="1" destOrd="0" presId="urn:microsoft.com/office/officeart/2005/8/layout/orgChart1"/>
    <dgm:cxn modelId="{EE4BC28C-FEB9-4374-A0D5-86D202319A1E}" type="presOf" srcId="{521759AD-7D0A-478C-AAAE-577D5841F504}" destId="{60D878CD-FF60-4E67-8E0C-47324581D0A8}" srcOrd="0" destOrd="0" presId="urn:microsoft.com/office/officeart/2005/8/layout/orgChart1"/>
    <dgm:cxn modelId="{115FAD8E-9148-46A4-80E2-191DC892FD62}" type="presOf" srcId="{1B37FF32-88E4-4A2F-ABA2-02C87F6B79AE}" destId="{E62E289A-2B13-4447-B270-AF99BC886CBA}" srcOrd="0" destOrd="0" presId="urn:microsoft.com/office/officeart/2005/8/layout/orgChart1"/>
    <dgm:cxn modelId="{7B2CBB8F-E8CE-4DF6-92D6-D389B94A62D0}" type="presOf" srcId="{F9CF05BB-BB85-4E11-AE73-424A23488AC6}" destId="{D10BC9B1-520D-4191-9EA5-72130E76237B}" srcOrd="0" destOrd="0" presId="urn:microsoft.com/office/officeart/2005/8/layout/orgChart1"/>
    <dgm:cxn modelId="{EC45D292-B98C-4E17-AA71-C5DD3DE71311}" type="presOf" srcId="{7670A6DA-6D8F-4945-A35D-38A04C17D0B0}" destId="{A4DDD298-6118-4A7B-A075-B3F8376C2F66}" srcOrd="1" destOrd="0" presId="urn:microsoft.com/office/officeart/2005/8/layout/orgChart1"/>
    <dgm:cxn modelId="{14F32D95-E3D0-4A83-882B-9B3F12889CFF}" type="presOf" srcId="{B2A7D98D-A1C5-46A7-A891-34345D9642A9}" destId="{896C29F5-C453-4D70-B736-A6C57B189A2B}" srcOrd="0" destOrd="0" presId="urn:microsoft.com/office/officeart/2005/8/layout/orgChart1"/>
    <dgm:cxn modelId="{B6434CB3-EB27-4D29-898A-8CA9182F3FEB}" srcId="{C45EFF9B-ABDC-4E80-9D1C-4274C78C343E}" destId="{FA3ACE12-D4B2-40CD-AA74-49BA7EFC791A}" srcOrd="3" destOrd="0" parTransId="{923D18F9-B257-4321-9474-335225DA266B}" sibTransId="{E0680D5D-24C8-4543-8BAE-8B3458BE919C}"/>
    <dgm:cxn modelId="{30D5BCB6-158A-4C8E-99E2-C093848C76B3}" type="presOf" srcId="{1B37FF32-88E4-4A2F-ABA2-02C87F6B79AE}" destId="{E7D02086-DF11-43E0-A4A2-B96830C96E2D}" srcOrd="1" destOrd="0" presId="urn:microsoft.com/office/officeart/2005/8/layout/orgChart1"/>
    <dgm:cxn modelId="{EDEEB4D0-FE12-48B3-9B2C-D3CF2647ACE9}" srcId="{43EBF99E-D54F-4D2C-A285-243995C0A2B3}" destId="{521759AD-7D0A-478C-AAAE-577D5841F504}" srcOrd="0" destOrd="0" parTransId="{3ADB9DA0-C1A5-4878-B6C4-13DE95514E60}" sibTransId="{ADFFA079-DEDE-44C3-A431-2A6A499ED36A}"/>
    <dgm:cxn modelId="{F5943BEA-B6BE-4C4D-A87C-3FE45C956DD8}" srcId="{521759AD-7D0A-478C-AAAE-577D5841F504}" destId="{0C0AAA80-C153-4DF1-8258-BD38372D7EE4}" srcOrd="0" destOrd="0" parTransId="{ADF363BA-167D-4158-B0F3-1CEBD008EAD9}" sibTransId="{F021F3DC-A6F0-4854-A31D-0D8FFFE7614B}"/>
    <dgm:cxn modelId="{4F5853F0-FED0-4AC5-B1CF-95472A09234A}" type="presOf" srcId="{ADF363BA-167D-4158-B0F3-1CEBD008EAD9}" destId="{1C466D6B-93E5-4363-9D22-C1B7BA86760E}" srcOrd="0" destOrd="0" presId="urn:microsoft.com/office/officeart/2005/8/layout/orgChart1"/>
    <dgm:cxn modelId="{B197ADF3-BCAC-4E1F-BAAD-0670502C344C}" srcId="{C45EFF9B-ABDC-4E80-9D1C-4274C78C343E}" destId="{1B37FF32-88E4-4A2F-ABA2-02C87F6B79AE}" srcOrd="2" destOrd="0" parTransId="{EBBDB33E-307E-4226-A4C8-8AC87DEA14AC}" sibTransId="{1FC7E2C2-0031-44A4-BEC9-33980A2D054D}"/>
    <dgm:cxn modelId="{58324BF9-F479-4F1D-BBF4-221202DB3970}" type="presOf" srcId="{7670A6DA-6D8F-4945-A35D-38A04C17D0B0}" destId="{2F57014F-F9E8-4167-9218-642E577BF09D}" srcOrd="0" destOrd="0" presId="urn:microsoft.com/office/officeart/2005/8/layout/orgChart1"/>
    <dgm:cxn modelId="{4F8D47FE-69D2-42CD-97ED-1BD209B8DDB6}" type="presOf" srcId="{FA3ACE12-D4B2-40CD-AA74-49BA7EFC791A}" destId="{DE5C4BDA-F911-48FC-B965-63B70546ADB0}" srcOrd="0" destOrd="0" presId="urn:microsoft.com/office/officeart/2005/8/layout/orgChart1"/>
    <dgm:cxn modelId="{9E5AEECB-0346-4079-AD27-B453709F59D4}" type="presParOf" srcId="{CBE3FA3A-D471-4723-BD90-45A9D5958A7B}" destId="{6F6EEE7A-E000-4F61-9020-62BAA24F6C5E}" srcOrd="0" destOrd="0" presId="urn:microsoft.com/office/officeart/2005/8/layout/orgChart1"/>
    <dgm:cxn modelId="{188BDB34-62B5-464B-B5F4-557CF9B714AB}" type="presParOf" srcId="{6F6EEE7A-E000-4F61-9020-62BAA24F6C5E}" destId="{AB389635-5638-47F8-A307-4ACB13C927EF}" srcOrd="0" destOrd="0" presId="urn:microsoft.com/office/officeart/2005/8/layout/orgChart1"/>
    <dgm:cxn modelId="{51221A70-680D-43DD-B62B-392390571DC7}" type="presParOf" srcId="{AB389635-5638-47F8-A307-4ACB13C927EF}" destId="{60D878CD-FF60-4E67-8E0C-47324581D0A8}" srcOrd="0" destOrd="0" presId="urn:microsoft.com/office/officeart/2005/8/layout/orgChart1"/>
    <dgm:cxn modelId="{D872744E-EABC-4072-9293-516D9CC04EA0}" type="presParOf" srcId="{AB389635-5638-47F8-A307-4ACB13C927EF}" destId="{9E5E1DBC-FF91-4C63-AA5E-84758D928E93}" srcOrd="1" destOrd="0" presId="urn:microsoft.com/office/officeart/2005/8/layout/orgChart1"/>
    <dgm:cxn modelId="{63D6B639-8932-4E7B-B36A-27F4535A61F6}" type="presParOf" srcId="{6F6EEE7A-E000-4F61-9020-62BAA24F6C5E}" destId="{622A982E-015B-4E5F-8E91-8EC4A91B608B}" srcOrd="1" destOrd="0" presId="urn:microsoft.com/office/officeart/2005/8/layout/orgChart1"/>
    <dgm:cxn modelId="{446EA961-C018-4185-B412-8F273F0B468E}" type="presParOf" srcId="{622A982E-015B-4E5F-8E91-8EC4A91B608B}" destId="{1C466D6B-93E5-4363-9D22-C1B7BA86760E}" srcOrd="0" destOrd="0" presId="urn:microsoft.com/office/officeart/2005/8/layout/orgChart1"/>
    <dgm:cxn modelId="{36853210-34B6-469A-BA1F-118D2919AE86}" type="presParOf" srcId="{622A982E-015B-4E5F-8E91-8EC4A91B608B}" destId="{BFD8AA9F-B123-48D5-B213-DF0ED261B653}" srcOrd="1" destOrd="0" presId="urn:microsoft.com/office/officeart/2005/8/layout/orgChart1"/>
    <dgm:cxn modelId="{0BC2C03C-CE45-43C5-B7AE-B095A3A5469D}" type="presParOf" srcId="{BFD8AA9F-B123-48D5-B213-DF0ED261B653}" destId="{5AFC9E0D-D7A4-487D-9F77-A55ADD197CF9}" srcOrd="0" destOrd="0" presId="urn:microsoft.com/office/officeart/2005/8/layout/orgChart1"/>
    <dgm:cxn modelId="{2EB330F0-EF2C-46E5-86F3-4C1418E6184D}" type="presParOf" srcId="{5AFC9E0D-D7A4-487D-9F77-A55ADD197CF9}" destId="{529C8486-A6D3-4F7A-8CE6-9596BD0C1648}" srcOrd="0" destOrd="0" presId="urn:microsoft.com/office/officeart/2005/8/layout/orgChart1"/>
    <dgm:cxn modelId="{7A92FCB8-7CE2-4F46-A675-F030DCD5A0E0}" type="presParOf" srcId="{5AFC9E0D-D7A4-487D-9F77-A55ADD197CF9}" destId="{5258AA6D-A830-47CB-B2D7-B03590C4C276}" srcOrd="1" destOrd="0" presId="urn:microsoft.com/office/officeart/2005/8/layout/orgChart1"/>
    <dgm:cxn modelId="{C941742D-9D90-46E0-A9FB-A553701D092E}" type="presParOf" srcId="{BFD8AA9F-B123-48D5-B213-DF0ED261B653}" destId="{593582FD-E8AF-4E23-BC9A-620062906A06}" srcOrd="1" destOrd="0" presId="urn:microsoft.com/office/officeart/2005/8/layout/orgChart1"/>
    <dgm:cxn modelId="{F7E6423A-5876-4DDA-8ED6-9C572CCCF3BB}" type="presParOf" srcId="{BFD8AA9F-B123-48D5-B213-DF0ED261B653}" destId="{A5210175-B642-4DD3-8A35-9F4D22452FBA}" srcOrd="2" destOrd="0" presId="urn:microsoft.com/office/officeart/2005/8/layout/orgChart1"/>
    <dgm:cxn modelId="{BD4D8D4C-F09B-423A-9DF1-BE6A5E100122}" type="presParOf" srcId="{622A982E-015B-4E5F-8E91-8EC4A91B608B}" destId="{D10BC9B1-520D-4191-9EA5-72130E76237B}" srcOrd="2" destOrd="0" presId="urn:microsoft.com/office/officeart/2005/8/layout/orgChart1"/>
    <dgm:cxn modelId="{2BA916BF-16FB-49FE-BBEB-48ACA1E1F7EB}" type="presParOf" srcId="{622A982E-015B-4E5F-8E91-8EC4A91B608B}" destId="{8EE45698-C414-461D-9E87-252AE093B096}" srcOrd="3" destOrd="0" presId="urn:microsoft.com/office/officeart/2005/8/layout/orgChart1"/>
    <dgm:cxn modelId="{9135782B-380C-417B-BCE6-3995A0D79366}" type="presParOf" srcId="{8EE45698-C414-461D-9E87-252AE093B096}" destId="{5F8E6918-CD47-4EDB-80F1-E995CB7C1177}" srcOrd="0" destOrd="0" presId="urn:microsoft.com/office/officeart/2005/8/layout/orgChart1"/>
    <dgm:cxn modelId="{95F1E43D-A629-44AC-A739-C79E3729957B}" type="presParOf" srcId="{5F8E6918-CD47-4EDB-80F1-E995CB7C1177}" destId="{6414A371-D69C-4EC7-B396-71D9EE4D872E}" srcOrd="0" destOrd="0" presId="urn:microsoft.com/office/officeart/2005/8/layout/orgChart1"/>
    <dgm:cxn modelId="{255ACE4B-ECFA-4204-A4DD-EB2A0D495691}" type="presParOf" srcId="{5F8E6918-CD47-4EDB-80F1-E995CB7C1177}" destId="{87BC3FF2-C93E-40D5-B93B-AA5A0B013483}" srcOrd="1" destOrd="0" presId="urn:microsoft.com/office/officeart/2005/8/layout/orgChart1"/>
    <dgm:cxn modelId="{9D67D74F-BB29-44F0-891F-BEB1EAF0393C}" type="presParOf" srcId="{8EE45698-C414-461D-9E87-252AE093B096}" destId="{04A7EAA8-1AD8-420A-ACDE-CF1DBE6C6B32}" srcOrd="1" destOrd="0" presId="urn:microsoft.com/office/officeart/2005/8/layout/orgChart1"/>
    <dgm:cxn modelId="{E6B41663-33BE-4F2E-8F0E-804FB694B169}" type="presParOf" srcId="{04A7EAA8-1AD8-420A-ACDE-CF1DBE6C6B32}" destId="{896C29F5-C453-4D70-B736-A6C57B189A2B}" srcOrd="0" destOrd="0" presId="urn:microsoft.com/office/officeart/2005/8/layout/orgChart1"/>
    <dgm:cxn modelId="{05775A84-0F66-4BB4-8335-D11DC443D5C4}" type="presParOf" srcId="{04A7EAA8-1AD8-420A-ACDE-CF1DBE6C6B32}" destId="{4239D721-E638-4810-9528-E2FE0F9E95FF}" srcOrd="1" destOrd="0" presId="urn:microsoft.com/office/officeart/2005/8/layout/orgChart1"/>
    <dgm:cxn modelId="{5F0D32C5-F461-4EA7-A5BF-CF686F804470}" type="presParOf" srcId="{4239D721-E638-4810-9528-E2FE0F9E95FF}" destId="{052CB8A9-6E90-4D73-BD07-83F1189D5613}" srcOrd="0" destOrd="0" presId="urn:microsoft.com/office/officeart/2005/8/layout/orgChart1"/>
    <dgm:cxn modelId="{56191324-81E9-4160-A2BB-741E8A62DAF8}" type="presParOf" srcId="{052CB8A9-6E90-4D73-BD07-83F1189D5613}" destId="{2F57014F-F9E8-4167-9218-642E577BF09D}" srcOrd="0" destOrd="0" presId="urn:microsoft.com/office/officeart/2005/8/layout/orgChart1"/>
    <dgm:cxn modelId="{37EBD89E-E8AF-4FAF-B437-E840FC18E3D0}" type="presParOf" srcId="{052CB8A9-6E90-4D73-BD07-83F1189D5613}" destId="{A4DDD298-6118-4A7B-A075-B3F8376C2F66}" srcOrd="1" destOrd="0" presId="urn:microsoft.com/office/officeart/2005/8/layout/orgChart1"/>
    <dgm:cxn modelId="{07CFD6BF-AE0F-46BE-899C-5D560AE746F3}" type="presParOf" srcId="{4239D721-E638-4810-9528-E2FE0F9E95FF}" destId="{1D87318C-C80D-471C-B260-5152ED79B9E8}" srcOrd="1" destOrd="0" presId="urn:microsoft.com/office/officeart/2005/8/layout/orgChart1"/>
    <dgm:cxn modelId="{62BE84F7-ECBE-41A2-87B5-9D3756796428}" type="presParOf" srcId="{4239D721-E638-4810-9528-E2FE0F9E95FF}" destId="{34A7B03D-0D04-4D83-A2FE-E4E2C4634628}" srcOrd="2" destOrd="0" presId="urn:microsoft.com/office/officeart/2005/8/layout/orgChart1"/>
    <dgm:cxn modelId="{E0E593FA-1893-4332-ACC1-DFE7021BE86D}" type="presParOf" srcId="{04A7EAA8-1AD8-420A-ACDE-CF1DBE6C6B32}" destId="{E2839BC9-75E3-46F8-8FE7-ABF0BD28FA88}" srcOrd="2" destOrd="0" presId="urn:microsoft.com/office/officeart/2005/8/layout/orgChart1"/>
    <dgm:cxn modelId="{D4EA208B-A765-4F0C-9C28-598BD0B7B09A}" type="presParOf" srcId="{04A7EAA8-1AD8-420A-ACDE-CF1DBE6C6B32}" destId="{379D8EDD-EAFB-4F2D-85FC-A0110A77484F}" srcOrd="3" destOrd="0" presId="urn:microsoft.com/office/officeart/2005/8/layout/orgChart1"/>
    <dgm:cxn modelId="{F0E8BDC4-6C1D-4A0C-961F-C667ABB2A17A}" type="presParOf" srcId="{379D8EDD-EAFB-4F2D-85FC-A0110A77484F}" destId="{64162A33-420E-46D1-A9B5-649611C4B21B}" srcOrd="0" destOrd="0" presId="urn:microsoft.com/office/officeart/2005/8/layout/orgChart1"/>
    <dgm:cxn modelId="{5DC63AA8-8CF6-4A5B-B494-BDF70613BCE9}" type="presParOf" srcId="{64162A33-420E-46D1-A9B5-649611C4B21B}" destId="{0F0E19C9-F92B-4635-B78C-B4F57D59330F}" srcOrd="0" destOrd="0" presId="urn:microsoft.com/office/officeart/2005/8/layout/orgChart1"/>
    <dgm:cxn modelId="{B2BA971B-A9F6-4416-BEE2-4F488EBBC22F}" type="presParOf" srcId="{64162A33-420E-46D1-A9B5-649611C4B21B}" destId="{D04850C2-70A2-4755-8641-E8B244039C7F}" srcOrd="1" destOrd="0" presId="urn:microsoft.com/office/officeart/2005/8/layout/orgChart1"/>
    <dgm:cxn modelId="{6BC47350-B87F-47F1-A5C4-C2DBA868DCDB}" type="presParOf" srcId="{379D8EDD-EAFB-4F2D-85FC-A0110A77484F}" destId="{76229359-9BEE-43BB-A3B8-1407905D3149}" srcOrd="1" destOrd="0" presId="urn:microsoft.com/office/officeart/2005/8/layout/orgChart1"/>
    <dgm:cxn modelId="{B5D0951D-2EDC-4011-8080-2238F2B14181}" type="presParOf" srcId="{379D8EDD-EAFB-4F2D-85FC-A0110A77484F}" destId="{432EE305-2868-4FB2-A2BB-40D990DA3894}" srcOrd="2" destOrd="0" presId="urn:microsoft.com/office/officeart/2005/8/layout/orgChart1"/>
    <dgm:cxn modelId="{5A33BE08-6B4A-41BA-9FD7-3CFEF8E52629}" type="presParOf" srcId="{04A7EAA8-1AD8-420A-ACDE-CF1DBE6C6B32}" destId="{F0B5E217-1496-4751-985D-328589B22E67}" srcOrd="4" destOrd="0" presId="urn:microsoft.com/office/officeart/2005/8/layout/orgChart1"/>
    <dgm:cxn modelId="{B742015D-60D6-493B-B83F-DC98A2602F89}" type="presParOf" srcId="{04A7EAA8-1AD8-420A-ACDE-CF1DBE6C6B32}" destId="{D4A9B9E9-4007-4F55-9523-0F374977FDB9}" srcOrd="5" destOrd="0" presId="urn:microsoft.com/office/officeart/2005/8/layout/orgChart1"/>
    <dgm:cxn modelId="{73AABF46-D95C-4AFF-96E0-642955E9A578}" type="presParOf" srcId="{D4A9B9E9-4007-4F55-9523-0F374977FDB9}" destId="{AB1566F2-B495-4D82-966E-C96F5672286B}" srcOrd="0" destOrd="0" presId="urn:microsoft.com/office/officeart/2005/8/layout/orgChart1"/>
    <dgm:cxn modelId="{4439636E-E23D-4ECE-A60E-A71ED4AB2750}" type="presParOf" srcId="{AB1566F2-B495-4D82-966E-C96F5672286B}" destId="{E62E289A-2B13-4447-B270-AF99BC886CBA}" srcOrd="0" destOrd="0" presId="urn:microsoft.com/office/officeart/2005/8/layout/orgChart1"/>
    <dgm:cxn modelId="{0FEE133C-D6FF-4E15-BADE-F84016F874AF}" type="presParOf" srcId="{AB1566F2-B495-4D82-966E-C96F5672286B}" destId="{E7D02086-DF11-43E0-A4A2-B96830C96E2D}" srcOrd="1" destOrd="0" presId="urn:microsoft.com/office/officeart/2005/8/layout/orgChart1"/>
    <dgm:cxn modelId="{52123AD2-4C9F-4E7C-9E14-DCCD26492C17}" type="presParOf" srcId="{D4A9B9E9-4007-4F55-9523-0F374977FDB9}" destId="{B6D52920-A4E1-4F8F-A395-394380D3FDE3}" srcOrd="1" destOrd="0" presId="urn:microsoft.com/office/officeart/2005/8/layout/orgChart1"/>
    <dgm:cxn modelId="{5E1E05E7-6CD4-4EC2-8042-0FFFED33D0DC}" type="presParOf" srcId="{D4A9B9E9-4007-4F55-9523-0F374977FDB9}" destId="{675A86A2-D319-4FE3-8F7E-4347D939F075}" srcOrd="2" destOrd="0" presId="urn:microsoft.com/office/officeart/2005/8/layout/orgChart1"/>
    <dgm:cxn modelId="{619BE22F-F8A4-4478-A4CB-1598A6256439}" type="presParOf" srcId="{04A7EAA8-1AD8-420A-ACDE-CF1DBE6C6B32}" destId="{FF3F6B06-EBAD-4CEC-8EFA-D133E59AEF80}" srcOrd="6" destOrd="0" presId="urn:microsoft.com/office/officeart/2005/8/layout/orgChart1"/>
    <dgm:cxn modelId="{7F339727-0F7A-4193-BCB6-F9FA1B2E80B2}" type="presParOf" srcId="{04A7EAA8-1AD8-420A-ACDE-CF1DBE6C6B32}" destId="{54349906-544E-48E1-B9F9-5D91B89DD98D}" srcOrd="7" destOrd="0" presId="urn:microsoft.com/office/officeart/2005/8/layout/orgChart1"/>
    <dgm:cxn modelId="{C23AAA87-0297-4715-903A-12D9BE05A0B6}" type="presParOf" srcId="{54349906-544E-48E1-B9F9-5D91B89DD98D}" destId="{7BA0179A-F2B0-4170-BC46-530B958AD088}" srcOrd="0" destOrd="0" presId="urn:microsoft.com/office/officeart/2005/8/layout/orgChart1"/>
    <dgm:cxn modelId="{5A4CB4B7-1614-4858-91A3-1F439D1FFEC6}" type="presParOf" srcId="{7BA0179A-F2B0-4170-BC46-530B958AD088}" destId="{DE5C4BDA-F911-48FC-B965-63B70546ADB0}" srcOrd="0" destOrd="0" presId="urn:microsoft.com/office/officeart/2005/8/layout/orgChart1"/>
    <dgm:cxn modelId="{4D1B8206-B5E1-4B02-AE73-FE71E5859D71}" type="presParOf" srcId="{7BA0179A-F2B0-4170-BC46-530B958AD088}" destId="{419CC121-51B5-4249-B20E-DAC6EA3B3CA4}" srcOrd="1" destOrd="0" presId="urn:microsoft.com/office/officeart/2005/8/layout/orgChart1"/>
    <dgm:cxn modelId="{9A6A5EA2-B35D-4B9B-B1B5-FD0208AD89D6}" type="presParOf" srcId="{54349906-544E-48E1-B9F9-5D91B89DD98D}" destId="{67705D3B-CD55-454B-B591-1F86F0386479}" srcOrd="1" destOrd="0" presId="urn:microsoft.com/office/officeart/2005/8/layout/orgChart1"/>
    <dgm:cxn modelId="{DD16C21C-30B3-4E2C-BF70-7854C3EE8515}" type="presParOf" srcId="{54349906-544E-48E1-B9F9-5D91B89DD98D}" destId="{5FD7F933-7921-48B9-B44E-8C22199BD8BD}" srcOrd="2" destOrd="0" presId="urn:microsoft.com/office/officeart/2005/8/layout/orgChart1"/>
    <dgm:cxn modelId="{5125E99A-DB06-4558-9B4F-777B0193162F}" type="presParOf" srcId="{8EE45698-C414-461D-9E87-252AE093B096}" destId="{3096195E-25D1-4B6E-97EC-849AC25C55EB}" srcOrd="2" destOrd="0" presId="urn:microsoft.com/office/officeart/2005/8/layout/orgChart1"/>
    <dgm:cxn modelId="{21CC8005-4B8F-474D-A42A-FA2765B3377E}" type="presParOf" srcId="{6F6EEE7A-E000-4F61-9020-62BAA24F6C5E}" destId="{D8674511-152A-4345-9C26-FB66C5CD1C6C}" srcOrd="2" destOrd="0" presId="urn:microsoft.com/office/officeart/2005/8/layout/orgChart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43EBF99E-D54F-4D2C-A285-243995C0A2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521759AD-7D0A-478C-AAAE-577D5841F504}">
      <dgm:prSet phldrT="[Testo]" custT="1"/>
      <dgm:spPr>
        <a:solidFill>
          <a:schemeClr val="bg1">
            <a:lumMod val="95000"/>
          </a:schemeClr>
        </a:solidFill>
        <a:scene3d>
          <a:camera prst="orthographicFront"/>
          <a:lightRig rig="threePt" dir="t"/>
        </a:scene3d>
        <a:sp3d>
          <a:bevelT prst="angle"/>
        </a:sp3d>
      </dgm:spPr>
      <dgm:t>
        <a:bodyPr/>
        <a:lstStyle/>
        <a:p>
          <a:r>
            <a:rPr lang="en-US" sz="1400" noProof="0" dirty="0"/>
            <a:t>Management Value </a:t>
          </a:r>
        </a:p>
      </dgm:t>
    </dgm:pt>
    <dgm:pt modelId="{3ADB9DA0-C1A5-4878-B6C4-13DE95514E60}" type="parTrans" cxnId="{EDEEB4D0-FE12-48B3-9B2C-D3CF2647ACE9}">
      <dgm:prSet/>
      <dgm:spPr>
        <a:scene3d>
          <a:camera prst="orthographicFront"/>
          <a:lightRig rig="threePt" dir="t"/>
        </a:scene3d>
        <a:sp3d>
          <a:bevelT prst="angle"/>
        </a:sp3d>
      </dgm:spPr>
      <dgm:t>
        <a:bodyPr/>
        <a:lstStyle/>
        <a:p>
          <a:endParaRPr lang="en-US"/>
        </a:p>
      </dgm:t>
    </dgm:pt>
    <dgm:pt modelId="{ADFFA079-DEDE-44C3-A431-2A6A499ED36A}" type="sibTrans" cxnId="{EDEEB4D0-FE12-48B3-9B2C-D3CF2647ACE9}">
      <dgm:prSet/>
      <dgm:spPr/>
      <dgm:t>
        <a:bodyPr/>
        <a:lstStyle/>
        <a:p>
          <a:endParaRPr lang="en-US"/>
        </a:p>
      </dgm:t>
    </dgm:pt>
    <dgm:pt modelId="{0C0AAA80-C153-4DF1-8258-BD38372D7EE4}">
      <dgm:prSet phldrT="[Testo]" custT="1"/>
      <dgm:spPr>
        <a:solidFill>
          <a:schemeClr val="bg1">
            <a:lumMod val="95000"/>
          </a:schemeClr>
        </a:solidFill>
        <a:scene3d>
          <a:camera prst="orthographicFront"/>
          <a:lightRig rig="threePt" dir="t"/>
        </a:scene3d>
        <a:sp3d>
          <a:bevelT prst="angle"/>
        </a:sp3d>
      </dgm:spPr>
      <dgm:t>
        <a:bodyPr/>
        <a:lstStyle/>
        <a:p>
          <a:r>
            <a:rPr lang="en-US" sz="1200" b="0" noProof="0" dirty="0"/>
            <a:t>Tangible Benefits </a:t>
          </a:r>
        </a:p>
      </dgm:t>
    </dgm:pt>
    <dgm:pt modelId="{ADF363BA-167D-4158-B0F3-1CEBD008EAD9}" type="parTrans" cxnId="{F5943BEA-B6BE-4C4D-A87C-3FE45C956DD8}">
      <dgm:prSet/>
      <dgm:spPr>
        <a:scene3d>
          <a:camera prst="orthographicFront"/>
          <a:lightRig rig="threePt" dir="t"/>
        </a:scene3d>
        <a:sp3d>
          <a:bevelT prst="angle"/>
        </a:sp3d>
      </dgm:spPr>
      <dgm:t>
        <a:bodyPr/>
        <a:lstStyle/>
        <a:p>
          <a:endParaRPr lang="en-US"/>
        </a:p>
      </dgm:t>
    </dgm:pt>
    <dgm:pt modelId="{F021F3DC-A6F0-4854-A31D-0D8FFFE7614B}" type="sibTrans" cxnId="{F5943BEA-B6BE-4C4D-A87C-3FE45C956DD8}">
      <dgm:prSet/>
      <dgm:spPr/>
      <dgm:t>
        <a:bodyPr/>
        <a:lstStyle/>
        <a:p>
          <a:endParaRPr lang="en-US"/>
        </a:p>
      </dgm:t>
    </dgm:pt>
    <dgm:pt modelId="{C45EFF9B-ABDC-4E80-9D1C-4274C78C343E}">
      <dgm:prSet phldrT="[Testo]" custT="1"/>
      <dgm:spPr>
        <a:solidFill>
          <a:srgbClr val="FFC000"/>
        </a:solidFill>
        <a:scene3d>
          <a:camera prst="orthographicFront"/>
          <a:lightRig rig="threePt" dir="t"/>
        </a:scene3d>
        <a:sp3d>
          <a:bevelT prst="angle"/>
        </a:sp3d>
      </dgm:spPr>
      <dgm:t>
        <a:bodyPr/>
        <a:lstStyle/>
        <a:p>
          <a:r>
            <a:rPr lang="en-US" sz="1200" b="0" noProof="0" dirty="0"/>
            <a:t>Intangible Benefits</a:t>
          </a:r>
        </a:p>
      </dgm:t>
    </dgm:pt>
    <dgm:pt modelId="{F9CF05BB-BB85-4E11-AE73-424A23488AC6}" type="parTrans" cxnId="{F697AF6F-8243-46E2-A2C8-4CC7A77DFA65}">
      <dgm:prSet/>
      <dgm:spPr>
        <a:scene3d>
          <a:camera prst="orthographicFront"/>
          <a:lightRig rig="threePt" dir="t"/>
        </a:scene3d>
        <a:sp3d>
          <a:bevelT prst="angle"/>
        </a:sp3d>
      </dgm:spPr>
      <dgm:t>
        <a:bodyPr/>
        <a:lstStyle/>
        <a:p>
          <a:endParaRPr lang="en-US"/>
        </a:p>
      </dgm:t>
    </dgm:pt>
    <dgm:pt modelId="{AFF89AE8-1C44-48BD-9BB7-28046C835BB1}" type="sibTrans" cxnId="{F697AF6F-8243-46E2-A2C8-4CC7A77DFA65}">
      <dgm:prSet/>
      <dgm:spPr/>
      <dgm:t>
        <a:bodyPr/>
        <a:lstStyle/>
        <a:p>
          <a:endParaRPr lang="en-US"/>
        </a:p>
      </dgm:t>
    </dgm:pt>
    <dgm:pt modelId="{7670A6DA-6D8F-4945-A35D-38A04C17D0B0}">
      <dgm:prSet phldrT="[Testo]" custT="1"/>
      <dgm:spPr>
        <a:solidFill>
          <a:srgbClr val="FFC000"/>
        </a:solidFill>
        <a:scene3d>
          <a:camera prst="orthographicFront"/>
          <a:lightRig rig="threePt" dir="t"/>
        </a:scene3d>
        <a:sp3d>
          <a:bevelT prst="angle"/>
        </a:sp3d>
      </dgm:spPr>
      <dgm:t>
        <a:bodyPr/>
        <a:lstStyle/>
        <a:p>
          <a:r>
            <a:rPr lang="en-US" sz="1200" b="0" noProof="0" dirty="0"/>
            <a:t>Image</a:t>
          </a:r>
        </a:p>
      </dgm:t>
    </dgm:pt>
    <dgm:pt modelId="{B2A7D98D-A1C5-46A7-A891-34345D9642A9}" type="parTrans" cxnId="{BCE3503B-4B3D-47C3-BFB2-B44D603EF3D4}">
      <dgm:prSet/>
      <dgm:spPr/>
      <dgm:t>
        <a:bodyPr/>
        <a:lstStyle/>
        <a:p>
          <a:endParaRPr lang="en-US"/>
        </a:p>
      </dgm:t>
    </dgm:pt>
    <dgm:pt modelId="{E1ACE72E-DC38-4DFC-998E-E1D445DD36FA}" type="sibTrans" cxnId="{BCE3503B-4B3D-47C3-BFB2-B44D603EF3D4}">
      <dgm:prSet/>
      <dgm:spPr/>
      <dgm:t>
        <a:bodyPr/>
        <a:lstStyle/>
        <a:p>
          <a:endParaRPr lang="en-US"/>
        </a:p>
      </dgm:t>
    </dgm:pt>
    <dgm:pt modelId="{E98FF79D-0DDE-4533-9869-D9B413ED8914}">
      <dgm:prSet phldrT="[Testo]" custT="1"/>
      <dgm:spPr>
        <a:solidFill>
          <a:srgbClr val="FFC000"/>
        </a:solidFill>
        <a:scene3d>
          <a:camera prst="orthographicFront"/>
          <a:lightRig rig="threePt" dir="t"/>
        </a:scene3d>
        <a:sp3d>
          <a:bevelT prst="angle"/>
        </a:sp3d>
      </dgm:spPr>
      <dgm:t>
        <a:bodyPr/>
        <a:lstStyle/>
        <a:p>
          <a:r>
            <a:rPr lang="en-US" sz="1200" b="0" noProof="0" dirty="0"/>
            <a:t>QoS-KPI</a:t>
          </a:r>
        </a:p>
      </dgm:t>
    </dgm:pt>
    <dgm:pt modelId="{08125FE5-2ADF-4F1B-89DF-CCAF430BA269}" type="parTrans" cxnId="{0FC1F31E-FE12-4626-A664-4EC89F497B2D}">
      <dgm:prSet/>
      <dgm:spPr/>
      <dgm:t>
        <a:bodyPr/>
        <a:lstStyle/>
        <a:p>
          <a:endParaRPr lang="en-US"/>
        </a:p>
      </dgm:t>
    </dgm:pt>
    <dgm:pt modelId="{C28E7DCB-1A68-4055-8AA9-15E2C2EAF97B}" type="sibTrans" cxnId="{0FC1F31E-FE12-4626-A664-4EC89F497B2D}">
      <dgm:prSet/>
      <dgm:spPr/>
      <dgm:t>
        <a:bodyPr/>
        <a:lstStyle/>
        <a:p>
          <a:endParaRPr lang="en-US"/>
        </a:p>
      </dgm:t>
    </dgm:pt>
    <dgm:pt modelId="{1B37FF32-88E4-4A2F-ABA2-02C87F6B79AE}">
      <dgm:prSet phldrT="[Testo]" custT="1"/>
      <dgm:spPr>
        <a:solidFill>
          <a:srgbClr val="FFC000"/>
        </a:solidFill>
        <a:scene3d>
          <a:camera prst="orthographicFront"/>
          <a:lightRig rig="threePt" dir="t"/>
        </a:scene3d>
        <a:sp3d>
          <a:bevelT prst="angle"/>
        </a:sp3d>
      </dgm:spPr>
      <dgm:t>
        <a:bodyPr/>
        <a:lstStyle/>
        <a:p>
          <a:r>
            <a:rPr lang="en-US" sz="1200" b="0" noProof="0" dirty="0"/>
            <a:t>Risk</a:t>
          </a:r>
        </a:p>
      </dgm:t>
    </dgm:pt>
    <dgm:pt modelId="{EBBDB33E-307E-4226-A4C8-8AC87DEA14AC}" type="parTrans" cxnId="{B197ADF3-BCAC-4E1F-BAAD-0670502C344C}">
      <dgm:prSet/>
      <dgm:spPr/>
      <dgm:t>
        <a:bodyPr/>
        <a:lstStyle/>
        <a:p>
          <a:endParaRPr lang="en-US"/>
        </a:p>
      </dgm:t>
    </dgm:pt>
    <dgm:pt modelId="{1FC7E2C2-0031-44A4-BEC9-33980A2D054D}" type="sibTrans" cxnId="{B197ADF3-BCAC-4E1F-BAAD-0670502C344C}">
      <dgm:prSet/>
      <dgm:spPr/>
      <dgm:t>
        <a:bodyPr/>
        <a:lstStyle/>
        <a:p>
          <a:endParaRPr lang="en-US"/>
        </a:p>
      </dgm:t>
    </dgm:pt>
    <dgm:pt modelId="{FA3ACE12-D4B2-40CD-AA74-49BA7EFC791A}">
      <dgm:prSet phldrT="[Testo]" custT="1"/>
      <dgm:spPr>
        <a:solidFill>
          <a:srgbClr val="FFC000"/>
        </a:solidFill>
        <a:scene3d>
          <a:camera prst="orthographicFront"/>
          <a:lightRig rig="threePt" dir="t"/>
        </a:scene3d>
        <a:sp3d>
          <a:bevelT prst="angle"/>
        </a:sp3d>
      </dgm:spPr>
      <dgm:t>
        <a:bodyPr/>
        <a:lstStyle/>
        <a:p>
          <a:r>
            <a:rPr lang="en-US" sz="1200" b="0" noProof="0" dirty="0"/>
            <a:t>Governance </a:t>
          </a:r>
        </a:p>
      </dgm:t>
    </dgm:pt>
    <dgm:pt modelId="{923D18F9-B257-4321-9474-335225DA266B}" type="parTrans" cxnId="{B6434CB3-EB27-4D29-898A-8CA9182F3FEB}">
      <dgm:prSet/>
      <dgm:spPr/>
      <dgm:t>
        <a:bodyPr/>
        <a:lstStyle/>
        <a:p>
          <a:endParaRPr lang="en-US"/>
        </a:p>
      </dgm:t>
    </dgm:pt>
    <dgm:pt modelId="{E0680D5D-24C8-4543-8BAE-8B3458BE919C}" type="sibTrans" cxnId="{B6434CB3-EB27-4D29-898A-8CA9182F3FEB}">
      <dgm:prSet/>
      <dgm:spPr/>
      <dgm:t>
        <a:bodyPr/>
        <a:lstStyle/>
        <a:p>
          <a:endParaRPr lang="en-US"/>
        </a:p>
      </dgm:t>
    </dgm:pt>
    <dgm:pt modelId="{CBE3FA3A-D471-4723-BD90-45A9D5958A7B}" type="pres">
      <dgm:prSet presAssocID="{43EBF99E-D54F-4D2C-A285-243995C0A2B3}" presName="hierChild1" presStyleCnt="0">
        <dgm:presLayoutVars>
          <dgm:orgChart val="1"/>
          <dgm:chPref val="1"/>
          <dgm:dir/>
          <dgm:animOne val="branch"/>
          <dgm:animLvl val="lvl"/>
          <dgm:resizeHandles/>
        </dgm:presLayoutVars>
      </dgm:prSet>
      <dgm:spPr/>
    </dgm:pt>
    <dgm:pt modelId="{6F6EEE7A-E000-4F61-9020-62BAA24F6C5E}" type="pres">
      <dgm:prSet presAssocID="{521759AD-7D0A-478C-AAAE-577D5841F504}" presName="hierRoot1" presStyleCnt="0">
        <dgm:presLayoutVars>
          <dgm:hierBranch val="r"/>
        </dgm:presLayoutVars>
      </dgm:prSet>
      <dgm:spPr/>
    </dgm:pt>
    <dgm:pt modelId="{AB389635-5638-47F8-A307-4ACB13C927EF}" type="pres">
      <dgm:prSet presAssocID="{521759AD-7D0A-478C-AAAE-577D5841F504}" presName="rootComposite1" presStyleCnt="0"/>
      <dgm:spPr/>
    </dgm:pt>
    <dgm:pt modelId="{60D878CD-FF60-4E67-8E0C-47324581D0A8}" type="pres">
      <dgm:prSet presAssocID="{521759AD-7D0A-478C-AAAE-577D5841F504}" presName="rootText1" presStyleLbl="node0" presStyleIdx="0" presStyleCnt="1" custScaleX="158381">
        <dgm:presLayoutVars>
          <dgm:chPref val="3"/>
        </dgm:presLayoutVars>
      </dgm:prSet>
      <dgm:spPr/>
    </dgm:pt>
    <dgm:pt modelId="{9E5E1DBC-FF91-4C63-AA5E-84758D928E93}" type="pres">
      <dgm:prSet presAssocID="{521759AD-7D0A-478C-AAAE-577D5841F504}" presName="rootConnector1" presStyleLbl="node1" presStyleIdx="0" presStyleCnt="0"/>
      <dgm:spPr/>
    </dgm:pt>
    <dgm:pt modelId="{622A982E-015B-4E5F-8E91-8EC4A91B608B}" type="pres">
      <dgm:prSet presAssocID="{521759AD-7D0A-478C-AAAE-577D5841F504}" presName="hierChild2" presStyleCnt="0"/>
      <dgm:spPr/>
    </dgm:pt>
    <dgm:pt modelId="{1C466D6B-93E5-4363-9D22-C1B7BA86760E}" type="pres">
      <dgm:prSet presAssocID="{ADF363BA-167D-4158-B0F3-1CEBD008EAD9}" presName="Name50" presStyleLbl="parChTrans1D2" presStyleIdx="0" presStyleCnt="2"/>
      <dgm:spPr/>
    </dgm:pt>
    <dgm:pt modelId="{BFD8AA9F-B123-48D5-B213-DF0ED261B653}" type="pres">
      <dgm:prSet presAssocID="{0C0AAA80-C153-4DF1-8258-BD38372D7EE4}" presName="hierRoot2" presStyleCnt="0">
        <dgm:presLayoutVars>
          <dgm:hierBranch val="init"/>
        </dgm:presLayoutVars>
      </dgm:prSet>
      <dgm:spPr/>
    </dgm:pt>
    <dgm:pt modelId="{5AFC9E0D-D7A4-487D-9F77-A55ADD197CF9}" type="pres">
      <dgm:prSet presAssocID="{0C0AAA80-C153-4DF1-8258-BD38372D7EE4}" presName="rootComposite" presStyleCnt="0"/>
      <dgm:spPr/>
    </dgm:pt>
    <dgm:pt modelId="{529C8486-A6D3-4F7A-8CE6-9596BD0C1648}" type="pres">
      <dgm:prSet presAssocID="{0C0AAA80-C153-4DF1-8258-BD38372D7EE4}" presName="rootText" presStyleLbl="node2" presStyleIdx="0" presStyleCnt="2">
        <dgm:presLayoutVars>
          <dgm:chPref val="3"/>
        </dgm:presLayoutVars>
      </dgm:prSet>
      <dgm:spPr/>
    </dgm:pt>
    <dgm:pt modelId="{5258AA6D-A830-47CB-B2D7-B03590C4C276}" type="pres">
      <dgm:prSet presAssocID="{0C0AAA80-C153-4DF1-8258-BD38372D7EE4}" presName="rootConnector" presStyleLbl="node2" presStyleIdx="0" presStyleCnt="2"/>
      <dgm:spPr/>
    </dgm:pt>
    <dgm:pt modelId="{593582FD-E8AF-4E23-BC9A-620062906A06}" type="pres">
      <dgm:prSet presAssocID="{0C0AAA80-C153-4DF1-8258-BD38372D7EE4}" presName="hierChild4" presStyleCnt="0"/>
      <dgm:spPr/>
    </dgm:pt>
    <dgm:pt modelId="{A5210175-B642-4DD3-8A35-9F4D22452FBA}" type="pres">
      <dgm:prSet presAssocID="{0C0AAA80-C153-4DF1-8258-BD38372D7EE4}" presName="hierChild5" presStyleCnt="0"/>
      <dgm:spPr/>
    </dgm:pt>
    <dgm:pt modelId="{D10BC9B1-520D-4191-9EA5-72130E76237B}" type="pres">
      <dgm:prSet presAssocID="{F9CF05BB-BB85-4E11-AE73-424A23488AC6}" presName="Name50" presStyleLbl="parChTrans1D2" presStyleIdx="1" presStyleCnt="2"/>
      <dgm:spPr/>
    </dgm:pt>
    <dgm:pt modelId="{8EE45698-C414-461D-9E87-252AE093B096}" type="pres">
      <dgm:prSet presAssocID="{C45EFF9B-ABDC-4E80-9D1C-4274C78C343E}" presName="hierRoot2" presStyleCnt="0">
        <dgm:presLayoutVars>
          <dgm:hierBranch val="r"/>
        </dgm:presLayoutVars>
      </dgm:prSet>
      <dgm:spPr/>
    </dgm:pt>
    <dgm:pt modelId="{5F8E6918-CD47-4EDB-80F1-E995CB7C1177}" type="pres">
      <dgm:prSet presAssocID="{C45EFF9B-ABDC-4E80-9D1C-4274C78C343E}" presName="rootComposite" presStyleCnt="0"/>
      <dgm:spPr/>
    </dgm:pt>
    <dgm:pt modelId="{6414A371-D69C-4EC7-B396-71D9EE4D872E}" type="pres">
      <dgm:prSet presAssocID="{C45EFF9B-ABDC-4E80-9D1C-4274C78C343E}" presName="rootText" presStyleLbl="node2" presStyleIdx="1" presStyleCnt="2">
        <dgm:presLayoutVars>
          <dgm:chPref val="3"/>
        </dgm:presLayoutVars>
      </dgm:prSet>
      <dgm:spPr/>
    </dgm:pt>
    <dgm:pt modelId="{87BC3FF2-C93E-40D5-B93B-AA5A0B013483}" type="pres">
      <dgm:prSet presAssocID="{C45EFF9B-ABDC-4E80-9D1C-4274C78C343E}" presName="rootConnector" presStyleLbl="node2" presStyleIdx="1" presStyleCnt="2"/>
      <dgm:spPr/>
    </dgm:pt>
    <dgm:pt modelId="{04A7EAA8-1AD8-420A-ACDE-CF1DBE6C6B32}" type="pres">
      <dgm:prSet presAssocID="{C45EFF9B-ABDC-4E80-9D1C-4274C78C343E}" presName="hierChild4" presStyleCnt="0"/>
      <dgm:spPr/>
    </dgm:pt>
    <dgm:pt modelId="{896C29F5-C453-4D70-B736-A6C57B189A2B}" type="pres">
      <dgm:prSet presAssocID="{B2A7D98D-A1C5-46A7-A891-34345D9642A9}" presName="Name50" presStyleLbl="parChTrans1D3" presStyleIdx="0" presStyleCnt="4"/>
      <dgm:spPr/>
    </dgm:pt>
    <dgm:pt modelId="{4239D721-E638-4810-9528-E2FE0F9E95FF}" type="pres">
      <dgm:prSet presAssocID="{7670A6DA-6D8F-4945-A35D-38A04C17D0B0}" presName="hierRoot2" presStyleCnt="0">
        <dgm:presLayoutVars>
          <dgm:hierBranch val="init"/>
        </dgm:presLayoutVars>
      </dgm:prSet>
      <dgm:spPr/>
    </dgm:pt>
    <dgm:pt modelId="{052CB8A9-6E90-4D73-BD07-83F1189D5613}" type="pres">
      <dgm:prSet presAssocID="{7670A6DA-6D8F-4945-A35D-38A04C17D0B0}" presName="rootComposite" presStyleCnt="0"/>
      <dgm:spPr/>
    </dgm:pt>
    <dgm:pt modelId="{2F57014F-F9E8-4167-9218-642E577BF09D}" type="pres">
      <dgm:prSet presAssocID="{7670A6DA-6D8F-4945-A35D-38A04C17D0B0}" presName="rootText" presStyleLbl="node3" presStyleIdx="0" presStyleCnt="4">
        <dgm:presLayoutVars>
          <dgm:chPref val="3"/>
        </dgm:presLayoutVars>
      </dgm:prSet>
      <dgm:spPr/>
    </dgm:pt>
    <dgm:pt modelId="{A4DDD298-6118-4A7B-A075-B3F8376C2F66}" type="pres">
      <dgm:prSet presAssocID="{7670A6DA-6D8F-4945-A35D-38A04C17D0B0}" presName="rootConnector" presStyleLbl="node3" presStyleIdx="0" presStyleCnt="4"/>
      <dgm:spPr/>
    </dgm:pt>
    <dgm:pt modelId="{1D87318C-C80D-471C-B260-5152ED79B9E8}" type="pres">
      <dgm:prSet presAssocID="{7670A6DA-6D8F-4945-A35D-38A04C17D0B0}" presName="hierChild4" presStyleCnt="0"/>
      <dgm:spPr/>
    </dgm:pt>
    <dgm:pt modelId="{34A7B03D-0D04-4D83-A2FE-E4E2C4634628}" type="pres">
      <dgm:prSet presAssocID="{7670A6DA-6D8F-4945-A35D-38A04C17D0B0}" presName="hierChild5" presStyleCnt="0"/>
      <dgm:spPr/>
    </dgm:pt>
    <dgm:pt modelId="{E2839BC9-75E3-46F8-8FE7-ABF0BD28FA88}" type="pres">
      <dgm:prSet presAssocID="{08125FE5-2ADF-4F1B-89DF-CCAF430BA269}" presName="Name50" presStyleLbl="parChTrans1D3" presStyleIdx="1" presStyleCnt="4"/>
      <dgm:spPr/>
    </dgm:pt>
    <dgm:pt modelId="{379D8EDD-EAFB-4F2D-85FC-A0110A77484F}" type="pres">
      <dgm:prSet presAssocID="{E98FF79D-0DDE-4533-9869-D9B413ED8914}" presName="hierRoot2" presStyleCnt="0">
        <dgm:presLayoutVars>
          <dgm:hierBranch val="init"/>
        </dgm:presLayoutVars>
      </dgm:prSet>
      <dgm:spPr/>
    </dgm:pt>
    <dgm:pt modelId="{64162A33-420E-46D1-A9B5-649611C4B21B}" type="pres">
      <dgm:prSet presAssocID="{E98FF79D-0DDE-4533-9869-D9B413ED8914}" presName="rootComposite" presStyleCnt="0"/>
      <dgm:spPr/>
    </dgm:pt>
    <dgm:pt modelId="{0F0E19C9-F92B-4635-B78C-B4F57D59330F}" type="pres">
      <dgm:prSet presAssocID="{E98FF79D-0DDE-4533-9869-D9B413ED8914}" presName="rootText" presStyleLbl="node3" presStyleIdx="1" presStyleCnt="4">
        <dgm:presLayoutVars>
          <dgm:chPref val="3"/>
        </dgm:presLayoutVars>
      </dgm:prSet>
      <dgm:spPr/>
    </dgm:pt>
    <dgm:pt modelId="{D04850C2-70A2-4755-8641-E8B244039C7F}" type="pres">
      <dgm:prSet presAssocID="{E98FF79D-0DDE-4533-9869-D9B413ED8914}" presName="rootConnector" presStyleLbl="node3" presStyleIdx="1" presStyleCnt="4"/>
      <dgm:spPr/>
    </dgm:pt>
    <dgm:pt modelId="{76229359-9BEE-43BB-A3B8-1407905D3149}" type="pres">
      <dgm:prSet presAssocID="{E98FF79D-0DDE-4533-9869-D9B413ED8914}" presName="hierChild4" presStyleCnt="0"/>
      <dgm:spPr/>
    </dgm:pt>
    <dgm:pt modelId="{432EE305-2868-4FB2-A2BB-40D990DA3894}" type="pres">
      <dgm:prSet presAssocID="{E98FF79D-0DDE-4533-9869-D9B413ED8914}" presName="hierChild5" presStyleCnt="0"/>
      <dgm:spPr/>
    </dgm:pt>
    <dgm:pt modelId="{F0B5E217-1496-4751-985D-328589B22E67}" type="pres">
      <dgm:prSet presAssocID="{EBBDB33E-307E-4226-A4C8-8AC87DEA14AC}" presName="Name50" presStyleLbl="parChTrans1D3" presStyleIdx="2" presStyleCnt="4"/>
      <dgm:spPr/>
    </dgm:pt>
    <dgm:pt modelId="{D4A9B9E9-4007-4F55-9523-0F374977FDB9}" type="pres">
      <dgm:prSet presAssocID="{1B37FF32-88E4-4A2F-ABA2-02C87F6B79AE}" presName="hierRoot2" presStyleCnt="0">
        <dgm:presLayoutVars>
          <dgm:hierBranch val="init"/>
        </dgm:presLayoutVars>
      </dgm:prSet>
      <dgm:spPr/>
    </dgm:pt>
    <dgm:pt modelId="{AB1566F2-B495-4D82-966E-C96F5672286B}" type="pres">
      <dgm:prSet presAssocID="{1B37FF32-88E4-4A2F-ABA2-02C87F6B79AE}" presName="rootComposite" presStyleCnt="0"/>
      <dgm:spPr/>
    </dgm:pt>
    <dgm:pt modelId="{E62E289A-2B13-4447-B270-AF99BC886CBA}" type="pres">
      <dgm:prSet presAssocID="{1B37FF32-88E4-4A2F-ABA2-02C87F6B79AE}" presName="rootText" presStyleLbl="node3" presStyleIdx="2" presStyleCnt="4">
        <dgm:presLayoutVars>
          <dgm:chPref val="3"/>
        </dgm:presLayoutVars>
      </dgm:prSet>
      <dgm:spPr/>
    </dgm:pt>
    <dgm:pt modelId="{E7D02086-DF11-43E0-A4A2-B96830C96E2D}" type="pres">
      <dgm:prSet presAssocID="{1B37FF32-88E4-4A2F-ABA2-02C87F6B79AE}" presName="rootConnector" presStyleLbl="node3" presStyleIdx="2" presStyleCnt="4"/>
      <dgm:spPr/>
    </dgm:pt>
    <dgm:pt modelId="{B6D52920-A4E1-4F8F-A395-394380D3FDE3}" type="pres">
      <dgm:prSet presAssocID="{1B37FF32-88E4-4A2F-ABA2-02C87F6B79AE}" presName="hierChild4" presStyleCnt="0"/>
      <dgm:spPr/>
    </dgm:pt>
    <dgm:pt modelId="{675A86A2-D319-4FE3-8F7E-4347D939F075}" type="pres">
      <dgm:prSet presAssocID="{1B37FF32-88E4-4A2F-ABA2-02C87F6B79AE}" presName="hierChild5" presStyleCnt="0"/>
      <dgm:spPr/>
    </dgm:pt>
    <dgm:pt modelId="{FF3F6B06-EBAD-4CEC-8EFA-D133E59AEF80}" type="pres">
      <dgm:prSet presAssocID="{923D18F9-B257-4321-9474-335225DA266B}" presName="Name50" presStyleLbl="parChTrans1D3" presStyleIdx="3" presStyleCnt="4"/>
      <dgm:spPr/>
    </dgm:pt>
    <dgm:pt modelId="{54349906-544E-48E1-B9F9-5D91B89DD98D}" type="pres">
      <dgm:prSet presAssocID="{FA3ACE12-D4B2-40CD-AA74-49BA7EFC791A}" presName="hierRoot2" presStyleCnt="0">
        <dgm:presLayoutVars>
          <dgm:hierBranch val="init"/>
        </dgm:presLayoutVars>
      </dgm:prSet>
      <dgm:spPr/>
    </dgm:pt>
    <dgm:pt modelId="{7BA0179A-F2B0-4170-BC46-530B958AD088}" type="pres">
      <dgm:prSet presAssocID="{FA3ACE12-D4B2-40CD-AA74-49BA7EFC791A}" presName="rootComposite" presStyleCnt="0"/>
      <dgm:spPr/>
    </dgm:pt>
    <dgm:pt modelId="{DE5C4BDA-F911-48FC-B965-63B70546ADB0}" type="pres">
      <dgm:prSet presAssocID="{FA3ACE12-D4B2-40CD-AA74-49BA7EFC791A}" presName="rootText" presStyleLbl="node3" presStyleIdx="3" presStyleCnt="4">
        <dgm:presLayoutVars>
          <dgm:chPref val="3"/>
        </dgm:presLayoutVars>
      </dgm:prSet>
      <dgm:spPr/>
    </dgm:pt>
    <dgm:pt modelId="{419CC121-51B5-4249-B20E-DAC6EA3B3CA4}" type="pres">
      <dgm:prSet presAssocID="{FA3ACE12-D4B2-40CD-AA74-49BA7EFC791A}" presName="rootConnector" presStyleLbl="node3" presStyleIdx="3" presStyleCnt="4"/>
      <dgm:spPr/>
    </dgm:pt>
    <dgm:pt modelId="{67705D3B-CD55-454B-B591-1F86F0386479}" type="pres">
      <dgm:prSet presAssocID="{FA3ACE12-D4B2-40CD-AA74-49BA7EFC791A}" presName="hierChild4" presStyleCnt="0"/>
      <dgm:spPr/>
    </dgm:pt>
    <dgm:pt modelId="{5FD7F933-7921-48B9-B44E-8C22199BD8BD}" type="pres">
      <dgm:prSet presAssocID="{FA3ACE12-D4B2-40CD-AA74-49BA7EFC791A}" presName="hierChild5" presStyleCnt="0"/>
      <dgm:spPr/>
    </dgm:pt>
    <dgm:pt modelId="{3096195E-25D1-4B6E-97EC-849AC25C55EB}" type="pres">
      <dgm:prSet presAssocID="{C45EFF9B-ABDC-4E80-9D1C-4274C78C343E}" presName="hierChild5" presStyleCnt="0"/>
      <dgm:spPr/>
    </dgm:pt>
    <dgm:pt modelId="{D8674511-152A-4345-9C26-FB66C5CD1C6C}" type="pres">
      <dgm:prSet presAssocID="{521759AD-7D0A-478C-AAAE-577D5841F504}" presName="hierChild3" presStyleCnt="0"/>
      <dgm:spPr/>
    </dgm:pt>
  </dgm:ptLst>
  <dgm:cxnLst>
    <dgm:cxn modelId="{C83AF30A-1B30-4AFD-8A36-BEB8A89F7D6B}" type="presOf" srcId="{43EBF99E-D54F-4D2C-A285-243995C0A2B3}" destId="{CBE3FA3A-D471-4723-BD90-45A9D5958A7B}" srcOrd="0" destOrd="0" presId="urn:microsoft.com/office/officeart/2005/8/layout/orgChart1"/>
    <dgm:cxn modelId="{B66C420C-5A04-4F0D-9596-9BD0132A743A}" type="presOf" srcId="{0C0AAA80-C153-4DF1-8258-BD38372D7EE4}" destId="{529C8486-A6D3-4F7A-8CE6-9596BD0C1648}" srcOrd="0" destOrd="0" presId="urn:microsoft.com/office/officeart/2005/8/layout/orgChart1"/>
    <dgm:cxn modelId="{DD0DF111-22CE-4184-A223-A67DA5234559}" type="presOf" srcId="{0C0AAA80-C153-4DF1-8258-BD38372D7EE4}" destId="{5258AA6D-A830-47CB-B2D7-B03590C4C276}" srcOrd="1" destOrd="0" presId="urn:microsoft.com/office/officeart/2005/8/layout/orgChart1"/>
    <dgm:cxn modelId="{F6BF241B-CE58-4955-B996-1BA07EA95694}" type="presOf" srcId="{08125FE5-2ADF-4F1B-89DF-CCAF430BA269}" destId="{E2839BC9-75E3-46F8-8FE7-ABF0BD28FA88}" srcOrd="0" destOrd="0" presId="urn:microsoft.com/office/officeart/2005/8/layout/orgChart1"/>
    <dgm:cxn modelId="{0FC1F31E-FE12-4626-A664-4EC89F497B2D}" srcId="{C45EFF9B-ABDC-4E80-9D1C-4274C78C343E}" destId="{E98FF79D-0DDE-4533-9869-D9B413ED8914}" srcOrd="1" destOrd="0" parTransId="{08125FE5-2ADF-4F1B-89DF-CCAF430BA269}" sibTransId="{C28E7DCB-1A68-4055-8AA9-15E2C2EAF97B}"/>
    <dgm:cxn modelId="{87C01F1F-78B1-4414-8C5B-E36FCF3B33DD}" type="presOf" srcId="{E98FF79D-0DDE-4533-9869-D9B413ED8914}" destId="{D04850C2-70A2-4755-8641-E8B244039C7F}" srcOrd="1" destOrd="0" presId="urn:microsoft.com/office/officeart/2005/8/layout/orgChart1"/>
    <dgm:cxn modelId="{2C36AE1F-DC23-40D3-AD45-E154E162B18A}" type="presOf" srcId="{E98FF79D-0DDE-4533-9869-D9B413ED8914}" destId="{0F0E19C9-F92B-4635-B78C-B4F57D59330F}" srcOrd="0" destOrd="0" presId="urn:microsoft.com/office/officeart/2005/8/layout/orgChart1"/>
    <dgm:cxn modelId="{A5A26F36-B65A-4FD7-AE40-238DD85C56C3}" type="presOf" srcId="{923D18F9-B257-4321-9474-335225DA266B}" destId="{FF3F6B06-EBAD-4CEC-8EFA-D133E59AEF80}" srcOrd="0" destOrd="0" presId="urn:microsoft.com/office/officeart/2005/8/layout/orgChart1"/>
    <dgm:cxn modelId="{BCE3503B-4B3D-47C3-BFB2-B44D603EF3D4}" srcId="{C45EFF9B-ABDC-4E80-9D1C-4274C78C343E}" destId="{7670A6DA-6D8F-4945-A35D-38A04C17D0B0}" srcOrd="0" destOrd="0" parTransId="{B2A7D98D-A1C5-46A7-A891-34345D9642A9}" sibTransId="{E1ACE72E-DC38-4DFC-998E-E1D445DD36FA}"/>
    <dgm:cxn modelId="{80AD3648-F70B-4B26-857A-81A9B32ABC14}" type="presOf" srcId="{EBBDB33E-307E-4226-A4C8-8AC87DEA14AC}" destId="{F0B5E217-1496-4751-985D-328589B22E67}" srcOrd="0" destOrd="0" presId="urn:microsoft.com/office/officeart/2005/8/layout/orgChart1"/>
    <dgm:cxn modelId="{A0205F49-A64A-40BE-98F7-41009E70DCB4}" type="presOf" srcId="{C45EFF9B-ABDC-4E80-9D1C-4274C78C343E}" destId="{87BC3FF2-C93E-40D5-B93B-AA5A0B013483}" srcOrd="1" destOrd="0" presId="urn:microsoft.com/office/officeart/2005/8/layout/orgChart1"/>
    <dgm:cxn modelId="{890F126A-314C-4E86-BBD2-2F2D9BF2BC82}" type="presOf" srcId="{FA3ACE12-D4B2-40CD-AA74-49BA7EFC791A}" destId="{419CC121-51B5-4249-B20E-DAC6EA3B3CA4}" srcOrd="1" destOrd="0" presId="urn:microsoft.com/office/officeart/2005/8/layout/orgChart1"/>
    <dgm:cxn modelId="{F697AF6F-8243-46E2-A2C8-4CC7A77DFA65}" srcId="{521759AD-7D0A-478C-AAAE-577D5841F504}" destId="{C45EFF9B-ABDC-4E80-9D1C-4274C78C343E}" srcOrd="1" destOrd="0" parTransId="{F9CF05BB-BB85-4E11-AE73-424A23488AC6}" sibTransId="{AFF89AE8-1C44-48BD-9BB7-28046C835BB1}"/>
    <dgm:cxn modelId="{6F6A0A7C-1D04-40BD-86E3-73738D713F10}" type="presOf" srcId="{C45EFF9B-ABDC-4E80-9D1C-4274C78C343E}" destId="{6414A371-D69C-4EC7-B396-71D9EE4D872E}" srcOrd="0" destOrd="0" presId="urn:microsoft.com/office/officeart/2005/8/layout/orgChart1"/>
    <dgm:cxn modelId="{E7CE4C86-3017-45F2-9170-D1A2D2BD2055}" type="presOf" srcId="{521759AD-7D0A-478C-AAAE-577D5841F504}" destId="{9E5E1DBC-FF91-4C63-AA5E-84758D928E93}" srcOrd="1" destOrd="0" presId="urn:microsoft.com/office/officeart/2005/8/layout/orgChart1"/>
    <dgm:cxn modelId="{EE4BC28C-FEB9-4374-A0D5-86D202319A1E}" type="presOf" srcId="{521759AD-7D0A-478C-AAAE-577D5841F504}" destId="{60D878CD-FF60-4E67-8E0C-47324581D0A8}" srcOrd="0" destOrd="0" presId="urn:microsoft.com/office/officeart/2005/8/layout/orgChart1"/>
    <dgm:cxn modelId="{115FAD8E-9148-46A4-80E2-191DC892FD62}" type="presOf" srcId="{1B37FF32-88E4-4A2F-ABA2-02C87F6B79AE}" destId="{E62E289A-2B13-4447-B270-AF99BC886CBA}" srcOrd="0" destOrd="0" presId="urn:microsoft.com/office/officeart/2005/8/layout/orgChart1"/>
    <dgm:cxn modelId="{7B2CBB8F-E8CE-4DF6-92D6-D389B94A62D0}" type="presOf" srcId="{F9CF05BB-BB85-4E11-AE73-424A23488AC6}" destId="{D10BC9B1-520D-4191-9EA5-72130E76237B}" srcOrd="0" destOrd="0" presId="urn:microsoft.com/office/officeart/2005/8/layout/orgChart1"/>
    <dgm:cxn modelId="{EC45D292-B98C-4E17-AA71-C5DD3DE71311}" type="presOf" srcId="{7670A6DA-6D8F-4945-A35D-38A04C17D0B0}" destId="{A4DDD298-6118-4A7B-A075-B3F8376C2F66}" srcOrd="1" destOrd="0" presId="urn:microsoft.com/office/officeart/2005/8/layout/orgChart1"/>
    <dgm:cxn modelId="{14F32D95-E3D0-4A83-882B-9B3F12889CFF}" type="presOf" srcId="{B2A7D98D-A1C5-46A7-A891-34345D9642A9}" destId="{896C29F5-C453-4D70-B736-A6C57B189A2B}" srcOrd="0" destOrd="0" presId="urn:microsoft.com/office/officeart/2005/8/layout/orgChart1"/>
    <dgm:cxn modelId="{B6434CB3-EB27-4D29-898A-8CA9182F3FEB}" srcId="{C45EFF9B-ABDC-4E80-9D1C-4274C78C343E}" destId="{FA3ACE12-D4B2-40CD-AA74-49BA7EFC791A}" srcOrd="3" destOrd="0" parTransId="{923D18F9-B257-4321-9474-335225DA266B}" sibTransId="{E0680D5D-24C8-4543-8BAE-8B3458BE919C}"/>
    <dgm:cxn modelId="{30D5BCB6-158A-4C8E-99E2-C093848C76B3}" type="presOf" srcId="{1B37FF32-88E4-4A2F-ABA2-02C87F6B79AE}" destId="{E7D02086-DF11-43E0-A4A2-B96830C96E2D}" srcOrd="1" destOrd="0" presId="urn:microsoft.com/office/officeart/2005/8/layout/orgChart1"/>
    <dgm:cxn modelId="{EDEEB4D0-FE12-48B3-9B2C-D3CF2647ACE9}" srcId="{43EBF99E-D54F-4D2C-A285-243995C0A2B3}" destId="{521759AD-7D0A-478C-AAAE-577D5841F504}" srcOrd="0" destOrd="0" parTransId="{3ADB9DA0-C1A5-4878-B6C4-13DE95514E60}" sibTransId="{ADFFA079-DEDE-44C3-A431-2A6A499ED36A}"/>
    <dgm:cxn modelId="{F5943BEA-B6BE-4C4D-A87C-3FE45C956DD8}" srcId="{521759AD-7D0A-478C-AAAE-577D5841F504}" destId="{0C0AAA80-C153-4DF1-8258-BD38372D7EE4}" srcOrd="0" destOrd="0" parTransId="{ADF363BA-167D-4158-B0F3-1CEBD008EAD9}" sibTransId="{F021F3DC-A6F0-4854-A31D-0D8FFFE7614B}"/>
    <dgm:cxn modelId="{4F5853F0-FED0-4AC5-B1CF-95472A09234A}" type="presOf" srcId="{ADF363BA-167D-4158-B0F3-1CEBD008EAD9}" destId="{1C466D6B-93E5-4363-9D22-C1B7BA86760E}" srcOrd="0" destOrd="0" presId="urn:microsoft.com/office/officeart/2005/8/layout/orgChart1"/>
    <dgm:cxn modelId="{B197ADF3-BCAC-4E1F-BAAD-0670502C344C}" srcId="{C45EFF9B-ABDC-4E80-9D1C-4274C78C343E}" destId="{1B37FF32-88E4-4A2F-ABA2-02C87F6B79AE}" srcOrd="2" destOrd="0" parTransId="{EBBDB33E-307E-4226-A4C8-8AC87DEA14AC}" sibTransId="{1FC7E2C2-0031-44A4-BEC9-33980A2D054D}"/>
    <dgm:cxn modelId="{58324BF9-F479-4F1D-BBF4-221202DB3970}" type="presOf" srcId="{7670A6DA-6D8F-4945-A35D-38A04C17D0B0}" destId="{2F57014F-F9E8-4167-9218-642E577BF09D}" srcOrd="0" destOrd="0" presId="urn:microsoft.com/office/officeart/2005/8/layout/orgChart1"/>
    <dgm:cxn modelId="{4F8D47FE-69D2-42CD-97ED-1BD209B8DDB6}" type="presOf" srcId="{FA3ACE12-D4B2-40CD-AA74-49BA7EFC791A}" destId="{DE5C4BDA-F911-48FC-B965-63B70546ADB0}" srcOrd="0" destOrd="0" presId="urn:microsoft.com/office/officeart/2005/8/layout/orgChart1"/>
    <dgm:cxn modelId="{9E5AEECB-0346-4079-AD27-B453709F59D4}" type="presParOf" srcId="{CBE3FA3A-D471-4723-BD90-45A9D5958A7B}" destId="{6F6EEE7A-E000-4F61-9020-62BAA24F6C5E}" srcOrd="0" destOrd="0" presId="urn:microsoft.com/office/officeart/2005/8/layout/orgChart1"/>
    <dgm:cxn modelId="{188BDB34-62B5-464B-B5F4-557CF9B714AB}" type="presParOf" srcId="{6F6EEE7A-E000-4F61-9020-62BAA24F6C5E}" destId="{AB389635-5638-47F8-A307-4ACB13C927EF}" srcOrd="0" destOrd="0" presId="urn:microsoft.com/office/officeart/2005/8/layout/orgChart1"/>
    <dgm:cxn modelId="{51221A70-680D-43DD-B62B-392390571DC7}" type="presParOf" srcId="{AB389635-5638-47F8-A307-4ACB13C927EF}" destId="{60D878CD-FF60-4E67-8E0C-47324581D0A8}" srcOrd="0" destOrd="0" presId="urn:microsoft.com/office/officeart/2005/8/layout/orgChart1"/>
    <dgm:cxn modelId="{D872744E-EABC-4072-9293-516D9CC04EA0}" type="presParOf" srcId="{AB389635-5638-47F8-A307-4ACB13C927EF}" destId="{9E5E1DBC-FF91-4C63-AA5E-84758D928E93}" srcOrd="1" destOrd="0" presId="urn:microsoft.com/office/officeart/2005/8/layout/orgChart1"/>
    <dgm:cxn modelId="{63D6B639-8932-4E7B-B36A-27F4535A61F6}" type="presParOf" srcId="{6F6EEE7A-E000-4F61-9020-62BAA24F6C5E}" destId="{622A982E-015B-4E5F-8E91-8EC4A91B608B}" srcOrd="1" destOrd="0" presId="urn:microsoft.com/office/officeart/2005/8/layout/orgChart1"/>
    <dgm:cxn modelId="{446EA961-C018-4185-B412-8F273F0B468E}" type="presParOf" srcId="{622A982E-015B-4E5F-8E91-8EC4A91B608B}" destId="{1C466D6B-93E5-4363-9D22-C1B7BA86760E}" srcOrd="0" destOrd="0" presId="urn:microsoft.com/office/officeart/2005/8/layout/orgChart1"/>
    <dgm:cxn modelId="{36853210-34B6-469A-BA1F-118D2919AE86}" type="presParOf" srcId="{622A982E-015B-4E5F-8E91-8EC4A91B608B}" destId="{BFD8AA9F-B123-48D5-B213-DF0ED261B653}" srcOrd="1" destOrd="0" presId="urn:microsoft.com/office/officeart/2005/8/layout/orgChart1"/>
    <dgm:cxn modelId="{0BC2C03C-CE45-43C5-B7AE-B095A3A5469D}" type="presParOf" srcId="{BFD8AA9F-B123-48D5-B213-DF0ED261B653}" destId="{5AFC9E0D-D7A4-487D-9F77-A55ADD197CF9}" srcOrd="0" destOrd="0" presId="urn:microsoft.com/office/officeart/2005/8/layout/orgChart1"/>
    <dgm:cxn modelId="{2EB330F0-EF2C-46E5-86F3-4C1418E6184D}" type="presParOf" srcId="{5AFC9E0D-D7A4-487D-9F77-A55ADD197CF9}" destId="{529C8486-A6D3-4F7A-8CE6-9596BD0C1648}" srcOrd="0" destOrd="0" presId="urn:microsoft.com/office/officeart/2005/8/layout/orgChart1"/>
    <dgm:cxn modelId="{7A92FCB8-7CE2-4F46-A675-F030DCD5A0E0}" type="presParOf" srcId="{5AFC9E0D-D7A4-487D-9F77-A55ADD197CF9}" destId="{5258AA6D-A830-47CB-B2D7-B03590C4C276}" srcOrd="1" destOrd="0" presId="urn:microsoft.com/office/officeart/2005/8/layout/orgChart1"/>
    <dgm:cxn modelId="{C941742D-9D90-46E0-A9FB-A553701D092E}" type="presParOf" srcId="{BFD8AA9F-B123-48D5-B213-DF0ED261B653}" destId="{593582FD-E8AF-4E23-BC9A-620062906A06}" srcOrd="1" destOrd="0" presId="urn:microsoft.com/office/officeart/2005/8/layout/orgChart1"/>
    <dgm:cxn modelId="{F7E6423A-5876-4DDA-8ED6-9C572CCCF3BB}" type="presParOf" srcId="{BFD8AA9F-B123-48D5-B213-DF0ED261B653}" destId="{A5210175-B642-4DD3-8A35-9F4D22452FBA}" srcOrd="2" destOrd="0" presId="urn:microsoft.com/office/officeart/2005/8/layout/orgChart1"/>
    <dgm:cxn modelId="{BD4D8D4C-F09B-423A-9DF1-BE6A5E100122}" type="presParOf" srcId="{622A982E-015B-4E5F-8E91-8EC4A91B608B}" destId="{D10BC9B1-520D-4191-9EA5-72130E76237B}" srcOrd="2" destOrd="0" presId="urn:microsoft.com/office/officeart/2005/8/layout/orgChart1"/>
    <dgm:cxn modelId="{2BA916BF-16FB-49FE-BBEB-48ACA1E1F7EB}" type="presParOf" srcId="{622A982E-015B-4E5F-8E91-8EC4A91B608B}" destId="{8EE45698-C414-461D-9E87-252AE093B096}" srcOrd="3" destOrd="0" presId="urn:microsoft.com/office/officeart/2005/8/layout/orgChart1"/>
    <dgm:cxn modelId="{9135782B-380C-417B-BCE6-3995A0D79366}" type="presParOf" srcId="{8EE45698-C414-461D-9E87-252AE093B096}" destId="{5F8E6918-CD47-4EDB-80F1-E995CB7C1177}" srcOrd="0" destOrd="0" presId="urn:microsoft.com/office/officeart/2005/8/layout/orgChart1"/>
    <dgm:cxn modelId="{95F1E43D-A629-44AC-A739-C79E3729957B}" type="presParOf" srcId="{5F8E6918-CD47-4EDB-80F1-E995CB7C1177}" destId="{6414A371-D69C-4EC7-B396-71D9EE4D872E}" srcOrd="0" destOrd="0" presId="urn:microsoft.com/office/officeart/2005/8/layout/orgChart1"/>
    <dgm:cxn modelId="{255ACE4B-ECFA-4204-A4DD-EB2A0D495691}" type="presParOf" srcId="{5F8E6918-CD47-4EDB-80F1-E995CB7C1177}" destId="{87BC3FF2-C93E-40D5-B93B-AA5A0B013483}" srcOrd="1" destOrd="0" presId="urn:microsoft.com/office/officeart/2005/8/layout/orgChart1"/>
    <dgm:cxn modelId="{9D67D74F-BB29-44F0-891F-BEB1EAF0393C}" type="presParOf" srcId="{8EE45698-C414-461D-9E87-252AE093B096}" destId="{04A7EAA8-1AD8-420A-ACDE-CF1DBE6C6B32}" srcOrd="1" destOrd="0" presId="urn:microsoft.com/office/officeart/2005/8/layout/orgChart1"/>
    <dgm:cxn modelId="{E6B41663-33BE-4F2E-8F0E-804FB694B169}" type="presParOf" srcId="{04A7EAA8-1AD8-420A-ACDE-CF1DBE6C6B32}" destId="{896C29F5-C453-4D70-B736-A6C57B189A2B}" srcOrd="0" destOrd="0" presId="urn:microsoft.com/office/officeart/2005/8/layout/orgChart1"/>
    <dgm:cxn modelId="{05775A84-0F66-4BB4-8335-D11DC443D5C4}" type="presParOf" srcId="{04A7EAA8-1AD8-420A-ACDE-CF1DBE6C6B32}" destId="{4239D721-E638-4810-9528-E2FE0F9E95FF}" srcOrd="1" destOrd="0" presId="urn:microsoft.com/office/officeart/2005/8/layout/orgChart1"/>
    <dgm:cxn modelId="{5F0D32C5-F461-4EA7-A5BF-CF686F804470}" type="presParOf" srcId="{4239D721-E638-4810-9528-E2FE0F9E95FF}" destId="{052CB8A9-6E90-4D73-BD07-83F1189D5613}" srcOrd="0" destOrd="0" presId="urn:microsoft.com/office/officeart/2005/8/layout/orgChart1"/>
    <dgm:cxn modelId="{56191324-81E9-4160-A2BB-741E8A62DAF8}" type="presParOf" srcId="{052CB8A9-6E90-4D73-BD07-83F1189D5613}" destId="{2F57014F-F9E8-4167-9218-642E577BF09D}" srcOrd="0" destOrd="0" presId="urn:microsoft.com/office/officeart/2005/8/layout/orgChart1"/>
    <dgm:cxn modelId="{37EBD89E-E8AF-4FAF-B437-E840FC18E3D0}" type="presParOf" srcId="{052CB8A9-6E90-4D73-BD07-83F1189D5613}" destId="{A4DDD298-6118-4A7B-A075-B3F8376C2F66}" srcOrd="1" destOrd="0" presId="urn:microsoft.com/office/officeart/2005/8/layout/orgChart1"/>
    <dgm:cxn modelId="{07CFD6BF-AE0F-46BE-899C-5D560AE746F3}" type="presParOf" srcId="{4239D721-E638-4810-9528-E2FE0F9E95FF}" destId="{1D87318C-C80D-471C-B260-5152ED79B9E8}" srcOrd="1" destOrd="0" presId="urn:microsoft.com/office/officeart/2005/8/layout/orgChart1"/>
    <dgm:cxn modelId="{62BE84F7-ECBE-41A2-87B5-9D3756796428}" type="presParOf" srcId="{4239D721-E638-4810-9528-E2FE0F9E95FF}" destId="{34A7B03D-0D04-4D83-A2FE-E4E2C4634628}" srcOrd="2" destOrd="0" presId="urn:microsoft.com/office/officeart/2005/8/layout/orgChart1"/>
    <dgm:cxn modelId="{E0E593FA-1893-4332-ACC1-DFE7021BE86D}" type="presParOf" srcId="{04A7EAA8-1AD8-420A-ACDE-CF1DBE6C6B32}" destId="{E2839BC9-75E3-46F8-8FE7-ABF0BD28FA88}" srcOrd="2" destOrd="0" presId="urn:microsoft.com/office/officeart/2005/8/layout/orgChart1"/>
    <dgm:cxn modelId="{D4EA208B-A765-4F0C-9C28-598BD0B7B09A}" type="presParOf" srcId="{04A7EAA8-1AD8-420A-ACDE-CF1DBE6C6B32}" destId="{379D8EDD-EAFB-4F2D-85FC-A0110A77484F}" srcOrd="3" destOrd="0" presId="urn:microsoft.com/office/officeart/2005/8/layout/orgChart1"/>
    <dgm:cxn modelId="{F0E8BDC4-6C1D-4A0C-961F-C667ABB2A17A}" type="presParOf" srcId="{379D8EDD-EAFB-4F2D-85FC-A0110A77484F}" destId="{64162A33-420E-46D1-A9B5-649611C4B21B}" srcOrd="0" destOrd="0" presId="urn:microsoft.com/office/officeart/2005/8/layout/orgChart1"/>
    <dgm:cxn modelId="{5DC63AA8-8CF6-4A5B-B494-BDF70613BCE9}" type="presParOf" srcId="{64162A33-420E-46D1-A9B5-649611C4B21B}" destId="{0F0E19C9-F92B-4635-B78C-B4F57D59330F}" srcOrd="0" destOrd="0" presId="urn:microsoft.com/office/officeart/2005/8/layout/orgChart1"/>
    <dgm:cxn modelId="{B2BA971B-A9F6-4416-BEE2-4F488EBBC22F}" type="presParOf" srcId="{64162A33-420E-46D1-A9B5-649611C4B21B}" destId="{D04850C2-70A2-4755-8641-E8B244039C7F}" srcOrd="1" destOrd="0" presId="urn:microsoft.com/office/officeart/2005/8/layout/orgChart1"/>
    <dgm:cxn modelId="{6BC47350-B87F-47F1-A5C4-C2DBA868DCDB}" type="presParOf" srcId="{379D8EDD-EAFB-4F2D-85FC-A0110A77484F}" destId="{76229359-9BEE-43BB-A3B8-1407905D3149}" srcOrd="1" destOrd="0" presId="urn:microsoft.com/office/officeart/2005/8/layout/orgChart1"/>
    <dgm:cxn modelId="{B5D0951D-2EDC-4011-8080-2238F2B14181}" type="presParOf" srcId="{379D8EDD-EAFB-4F2D-85FC-A0110A77484F}" destId="{432EE305-2868-4FB2-A2BB-40D990DA3894}" srcOrd="2" destOrd="0" presId="urn:microsoft.com/office/officeart/2005/8/layout/orgChart1"/>
    <dgm:cxn modelId="{5A33BE08-6B4A-41BA-9FD7-3CFEF8E52629}" type="presParOf" srcId="{04A7EAA8-1AD8-420A-ACDE-CF1DBE6C6B32}" destId="{F0B5E217-1496-4751-985D-328589B22E67}" srcOrd="4" destOrd="0" presId="urn:microsoft.com/office/officeart/2005/8/layout/orgChart1"/>
    <dgm:cxn modelId="{B742015D-60D6-493B-B83F-DC98A2602F89}" type="presParOf" srcId="{04A7EAA8-1AD8-420A-ACDE-CF1DBE6C6B32}" destId="{D4A9B9E9-4007-4F55-9523-0F374977FDB9}" srcOrd="5" destOrd="0" presId="urn:microsoft.com/office/officeart/2005/8/layout/orgChart1"/>
    <dgm:cxn modelId="{73AABF46-D95C-4AFF-96E0-642955E9A578}" type="presParOf" srcId="{D4A9B9E9-4007-4F55-9523-0F374977FDB9}" destId="{AB1566F2-B495-4D82-966E-C96F5672286B}" srcOrd="0" destOrd="0" presId="urn:microsoft.com/office/officeart/2005/8/layout/orgChart1"/>
    <dgm:cxn modelId="{4439636E-E23D-4ECE-A60E-A71ED4AB2750}" type="presParOf" srcId="{AB1566F2-B495-4D82-966E-C96F5672286B}" destId="{E62E289A-2B13-4447-B270-AF99BC886CBA}" srcOrd="0" destOrd="0" presId="urn:microsoft.com/office/officeart/2005/8/layout/orgChart1"/>
    <dgm:cxn modelId="{0FEE133C-D6FF-4E15-BADE-F84016F874AF}" type="presParOf" srcId="{AB1566F2-B495-4D82-966E-C96F5672286B}" destId="{E7D02086-DF11-43E0-A4A2-B96830C96E2D}" srcOrd="1" destOrd="0" presId="urn:microsoft.com/office/officeart/2005/8/layout/orgChart1"/>
    <dgm:cxn modelId="{52123AD2-4C9F-4E7C-9E14-DCCD26492C17}" type="presParOf" srcId="{D4A9B9E9-4007-4F55-9523-0F374977FDB9}" destId="{B6D52920-A4E1-4F8F-A395-394380D3FDE3}" srcOrd="1" destOrd="0" presId="urn:microsoft.com/office/officeart/2005/8/layout/orgChart1"/>
    <dgm:cxn modelId="{5E1E05E7-6CD4-4EC2-8042-0FFFED33D0DC}" type="presParOf" srcId="{D4A9B9E9-4007-4F55-9523-0F374977FDB9}" destId="{675A86A2-D319-4FE3-8F7E-4347D939F075}" srcOrd="2" destOrd="0" presId="urn:microsoft.com/office/officeart/2005/8/layout/orgChart1"/>
    <dgm:cxn modelId="{619BE22F-F8A4-4478-A4CB-1598A6256439}" type="presParOf" srcId="{04A7EAA8-1AD8-420A-ACDE-CF1DBE6C6B32}" destId="{FF3F6B06-EBAD-4CEC-8EFA-D133E59AEF80}" srcOrd="6" destOrd="0" presId="urn:microsoft.com/office/officeart/2005/8/layout/orgChart1"/>
    <dgm:cxn modelId="{7F339727-0F7A-4193-BCB6-F9FA1B2E80B2}" type="presParOf" srcId="{04A7EAA8-1AD8-420A-ACDE-CF1DBE6C6B32}" destId="{54349906-544E-48E1-B9F9-5D91B89DD98D}" srcOrd="7" destOrd="0" presId="urn:microsoft.com/office/officeart/2005/8/layout/orgChart1"/>
    <dgm:cxn modelId="{C23AAA87-0297-4715-903A-12D9BE05A0B6}" type="presParOf" srcId="{54349906-544E-48E1-B9F9-5D91B89DD98D}" destId="{7BA0179A-F2B0-4170-BC46-530B958AD088}" srcOrd="0" destOrd="0" presId="urn:microsoft.com/office/officeart/2005/8/layout/orgChart1"/>
    <dgm:cxn modelId="{5A4CB4B7-1614-4858-91A3-1F439D1FFEC6}" type="presParOf" srcId="{7BA0179A-F2B0-4170-BC46-530B958AD088}" destId="{DE5C4BDA-F911-48FC-B965-63B70546ADB0}" srcOrd="0" destOrd="0" presId="urn:microsoft.com/office/officeart/2005/8/layout/orgChart1"/>
    <dgm:cxn modelId="{4D1B8206-B5E1-4B02-AE73-FE71E5859D71}" type="presParOf" srcId="{7BA0179A-F2B0-4170-BC46-530B958AD088}" destId="{419CC121-51B5-4249-B20E-DAC6EA3B3CA4}" srcOrd="1" destOrd="0" presId="urn:microsoft.com/office/officeart/2005/8/layout/orgChart1"/>
    <dgm:cxn modelId="{9A6A5EA2-B35D-4B9B-B1B5-FD0208AD89D6}" type="presParOf" srcId="{54349906-544E-48E1-B9F9-5D91B89DD98D}" destId="{67705D3B-CD55-454B-B591-1F86F0386479}" srcOrd="1" destOrd="0" presId="urn:microsoft.com/office/officeart/2005/8/layout/orgChart1"/>
    <dgm:cxn modelId="{DD16C21C-30B3-4E2C-BF70-7854C3EE8515}" type="presParOf" srcId="{54349906-544E-48E1-B9F9-5D91B89DD98D}" destId="{5FD7F933-7921-48B9-B44E-8C22199BD8BD}" srcOrd="2" destOrd="0" presId="urn:microsoft.com/office/officeart/2005/8/layout/orgChart1"/>
    <dgm:cxn modelId="{5125E99A-DB06-4558-9B4F-777B0193162F}" type="presParOf" srcId="{8EE45698-C414-461D-9E87-252AE093B096}" destId="{3096195E-25D1-4B6E-97EC-849AC25C55EB}" srcOrd="2" destOrd="0" presId="urn:microsoft.com/office/officeart/2005/8/layout/orgChart1"/>
    <dgm:cxn modelId="{21CC8005-4B8F-474D-A42A-FA2765B3377E}" type="presParOf" srcId="{6F6EEE7A-E000-4F61-9020-62BAA24F6C5E}" destId="{D8674511-152A-4345-9C26-FB66C5CD1C6C}" srcOrd="2" destOrd="0" presId="urn:microsoft.com/office/officeart/2005/8/layout/orgChar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63E24B07-8023-4E9F-8558-D5757EF64B7C}" type="doc">
      <dgm:prSet loTypeId="urn:microsoft.com/office/officeart/2005/8/layout/lProcess2" loCatId="relationship" qsTypeId="urn:microsoft.com/office/officeart/2005/8/quickstyle/simple1" qsCatId="simple" csTypeId="urn:microsoft.com/office/officeart/2005/8/colors/accent1_2" csCatId="accent1" phldr="1"/>
      <dgm:spPr/>
      <dgm:t>
        <a:bodyPr/>
        <a:lstStyle/>
        <a:p>
          <a:endParaRPr lang="en-US"/>
        </a:p>
      </dgm:t>
    </dgm:pt>
    <dgm:pt modelId="{0EDD2705-1EC9-49D2-AAF1-51B922F9F872}">
      <dgm:prSet phldrT="[Testo]" phldr="0" custT="1"/>
      <dgm:spPr>
        <a:solidFill>
          <a:srgbClr val="FFFFFF"/>
        </a:solidFill>
        <a:ln>
          <a:noFill/>
        </a:ln>
        <a:effectLst/>
      </dgm:spPr>
      <dgm:t>
        <a:bodyPr spcFirstLastPara="0" vert="horz" wrap="square" lIns="110490" tIns="110490" rIns="110490" bIns="110490" numCol="1" spcCol="1270" anchor="ctr" anchorCtr="0"/>
        <a:lstStyle/>
        <a:p>
          <a:r>
            <a:rPr lang="en-US" sz="2400" noProof="0" dirty="0"/>
            <a:t>PROJECT COSTS</a:t>
          </a:r>
        </a:p>
      </dgm:t>
    </dgm:pt>
    <dgm:pt modelId="{FE291E26-70AA-430D-AD9A-677BC67532B2}" type="parTrans" cxnId="{6F9B7315-4C4D-4FE7-9BDF-24A5A860E09F}">
      <dgm:prSet/>
      <dgm:spPr/>
      <dgm:t>
        <a:bodyPr/>
        <a:lstStyle/>
        <a:p>
          <a:endParaRPr lang="en-US"/>
        </a:p>
      </dgm:t>
    </dgm:pt>
    <dgm:pt modelId="{0D203B44-E890-4582-A7AB-913F2DF9560B}" type="sibTrans" cxnId="{6F9B7315-4C4D-4FE7-9BDF-24A5A860E09F}">
      <dgm:prSet/>
      <dgm:spPr/>
      <dgm:t>
        <a:bodyPr/>
        <a:lstStyle/>
        <a:p>
          <a:endParaRPr lang="en-US"/>
        </a:p>
      </dgm:t>
    </dgm:pt>
    <dgm:pt modelId="{40247257-1661-41DF-BC3F-06F46A6295A5}">
      <dgm:prSet phldrT="[Testo]" phldr="0" custT="1"/>
      <dgm:spPr>
        <a:solidFill>
          <a:srgbClr val="FFFFFF"/>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gm:t>
    </dgm:pt>
    <dgm:pt modelId="{3A7275C9-712F-4B17-AFF6-999AA376CDC3}" type="parTrans" cxnId="{77C89C14-F95F-4C23-AC9D-A823EDE879A1}">
      <dgm:prSet/>
      <dgm:spPr/>
      <dgm:t>
        <a:bodyPr/>
        <a:lstStyle/>
        <a:p>
          <a:endParaRPr lang="en-US"/>
        </a:p>
      </dgm:t>
    </dgm:pt>
    <dgm:pt modelId="{4028B860-EC01-437C-B432-329C9508DDD3}" type="sibTrans" cxnId="{77C89C14-F95F-4C23-AC9D-A823EDE879A1}">
      <dgm:prSet/>
      <dgm:spPr/>
      <dgm:t>
        <a:bodyPr/>
        <a:lstStyle/>
        <a:p>
          <a:endParaRPr lang="en-US"/>
        </a:p>
      </dgm:t>
    </dgm:pt>
    <dgm:pt modelId="{B7CD8660-A82F-447D-981C-5B2CDD5A8369}">
      <dgm:prSet phldrT="[Testo]" phldr="0" custT="1"/>
      <dgm:spPr>
        <a:solidFill>
          <a:srgbClr val="FFFFFF">
            <a:lumMod val="75000"/>
          </a:srgbClr>
        </a:solidFill>
        <a:ln>
          <a:noFill/>
        </a:ln>
        <a:effectLst/>
      </dgm:spPr>
      <dgm:t>
        <a:bodyPr spcFirstLastPara="0" vert="horz" wrap="square" lIns="87630" tIns="87630" rIns="87630" bIns="87630" numCol="1" spcCol="1270" anchor="ctr" anchorCtr="0"/>
        <a:lstStyle/>
        <a:p>
          <a:pPr marL="0" lvl="0" indent="0" algn="ctr" defTabSz="1022350">
            <a:lnSpc>
              <a:spcPct val="90000"/>
            </a:lnSpc>
            <a:spcBef>
              <a:spcPct val="0"/>
            </a:spcBef>
            <a:spcAft>
              <a:spcPct val="35000"/>
            </a:spcAft>
            <a:buNone/>
          </a:pPr>
          <a:r>
            <a:rPr lang="en-US" sz="2300" kern="1200" noProof="0" dirty="0">
              <a:solidFill>
                <a:srgbClr val="000000">
                  <a:hueOff val="0"/>
                  <a:satOff val="0"/>
                  <a:lumOff val="0"/>
                  <a:alphaOff val="0"/>
                </a:srgbClr>
              </a:solidFill>
              <a:latin typeface="Times New Roman"/>
              <a:ea typeface="+mn-ea"/>
              <a:cs typeface="+mn-cs"/>
            </a:rPr>
            <a:t>PROJECT BENEFITS</a:t>
          </a:r>
        </a:p>
      </dgm:t>
    </dgm:pt>
    <dgm:pt modelId="{DA0ADC67-94DA-47B4-925C-34E9536CB64E}" type="parTrans" cxnId="{73156E65-F5A1-41F7-9BD2-1D4703F0A086}">
      <dgm:prSet/>
      <dgm:spPr/>
      <dgm:t>
        <a:bodyPr/>
        <a:lstStyle/>
        <a:p>
          <a:endParaRPr lang="en-US"/>
        </a:p>
      </dgm:t>
    </dgm:pt>
    <dgm:pt modelId="{3C044498-3F6D-402D-9762-6023A330B361}" type="sibTrans" cxnId="{73156E65-F5A1-41F7-9BD2-1D4703F0A086}">
      <dgm:prSet/>
      <dgm:spPr/>
      <dgm:t>
        <a:bodyPr/>
        <a:lstStyle/>
        <a:p>
          <a:endParaRPr lang="en-US"/>
        </a:p>
      </dgm:t>
    </dgm:pt>
    <dgm:pt modelId="{70BD055E-0DFC-4950-B235-7DC159BBCEB6}">
      <dgm:prSet phldrT="[Testo]" phldr="0"/>
      <dgm:spPr>
        <a:solidFill>
          <a:schemeClr val="bg1"/>
        </a:solidFill>
        <a:ln>
          <a:solidFill>
            <a:schemeClr val="tx1"/>
          </a:solidFill>
        </a:ln>
      </dgm:spPr>
      <dgm:t>
        <a:bodyPr/>
        <a:lstStyle/>
        <a:p>
          <a:r>
            <a:rPr lang="en-US" noProof="0" dirty="0">
              <a:solidFill>
                <a:schemeClr val="tx1"/>
              </a:solidFill>
            </a:rPr>
            <a:t>MANAGEMENT VALUE</a:t>
          </a:r>
        </a:p>
      </dgm:t>
    </dgm:pt>
    <dgm:pt modelId="{0734A025-155A-4DF3-9FD4-45839BB17D47}" type="parTrans" cxnId="{E59AF15B-0B55-4647-99A8-BE933C316641}">
      <dgm:prSet/>
      <dgm:spPr/>
      <dgm:t>
        <a:bodyPr/>
        <a:lstStyle/>
        <a:p>
          <a:endParaRPr lang="en-US"/>
        </a:p>
      </dgm:t>
    </dgm:pt>
    <dgm:pt modelId="{4DBD1A0B-50A9-4AA5-BCD1-B3697DD249F2}" type="sibTrans" cxnId="{E59AF15B-0B55-4647-99A8-BE933C316641}">
      <dgm:prSet/>
      <dgm:spPr/>
      <dgm:t>
        <a:bodyPr/>
        <a:lstStyle/>
        <a:p>
          <a:endParaRPr lang="en-US"/>
        </a:p>
      </dgm:t>
    </dgm:pt>
    <dgm:pt modelId="{BC73DC96-EFBB-441A-8E7E-3B8F200AC53F}">
      <dgm:prSet phldrT="[Testo]" phldr="0" custT="1"/>
      <dgm:spPr>
        <a:solidFill>
          <a:schemeClr val="bg1"/>
        </a:solidFill>
      </dgm:spPr>
      <dgm:t>
        <a:bodyPr/>
        <a:lstStyle/>
        <a:p>
          <a:r>
            <a:rPr lang="en-US" sz="2400" noProof="0" dirty="0"/>
            <a:t>PROJECT VALUE </a:t>
          </a:r>
        </a:p>
      </dgm:t>
    </dgm:pt>
    <dgm:pt modelId="{4B5681AE-F226-4F2E-AFE0-9E18D323D105}" type="parTrans" cxnId="{99565E4D-276A-47CC-9B4B-6B89C1CBD94F}">
      <dgm:prSet/>
      <dgm:spPr/>
      <dgm:t>
        <a:bodyPr/>
        <a:lstStyle/>
        <a:p>
          <a:endParaRPr lang="en-US"/>
        </a:p>
      </dgm:t>
    </dgm:pt>
    <dgm:pt modelId="{FA16ACC7-ED9B-4BC1-8373-51F1B367EC62}" type="sibTrans" cxnId="{99565E4D-276A-47CC-9B4B-6B89C1CBD94F}">
      <dgm:prSet/>
      <dgm:spPr/>
      <dgm:t>
        <a:bodyPr/>
        <a:lstStyle/>
        <a:p>
          <a:endParaRPr lang="en-US"/>
        </a:p>
      </dgm:t>
    </dgm:pt>
    <dgm:pt modelId="{7040C883-EDB3-4AAE-AB28-202EE2F51F55}">
      <dgm:prSet phldrT="[Testo]" phldr="0"/>
      <dgm:spPr>
        <a:solidFill>
          <a:schemeClr val="bg1"/>
        </a:solidFill>
        <a:ln>
          <a:solidFill>
            <a:schemeClr val="tx1"/>
          </a:solidFill>
        </a:ln>
      </dgm:spPr>
      <dgm:t>
        <a:bodyPr/>
        <a:lstStyle/>
        <a:p>
          <a:r>
            <a:rPr lang="en-US" noProof="0" dirty="0">
              <a:solidFill>
                <a:schemeClr val="tx1"/>
              </a:solidFill>
            </a:rPr>
            <a:t>FINANCIAL APPROACH</a:t>
          </a:r>
        </a:p>
      </dgm:t>
    </dgm:pt>
    <dgm:pt modelId="{6DC40519-C77F-4FE6-A052-A43989E415E0}" type="parTrans" cxnId="{8A729E58-D6AF-4B4B-B526-57F6452B5D70}">
      <dgm:prSet/>
      <dgm:spPr/>
      <dgm:t>
        <a:bodyPr/>
        <a:lstStyle/>
        <a:p>
          <a:endParaRPr lang="en-US"/>
        </a:p>
      </dgm:t>
    </dgm:pt>
    <dgm:pt modelId="{EF272F0E-8723-4BDB-82EF-6563D24EBF72}" type="sibTrans" cxnId="{8A729E58-D6AF-4B4B-B526-57F6452B5D70}">
      <dgm:prSet/>
      <dgm:spPr/>
      <dgm:t>
        <a:bodyPr/>
        <a:lstStyle/>
        <a:p>
          <a:endParaRPr lang="en-US"/>
        </a:p>
      </dgm:t>
    </dgm:pt>
    <dgm:pt modelId="{2FDF8BA5-1F79-43D5-82D8-297F548F3542}">
      <dgm:prSet phldrT="[Testo]" phldr="0"/>
      <dgm:spPr>
        <a:solidFill>
          <a:schemeClr val="bg1"/>
        </a:solidFill>
        <a:ln>
          <a:solidFill>
            <a:schemeClr val="tx1"/>
          </a:solidFill>
        </a:ln>
      </dgm:spPr>
      <dgm:t>
        <a:bodyPr/>
        <a:lstStyle/>
        <a:p>
          <a:r>
            <a:rPr lang="en-US" noProof="0" dirty="0">
              <a:solidFill>
                <a:schemeClr val="tx1"/>
              </a:solidFill>
            </a:rPr>
            <a:t>INFRASTRUCTURE</a:t>
          </a:r>
        </a:p>
      </dgm:t>
    </dgm:pt>
    <dgm:pt modelId="{C9CE1DAB-9AB3-43AA-B607-9893A42F86F7}" type="parTrans" cxnId="{F6BFC237-7436-498A-93BD-73510B631561}">
      <dgm:prSet/>
      <dgm:spPr/>
      <dgm:t>
        <a:bodyPr/>
        <a:lstStyle/>
        <a:p>
          <a:endParaRPr lang="en-US"/>
        </a:p>
      </dgm:t>
    </dgm:pt>
    <dgm:pt modelId="{ACDBB275-B531-41A6-9E60-709957573E9F}" type="sibTrans" cxnId="{F6BFC237-7436-498A-93BD-73510B631561}">
      <dgm:prSet/>
      <dgm:spPr/>
      <dgm:t>
        <a:bodyPr/>
        <a:lstStyle/>
        <a:p>
          <a:endParaRPr lang="en-US"/>
        </a:p>
      </dgm:t>
    </dgm:pt>
    <dgm:pt modelId="{6BEBF612-AC28-4281-829A-886742483343}">
      <dgm:prSet phldrT="[Testo]" phldr="0" custT="1"/>
      <dgm:spPr>
        <a:solidFill>
          <a:schemeClr val="bg1"/>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BUSINESS</a:t>
          </a:r>
        </a:p>
      </dgm:t>
    </dgm:pt>
    <dgm:pt modelId="{E18DC705-3A47-4D42-9974-13148F5BDD9B}" type="parTrans" cxnId="{BA000ECF-19AD-4366-85A9-411D81A739F5}">
      <dgm:prSet/>
      <dgm:spPr/>
      <dgm:t>
        <a:bodyPr/>
        <a:lstStyle/>
        <a:p>
          <a:endParaRPr lang="en-US"/>
        </a:p>
      </dgm:t>
    </dgm:pt>
    <dgm:pt modelId="{2AD56649-164C-4A93-9FB5-2F6E05D7EA3D}" type="sibTrans" cxnId="{BA000ECF-19AD-4366-85A9-411D81A739F5}">
      <dgm:prSet/>
      <dgm:spPr/>
      <dgm:t>
        <a:bodyPr/>
        <a:lstStyle/>
        <a:p>
          <a:endParaRPr lang="en-US"/>
        </a:p>
      </dgm:t>
    </dgm:pt>
    <dgm:pt modelId="{32370EA5-817D-41DE-9EF3-C264A87731CF}">
      <dgm:prSet phldrT="[Testo]" phldr="0" custT="1"/>
      <dgm:spPr>
        <a:solidFill>
          <a:srgbClr val="FF9933"/>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SOCIAL VALUE </a:t>
          </a:r>
        </a:p>
      </dgm:t>
    </dgm:pt>
    <dgm:pt modelId="{03A3A5FA-FFB8-46C3-96DE-56DAE975EDE7}" type="parTrans" cxnId="{70F13194-7A6E-486B-8360-890B448C8894}">
      <dgm:prSet/>
      <dgm:spPr/>
      <dgm:t>
        <a:bodyPr/>
        <a:lstStyle/>
        <a:p>
          <a:endParaRPr lang="en-US"/>
        </a:p>
      </dgm:t>
    </dgm:pt>
    <dgm:pt modelId="{419AECF9-1D06-4331-B260-344434C0B86D}" type="sibTrans" cxnId="{70F13194-7A6E-486B-8360-890B448C8894}">
      <dgm:prSet/>
      <dgm:spPr/>
      <dgm:t>
        <a:bodyPr/>
        <a:lstStyle/>
        <a:p>
          <a:endParaRPr lang="en-US"/>
        </a:p>
      </dgm:t>
    </dgm:pt>
    <dgm:pt modelId="{A909BAB4-7AB8-4F4A-A1BE-80F5C9707911}">
      <dgm:prSet phldrT="[Testo]" phldr="0"/>
      <dgm:spPr>
        <a:solidFill>
          <a:schemeClr val="bg1"/>
        </a:solidFill>
        <a:ln>
          <a:solidFill>
            <a:schemeClr val="tx1"/>
          </a:solidFill>
        </a:ln>
      </dgm:spPr>
      <dgm:t>
        <a:bodyPr/>
        <a:lstStyle/>
        <a:p>
          <a:r>
            <a:rPr lang="en-US" noProof="0" dirty="0">
              <a:solidFill>
                <a:schemeClr val="tx1"/>
              </a:solidFill>
            </a:rPr>
            <a:t>NET VALUE  APPROACH</a:t>
          </a:r>
        </a:p>
      </dgm:t>
    </dgm:pt>
    <dgm:pt modelId="{DB376E9E-0E54-483E-A0F9-96AB57DD8516}" type="parTrans" cxnId="{ACE6CAFE-F973-4697-A143-0402581DA6E3}">
      <dgm:prSet/>
      <dgm:spPr/>
      <dgm:t>
        <a:bodyPr/>
        <a:lstStyle/>
        <a:p>
          <a:endParaRPr lang="en-US"/>
        </a:p>
      </dgm:t>
    </dgm:pt>
    <dgm:pt modelId="{F5DD361B-132E-4A4F-8124-20C0CB155A00}" type="sibTrans" cxnId="{ACE6CAFE-F973-4697-A143-0402581DA6E3}">
      <dgm:prSet/>
      <dgm:spPr/>
      <dgm:t>
        <a:bodyPr/>
        <a:lstStyle/>
        <a:p>
          <a:endParaRPr lang="en-US"/>
        </a:p>
      </dgm:t>
    </dgm:pt>
    <dgm:pt modelId="{EF9FD828-A0BF-43F8-ABC7-E1EE24F07C42}">
      <dgm:prSet phldrT="[Testo]" phldr="0" custT="1"/>
      <dgm:spPr>
        <a:solidFill>
          <a:schemeClr val="bg1"/>
        </a:solidFill>
        <a:ln>
          <a:noFill/>
        </a:ln>
        <a:effectLst/>
      </dgm:spPr>
      <dgm:t>
        <a:bodyPr spcFirstLastPara="0" vert="horz" wrap="square" lIns="87630" tIns="87630" rIns="87630" bIns="87630" numCol="1" spcCol="1270" anchor="ctr" anchorCtr="0"/>
        <a:lstStyle/>
        <a:p>
          <a:r>
            <a:rPr lang="en-US" sz="2300" kern="1200" noProof="0" dirty="0"/>
            <a:t>OPERATIONS  </a:t>
          </a:r>
          <a:r>
            <a:rPr lang="en-US" sz="2300" kern="1200" noProof="0" dirty="0">
              <a:solidFill>
                <a:srgbClr val="000000">
                  <a:hueOff val="0"/>
                  <a:satOff val="0"/>
                  <a:lumOff val="0"/>
                  <a:alphaOff val="0"/>
                </a:srgbClr>
              </a:solidFill>
              <a:latin typeface="Times New Roman"/>
              <a:ea typeface="+mn-ea"/>
              <a:cs typeface="+mn-cs"/>
            </a:rPr>
            <a:t>COST</a:t>
          </a:r>
        </a:p>
      </dgm:t>
    </dgm:pt>
    <dgm:pt modelId="{8B46DBB5-BE20-452E-BDAC-57B4248B579B}" type="parTrans" cxnId="{2E5A4064-7A8A-4182-955A-A7A098843B57}">
      <dgm:prSet/>
      <dgm:spPr/>
      <dgm:t>
        <a:bodyPr/>
        <a:lstStyle/>
        <a:p>
          <a:endParaRPr lang="en-US"/>
        </a:p>
      </dgm:t>
    </dgm:pt>
    <dgm:pt modelId="{357BE1D7-3472-4631-83A3-EAA12DA32F6B}" type="sibTrans" cxnId="{2E5A4064-7A8A-4182-955A-A7A098843B57}">
      <dgm:prSet/>
      <dgm:spPr/>
      <dgm:t>
        <a:bodyPr/>
        <a:lstStyle/>
        <a:p>
          <a:endParaRPr lang="en-US"/>
        </a:p>
      </dgm:t>
    </dgm:pt>
    <dgm:pt modelId="{9E4CCB87-75A5-457C-BDC5-A8C25CF38D41}">
      <dgm:prSet phldrT="[Testo]" phldr="0"/>
      <dgm:spPr>
        <a:solidFill>
          <a:schemeClr val="bg1"/>
        </a:solidFill>
        <a:ln>
          <a:solidFill>
            <a:schemeClr val="tx1"/>
          </a:solidFill>
        </a:ln>
      </dgm:spPr>
      <dgm:t>
        <a:bodyPr/>
        <a:lstStyle/>
        <a:p>
          <a:r>
            <a:rPr lang="en-US" noProof="0" dirty="0">
              <a:solidFill>
                <a:schemeClr val="tx1"/>
              </a:solidFill>
            </a:rPr>
            <a:t>OPERATIONS </a:t>
          </a:r>
        </a:p>
      </dgm:t>
    </dgm:pt>
    <dgm:pt modelId="{85509985-5007-4FCE-9F75-D55B68BD8068}" type="parTrans" cxnId="{2DD90791-3D65-4AA1-8474-506804C48981}">
      <dgm:prSet/>
      <dgm:spPr/>
      <dgm:t>
        <a:bodyPr/>
        <a:lstStyle/>
        <a:p>
          <a:endParaRPr lang="en-US"/>
        </a:p>
      </dgm:t>
    </dgm:pt>
    <dgm:pt modelId="{058D0969-B357-4198-95D8-1AC0533908A3}" type="sibTrans" cxnId="{2DD90791-3D65-4AA1-8474-506804C48981}">
      <dgm:prSet/>
      <dgm:spPr/>
      <dgm:t>
        <a:bodyPr/>
        <a:lstStyle/>
        <a:p>
          <a:endParaRPr lang="en-US"/>
        </a:p>
      </dgm:t>
    </dgm:pt>
    <dgm:pt modelId="{2A5A9D7D-EC81-4243-B2DB-B59409C9188E}">
      <dgm:prSet phldrT="[Testo]" phldr="0"/>
      <dgm:spPr>
        <a:solidFill>
          <a:schemeClr val="bg1"/>
        </a:solidFill>
        <a:ln>
          <a:solidFill>
            <a:schemeClr val="tx1"/>
          </a:solidFill>
        </a:ln>
      </dgm:spPr>
      <dgm:t>
        <a:bodyPr/>
        <a:lstStyle/>
        <a:p>
          <a:r>
            <a:rPr lang="en-US" noProof="0" dirty="0">
              <a:solidFill>
                <a:schemeClr val="tx1"/>
              </a:solidFill>
            </a:rPr>
            <a:t>SYSTEM MAINTENANCE</a:t>
          </a:r>
        </a:p>
      </dgm:t>
    </dgm:pt>
    <dgm:pt modelId="{A3DFFE29-340B-45DD-93E2-C4C160A6ECE2}" type="parTrans" cxnId="{F3384004-0B11-45D4-B1A7-3D5F77CBD021}">
      <dgm:prSet/>
      <dgm:spPr/>
      <dgm:t>
        <a:bodyPr/>
        <a:lstStyle/>
        <a:p>
          <a:endParaRPr lang="en-US"/>
        </a:p>
      </dgm:t>
    </dgm:pt>
    <dgm:pt modelId="{59C58EB6-548D-4BBE-AAF9-BE2D22F36DCC}" type="sibTrans" cxnId="{F3384004-0B11-45D4-B1A7-3D5F77CBD021}">
      <dgm:prSet/>
      <dgm:spPr/>
      <dgm:t>
        <a:bodyPr/>
        <a:lstStyle/>
        <a:p>
          <a:endParaRPr lang="en-US"/>
        </a:p>
      </dgm:t>
    </dgm:pt>
    <dgm:pt modelId="{944D230F-885C-4C2C-883B-B26B072B3C92}">
      <dgm:prSet phldrT="[Testo]" phldr="0" custT="1"/>
      <dgm:spPr>
        <a:solidFill>
          <a:schemeClr val="bg1"/>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pPr>
          <a:r>
            <a:rPr lang="en-US" sz="1300" kern="1200" noProof="0" dirty="0">
              <a:solidFill>
                <a:schemeClr val="tx1"/>
              </a:solidFill>
            </a:rPr>
            <a:t>PROJECT </a:t>
          </a:r>
          <a:r>
            <a:rPr lang="en-US" sz="1300" kern="1200" noProof="0" dirty="0">
              <a:solidFill>
                <a:srgbClr val="000000"/>
              </a:solidFill>
              <a:latin typeface="Times New Roman"/>
              <a:ea typeface="+mn-ea"/>
              <a:cs typeface="+mn-cs"/>
            </a:rPr>
            <a:t>MANAGEMENT</a:t>
          </a:r>
        </a:p>
      </dgm:t>
    </dgm:pt>
    <dgm:pt modelId="{BAA1D853-D4AC-4794-B559-35C41BEBCEFB}" type="parTrans" cxnId="{AD76E3E3-8D0F-4B4D-83EC-ADD2766FC2C6}">
      <dgm:prSet/>
      <dgm:spPr/>
      <dgm:t>
        <a:bodyPr/>
        <a:lstStyle/>
        <a:p>
          <a:endParaRPr lang="en-US"/>
        </a:p>
      </dgm:t>
    </dgm:pt>
    <dgm:pt modelId="{39AE1990-0EFA-4B55-AFF1-B7C7226C2490}" type="sibTrans" cxnId="{AD76E3E3-8D0F-4B4D-83EC-ADD2766FC2C6}">
      <dgm:prSet/>
      <dgm:spPr/>
      <dgm:t>
        <a:bodyPr/>
        <a:lstStyle/>
        <a:p>
          <a:endParaRPr lang="en-US"/>
        </a:p>
      </dgm:t>
    </dgm:pt>
    <dgm:pt modelId="{BA390A89-3D79-49A6-9BF0-599801F084EB}" type="pres">
      <dgm:prSet presAssocID="{63E24B07-8023-4E9F-8558-D5757EF64B7C}" presName="theList" presStyleCnt="0">
        <dgm:presLayoutVars>
          <dgm:dir/>
          <dgm:animLvl val="lvl"/>
          <dgm:resizeHandles val="exact"/>
        </dgm:presLayoutVars>
      </dgm:prSet>
      <dgm:spPr/>
    </dgm:pt>
    <dgm:pt modelId="{DADCEE8B-376B-4586-A9E1-AAC7290F1D12}" type="pres">
      <dgm:prSet presAssocID="{0EDD2705-1EC9-49D2-AAF1-51B922F9F872}" presName="compNode" presStyleCnt="0"/>
      <dgm:spPr/>
    </dgm:pt>
    <dgm:pt modelId="{8FABB9F9-868F-4D56-8A81-F1E0BA42E601}" type="pres">
      <dgm:prSet presAssocID="{0EDD2705-1EC9-49D2-AAF1-51B922F9F872}" presName="aNode" presStyleLbl="bgShp" presStyleIdx="0" presStyleCnt="4"/>
      <dgm:spPr>
        <a:xfrm>
          <a:off x="2029" y="0"/>
          <a:ext cx="1991962" cy="4572000"/>
        </a:xfrm>
        <a:prstGeom prst="roundRect">
          <a:avLst>
            <a:gd name="adj" fmla="val 10000"/>
          </a:avLst>
        </a:prstGeom>
      </dgm:spPr>
    </dgm:pt>
    <dgm:pt modelId="{7F9BE9A7-F9C4-49E1-9574-99360BA807BE}" type="pres">
      <dgm:prSet presAssocID="{0EDD2705-1EC9-49D2-AAF1-51B922F9F872}" presName="textNode" presStyleLbl="bgShp" presStyleIdx="0" presStyleCnt="4"/>
      <dgm:spPr/>
    </dgm:pt>
    <dgm:pt modelId="{C1658941-B58C-4ADE-9588-815AE090FC7A}" type="pres">
      <dgm:prSet presAssocID="{0EDD2705-1EC9-49D2-AAF1-51B922F9F872}" presName="compChildNode" presStyleCnt="0"/>
      <dgm:spPr/>
    </dgm:pt>
    <dgm:pt modelId="{233FCEB1-6038-4072-B22C-BCD213C74D4D}" type="pres">
      <dgm:prSet presAssocID="{0EDD2705-1EC9-49D2-AAF1-51B922F9F872}" presName="theInnerList" presStyleCnt="0"/>
      <dgm:spPr/>
    </dgm:pt>
    <dgm:pt modelId="{91100A64-139A-4AC1-91C1-2699AF28B01F}" type="pres">
      <dgm:prSet presAssocID="{40247257-1661-41DF-BC3F-06F46A6295A5}" presName="childNode" presStyleLbl="node1" presStyleIdx="0" presStyleCnt="10">
        <dgm:presLayoutVars>
          <dgm:bulletEnabled val="1"/>
        </dgm:presLayoutVars>
      </dgm:prSet>
      <dgm:spPr>
        <a:xfrm>
          <a:off x="201226" y="1371990"/>
          <a:ext cx="1593569" cy="898214"/>
        </a:xfrm>
        <a:prstGeom prst="roundRect">
          <a:avLst>
            <a:gd name="adj" fmla="val 10000"/>
          </a:avLst>
        </a:prstGeom>
      </dgm:spPr>
    </dgm:pt>
    <dgm:pt modelId="{B8851E19-C2AB-43F3-A733-9922ED89E360}" type="pres">
      <dgm:prSet presAssocID="{40247257-1661-41DF-BC3F-06F46A6295A5}" presName="aSpace2" presStyleCnt="0"/>
      <dgm:spPr/>
    </dgm:pt>
    <dgm:pt modelId="{7EBF8282-17D2-438B-95FF-BAC2AE4F3FBC}" type="pres">
      <dgm:prSet presAssocID="{2FDF8BA5-1F79-43D5-82D8-297F548F3542}" presName="childNode" presStyleLbl="node1" presStyleIdx="1" presStyleCnt="10">
        <dgm:presLayoutVars>
          <dgm:bulletEnabled val="1"/>
        </dgm:presLayoutVars>
      </dgm:prSet>
      <dgm:spPr/>
    </dgm:pt>
    <dgm:pt modelId="{A069312A-67CC-45AA-BFE6-2053F852EE2C}" type="pres">
      <dgm:prSet presAssocID="{2FDF8BA5-1F79-43D5-82D8-297F548F3542}" presName="aSpace2" presStyleCnt="0"/>
      <dgm:spPr/>
    </dgm:pt>
    <dgm:pt modelId="{BA4E3C7D-B958-47BE-A1E4-9388CD7AE2AB}" type="pres">
      <dgm:prSet presAssocID="{6BEBF612-AC28-4281-829A-886742483343}" presName="childNode" presStyleLbl="node1" presStyleIdx="2" presStyleCnt="10">
        <dgm:presLayoutVars>
          <dgm:bulletEnabled val="1"/>
        </dgm:presLayoutVars>
      </dgm:prSet>
      <dgm:spPr>
        <a:xfrm>
          <a:off x="201226" y="3444794"/>
          <a:ext cx="1593569" cy="898214"/>
        </a:xfrm>
        <a:prstGeom prst="roundRect">
          <a:avLst>
            <a:gd name="adj" fmla="val 10000"/>
          </a:avLst>
        </a:prstGeom>
      </dgm:spPr>
    </dgm:pt>
    <dgm:pt modelId="{8B11A58F-1410-44BA-AB45-2A3E9FB205E5}" type="pres">
      <dgm:prSet presAssocID="{6BEBF612-AC28-4281-829A-886742483343}" presName="aSpace2" presStyleCnt="0"/>
      <dgm:spPr/>
    </dgm:pt>
    <dgm:pt modelId="{F4E26588-D736-40F0-ABCF-AD950B9DBBE2}" type="pres">
      <dgm:prSet presAssocID="{944D230F-885C-4C2C-883B-B26B072B3C92}" presName="childNode" presStyleLbl="node1" presStyleIdx="3" presStyleCnt="10">
        <dgm:presLayoutVars>
          <dgm:bulletEnabled val="1"/>
        </dgm:presLayoutVars>
      </dgm:prSet>
      <dgm:spPr>
        <a:xfrm>
          <a:off x="201226" y="3677245"/>
          <a:ext cx="1593569" cy="666043"/>
        </a:xfrm>
        <a:prstGeom prst="roundRect">
          <a:avLst>
            <a:gd name="adj" fmla="val 10000"/>
          </a:avLst>
        </a:prstGeom>
      </dgm:spPr>
    </dgm:pt>
    <dgm:pt modelId="{71044B30-3AC2-445D-B936-F7903BC3D17D}" type="pres">
      <dgm:prSet presAssocID="{0EDD2705-1EC9-49D2-AAF1-51B922F9F872}" presName="aSpace" presStyleCnt="0"/>
      <dgm:spPr/>
    </dgm:pt>
    <dgm:pt modelId="{8E3DC331-CA4C-4438-976B-785F3287BD1D}" type="pres">
      <dgm:prSet presAssocID="{EF9FD828-A0BF-43F8-ABC7-E1EE24F07C42}" presName="compNode" presStyleCnt="0"/>
      <dgm:spPr/>
    </dgm:pt>
    <dgm:pt modelId="{E7DCD616-0639-48DE-9F93-B45AC0464A57}" type="pres">
      <dgm:prSet presAssocID="{EF9FD828-A0BF-43F8-ABC7-E1EE24F07C42}" presName="aNode" presStyleLbl="bgShp" presStyleIdx="1" presStyleCnt="4"/>
      <dgm:spPr>
        <a:xfrm>
          <a:off x="2143389" y="0"/>
          <a:ext cx="1991962" cy="4572000"/>
        </a:xfrm>
        <a:prstGeom prst="roundRect">
          <a:avLst>
            <a:gd name="adj" fmla="val 10000"/>
          </a:avLst>
        </a:prstGeom>
      </dgm:spPr>
    </dgm:pt>
    <dgm:pt modelId="{5C2C466B-9D60-484B-9786-695675F7A92E}" type="pres">
      <dgm:prSet presAssocID="{EF9FD828-A0BF-43F8-ABC7-E1EE24F07C42}" presName="textNode" presStyleLbl="bgShp" presStyleIdx="1" presStyleCnt="4"/>
      <dgm:spPr/>
    </dgm:pt>
    <dgm:pt modelId="{685AE8C4-BA1D-438B-87FE-1425489EFA29}" type="pres">
      <dgm:prSet presAssocID="{EF9FD828-A0BF-43F8-ABC7-E1EE24F07C42}" presName="compChildNode" presStyleCnt="0"/>
      <dgm:spPr/>
    </dgm:pt>
    <dgm:pt modelId="{EFCF8995-AB51-40BF-9AFE-61D45508CDB7}" type="pres">
      <dgm:prSet presAssocID="{EF9FD828-A0BF-43F8-ABC7-E1EE24F07C42}" presName="theInnerList" presStyleCnt="0"/>
      <dgm:spPr/>
    </dgm:pt>
    <dgm:pt modelId="{0330B109-69E3-46F3-9D83-10671A7EBE70}" type="pres">
      <dgm:prSet presAssocID="{9E4CCB87-75A5-457C-BDC5-A8C25CF38D41}" presName="childNode" presStyleLbl="node1" presStyleIdx="4" presStyleCnt="10">
        <dgm:presLayoutVars>
          <dgm:bulletEnabled val="1"/>
        </dgm:presLayoutVars>
      </dgm:prSet>
      <dgm:spPr/>
    </dgm:pt>
    <dgm:pt modelId="{BCD2FFD0-E01F-4FE1-B85E-CD1F2FB6B95D}" type="pres">
      <dgm:prSet presAssocID="{9E4CCB87-75A5-457C-BDC5-A8C25CF38D41}" presName="aSpace2" presStyleCnt="0"/>
      <dgm:spPr/>
    </dgm:pt>
    <dgm:pt modelId="{68301150-8C06-4D05-AE88-8E675490E167}" type="pres">
      <dgm:prSet presAssocID="{2A5A9D7D-EC81-4243-B2DB-B59409C9188E}" presName="childNode" presStyleLbl="node1" presStyleIdx="5" presStyleCnt="10">
        <dgm:presLayoutVars>
          <dgm:bulletEnabled val="1"/>
        </dgm:presLayoutVars>
      </dgm:prSet>
      <dgm:spPr/>
    </dgm:pt>
    <dgm:pt modelId="{F22594D1-FE25-4683-B459-4ADAA993861D}" type="pres">
      <dgm:prSet presAssocID="{EF9FD828-A0BF-43F8-ABC7-E1EE24F07C42}" presName="aSpace" presStyleCnt="0"/>
      <dgm:spPr/>
    </dgm:pt>
    <dgm:pt modelId="{8278D786-3C1D-405E-B26F-3F37CDDEB2D0}" type="pres">
      <dgm:prSet presAssocID="{B7CD8660-A82F-447D-981C-5B2CDD5A8369}" presName="compNode" presStyleCnt="0"/>
      <dgm:spPr/>
    </dgm:pt>
    <dgm:pt modelId="{5CC9F1A6-8682-4B7D-8924-5FD7B0F2E6E3}" type="pres">
      <dgm:prSet presAssocID="{B7CD8660-A82F-447D-981C-5B2CDD5A8369}" presName="aNode" presStyleLbl="bgShp" presStyleIdx="2" presStyleCnt="4"/>
      <dgm:spPr>
        <a:xfrm>
          <a:off x="4284748" y="0"/>
          <a:ext cx="1991962" cy="4572000"/>
        </a:xfrm>
        <a:prstGeom prst="roundRect">
          <a:avLst>
            <a:gd name="adj" fmla="val 10000"/>
          </a:avLst>
        </a:prstGeom>
      </dgm:spPr>
    </dgm:pt>
    <dgm:pt modelId="{78297440-850E-4E7D-A73C-3BDBF8A885A3}" type="pres">
      <dgm:prSet presAssocID="{B7CD8660-A82F-447D-981C-5B2CDD5A8369}" presName="textNode" presStyleLbl="bgShp" presStyleIdx="2" presStyleCnt="4"/>
      <dgm:spPr/>
    </dgm:pt>
    <dgm:pt modelId="{306CF67D-F783-4135-89F8-E25852A317F1}" type="pres">
      <dgm:prSet presAssocID="{B7CD8660-A82F-447D-981C-5B2CDD5A8369}" presName="compChildNode" presStyleCnt="0"/>
      <dgm:spPr/>
    </dgm:pt>
    <dgm:pt modelId="{A869A60F-442C-4381-9B8B-FE1F58AE1EAE}" type="pres">
      <dgm:prSet presAssocID="{B7CD8660-A82F-447D-981C-5B2CDD5A8369}" presName="theInnerList" presStyleCnt="0"/>
      <dgm:spPr/>
    </dgm:pt>
    <dgm:pt modelId="{C9B82C22-048B-44CC-93D4-E3DD9EDD135B}" type="pres">
      <dgm:prSet presAssocID="{70BD055E-0DFC-4950-B235-7DC159BBCEB6}" presName="childNode" presStyleLbl="node1" presStyleIdx="6" presStyleCnt="10">
        <dgm:presLayoutVars>
          <dgm:bulletEnabled val="1"/>
        </dgm:presLayoutVars>
      </dgm:prSet>
      <dgm:spPr/>
    </dgm:pt>
    <dgm:pt modelId="{61EE1723-1AB1-41FA-B1E3-C3871ECD38E9}" type="pres">
      <dgm:prSet presAssocID="{70BD055E-0DFC-4950-B235-7DC159BBCEB6}" presName="aSpace2" presStyleCnt="0"/>
      <dgm:spPr/>
    </dgm:pt>
    <dgm:pt modelId="{A0E6910F-4EF7-426B-8944-F0925D47BFB4}" type="pres">
      <dgm:prSet presAssocID="{32370EA5-817D-41DE-9EF3-C264A87731CF}" presName="childNode" presStyleLbl="node1" presStyleIdx="7" presStyleCnt="10">
        <dgm:presLayoutVars>
          <dgm:bulletEnabled val="1"/>
        </dgm:presLayoutVars>
      </dgm:prSet>
      <dgm:spPr>
        <a:xfrm>
          <a:off x="4483944" y="2963540"/>
          <a:ext cx="1593569" cy="1378520"/>
        </a:xfrm>
        <a:prstGeom prst="roundRect">
          <a:avLst>
            <a:gd name="adj" fmla="val 10000"/>
          </a:avLst>
        </a:prstGeom>
      </dgm:spPr>
    </dgm:pt>
    <dgm:pt modelId="{7526F33C-7D03-41DA-BAEE-76D5EF7AC2C8}" type="pres">
      <dgm:prSet presAssocID="{B7CD8660-A82F-447D-981C-5B2CDD5A8369}" presName="aSpace" presStyleCnt="0"/>
      <dgm:spPr/>
    </dgm:pt>
    <dgm:pt modelId="{35513678-CA66-489F-8A5F-32789A982F69}" type="pres">
      <dgm:prSet presAssocID="{BC73DC96-EFBB-441A-8E7E-3B8F200AC53F}" presName="compNode" presStyleCnt="0"/>
      <dgm:spPr/>
    </dgm:pt>
    <dgm:pt modelId="{D0E1A1A4-4EF7-46C0-9CCC-7F1571CB10F9}" type="pres">
      <dgm:prSet presAssocID="{BC73DC96-EFBB-441A-8E7E-3B8F200AC53F}" presName="aNode" presStyleLbl="bgShp" presStyleIdx="3" presStyleCnt="4"/>
      <dgm:spPr/>
    </dgm:pt>
    <dgm:pt modelId="{D6B3AB59-F5BE-44B9-94BB-CB534185F388}" type="pres">
      <dgm:prSet presAssocID="{BC73DC96-EFBB-441A-8E7E-3B8F200AC53F}" presName="textNode" presStyleLbl="bgShp" presStyleIdx="3" presStyleCnt="4"/>
      <dgm:spPr/>
    </dgm:pt>
    <dgm:pt modelId="{83A7823E-95E7-482F-A4B8-43AE927D54AC}" type="pres">
      <dgm:prSet presAssocID="{BC73DC96-EFBB-441A-8E7E-3B8F200AC53F}" presName="compChildNode" presStyleCnt="0"/>
      <dgm:spPr/>
    </dgm:pt>
    <dgm:pt modelId="{346AD43C-AB4C-4220-AF41-83B4097A0EA4}" type="pres">
      <dgm:prSet presAssocID="{BC73DC96-EFBB-441A-8E7E-3B8F200AC53F}" presName="theInnerList" presStyleCnt="0"/>
      <dgm:spPr/>
    </dgm:pt>
    <dgm:pt modelId="{F3DF3EE7-C3E1-4556-B5E5-D675D9659B6D}" type="pres">
      <dgm:prSet presAssocID="{7040C883-EDB3-4AAE-AB28-202EE2F51F55}" presName="childNode" presStyleLbl="node1" presStyleIdx="8" presStyleCnt="10">
        <dgm:presLayoutVars>
          <dgm:bulletEnabled val="1"/>
        </dgm:presLayoutVars>
      </dgm:prSet>
      <dgm:spPr/>
    </dgm:pt>
    <dgm:pt modelId="{FA01CE40-6491-49F5-B5F7-EA2AD4F6B25F}" type="pres">
      <dgm:prSet presAssocID="{7040C883-EDB3-4AAE-AB28-202EE2F51F55}" presName="aSpace2" presStyleCnt="0"/>
      <dgm:spPr/>
    </dgm:pt>
    <dgm:pt modelId="{B2301BB8-8C5A-4642-99B6-6B3BE9385CA1}" type="pres">
      <dgm:prSet presAssocID="{A909BAB4-7AB8-4F4A-A1BE-80F5C9707911}" presName="childNode" presStyleLbl="node1" presStyleIdx="9" presStyleCnt="10">
        <dgm:presLayoutVars>
          <dgm:bulletEnabled val="1"/>
        </dgm:presLayoutVars>
      </dgm:prSet>
      <dgm:spPr/>
    </dgm:pt>
  </dgm:ptLst>
  <dgm:cxnLst>
    <dgm:cxn modelId="{F3384004-0B11-45D4-B1A7-3D5F77CBD021}" srcId="{EF9FD828-A0BF-43F8-ABC7-E1EE24F07C42}" destId="{2A5A9D7D-EC81-4243-B2DB-B59409C9188E}" srcOrd="1" destOrd="0" parTransId="{A3DFFE29-340B-45DD-93E2-C4C160A6ECE2}" sibTransId="{59C58EB6-548D-4BBE-AAF9-BE2D22F36DCC}"/>
    <dgm:cxn modelId="{87D9DA0E-38E0-42A8-9370-BF34DAD5D210}" type="presOf" srcId="{0EDD2705-1EC9-49D2-AAF1-51B922F9F872}" destId="{8FABB9F9-868F-4D56-8A81-F1E0BA42E601}" srcOrd="0" destOrd="0" presId="urn:microsoft.com/office/officeart/2005/8/layout/lProcess2"/>
    <dgm:cxn modelId="{C78D960F-6AB9-4FBB-B933-60E5843C1F70}" type="presOf" srcId="{BC73DC96-EFBB-441A-8E7E-3B8F200AC53F}" destId="{D6B3AB59-F5BE-44B9-94BB-CB534185F388}" srcOrd="1" destOrd="0" presId="urn:microsoft.com/office/officeart/2005/8/layout/lProcess2"/>
    <dgm:cxn modelId="{4B308A11-3FF9-4748-8E56-3D366CBDB0E4}" type="presOf" srcId="{70BD055E-0DFC-4950-B235-7DC159BBCEB6}" destId="{C9B82C22-048B-44CC-93D4-E3DD9EDD135B}" srcOrd="0" destOrd="0" presId="urn:microsoft.com/office/officeart/2005/8/layout/lProcess2"/>
    <dgm:cxn modelId="{77C89C14-F95F-4C23-AC9D-A823EDE879A1}" srcId="{0EDD2705-1EC9-49D2-AAF1-51B922F9F872}" destId="{40247257-1661-41DF-BC3F-06F46A6295A5}" srcOrd="0" destOrd="0" parTransId="{3A7275C9-712F-4B17-AFF6-999AA376CDC3}" sibTransId="{4028B860-EC01-437C-B432-329C9508DDD3}"/>
    <dgm:cxn modelId="{6F9B7315-4C4D-4FE7-9BDF-24A5A860E09F}" srcId="{63E24B07-8023-4E9F-8558-D5757EF64B7C}" destId="{0EDD2705-1EC9-49D2-AAF1-51B922F9F872}" srcOrd="0" destOrd="0" parTransId="{FE291E26-70AA-430D-AD9A-677BC67532B2}" sibTransId="{0D203B44-E890-4582-A7AB-913F2DF9560B}"/>
    <dgm:cxn modelId="{37105A1E-CE9F-4397-B5C9-02B07302C5C4}" type="presOf" srcId="{A909BAB4-7AB8-4F4A-A1BE-80F5C9707911}" destId="{B2301BB8-8C5A-4642-99B6-6B3BE9385CA1}" srcOrd="0" destOrd="0" presId="urn:microsoft.com/office/officeart/2005/8/layout/lProcess2"/>
    <dgm:cxn modelId="{43E86722-6FCA-4E0A-A759-5679B2D7442A}" type="presOf" srcId="{9E4CCB87-75A5-457C-BDC5-A8C25CF38D41}" destId="{0330B109-69E3-46F3-9D83-10671A7EBE70}" srcOrd="0" destOrd="0" presId="urn:microsoft.com/office/officeart/2005/8/layout/lProcess2"/>
    <dgm:cxn modelId="{95581928-74F2-4718-BBFF-28820D17EE04}" type="presOf" srcId="{EF9FD828-A0BF-43F8-ABC7-E1EE24F07C42}" destId="{5C2C466B-9D60-484B-9786-695675F7A92E}" srcOrd="1" destOrd="0" presId="urn:microsoft.com/office/officeart/2005/8/layout/lProcess2"/>
    <dgm:cxn modelId="{63BCAE31-821E-49A7-AD41-505F9D6B3C63}" type="presOf" srcId="{B7CD8660-A82F-447D-981C-5B2CDD5A8369}" destId="{5CC9F1A6-8682-4B7D-8924-5FD7B0F2E6E3}" srcOrd="0" destOrd="0" presId="urn:microsoft.com/office/officeart/2005/8/layout/lProcess2"/>
    <dgm:cxn modelId="{4DB56435-93A0-4B14-8CA4-771FE94BAF76}" type="presOf" srcId="{2FDF8BA5-1F79-43D5-82D8-297F548F3542}" destId="{7EBF8282-17D2-438B-95FF-BAC2AE4F3FBC}" srcOrd="0" destOrd="0" presId="urn:microsoft.com/office/officeart/2005/8/layout/lProcess2"/>
    <dgm:cxn modelId="{F6BFC237-7436-498A-93BD-73510B631561}" srcId="{0EDD2705-1EC9-49D2-AAF1-51B922F9F872}" destId="{2FDF8BA5-1F79-43D5-82D8-297F548F3542}" srcOrd="1" destOrd="0" parTransId="{C9CE1DAB-9AB3-43AA-B607-9893A42F86F7}" sibTransId="{ACDBB275-B531-41A6-9E60-709957573E9F}"/>
    <dgm:cxn modelId="{0A952E5B-433F-4AD8-A922-28F1C97A594B}" type="presOf" srcId="{63E24B07-8023-4E9F-8558-D5757EF64B7C}" destId="{BA390A89-3D79-49A6-9BF0-599801F084EB}" srcOrd="0" destOrd="0" presId="urn:microsoft.com/office/officeart/2005/8/layout/lProcess2"/>
    <dgm:cxn modelId="{E59AF15B-0B55-4647-99A8-BE933C316641}" srcId="{B7CD8660-A82F-447D-981C-5B2CDD5A8369}" destId="{70BD055E-0DFC-4950-B235-7DC159BBCEB6}" srcOrd="0" destOrd="0" parTransId="{0734A025-155A-4DF3-9FD4-45839BB17D47}" sibTransId="{4DBD1A0B-50A9-4AA5-BCD1-B3697DD249F2}"/>
    <dgm:cxn modelId="{2E5A4064-7A8A-4182-955A-A7A098843B57}" srcId="{63E24B07-8023-4E9F-8558-D5757EF64B7C}" destId="{EF9FD828-A0BF-43F8-ABC7-E1EE24F07C42}" srcOrd="1" destOrd="0" parTransId="{8B46DBB5-BE20-452E-BDAC-57B4248B579B}" sibTransId="{357BE1D7-3472-4631-83A3-EAA12DA32F6B}"/>
    <dgm:cxn modelId="{73156E65-F5A1-41F7-9BD2-1D4703F0A086}" srcId="{63E24B07-8023-4E9F-8558-D5757EF64B7C}" destId="{B7CD8660-A82F-447D-981C-5B2CDD5A8369}" srcOrd="2" destOrd="0" parTransId="{DA0ADC67-94DA-47B4-925C-34E9536CB64E}" sibTransId="{3C044498-3F6D-402D-9762-6023A330B361}"/>
    <dgm:cxn modelId="{0488AC65-BAC5-4191-B397-6CE3970EEF5F}" type="presOf" srcId="{7040C883-EDB3-4AAE-AB28-202EE2F51F55}" destId="{F3DF3EE7-C3E1-4556-B5E5-D675D9659B6D}" srcOrd="0" destOrd="0" presId="urn:microsoft.com/office/officeart/2005/8/layout/lProcess2"/>
    <dgm:cxn modelId="{99565E4D-276A-47CC-9B4B-6B89C1CBD94F}" srcId="{63E24B07-8023-4E9F-8558-D5757EF64B7C}" destId="{BC73DC96-EFBB-441A-8E7E-3B8F200AC53F}" srcOrd="3" destOrd="0" parTransId="{4B5681AE-F226-4F2E-AFE0-9E18D323D105}" sibTransId="{FA16ACC7-ED9B-4BC1-8373-51F1B367EC62}"/>
    <dgm:cxn modelId="{24C7B16F-FB23-470B-A1D6-E1A9ACBEB0C3}" type="presOf" srcId="{944D230F-885C-4C2C-883B-B26B072B3C92}" destId="{F4E26588-D736-40F0-ABCF-AD950B9DBBE2}" srcOrd="0" destOrd="0" presId="urn:microsoft.com/office/officeart/2005/8/layout/lProcess2"/>
    <dgm:cxn modelId="{8A729E58-D6AF-4B4B-B526-57F6452B5D70}" srcId="{BC73DC96-EFBB-441A-8E7E-3B8F200AC53F}" destId="{7040C883-EDB3-4AAE-AB28-202EE2F51F55}" srcOrd="0" destOrd="0" parTransId="{6DC40519-C77F-4FE6-A052-A43989E415E0}" sibTransId="{EF272F0E-8723-4BDB-82EF-6563D24EBF72}"/>
    <dgm:cxn modelId="{E913FD5A-A6F7-4314-9B77-A342E0D5C856}" type="presOf" srcId="{BC73DC96-EFBB-441A-8E7E-3B8F200AC53F}" destId="{D0E1A1A4-4EF7-46C0-9CCC-7F1571CB10F9}" srcOrd="0" destOrd="0" presId="urn:microsoft.com/office/officeart/2005/8/layout/lProcess2"/>
    <dgm:cxn modelId="{048C757B-DCA6-4D47-AD5E-6F70C38B350B}" type="presOf" srcId="{EF9FD828-A0BF-43F8-ABC7-E1EE24F07C42}" destId="{E7DCD616-0639-48DE-9F93-B45AC0464A57}" srcOrd="0" destOrd="0" presId="urn:microsoft.com/office/officeart/2005/8/layout/lProcess2"/>
    <dgm:cxn modelId="{59F6707C-EB70-4560-A018-F665306E733F}" type="presOf" srcId="{40247257-1661-41DF-BC3F-06F46A6295A5}" destId="{91100A64-139A-4AC1-91C1-2699AF28B01F}" srcOrd="0" destOrd="0" presId="urn:microsoft.com/office/officeart/2005/8/layout/lProcess2"/>
    <dgm:cxn modelId="{2DD90791-3D65-4AA1-8474-506804C48981}" srcId="{EF9FD828-A0BF-43F8-ABC7-E1EE24F07C42}" destId="{9E4CCB87-75A5-457C-BDC5-A8C25CF38D41}" srcOrd="0" destOrd="0" parTransId="{85509985-5007-4FCE-9F75-D55B68BD8068}" sibTransId="{058D0969-B357-4198-95D8-1AC0533908A3}"/>
    <dgm:cxn modelId="{70F13194-7A6E-486B-8360-890B448C8894}" srcId="{B7CD8660-A82F-447D-981C-5B2CDD5A8369}" destId="{32370EA5-817D-41DE-9EF3-C264A87731CF}" srcOrd="1" destOrd="0" parTransId="{03A3A5FA-FFB8-46C3-96DE-56DAE975EDE7}" sibTransId="{419AECF9-1D06-4331-B260-344434C0B86D}"/>
    <dgm:cxn modelId="{20701399-F4BB-4D8F-A871-9C2987ECD531}" type="presOf" srcId="{2A5A9D7D-EC81-4243-B2DB-B59409C9188E}" destId="{68301150-8C06-4D05-AE88-8E675490E167}" srcOrd="0" destOrd="0" presId="urn:microsoft.com/office/officeart/2005/8/layout/lProcess2"/>
    <dgm:cxn modelId="{E68402A1-4AC8-4FD3-A843-D461FDD49522}" type="presOf" srcId="{B7CD8660-A82F-447D-981C-5B2CDD5A8369}" destId="{78297440-850E-4E7D-A73C-3BDBF8A885A3}" srcOrd="1" destOrd="0" presId="urn:microsoft.com/office/officeart/2005/8/layout/lProcess2"/>
    <dgm:cxn modelId="{77B501C7-FE5D-4C56-8F99-8215224FE410}" type="presOf" srcId="{0EDD2705-1EC9-49D2-AAF1-51B922F9F872}" destId="{7F9BE9A7-F9C4-49E1-9574-99360BA807BE}" srcOrd="1" destOrd="0" presId="urn:microsoft.com/office/officeart/2005/8/layout/lProcess2"/>
    <dgm:cxn modelId="{BA000ECF-19AD-4366-85A9-411D81A739F5}" srcId="{0EDD2705-1EC9-49D2-AAF1-51B922F9F872}" destId="{6BEBF612-AC28-4281-829A-886742483343}" srcOrd="2" destOrd="0" parTransId="{E18DC705-3A47-4D42-9974-13148F5BDD9B}" sibTransId="{2AD56649-164C-4A93-9FB5-2F6E05D7EA3D}"/>
    <dgm:cxn modelId="{AD76E3E3-8D0F-4B4D-83EC-ADD2766FC2C6}" srcId="{0EDD2705-1EC9-49D2-AAF1-51B922F9F872}" destId="{944D230F-885C-4C2C-883B-B26B072B3C92}" srcOrd="3" destOrd="0" parTransId="{BAA1D853-D4AC-4794-B559-35C41BEBCEFB}" sibTransId="{39AE1990-0EFA-4B55-AFF1-B7C7226C2490}"/>
    <dgm:cxn modelId="{CA3F40ED-0EC2-4C06-AFA7-76028DCA1983}" type="presOf" srcId="{32370EA5-817D-41DE-9EF3-C264A87731CF}" destId="{A0E6910F-4EF7-426B-8944-F0925D47BFB4}" srcOrd="0" destOrd="0" presId="urn:microsoft.com/office/officeart/2005/8/layout/lProcess2"/>
    <dgm:cxn modelId="{A222EBF0-F0CC-432E-B387-B929B4BF9BFB}" type="presOf" srcId="{6BEBF612-AC28-4281-829A-886742483343}" destId="{BA4E3C7D-B958-47BE-A1E4-9388CD7AE2AB}" srcOrd="0" destOrd="0" presId="urn:microsoft.com/office/officeart/2005/8/layout/lProcess2"/>
    <dgm:cxn modelId="{ACE6CAFE-F973-4697-A143-0402581DA6E3}" srcId="{BC73DC96-EFBB-441A-8E7E-3B8F200AC53F}" destId="{A909BAB4-7AB8-4F4A-A1BE-80F5C9707911}" srcOrd="1" destOrd="0" parTransId="{DB376E9E-0E54-483E-A0F9-96AB57DD8516}" sibTransId="{F5DD361B-132E-4A4F-8124-20C0CB155A00}"/>
    <dgm:cxn modelId="{A0F84476-BF00-440B-835B-63BB8BDCB26E}" type="presParOf" srcId="{BA390A89-3D79-49A6-9BF0-599801F084EB}" destId="{DADCEE8B-376B-4586-A9E1-AAC7290F1D12}" srcOrd="0" destOrd="0" presId="urn:microsoft.com/office/officeart/2005/8/layout/lProcess2"/>
    <dgm:cxn modelId="{B5B71BAB-5AAB-46AB-988B-BE8E41D0A2B1}" type="presParOf" srcId="{DADCEE8B-376B-4586-A9E1-AAC7290F1D12}" destId="{8FABB9F9-868F-4D56-8A81-F1E0BA42E601}" srcOrd="0" destOrd="0" presId="urn:microsoft.com/office/officeart/2005/8/layout/lProcess2"/>
    <dgm:cxn modelId="{80B4AFC6-4463-482E-80CD-BED01CA47EFE}" type="presParOf" srcId="{DADCEE8B-376B-4586-A9E1-AAC7290F1D12}" destId="{7F9BE9A7-F9C4-49E1-9574-99360BA807BE}" srcOrd="1" destOrd="0" presId="urn:microsoft.com/office/officeart/2005/8/layout/lProcess2"/>
    <dgm:cxn modelId="{7A7E41AF-F656-4004-B216-D8803DFB79FE}" type="presParOf" srcId="{DADCEE8B-376B-4586-A9E1-AAC7290F1D12}" destId="{C1658941-B58C-4ADE-9588-815AE090FC7A}" srcOrd="2" destOrd="0" presId="urn:microsoft.com/office/officeart/2005/8/layout/lProcess2"/>
    <dgm:cxn modelId="{12524258-EE2A-461F-8F52-8856B0BCB6FD}" type="presParOf" srcId="{C1658941-B58C-4ADE-9588-815AE090FC7A}" destId="{233FCEB1-6038-4072-B22C-BCD213C74D4D}" srcOrd="0" destOrd="0" presId="urn:microsoft.com/office/officeart/2005/8/layout/lProcess2"/>
    <dgm:cxn modelId="{02881F1A-04F1-45CF-843E-91944313FEFC}" type="presParOf" srcId="{233FCEB1-6038-4072-B22C-BCD213C74D4D}" destId="{91100A64-139A-4AC1-91C1-2699AF28B01F}" srcOrd="0" destOrd="0" presId="urn:microsoft.com/office/officeart/2005/8/layout/lProcess2"/>
    <dgm:cxn modelId="{147E6A79-3B5D-45D0-B91A-482F684F1FCC}" type="presParOf" srcId="{233FCEB1-6038-4072-B22C-BCD213C74D4D}" destId="{B8851E19-C2AB-43F3-A733-9922ED89E360}" srcOrd="1" destOrd="0" presId="urn:microsoft.com/office/officeart/2005/8/layout/lProcess2"/>
    <dgm:cxn modelId="{68A648D8-B9EE-424B-B980-6C98A937E2B5}" type="presParOf" srcId="{233FCEB1-6038-4072-B22C-BCD213C74D4D}" destId="{7EBF8282-17D2-438B-95FF-BAC2AE4F3FBC}" srcOrd="2" destOrd="0" presId="urn:microsoft.com/office/officeart/2005/8/layout/lProcess2"/>
    <dgm:cxn modelId="{CAA69C57-F979-48C3-8FA0-15ADDC2938E2}" type="presParOf" srcId="{233FCEB1-6038-4072-B22C-BCD213C74D4D}" destId="{A069312A-67CC-45AA-BFE6-2053F852EE2C}" srcOrd="3" destOrd="0" presId="urn:microsoft.com/office/officeart/2005/8/layout/lProcess2"/>
    <dgm:cxn modelId="{707DB5B7-A20F-4281-8DFC-0EF6DDEBF996}" type="presParOf" srcId="{233FCEB1-6038-4072-B22C-BCD213C74D4D}" destId="{BA4E3C7D-B958-47BE-A1E4-9388CD7AE2AB}" srcOrd="4" destOrd="0" presId="urn:microsoft.com/office/officeart/2005/8/layout/lProcess2"/>
    <dgm:cxn modelId="{8E8F2CC2-1D24-49AF-98E2-EE07B9B5C3FA}" type="presParOf" srcId="{233FCEB1-6038-4072-B22C-BCD213C74D4D}" destId="{8B11A58F-1410-44BA-AB45-2A3E9FB205E5}" srcOrd="5" destOrd="0" presId="urn:microsoft.com/office/officeart/2005/8/layout/lProcess2"/>
    <dgm:cxn modelId="{96135C69-7989-4A40-A26A-6EF389DCEAFB}" type="presParOf" srcId="{233FCEB1-6038-4072-B22C-BCD213C74D4D}" destId="{F4E26588-D736-40F0-ABCF-AD950B9DBBE2}" srcOrd="6" destOrd="0" presId="urn:microsoft.com/office/officeart/2005/8/layout/lProcess2"/>
    <dgm:cxn modelId="{17B04053-87C4-4772-8447-D28330784C88}" type="presParOf" srcId="{BA390A89-3D79-49A6-9BF0-599801F084EB}" destId="{71044B30-3AC2-445D-B936-F7903BC3D17D}" srcOrd="1" destOrd="0" presId="urn:microsoft.com/office/officeart/2005/8/layout/lProcess2"/>
    <dgm:cxn modelId="{EE9A414A-B4A6-4CA5-9C28-524BC591A35C}" type="presParOf" srcId="{BA390A89-3D79-49A6-9BF0-599801F084EB}" destId="{8E3DC331-CA4C-4438-976B-785F3287BD1D}" srcOrd="2" destOrd="0" presId="urn:microsoft.com/office/officeart/2005/8/layout/lProcess2"/>
    <dgm:cxn modelId="{53866860-EB6E-4908-B9CA-2EF65E4B9749}" type="presParOf" srcId="{8E3DC331-CA4C-4438-976B-785F3287BD1D}" destId="{E7DCD616-0639-48DE-9F93-B45AC0464A57}" srcOrd="0" destOrd="0" presId="urn:microsoft.com/office/officeart/2005/8/layout/lProcess2"/>
    <dgm:cxn modelId="{AB77F00A-E5D1-4E6D-B8D2-0D2671E9B1C5}" type="presParOf" srcId="{8E3DC331-CA4C-4438-976B-785F3287BD1D}" destId="{5C2C466B-9D60-484B-9786-695675F7A92E}" srcOrd="1" destOrd="0" presId="urn:microsoft.com/office/officeart/2005/8/layout/lProcess2"/>
    <dgm:cxn modelId="{2E815D90-31C4-4EDB-8F26-DCC88E3BAE66}" type="presParOf" srcId="{8E3DC331-CA4C-4438-976B-785F3287BD1D}" destId="{685AE8C4-BA1D-438B-87FE-1425489EFA29}" srcOrd="2" destOrd="0" presId="urn:microsoft.com/office/officeart/2005/8/layout/lProcess2"/>
    <dgm:cxn modelId="{9BD9634A-60F8-4793-95CC-68A5818E3FF0}" type="presParOf" srcId="{685AE8C4-BA1D-438B-87FE-1425489EFA29}" destId="{EFCF8995-AB51-40BF-9AFE-61D45508CDB7}" srcOrd="0" destOrd="0" presId="urn:microsoft.com/office/officeart/2005/8/layout/lProcess2"/>
    <dgm:cxn modelId="{71060027-C637-47EE-B78B-B7EF40E82C96}" type="presParOf" srcId="{EFCF8995-AB51-40BF-9AFE-61D45508CDB7}" destId="{0330B109-69E3-46F3-9D83-10671A7EBE70}" srcOrd="0" destOrd="0" presId="urn:microsoft.com/office/officeart/2005/8/layout/lProcess2"/>
    <dgm:cxn modelId="{F9A6C117-2198-48FE-9D60-438FB990396A}" type="presParOf" srcId="{EFCF8995-AB51-40BF-9AFE-61D45508CDB7}" destId="{BCD2FFD0-E01F-4FE1-B85E-CD1F2FB6B95D}" srcOrd="1" destOrd="0" presId="urn:microsoft.com/office/officeart/2005/8/layout/lProcess2"/>
    <dgm:cxn modelId="{30B65E0F-974F-4A57-A9C9-60042AE4F081}" type="presParOf" srcId="{EFCF8995-AB51-40BF-9AFE-61D45508CDB7}" destId="{68301150-8C06-4D05-AE88-8E675490E167}" srcOrd="2" destOrd="0" presId="urn:microsoft.com/office/officeart/2005/8/layout/lProcess2"/>
    <dgm:cxn modelId="{2765A504-56C1-4159-97FF-5953BBFA74AE}" type="presParOf" srcId="{BA390A89-3D79-49A6-9BF0-599801F084EB}" destId="{F22594D1-FE25-4683-B459-4ADAA993861D}" srcOrd="3" destOrd="0" presId="urn:microsoft.com/office/officeart/2005/8/layout/lProcess2"/>
    <dgm:cxn modelId="{87075AE3-5322-4F43-B199-33208C29888A}" type="presParOf" srcId="{BA390A89-3D79-49A6-9BF0-599801F084EB}" destId="{8278D786-3C1D-405E-B26F-3F37CDDEB2D0}" srcOrd="4" destOrd="0" presId="urn:microsoft.com/office/officeart/2005/8/layout/lProcess2"/>
    <dgm:cxn modelId="{15017C47-3E33-40D1-A64C-6F7F9E189DDF}" type="presParOf" srcId="{8278D786-3C1D-405E-B26F-3F37CDDEB2D0}" destId="{5CC9F1A6-8682-4B7D-8924-5FD7B0F2E6E3}" srcOrd="0" destOrd="0" presId="urn:microsoft.com/office/officeart/2005/8/layout/lProcess2"/>
    <dgm:cxn modelId="{6C5157A1-6AE7-4340-875A-E477AF8C2834}" type="presParOf" srcId="{8278D786-3C1D-405E-B26F-3F37CDDEB2D0}" destId="{78297440-850E-4E7D-A73C-3BDBF8A885A3}" srcOrd="1" destOrd="0" presId="urn:microsoft.com/office/officeart/2005/8/layout/lProcess2"/>
    <dgm:cxn modelId="{F213D4C5-D21E-4E1E-8299-C5DC6CB3024B}" type="presParOf" srcId="{8278D786-3C1D-405E-B26F-3F37CDDEB2D0}" destId="{306CF67D-F783-4135-89F8-E25852A317F1}" srcOrd="2" destOrd="0" presId="urn:microsoft.com/office/officeart/2005/8/layout/lProcess2"/>
    <dgm:cxn modelId="{1DBDEB3E-3B8D-41E6-9D93-70F1CF60CB3E}" type="presParOf" srcId="{306CF67D-F783-4135-89F8-E25852A317F1}" destId="{A869A60F-442C-4381-9B8B-FE1F58AE1EAE}" srcOrd="0" destOrd="0" presId="urn:microsoft.com/office/officeart/2005/8/layout/lProcess2"/>
    <dgm:cxn modelId="{89B9E271-2560-426B-B1D2-CB0CACA14B4E}" type="presParOf" srcId="{A869A60F-442C-4381-9B8B-FE1F58AE1EAE}" destId="{C9B82C22-048B-44CC-93D4-E3DD9EDD135B}" srcOrd="0" destOrd="0" presId="urn:microsoft.com/office/officeart/2005/8/layout/lProcess2"/>
    <dgm:cxn modelId="{7CD6A549-FBD9-4D89-B821-8E2CB3E7EE36}" type="presParOf" srcId="{A869A60F-442C-4381-9B8B-FE1F58AE1EAE}" destId="{61EE1723-1AB1-41FA-B1E3-C3871ECD38E9}" srcOrd="1" destOrd="0" presId="urn:microsoft.com/office/officeart/2005/8/layout/lProcess2"/>
    <dgm:cxn modelId="{77DCA128-938F-4C44-8AD6-EC8C95149B30}" type="presParOf" srcId="{A869A60F-442C-4381-9B8B-FE1F58AE1EAE}" destId="{A0E6910F-4EF7-426B-8944-F0925D47BFB4}" srcOrd="2" destOrd="0" presId="urn:microsoft.com/office/officeart/2005/8/layout/lProcess2"/>
    <dgm:cxn modelId="{A3C33457-2466-4B0F-8DA4-341A1624A3FC}" type="presParOf" srcId="{BA390A89-3D79-49A6-9BF0-599801F084EB}" destId="{7526F33C-7D03-41DA-BAEE-76D5EF7AC2C8}" srcOrd="5" destOrd="0" presId="urn:microsoft.com/office/officeart/2005/8/layout/lProcess2"/>
    <dgm:cxn modelId="{F236B8DA-23A3-4287-B18B-52C1ECF37A9F}" type="presParOf" srcId="{BA390A89-3D79-49A6-9BF0-599801F084EB}" destId="{35513678-CA66-489F-8A5F-32789A982F69}" srcOrd="6" destOrd="0" presId="urn:microsoft.com/office/officeart/2005/8/layout/lProcess2"/>
    <dgm:cxn modelId="{409DBA6C-0B89-4ACC-A0C9-79DD16DD05CD}" type="presParOf" srcId="{35513678-CA66-489F-8A5F-32789A982F69}" destId="{D0E1A1A4-4EF7-46C0-9CCC-7F1571CB10F9}" srcOrd="0" destOrd="0" presId="urn:microsoft.com/office/officeart/2005/8/layout/lProcess2"/>
    <dgm:cxn modelId="{9873BCB6-8A87-45E0-8B70-ADBCC0A84E73}" type="presParOf" srcId="{35513678-CA66-489F-8A5F-32789A982F69}" destId="{D6B3AB59-F5BE-44B9-94BB-CB534185F388}" srcOrd="1" destOrd="0" presId="urn:microsoft.com/office/officeart/2005/8/layout/lProcess2"/>
    <dgm:cxn modelId="{5A7584AF-5694-49B2-9716-E149A376FAA4}" type="presParOf" srcId="{35513678-CA66-489F-8A5F-32789A982F69}" destId="{83A7823E-95E7-482F-A4B8-43AE927D54AC}" srcOrd="2" destOrd="0" presId="urn:microsoft.com/office/officeart/2005/8/layout/lProcess2"/>
    <dgm:cxn modelId="{75DA13DB-D054-4873-9355-9552AC941DED}" type="presParOf" srcId="{83A7823E-95E7-482F-A4B8-43AE927D54AC}" destId="{346AD43C-AB4C-4220-AF41-83B4097A0EA4}" srcOrd="0" destOrd="0" presId="urn:microsoft.com/office/officeart/2005/8/layout/lProcess2"/>
    <dgm:cxn modelId="{26A6B947-804B-48E4-89E1-F142014D0D1D}" type="presParOf" srcId="{346AD43C-AB4C-4220-AF41-83B4097A0EA4}" destId="{F3DF3EE7-C3E1-4556-B5E5-D675D9659B6D}" srcOrd="0" destOrd="0" presId="urn:microsoft.com/office/officeart/2005/8/layout/lProcess2"/>
    <dgm:cxn modelId="{D2F33199-8CA2-4BC2-8BE3-0E845FD3B2B4}" type="presParOf" srcId="{346AD43C-AB4C-4220-AF41-83B4097A0EA4}" destId="{FA01CE40-6491-49F5-B5F7-EA2AD4F6B25F}" srcOrd="1" destOrd="0" presId="urn:microsoft.com/office/officeart/2005/8/layout/lProcess2"/>
    <dgm:cxn modelId="{8CC3C6D9-4CFD-4010-9D06-B885F09CB31F}" type="presParOf" srcId="{346AD43C-AB4C-4220-AF41-83B4097A0EA4}" destId="{B2301BB8-8C5A-4642-99B6-6B3BE9385CA1}"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43EBF99E-D54F-4D2C-A285-243995C0A2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521759AD-7D0A-478C-AAAE-577D5841F504}">
      <dgm:prSet phldrT="[Testo]"/>
      <dgm:spPr>
        <a:solidFill>
          <a:srgbClr val="FFC000"/>
        </a:solidFill>
        <a:scene3d>
          <a:camera prst="orthographicFront"/>
          <a:lightRig rig="threePt" dir="t"/>
        </a:scene3d>
        <a:sp3d>
          <a:bevelT prst="angle"/>
        </a:sp3d>
      </dgm:spPr>
      <dgm:t>
        <a:bodyPr/>
        <a:lstStyle/>
        <a:p>
          <a:r>
            <a:rPr lang="en-US" noProof="0" dirty="0"/>
            <a:t>Social</a:t>
          </a:r>
        </a:p>
        <a:p>
          <a:r>
            <a:rPr lang="en-US" noProof="0" dirty="0"/>
            <a:t>Value </a:t>
          </a:r>
        </a:p>
      </dgm:t>
    </dgm:pt>
    <dgm:pt modelId="{3ADB9DA0-C1A5-4878-B6C4-13DE95514E60}" type="parTrans" cxnId="{EDEEB4D0-FE12-48B3-9B2C-D3CF2647ACE9}">
      <dgm:prSet/>
      <dgm:spPr>
        <a:scene3d>
          <a:camera prst="orthographicFront"/>
          <a:lightRig rig="threePt" dir="t"/>
        </a:scene3d>
        <a:sp3d>
          <a:bevelT prst="angle"/>
        </a:sp3d>
      </dgm:spPr>
      <dgm:t>
        <a:bodyPr/>
        <a:lstStyle/>
        <a:p>
          <a:endParaRPr lang="en-US"/>
        </a:p>
      </dgm:t>
    </dgm:pt>
    <dgm:pt modelId="{ADFFA079-DEDE-44C3-A431-2A6A499ED36A}" type="sibTrans" cxnId="{EDEEB4D0-FE12-48B3-9B2C-D3CF2647ACE9}">
      <dgm:prSet/>
      <dgm:spPr/>
      <dgm:t>
        <a:bodyPr/>
        <a:lstStyle/>
        <a:p>
          <a:endParaRPr lang="en-US"/>
        </a:p>
      </dgm:t>
    </dgm:pt>
    <dgm:pt modelId="{0C0AAA80-C153-4DF1-8258-BD38372D7EE4}">
      <dgm:prSet phldrT="[Testo]"/>
      <dgm:spPr>
        <a:solidFill>
          <a:srgbClr val="FFC000"/>
        </a:solidFill>
        <a:scene3d>
          <a:camera prst="orthographicFront"/>
          <a:lightRig rig="threePt" dir="t"/>
        </a:scene3d>
        <a:sp3d>
          <a:bevelT prst="angle"/>
        </a:sp3d>
      </dgm:spPr>
      <dgm:t>
        <a:bodyPr/>
        <a:lstStyle/>
        <a:p>
          <a:r>
            <a:rPr lang="en-US" noProof="0" dirty="0"/>
            <a:t>Tangible </a:t>
          </a:r>
        </a:p>
      </dgm:t>
    </dgm:pt>
    <dgm:pt modelId="{ADF363BA-167D-4158-B0F3-1CEBD008EAD9}" type="parTrans" cxnId="{F5943BEA-B6BE-4C4D-A87C-3FE45C956DD8}">
      <dgm:prSet/>
      <dgm:spPr>
        <a:scene3d>
          <a:camera prst="orthographicFront"/>
          <a:lightRig rig="threePt" dir="t"/>
        </a:scene3d>
        <a:sp3d>
          <a:bevelT prst="angle"/>
        </a:sp3d>
      </dgm:spPr>
      <dgm:t>
        <a:bodyPr/>
        <a:lstStyle/>
        <a:p>
          <a:endParaRPr lang="en-US"/>
        </a:p>
      </dgm:t>
    </dgm:pt>
    <dgm:pt modelId="{F021F3DC-A6F0-4854-A31D-0D8FFFE7614B}" type="sibTrans" cxnId="{F5943BEA-B6BE-4C4D-A87C-3FE45C956DD8}">
      <dgm:prSet/>
      <dgm:spPr/>
      <dgm:t>
        <a:bodyPr/>
        <a:lstStyle/>
        <a:p>
          <a:endParaRPr lang="en-US"/>
        </a:p>
      </dgm:t>
    </dgm:pt>
    <dgm:pt modelId="{C45EFF9B-ABDC-4E80-9D1C-4274C78C343E}">
      <dgm:prSet phldrT="[Testo]"/>
      <dgm:spPr>
        <a:solidFill>
          <a:srgbClr val="FFC000"/>
        </a:solidFill>
        <a:scene3d>
          <a:camera prst="orthographicFront"/>
          <a:lightRig rig="threePt" dir="t"/>
        </a:scene3d>
        <a:sp3d>
          <a:bevelT prst="angle"/>
        </a:sp3d>
      </dgm:spPr>
      <dgm:t>
        <a:bodyPr/>
        <a:lstStyle/>
        <a:p>
          <a:r>
            <a:rPr lang="en-US" noProof="0" dirty="0"/>
            <a:t>Intangible</a:t>
          </a:r>
        </a:p>
      </dgm:t>
    </dgm:pt>
    <dgm:pt modelId="{F9CF05BB-BB85-4E11-AE73-424A23488AC6}" type="parTrans" cxnId="{F697AF6F-8243-46E2-A2C8-4CC7A77DFA65}">
      <dgm:prSet/>
      <dgm:spPr>
        <a:scene3d>
          <a:camera prst="orthographicFront"/>
          <a:lightRig rig="threePt" dir="t"/>
        </a:scene3d>
        <a:sp3d>
          <a:bevelT prst="angle"/>
        </a:sp3d>
      </dgm:spPr>
      <dgm:t>
        <a:bodyPr/>
        <a:lstStyle/>
        <a:p>
          <a:endParaRPr lang="en-US"/>
        </a:p>
      </dgm:t>
    </dgm:pt>
    <dgm:pt modelId="{AFF89AE8-1C44-48BD-9BB7-28046C835BB1}" type="sibTrans" cxnId="{F697AF6F-8243-46E2-A2C8-4CC7A77DFA65}">
      <dgm:prSet/>
      <dgm:spPr/>
      <dgm:t>
        <a:bodyPr/>
        <a:lstStyle/>
        <a:p>
          <a:endParaRPr lang="en-US"/>
        </a:p>
      </dgm:t>
    </dgm:pt>
    <dgm:pt modelId="{CBE3FA3A-D471-4723-BD90-45A9D5958A7B}" type="pres">
      <dgm:prSet presAssocID="{43EBF99E-D54F-4D2C-A285-243995C0A2B3}" presName="hierChild1" presStyleCnt="0">
        <dgm:presLayoutVars>
          <dgm:orgChart val="1"/>
          <dgm:chPref val="1"/>
          <dgm:dir/>
          <dgm:animOne val="branch"/>
          <dgm:animLvl val="lvl"/>
          <dgm:resizeHandles/>
        </dgm:presLayoutVars>
      </dgm:prSet>
      <dgm:spPr/>
    </dgm:pt>
    <dgm:pt modelId="{6F6EEE7A-E000-4F61-9020-62BAA24F6C5E}" type="pres">
      <dgm:prSet presAssocID="{521759AD-7D0A-478C-AAAE-577D5841F504}" presName="hierRoot1" presStyleCnt="0">
        <dgm:presLayoutVars>
          <dgm:hierBranch val="r"/>
        </dgm:presLayoutVars>
      </dgm:prSet>
      <dgm:spPr/>
    </dgm:pt>
    <dgm:pt modelId="{AB389635-5638-47F8-A307-4ACB13C927EF}" type="pres">
      <dgm:prSet presAssocID="{521759AD-7D0A-478C-AAAE-577D5841F504}" presName="rootComposite1" presStyleCnt="0"/>
      <dgm:spPr/>
    </dgm:pt>
    <dgm:pt modelId="{60D878CD-FF60-4E67-8E0C-47324581D0A8}" type="pres">
      <dgm:prSet presAssocID="{521759AD-7D0A-478C-AAAE-577D5841F504}" presName="rootText1" presStyleLbl="node0" presStyleIdx="0" presStyleCnt="1">
        <dgm:presLayoutVars>
          <dgm:chPref val="3"/>
        </dgm:presLayoutVars>
      </dgm:prSet>
      <dgm:spPr/>
    </dgm:pt>
    <dgm:pt modelId="{9E5E1DBC-FF91-4C63-AA5E-84758D928E93}" type="pres">
      <dgm:prSet presAssocID="{521759AD-7D0A-478C-AAAE-577D5841F504}" presName="rootConnector1" presStyleLbl="node1" presStyleIdx="0" presStyleCnt="0"/>
      <dgm:spPr/>
    </dgm:pt>
    <dgm:pt modelId="{622A982E-015B-4E5F-8E91-8EC4A91B608B}" type="pres">
      <dgm:prSet presAssocID="{521759AD-7D0A-478C-AAAE-577D5841F504}" presName="hierChild2" presStyleCnt="0"/>
      <dgm:spPr/>
    </dgm:pt>
    <dgm:pt modelId="{1C466D6B-93E5-4363-9D22-C1B7BA86760E}" type="pres">
      <dgm:prSet presAssocID="{ADF363BA-167D-4158-B0F3-1CEBD008EAD9}" presName="Name50" presStyleLbl="parChTrans1D2" presStyleIdx="0" presStyleCnt="2"/>
      <dgm:spPr/>
    </dgm:pt>
    <dgm:pt modelId="{BFD8AA9F-B123-48D5-B213-DF0ED261B653}" type="pres">
      <dgm:prSet presAssocID="{0C0AAA80-C153-4DF1-8258-BD38372D7EE4}" presName="hierRoot2" presStyleCnt="0">
        <dgm:presLayoutVars>
          <dgm:hierBranch val="init"/>
        </dgm:presLayoutVars>
      </dgm:prSet>
      <dgm:spPr/>
    </dgm:pt>
    <dgm:pt modelId="{5AFC9E0D-D7A4-487D-9F77-A55ADD197CF9}" type="pres">
      <dgm:prSet presAssocID="{0C0AAA80-C153-4DF1-8258-BD38372D7EE4}" presName="rootComposite" presStyleCnt="0"/>
      <dgm:spPr/>
    </dgm:pt>
    <dgm:pt modelId="{529C8486-A6D3-4F7A-8CE6-9596BD0C1648}" type="pres">
      <dgm:prSet presAssocID="{0C0AAA80-C153-4DF1-8258-BD38372D7EE4}" presName="rootText" presStyleLbl="node2" presStyleIdx="0" presStyleCnt="2">
        <dgm:presLayoutVars>
          <dgm:chPref val="3"/>
        </dgm:presLayoutVars>
      </dgm:prSet>
      <dgm:spPr/>
    </dgm:pt>
    <dgm:pt modelId="{5258AA6D-A830-47CB-B2D7-B03590C4C276}" type="pres">
      <dgm:prSet presAssocID="{0C0AAA80-C153-4DF1-8258-BD38372D7EE4}" presName="rootConnector" presStyleLbl="node2" presStyleIdx="0" presStyleCnt="2"/>
      <dgm:spPr/>
    </dgm:pt>
    <dgm:pt modelId="{593582FD-E8AF-4E23-BC9A-620062906A06}" type="pres">
      <dgm:prSet presAssocID="{0C0AAA80-C153-4DF1-8258-BD38372D7EE4}" presName="hierChild4" presStyleCnt="0"/>
      <dgm:spPr/>
    </dgm:pt>
    <dgm:pt modelId="{A5210175-B642-4DD3-8A35-9F4D22452FBA}" type="pres">
      <dgm:prSet presAssocID="{0C0AAA80-C153-4DF1-8258-BD38372D7EE4}" presName="hierChild5" presStyleCnt="0"/>
      <dgm:spPr/>
    </dgm:pt>
    <dgm:pt modelId="{D10BC9B1-520D-4191-9EA5-72130E76237B}" type="pres">
      <dgm:prSet presAssocID="{F9CF05BB-BB85-4E11-AE73-424A23488AC6}" presName="Name50" presStyleLbl="parChTrans1D2" presStyleIdx="1" presStyleCnt="2"/>
      <dgm:spPr/>
    </dgm:pt>
    <dgm:pt modelId="{8EE45698-C414-461D-9E87-252AE093B096}" type="pres">
      <dgm:prSet presAssocID="{C45EFF9B-ABDC-4E80-9D1C-4274C78C343E}" presName="hierRoot2" presStyleCnt="0">
        <dgm:presLayoutVars>
          <dgm:hierBranch val="hang"/>
        </dgm:presLayoutVars>
      </dgm:prSet>
      <dgm:spPr/>
    </dgm:pt>
    <dgm:pt modelId="{5F8E6918-CD47-4EDB-80F1-E995CB7C1177}" type="pres">
      <dgm:prSet presAssocID="{C45EFF9B-ABDC-4E80-9D1C-4274C78C343E}" presName="rootComposite" presStyleCnt="0"/>
      <dgm:spPr/>
    </dgm:pt>
    <dgm:pt modelId="{6414A371-D69C-4EC7-B396-71D9EE4D872E}" type="pres">
      <dgm:prSet presAssocID="{C45EFF9B-ABDC-4E80-9D1C-4274C78C343E}" presName="rootText" presStyleLbl="node2" presStyleIdx="1" presStyleCnt="2">
        <dgm:presLayoutVars>
          <dgm:chPref val="3"/>
        </dgm:presLayoutVars>
      </dgm:prSet>
      <dgm:spPr/>
    </dgm:pt>
    <dgm:pt modelId="{87BC3FF2-C93E-40D5-B93B-AA5A0B013483}" type="pres">
      <dgm:prSet presAssocID="{C45EFF9B-ABDC-4E80-9D1C-4274C78C343E}" presName="rootConnector" presStyleLbl="node2" presStyleIdx="1" presStyleCnt="2"/>
      <dgm:spPr/>
    </dgm:pt>
    <dgm:pt modelId="{04A7EAA8-1AD8-420A-ACDE-CF1DBE6C6B32}" type="pres">
      <dgm:prSet presAssocID="{C45EFF9B-ABDC-4E80-9D1C-4274C78C343E}" presName="hierChild4" presStyleCnt="0"/>
      <dgm:spPr/>
    </dgm:pt>
    <dgm:pt modelId="{3096195E-25D1-4B6E-97EC-849AC25C55EB}" type="pres">
      <dgm:prSet presAssocID="{C45EFF9B-ABDC-4E80-9D1C-4274C78C343E}" presName="hierChild5" presStyleCnt="0"/>
      <dgm:spPr/>
    </dgm:pt>
    <dgm:pt modelId="{D8674511-152A-4345-9C26-FB66C5CD1C6C}" type="pres">
      <dgm:prSet presAssocID="{521759AD-7D0A-478C-AAAE-577D5841F504}" presName="hierChild3" presStyleCnt="0"/>
      <dgm:spPr/>
    </dgm:pt>
  </dgm:ptLst>
  <dgm:cxnLst>
    <dgm:cxn modelId="{C83AF30A-1B30-4AFD-8A36-BEB8A89F7D6B}" type="presOf" srcId="{43EBF99E-D54F-4D2C-A285-243995C0A2B3}" destId="{CBE3FA3A-D471-4723-BD90-45A9D5958A7B}" srcOrd="0" destOrd="0" presId="urn:microsoft.com/office/officeart/2005/8/layout/orgChart1"/>
    <dgm:cxn modelId="{0682FC0B-B4CD-4975-9B71-EC8ADEB692EC}" type="presOf" srcId="{C45EFF9B-ABDC-4E80-9D1C-4274C78C343E}" destId="{6414A371-D69C-4EC7-B396-71D9EE4D872E}" srcOrd="0" destOrd="0" presId="urn:microsoft.com/office/officeart/2005/8/layout/orgChart1"/>
    <dgm:cxn modelId="{78E3F212-4400-495C-8F93-28F977E28EFC}" type="presOf" srcId="{521759AD-7D0A-478C-AAAE-577D5841F504}" destId="{60D878CD-FF60-4E67-8E0C-47324581D0A8}" srcOrd="0" destOrd="0" presId="urn:microsoft.com/office/officeart/2005/8/layout/orgChart1"/>
    <dgm:cxn modelId="{24A3B418-3365-4FF6-9C4F-4698F2CD4FFF}" type="presOf" srcId="{F9CF05BB-BB85-4E11-AE73-424A23488AC6}" destId="{D10BC9B1-520D-4191-9EA5-72130E76237B}" srcOrd="0" destOrd="0" presId="urn:microsoft.com/office/officeart/2005/8/layout/orgChart1"/>
    <dgm:cxn modelId="{5DA7DD3A-A8F5-4904-BC73-87052AA0D9E0}" type="presOf" srcId="{0C0AAA80-C153-4DF1-8258-BD38372D7EE4}" destId="{529C8486-A6D3-4F7A-8CE6-9596BD0C1648}" srcOrd="0" destOrd="0" presId="urn:microsoft.com/office/officeart/2005/8/layout/orgChart1"/>
    <dgm:cxn modelId="{13FE7562-029B-45B9-A46D-AF94E1A9DF1E}" type="presOf" srcId="{0C0AAA80-C153-4DF1-8258-BD38372D7EE4}" destId="{5258AA6D-A830-47CB-B2D7-B03590C4C276}" srcOrd="1" destOrd="0" presId="urn:microsoft.com/office/officeart/2005/8/layout/orgChart1"/>
    <dgm:cxn modelId="{F27ECB66-965D-4592-A9B6-D97DFAA0CCD9}" type="presOf" srcId="{C45EFF9B-ABDC-4E80-9D1C-4274C78C343E}" destId="{87BC3FF2-C93E-40D5-B93B-AA5A0B013483}" srcOrd="1" destOrd="0" presId="urn:microsoft.com/office/officeart/2005/8/layout/orgChart1"/>
    <dgm:cxn modelId="{F697AF6F-8243-46E2-A2C8-4CC7A77DFA65}" srcId="{521759AD-7D0A-478C-AAAE-577D5841F504}" destId="{C45EFF9B-ABDC-4E80-9D1C-4274C78C343E}" srcOrd="1" destOrd="0" parTransId="{F9CF05BB-BB85-4E11-AE73-424A23488AC6}" sibTransId="{AFF89AE8-1C44-48BD-9BB7-28046C835BB1}"/>
    <dgm:cxn modelId="{391AFB84-D93A-46BF-A8C9-00817EB690B0}" type="presOf" srcId="{ADF363BA-167D-4158-B0F3-1CEBD008EAD9}" destId="{1C466D6B-93E5-4363-9D22-C1B7BA86760E}" srcOrd="0" destOrd="0" presId="urn:microsoft.com/office/officeart/2005/8/layout/orgChart1"/>
    <dgm:cxn modelId="{EDEEB4D0-FE12-48B3-9B2C-D3CF2647ACE9}" srcId="{43EBF99E-D54F-4D2C-A285-243995C0A2B3}" destId="{521759AD-7D0A-478C-AAAE-577D5841F504}" srcOrd="0" destOrd="0" parTransId="{3ADB9DA0-C1A5-4878-B6C4-13DE95514E60}" sibTransId="{ADFFA079-DEDE-44C3-A431-2A6A499ED36A}"/>
    <dgm:cxn modelId="{F5943BEA-B6BE-4C4D-A87C-3FE45C956DD8}" srcId="{521759AD-7D0A-478C-AAAE-577D5841F504}" destId="{0C0AAA80-C153-4DF1-8258-BD38372D7EE4}" srcOrd="0" destOrd="0" parTransId="{ADF363BA-167D-4158-B0F3-1CEBD008EAD9}" sibTransId="{F021F3DC-A6F0-4854-A31D-0D8FFFE7614B}"/>
    <dgm:cxn modelId="{3D9A7EF1-E9FE-478D-8613-650B0EE753C3}" type="presOf" srcId="{521759AD-7D0A-478C-AAAE-577D5841F504}" destId="{9E5E1DBC-FF91-4C63-AA5E-84758D928E93}" srcOrd="1" destOrd="0" presId="urn:microsoft.com/office/officeart/2005/8/layout/orgChart1"/>
    <dgm:cxn modelId="{3E7396FC-4170-4DD0-A56E-DAC1FA62AD52}" type="presParOf" srcId="{CBE3FA3A-D471-4723-BD90-45A9D5958A7B}" destId="{6F6EEE7A-E000-4F61-9020-62BAA24F6C5E}" srcOrd="0" destOrd="0" presId="urn:microsoft.com/office/officeart/2005/8/layout/orgChart1"/>
    <dgm:cxn modelId="{4C7B8F3C-A0E5-4DD3-A42F-8F3546642043}" type="presParOf" srcId="{6F6EEE7A-E000-4F61-9020-62BAA24F6C5E}" destId="{AB389635-5638-47F8-A307-4ACB13C927EF}" srcOrd="0" destOrd="0" presId="urn:microsoft.com/office/officeart/2005/8/layout/orgChart1"/>
    <dgm:cxn modelId="{13E82B36-7A4B-47C7-B239-28E8FC466FAF}" type="presParOf" srcId="{AB389635-5638-47F8-A307-4ACB13C927EF}" destId="{60D878CD-FF60-4E67-8E0C-47324581D0A8}" srcOrd="0" destOrd="0" presId="urn:microsoft.com/office/officeart/2005/8/layout/orgChart1"/>
    <dgm:cxn modelId="{784DE0CC-6E1B-4D20-9FCE-0F86C978ECFC}" type="presParOf" srcId="{AB389635-5638-47F8-A307-4ACB13C927EF}" destId="{9E5E1DBC-FF91-4C63-AA5E-84758D928E93}" srcOrd="1" destOrd="0" presId="urn:microsoft.com/office/officeart/2005/8/layout/orgChart1"/>
    <dgm:cxn modelId="{78B2EE9E-EB4F-4E66-AE27-E9287168A91B}" type="presParOf" srcId="{6F6EEE7A-E000-4F61-9020-62BAA24F6C5E}" destId="{622A982E-015B-4E5F-8E91-8EC4A91B608B}" srcOrd="1" destOrd="0" presId="urn:microsoft.com/office/officeart/2005/8/layout/orgChart1"/>
    <dgm:cxn modelId="{25D171CC-1060-4DAF-BB57-B4056AEAFB0B}" type="presParOf" srcId="{622A982E-015B-4E5F-8E91-8EC4A91B608B}" destId="{1C466D6B-93E5-4363-9D22-C1B7BA86760E}" srcOrd="0" destOrd="0" presId="urn:microsoft.com/office/officeart/2005/8/layout/orgChart1"/>
    <dgm:cxn modelId="{D8423CC6-173A-42E5-8D43-B379F7A98148}" type="presParOf" srcId="{622A982E-015B-4E5F-8E91-8EC4A91B608B}" destId="{BFD8AA9F-B123-48D5-B213-DF0ED261B653}" srcOrd="1" destOrd="0" presId="urn:microsoft.com/office/officeart/2005/8/layout/orgChart1"/>
    <dgm:cxn modelId="{360CBAE3-3281-4606-9BF9-13C23AD70A97}" type="presParOf" srcId="{BFD8AA9F-B123-48D5-B213-DF0ED261B653}" destId="{5AFC9E0D-D7A4-487D-9F77-A55ADD197CF9}" srcOrd="0" destOrd="0" presId="urn:microsoft.com/office/officeart/2005/8/layout/orgChart1"/>
    <dgm:cxn modelId="{11A81993-9C76-4082-B81B-E583169B6C06}" type="presParOf" srcId="{5AFC9E0D-D7A4-487D-9F77-A55ADD197CF9}" destId="{529C8486-A6D3-4F7A-8CE6-9596BD0C1648}" srcOrd="0" destOrd="0" presId="urn:microsoft.com/office/officeart/2005/8/layout/orgChart1"/>
    <dgm:cxn modelId="{76544DE5-3B28-4048-B573-D11F4B407522}" type="presParOf" srcId="{5AFC9E0D-D7A4-487D-9F77-A55ADD197CF9}" destId="{5258AA6D-A830-47CB-B2D7-B03590C4C276}" srcOrd="1" destOrd="0" presId="urn:microsoft.com/office/officeart/2005/8/layout/orgChart1"/>
    <dgm:cxn modelId="{CE88B18D-97BE-497B-9343-4FBCC996BC16}" type="presParOf" srcId="{BFD8AA9F-B123-48D5-B213-DF0ED261B653}" destId="{593582FD-E8AF-4E23-BC9A-620062906A06}" srcOrd="1" destOrd="0" presId="urn:microsoft.com/office/officeart/2005/8/layout/orgChart1"/>
    <dgm:cxn modelId="{01B3B8BF-E44F-44BE-B23D-9A1E9D805219}" type="presParOf" srcId="{BFD8AA9F-B123-48D5-B213-DF0ED261B653}" destId="{A5210175-B642-4DD3-8A35-9F4D22452FBA}" srcOrd="2" destOrd="0" presId="urn:microsoft.com/office/officeart/2005/8/layout/orgChart1"/>
    <dgm:cxn modelId="{58FDF6DF-EDF4-49A4-A919-1F8116520ECE}" type="presParOf" srcId="{622A982E-015B-4E5F-8E91-8EC4A91B608B}" destId="{D10BC9B1-520D-4191-9EA5-72130E76237B}" srcOrd="2" destOrd="0" presId="urn:microsoft.com/office/officeart/2005/8/layout/orgChart1"/>
    <dgm:cxn modelId="{FE052D0B-9202-4630-A449-B6680322166A}" type="presParOf" srcId="{622A982E-015B-4E5F-8E91-8EC4A91B608B}" destId="{8EE45698-C414-461D-9E87-252AE093B096}" srcOrd="3" destOrd="0" presId="urn:microsoft.com/office/officeart/2005/8/layout/orgChart1"/>
    <dgm:cxn modelId="{170392D1-A313-4F13-B016-F53EB1447094}" type="presParOf" srcId="{8EE45698-C414-461D-9E87-252AE093B096}" destId="{5F8E6918-CD47-4EDB-80F1-E995CB7C1177}" srcOrd="0" destOrd="0" presId="urn:microsoft.com/office/officeart/2005/8/layout/orgChart1"/>
    <dgm:cxn modelId="{DC04E222-533C-4A16-9B30-EBC98B833E13}" type="presParOf" srcId="{5F8E6918-CD47-4EDB-80F1-E995CB7C1177}" destId="{6414A371-D69C-4EC7-B396-71D9EE4D872E}" srcOrd="0" destOrd="0" presId="urn:microsoft.com/office/officeart/2005/8/layout/orgChart1"/>
    <dgm:cxn modelId="{96C6EC6C-2AA8-44F8-99E9-788273206D45}" type="presParOf" srcId="{5F8E6918-CD47-4EDB-80F1-E995CB7C1177}" destId="{87BC3FF2-C93E-40D5-B93B-AA5A0B013483}" srcOrd="1" destOrd="0" presId="urn:microsoft.com/office/officeart/2005/8/layout/orgChart1"/>
    <dgm:cxn modelId="{2A813DE6-316C-48EF-8645-844E64D1E5EA}" type="presParOf" srcId="{8EE45698-C414-461D-9E87-252AE093B096}" destId="{04A7EAA8-1AD8-420A-ACDE-CF1DBE6C6B32}" srcOrd="1" destOrd="0" presId="urn:microsoft.com/office/officeart/2005/8/layout/orgChart1"/>
    <dgm:cxn modelId="{ED22B9D7-6DA0-4201-976D-1896F52DE2AF}" type="presParOf" srcId="{8EE45698-C414-461D-9E87-252AE093B096}" destId="{3096195E-25D1-4B6E-97EC-849AC25C55EB}" srcOrd="2" destOrd="0" presId="urn:microsoft.com/office/officeart/2005/8/layout/orgChart1"/>
    <dgm:cxn modelId="{DD8C473C-7B05-4824-A15C-5AD4A6FEBF72}" type="presParOf" srcId="{6F6EEE7A-E000-4F61-9020-62BAA24F6C5E}" destId="{D8674511-152A-4345-9C26-FB66C5CD1C6C}" srcOrd="2" destOrd="0" presId="urn:microsoft.com/office/officeart/2005/8/layout/orgChart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43EBF99E-D54F-4D2C-A285-243995C0A2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521759AD-7D0A-478C-AAAE-577D5841F504}">
      <dgm:prSet phldrT="[Testo]"/>
      <dgm:spPr>
        <a:solidFill>
          <a:srgbClr val="FFC000"/>
        </a:solidFill>
        <a:scene3d>
          <a:camera prst="orthographicFront"/>
          <a:lightRig rig="threePt" dir="t"/>
        </a:scene3d>
        <a:sp3d>
          <a:bevelT prst="angle"/>
        </a:sp3d>
      </dgm:spPr>
      <dgm:t>
        <a:bodyPr/>
        <a:lstStyle/>
        <a:p>
          <a:r>
            <a:rPr lang="en-US" noProof="0" dirty="0"/>
            <a:t>Social</a:t>
          </a:r>
        </a:p>
        <a:p>
          <a:r>
            <a:rPr lang="en-US" noProof="0" dirty="0"/>
            <a:t>Value </a:t>
          </a:r>
        </a:p>
      </dgm:t>
    </dgm:pt>
    <dgm:pt modelId="{3ADB9DA0-C1A5-4878-B6C4-13DE95514E60}" type="parTrans" cxnId="{EDEEB4D0-FE12-48B3-9B2C-D3CF2647ACE9}">
      <dgm:prSet/>
      <dgm:spPr>
        <a:scene3d>
          <a:camera prst="orthographicFront"/>
          <a:lightRig rig="threePt" dir="t"/>
        </a:scene3d>
        <a:sp3d>
          <a:bevelT prst="angle"/>
        </a:sp3d>
      </dgm:spPr>
      <dgm:t>
        <a:bodyPr/>
        <a:lstStyle/>
        <a:p>
          <a:endParaRPr lang="en-US"/>
        </a:p>
      </dgm:t>
    </dgm:pt>
    <dgm:pt modelId="{ADFFA079-DEDE-44C3-A431-2A6A499ED36A}" type="sibTrans" cxnId="{EDEEB4D0-FE12-48B3-9B2C-D3CF2647ACE9}">
      <dgm:prSet/>
      <dgm:spPr/>
      <dgm:t>
        <a:bodyPr/>
        <a:lstStyle/>
        <a:p>
          <a:endParaRPr lang="en-US"/>
        </a:p>
      </dgm:t>
    </dgm:pt>
    <dgm:pt modelId="{0C0AAA80-C153-4DF1-8258-BD38372D7EE4}">
      <dgm:prSet phldrT="[Testo]"/>
      <dgm:spPr>
        <a:solidFill>
          <a:srgbClr val="FFC000"/>
        </a:solidFill>
        <a:scene3d>
          <a:camera prst="orthographicFront"/>
          <a:lightRig rig="threePt" dir="t"/>
        </a:scene3d>
        <a:sp3d>
          <a:bevelT prst="angle"/>
        </a:sp3d>
      </dgm:spPr>
      <dgm:t>
        <a:bodyPr/>
        <a:lstStyle/>
        <a:p>
          <a:r>
            <a:rPr lang="en-US" noProof="0" dirty="0"/>
            <a:t>Tangible </a:t>
          </a:r>
        </a:p>
      </dgm:t>
    </dgm:pt>
    <dgm:pt modelId="{ADF363BA-167D-4158-B0F3-1CEBD008EAD9}" type="parTrans" cxnId="{F5943BEA-B6BE-4C4D-A87C-3FE45C956DD8}">
      <dgm:prSet/>
      <dgm:spPr>
        <a:scene3d>
          <a:camera prst="orthographicFront"/>
          <a:lightRig rig="threePt" dir="t"/>
        </a:scene3d>
        <a:sp3d>
          <a:bevelT prst="angle"/>
        </a:sp3d>
      </dgm:spPr>
      <dgm:t>
        <a:bodyPr/>
        <a:lstStyle/>
        <a:p>
          <a:endParaRPr lang="en-US"/>
        </a:p>
      </dgm:t>
    </dgm:pt>
    <dgm:pt modelId="{F021F3DC-A6F0-4854-A31D-0D8FFFE7614B}" type="sibTrans" cxnId="{F5943BEA-B6BE-4C4D-A87C-3FE45C956DD8}">
      <dgm:prSet/>
      <dgm:spPr/>
      <dgm:t>
        <a:bodyPr/>
        <a:lstStyle/>
        <a:p>
          <a:endParaRPr lang="en-US"/>
        </a:p>
      </dgm:t>
    </dgm:pt>
    <dgm:pt modelId="{C45EFF9B-ABDC-4E80-9D1C-4274C78C343E}">
      <dgm:prSet phldrT="[Testo]"/>
      <dgm:spPr>
        <a:solidFill>
          <a:srgbClr val="FFC000"/>
        </a:solidFill>
        <a:scene3d>
          <a:camera prst="orthographicFront"/>
          <a:lightRig rig="threePt" dir="t"/>
        </a:scene3d>
        <a:sp3d>
          <a:bevelT prst="angle"/>
        </a:sp3d>
      </dgm:spPr>
      <dgm:t>
        <a:bodyPr/>
        <a:lstStyle/>
        <a:p>
          <a:r>
            <a:rPr lang="en-US" noProof="0" dirty="0"/>
            <a:t>Intangible</a:t>
          </a:r>
        </a:p>
      </dgm:t>
    </dgm:pt>
    <dgm:pt modelId="{F9CF05BB-BB85-4E11-AE73-424A23488AC6}" type="parTrans" cxnId="{F697AF6F-8243-46E2-A2C8-4CC7A77DFA65}">
      <dgm:prSet/>
      <dgm:spPr>
        <a:scene3d>
          <a:camera prst="orthographicFront"/>
          <a:lightRig rig="threePt" dir="t"/>
        </a:scene3d>
        <a:sp3d>
          <a:bevelT prst="angle"/>
        </a:sp3d>
      </dgm:spPr>
      <dgm:t>
        <a:bodyPr/>
        <a:lstStyle/>
        <a:p>
          <a:endParaRPr lang="en-US"/>
        </a:p>
      </dgm:t>
    </dgm:pt>
    <dgm:pt modelId="{AFF89AE8-1C44-48BD-9BB7-28046C835BB1}" type="sibTrans" cxnId="{F697AF6F-8243-46E2-A2C8-4CC7A77DFA65}">
      <dgm:prSet/>
      <dgm:spPr/>
      <dgm:t>
        <a:bodyPr/>
        <a:lstStyle/>
        <a:p>
          <a:endParaRPr lang="en-US"/>
        </a:p>
      </dgm:t>
    </dgm:pt>
    <dgm:pt modelId="{CBE3FA3A-D471-4723-BD90-45A9D5958A7B}" type="pres">
      <dgm:prSet presAssocID="{43EBF99E-D54F-4D2C-A285-243995C0A2B3}" presName="hierChild1" presStyleCnt="0">
        <dgm:presLayoutVars>
          <dgm:orgChart val="1"/>
          <dgm:chPref val="1"/>
          <dgm:dir/>
          <dgm:animOne val="branch"/>
          <dgm:animLvl val="lvl"/>
          <dgm:resizeHandles/>
        </dgm:presLayoutVars>
      </dgm:prSet>
      <dgm:spPr/>
    </dgm:pt>
    <dgm:pt modelId="{6F6EEE7A-E000-4F61-9020-62BAA24F6C5E}" type="pres">
      <dgm:prSet presAssocID="{521759AD-7D0A-478C-AAAE-577D5841F504}" presName="hierRoot1" presStyleCnt="0">
        <dgm:presLayoutVars>
          <dgm:hierBranch val="r"/>
        </dgm:presLayoutVars>
      </dgm:prSet>
      <dgm:spPr/>
    </dgm:pt>
    <dgm:pt modelId="{AB389635-5638-47F8-A307-4ACB13C927EF}" type="pres">
      <dgm:prSet presAssocID="{521759AD-7D0A-478C-AAAE-577D5841F504}" presName="rootComposite1" presStyleCnt="0"/>
      <dgm:spPr/>
    </dgm:pt>
    <dgm:pt modelId="{60D878CD-FF60-4E67-8E0C-47324581D0A8}" type="pres">
      <dgm:prSet presAssocID="{521759AD-7D0A-478C-AAAE-577D5841F504}" presName="rootText1" presStyleLbl="node0" presStyleIdx="0" presStyleCnt="1">
        <dgm:presLayoutVars>
          <dgm:chPref val="3"/>
        </dgm:presLayoutVars>
      </dgm:prSet>
      <dgm:spPr/>
    </dgm:pt>
    <dgm:pt modelId="{9E5E1DBC-FF91-4C63-AA5E-84758D928E93}" type="pres">
      <dgm:prSet presAssocID="{521759AD-7D0A-478C-AAAE-577D5841F504}" presName="rootConnector1" presStyleLbl="node1" presStyleIdx="0" presStyleCnt="0"/>
      <dgm:spPr/>
    </dgm:pt>
    <dgm:pt modelId="{622A982E-015B-4E5F-8E91-8EC4A91B608B}" type="pres">
      <dgm:prSet presAssocID="{521759AD-7D0A-478C-AAAE-577D5841F504}" presName="hierChild2" presStyleCnt="0"/>
      <dgm:spPr/>
    </dgm:pt>
    <dgm:pt modelId="{1C466D6B-93E5-4363-9D22-C1B7BA86760E}" type="pres">
      <dgm:prSet presAssocID="{ADF363BA-167D-4158-B0F3-1CEBD008EAD9}" presName="Name50" presStyleLbl="parChTrans1D2" presStyleIdx="0" presStyleCnt="2"/>
      <dgm:spPr/>
    </dgm:pt>
    <dgm:pt modelId="{BFD8AA9F-B123-48D5-B213-DF0ED261B653}" type="pres">
      <dgm:prSet presAssocID="{0C0AAA80-C153-4DF1-8258-BD38372D7EE4}" presName="hierRoot2" presStyleCnt="0">
        <dgm:presLayoutVars>
          <dgm:hierBranch val="init"/>
        </dgm:presLayoutVars>
      </dgm:prSet>
      <dgm:spPr/>
    </dgm:pt>
    <dgm:pt modelId="{5AFC9E0D-D7A4-487D-9F77-A55ADD197CF9}" type="pres">
      <dgm:prSet presAssocID="{0C0AAA80-C153-4DF1-8258-BD38372D7EE4}" presName="rootComposite" presStyleCnt="0"/>
      <dgm:spPr/>
    </dgm:pt>
    <dgm:pt modelId="{529C8486-A6D3-4F7A-8CE6-9596BD0C1648}" type="pres">
      <dgm:prSet presAssocID="{0C0AAA80-C153-4DF1-8258-BD38372D7EE4}" presName="rootText" presStyleLbl="node2" presStyleIdx="0" presStyleCnt="2">
        <dgm:presLayoutVars>
          <dgm:chPref val="3"/>
        </dgm:presLayoutVars>
      </dgm:prSet>
      <dgm:spPr/>
    </dgm:pt>
    <dgm:pt modelId="{5258AA6D-A830-47CB-B2D7-B03590C4C276}" type="pres">
      <dgm:prSet presAssocID="{0C0AAA80-C153-4DF1-8258-BD38372D7EE4}" presName="rootConnector" presStyleLbl="node2" presStyleIdx="0" presStyleCnt="2"/>
      <dgm:spPr/>
    </dgm:pt>
    <dgm:pt modelId="{593582FD-E8AF-4E23-BC9A-620062906A06}" type="pres">
      <dgm:prSet presAssocID="{0C0AAA80-C153-4DF1-8258-BD38372D7EE4}" presName="hierChild4" presStyleCnt="0"/>
      <dgm:spPr/>
    </dgm:pt>
    <dgm:pt modelId="{A5210175-B642-4DD3-8A35-9F4D22452FBA}" type="pres">
      <dgm:prSet presAssocID="{0C0AAA80-C153-4DF1-8258-BD38372D7EE4}" presName="hierChild5" presStyleCnt="0"/>
      <dgm:spPr/>
    </dgm:pt>
    <dgm:pt modelId="{D10BC9B1-520D-4191-9EA5-72130E76237B}" type="pres">
      <dgm:prSet presAssocID="{F9CF05BB-BB85-4E11-AE73-424A23488AC6}" presName="Name50" presStyleLbl="parChTrans1D2" presStyleIdx="1" presStyleCnt="2"/>
      <dgm:spPr/>
    </dgm:pt>
    <dgm:pt modelId="{8EE45698-C414-461D-9E87-252AE093B096}" type="pres">
      <dgm:prSet presAssocID="{C45EFF9B-ABDC-4E80-9D1C-4274C78C343E}" presName="hierRoot2" presStyleCnt="0">
        <dgm:presLayoutVars>
          <dgm:hierBranch val="hang"/>
        </dgm:presLayoutVars>
      </dgm:prSet>
      <dgm:spPr/>
    </dgm:pt>
    <dgm:pt modelId="{5F8E6918-CD47-4EDB-80F1-E995CB7C1177}" type="pres">
      <dgm:prSet presAssocID="{C45EFF9B-ABDC-4E80-9D1C-4274C78C343E}" presName="rootComposite" presStyleCnt="0"/>
      <dgm:spPr/>
    </dgm:pt>
    <dgm:pt modelId="{6414A371-D69C-4EC7-B396-71D9EE4D872E}" type="pres">
      <dgm:prSet presAssocID="{C45EFF9B-ABDC-4E80-9D1C-4274C78C343E}" presName="rootText" presStyleLbl="node2" presStyleIdx="1" presStyleCnt="2">
        <dgm:presLayoutVars>
          <dgm:chPref val="3"/>
        </dgm:presLayoutVars>
      </dgm:prSet>
      <dgm:spPr/>
    </dgm:pt>
    <dgm:pt modelId="{87BC3FF2-C93E-40D5-B93B-AA5A0B013483}" type="pres">
      <dgm:prSet presAssocID="{C45EFF9B-ABDC-4E80-9D1C-4274C78C343E}" presName="rootConnector" presStyleLbl="node2" presStyleIdx="1" presStyleCnt="2"/>
      <dgm:spPr/>
    </dgm:pt>
    <dgm:pt modelId="{04A7EAA8-1AD8-420A-ACDE-CF1DBE6C6B32}" type="pres">
      <dgm:prSet presAssocID="{C45EFF9B-ABDC-4E80-9D1C-4274C78C343E}" presName="hierChild4" presStyleCnt="0"/>
      <dgm:spPr/>
    </dgm:pt>
    <dgm:pt modelId="{3096195E-25D1-4B6E-97EC-849AC25C55EB}" type="pres">
      <dgm:prSet presAssocID="{C45EFF9B-ABDC-4E80-9D1C-4274C78C343E}" presName="hierChild5" presStyleCnt="0"/>
      <dgm:spPr/>
    </dgm:pt>
    <dgm:pt modelId="{D8674511-152A-4345-9C26-FB66C5CD1C6C}" type="pres">
      <dgm:prSet presAssocID="{521759AD-7D0A-478C-AAAE-577D5841F504}" presName="hierChild3" presStyleCnt="0"/>
      <dgm:spPr/>
    </dgm:pt>
  </dgm:ptLst>
  <dgm:cxnLst>
    <dgm:cxn modelId="{C83AF30A-1B30-4AFD-8A36-BEB8A89F7D6B}" type="presOf" srcId="{43EBF99E-D54F-4D2C-A285-243995C0A2B3}" destId="{CBE3FA3A-D471-4723-BD90-45A9D5958A7B}" srcOrd="0" destOrd="0" presId="urn:microsoft.com/office/officeart/2005/8/layout/orgChart1"/>
    <dgm:cxn modelId="{0682FC0B-B4CD-4975-9B71-EC8ADEB692EC}" type="presOf" srcId="{C45EFF9B-ABDC-4E80-9D1C-4274C78C343E}" destId="{6414A371-D69C-4EC7-B396-71D9EE4D872E}" srcOrd="0" destOrd="0" presId="urn:microsoft.com/office/officeart/2005/8/layout/orgChart1"/>
    <dgm:cxn modelId="{78E3F212-4400-495C-8F93-28F977E28EFC}" type="presOf" srcId="{521759AD-7D0A-478C-AAAE-577D5841F504}" destId="{60D878CD-FF60-4E67-8E0C-47324581D0A8}" srcOrd="0" destOrd="0" presId="urn:microsoft.com/office/officeart/2005/8/layout/orgChart1"/>
    <dgm:cxn modelId="{24A3B418-3365-4FF6-9C4F-4698F2CD4FFF}" type="presOf" srcId="{F9CF05BB-BB85-4E11-AE73-424A23488AC6}" destId="{D10BC9B1-520D-4191-9EA5-72130E76237B}" srcOrd="0" destOrd="0" presId="urn:microsoft.com/office/officeart/2005/8/layout/orgChart1"/>
    <dgm:cxn modelId="{5DA7DD3A-A8F5-4904-BC73-87052AA0D9E0}" type="presOf" srcId="{0C0AAA80-C153-4DF1-8258-BD38372D7EE4}" destId="{529C8486-A6D3-4F7A-8CE6-9596BD0C1648}" srcOrd="0" destOrd="0" presId="urn:microsoft.com/office/officeart/2005/8/layout/orgChart1"/>
    <dgm:cxn modelId="{13FE7562-029B-45B9-A46D-AF94E1A9DF1E}" type="presOf" srcId="{0C0AAA80-C153-4DF1-8258-BD38372D7EE4}" destId="{5258AA6D-A830-47CB-B2D7-B03590C4C276}" srcOrd="1" destOrd="0" presId="urn:microsoft.com/office/officeart/2005/8/layout/orgChart1"/>
    <dgm:cxn modelId="{F27ECB66-965D-4592-A9B6-D97DFAA0CCD9}" type="presOf" srcId="{C45EFF9B-ABDC-4E80-9D1C-4274C78C343E}" destId="{87BC3FF2-C93E-40D5-B93B-AA5A0B013483}" srcOrd="1" destOrd="0" presId="urn:microsoft.com/office/officeart/2005/8/layout/orgChart1"/>
    <dgm:cxn modelId="{F697AF6F-8243-46E2-A2C8-4CC7A77DFA65}" srcId="{521759AD-7D0A-478C-AAAE-577D5841F504}" destId="{C45EFF9B-ABDC-4E80-9D1C-4274C78C343E}" srcOrd="1" destOrd="0" parTransId="{F9CF05BB-BB85-4E11-AE73-424A23488AC6}" sibTransId="{AFF89AE8-1C44-48BD-9BB7-28046C835BB1}"/>
    <dgm:cxn modelId="{391AFB84-D93A-46BF-A8C9-00817EB690B0}" type="presOf" srcId="{ADF363BA-167D-4158-B0F3-1CEBD008EAD9}" destId="{1C466D6B-93E5-4363-9D22-C1B7BA86760E}" srcOrd="0" destOrd="0" presId="urn:microsoft.com/office/officeart/2005/8/layout/orgChart1"/>
    <dgm:cxn modelId="{EDEEB4D0-FE12-48B3-9B2C-D3CF2647ACE9}" srcId="{43EBF99E-D54F-4D2C-A285-243995C0A2B3}" destId="{521759AD-7D0A-478C-AAAE-577D5841F504}" srcOrd="0" destOrd="0" parTransId="{3ADB9DA0-C1A5-4878-B6C4-13DE95514E60}" sibTransId="{ADFFA079-DEDE-44C3-A431-2A6A499ED36A}"/>
    <dgm:cxn modelId="{F5943BEA-B6BE-4C4D-A87C-3FE45C956DD8}" srcId="{521759AD-7D0A-478C-AAAE-577D5841F504}" destId="{0C0AAA80-C153-4DF1-8258-BD38372D7EE4}" srcOrd="0" destOrd="0" parTransId="{ADF363BA-167D-4158-B0F3-1CEBD008EAD9}" sibTransId="{F021F3DC-A6F0-4854-A31D-0D8FFFE7614B}"/>
    <dgm:cxn modelId="{3D9A7EF1-E9FE-478D-8613-650B0EE753C3}" type="presOf" srcId="{521759AD-7D0A-478C-AAAE-577D5841F504}" destId="{9E5E1DBC-FF91-4C63-AA5E-84758D928E93}" srcOrd="1" destOrd="0" presId="urn:microsoft.com/office/officeart/2005/8/layout/orgChart1"/>
    <dgm:cxn modelId="{3E7396FC-4170-4DD0-A56E-DAC1FA62AD52}" type="presParOf" srcId="{CBE3FA3A-D471-4723-BD90-45A9D5958A7B}" destId="{6F6EEE7A-E000-4F61-9020-62BAA24F6C5E}" srcOrd="0" destOrd="0" presId="urn:microsoft.com/office/officeart/2005/8/layout/orgChart1"/>
    <dgm:cxn modelId="{4C7B8F3C-A0E5-4DD3-A42F-8F3546642043}" type="presParOf" srcId="{6F6EEE7A-E000-4F61-9020-62BAA24F6C5E}" destId="{AB389635-5638-47F8-A307-4ACB13C927EF}" srcOrd="0" destOrd="0" presId="urn:microsoft.com/office/officeart/2005/8/layout/orgChart1"/>
    <dgm:cxn modelId="{13E82B36-7A4B-47C7-B239-28E8FC466FAF}" type="presParOf" srcId="{AB389635-5638-47F8-A307-4ACB13C927EF}" destId="{60D878CD-FF60-4E67-8E0C-47324581D0A8}" srcOrd="0" destOrd="0" presId="urn:microsoft.com/office/officeart/2005/8/layout/orgChart1"/>
    <dgm:cxn modelId="{784DE0CC-6E1B-4D20-9FCE-0F86C978ECFC}" type="presParOf" srcId="{AB389635-5638-47F8-A307-4ACB13C927EF}" destId="{9E5E1DBC-FF91-4C63-AA5E-84758D928E93}" srcOrd="1" destOrd="0" presId="urn:microsoft.com/office/officeart/2005/8/layout/orgChart1"/>
    <dgm:cxn modelId="{78B2EE9E-EB4F-4E66-AE27-E9287168A91B}" type="presParOf" srcId="{6F6EEE7A-E000-4F61-9020-62BAA24F6C5E}" destId="{622A982E-015B-4E5F-8E91-8EC4A91B608B}" srcOrd="1" destOrd="0" presId="urn:microsoft.com/office/officeart/2005/8/layout/orgChart1"/>
    <dgm:cxn modelId="{25D171CC-1060-4DAF-BB57-B4056AEAFB0B}" type="presParOf" srcId="{622A982E-015B-4E5F-8E91-8EC4A91B608B}" destId="{1C466D6B-93E5-4363-9D22-C1B7BA86760E}" srcOrd="0" destOrd="0" presId="urn:microsoft.com/office/officeart/2005/8/layout/orgChart1"/>
    <dgm:cxn modelId="{D8423CC6-173A-42E5-8D43-B379F7A98148}" type="presParOf" srcId="{622A982E-015B-4E5F-8E91-8EC4A91B608B}" destId="{BFD8AA9F-B123-48D5-B213-DF0ED261B653}" srcOrd="1" destOrd="0" presId="urn:microsoft.com/office/officeart/2005/8/layout/orgChart1"/>
    <dgm:cxn modelId="{360CBAE3-3281-4606-9BF9-13C23AD70A97}" type="presParOf" srcId="{BFD8AA9F-B123-48D5-B213-DF0ED261B653}" destId="{5AFC9E0D-D7A4-487D-9F77-A55ADD197CF9}" srcOrd="0" destOrd="0" presId="urn:microsoft.com/office/officeart/2005/8/layout/orgChart1"/>
    <dgm:cxn modelId="{11A81993-9C76-4082-B81B-E583169B6C06}" type="presParOf" srcId="{5AFC9E0D-D7A4-487D-9F77-A55ADD197CF9}" destId="{529C8486-A6D3-4F7A-8CE6-9596BD0C1648}" srcOrd="0" destOrd="0" presId="urn:microsoft.com/office/officeart/2005/8/layout/orgChart1"/>
    <dgm:cxn modelId="{76544DE5-3B28-4048-B573-D11F4B407522}" type="presParOf" srcId="{5AFC9E0D-D7A4-487D-9F77-A55ADD197CF9}" destId="{5258AA6D-A830-47CB-B2D7-B03590C4C276}" srcOrd="1" destOrd="0" presId="urn:microsoft.com/office/officeart/2005/8/layout/orgChart1"/>
    <dgm:cxn modelId="{CE88B18D-97BE-497B-9343-4FBCC996BC16}" type="presParOf" srcId="{BFD8AA9F-B123-48D5-B213-DF0ED261B653}" destId="{593582FD-E8AF-4E23-BC9A-620062906A06}" srcOrd="1" destOrd="0" presId="urn:microsoft.com/office/officeart/2005/8/layout/orgChart1"/>
    <dgm:cxn modelId="{01B3B8BF-E44F-44BE-B23D-9A1E9D805219}" type="presParOf" srcId="{BFD8AA9F-B123-48D5-B213-DF0ED261B653}" destId="{A5210175-B642-4DD3-8A35-9F4D22452FBA}" srcOrd="2" destOrd="0" presId="urn:microsoft.com/office/officeart/2005/8/layout/orgChart1"/>
    <dgm:cxn modelId="{58FDF6DF-EDF4-49A4-A919-1F8116520ECE}" type="presParOf" srcId="{622A982E-015B-4E5F-8E91-8EC4A91B608B}" destId="{D10BC9B1-520D-4191-9EA5-72130E76237B}" srcOrd="2" destOrd="0" presId="urn:microsoft.com/office/officeart/2005/8/layout/orgChart1"/>
    <dgm:cxn modelId="{FE052D0B-9202-4630-A449-B6680322166A}" type="presParOf" srcId="{622A982E-015B-4E5F-8E91-8EC4A91B608B}" destId="{8EE45698-C414-461D-9E87-252AE093B096}" srcOrd="3" destOrd="0" presId="urn:microsoft.com/office/officeart/2005/8/layout/orgChart1"/>
    <dgm:cxn modelId="{170392D1-A313-4F13-B016-F53EB1447094}" type="presParOf" srcId="{8EE45698-C414-461D-9E87-252AE093B096}" destId="{5F8E6918-CD47-4EDB-80F1-E995CB7C1177}" srcOrd="0" destOrd="0" presId="urn:microsoft.com/office/officeart/2005/8/layout/orgChart1"/>
    <dgm:cxn modelId="{DC04E222-533C-4A16-9B30-EBC98B833E13}" type="presParOf" srcId="{5F8E6918-CD47-4EDB-80F1-E995CB7C1177}" destId="{6414A371-D69C-4EC7-B396-71D9EE4D872E}" srcOrd="0" destOrd="0" presId="urn:microsoft.com/office/officeart/2005/8/layout/orgChart1"/>
    <dgm:cxn modelId="{96C6EC6C-2AA8-44F8-99E9-788273206D45}" type="presParOf" srcId="{5F8E6918-CD47-4EDB-80F1-E995CB7C1177}" destId="{87BC3FF2-C93E-40D5-B93B-AA5A0B013483}" srcOrd="1" destOrd="0" presId="urn:microsoft.com/office/officeart/2005/8/layout/orgChart1"/>
    <dgm:cxn modelId="{2A813DE6-316C-48EF-8645-844E64D1E5EA}" type="presParOf" srcId="{8EE45698-C414-461D-9E87-252AE093B096}" destId="{04A7EAA8-1AD8-420A-ACDE-CF1DBE6C6B32}" srcOrd="1" destOrd="0" presId="urn:microsoft.com/office/officeart/2005/8/layout/orgChart1"/>
    <dgm:cxn modelId="{ED22B9D7-6DA0-4201-976D-1896F52DE2AF}" type="presParOf" srcId="{8EE45698-C414-461D-9E87-252AE093B096}" destId="{3096195E-25D1-4B6E-97EC-849AC25C55EB}" srcOrd="2" destOrd="0" presId="urn:microsoft.com/office/officeart/2005/8/layout/orgChart1"/>
    <dgm:cxn modelId="{DD8C473C-7B05-4824-A15C-5AD4A6FEBF72}" type="presParOf" srcId="{6F6EEE7A-E000-4F61-9020-62BAA24F6C5E}" destId="{D8674511-152A-4345-9C26-FB66C5CD1C6C}" srcOrd="2" destOrd="0" presId="urn:microsoft.com/office/officeart/2005/8/layout/orgChar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63E24B07-8023-4E9F-8558-D5757EF64B7C}" type="doc">
      <dgm:prSet loTypeId="urn:microsoft.com/office/officeart/2005/8/layout/lProcess2" loCatId="relationship" qsTypeId="urn:microsoft.com/office/officeart/2005/8/quickstyle/simple1" qsCatId="simple" csTypeId="urn:microsoft.com/office/officeart/2005/8/colors/accent1_2" csCatId="accent1" phldr="1"/>
      <dgm:spPr/>
      <dgm:t>
        <a:bodyPr/>
        <a:lstStyle/>
        <a:p>
          <a:endParaRPr lang="en-US"/>
        </a:p>
      </dgm:t>
    </dgm:pt>
    <dgm:pt modelId="{0EDD2705-1EC9-49D2-AAF1-51B922F9F872}">
      <dgm:prSet phldrT="[Testo]" phldr="0" custT="1"/>
      <dgm:spPr>
        <a:solidFill>
          <a:srgbClr val="FFFFFF"/>
        </a:solidFill>
        <a:ln>
          <a:noFill/>
        </a:ln>
        <a:effectLst/>
      </dgm:spPr>
      <dgm:t>
        <a:bodyPr spcFirstLastPara="0" vert="horz" wrap="square" lIns="110490" tIns="110490" rIns="110490" bIns="110490" numCol="1" spcCol="1270" anchor="ctr" anchorCtr="0"/>
        <a:lstStyle/>
        <a:p>
          <a:r>
            <a:rPr lang="en-US" sz="2400" noProof="0" dirty="0"/>
            <a:t>PROJECT COSTS</a:t>
          </a:r>
        </a:p>
      </dgm:t>
    </dgm:pt>
    <dgm:pt modelId="{FE291E26-70AA-430D-AD9A-677BC67532B2}" type="parTrans" cxnId="{6F9B7315-4C4D-4FE7-9BDF-24A5A860E09F}">
      <dgm:prSet/>
      <dgm:spPr/>
      <dgm:t>
        <a:bodyPr/>
        <a:lstStyle/>
        <a:p>
          <a:endParaRPr lang="en-US"/>
        </a:p>
      </dgm:t>
    </dgm:pt>
    <dgm:pt modelId="{0D203B44-E890-4582-A7AB-913F2DF9560B}" type="sibTrans" cxnId="{6F9B7315-4C4D-4FE7-9BDF-24A5A860E09F}">
      <dgm:prSet/>
      <dgm:spPr/>
      <dgm:t>
        <a:bodyPr/>
        <a:lstStyle/>
        <a:p>
          <a:endParaRPr lang="en-US"/>
        </a:p>
      </dgm:t>
    </dgm:pt>
    <dgm:pt modelId="{40247257-1661-41DF-BC3F-06F46A6295A5}">
      <dgm:prSet phldrT="[Testo]" phldr="0" custT="1"/>
      <dgm:spPr>
        <a:solidFill>
          <a:srgbClr val="FFFFFF"/>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gm:t>
    </dgm:pt>
    <dgm:pt modelId="{3A7275C9-712F-4B17-AFF6-999AA376CDC3}" type="parTrans" cxnId="{77C89C14-F95F-4C23-AC9D-A823EDE879A1}">
      <dgm:prSet/>
      <dgm:spPr/>
      <dgm:t>
        <a:bodyPr/>
        <a:lstStyle/>
        <a:p>
          <a:endParaRPr lang="en-US"/>
        </a:p>
      </dgm:t>
    </dgm:pt>
    <dgm:pt modelId="{4028B860-EC01-437C-B432-329C9508DDD3}" type="sibTrans" cxnId="{77C89C14-F95F-4C23-AC9D-A823EDE879A1}">
      <dgm:prSet/>
      <dgm:spPr/>
      <dgm:t>
        <a:bodyPr/>
        <a:lstStyle/>
        <a:p>
          <a:endParaRPr lang="en-US"/>
        </a:p>
      </dgm:t>
    </dgm:pt>
    <dgm:pt modelId="{B7CD8660-A82F-447D-981C-5B2CDD5A8369}">
      <dgm:prSet phldrT="[Testo]" phldr="0" custT="1"/>
      <dgm:spPr>
        <a:solidFill>
          <a:srgbClr val="FFFFFF"/>
        </a:solidFill>
        <a:ln>
          <a:noFill/>
        </a:ln>
        <a:effectLst/>
      </dgm:spPr>
      <dgm:t>
        <a:bodyPr spcFirstLastPara="0" vert="horz" wrap="square" lIns="87630" tIns="87630" rIns="87630" bIns="87630" numCol="1" spcCol="1270" anchor="ctr" anchorCtr="0"/>
        <a:lstStyle/>
        <a:p>
          <a:pPr marL="0" lvl="0" indent="0" algn="ctr" defTabSz="1022350">
            <a:lnSpc>
              <a:spcPct val="90000"/>
            </a:lnSpc>
            <a:spcBef>
              <a:spcPct val="0"/>
            </a:spcBef>
            <a:spcAft>
              <a:spcPct val="35000"/>
            </a:spcAft>
            <a:buNone/>
          </a:pPr>
          <a:r>
            <a:rPr lang="en-US" sz="2300" kern="1200" noProof="0" dirty="0">
              <a:solidFill>
                <a:srgbClr val="000000">
                  <a:hueOff val="0"/>
                  <a:satOff val="0"/>
                  <a:lumOff val="0"/>
                  <a:alphaOff val="0"/>
                </a:srgbClr>
              </a:solidFill>
              <a:latin typeface="Times New Roman"/>
              <a:ea typeface="+mn-ea"/>
              <a:cs typeface="+mn-cs"/>
            </a:rPr>
            <a:t>PROJECT BENEFITS</a:t>
          </a:r>
        </a:p>
      </dgm:t>
    </dgm:pt>
    <dgm:pt modelId="{DA0ADC67-94DA-47B4-925C-34E9536CB64E}" type="parTrans" cxnId="{73156E65-F5A1-41F7-9BD2-1D4703F0A086}">
      <dgm:prSet/>
      <dgm:spPr/>
      <dgm:t>
        <a:bodyPr/>
        <a:lstStyle/>
        <a:p>
          <a:endParaRPr lang="en-US"/>
        </a:p>
      </dgm:t>
    </dgm:pt>
    <dgm:pt modelId="{3C044498-3F6D-402D-9762-6023A330B361}" type="sibTrans" cxnId="{73156E65-F5A1-41F7-9BD2-1D4703F0A086}">
      <dgm:prSet/>
      <dgm:spPr/>
      <dgm:t>
        <a:bodyPr/>
        <a:lstStyle/>
        <a:p>
          <a:endParaRPr lang="en-US"/>
        </a:p>
      </dgm:t>
    </dgm:pt>
    <dgm:pt modelId="{70BD055E-0DFC-4950-B235-7DC159BBCEB6}">
      <dgm:prSet phldrT="[Testo]" phldr="0"/>
      <dgm:spPr>
        <a:solidFill>
          <a:schemeClr val="bg1"/>
        </a:solidFill>
        <a:ln>
          <a:solidFill>
            <a:schemeClr val="tx1"/>
          </a:solidFill>
        </a:ln>
      </dgm:spPr>
      <dgm:t>
        <a:bodyPr/>
        <a:lstStyle/>
        <a:p>
          <a:r>
            <a:rPr lang="en-US" noProof="0" dirty="0">
              <a:solidFill>
                <a:schemeClr val="tx1"/>
              </a:solidFill>
            </a:rPr>
            <a:t>MANAGEMENT VALUE</a:t>
          </a:r>
        </a:p>
      </dgm:t>
    </dgm:pt>
    <dgm:pt modelId="{0734A025-155A-4DF3-9FD4-45839BB17D47}" type="parTrans" cxnId="{E59AF15B-0B55-4647-99A8-BE933C316641}">
      <dgm:prSet/>
      <dgm:spPr/>
      <dgm:t>
        <a:bodyPr/>
        <a:lstStyle/>
        <a:p>
          <a:endParaRPr lang="en-US"/>
        </a:p>
      </dgm:t>
    </dgm:pt>
    <dgm:pt modelId="{4DBD1A0B-50A9-4AA5-BCD1-B3697DD249F2}" type="sibTrans" cxnId="{E59AF15B-0B55-4647-99A8-BE933C316641}">
      <dgm:prSet/>
      <dgm:spPr/>
      <dgm:t>
        <a:bodyPr/>
        <a:lstStyle/>
        <a:p>
          <a:endParaRPr lang="en-US"/>
        </a:p>
      </dgm:t>
    </dgm:pt>
    <dgm:pt modelId="{BC73DC96-EFBB-441A-8E7E-3B8F200AC53F}">
      <dgm:prSet phldrT="[Testo]" phldr="0" custT="1"/>
      <dgm:spPr>
        <a:solidFill>
          <a:srgbClr val="FFFFFF">
            <a:lumMod val="75000"/>
          </a:srgbClr>
        </a:solidFill>
        <a:ln>
          <a:noFill/>
        </a:ln>
        <a:effectLst/>
      </dgm:spPr>
      <dgm:t>
        <a:bodyPr spcFirstLastPara="0" vert="horz" wrap="square" lIns="87630" tIns="87630" rIns="87630" bIns="87630" numCol="1" spcCol="1270" anchor="ctr" anchorCtr="0"/>
        <a:lstStyle/>
        <a:p>
          <a:pPr marL="0" lvl="0" indent="0" algn="ctr" defTabSz="1022350">
            <a:lnSpc>
              <a:spcPct val="90000"/>
            </a:lnSpc>
            <a:spcBef>
              <a:spcPct val="0"/>
            </a:spcBef>
            <a:spcAft>
              <a:spcPct val="35000"/>
            </a:spcAft>
            <a:buNone/>
          </a:pPr>
          <a:r>
            <a:rPr lang="en-US" sz="2300" kern="1200" noProof="0" dirty="0">
              <a:solidFill>
                <a:srgbClr val="000000">
                  <a:hueOff val="0"/>
                  <a:satOff val="0"/>
                  <a:lumOff val="0"/>
                  <a:alphaOff val="0"/>
                </a:srgbClr>
              </a:solidFill>
              <a:latin typeface="Times New Roman"/>
              <a:ea typeface="+mn-ea"/>
              <a:cs typeface="+mn-cs"/>
            </a:rPr>
            <a:t>PROJECT VALUE </a:t>
          </a:r>
        </a:p>
      </dgm:t>
    </dgm:pt>
    <dgm:pt modelId="{4B5681AE-F226-4F2E-AFE0-9E18D323D105}" type="parTrans" cxnId="{99565E4D-276A-47CC-9B4B-6B89C1CBD94F}">
      <dgm:prSet/>
      <dgm:spPr/>
      <dgm:t>
        <a:bodyPr/>
        <a:lstStyle/>
        <a:p>
          <a:endParaRPr lang="en-US"/>
        </a:p>
      </dgm:t>
    </dgm:pt>
    <dgm:pt modelId="{FA16ACC7-ED9B-4BC1-8373-51F1B367EC62}" type="sibTrans" cxnId="{99565E4D-276A-47CC-9B4B-6B89C1CBD94F}">
      <dgm:prSet/>
      <dgm:spPr/>
      <dgm:t>
        <a:bodyPr/>
        <a:lstStyle/>
        <a:p>
          <a:endParaRPr lang="en-US"/>
        </a:p>
      </dgm:t>
    </dgm:pt>
    <dgm:pt modelId="{7040C883-EDB3-4AAE-AB28-202EE2F51F55}">
      <dgm:prSet phldrT="[Testo]" phldr="0"/>
      <dgm:spPr>
        <a:solidFill>
          <a:srgbClr val="FF9900"/>
        </a:solidFill>
        <a:ln>
          <a:solidFill>
            <a:schemeClr val="tx1"/>
          </a:solidFill>
        </a:ln>
      </dgm:spPr>
      <dgm:t>
        <a:bodyPr/>
        <a:lstStyle/>
        <a:p>
          <a:r>
            <a:rPr lang="en-US" noProof="0" dirty="0">
              <a:solidFill>
                <a:schemeClr val="tx1"/>
              </a:solidFill>
            </a:rPr>
            <a:t>FINANCIAL APPROACH</a:t>
          </a:r>
        </a:p>
      </dgm:t>
    </dgm:pt>
    <dgm:pt modelId="{6DC40519-C77F-4FE6-A052-A43989E415E0}" type="parTrans" cxnId="{8A729E58-D6AF-4B4B-B526-57F6452B5D70}">
      <dgm:prSet/>
      <dgm:spPr/>
      <dgm:t>
        <a:bodyPr/>
        <a:lstStyle/>
        <a:p>
          <a:endParaRPr lang="en-US"/>
        </a:p>
      </dgm:t>
    </dgm:pt>
    <dgm:pt modelId="{EF272F0E-8723-4BDB-82EF-6563D24EBF72}" type="sibTrans" cxnId="{8A729E58-D6AF-4B4B-B526-57F6452B5D70}">
      <dgm:prSet/>
      <dgm:spPr/>
      <dgm:t>
        <a:bodyPr/>
        <a:lstStyle/>
        <a:p>
          <a:endParaRPr lang="en-US"/>
        </a:p>
      </dgm:t>
    </dgm:pt>
    <dgm:pt modelId="{2FDF8BA5-1F79-43D5-82D8-297F548F3542}">
      <dgm:prSet phldrT="[Testo]" phldr="0"/>
      <dgm:spPr>
        <a:solidFill>
          <a:schemeClr val="bg1"/>
        </a:solidFill>
        <a:ln>
          <a:solidFill>
            <a:schemeClr val="tx1"/>
          </a:solidFill>
        </a:ln>
      </dgm:spPr>
      <dgm:t>
        <a:bodyPr/>
        <a:lstStyle/>
        <a:p>
          <a:r>
            <a:rPr lang="en-US" noProof="0" dirty="0">
              <a:solidFill>
                <a:schemeClr val="tx1"/>
              </a:solidFill>
            </a:rPr>
            <a:t>INFRASTRUCTURE</a:t>
          </a:r>
        </a:p>
      </dgm:t>
    </dgm:pt>
    <dgm:pt modelId="{C9CE1DAB-9AB3-43AA-B607-9893A42F86F7}" type="parTrans" cxnId="{F6BFC237-7436-498A-93BD-73510B631561}">
      <dgm:prSet/>
      <dgm:spPr/>
      <dgm:t>
        <a:bodyPr/>
        <a:lstStyle/>
        <a:p>
          <a:endParaRPr lang="en-US"/>
        </a:p>
      </dgm:t>
    </dgm:pt>
    <dgm:pt modelId="{ACDBB275-B531-41A6-9E60-709957573E9F}" type="sibTrans" cxnId="{F6BFC237-7436-498A-93BD-73510B631561}">
      <dgm:prSet/>
      <dgm:spPr/>
      <dgm:t>
        <a:bodyPr/>
        <a:lstStyle/>
        <a:p>
          <a:endParaRPr lang="en-US"/>
        </a:p>
      </dgm:t>
    </dgm:pt>
    <dgm:pt modelId="{6BEBF612-AC28-4281-829A-886742483343}">
      <dgm:prSet phldrT="[Testo]" phldr="0" custT="1"/>
      <dgm:spPr>
        <a:solidFill>
          <a:schemeClr val="bg1"/>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BUSINESS</a:t>
          </a:r>
        </a:p>
      </dgm:t>
    </dgm:pt>
    <dgm:pt modelId="{E18DC705-3A47-4D42-9974-13148F5BDD9B}" type="parTrans" cxnId="{BA000ECF-19AD-4366-85A9-411D81A739F5}">
      <dgm:prSet/>
      <dgm:spPr/>
      <dgm:t>
        <a:bodyPr/>
        <a:lstStyle/>
        <a:p>
          <a:endParaRPr lang="en-US"/>
        </a:p>
      </dgm:t>
    </dgm:pt>
    <dgm:pt modelId="{2AD56649-164C-4A93-9FB5-2F6E05D7EA3D}" type="sibTrans" cxnId="{BA000ECF-19AD-4366-85A9-411D81A739F5}">
      <dgm:prSet/>
      <dgm:spPr/>
      <dgm:t>
        <a:bodyPr/>
        <a:lstStyle/>
        <a:p>
          <a:endParaRPr lang="en-US"/>
        </a:p>
      </dgm:t>
    </dgm:pt>
    <dgm:pt modelId="{32370EA5-817D-41DE-9EF3-C264A87731CF}">
      <dgm:prSet phldrT="[Testo]" phldr="0" custT="1"/>
      <dgm:spPr>
        <a:solidFill>
          <a:srgbClr val="FFFFFF"/>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SOCIAL VALUE </a:t>
          </a:r>
        </a:p>
      </dgm:t>
    </dgm:pt>
    <dgm:pt modelId="{03A3A5FA-FFB8-46C3-96DE-56DAE975EDE7}" type="parTrans" cxnId="{70F13194-7A6E-486B-8360-890B448C8894}">
      <dgm:prSet/>
      <dgm:spPr/>
      <dgm:t>
        <a:bodyPr/>
        <a:lstStyle/>
        <a:p>
          <a:endParaRPr lang="en-US"/>
        </a:p>
      </dgm:t>
    </dgm:pt>
    <dgm:pt modelId="{419AECF9-1D06-4331-B260-344434C0B86D}" type="sibTrans" cxnId="{70F13194-7A6E-486B-8360-890B448C8894}">
      <dgm:prSet/>
      <dgm:spPr/>
      <dgm:t>
        <a:bodyPr/>
        <a:lstStyle/>
        <a:p>
          <a:endParaRPr lang="en-US"/>
        </a:p>
      </dgm:t>
    </dgm:pt>
    <dgm:pt modelId="{A909BAB4-7AB8-4F4A-A1BE-80F5C9707911}">
      <dgm:prSet phldrT="[Testo]" phldr="0"/>
      <dgm:spPr>
        <a:solidFill>
          <a:schemeClr val="bg1"/>
        </a:solidFill>
        <a:ln>
          <a:solidFill>
            <a:schemeClr val="tx1"/>
          </a:solidFill>
        </a:ln>
      </dgm:spPr>
      <dgm:t>
        <a:bodyPr/>
        <a:lstStyle/>
        <a:p>
          <a:r>
            <a:rPr lang="en-US" noProof="0" dirty="0">
              <a:solidFill>
                <a:schemeClr val="tx1"/>
              </a:solidFill>
            </a:rPr>
            <a:t>NET VALUE  APPROACH</a:t>
          </a:r>
        </a:p>
      </dgm:t>
    </dgm:pt>
    <dgm:pt modelId="{DB376E9E-0E54-483E-A0F9-96AB57DD8516}" type="parTrans" cxnId="{ACE6CAFE-F973-4697-A143-0402581DA6E3}">
      <dgm:prSet/>
      <dgm:spPr/>
      <dgm:t>
        <a:bodyPr/>
        <a:lstStyle/>
        <a:p>
          <a:endParaRPr lang="en-US"/>
        </a:p>
      </dgm:t>
    </dgm:pt>
    <dgm:pt modelId="{F5DD361B-132E-4A4F-8124-20C0CB155A00}" type="sibTrans" cxnId="{ACE6CAFE-F973-4697-A143-0402581DA6E3}">
      <dgm:prSet/>
      <dgm:spPr/>
      <dgm:t>
        <a:bodyPr/>
        <a:lstStyle/>
        <a:p>
          <a:endParaRPr lang="en-US"/>
        </a:p>
      </dgm:t>
    </dgm:pt>
    <dgm:pt modelId="{EF9FD828-A0BF-43F8-ABC7-E1EE24F07C42}">
      <dgm:prSet phldrT="[Testo]" phldr="0" custT="1"/>
      <dgm:spPr>
        <a:solidFill>
          <a:schemeClr val="bg1"/>
        </a:solidFill>
        <a:ln>
          <a:noFill/>
        </a:ln>
        <a:effectLst/>
      </dgm:spPr>
      <dgm:t>
        <a:bodyPr spcFirstLastPara="0" vert="horz" wrap="square" lIns="87630" tIns="87630" rIns="87630" bIns="87630" numCol="1" spcCol="1270" anchor="ctr" anchorCtr="0"/>
        <a:lstStyle/>
        <a:p>
          <a:r>
            <a:rPr lang="en-US" sz="2300" kern="1200" noProof="0" dirty="0"/>
            <a:t>OPERATIONS  </a:t>
          </a:r>
          <a:r>
            <a:rPr lang="en-US" sz="2300" kern="1200" noProof="0" dirty="0">
              <a:solidFill>
                <a:srgbClr val="000000">
                  <a:hueOff val="0"/>
                  <a:satOff val="0"/>
                  <a:lumOff val="0"/>
                  <a:alphaOff val="0"/>
                </a:srgbClr>
              </a:solidFill>
              <a:latin typeface="Times New Roman"/>
              <a:ea typeface="+mn-ea"/>
              <a:cs typeface="+mn-cs"/>
            </a:rPr>
            <a:t>COST</a:t>
          </a:r>
        </a:p>
      </dgm:t>
    </dgm:pt>
    <dgm:pt modelId="{8B46DBB5-BE20-452E-BDAC-57B4248B579B}" type="parTrans" cxnId="{2E5A4064-7A8A-4182-955A-A7A098843B57}">
      <dgm:prSet/>
      <dgm:spPr/>
      <dgm:t>
        <a:bodyPr/>
        <a:lstStyle/>
        <a:p>
          <a:endParaRPr lang="en-US"/>
        </a:p>
      </dgm:t>
    </dgm:pt>
    <dgm:pt modelId="{357BE1D7-3472-4631-83A3-EAA12DA32F6B}" type="sibTrans" cxnId="{2E5A4064-7A8A-4182-955A-A7A098843B57}">
      <dgm:prSet/>
      <dgm:spPr/>
      <dgm:t>
        <a:bodyPr/>
        <a:lstStyle/>
        <a:p>
          <a:endParaRPr lang="en-US"/>
        </a:p>
      </dgm:t>
    </dgm:pt>
    <dgm:pt modelId="{9E4CCB87-75A5-457C-BDC5-A8C25CF38D41}">
      <dgm:prSet phldrT="[Testo]" phldr="0"/>
      <dgm:spPr>
        <a:solidFill>
          <a:schemeClr val="bg1"/>
        </a:solidFill>
        <a:ln>
          <a:solidFill>
            <a:schemeClr val="tx1"/>
          </a:solidFill>
        </a:ln>
      </dgm:spPr>
      <dgm:t>
        <a:bodyPr/>
        <a:lstStyle/>
        <a:p>
          <a:r>
            <a:rPr lang="en-US" noProof="0" dirty="0">
              <a:solidFill>
                <a:schemeClr val="tx1"/>
              </a:solidFill>
            </a:rPr>
            <a:t>OPERATIONS </a:t>
          </a:r>
        </a:p>
      </dgm:t>
    </dgm:pt>
    <dgm:pt modelId="{85509985-5007-4FCE-9F75-D55B68BD8068}" type="parTrans" cxnId="{2DD90791-3D65-4AA1-8474-506804C48981}">
      <dgm:prSet/>
      <dgm:spPr/>
      <dgm:t>
        <a:bodyPr/>
        <a:lstStyle/>
        <a:p>
          <a:endParaRPr lang="en-US"/>
        </a:p>
      </dgm:t>
    </dgm:pt>
    <dgm:pt modelId="{058D0969-B357-4198-95D8-1AC0533908A3}" type="sibTrans" cxnId="{2DD90791-3D65-4AA1-8474-506804C48981}">
      <dgm:prSet/>
      <dgm:spPr/>
      <dgm:t>
        <a:bodyPr/>
        <a:lstStyle/>
        <a:p>
          <a:endParaRPr lang="en-US"/>
        </a:p>
      </dgm:t>
    </dgm:pt>
    <dgm:pt modelId="{2A5A9D7D-EC81-4243-B2DB-B59409C9188E}">
      <dgm:prSet phldrT="[Testo]" phldr="0"/>
      <dgm:spPr>
        <a:solidFill>
          <a:schemeClr val="bg1"/>
        </a:solidFill>
        <a:ln>
          <a:solidFill>
            <a:schemeClr val="tx1"/>
          </a:solidFill>
        </a:ln>
      </dgm:spPr>
      <dgm:t>
        <a:bodyPr/>
        <a:lstStyle/>
        <a:p>
          <a:r>
            <a:rPr lang="en-US" noProof="0" dirty="0">
              <a:solidFill>
                <a:schemeClr val="tx1"/>
              </a:solidFill>
            </a:rPr>
            <a:t>SYSTEM MAINTENANCE</a:t>
          </a:r>
        </a:p>
      </dgm:t>
    </dgm:pt>
    <dgm:pt modelId="{A3DFFE29-340B-45DD-93E2-C4C160A6ECE2}" type="parTrans" cxnId="{F3384004-0B11-45D4-B1A7-3D5F77CBD021}">
      <dgm:prSet/>
      <dgm:spPr/>
      <dgm:t>
        <a:bodyPr/>
        <a:lstStyle/>
        <a:p>
          <a:endParaRPr lang="en-US"/>
        </a:p>
      </dgm:t>
    </dgm:pt>
    <dgm:pt modelId="{59C58EB6-548D-4BBE-AAF9-BE2D22F36DCC}" type="sibTrans" cxnId="{F3384004-0B11-45D4-B1A7-3D5F77CBD021}">
      <dgm:prSet/>
      <dgm:spPr/>
      <dgm:t>
        <a:bodyPr/>
        <a:lstStyle/>
        <a:p>
          <a:endParaRPr lang="en-US"/>
        </a:p>
      </dgm:t>
    </dgm:pt>
    <dgm:pt modelId="{944D230F-885C-4C2C-883B-B26B072B3C92}">
      <dgm:prSet phldrT="[Testo]" phldr="0" custT="1"/>
      <dgm:spPr>
        <a:solidFill>
          <a:schemeClr val="bg1"/>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pPr>
          <a:r>
            <a:rPr lang="en-US" sz="1300" kern="1200" noProof="0" dirty="0">
              <a:solidFill>
                <a:schemeClr val="tx1"/>
              </a:solidFill>
            </a:rPr>
            <a:t>PROJECT </a:t>
          </a:r>
          <a:r>
            <a:rPr lang="en-US" sz="1300" kern="1200" noProof="0" dirty="0">
              <a:solidFill>
                <a:srgbClr val="000000"/>
              </a:solidFill>
              <a:latin typeface="Times New Roman"/>
              <a:ea typeface="+mn-ea"/>
              <a:cs typeface="+mn-cs"/>
            </a:rPr>
            <a:t>MANAGEMENT</a:t>
          </a:r>
        </a:p>
      </dgm:t>
    </dgm:pt>
    <dgm:pt modelId="{BAA1D853-D4AC-4794-B559-35C41BEBCEFB}" type="parTrans" cxnId="{AD76E3E3-8D0F-4B4D-83EC-ADD2766FC2C6}">
      <dgm:prSet/>
      <dgm:spPr/>
      <dgm:t>
        <a:bodyPr/>
        <a:lstStyle/>
        <a:p>
          <a:endParaRPr lang="en-US"/>
        </a:p>
      </dgm:t>
    </dgm:pt>
    <dgm:pt modelId="{39AE1990-0EFA-4B55-AFF1-B7C7226C2490}" type="sibTrans" cxnId="{AD76E3E3-8D0F-4B4D-83EC-ADD2766FC2C6}">
      <dgm:prSet/>
      <dgm:spPr/>
      <dgm:t>
        <a:bodyPr/>
        <a:lstStyle/>
        <a:p>
          <a:endParaRPr lang="en-US"/>
        </a:p>
      </dgm:t>
    </dgm:pt>
    <dgm:pt modelId="{BA390A89-3D79-49A6-9BF0-599801F084EB}" type="pres">
      <dgm:prSet presAssocID="{63E24B07-8023-4E9F-8558-D5757EF64B7C}" presName="theList" presStyleCnt="0">
        <dgm:presLayoutVars>
          <dgm:dir/>
          <dgm:animLvl val="lvl"/>
          <dgm:resizeHandles val="exact"/>
        </dgm:presLayoutVars>
      </dgm:prSet>
      <dgm:spPr/>
    </dgm:pt>
    <dgm:pt modelId="{DADCEE8B-376B-4586-A9E1-AAC7290F1D12}" type="pres">
      <dgm:prSet presAssocID="{0EDD2705-1EC9-49D2-AAF1-51B922F9F872}" presName="compNode" presStyleCnt="0"/>
      <dgm:spPr/>
    </dgm:pt>
    <dgm:pt modelId="{8FABB9F9-868F-4D56-8A81-F1E0BA42E601}" type="pres">
      <dgm:prSet presAssocID="{0EDD2705-1EC9-49D2-AAF1-51B922F9F872}" presName="aNode" presStyleLbl="bgShp" presStyleIdx="0" presStyleCnt="4"/>
      <dgm:spPr>
        <a:xfrm>
          <a:off x="2029" y="0"/>
          <a:ext cx="1991962" cy="4572000"/>
        </a:xfrm>
        <a:prstGeom prst="roundRect">
          <a:avLst>
            <a:gd name="adj" fmla="val 10000"/>
          </a:avLst>
        </a:prstGeom>
      </dgm:spPr>
    </dgm:pt>
    <dgm:pt modelId="{7F9BE9A7-F9C4-49E1-9574-99360BA807BE}" type="pres">
      <dgm:prSet presAssocID="{0EDD2705-1EC9-49D2-AAF1-51B922F9F872}" presName="textNode" presStyleLbl="bgShp" presStyleIdx="0" presStyleCnt="4"/>
      <dgm:spPr/>
    </dgm:pt>
    <dgm:pt modelId="{C1658941-B58C-4ADE-9588-815AE090FC7A}" type="pres">
      <dgm:prSet presAssocID="{0EDD2705-1EC9-49D2-AAF1-51B922F9F872}" presName="compChildNode" presStyleCnt="0"/>
      <dgm:spPr/>
    </dgm:pt>
    <dgm:pt modelId="{233FCEB1-6038-4072-B22C-BCD213C74D4D}" type="pres">
      <dgm:prSet presAssocID="{0EDD2705-1EC9-49D2-AAF1-51B922F9F872}" presName="theInnerList" presStyleCnt="0"/>
      <dgm:spPr/>
    </dgm:pt>
    <dgm:pt modelId="{91100A64-139A-4AC1-91C1-2699AF28B01F}" type="pres">
      <dgm:prSet presAssocID="{40247257-1661-41DF-BC3F-06F46A6295A5}" presName="childNode" presStyleLbl="node1" presStyleIdx="0" presStyleCnt="10">
        <dgm:presLayoutVars>
          <dgm:bulletEnabled val="1"/>
        </dgm:presLayoutVars>
      </dgm:prSet>
      <dgm:spPr>
        <a:xfrm>
          <a:off x="201226" y="1371990"/>
          <a:ext cx="1593569" cy="898214"/>
        </a:xfrm>
        <a:prstGeom prst="roundRect">
          <a:avLst>
            <a:gd name="adj" fmla="val 10000"/>
          </a:avLst>
        </a:prstGeom>
      </dgm:spPr>
    </dgm:pt>
    <dgm:pt modelId="{B8851E19-C2AB-43F3-A733-9922ED89E360}" type="pres">
      <dgm:prSet presAssocID="{40247257-1661-41DF-BC3F-06F46A6295A5}" presName="aSpace2" presStyleCnt="0"/>
      <dgm:spPr/>
    </dgm:pt>
    <dgm:pt modelId="{7EBF8282-17D2-438B-95FF-BAC2AE4F3FBC}" type="pres">
      <dgm:prSet presAssocID="{2FDF8BA5-1F79-43D5-82D8-297F548F3542}" presName="childNode" presStyleLbl="node1" presStyleIdx="1" presStyleCnt="10">
        <dgm:presLayoutVars>
          <dgm:bulletEnabled val="1"/>
        </dgm:presLayoutVars>
      </dgm:prSet>
      <dgm:spPr/>
    </dgm:pt>
    <dgm:pt modelId="{A069312A-67CC-45AA-BFE6-2053F852EE2C}" type="pres">
      <dgm:prSet presAssocID="{2FDF8BA5-1F79-43D5-82D8-297F548F3542}" presName="aSpace2" presStyleCnt="0"/>
      <dgm:spPr/>
    </dgm:pt>
    <dgm:pt modelId="{BA4E3C7D-B958-47BE-A1E4-9388CD7AE2AB}" type="pres">
      <dgm:prSet presAssocID="{6BEBF612-AC28-4281-829A-886742483343}" presName="childNode" presStyleLbl="node1" presStyleIdx="2" presStyleCnt="10">
        <dgm:presLayoutVars>
          <dgm:bulletEnabled val="1"/>
        </dgm:presLayoutVars>
      </dgm:prSet>
      <dgm:spPr>
        <a:xfrm>
          <a:off x="201226" y="3444794"/>
          <a:ext cx="1593569" cy="898214"/>
        </a:xfrm>
        <a:prstGeom prst="roundRect">
          <a:avLst>
            <a:gd name="adj" fmla="val 10000"/>
          </a:avLst>
        </a:prstGeom>
      </dgm:spPr>
    </dgm:pt>
    <dgm:pt modelId="{8B11A58F-1410-44BA-AB45-2A3E9FB205E5}" type="pres">
      <dgm:prSet presAssocID="{6BEBF612-AC28-4281-829A-886742483343}" presName="aSpace2" presStyleCnt="0"/>
      <dgm:spPr/>
    </dgm:pt>
    <dgm:pt modelId="{F4E26588-D736-40F0-ABCF-AD950B9DBBE2}" type="pres">
      <dgm:prSet presAssocID="{944D230F-885C-4C2C-883B-B26B072B3C92}" presName="childNode" presStyleLbl="node1" presStyleIdx="3" presStyleCnt="10">
        <dgm:presLayoutVars>
          <dgm:bulletEnabled val="1"/>
        </dgm:presLayoutVars>
      </dgm:prSet>
      <dgm:spPr>
        <a:xfrm>
          <a:off x="201226" y="3677245"/>
          <a:ext cx="1593569" cy="666043"/>
        </a:xfrm>
        <a:prstGeom prst="roundRect">
          <a:avLst>
            <a:gd name="adj" fmla="val 10000"/>
          </a:avLst>
        </a:prstGeom>
      </dgm:spPr>
    </dgm:pt>
    <dgm:pt modelId="{71044B30-3AC2-445D-B936-F7903BC3D17D}" type="pres">
      <dgm:prSet presAssocID="{0EDD2705-1EC9-49D2-AAF1-51B922F9F872}" presName="aSpace" presStyleCnt="0"/>
      <dgm:spPr/>
    </dgm:pt>
    <dgm:pt modelId="{8E3DC331-CA4C-4438-976B-785F3287BD1D}" type="pres">
      <dgm:prSet presAssocID="{EF9FD828-A0BF-43F8-ABC7-E1EE24F07C42}" presName="compNode" presStyleCnt="0"/>
      <dgm:spPr/>
    </dgm:pt>
    <dgm:pt modelId="{E7DCD616-0639-48DE-9F93-B45AC0464A57}" type="pres">
      <dgm:prSet presAssocID="{EF9FD828-A0BF-43F8-ABC7-E1EE24F07C42}" presName="aNode" presStyleLbl="bgShp" presStyleIdx="1" presStyleCnt="4"/>
      <dgm:spPr>
        <a:xfrm>
          <a:off x="2143389" y="0"/>
          <a:ext cx="1991962" cy="4572000"/>
        </a:xfrm>
        <a:prstGeom prst="roundRect">
          <a:avLst>
            <a:gd name="adj" fmla="val 10000"/>
          </a:avLst>
        </a:prstGeom>
      </dgm:spPr>
    </dgm:pt>
    <dgm:pt modelId="{5C2C466B-9D60-484B-9786-695675F7A92E}" type="pres">
      <dgm:prSet presAssocID="{EF9FD828-A0BF-43F8-ABC7-E1EE24F07C42}" presName="textNode" presStyleLbl="bgShp" presStyleIdx="1" presStyleCnt="4"/>
      <dgm:spPr/>
    </dgm:pt>
    <dgm:pt modelId="{685AE8C4-BA1D-438B-87FE-1425489EFA29}" type="pres">
      <dgm:prSet presAssocID="{EF9FD828-A0BF-43F8-ABC7-E1EE24F07C42}" presName="compChildNode" presStyleCnt="0"/>
      <dgm:spPr/>
    </dgm:pt>
    <dgm:pt modelId="{EFCF8995-AB51-40BF-9AFE-61D45508CDB7}" type="pres">
      <dgm:prSet presAssocID="{EF9FD828-A0BF-43F8-ABC7-E1EE24F07C42}" presName="theInnerList" presStyleCnt="0"/>
      <dgm:spPr/>
    </dgm:pt>
    <dgm:pt modelId="{0330B109-69E3-46F3-9D83-10671A7EBE70}" type="pres">
      <dgm:prSet presAssocID="{9E4CCB87-75A5-457C-BDC5-A8C25CF38D41}" presName="childNode" presStyleLbl="node1" presStyleIdx="4" presStyleCnt="10">
        <dgm:presLayoutVars>
          <dgm:bulletEnabled val="1"/>
        </dgm:presLayoutVars>
      </dgm:prSet>
      <dgm:spPr/>
    </dgm:pt>
    <dgm:pt modelId="{BCD2FFD0-E01F-4FE1-B85E-CD1F2FB6B95D}" type="pres">
      <dgm:prSet presAssocID="{9E4CCB87-75A5-457C-BDC5-A8C25CF38D41}" presName="aSpace2" presStyleCnt="0"/>
      <dgm:spPr/>
    </dgm:pt>
    <dgm:pt modelId="{68301150-8C06-4D05-AE88-8E675490E167}" type="pres">
      <dgm:prSet presAssocID="{2A5A9D7D-EC81-4243-B2DB-B59409C9188E}" presName="childNode" presStyleLbl="node1" presStyleIdx="5" presStyleCnt="10">
        <dgm:presLayoutVars>
          <dgm:bulletEnabled val="1"/>
        </dgm:presLayoutVars>
      </dgm:prSet>
      <dgm:spPr/>
    </dgm:pt>
    <dgm:pt modelId="{F22594D1-FE25-4683-B459-4ADAA993861D}" type="pres">
      <dgm:prSet presAssocID="{EF9FD828-A0BF-43F8-ABC7-E1EE24F07C42}" presName="aSpace" presStyleCnt="0"/>
      <dgm:spPr/>
    </dgm:pt>
    <dgm:pt modelId="{8278D786-3C1D-405E-B26F-3F37CDDEB2D0}" type="pres">
      <dgm:prSet presAssocID="{B7CD8660-A82F-447D-981C-5B2CDD5A8369}" presName="compNode" presStyleCnt="0"/>
      <dgm:spPr/>
    </dgm:pt>
    <dgm:pt modelId="{5CC9F1A6-8682-4B7D-8924-5FD7B0F2E6E3}" type="pres">
      <dgm:prSet presAssocID="{B7CD8660-A82F-447D-981C-5B2CDD5A8369}" presName="aNode" presStyleLbl="bgShp" presStyleIdx="2" presStyleCnt="4"/>
      <dgm:spPr>
        <a:xfrm>
          <a:off x="4284748" y="0"/>
          <a:ext cx="1991962" cy="4572000"/>
        </a:xfrm>
        <a:prstGeom prst="roundRect">
          <a:avLst>
            <a:gd name="adj" fmla="val 10000"/>
          </a:avLst>
        </a:prstGeom>
      </dgm:spPr>
    </dgm:pt>
    <dgm:pt modelId="{78297440-850E-4E7D-A73C-3BDBF8A885A3}" type="pres">
      <dgm:prSet presAssocID="{B7CD8660-A82F-447D-981C-5B2CDD5A8369}" presName="textNode" presStyleLbl="bgShp" presStyleIdx="2" presStyleCnt="4"/>
      <dgm:spPr/>
    </dgm:pt>
    <dgm:pt modelId="{306CF67D-F783-4135-89F8-E25852A317F1}" type="pres">
      <dgm:prSet presAssocID="{B7CD8660-A82F-447D-981C-5B2CDD5A8369}" presName="compChildNode" presStyleCnt="0"/>
      <dgm:spPr/>
    </dgm:pt>
    <dgm:pt modelId="{A869A60F-442C-4381-9B8B-FE1F58AE1EAE}" type="pres">
      <dgm:prSet presAssocID="{B7CD8660-A82F-447D-981C-5B2CDD5A8369}" presName="theInnerList" presStyleCnt="0"/>
      <dgm:spPr/>
    </dgm:pt>
    <dgm:pt modelId="{C9B82C22-048B-44CC-93D4-E3DD9EDD135B}" type="pres">
      <dgm:prSet presAssocID="{70BD055E-0DFC-4950-B235-7DC159BBCEB6}" presName="childNode" presStyleLbl="node1" presStyleIdx="6" presStyleCnt="10">
        <dgm:presLayoutVars>
          <dgm:bulletEnabled val="1"/>
        </dgm:presLayoutVars>
      </dgm:prSet>
      <dgm:spPr/>
    </dgm:pt>
    <dgm:pt modelId="{61EE1723-1AB1-41FA-B1E3-C3871ECD38E9}" type="pres">
      <dgm:prSet presAssocID="{70BD055E-0DFC-4950-B235-7DC159BBCEB6}" presName="aSpace2" presStyleCnt="0"/>
      <dgm:spPr/>
    </dgm:pt>
    <dgm:pt modelId="{A0E6910F-4EF7-426B-8944-F0925D47BFB4}" type="pres">
      <dgm:prSet presAssocID="{32370EA5-817D-41DE-9EF3-C264A87731CF}" presName="childNode" presStyleLbl="node1" presStyleIdx="7" presStyleCnt="10">
        <dgm:presLayoutVars>
          <dgm:bulletEnabled val="1"/>
        </dgm:presLayoutVars>
      </dgm:prSet>
      <dgm:spPr>
        <a:xfrm>
          <a:off x="4483944" y="2963540"/>
          <a:ext cx="1593569" cy="1378520"/>
        </a:xfrm>
        <a:prstGeom prst="roundRect">
          <a:avLst>
            <a:gd name="adj" fmla="val 10000"/>
          </a:avLst>
        </a:prstGeom>
      </dgm:spPr>
    </dgm:pt>
    <dgm:pt modelId="{7526F33C-7D03-41DA-BAEE-76D5EF7AC2C8}" type="pres">
      <dgm:prSet presAssocID="{B7CD8660-A82F-447D-981C-5B2CDD5A8369}" presName="aSpace" presStyleCnt="0"/>
      <dgm:spPr/>
    </dgm:pt>
    <dgm:pt modelId="{35513678-CA66-489F-8A5F-32789A982F69}" type="pres">
      <dgm:prSet presAssocID="{BC73DC96-EFBB-441A-8E7E-3B8F200AC53F}" presName="compNode" presStyleCnt="0"/>
      <dgm:spPr/>
    </dgm:pt>
    <dgm:pt modelId="{D0E1A1A4-4EF7-46C0-9CCC-7F1571CB10F9}" type="pres">
      <dgm:prSet presAssocID="{BC73DC96-EFBB-441A-8E7E-3B8F200AC53F}" presName="aNode" presStyleLbl="bgShp" presStyleIdx="3" presStyleCnt="4"/>
      <dgm:spPr>
        <a:xfrm>
          <a:off x="6426107" y="0"/>
          <a:ext cx="1991962" cy="4572000"/>
        </a:xfrm>
        <a:prstGeom prst="roundRect">
          <a:avLst>
            <a:gd name="adj" fmla="val 10000"/>
          </a:avLst>
        </a:prstGeom>
      </dgm:spPr>
    </dgm:pt>
    <dgm:pt modelId="{D6B3AB59-F5BE-44B9-94BB-CB534185F388}" type="pres">
      <dgm:prSet presAssocID="{BC73DC96-EFBB-441A-8E7E-3B8F200AC53F}" presName="textNode" presStyleLbl="bgShp" presStyleIdx="3" presStyleCnt="4"/>
      <dgm:spPr/>
    </dgm:pt>
    <dgm:pt modelId="{83A7823E-95E7-482F-A4B8-43AE927D54AC}" type="pres">
      <dgm:prSet presAssocID="{BC73DC96-EFBB-441A-8E7E-3B8F200AC53F}" presName="compChildNode" presStyleCnt="0"/>
      <dgm:spPr/>
    </dgm:pt>
    <dgm:pt modelId="{346AD43C-AB4C-4220-AF41-83B4097A0EA4}" type="pres">
      <dgm:prSet presAssocID="{BC73DC96-EFBB-441A-8E7E-3B8F200AC53F}" presName="theInnerList" presStyleCnt="0"/>
      <dgm:spPr/>
    </dgm:pt>
    <dgm:pt modelId="{F3DF3EE7-C3E1-4556-B5E5-D675D9659B6D}" type="pres">
      <dgm:prSet presAssocID="{7040C883-EDB3-4AAE-AB28-202EE2F51F55}" presName="childNode" presStyleLbl="node1" presStyleIdx="8" presStyleCnt="10">
        <dgm:presLayoutVars>
          <dgm:bulletEnabled val="1"/>
        </dgm:presLayoutVars>
      </dgm:prSet>
      <dgm:spPr/>
    </dgm:pt>
    <dgm:pt modelId="{FA01CE40-6491-49F5-B5F7-EA2AD4F6B25F}" type="pres">
      <dgm:prSet presAssocID="{7040C883-EDB3-4AAE-AB28-202EE2F51F55}" presName="aSpace2" presStyleCnt="0"/>
      <dgm:spPr/>
    </dgm:pt>
    <dgm:pt modelId="{B2301BB8-8C5A-4642-99B6-6B3BE9385CA1}" type="pres">
      <dgm:prSet presAssocID="{A909BAB4-7AB8-4F4A-A1BE-80F5C9707911}" presName="childNode" presStyleLbl="node1" presStyleIdx="9" presStyleCnt="10">
        <dgm:presLayoutVars>
          <dgm:bulletEnabled val="1"/>
        </dgm:presLayoutVars>
      </dgm:prSet>
      <dgm:spPr/>
    </dgm:pt>
  </dgm:ptLst>
  <dgm:cxnLst>
    <dgm:cxn modelId="{F3384004-0B11-45D4-B1A7-3D5F77CBD021}" srcId="{EF9FD828-A0BF-43F8-ABC7-E1EE24F07C42}" destId="{2A5A9D7D-EC81-4243-B2DB-B59409C9188E}" srcOrd="1" destOrd="0" parTransId="{A3DFFE29-340B-45DD-93E2-C4C160A6ECE2}" sibTransId="{59C58EB6-548D-4BBE-AAF9-BE2D22F36DCC}"/>
    <dgm:cxn modelId="{87D9DA0E-38E0-42A8-9370-BF34DAD5D210}" type="presOf" srcId="{0EDD2705-1EC9-49D2-AAF1-51B922F9F872}" destId="{8FABB9F9-868F-4D56-8A81-F1E0BA42E601}" srcOrd="0" destOrd="0" presId="urn:microsoft.com/office/officeart/2005/8/layout/lProcess2"/>
    <dgm:cxn modelId="{C78D960F-6AB9-4FBB-B933-60E5843C1F70}" type="presOf" srcId="{BC73DC96-EFBB-441A-8E7E-3B8F200AC53F}" destId="{D6B3AB59-F5BE-44B9-94BB-CB534185F388}" srcOrd="1" destOrd="0" presId="urn:microsoft.com/office/officeart/2005/8/layout/lProcess2"/>
    <dgm:cxn modelId="{4B308A11-3FF9-4748-8E56-3D366CBDB0E4}" type="presOf" srcId="{70BD055E-0DFC-4950-B235-7DC159BBCEB6}" destId="{C9B82C22-048B-44CC-93D4-E3DD9EDD135B}" srcOrd="0" destOrd="0" presId="urn:microsoft.com/office/officeart/2005/8/layout/lProcess2"/>
    <dgm:cxn modelId="{77C89C14-F95F-4C23-AC9D-A823EDE879A1}" srcId="{0EDD2705-1EC9-49D2-AAF1-51B922F9F872}" destId="{40247257-1661-41DF-BC3F-06F46A6295A5}" srcOrd="0" destOrd="0" parTransId="{3A7275C9-712F-4B17-AFF6-999AA376CDC3}" sibTransId="{4028B860-EC01-437C-B432-329C9508DDD3}"/>
    <dgm:cxn modelId="{6F9B7315-4C4D-4FE7-9BDF-24A5A860E09F}" srcId="{63E24B07-8023-4E9F-8558-D5757EF64B7C}" destId="{0EDD2705-1EC9-49D2-AAF1-51B922F9F872}" srcOrd="0" destOrd="0" parTransId="{FE291E26-70AA-430D-AD9A-677BC67532B2}" sibTransId="{0D203B44-E890-4582-A7AB-913F2DF9560B}"/>
    <dgm:cxn modelId="{37105A1E-CE9F-4397-B5C9-02B07302C5C4}" type="presOf" srcId="{A909BAB4-7AB8-4F4A-A1BE-80F5C9707911}" destId="{B2301BB8-8C5A-4642-99B6-6B3BE9385CA1}" srcOrd="0" destOrd="0" presId="urn:microsoft.com/office/officeart/2005/8/layout/lProcess2"/>
    <dgm:cxn modelId="{43E86722-6FCA-4E0A-A759-5679B2D7442A}" type="presOf" srcId="{9E4CCB87-75A5-457C-BDC5-A8C25CF38D41}" destId="{0330B109-69E3-46F3-9D83-10671A7EBE70}" srcOrd="0" destOrd="0" presId="urn:microsoft.com/office/officeart/2005/8/layout/lProcess2"/>
    <dgm:cxn modelId="{95581928-74F2-4718-BBFF-28820D17EE04}" type="presOf" srcId="{EF9FD828-A0BF-43F8-ABC7-E1EE24F07C42}" destId="{5C2C466B-9D60-484B-9786-695675F7A92E}" srcOrd="1" destOrd="0" presId="urn:microsoft.com/office/officeart/2005/8/layout/lProcess2"/>
    <dgm:cxn modelId="{63BCAE31-821E-49A7-AD41-505F9D6B3C63}" type="presOf" srcId="{B7CD8660-A82F-447D-981C-5B2CDD5A8369}" destId="{5CC9F1A6-8682-4B7D-8924-5FD7B0F2E6E3}" srcOrd="0" destOrd="0" presId="urn:microsoft.com/office/officeart/2005/8/layout/lProcess2"/>
    <dgm:cxn modelId="{4DB56435-93A0-4B14-8CA4-771FE94BAF76}" type="presOf" srcId="{2FDF8BA5-1F79-43D5-82D8-297F548F3542}" destId="{7EBF8282-17D2-438B-95FF-BAC2AE4F3FBC}" srcOrd="0" destOrd="0" presId="urn:microsoft.com/office/officeart/2005/8/layout/lProcess2"/>
    <dgm:cxn modelId="{F6BFC237-7436-498A-93BD-73510B631561}" srcId="{0EDD2705-1EC9-49D2-AAF1-51B922F9F872}" destId="{2FDF8BA5-1F79-43D5-82D8-297F548F3542}" srcOrd="1" destOrd="0" parTransId="{C9CE1DAB-9AB3-43AA-B607-9893A42F86F7}" sibTransId="{ACDBB275-B531-41A6-9E60-709957573E9F}"/>
    <dgm:cxn modelId="{0A952E5B-433F-4AD8-A922-28F1C97A594B}" type="presOf" srcId="{63E24B07-8023-4E9F-8558-D5757EF64B7C}" destId="{BA390A89-3D79-49A6-9BF0-599801F084EB}" srcOrd="0" destOrd="0" presId="urn:microsoft.com/office/officeart/2005/8/layout/lProcess2"/>
    <dgm:cxn modelId="{E59AF15B-0B55-4647-99A8-BE933C316641}" srcId="{B7CD8660-A82F-447D-981C-5B2CDD5A8369}" destId="{70BD055E-0DFC-4950-B235-7DC159BBCEB6}" srcOrd="0" destOrd="0" parTransId="{0734A025-155A-4DF3-9FD4-45839BB17D47}" sibTransId="{4DBD1A0B-50A9-4AA5-BCD1-B3697DD249F2}"/>
    <dgm:cxn modelId="{2E5A4064-7A8A-4182-955A-A7A098843B57}" srcId="{63E24B07-8023-4E9F-8558-D5757EF64B7C}" destId="{EF9FD828-A0BF-43F8-ABC7-E1EE24F07C42}" srcOrd="1" destOrd="0" parTransId="{8B46DBB5-BE20-452E-BDAC-57B4248B579B}" sibTransId="{357BE1D7-3472-4631-83A3-EAA12DA32F6B}"/>
    <dgm:cxn modelId="{73156E65-F5A1-41F7-9BD2-1D4703F0A086}" srcId="{63E24B07-8023-4E9F-8558-D5757EF64B7C}" destId="{B7CD8660-A82F-447D-981C-5B2CDD5A8369}" srcOrd="2" destOrd="0" parTransId="{DA0ADC67-94DA-47B4-925C-34E9536CB64E}" sibTransId="{3C044498-3F6D-402D-9762-6023A330B361}"/>
    <dgm:cxn modelId="{0488AC65-BAC5-4191-B397-6CE3970EEF5F}" type="presOf" srcId="{7040C883-EDB3-4AAE-AB28-202EE2F51F55}" destId="{F3DF3EE7-C3E1-4556-B5E5-D675D9659B6D}" srcOrd="0" destOrd="0" presId="urn:microsoft.com/office/officeart/2005/8/layout/lProcess2"/>
    <dgm:cxn modelId="{99565E4D-276A-47CC-9B4B-6B89C1CBD94F}" srcId="{63E24B07-8023-4E9F-8558-D5757EF64B7C}" destId="{BC73DC96-EFBB-441A-8E7E-3B8F200AC53F}" srcOrd="3" destOrd="0" parTransId="{4B5681AE-F226-4F2E-AFE0-9E18D323D105}" sibTransId="{FA16ACC7-ED9B-4BC1-8373-51F1B367EC62}"/>
    <dgm:cxn modelId="{24C7B16F-FB23-470B-A1D6-E1A9ACBEB0C3}" type="presOf" srcId="{944D230F-885C-4C2C-883B-B26B072B3C92}" destId="{F4E26588-D736-40F0-ABCF-AD950B9DBBE2}" srcOrd="0" destOrd="0" presId="urn:microsoft.com/office/officeart/2005/8/layout/lProcess2"/>
    <dgm:cxn modelId="{8A729E58-D6AF-4B4B-B526-57F6452B5D70}" srcId="{BC73DC96-EFBB-441A-8E7E-3B8F200AC53F}" destId="{7040C883-EDB3-4AAE-AB28-202EE2F51F55}" srcOrd="0" destOrd="0" parTransId="{6DC40519-C77F-4FE6-A052-A43989E415E0}" sibTransId="{EF272F0E-8723-4BDB-82EF-6563D24EBF72}"/>
    <dgm:cxn modelId="{E913FD5A-A6F7-4314-9B77-A342E0D5C856}" type="presOf" srcId="{BC73DC96-EFBB-441A-8E7E-3B8F200AC53F}" destId="{D0E1A1A4-4EF7-46C0-9CCC-7F1571CB10F9}" srcOrd="0" destOrd="0" presId="urn:microsoft.com/office/officeart/2005/8/layout/lProcess2"/>
    <dgm:cxn modelId="{048C757B-DCA6-4D47-AD5E-6F70C38B350B}" type="presOf" srcId="{EF9FD828-A0BF-43F8-ABC7-E1EE24F07C42}" destId="{E7DCD616-0639-48DE-9F93-B45AC0464A57}" srcOrd="0" destOrd="0" presId="urn:microsoft.com/office/officeart/2005/8/layout/lProcess2"/>
    <dgm:cxn modelId="{59F6707C-EB70-4560-A018-F665306E733F}" type="presOf" srcId="{40247257-1661-41DF-BC3F-06F46A6295A5}" destId="{91100A64-139A-4AC1-91C1-2699AF28B01F}" srcOrd="0" destOrd="0" presId="urn:microsoft.com/office/officeart/2005/8/layout/lProcess2"/>
    <dgm:cxn modelId="{2DD90791-3D65-4AA1-8474-506804C48981}" srcId="{EF9FD828-A0BF-43F8-ABC7-E1EE24F07C42}" destId="{9E4CCB87-75A5-457C-BDC5-A8C25CF38D41}" srcOrd="0" destOrd="0" parTransId="{85509985-5007-4FCE-9F75-D55B68BD8068}" sibTransId="{058D0969-B357-4198-95D8-1AC0533908A3}"/>
    <dgm:cxn modelId="{70F13194-7A6E-486B-8360-890B448C8894}" srcId="{B7CD8660-A82F-447D-981C-5B2CDD5A8369}" destId="{32370EA5-817D-41DE-9EF3-C264A87731CF}" srcOrd="1" destOrd="0" parTransId="{03A3A5FA-FFB8-46C3-96DE-56DAE975EDE7}" sibTransId="{419AECF9-1D06-4331-B260-344434C0B86D}"/>
    <dgm:cxn modelId="{20701399-F4BB-4D8F-A871-9C2987ECD531}" type="presOf" srcId="{2A5A9D7D-EC81-4243-B2DB-B59409C9188E}" destId="{68301150-8C06-4D05-AE88-8E675490E167}" srcOrd="0" destOrd="0" presId="urn:microsoft.com/office/officeart/2005/8/layout/lProcess2"/>
    <dgm:cxn modelId="{E68402A1-4AC8-4FD3-A843-D461FDD49522}" type="presOf" srcId="{B7CD8660-A82F-447D-981C-5B2CDD5A8369}" destId="{78297440-850E-4E7D-A73C-3BDBF8A885A3}" srcOrd="1" destOrd="0" presId="urn:microsoft.com/office/officeart/2005/8/layout/lProcess2"/>
    <dgm:cxn modelId="{77B501C7-FE5D-4C56-8F99-8215224FE410}" type="presOf" srcId="{0EDD2705-1EC9-49D2-AAF1-51B922F9F872}" destId="{7F9BE9A7-F9C4-49E1-9574-99360BA807BE}" srcOrd="1" destOrd="0" presId="urn:microsoft.com/office/officeart/2005/8/layout/lProcess2"/>
    <dgm:cxn modelId="{BA000ECF-19AD-4366-85A9-411D81A739F5}" srcId="{0EDD2705-1EC9-49D2-AAF1-51B922F9F872}" destId="{6BEBF612-AC28-4281-829A-886742483343}" srcOrd="2" destOrd="0" parTransId="{E18DC705-3A47-4D42-9974-13148F5BDD9B}" sibTransId="{2AD56649-164C-4A93-9FB5-2F6E05D7EA3D}"/>
    <dgm:cxn modelId="{AD76E3E3-8D0F-4B4D-83EC-ADD2766FC2C6}" srcId="{0EDD2705-1EC9-49D2-AAF1-51B922F9F872}" destId="{944D230F-885C-4C2C-883B-B26B072B3C92}" srcOrd="3" destOrd="0" parTransId="{BAA1D853-D4AC-4794-B559-35C41BEBCEFB}" sibTransId="{39AE1990-0EFA-4B55-AFF1-B7C7226C2490}"/>
    <dgm:cxn modelId="{CA3F40ED-0EC2-4C06-AFA7-76028DCA1983}" type="presOf" srcId="{32370EA5-817D-41DE-9EF3-C264A87731CF}" destId="{A0E6910F-4EF7-426B-8944-F0925D47BFB4}" srcOrd="0" destOrd="0" presId="urn:microsoft.com/office/officeart/2005/8/layout/lProcess2"/>
    <dgm:cxn modelId="{A222EBF0-F0CC-432E-B387-B929B4BF9BFB}" type="presOf" srcId="{6BEBF612-AC28-4281-829A-886742483343}" destId="{BA4E3C7D-B958-47BE-A1E4-9388CD7AE2AB}" srcOrd="0" destOrd="0" presId="urn:microsoft.com/office/officeart/2005/8/layout/lProcess2"/>
    <dgm:cxn modelId="{ACE6CAFE-F973-4697-A143-0402581DA6E3}" srcId="{BC73DC96-EFBB-441A-8E7E-3B8F200AC53F}" destId="{A909BAB4-7AB8-4F4A-A1BE-80F5C9707911}" srcOrd="1" destOrd="0" parTransId="{DB376E9E-0E54-483E-A0F9-96AB57DD8516}" sibTransId="{F5DD361B-132E-4A4F-8124-20C0CB155A00}"/>
    <dgm:cxn modelId="{A0F84476-BF00-440B-835B-63BB8BDCB26E}" type="presParOf" srcId="{BA390A89-3D79-49A6-9BF0-599801F084EB}" destId="{DADCEE8B-376B-4586-A9E1-AAC7290F1D12}" srcOrd="0" destOrd="0" presId="urn:microsoft.com/office/officeart/2005/8/layout/lProcess2"/>
    <dgm:cxn modelId="{B5B71BAB-5AAB-46AB-988B-BE8E41D0A2B1}" type="presParOf" srcId="{DADCEE8B-376B-4586-A9E1-AAC7290F1D12}" destId="{8FABB9F9-868F-4D56-8A81-F1E0BA42E601}" srcOrd="0" destOrd="0" presId="urn:microsoft.com/office/officeart/2005/8/layout/lProcess2"/>
    <dgm:cxn modelId="{80B4AFC6-4463-482E-80CD-BED01CA47EFE}" type="presParOf" srcId="{DADCEE8B-376B-4586-A9E1-AAC7290F1D12}" destId="{7F9BE9A7-F9C4-49E1-9574-99360BA807BE}" srcOrd="1" destOrd="0" presId="urn:microsoft.com/office/officeart/2005/8/layout/lProcess2"/>
    <dgm:cxn modelId="{7A7E41AF-F656-4004-B216-D8803DFB79FE}" type="presParOf" srcId="{DADCEE8B-376B-4586-A9E1-AAC7290F1D12}" destId="{C1658941-B58C-4ADE-9588-815AE090FC7A}" srcOrd="2" destOrd="0" presId="urn:microsoft.com/office/officeart/2005/8/layout/lProcess2"/>
    <dgm:cxn modelId="{12524258-EE2A-461F-8F52-8856B0BCB6FD}" type="presParOf" srcId="{C1658941-B58C-4ADE-9588-815AE090FC7A}" destId="{233FCEB1-6038-4072-B22C-BCD213C74D4D}" srcOrd="0" destOrd="0" presId="urn:microsoft.com/office/officeart/2005/8/layout/lProcess2"/>
    <dgm:cxn modelId="{02881F1A-04F1-45CF-843E-91944313FEFC}" type="presParOf" srcId="{233FCEB1-6038-4072-B22C-BCD213C74D4D}" destId="{91100A64-139A-4AC1-91C1-2699AF28B01F}" srcOrd="0" destOrd="0" presId="urn:microsoft.com/office/officeart/2005/8/layout/lProcess2"/>
    <dgm:cxn modelId="{147E6A79-3B5D-45D0-B91A-482F684F1FCC}" type="presParOf" srcId="{233FCEB1-6038-4072-B22C-BCD213C74D4D}" destId="{B8851E19-C2AB-43F3-A733-9922ED89E360}" srcOrd="1" destOrd="0" presId="urn:microsoft.com/office/officeart/2005/8/layout/lProcess2"/>
    <dgm:cxn modelId="{68A648D8-B9EE-424B-B980-6C98A937E2B5}" type="presParOf" srcId="{233FCEB1-6038-4072-B22C-BCD213C74D4D}" destId="{7EBF8282-17D2-438B-95FF-BAC2AE4F3FBC}" srcOrd="2" destOrd="0" presId="urn:microsoft.com/office/officeart/2005/8/layout/lProcess2"/>
    <dgm:cxn modelId="{CAA69C57-F979-48C3-8FA0-15ADDC2938E2}" type="presParOf" srcId="{233FCEB1-6038-4072-B22C-BCD213C74D4D}" destId="{A069312A-67CC-45AA-BFE6-2053F852EE2C}" srcOrd="3" destOrd="0" presId="urn:microsoft.com/office/officeart/2005/8/layout/lProcess2"/>
    <dgm:cxn modelId="{707DB5B7-A20F-4281-8DFC-0EF6DDEBF996}" type="presParOf" srcId="{233FCEB1-6038-4072-B22C-BCD213C74D4D}" destId="{BA4E3C7D-B958-47BE-A1E4-9388CD7AE2AB}" srcOrd="4" destOrd="0" presId="urn:microsoft.com/office/officeart/2005/8/layout/lProcess2"/>
    <dgm:cxn modelId="{8E8F2CC2-1D24-49AF-98E2-EE07B9B5C3FA}" type="presParOf" srcId="{233FCEB1-6038-4072-B22C-BCD213C74D4D}" destId="{8B11A58F-1410-44BA-AB45-2A3E9FB205E5}" srcOrd="5" destOrd="0" presId="urn:microsoft.com/office/officeart/2005/8/layout/lProcess2"/>
    <dgm:cxn modelId="{96135C69-7989-4A40-A26A-6EF389DCEAFB}" type="presParOf" srcId="{233FCEB1-6038-4072-B22C-BCD213C74D4D}" destId="{F4E26588-D736-40F0-ABCF-AD950B9DBBE2}" srcOrd="6" destOrd="0" presId="urn:microsoft.com/office/officeart/2005/8/layout/lProcess2"/>
    <dgm:cxn modelId="{17B04053-87C4-4772-8447-D28330784C88}" type="presParOf" srcId="{BA390A89-3D79-49A6-9BF0-599801F084EB}" destId="{71044B30-3AC2-445D-B936-F7903BC3D17D}" srcOrd="1" destOrd="0" presId="urn:microsoft.com/office/officeart/2005/8/layout/lProcess2"/>
    <dgm:cxn modelId="{EE9A414A-B4A6-4CA5-9C28-524BC591A35C}" type="presParOf" srcId="{BA390A89-3D79-49A6-9BF0-599801F084EB}" destId="{8E3DC331-CA4C-4438-976B-785F3287BD1D}" srcOrd="2" destOrd="0" presId="urn:microsoft.com/office/officeart/2005/8/layout/lProcess2"/>
    <dgm:cxn modelId="{53866860-EB6E-4908-B9CA-2EF65E4B9749}" type="presParOf" srcId="{8E3DC331-CA4C-4438-976B-785F3287BD1D}" destId="{E7DCD616-0639-48DE-9F93-B45AC0464A57}" srcOrd="0" destOrd="0" presId="urn:microsoft.com/office/officeart/2005/8/layout/lProcess2"/>
    <dgm:cxn modelId="{AB77F00A-E5D1-4E6D-B8D2-0D2671E9B1C5}" type="presParOf" srcId="{8E3DC331-CA4C-4438-976B-785F3287BD1D}" destId="{5C2C466B-9D60-484B-9786-695675F7A92E}" srcOrd="1" destOrd="0" presId="urn:microsoft.com/office/officeart/2005/8/layout/lProcess2"/>
    <dgm:cxn modelId="{2E815D90-31C4-4EDB-8F26-DCC88E3BAE66}" type="presParOf" srcId="{8E3DC331-CA4C-4438-976B-785F3287BD1D}" destId="{685AE8C4-BA1D-438B-87FE-1425489EFA29}" srcOrd="2" destOrd="0" presId="urn:microsoft.com/office/officeart/2005/8/layout/lProcess2"/>
    <dgm:cxn modelId="{9BD9634A-60F8-4793-95CC-68A5818E3FF0}" type="presParOf" srcId="{685AE8C4-BA1D-438B-87FE-1425489EFA29}" destId="{EFCF8995-AB51-40BF-9AFE-61D45508CDB7}" srcOrd="0" destOrd="0" presId="urn:microsoft.com/office/officeart/2005/8/layout/lProcess2"/>
    <dgm:cxn modelId="{71060027-C637-47EE-B78B-B7EF40E82C96}" type="presParOf" srcId="{EFCF8995-AB51-40BF-9AFE-61D45508CDB7}" destId="{0330B109-69E3-46F3-9D83-10671A7EBE70}" srcOrd="0" destOrd="0" presId="urn:microsoft.com/office/officeart/2005/8/layout/lProcess2"/>
    <dgm:cxn modelId="{F9A6C117-2198-48FE-9D60-438FB990396A}" type="presParOf" srcId="{EFCF8995-AB51-40BF-9AFE-61D45508CDB7}" destId="{BCD2FFD0-E01F-4FE1-B85E-CD1F2FB6B95D}" srcOrd="1" destOrd="0" presId="urn:microsoft.com/office/officeart/2005/8/layout/lProcess2"/>
    <dgm:cxn modelId="{30B65E0F-974F-4A57-A9C9-60042AE4F081}" type="presParOf" srcId="{EFCF8995-AB51-40BF-9AFE-61D45508CDB7}" destId="{68301150-8C06-4D05-AE88-8E675490E167}" srcOrd="2" destOrd="0" presId="urn:microsoft.com/office/officeart/2005/8/layout/lProcess2"/>
    <dgm:cxn modelId="{2765A504-56C1-4159-97FF-5953BBFA74AE}" type="presParOf" srcId="{BA390A89-3D79-49A6-9BF0-599801F084EB}" destId="{F22594D1-FE25-4683-B459-4ADAA993861D}" srcOrd="3" destOrd="0" presId="urn:microsoft.com/office/officeart/2005/8/layout/lProcess2"/>
    <dgm:cxn modelId="{87075AE3-5322-4F43-B199-33208C29888A}" type="presParOf" srcId="{BA390A89-3D79-49A6-9BF0-599801F084EB}" destId="{8278D786-3C1D-405E-B26F-3F37CDDEB2D0}" srcOrd="4" destOrd="0" presId="urn:microsoft.com/office/officeart/2005/8/layout/lProcess2"/>
    <dgm:cxn modelId="{15017C47-3E33-40D1-A64C-6F7F9E189DDF}" type="presParOf" srcId="{8278D786-3C1D-405E-B26F-3F37CDDEB2D0}" destId="{5CC9F1A6-8682-4B7D-8924-5FD7B0F2E6E3}" srcOrd="0" destOrd="0" presId="urn:microsoft.com/office/officeart/2005/8/layout/lProcess2"/>
    <dgm:cxn modelId="{6C5157A1-6AE7-4340-875A-E477AF8C2834}" type="presParOf" srcId="{8278D786-3C1D-405E-B26F-3F37CDDEB2D0}" destId="{78297440-850E-4E7D-A73C-3BDBF8A885A3}" srcOrd="1" destOrd="0" presId="urn:microsoft.com/office/officeart/2005/8/layout/lProcess2"/>
    <dgm:cxn modelId="{F213D4C5-D21E-4E1E-8299-C5DC6CB3024B}" type="presParOf" srcId="{8278D786-3C1D-405E-B26F-3F37CDDEB2D0}" destId="{306CF67D-F783-4135-89F8-E25852A317F1}" srcOrd="2" destOrd="0" presId="urn:microsoft.com/office/officeart/2005/8/layout/lProcess2"/>
    <dgm:cxn modelId="{1DBDEB3E-3B8D-41E6-9D93-70F1CF60CB3E}" type="presParOf" srcId="{306CF67D-F783-4135-89F8-E25852A317F1}" destId="{A869A60F-442C-4381-9B8B-FE1F58AE1EAE}" srcOrd="0" destOrd="0" presId="urn:microsoft.com/office/officeart/2005/8/layout/lProcess2"/>
    <dgm:cxn modelId="{89B9E271-2560-426B-B1D2-CB0CACA14B4E}" type="presParOf" srcId="{A869A60F-442C-4381-9B8B-FE1F58AE1EAE}" destId="{C9B82C22-048B-44CC-93D4-E3DD9EDD135B}" srcOrd="0" destOrd="0" presId="urn:microsoft.com/office/officeart/2005/8/layout/lProcess2"/>
    <dgm:cxn modelId="{7CD6A549-FBD9-4D89-B821-8E2CB3E7EE36}" type="presParOf" srcId="{A869A60F-442C-4381-9B8B-FE1F58AE1EAE}" destId="{61EE1723-1AB1-41FA-B1E3-C3871ECD38E9}" srcOrd="1" destOrd="0" presId="urn:microsoft.com/office/officeart/2005/8/layout/lProcess2"/>
    <dgm:cxn modelId="{77DCA128-938F-4C44-8AD6-EC8C95149B30}" type="presParOf" srcId="{A869A60F-442C-4381-9B8B-FE1F58AE1EAE}" destId="{A0E6910F-4EF7-426B-8944-F0925D47BFB4}" srcOrd="2" destOrd="0" presId="urn:microsoft.com/office/officeart/2005/8/layout/lProcess2"/>
    <dgm:cxn modelId="{A3C33457-2466-4B0F-8DA4-341A1624A3FC}" type="presParOf" srcId="{BA390A89-3D79-49A6-9BF0-599801F084EB}" destId="{7526F33C-7D03-41DA-BAEE-76D5EF7AC2C8}" srcOrd="5" destOrd="0" presId="urn:microsoft.com/office/officeart/2005/8/layout/lProcess2"/>
    <dgm:cxn modelId="{F236B8DA-23A3-4287-B18B-52C1ECF37A9F}" type="presParOf" srcId="{BA390A89-3D79-49A6-9BF0-599801F084EB}" destId="{35513678-CA66-489F-8A5F-32789A982F69}" srcOrd="6" destOrd="0" presId="urn:microsoft.com/office/officeart/2005/8/layout/lProcess2"/>
    <dgm:cxn modelId="{409DBA6C-0B89-4ACC-A0C9-79DD16DD05CD}" type="presParOf" srcId="{35513678-CA66-489F-8A5F-32789A982F69}" destId="{D0E1A1A4-4EF7-46C0-9CCC-7F1571CB10F9}" srcOrd="0" destOrd="0" presId="urn:microsoft.com/office/officeart/2005/8/layout/lProcess2"/>
    <dgm:cxn modelId="{9873BCB6-8A87-45E0-8B70-ADBCC0A84E73}" type="presParOf" srcId="{35513678-CA66-489F-8A5F-32789A982F69}" destId="{D6B3AB59-F5BE-44B9-94BB-CB534185F388}" srcOrd="1" destOrd="0" presId="urn:microsoft.com/office/officeart/2005/8/layout/lProcess2"/>
    <dgm:cxn modelId="{5A7584AF-5694-49B2-9716-E149A376FAA4}" type="presParOf" srcId="{35513678-CA66-489F-8A5F-32789A982F69}" destId="{83A7823E-95E7-482F-A4B8-43AE927D54AC}" srcOrd="2" destOrd="0" presId="urn:microsoft.com/office/officeart/2005/8/layout/lProcess2"/>
    <dgm:cxn modelId="{75DA13DB-D054-4873-9355-9552AC941DED}" type="presParOf" srcId="{83A7823E-95E7-482F-A4B8-43AE927D54AC}" destId="{346AD43C-AB4C-4220-AF41-83B4097A0EA4}" srcOrd="0" destOrd="0" presId="urn:microsoft.com/office/officeart/2005/8/layout/lProcess2"/>
    <dgm:cxn modelId="{26A6B947-804B-48E4-89E1-F142014D0D1D}" type="presParOf" srcId="{346AD43C-AB4C-4220-AF41-83B4097A0EA4}" destId="{F3DF3EE7-C3E1-4556-B5E5-D675D9659B6D}" srcOrd="0" destOrd="0" presId="urn:microsoft.com/office/officeart/2005/8/layout/lProcess2"/>
    <dgm:cxn modelId="{D2F33199-8CA2-4BC2-8BE3-0E845FD3B2B4}" type="presParOf" srcId="{346AD43C-AB4C-4220-AF41-83B4097A0EA4}" destId="{FA01CE40-6491-49F5-B5F7-EA2AD4F6B25F}" srcOrd="1" destOrd="0" presId="urn:microsoft.com/office/officeart/2005/8/layout/lProcess2"/>
    <dgm:cxn modelId="{8CC3C6D9-4CFD-4010-9D06-B885F09CB31F}" type="presParOf" srcId="{346AD43C-AB4C-4220-AF41-83B4097A0EA4}" destId="{B2301BB8-8C5A-4642-99B6-6B3BE9385CA1}"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63E24B07-8023-4E9F-8558-D5757EF64B7C}" type="doc">
      <dgm:prSet loTypeId="urn:microsoft.com/office/officeart/2005/8/layout/lProcess2" loCatId="relationship" qsTypeId="urn:microsoft.com/office/officeart/2005/8/quickstyle/simple1" qsCatId="simple" csTypeId="urn:microsoft.com/office/officeart/2005/8/colors/accent1_2" csCatId="accent1" phldr="1"/>
      <dgm:spPr/>
      <dgm:t>
        <a:bodyPr/>
        <a:lstStyle/>
        <a:p>
          <a:endParaRPr lang="en-US"/>
        </a:p>
      </dgm:t>
    </dgm:pt>
    <dgm:pt modelId="{0EDD2705-1EC9-49D2-AAF1-51B922F9F872}">
      <dgm:prSet phldrT="[Testo]" phldr="0" custT="1"/>
      <dgm:spPr>
        <a:solidFill>
          <a:srgbClr val="FFFFFF"/>
        </a:solidFill>
        <a:ln>
          <a:noFill/>
        </a:ln>
        <a:effectLst/>
      </dgm:spPr>
      <dgm:t>
        <a:bodyPr spcFirstLastPara="0" vert="horz" wrap="square" lIns="110490" tIns="110490" rIns="110490" bIns="110490" numCol="1" spcCol="1270" anchor="ctr" anchorCtr="0"/>
        <a:lstStyle/>
        <a:p>
          <a:r>
            <a:rPr lang="en-US" sz="2400" noProof="0" dirty="0"/>
            <a:t>PROJECT COSTS</a:t>
          </a:r>
        </a:p>
      </dgm:t>
    </dgm:pt>
    <dgm:pt modelId="{FE291E26-70AA-430D-AD9A-677BC67532B2}" type="parTrans" cxnId="{6F9B7315-4C4D-4FE7-9BDF-24A5A860E09F}">
      <dgm:prSet/>
      <dgm:spPr/>
      <dgm:t>
        <a:bodyPr/>
        <a:lstStyle/>
        <a:p>
          <a:endParaRPr lang="en-US"/>
        </a:p>
      </dgm:t>
    </dgm:pt>
    <dgm:pt modelId="{0D203B44-E890-4582-A7AB-913F2DF9560B}" type="sibTrans" cxnId="{6F9B7315-4C4D-4FE7-9BDF-24A5A860E09F}">
      <dgm:prSet/>
      <dgm:spPr/>
      <dgm:t>
        <a:bodyPr/>
        <a:lstStyle/>
        <a:p>
          <a:endParaRPr lang="en-US"/>
        </a:p>
      </dgm:t>
    </dgm:pt>
    <dgm:pt modelId="{40247257-1661-41DF-BC3F-06F46A6295A5}">
      <dgm:prSet phldrT="[Testo]" phldr="0" custT="1"/>
      <dgm:spPr>
        <a:solidFill>
          <a:srgbClr val="FFFFFF"/>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gm:t>
    </dgm:pt>
    <dgm:pt modelId="{3A7275C9-712F-4B17-AFF6-999AA376CDC3}" type="parTrans" cxnId="{77C89C14-F95F-4C23-AC9D-A823EDE879A1}">
      <dgm:prSet/>
      <dgm:spPr/>
      <dgm:t>
        <a:bodyPr/>
        <a:lstStyle/>
        <a:p>
          <a:endParaRPr lang="en-US"/>
        </a:p>
      </dgm:t>
    </dgm:pt>
    <dgm:pt modelId="{4028B860-EC01-437C-B432-329C9508DDD3}" type="sibTrans" cxnId="{77C89C14-F95F-4C23-AC9D-A823EDE879A1}">
      <dgm:prSet/>
      <dgm:spPr/>
      <dgm:t>
        <a:bodyPr/>
        <a:lstStyle/>
        <a:p>
          <a:endParaRPr lang="en-US"/>
        </a:p>
      </dgm:t>
    </dgm:pt>
    <dgm:pt modelId="{B7CD8660-A82F-447D-981C-5B2CDD5A8369}">
      <dgm:prSet phldrT="[Testo]" phldr="0" custT="1"/>
      <dgm:spPr>
        <a:solidFill>
          <a:srgbClr val="FFFFFF"/>
        </a:solidFill>
        <a:ln>
          <a:noFill/>
        </a:ln>
        <a:effectLst/>
      </dgm:spPr>
      <dgm:t>
        <a:bodyPr spcFirstLastPara="0" vert="horz" wrap="square" lIns="87630" tIns="87630" rIns="87630" bIns="87630" numCol="1" spcCol="1270" anchor="ctr" anchorCtr="0"/>
        <a:lstStyle/>
        <a:p>
          <a:pPr marL="0" lvl="0" indent="0" algn="ctr" defTabSz="1022350">
            <a:lnSpc>
              <a:spcPct val="90000"/>
            </a:lnSpc>
            <a:spcBef>
              <a:spcPct val="0"/>
            </a:spcBef>
            <a:spcAft>
              <a:spcPct val="35000"/>
            </a:spcAft>
            <a:buNone/>
          </a:pPr>
          <a:r>
            <a:rPr lang="en-US" sz="2300" kern="1200" noProof="0" dirty="0">
              <a:solidFill>
                <a:srgbClr val="000000">
                  <a:hueOff val="0"/>
                  <a:satOff val="0"/>
                  <a:lumOff val="0"/>
                  <a:alphaOff val="0"/>
                </a:srgbClr>
              </a:solidFill>
              <a:latin typeface="Times New Roman"/>
              <a:ea typeface="+mn-ea"/>
              <a:cs typeface="+mn-cs"/>
            </a:rPr>
            <a:t>PROJECT BENEFITS</a:t>
          </a:r>
        </a:p>
      </dgm:t>
    </dgm:pt>
    <dgm:pt modelId="{DA0ADC67-94DA-47B4-925C-34E9536CB64E}" type="parTrans" cxnId="{73156E65-F5A1-41F7-9BD2-1D4703F0A086}">
      <dgm:prSet/>
      <dgm:spPr/>
      <dgm:t>
        <a:bodyPr/>
        <a:lstStyle/>
        <a:p>
          <a:endParaRPr lang="en-US"/>
        </a:p>
      </dgm:t>
    </dgm:pt>
    <dgm:pt modelId="{3C044498-3F6D-402D-9762-6023A330B361}" type="sibTrans" cxnId="{73156E65-F5A1-41F7-9BD2-1D4703F0A086}">
      <dgm:prSet/>
      <dgm:spPr/>
      <dgm:t>
        <a:bodyPr/>
        <a:lstStyle/>
        <a:p>
          <a:endParaRPr lang="en-US"/>
        </a:p>
      </dgm:t>
    </dgm:pt>
    <dgm:pt modelId="{70BD055E-0DFC-4950-B235-7DC159BBCEB6}">
      <dgm:prSet phldrT="[Testo]" phldr="0"/>
      <dgm:spPr>
        <a:solidFill>
          <a:schemeClr val="bg1"/>
        </a:solidFill>
        <a:ln>
          <a:solidFill>
            <a:schemeClr val="tx1"/>
          </a:solidFill>
        </a:ln>
      </dgm:spPr>
      <dgm:t>
        <a:bodyPr/>
        <a:lstStyle/>
        <a:p>
          <a:r>
            <a:rPr lang="en-US" noProof="0" dirty="0">
              <a:solidFill>
                <a:schemeClr val="tx1"/>
              </a:solidFill>
            </a:rPr>
            <a:t>MANAGEMENT VALUE</a:t>
          </a:r>
        </a:p>
      </dgm:t>
    </dgm:pt>
    <dgm:pt modelId="{0734A025-155A-4DF3-9FD4-45839BB17D47}" type="parTrans" cxnId="{E59AF15B-0B55-4647-99A8-BE933C316641}">
      <dgm:prSet/>
      <dgm:spPr/>
      <dgm:t>
        <a:bodyPr/>
        <a:lstStyle/>
        <a:p>
          <a:endParaRPr lang="en-US"/>
        </a:p>
      </dgm:t>
    </dgm:pt>
    <dgm:pt modelId="{4DBD1A0B-50A9-4AA5-BCD1-B3697DD249F2}" type="sibTrans" cxnId="{E59AF15B-0B55-4647-99A8-BE933C316641}">
      <dgm:prSet/>
      <dgm:spPr/>
      <dgm:t>
        <a:bodyPr/>
        <a:lstStyle/>
        <a:p>
          <a:endParaRPr lang="en-US"/>
        </a:p>
      </dgm:t>
    </dgm:pt>
    <dgm:pt modelId="{BC73DC96-EFBB-441A-8E7E-3B8F200AC53F}">
      <dgm:prSet phldrT="[Testo]" phldr="0" custT="1"/>
      <dgm:spPr>
        <a:solidFill>
          <a:srgbClr val="FFFFFF">
            <a:lumMod val="75000"/>
          </a:srgbClr>
        </a:solidFill>
        <a:ln>
          <a:noFill/>
        </a:ln>
        <a:effectLst/>
      </dgm:spPr>
      <dgm:t>
        <a:bodyPr spcFirstLastPara="0" vert="horz" wrap="square" lIns="87630" tIns="87630" rIns="87630" bIns="87630" numCol="1" spcCol="1270" anchor="ctr" anchorCtr="0"/>
        <a:lstStyle/>
        <a:p>
          <a:pPr marL="0" lvl="0" indent="0" algn="ctr" defTabSz="1022350">
            <a:lnSpc>
              <a:spcPct val="90000"/>
            </a:lnSpc>
            <a:spcBef>
              <a:spcPct val="0"/>
            </a:spcBef>
            <a:spcAft>
              <a:spcPct val="35000"/>
            </a:spcAft>
            <a:buNone/>
          </a:pPr>
          <a:r>
            <a:rPr lang="en-US" sz="2300" kern="1200" noProof="0" dirty="0">
              <a:solidFill>
                <a:srgbClr val="000000">
                  <a:hueOff val="0"/>
                  <a:satOff val="0"/>
                  <a:lumOff val="0"/>
                  <a:alphaOff val="0"/>
                </a:srgbClr>
              </a:solidFill>
              <a:latin typeface="Times New Roman"/>
              <a:ea typeface="+mn-ea"/>
              <a:cs typeface="+mn-cs"/>
            </a:rPr>
            <a:t>PROJECT VALUE </a:t>
          </a:r>
        </a:p>
      </dgm:t>
    </dgm:pt>
    <dgm:pt modelId="{4B5681AE-F226-4F2E-AFE0-9E18D323D105}" type="parTrans" cxnId="{99565E4D-276A-47CC-9B4B-6B89C1CBD94F}">
      <dgm:prSet/>
      <dgm:spPr/>
      <dgm:t>
        <a:bodyPr/>
        <a:lstStyle/>
        <a:p>
          <a:endParaRPr lang="en-US"/>
        </a:p>
      </dgm:t>
    </dgm:pt>
    <dgm:pt modelId="{FA16ACC7-ED9B-4BC1-8373-51F1B367EC62}" type="sibTrans" cxnId="{99565E4D-276A-47CC-9B4B-6B89C1CBD94F}">
      <dgm:prSet/>
      <dgm:spPr/>
      <dgm:t>
        <a:bodyPr/>
        <a:lstStyle/>
        <a:p>
          <a:endParaRPr lang="en-US"/>
        </a:p>
      </dgm:t>
    </dgm:pt>
    <dgm:pt modelId="{7040C883-EDB3-4AAE-AB28-202EE2F51F55}">
      <dgm:prSet phldrT="[Testo]" phldr="0"/>
      <dgm:spPr>
        <a:solidFill>
          <a:schemeClr val="bg1"/>
        </a:solidFill>
        <a:ln>
          <a:solidFill>
            <a:schemeClr val="tx1"/>
          </a:solidFill>
        </a:ln>
      </dgm:spPr>
      <dgm:t>
        <a:bodyPr/>
        <a:lstStyle/>
        <a:p>
          <a:r>
            <a:rPr lang="en-US" noProof="0" dirty="0">
              <a:solidFill>
                <a:schemeClr val="tx1"/>
              </a:solidFill>
            </a:rPr>
            <a:t>FINANCIAL APPROACH</a:t>
          </a:r>
        </a:p>
      </dgm:t>
    </dgm:pt>
    <dgm:pt modelId="{6DC40519-C77F-4FE6-A052-A43989E415E0}" type="parTrans" cxnId="{8A729E58-D6AF-4B4B-B526-57F6452B5D70}">
      <dgm:prSet/>
      <dgm:spPr/>
      <dgm:t>
        <a:bodyPr/>
        <a:lstStyle/>
        <a:p>
          <a:endParaRPr lang="en-US"/>
        </a:p>
      </dgm:t>
    </dgm:pt>
    <dgm:pt modelId="{EF272F0E-8723-4BDB-82EF-6563D24EBF72}" type="sibTrans" cxnId="{8A729E58-D6AF-4B4B-B526-57F6452B5D70}">
      <dgm:prSet/>
      <dgm:spPr/>
      <dgm:t>
        <a:bodyPr/>
        <a:lstStyle/>
        <a:p>
          <a:endParaRPr lang="en-US"/>
        </a:p>
      </dgm:t>
    </dgm:pt>
    <dgm:pt modelId="{2FDF8BA5-1F79-43D5-82D8-297F548F3542}">
      <dgm:prSet phldrT="[Testo]" phldr="0"/>
      <dgm:spPr>
        <a:solidFill>
          <a:schemeClr val="bg1"/>
        </a:solidFill>
        <a:ln>
          <a:solidFill>
            <a:schemeClr val="tx1"/>
          </a:solidFill>
        </a:ln>
      </dgm:spPr>
      <dgm:t>
        <a:bodyPr/>
        <a:lstStyle/>
        <a:p>
          <a:r>
            <a:rPr lang="en-US" noProof="0" dirty="0">
              <a:solidFill>
                <a:schemeClr val="tx1"/>
              </a:solidFill>
            </a:rPr>
            <a:t>INFRASTRUCTURE</a:t>
          </a:r>
        </a:p>
      </dgm:t>
    </dgm:pt>
    <dgm:pt modelId="{C9CE1DAB-9AB3-43AA-B607-9893A42F86F7}" type="parTrans" cxnId="{F6BFC237-7436-498A-93BD-73510B631561}">
      <dgm:prSet/>
      <dgm:spPr/>
      <dgm:t>
        <a:bodyPr/>
        <a:lstStyle/>
        <a:p>
          <a:endParaRPr lang="en-US"/>
        </a:p>
      </dgm:t>
    </dgm:pt>
    <dgm:pt modelId="{ACDBB275-B531-41A6-9E60-709957573E9F}" type="sibTrans" cxnId="{F6BFC237-7436-498A-93BD-73510B631561}">
      <dgm:prSet/>
      <dgm:spPr/>
      <dgm:t>
        <a:bodyPr/>
        <a:lstStyle/>
        <a:p>
          <a:endParaRPr lang="en-US"/>
        </a:p>
      </dgm:t>
    </dgm:pt>
    <dgm:pt modelId="{6BEBF612-AC28-4281-829A-886742483343}">
      <dgm:prSet phldrT="[Testo]" phldr="0" custT="1"/>
      <dgm:spPr>
        <a:solidFill>
          <a:schemeClr val="bg1"/>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BUSINESS</a:t>
          </a:r>
        </a:p>
      </dgm:t>
    </dgm:pt>
    <dgm:pt modelId="{E18DC705-3A47-4D42-9974-13148F5BDD9B}" type="parTrans" cxnId="{BA000ECF-19AD-4366-85A9-411D81A739F5}">
      <dgm:prSet/>
      <dgm:spPr/>
      <dgm:t>
        <a:bodyPr/>
        <a:lstStyle/>
        <a:p>
          <a:endParaRPr lang="en-US"/>
        </a:p>
      </dgm:t>
    </dgm:pt>
    <dgm:pt modelId="{2AD56649-164C-4A93-9FB5-2F6E05D7EA3D}" type="sibTrans" cxnId="{BA000ECF-19AD-4366-85A9-411D81A739F5}">
      <dgm:prSet/>
      <dgm:spPr/>
      <dgm:t>
        <a:bodyPr/>
        <a:lstStyle/>
        <a:p>
          <a:endParaRPr lang="en-US"/>
        </a:p>
      </dgm:t>
    </dgm:pt>
    <dgm:pt modelId="{32370EA5-817D-41DE-9EF3-C264A87731CF}">
      <dgm:prSet phldrT="[Testo]" phldr="0" custT="1"/>
      <dgm:spPr>
        <a:solidFill>
          <a:srgbClr val="FFFFFF"/>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SOCIAL VALUE </a:t>
          </a:r>
        </a:p>
      </dgm:t>
    </dgm:pt>
    <dgm:pt modelId="{03A3A5FA-FFB8-46C3-96DE-56DAE975EDE7}" type="parTrans" cxnId="{70F13194-7A6E-486B-8360-890B448C8894}">
      <dgm:prSet/>
      <dgm:spPr/>
      <dgm:t>
        <a:bodyPr/>
        <a:lstStyle/>
        <a:p>
          <a:endParaRPr lang="en-US"/>
        </a:p>
      </dgm:t>
    </dgm:pt>
    <dgm:pt modelId="{419AECF9-1D06-4331-B260-344434C0B86D}" type="sibTrans" cxnId="{70F13194-7A6E-486B-8360-890B448C8894}">
      <dgm:prSet/>
      <dgm:spPr/>
      <dgm:t>
        <a:bodyPr/>
        <a:lstStyle/>
        <a:p>
          <a:endParaRPr lang="en-US"/>
        </a:p>
      </dgm:t>
    </dgm:pt>
    <dgm:pt modelId="{A909BAB4-7AB8-4F4A-A1BE-80F5C9707911}">
      <dgm:prSet phldrT="[Testo]" phldr="0"/>
      <dgm:spPr>
        <a:solidFill>
          <a:srgbClr val="FF9900"/>
        </a:solidFill>
        <a:ln>
          <a:solidFill>
            <a:schemeClr val="tx1"/>
          </a:solidFill>
        </a:ln>
      </dgm:spPr>
      <dgm:t>
        <a:bodyPr/>
        <a:lstStyle/>
        <a:p>
          <a:r>
            <a:rPr lang="en-US" noProof="0" dirty="0">
              <a:solidFill>
                <a:schemeClr val="tx1"/>
              </a:solidFill>
            </a:rPr>
            <a:t>NET VALUE  APPROACH</a:t>
          </a:r>
        </a:p>
      </dgm:t>
    </dgm:pt>
    <dgm:pt modelId="{DB376E9E-0E54-483E-A0F9-96AB57DD8516}" type="parTrans" cxnId="{ACE6CAFE-F973-4697-A143-0402581DA6E3}">
      <dgm:prSet/>
      <dgm:spPr/>
      <dgm:t>
        <a:bodyPr/>
        <a:lstStyle/>
        <a:p>
          <a:endParaRPr lang="en-US"/>
        </a:p>
      </dgm:t>
    </dgm:pt>
    <dgm:pt modelId="{F5DD361B-132E-4A4F-8124-20C0CB155A00}" type="sibTrans" cxnId="{ACE6CAFE-F973-4697-A143-0402581DA6E3}">
      <dgm:prSet/>
      <dgm:spPr/>
      <dgm:t>
        <a:bodyPr/>
        <a:lstStyle/>
        <a:p>
          <a:endParaRPr lang="en-US"/>
        </a:p>
      </dgm:t>
    </dgm:pt>
    <dgm:pt modelId="{EF9FD828-A0BF-43F8-ABC7-E1EE24F07C42}">
      <dgm:prSet phldrT="[Testo]" phldr="0" custT="1"/>
      <dgm:spPr>
        <a:solidFill>
          <a:schemeClr val="bg1"/>
        </a:solidFill>
        <a:ln>
          <a:noFill/>
        </a:ln>
        <a:effectLst/>
      </dgm:spPr>
      <dgm:t>
        <a:bodyPr spcFirstLastPara="0" vert="horz" wrap="square" lIns="87630" tIns="87630" rIns="87630" bIns="87630" numCol="1" spcCol="1270" anchor="ctr" anchorCtr="0"/>
        <a:lstStyle/>
        <a:p>
          <a:r>
            <a:rPr lang="en-US" sz="2300" kern="1200" noProof="0" dirty="0"/>
            <a:t>OPERATIONS  </a:t>
          </a:r>
          <a:r>
            <a:rPr lang="en-US" sz="2300" kern="1200" noProof="0" dirty="0">
              <a:solidFill>
                <a:srgbClr val="000000">
                  <a:hueOff val="0"/>
                  <a:satOff val="0"/>
                  <a:lumOff val="0"/>
                  <a:alphaOff val="0"/>
                </a:srgbClr>
              </a:solidFill>
              <a:latin typeface="Times New Roman"/>
              <a:ea typeface="+mn-ea"/>
              <a:cs typeface="+mn-cs"/>
            </a:rPr>
            <a:t>COST</a:t>
          </a:r>
        </a:p>
      </dgm:t>
    </dgm:pt>
    <dgm:pt modelId="{8B46DBB5-BE20-452E-BDAC-57B4248B579B}" type="parTrans" cxnId="{2E5A4064-7A8A-4182-955A-A7A098843B57}">
      <dgm:prSet/>
      <dgm:spPr/>
      <dgm:t>
        <a:bodyPr/>
        <a:lstStyle/>
        <a:p>
          <a:endParaRPr lang="en-US"/>
        </a:p>
      </dgm:t>
    </dgm:pt>
    <dgm:pt modelId="{357BE1D7-3472-4631-83A3-EAA12DA32F6B}" type="sibTrans" cxnId="{2E5A4064-7A8A-4182-955A-A7A098843B57}">
      <dgm:prSet/>
      <dgm:spPr/>
      <dgm:t>
        <a:bodyPr/>
        <a:lstStyle/>
        <a:p>
          <a:endParaRPr lang="en-US"/>
        </a:p>
      </dgm:t>
    </dgm:pt>
    <dgm:pt modelId="{9E4CCB87-75A5-457C-BDC5-A8C25CF38D41}">
      <dgm:prSet phldrT="[Testo]" phldr="0"/>
      <dgm:spPr>
        <a:solidFill>
          <a:schemeClr val="bg1"/>
        </a:solidFill>
        <a:ln>
          <a:solidFill>
            <a:schemeClr val="tx1"/>
          </a:solidFill>
        </a:ln>
      </dgm:spPr>
      <dgm:t>
        <a:bodyPr/>
        <a:lstStyle/>
        <a:p>
          <a:r>
            <a:rPr lang="en-US" noProof="0" dirty="0">
              <a:solidFill>
                <a:schemeClr val="tx1"/>
              </a:solidFill>
            </a:rPr>
            <a:t>OPERATIONS </a:t>
          </a:r>
        </a:p>
      </dgm:t>
    </dgm:pt>
    <dgm:pt modelId="{85509985-5007-4FCE-9F75-D55B68BD8068}" type="parTrans" cxnId="{2DD90791-3D65-4AA1-8474-506804C48981}">
      <dgm:prSet/>
      <dgm:spPr/>
      <dgm:t>
        <a:bodyPr/>
        <a:lstStyle/>
        <a:p>
          <a:endParaRPr lang="en-US"/>
        </a:p>
      </dgm:t>
    </dgm:pt>
    <dgm:pt modelId="{058D0969-B357-4198-95D8-1AC0533908A3}" type="sibTrans" cxnId="{2DD90791-3D65-4AA1-8474-506804C48981}">
      <dgm:prSet/>
      <dgm:spPr/>
      <dgm:t>
        <a:bodyPr/>
        <a:lstStyle/>
        <a:p>
          <a:endParaRPr lang="en-US"/>
        </a:p>
      </dgm:t>
    </dgm:pt>
    <dgm:pt modelId="{2A5A9D7D-EC81-4243-B2DB-B59409C9188E}">
      <dgm:prSet phldrT="[Testo]" phldr="0"/>
      <dgm:spPr>
        <a:solidFill>
          <a:schemeClr val="bg1"/>
        </a:solidFill>
        <a:ln>
          <a:solidFill>
            <a:schemeClr val="tx1"/>
          </a:solidFill>
        </a:ln>
      </dgm:spPr>
      <dgm:t>
        <a:bodyPr/>
        <a:lstStyle/>
        <a:p>
          <a:r>
            <a:rPr lang="en-US" noProof="0" dirty="0">
              <a:solidFill>
                <a:schemeClr val="tx1"/>
              </a:solidFill>
            </a:rPr>
            <a:t>SYSTEM MAINTENANCE</a:t>
          </a:r>
        </a:p>
      </dgm:t>
    </dgm:pt>
    <dgm:pt modelId="{A3DFFE29-340B-45DD-93E2-C4C160A6ECE2}" type="parTrans" cxnId="{F3384004-0B11-45D4-B1A7-3D5F77CBD021}">
      <dgm:prSet/>
      <dgm:spPr/>
      <dgm:t>
        <a:bodyPr/>
        <a:lstStyle/>
        <a:p>
          <a:endParaRPr lang="en-US"/>
        </a:p>
      </dgm:t>
    </dgm:pt>
    <dgm:pt modelId="{59C58EB6-548D-4BBE-AAF9-BE2D22F36DCC}" type="sibTrans" cxnId="{F3384004-0B11-45D4-B1A7-3D5F77CBD021}">
      <dgm:prSet/>
      <dgm:spPr/>
      <dgm:t>
        <a:bodyPr/>
        <a:lstStyle/>
        <a:p>
          <a:endParaRPr lang="en-US"/>
        </a:p>
      </dgm:t>
    </dgm:pt>
    <dgm:pt modelId="{944D230F-885C-4C2C-883B-B26B072B3C92}">
      <dgm:prSet phldrT="[Testo]" phldr="0" custT="1"/>
      <dgm:spPr>
        <a:solidFill>
          <a:schemeClr val="bg1"/>
        </a:solidFill>
        <a:ln w="25400" cap="flat" cmpd="sng" algn="ctr">
          <a:solidFill>
            <a:srgbClr val="000000"/>
          </a:solidFill>
          <a:prstDash val="solid"/>
        </a:ln>
        <a:effectLst/>
      </dgm:spPr>
      <dgm:t>
        <a:bodyPr spcFirstLastPara="0" vert="horz" wrap="square" lIns="33020" tIns="24765" rIns="33020" bIns="24765" numCol="1" spcCol="1270" anchor="ctr" anchorCtr="0"/>
        <a:lstStyle/>
        <a:p>
          <a:pPr marL="0" lvl="0" indent="0" algn="ctr" defTabSz="577850">
            <a:lnSpc>
              <a:spcPct val="90000"/>
            </a:lnSpc>
            <a:spcBef>
              <a:spcPct val="0"/>
            </a:spcBef>
            <a:spcAft>
              <a:spcPct val="35000"/>
            </a:spcAft>
          </a:pPr>
          <a:r>
            <a:rPr lang="en-US" sz="1300" kern="1200" noProof="0" dirty="0">
              <a:solidFill>
                <a:schemeClr val="tx1"/>
              </a:solidFill>
            </a:rPr>
            <a:t>PROJECT </a:t>
          </a:r>
          <a:r>
            <a:rPr lang="en-US" sz="1300" kern="1200" noProof="0" dirty="0">
              <a:solidFill>
                <a:srgbClr val="000000"/>
              </a:solidFill>
              <a:latin typeface="Times New Roman"/>
              <a:ea typeface="+mn-ea"/>
              <a:cs typeface="+mn-cs"/>
            </a:rPr>
            <a:t>MANAGEMENT</a:t>
          </a:r>
        </a:p>
      </dgm:t>
    </dgm:pt>
    <dgm:pt modelId="{BAA1D853-D4AC-4794-B559-35C41BEBCEFB}" type="parTrans" cxnId="{AD76E3E3-8D0F-4B4D-83EC-ADD2766FC2C6}">
      <dgm:prSet/>
      <dgm:spPr/>
      <dgm:t>
        <a:bodyPr/>
        <a:lstStyle/>
        <a:p>
          <a:endParaRPr lang="en-US"/>
        </a:p>
      </dgm:t>
    </dgm:pt>
    <dgm:pt modelId="{39AE1990-0EFA-4B55-AFF1-B7C7226C2490}" type="sibTrans" cxnId="{AD76E3E3-8D0F-4B4D-83EC-ADD2766FC2C6}">
      <dgm:prSet/>
      <dgm:spPr/>
      <dgm:t>
        <a:bodyPr/>
        <a:lstStyle/>
        <a:p>
          <a:endParaRPr lang="en-US"/>
        </a:p>
      </dgm:t>
    </dgm:pt>
    <dgm:pt modelId="{BA390A89-3D79-49A6-9BF0-599801F084EB}" type="pres">
      <dgm:prSet presAssocID="{63E24B07-8023-4E9F-8558-D5757EF64B7C}" presName="theList" presStyleCnt="0">
        <dgm:presLayoutVars>
          <dgm:dir/>
          <dgm:animLvl val="lvl"/>
          <dgm:resizeHandles val="exact"/>
        </dgm:presLayoutVars>
      </dgm:prSet>
      <dgm:spPr/>
    </dgm:pt>
    <dgm:pt modelId="{DADCEE8B-376B-4586-A9E1-AAC7290F1D12}" type="pres">
      <dgm:prSet presAssocID="{0EDD2705-1EC9-49D2-AAF1-51B922F9F872}" presName="compNode" presStyleCnt="0"/>
      <dgm:spPr/>
    </dgm:pt>
    <dgm:pt modelId="{8FABB9F9-868F-4D56-8A81-F1E0BA42E601}" type="pres">
      <dgm:prSet presAssocID="{0EDD2705-1EC9-49D2-AAF1-51B922F9F872}" presName="aNode" presStyleLbl="bgShp" presStyleIdx="0" presStyleCnt="4"/>
      <dgm:spPr>
        <a:xfrm>
          <a:off x="2029" y="0"/>
          <a:ext cx="1991962" cy="4572000"/>
        </a:xfrm>
        <a:prstGeom prst="roundRect">
          <a:avLst>
            <a:gd name="adj" fmla="val 10000"/>
          </a:avLst>
        </a:prstGeom>
      </dgm:spPr>
    </dgm:pt>
    <dgm:pt modelId="{7F9BE9A7-F9C4-49E1-9574-99360BA807BE}" type="pres">
      <dgm:prSet presAssocID="{0EDD2705-1EC9-49D2-AAF1-51B922F9F872}" presName="textNode" presStyleLbl="bgShp" presStyleIdx="0" presStyleCnt="4"/>
      <dgm:spPr/>
    </dgm:pt>
    <dgm:pt modelId="{C1658941-B58C-4ADE-9588-815AE090FC7A}" type="pres">
      <dgm:prSet presAssocID="{0EDD2705-1EC9-49D2-AAF1-51B922F9F872}" presName="compChildNode" presStyleCnt="0"/>
      <dgm:spPr/>
    </dgm:pt>
    <dgm:pt modelId="{233FCEB1-6038-4072-B22C-BCD213C74D4D}" type="pres">
      <dgm:prSet presAssocID="{0EDD2705-1EC9-49D2-AAF1-51B922F9F872}" presName="theInnerList" presStyleCnt="0"/>
      <dgm:spPr/>
    </dgm:pt>
    <dgm:pt modelId="{91100A64-139A-4AC1-91C1-2699AF28B01F}" type="pres">
      <dgm:prSet presAssocID="{40247257-1661-41DF-BC3F-06F46A6295A5}" presName="childNode" presStyleLbl="node1" presStyleIdx="0" presStyleCnt="10">
        <dgm:presLayoutVars>
          <dgm:bulletEnabled val="1"/>
        </dgm:presLayoutVars>
      </dgm:prSet>
      <dgm:spPr>
        <a:xfrm>
          <a:off x="201226" y="1371990"/>
          <a:ext cx="1593569" cy="898214"/>
        </a:xfrm>
        <a:prstGeom prst="roundRect">
          <a:avLst>
            <a:gd name="adj" fmla="val 10000"/>
          </a:avLst>
        </a:prstGeom>
      </dgm:spPr>
    </dgm:pt>
    <dgm:pt modelId="{B8851E19-C2AB-43F3-A733-9922ED89E360}" type="pres">
      <dgm:prSet presAssocID="{40247257-1661-41DF-BC3F-06F46A6295A5}" presName="aSpace2" presStyleCnt="0"/>
      <dgm:spPr/>
    </dgm:pt>
    <dgm:pt modelId="{7EBF8282-17D2-438B-95FF-BAC2AE4F3FBC}" type="pres">
      <dgm:prSet presAssocID="{2FDF8BA5-1F79-43D5-82D8-297F548F3542}" presName="childNode" presStyleLbl="node1" presStyleIdx="1" presStyleCnt="10">
        <dgm:presLayoutVars>
          <dgm:bulletEnabled val="1"/>
        </dgm:presLayoutVars>
      </dgm:prSet>
      <dgm:spPr/>
    </dgm:pt>
    <dgm:pt modelId="{A069312A-67CC-45AA-BFE6-2053F852EE2C}" type="pres">
      <dgm:prSet presAssocID="{2FDF8BA5-1F79-43D5-82D8-297F548F3542}" presName="aSpace2" presStyleCnt="0"/>
      <dgm:spPr/>
    </dgm:pt>
    <dgm:pt modelId="{BA4E3C7D-B958-47BE-A1E4-9388CD7AE2AB}" type="pres">
      <dgm:prSet presAssocID="{6BEBF612-AC28-4281-829A-886742483343}" presName="childNode" presStyleLbl="node1" presStyleIdx="2" presStyleCnt="10">
        <dgm:presLayoutVars>
          <dgm:bulletEnabled val="1"/>
        </dgm:presLayoutVars>
      </dgm:prSet>
      <dgm:spPr>
        <a:xfrm>
          <a:off x="201226" y="3444794"/>
          <a:ext cx="1593569" cy="898214"/>
        </a:xfrm>
        <a:prstGeom prst="roundRect">
          <a:avLst>
            <a:gd name="adj" fmla="val 10000"/>
          </a:avLst>
        </a:prstGeom>
      </dgm:spPr>
    </dgm:pt>
    <dgm:pt modelId="{8B11A58F-1410-44BA-AB45-2A3E9FB205E5}" type="pres">
      <dgm:prSet presAssocID="{6BEBF612-AC28-4281-829A-886742483343}" presName="aSpace2" presStyleCnt="0"/>
      <dgm:spPr/>
    </dgm:pt>
    <dgm:pt modelId="{F4E26588-D736-40F0-ABCF-AD950B9DBBE2}" type="pres">
      <dgm:prSet presAssocID="{944D230F-885C-4C2C-883B-B26B072B3C92}" presName="childNode" presStyleLbl="node1" presStyleIdx="3" presStyleCnt="10">
        <dgm:presLayoutVars>
          <dgm:bulletEnabled val="1"/>
        </dgm:presLayoutVars>
      </dgm:prSet>
      <dgm:spPr>
        <a:xfrm>
          <a:off x="201226" y="3677245"/>
          <a:ext cx="1593569" cy="666043"/>
        </a:xfrm>
        <a:prstGeom prst="roundRect">
          <a:avLst>
            <a:gd name="adj" fmla="val 10000"/>
          </a:avLst>
        </a:prstGeom>
      </dgm:spPr>
    </dgm:pt>
    <dgm:pt modelId="{71044B30-3AC2-445D-B936-F7903BC3D17D}" type="pres">
      <dgm:prSet presAssocID="{0EDD2705-1EC9-49D2-AAF1-51B922F9F872}" presName="aSpace" presStyleCnt="0"/>
      <dgm:spPr/>
    </dgm:pt>
    <dgm:pt modelId="{8E3DC331-CA4C-4438-976B-785F3287BD1D}" type="pres">
      <dgm:prSet presAssocID="{EF9FD828-A0BF-43F8-ABC7-E1EE24F07C42}" presName="compNode" presStyleCnt="0"/>
      <dgm:spPr/>
    </dgm:pt>
    <dgm:pt modelId="{E7DCD616-0639-48DE-9F93-B45AC0464A57}" type="pres">
      <dgm:prSet presAssocID="{EF9FD828-A0BF-43F8-ABC7-E1EE24F07C42}" presName="aNode" presStyleLbl="bgShp" presStyleIdx="1" presStyleCnt="4"/>
      <dgm:spPr>
        <a:xfrm>
          <a:off x="2143389" y="0"/>
          <a:ext cx="1991962" cy="4572000"/>
        </a:xfrm>
        <a:prstGeom prst="roundRect">
          <a:avLst>
            <a:gd name="adj" fmla="val 10000"/>
          </a:avLst>
        </a:prstGeom>
      </dgm:spPr>
    </dgm:pt>
    <dgm:pt modelId="{5C2C466B-9D60-484B-9786-695675F7A92E}" type="pres">
      <dgm:prSet presAssocID="{EF9FD828-A0BF-43F8-ABC7-E1EE24F07C42}" presName="textNode" presStyleLbl="bgShp" presStyleIdx="1" presStyleCnt="4"/>
      <dgm:spPr/>
    </dgm:pt>
    <dgm:pt modelId="{685AE8C4-BA1D-438B-87FE-1425489EFA29}" type="pres">
      <dgm:prSet presAssocID="{EF9FD828-A0BF-43F8-ABC7-E1EE24F07C42}" presName="compChildNode" presStyleCnt="0"/>
      <dgm:spPr/>
    </dgm:pt>
    <dgm:pt modelId="{EFCF8995-AB51-40BF-9AFE-61D45508CDB7}" type="pres">
      <dgm:prSet presAssocID="{EF9FD828-A0BF-43F8-ABC7-E1EE24F07C42}" presName="theInnerList" presStyleCnt="0"/>
      <dgm:spPr/>
    </dgm:pt>
    <dgm:pt modelId="{0330B109-69E3-46F3-9D83-10671A7EBE70}" type="pres">
      <dgm:prSet presAssocID="{9E4CCB87-75A5-457C-BDC5-A8C25CF38D41}" presName="childNode" presStyleLbl="node1" presStyleIdx="4" presStyleCnt="10">
        <dgm:presLayoutVars>
          <dgm:bulletEnabled val="1"/>
        </dgm:presLayoutVars>
      </dgm:prSet>
      <dgm:spPr/>
    </dgm:pt>
    <dgm:pt modelId="{BCD2FFD0-E01F-4FE1-B85E-CD1F2FB6B95D}" type="pres">
      <dgm:prSet presAssocID="{9E4CCB87-75A5-457C-BDC5-A8C25CF38D41}" presName="aSpace2" presStyleCnt="0"/>
      <dgm:spPr/>
    </dgm:pt>
    <dgm:pt modelId="{68301150-8C06-4D05-AE88-8E675490E167}" type="pres">
      <dgm:prSet presAssocID="{2A5A9D7D-EC81-4243-B2DB-B59409C9188E}" presName="childNode" presStyleLbl="node1" presStyleIdx="5" presStyleCnt="10">
        <dgm:presLayoutVars>
          <dgm:bulletEnabled val="1"/>
        </dgm:presLayoutVars>
      </dgm:prSet>
      <dgm:spPr/>
    </dgm:pt>
    <dgm:pt modelId="{F22594D1-FE25-4683-B459-4ADAA993861D}" type="pres">
      <dgm:prSet presAssocID="{EF9FD828-A0BF-43F8-ABC7-E1EE24F07C42}" presName="aSpace" presStyleCnt="0"/>
      <dgm:spPr/>
    </dgm:pt>
    <dgm:pt modelId="{8278D786-3C1D-405E-B26F-3F37CDDEB2D0}" type="pres">
      <dgm:prSet presAssocID="{B7CD8660-A82F-447D-981C-5B2CDD5A8369}" presName="compNode" presStyleCnt="0"/>
      <dgm:spPr/>
    </dgm:pt>
    <dgm:pt modelId="{5CC9F1A6-8682-4B7D-8924-5FD7B0F2E6E3}" type="pres">
      <dgm:prSet presAssocID="{B7CD8660-A82F-447D-981C-5B2CDD5A8369}" presName="aNode" presStyleLbl="bgShp" presStyleIdx="2" presStyleCnt="4"/>
      <dgm:spPr>
        <a:xfrm>
          <a:off x="4284748" y="0"/>
          <a:ext cx="1991962" cy="4572000"/>
        </a:xfrm>
        <a:prstGeom prst="roundRect">
          <a:avLst>
            <a:gd name="adj" fmla="val 10000"/>
          </a:avLst>
        </a:prstGeom>
      </dgm:spPr>
    </dgm:pt>
    <dgm:pt modelId="{78297440-850E-4E7D-A73C-3BDBF8A885A3}" type="pres">
      <dgm:prSet presAssocID="{B7CD8660-A82F-447D-981C-5B2CDD5A8369}" presName="textNode" presStyleLbl="bgShp" presStyleIdx="2" presStyleCnt="4"/>
      <dgm:spPr/>
    </dgm:pt>
    <dgm:pt modelId="{306CF67D-F783-4135-89F8-E25852A317F1}" type="pres">
      <dgm:prSet presAssocID="{B7CD8660-A82F-447D-981C-5B2CDD5A8369}" presName="compChildNode" presStyleCnt="0"/>
      <dgm:spPr/>
    </dgm:pt>
    <dgm:pt modelId="{A869A60F-442C-4381-9B8B-FE1F58AE1EAE}" type="pres">
      <dgm:prSet presAssocID="{B7CD8660-A82F-447D-981C-5B2CDD5A8369}" presName="theInnerList" presStyleCnt="0"/>
      <dgm:spPr/>
    </dgm:pt>
    <dgm:pt modelId="{C9B82C22-048B-44CC-93D4-E3DD9EDD135B}" type="pres">
      <dgm:prSet presAssocID="{70BD055E-0DFC-4950-B235-7DC159BBCEB6}" presName="childNode" presStyleLbl="node1" presStyleIdx="6" presStyleCnt="10">
        <dgm:presLayoutVars>
          <dgm:bulletEnabled val="1"/>
        </dgm:presLayoutVars>
      </dgm:prSet>
      <dgm:spPr/>
    </dgm:pt>
    <dgm:pt modelId="{61EE1723-1AB1-41FA-B1E3-C3871ECD38E9}" type="pres">
      <dgm:prSet presAssocID="{70BD055E-0DFC-4950-B235-7DC159BBCEB6}" presName="aSpace2" presStyleCnt="0"/>
      <dgm:spPr/>
    </dgm:pt>
    <dgm:pt modelId="{A0E6910F-4EF7-426B-8944-F0925D47BFB4}" type="pres">
      <dgm:prSet presAssocID="{32370EA5-817D-41DE-9EF3-C264A87731CF}" presName="childNode" presStyleLbl="node1" presStyleIdx="7" presStyleCnt="10">
        <dgm:presLayoutVars>
          <dgm:bulletEnabled val="1"/>
        </dgm:presLayoutVars>
      </dgm:prSet>
      <dgm:spPr>
        <a:xfrm>
          <a:off x="4483944" y="2963540"/>
          <a:ext cx="1593569" cy="1378520"/>
        </a:xfrm>
        <a:prstGeom prst="roundRect">
          <a:avLst>
            <a:gd name="adj" fmla="val 10000"/>
          </a:avLst>
        </a:prstGeom>
      </dgm:spPr>
    </dgm:pt>
    <dgm:pt modelId="{7526F33C-7D03-41DA-BAEE-76D5EF7AC2C8}" type="pres">
      <dgm:prSet presAssocID="{B7CD8660-A82F-447D-981C-5B2CDD5A8369}" presName="aSpace" presStyleCnt="0"/>
      <dgm:spPr/>
    </dgm:pt>
    <dgm:pt modelId="{35513678-CA66-489F-8A5F-32789A982F69}" type="pres">
      <dgm:prSet presAssocID="{BC73DC96-EFBB-441A-8E7E-3B8F200AC53F}" presName="compNode" presStyleCnt="0"/>
      <dgm:spPr/>
    </dgm:pt>
    <dgm:pt modelId="{D0E1A1A4-4EF7-46C0-9CCC-7F1571CB10F9}" type="pres">
      <dgm:prSet presAssocID="{BC73DC96-EFBB-441A-8E7E-3B8F200AC53F}" presName="aNode" presStyleLbl="bgShp" presStyleIdx="3" presStyleCnt="4"/>
      <dgm:spPr>
        <a:xfrm>
          <a:off x="6426107" y="0"/>
          <a:ext cx="1991962" cy="4572000"/>
        </a:xfrm>
        <a:prstGeom prst="roundRect">
          <a:avLst>
            <a:gd name="adj" fmla="val 10000"/>
          </a:avLst>
        </a:prstGeom>
      </dgm:spPr>
    </dgm:pt>
    <dgm:pt modelId="{D6B3AB59-F5BE-44B9-94BB-CB534185F388}" type="pres">
      <dgm:prSet presAssocID="{BC73DC96-EFBB-441A-8E7E-3B8F200AC53F}" presName="textNode" presStyleLbl="bgShp" presStyleIdx="3" presStyleCnt="4"/>
      <dgm:spPr/>
    </dgm:pt>
    <dgm:pt modelId="{83A7823E-95E7-482F-A4B8-43AE927D54AC}" type="pres">
      <dgm:prSet presAssocID="{BC73DC96-EFBB-441A-8E7E-3B8F200AC53F}" presName="compChildNode" presStyleCnt="0"/>
      <dgm:spPr/>
    </dgm:pt>
    <dgm:pt modelId="{346AD43C-AB4C-4220-AF41-83B4097A0EA4}" type="pres">
      <dgm:prSet presAssocID="{BC73DC96-EFBB-441A-8E7E-3B8F200AC53F}" presName="theInnerList" presStyleCnt="0"/>
      <dgm:spPr/>
    </dgm:pt>
    <dgm:pt modelId="{F3DF3EE7-C3E1-4556-B5E5-D675D9659B6D}" type="pres">
      <dgm:prSet presAssocID="{7040C883-EDB3-4AAE-AB28-202EE2F51F55}" presName="childNode" presStyleLbl="node1" presStyleIdx="8" presStyleCnt="10">
        <dgm:presLayoutVars>
          <dgm:bulletEnabled val="1"/>
        </dgm:presLayoutVars>
      </dgm:prSet>
      <dgm:spPr/>
    </dgm:pt>
    <dgm:pt modelId="{FA01CE40-6491-49F5-B5F7-EA2AD4F6B25F}" type="pres">
      <dgm:prSet presAssocID="{7040C883-EDB3-4AAE-AB28-202EE2F51F55}" presName="aSpace2" presStyleCnt="0"/>
      <dgm:spPr/>
    </dgm:pt>
    <dgm:pt modelId="{B2301BB8-8C5A-4642-99B6-6B3BE9385CA1}" type="pres">
      <dgm:prSet presAssocID="{A909BAB4-7AB8-4F4A-A1BE-80F5C9707911}" presName="childNode" presStyleLbl="node1" presStyleIdx="9" presStyleCnt="10">
        <dgm:presLayoutVars>
          <dgm:bulletEnabled val="1"/>
        </dgm:presLayoutVars>
      </dgm:prSet>
      <dgm:spPr/>
    </dgm:pt>
  </dgm:ptLst>
  <dgm:cxnLst>
    <dgm:cxn modelId="{F3384004-0B11-45D4-B1A7-3D5F77CBD021}" srcId="{EF9FD828-A0BF-43F8-ABC7-E1EE24F07C42}" destId="{2A5A9D7D-EC81-4243-B2DB-B59409C9188E}" srcOrd="1" destOrd="0" parTransId="{A3DFFE29-340B-45DD-93E2-C4C160A6ECE2}" sibTransId="{59C58EB6-548D-4BBE-AAF9-BE2D22F36DCC}"/>
    <dgm:cxn modelId="{87D9DA0E-38E0-42A8-9370-BF34DAD5D210}" type="presOf" srcId="{0EDD2705-1EC9-49D2-AAF1-51B922F9F872}" destId="{8FABB9F9-868F-4D56-8A81-F1E0BA42E601}" srcOrd="0" destOrd="0" presId="urn:microsoft.com/office/officeart/2005/8/layout/lProcess2"/>
    <dgm:cxn modelId="{C78D960F-6AB9-4FBB-B933-60E5843C1F70}" type="presOf" srcId="{BC73DC96-EFBB-441A-8E7E-3B8F200AC53F}" destId="{D6B3AB59-F5BE-44B9-94BB-CB534185F388}" srcOrd="1" destOrd="0" presId="urn:microsoft.com/office/officeart/2005/8/layout/lProcess2"/>
    <dgm:cxn modelId="{4B308A11-3FF9-4748-8E56-3D366CBDB0E4}" type="presOf" srcId="{70BD055E-0DFC-4950-B235-7DC159BBCEB6}" destId="{C9B82C22-048B-44CC-93D4-E3DD9EDD135B}" srcOrd="0" destOrd="0" presId="urn:microsoft.com/office/officeart/2005/8/layout/lProcess2"/>
    <dgm:cxn modelId="{77C89C14-F95F-4C23-AC9D-A823EDE879A1}" srcId="{0EDD2705-1EC9-49D2-AAF1-51B922F9F872}" destId="{40247257-1661-41DF-BC3F-06F46A6295A5}" srcOrd="0" destOrd="0" parTransId="{3A7275C9-712F-4B17-AFF6-999AA376CDC3}" sibTransId="{4028B860-EC01-437C-B432-329C9508DDD3}"/>
    <dgm:cxn modelId="{6F9B7315-4C4D-4FE7-9BDF-24A5A860E09F}" srcId="{63E24B07-8023-4E9F-8558-D5757EF64B7C}" destId="{0EDD2705-1EC9-49D2-AAF1-51B922F9F872}" srcOrd="0" destOrd="0" parTransId="{FE291E26-70AA-430D-AD9A-677BC67532B2}" sibTransId="{0D203B44-E890-4582-A7AB-913F2DF9560B}"/>
    <dgm:cxn modelId="{37105A1E-CE9F-4397-B5C9-02B07302C5C4}" type="presOf" srcId="{A909BAB4-7AB8-4F4A-A1BE-80F5C9707911}" destId="{B2301BB8-8C5A-4642-99B6-6B3BE9385CA1}" srcOrd="0" destOrd="0" presId="urn:microsoft.com/office/officeart/2005/8/layout/lProcess2"/>
    <dgm:cxn modelId="{43E86722-6FCA-4E0A-A759-5679B2D7442A}" type="presOf" srcId="{9E4CCB87-75A5-457C-BDC5-A8C25CF38D41}" destId="{0330B109-69E3-46F3-9D83-10671A7EBE70}" srcOrd="0" destOrd="0" presId="urn:microsoft.com/office/officeart/2005/8/layout/lProcess2"/>
    <dgm:cxn modelId="{95581928-74F2-4718-BBFF-28820D17EE04}" type="presOf" srcId="{EF9FD828-A0BF-43F8-ABC7-E1EE24F07C42}" destId="{5C2C466B-9D60-484B-9786-695675F7A92E}" srcOrd="1" destOrd="0" presId="urn:microsoft.com/office/officeart/2005/8/layout/lProcess2"/>
    <dgm:cxn modelId="{63BCAE31-821E-49A7-AD41-505F9D6B3C63}" type="presOf" srcId="{B7CD8660-A82F-447D-981C-5B2CDD5A8369}" destId="{5CC9F1A6-8682-4B7D-8924-5FD7B0F2E6E3}" srcOrd="0" destOrd="0" presId="urn:microsoft.com/office/officeart/2005/8/layout/lProcess2"/>
    <dgm:cxn modelId="{4DB56435-93A0-4B14-8CA4-771FE94BAF76}" type="presOf" srcId="{2FDF8BA5-1F79-43D5-82D8-297F548F3542}" destId="{7EBF8282-17D2-438B-95FF-BAC2AE4F3FBC}" srcOrd="0" destOrd="0" presId="urn:microsoft.com/office/officeart/2005/8/layout/lProcess2"/>
    <dgm:cxn modelId="{F6BFC237-7436-498A-93BD-73510B631561}" srcId="{0EDD2705-1EC9-49D2-AAF1-51B922F9F872}" destId="{2FDF8BA5-1F79-43D5-82D8-297F548F3542}" srcOrd="1" destOrd="0" parTransId="{C9CE1DAB-9AB3-43AA-B607-9893A42F86F7}" sibTransId="{ACDBB275-B531-41A6-9E60-709957573E9F}"/>
    <dgm:cxn modelId="{0A952E5B-433F-4AD8-A922-28F1C97A594B}" type="presOf" srcId="{63E24B07-8023-4E9F-8558-D5757EF64B7C}" destId="{BA390A89-3D79-49A6-9BF0-599801F084EB}" srcOrd="0" destOrd="0" presId="urn:microsoft.com/office/officeart/2005/8/layout/lProcess2"/>
    <dgm:cxn modelId="{E59AF15B-0B55-4647-99A8-BE933C316641}" srcId="{B7CD8660-A82F-447D-981C-5B2CDD5A8369}" destId="{70BD055E-0DFC-4950-B235-7DC159BBCEB6}" srcOrd="0" destOrd="0" parTransId="{0734A025-155A-4DF3-9FD4-45839BB17D47}" sibTransId="{4DBD1A0B-50A9-4AA5-BCD1-B3697DD249F2}"/>
    <dgm:cxn modelId="{2E5A4064-7A8A-4182-955A-A7A098843B57}" srcId="{63E24B07-8023-4E9F-8558-D5757EF64B7C}" destId="{EF9FD828-A0BF-43F8-ABC7-E1EE24F07C42}" srcOrd="1" destOrd="0" parTransId="{8B46DBB5-BE20-452E-BDAC-57B4248B579B}" sibTransId="{357BE1D7-3472-4631-83A3-EAA12DA32F6B}"/>
    <dgm:cxn modelId="{73156E65-F5A1-41F7-9BD2-1D4703F0A086}" srcId="{63E24B07-8023-4E9F-8558-D5757EF64B7C}" destId="{B7CD8660-A82F-447D-981C-5B2CDD5A8369}" srcOrd="2" destOrd="0" parTransId="{DA0ADC67-94DA-47B4-925C-34E9536CB64E}" sibTransId="{3C044498-3F6D-402D-9762-6023A330B361}"/>
    <dgm:cxn modelId="{0488AC65-BAC5-4191-B397-6CE3970EEF5F}" type="presOf" srcId="{7040C883-EDB3-4AAE-AB28-202EE2F51F55}" destId="{F3DF3EE7-C3E1-4556-B5E5-D675D9659B6D}" srcOrd="0" destOrd="0" presId="urn:microsoft.com/office/officeart/2005/8/layout/lProcess2"/>
    <dgm:cxn modelId="{99565E4D-276A-47CC-9B4B-6B89C1CBD94F}" srcId="{63E24B07-8023-4E9F-8558-D5757EF64B7C}" destId="{BC73DC96-EFBB-441A-8E7E-3B8F200AC53F}" srcOrd="3" destOrd="0" parTransId="{4B5681AE-F226-4F2E-AFE0-9E18D323D105}" sibTransId="{FA16ACC7-ED9B-4BC1-8373-51F1B367EC62}"/>
    <dgm:cxn modelId="{24C7B16F-FB23-470B-A1D6-E1A9ACBEB0C3}" type="presOf" srcId="{944D230F-885C-4C2C-883B-B26B072B3C92}" destId="{F4E26588-D736-40F0-ABCF-AD950B9DBBE2}" srcOrd="0" destOrd="0" presId="urn:microsoft.com/office/officeart/2005/8/layout/lProcess2"/>
    <dgm:cxn modelId="{8A729E58-D6AF-4B4B-B526-57F6452B5D70}" srcId="{BC73DC96-EFBB-441A-8E7E-3B8F200AC53F}" destId="{7040C883-EDB3-4AAE-AB28-202EE2F51F55}" srcOrd="0" destOrd="0" parTransId="{6DC40519-C77F-4FE6-A052-A43989E415E0}" sibTransId="{EF272F0E-8723-4BDB-82EF-6563D24EBF72}"/>
    <dgm:cxn modelId="{E913FD5A-A6F7-4314-9B77-A342E0D5C856}" type="presOf" srcId="{BC73DC96-EFBB-441A-8E7E-3B8F200AC53F}" destId="{D0E1A1A4-4EF7-46C0-9CCC-7F1571CB10F9}" srcOrd="0" destOrd="0" presId="urn:microsoft.com/office/officeart/2005/8/layout/lProcess2"/>
    <dgm:cxn modelId="{048C757B-DCA6-4D47-AD5E-6F70C38B350B}" type="presOf" srcId="{EF9FD828-A0BF-43F8-ABC7-E1EE24F07C42}" destId="{E7DCD616-0639-48DE-9F93-B45AC0464A57}" srcOrd="0" destOrd="0" presId="urn:microsoft.com/office/officeart/2005/8/layout/lProcess2"/>
    <dgm:cxn modelId="{59F6707C-EB70-4560-A018-F665306E733F}" type="presOf" srcId="{40247257-1661-41DF-BC3F-06F46A6295A5}" destId="{91100A64-139A-4AC1-91C1-2699AF28B01F}" srcOrd="0" destOrd="0" presId="urn:microsoft.com/office/officeart/2005/8/layout/lProcess2"/>
    <dgm:cxn modelId="{2DD90791-3D65-4AA1-8474-506804C48981}" srcId="{EF9FD828-A0BF-43F8-ABC7-E1EE24F07C42}" destId="{9E4CCB87-75A5-457C-BDC5-A8C25CF38D41}" srcOrd="0" destOrd="0" parTransId="{85509985-5007-4FCE-9F75-D55B68BD8068}" sibTransId="{058D0969-B357-4198-95D8-1AC0533908A3}"/>
    <dgm:cxn modelId="{70F13194-7A6E-486B-8360-890B448C8894}" srcId="{B7CD8660-A82F-447D-981C-5B2CDD5A8369}" destId="{32370EA5-817D-41DE-9EF3-C264A87731CF}" srcOrd="1" destOrd="0" parTransId="{03A3A5FA-FFB8-46C3-96DE-56DAE975EDE7}" sibTransId="{419AECF9-1D06-4331-B260-344434C0B86D}"/>
    <dgm:cxn modelId="{20701399-F4BB-4D8F-A871-9C2987ECD531}" type="presOf" srcId="{2A5A9D7D-EC81-4243-B2DB-B59409C9188E}" destId="{68301150-8C06-4D05-AE88-8E675490E167}" srcOrd="0" destOrd="0" presId="urn:microsoft.com/office/officeart/2005/8/layout/lProcess2"/>
    <dgm:cxn modelId="{E68402A1-4AC8-4FD3-A843-D461FDD49522}" type="presOf" srcId="{B7CD8660-A82F-447D-981C-5B2CDD5A8369}" destId="{78297440-850E-4E7D-A73C-3BDBF8A885A3}" srcOrd="1" destOrd="0" presId="urn:microsoft.com/office/officeart/2005/8/layout/lProcess2"/>
    <dgm:cxn modelId="{77B501C7-FE5D-4C56-8F99-8215224FE410}" type="presOf" srcId="{0EDD2705-1EC9-49D2-AAF1-51B922F9F872}" destId="{7F9BE9A7-F9C4-49E1-9574-99360BA807BE}" srcOrd="1" destOrd="0" presId="urn:microsoft.com/office/officeart/2005/8/layout/lProcess2"/>
    <dgm:cxn modelId="{BA000ECF-19AD-4366-85A9-411D81A739F5}" srcId="{0EDD2705-1EC9-49D2-AAF1-51B922F9F872}" destId="{6BEBF612-AC28-4281-829A-886742483343}" srcOrd="2" destOrd="0" parTransId="{E18DC705-3A47-4D42-9974-13148F5BDD9B}" sibTransId="{2AD56649-164C-4A93-9FB5-2F6E05D7EA3D}"/>
    <dgm:cxn modelId="{AD76E3E3-8D0F-4B4D-83EC-ADD2766FC2C6}" srcId="{0EDD2705-1EC9-49D2-AAF1-51B922F9F872}" destId="{944D230F-885C-4C2C-883B-B26B072B3C92}" srcOrd="3" destOrd="0" parTransId="{BAA1D853-D4AC-4794-B559-35C41BEBCEFB}" sibTransId="{39AE1990-0EFA-4B55-AFF1-B7C7226C2490}"/>
    <dgm:cxn modelId="{CA3F40ED-0EC2-4C06-AFA7-76028DCA1983}" type="presOf" srcId="{32370EA5-817D-41DE-9EF3-C264A87731CF}" destId="{A0E6910F-4EF7-426B-8944-F0925D47BFB4}" srcOrd="0" destOrd="0" presId="urn:microsoft.com/office/officeart/2005/8/layout/lProcess2"/>
    <dgm:cxn modelId="{A222EBF0-F0CC-432E-B387-B929B4BF9BFB}" type="presOf" srcId="{6BEBF612-AC28-4281-829A-886742483343}" destId="{BA4E3C7D-B958-47BE-A1E4-9388CD7AE2AB}" srcOrd="0" destOrd="0" presId="urn:microsoft.com/office/officeart/2005/8/layout/lProcess2"/>
    <dgm:cxn modelId="{ACE6CAFE-F973-4697-A143-0402581DA6E3}" srcId="{BC73DC96-EFBB-441A-8E7E-3B8F200AC53F}" destId="{A909BAB4-7AB8-4F4A-A1BE-80F5C9707911}" srcOrd="1" destOrd="0" parTransId="{DB376E9E-0E54-483E-A0F9-96AB57DD8516}" sibTransId="{F5DD361B-132E-4A4F-8124-20C0CB155A00}"/>
    <dgm:cxn modelId="{A0F84476-BF00-440B-835B-63BB8BDCB26E}" type="presParOf" srcId="{BA390A89-3D79-49A6-9BF0-599801F084EB}" destId="{DADCEE8B-376B-4586-A9E1-AAC7290F1D12}" srcOrd="0" destOrd="0" presId="urn:microsoft.com/office/officeart/2005/8/layout/lProcess2"/>
    <dgm:cxn modelId="{B5B71BAB-5AAB-46AB-988B-BE8E41D0A2B1}" type="presParOf" srcId="{DADCEE8B-376B-4586-A9E1-AAC7290F1D12}" destId="{8FABB9F9-868F-4D56-8A81-F1E0BA42E601}" srcOrd="0" destOrd="0" presId="urn:microsoft.com/office/officeart/2005/8/layout/lProcess2"/>
    <dgm:cxn modelId="{80B4AFC6-4463-482E-80CD-BED01CA47EFE}" type="presParOf" srcId="{DADCEE8B-376B-4586-A9E1-AAC7290F1D12}" destId="{7F9BE9A7-F9C4-49E1-9574-99360BA807BE}" srcOrd="1" destOrd="0" presId="urn:microsoft.com/office/officeart/2005/8/layout/lProcess2"/>
    <dgm:cxn modelId="{7A7E41AF-F656-4004-B216-D8803DFB79FE}" type="presParOf" srcId="{DADCEE8B-376B-4586-A9E1-AAC7290F1D12}" destId="{C1658941-B58C-4ADE-9588-815AE090FC7A}" srcOrd="2" destOrd="0" presId="urn:microsoft.com/office/officeart/2005/8/layout/lProcess2"/>
    <dgm:cxn modelId="{12524258-EE2A-461F-8F52-8856B0BCB6FD}" type="presParOf" srcId="{C1658941-B58C-4ADE-9588-815AE090FC7A}" destId="{233FCEB1-6038-4072-B22C-BCD213C74D4D}" srcOrd="0" destOrd="0" presId="urn:microsoft.com/office/officeart/2005/8/layout/lProcess2"/>
    <dgm:cxn modelId="{02881F1A-04F1-45CF-843E-91944313FEFC}" type="presParOf" srcId="{233FCEB1-6038-4072-B22C-BCD213C74D4D}" destId="{91100A64-139A-4AC1-91C1-2699AF28B01F}" srcOrd="0" destOrd="0" presId="urn:microsoft.com/office/officeart/2005/8/layout/lProcess2"/>
    <dgm:cxn modelId="{147E6A79-3B5D-45D0-B91A-482F684F1FCC}" type="presParOf" srcId="{233FCEB1-6038-4072-B22C-BCD213C74D4D}" destId="{B8851E19-C2AB-43F3-A733-9922ED89E360}" srcOrd="1" destOrd="0" presId="urn:microsoft.com/office/officeart/2005/8/layout/lProcess2"/>
    <dgm:cxn modelId="{68A648D8-B9EE-424B-B980-6C98A937E2B5}" type="presParOf" srcId="{233FCEB1-6038-4072-B22C-BCD213C74D4D}" destId="{7EBF8282-17D2-438B-95FF-BAC2AE4F3FBC}" srcOrd="2" destOrd="0" presId="urn:microsoft.com/office/officeart/2005/8/layout/lProcess2"/>
    <dgm:cxn modelId="{CAA69C57-F979-48C3-8FA0-15ADDC2938E2}" type="presParOf" srcId="{233FCEB1-6038-4072-B22C-BCD213C74D4D}" destId="{A069312A-67CC-45AA-BFE6-2053F852EE2C}" srcOrd="3" destOrd="0" presId="urn:microsoft.com/office/officeart/2005/8/layout/lProcess2"/>
    <dgm:cxn modelId="{707DB5B7-A20F-4281-8DFC-0EF6DDEBF996}" type="presParOf" srcId="{233FCEB1-6038-4072-B22C-BCD213C74D4D}" destId="{BA4E3C7D-B958-47BE-A1E4-9388CD7AE2AB}" srcOrd="4" destOrd="0" presId="urn:microsoft.com/office/officeart/2005/8/layout/lProcess2"/>
    <dgm:cxn modelId="{8E8F2CC2-1D24-49AF-98E2-EE07B9B5C3FA}" type="presParOf" srcId="{233FCEB1-6038-4072-B22C-BCD213C74D4D}" destId="{8B11A58F-1410-44BA-AB45-2A3E9FB205E5}" srcOrd="5" destOrd="0" presId="urn:microsoft.com/office/officeart/2005/8/layout/lProcess2"/>
    <dgm:cxn modelId="{96135C69-7989-4A40-A26A-6EF389DCEAFB}" type="presParOf" srcId="{233FCEB1-6038-4072-B22C-BCD213C74D4D}" destId="{F4E26588-D736-40F0-ABCF-AD950B9DBBE2}" srcOrd="6" destOrd="0" presId="urn:microsoft.com/office/officeart/2005/8/layout/lProcess2"/>
    <dgm:cxn modelId="{17B04053-87C4-4772-8447-D28330784C88}" type="presParOf" srcId="{BA390A89-3D79-49A6-9BF0-599801F084EB}" destId="{71044B30-3AC2-445D-B936-F7903BC3D17D}" srcOrd="1" destOrd="0" presId="urn:microsoft.com/office/officeart/2005/8/layout/lProcess2"/>
    <dgm:cxn modelId="{EE9A414A-B4A6-4CA5-9C28-524BC591A35C}" type="presParOf" srcId="{BA390A89-3D79-49A6-9BF0-599801F084EB}" destId="{8E3DC331-CA4C-4438-976B-785F3287BD1D}" srcOrd="2" destOrd="0" presId="urn:microsoft.com/office/officeart/2005/8/layout/lProcess2"/>
    <dgm:cxn modelId="{53866860-EB6E-4908-B9CA-2EF65E4B9749}" type="presParOf" srcId="{8E3DC331-CA4C-4438-976B-785F3287BD1D}" destId="{E7DCD616-0639-48DE-9F93-B45AC0464A57}" srcOrd="0" destOrd="0" presId="urn:microsoft.com/office/officeart/2005/8/layout/lProcess2"/>
    <dgm:cxn modelId="{AB77F00A-E5D1-4E6D-B8D2-0D2671E9B1C5}" type="presParOf" srcId="{8E3DC331-CA4C-4438-976B-785F3287BD1D}" destId="{5C2C466B-9D60-484B-9786-695675F7A92E}" srcOrd="1" destOrd="0" presId="urn:microsoft.com/office/officeart/2005/8/layout/lProcess2"/>
    <dgm:cxn modelId="{2E815D90-31C4-4EDB-8F26-DCC88E3BAE66}" type="presParOf" srcId="{8E3DC331-CA4C-4438-976B-785F3287BD1D}" destId="{685AE8C4-BA1D-438B-87FE-1425489EFA29}" srcOrd="2" destOrd="0" presId="urn:microsoft.com/office/officeart/2005/8/layout/lProcess2"/>
    <dgm:cxn modelId="{9BD9634A-60F8-4793-95CC-68A5818E3FF0}" type="presParOf" srcId="{685AE8C4-BA1D-438B-87FE-1425489EFA29}" destId="{EFCF8995-AB51-40BF-9AFE-61D45508CDB7}" srcOrd="0" destOrd="0" presId="urn:microsoft.com/office/officeart/2005/8/layout/lProcess2"/>
    <dgm:cxn modelId="{71060027-C637-47EE-B78B-B7EF40E82C96}" type="presParOf" srcId="{EFCF8995-AB51-40BF-9AFE-61D45508CDB7}" destId="{0330B109-69E3-46F3-9D83-10671A7EBE70}" srcOrd="0" destOrd="0" presId="urn:microsoft.com/office/officeart/2005/8/layout/lProcess2"/>
    <dgm:cxn modelId="{F9A6C117-2198-48FE-9D60-438FB990396A}" type="presParOf" srcId="{EFCF8995-AB51-40BF-9AFE-61D45508CDB7}" destId="{BCD2FFD0-E01F-4FE1-B85E-CD1F2FB6B95D}" srcOrd="1" destOrd="0" presId="urn:microsoft.com/office/officeart/2005/8/layout/lProcess2"/>
    <dgm:cxn modelId="{30B65E0F-974F-4A57-A9C9-60042AE4F081}" type="presParOf" srcId="{EFCF8995-AB51-40BF-9AFE-61D45508CDB7}" destId="{68301150-8C06-4D05-AE88-8E675490E167}" srcOrd="2" destOrd="0" presId="urn:microsoft.com/office/officeart/2005/8/layout/lProcess2"/>
    <dgm:cxn modelId="{2765A504-56C1-4159-97FF-5953BBFA74AE}" type="presParOf" srcId="{BA390A89-3D79-49A6-9BF0-599801F084EB}" destId="{F22594D1-FE25-4683-B459-4ADAA993861D}" srcOrd="3" destOrd="0" presId="urn:microsoft.com/office/officeart/2005/8/layout/lProcess2"/>
    <dgm:cxn modelId="{87075AE3-5322-4F43-B199-33208C29888A}" type="presParOf" srcId="{BA390A89-3D79-49A6-9BF0-599801F084EB}" destId="{8278D786-3C1D-405E-B26F-3F37CDDEB2D0}" srcOrd="4" destOrd="0" presId="urn:microsoft.com/office/officeart/2005/8/layout/lProcess2"/>
    <dgm:cxn modelId="{15017C47-3E33-40D1-A64C-6F7F9E189DDF}" type="presParOf" srcId="{8278D786-3C1D-405E-B26F-3F37CDDEB2D0}" destId="{5CC9F1A6-8682-4B7D-8924-5FD7B0F2E6E3}" srcOrd="0" destOrd="0" presId="urn:microsoft.com/office/officeart/2005/8/layout/lProcess2"/>
    <dgm:cxn modelId="{6C5157A1-6AE7-4340-875A-E477AF8C2834}" type="presParOf" srcId="{8278D786-3C1D-405E-B26F-3F37CDDEB2D0}" destId="{78297440-850E-4E7D-A73C-3BDBF8A885A3}" srcOrd="1" destOrd="0" presId="urn:microsoft.com/office/officeart/2005/8/layout/lProcess2"/>
    <dgm:cxn modelId="{F213D4C5-D21E-4E1E-8299-C5DC6CB3024B}" type="presParOf" srcId="{8278D786-3C1D-405E-B26F-3F37CDDEB2D0}" destId="{306CF67D-F783-4135-89F8-E25852A317F1}" srcOrd="2" destOrd="0" presId="urn:microsoft.com/office/officeart/2005/8/layout/lProcess2"/>
    <dgm:cxn modelId="{1DBDEB3E-3B8D-41E6-9D93-70F1CF60CB3E}" type="presParOf" srcId="{306CF67D-F783-4135-89F8-E25852A317F1}" destId="{A869A60F-442C-4381-9B8B-FE1F58AE1EAE}" srcOrd="0" destOrd="0" presId="urn:microsoft.com/office/officeart/2005/8/layout/lProcess2"/>
    <dgm:cxn modelId="{89B9E271-2560-426B-B1D2-CB0CACA14B4E}" type="presParOf" srcId="{A869A60F-442C-4381-9B8B-FE1F58AE1EAE}" destId="{C9B82C22-048B-44CC-93D4-E3DD9EDD135B}" srcOrd="0" destOrd="0" presId="urn:microsoft.com/office/officeart/2005/8/layout/lProcess2"/>
    <dgm:cxn modelId="{7CD6A549-FBD9-4D89-B821-8E2CB3E7EE36}" type="presParOf" srcId="{A869A60F-442C-4381-9B8B-FE1F58AE1EAE}" destId="{61EE1723-1AB1-41FA-B1E3-C3871ECD38E9}" srcOrd="1" destOrd="0" presId="urn:microsoft.com/office/officeart/2005/8/layout/lProcess2"/>
    <dgm:cxn modelId="{77DCA128-938F-4C44-8AD6-EC8C95149B30}" type="presParOf" srcId="{A869A60F-442C-4381-9B8B-FE1F58AE1EAE}" destId="{A0E6910F-4EF7-426B-8944-F0925D47BFB4}" srcOrd="2" destOrd="0" presId="urn:microsoft.com/office/officeart/2005/8/layout/lProcess2"/>
    <dgm:cxn modelId="{A3C33457-2466-4B0F-8DA4-341A1624A3FC}" type="presParOf" srcId="{BA390A89-3D79-49A6-9BF0-599801F084EB}" destId="{7526F33C-7D03-41DA-BAEE-76D5EF7AC2C8}" srcOrd="5" destOrd="0" presId="urn:microsoft.com/office/officeart/2005/8/layout/lProcess2"/>
    <dgm:cxn modelId="{F236B8DA-23A3-4287-B18B-52C1ECF37A9F}" type="presParOf" srcId="{BA390A89-3D79-49A6-9BF0-599801F084EB}" destId="{35513678-CA66-489F-8A5F-32789A982F69}" srcOrd="6" destOrd="0" presId="urn:microsoft.com/office/officeart/2005/8/layout/lProcess2"/>
    <dgm:cxn modelId="{409DBA6C-0B89-4ACC-A0C9-79DD16DD05CD}" type="presParOf" srcId="{35513678-CA66-489F-8A5F-32789A982F69}" destId="{D0E1A1A4-4EF7-46C0-9CCC-7F1571CB10F9}" srcOrd="0" destOrd="0" presId="urn:microsoft.com/office/officeart/2005/8/layout/lProcess2"/>
    <dgm:cxn modelId="{9873BCB6-8A87-45E0-8B70-ADBCC0A84E73}" type="presParOf" srcId="{35513678-CA66-489F-8A5F-32789A982F69}" destId="{D6B3AB59-F5BE-44B9-94BB-CB534185F388}" srcOrd="1" destOrd="0" presId="urn:microsoft.com/office/officeart/2005/8/layout/lProcess2"/>
    <dgm:cxn modelId="{5A7584AF-5694-49B2-9716-E149A376FAA4}" type="presParOf" srcId="{35513678-CA66-489F-8A5F-32789A982F69}" destId="{83A7823E-95E7-482F-A4B8-43AE927D54AC}" srcOrd="2" destOrd="0" presId="urn:microsoft.com/office/officeart/2005/8/layout/lProcess2"/>
    <dgm:cxn modelId="{75DA13DB-D054-4873-9355-9552AC941DED}" type="presParOf" srcId="{83A7823E-95E7-482F-A4B8-43AE927D54AC}" destId="{346AD43C-AB4C-4220-AF41-83B4097A0EA4}" srcOrd="0" destOrd="0" presId="urn:microsoft.com/office/officeart/2005/8/layout/lProcess2"/>
    <dgm:cxn modelId="{26A6B947-804B-48E4-89E1-F142014D0D1D}" type="presParOf" srcId="{346AD43C-AB4C-4220-AF41-83B4097A0EA4}" destId="{F3DF3EE7-C3E1-4556-B5E5-D675D9659B6D}" srcOrd="0" destOrd="0" presId="urn:microsoft.com/office/officeart/2005/8/layout/lProcess2"/>
    <dgm:cxn modelId="{D2F33199-8CA2-4BC2-8BE3-0E845FD3B2B4}" type="presParOf" srcId="{346AD43C-AB4C-4220-AF41-83B4097A0EA4}" destId="{FA01CE40-6491-49F5-B5F7-EA2AD4F6B25F}" srcOrd="1" destOrd="0" presId="urn:microsoft.com/office/officeart/2005/8/layout/lProcess2"/>
    <dgm:cxn modelId="{8CC3C6D9-4CFD-4010-9D06-B885F09CB31F}" type="presParOf" srcId="{346AD43C-AB4C-4220-AF41-83B4097A0EA4}" destId="{B2301BB8-8C5A-4642-99B6-6B3BE9385CA1}"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D4221FD4-1D66-4B0A-BC2A-41B474E53E71}" type="doc">
      <dgm:prSet loTypeId="urn:microsoft.com/office/officeart/2005/8/layout/hierarchy2" loCatId="hierarchy" qsTypeId="urn:microsoft.com/office/officeart/2005/8/quickstyle/simple3" qsCatId="simple" csTypeId="urn:microsoft.com/office/officeart/2005/8/colors/accent0_2" csCatId="mainScheme" phldr="1"/>
      <dgm:spPr/>
      <dgm:t>
        <a:bodyPr/>
        <a:lstStyle/>
        <a:p>
          <a:endParaRPr lang="en-US"/>
        </a:p>
      </dgm:t>
    </dgm:pt>
    <dgm:pt modelId="{0CC81716-C372-49AB-A48C-00CDD2C7D4A2}">
      <dgm:prSet phldrT="[Testo]" custT="1"/>
      <dgm:spPr/>
      <dgm:t>
        <a:bodyPr/>
        <a:lstStyle/>
        <a:p>
          <a:r>
            <a:rPr lang="en-US" sz="1600" b="1" noProof="0" dirty="0">
              <a:solidFill>
                <a:schemeClr val="accent6">
                  <a:lumMod val="50000"/>
                </a:schemeClr>
              </a:solidFill>
            </a:rPr>
            <a:t>Gross project / product value (V)</a:t>
          </a:r>
        </a:p>
      </dgm:t>
    </dgm:pt>
    <dgm:pt modelId="{1BBD1B66-9645-4D1A-8164-8ED7C09328F8}" type="parTrans" cxnId="{CF5FDEA0-D39D-4BFE-A1E3-E7FA1AABB78C}">
      <dgm:prSet/>
      <dgm:spPr/>
      <dgm:t>
        <a:bodyPr/>
        <a:lstStyle/>
        <a:p>
          <a:endParaRPr lang="en-US" sz="1100">
            <a:solidFill>
              <a:schemeClr val="accent6">
                <a:lumMod val="50000"/>
              </a:schemeClr>
            </a:solidFill>
          </a:endParaRPr>
        </a:p>
      </dgm:t>
    </dgm:pt>
    <dgm:pt modelId="{F30DA68A-C99A-4D8A-83AC-92183032DFBD}" type="sibTrans" cxnId="{CF5FDEA0-D39D-4BFE-A1E3-E7FA1AABB78C}">
      <dgm:prSet/>
      <dgm:spPr/>
      <dgm:t>
        <a:bodyPr/>
        <a:lstStyle/>
        <a:p>
          <a:endParaRPr lang="en-US" sz="1100">
            <a:solidFill>
              <a:schemeClr val="accent6">
                <a:lumMod val="50000"/>
              </a:schemeClr>
            </a:solidFill>
          </a:endParaRPr>
        </a:p>
      </dgm:t>
    </dgm:pt>
    <dgm:pt modelId="{F3A327F2-441D-4EF7-BE81-41C05945896B}">
      <dgm:prSet phldrT="[Testo]" custT="1"/>
      <dgm:spPr/>
      <dgm:t>
        <a:bodyPr/>
        <a:lstStyle/>
        <a:p>
          <a:r>
            <a:rPr lang="en-US" sz="1400" noProof="0" dirty="0">
              <a:solidFill>
                <a:schemeClr val="accent6">
                  <a:lumMod val="50000"/>
                </a:schemeClr>
              </a:solidFill>
            </a:rPr>
            <a:t>Tangible </a:t>
          </a:r>
        </a:p>
      </dgm:t>
    </dgm:pt>
    <dgm:pt modelId="{96194958-AC37-4C2B-ABFC-81A5F2319130}" type="parTrans" cxnId="{560EDA44-0690-47EE-B3B1-02B8B126B84E}">
      <dgm:prSet custT="1"/>
      <dgm:spPr/>
      <dgm:t>
        <a:bodyPr/>
        <a:lstStyle/>
        <a:p>
          <a:endParaRPr lang="en-US" sz="1100" noProof="0" dirty="0">
            <a:solidFill>
              <a:schemeClr val="accent6">
                <a:lumMod val="50000"/>
              </a:schemeClr>
            </a:solidFill>
          </a:endParaRPr>
        </a:p>
      </dgm:t>
    </dgm:pt>
    <dgm:pt modelId="{EB294666-48C7-4DA6-8C54-7CCF3A814CF5}" type="sibTrans" cxnId="{560EDA44-0690-47EE-B3B1-02B8B126B84E}">
      <dgm:prSet/>
      <dgm:spPr/>
      <dgm:t>
        <a:bodyPr/>
        <a:lstStyle/>
        <a:p>
          <a:endParaRPr lang="en-US" sz="1100">
            <a:solidFill>
              <a:schemeClr val="accent6">
                <a:lumMod val="50000"/>
              </a:schemeClr>
            </a:solidFill>
          </a:endParaRPr>
        </a:p>
      </dgm:t>
    </dgm:pt>
    <dgm:pt modelId="{21646B1B-161B-4DA6-895C-2F57E465CD01}">
      <dgm:prSet phldrT="[Testo]" custT="1"/>
      <dgm:spPr/>
      <dgm:t>
        <a:bodyPr spcFirstLastPara="0" vert="horz" wrap="square" lIns="34290" tIns="22860" rIns="34290" bIns="22860" numCol="1" spcCol="1270" anchor="ctr" anchorCtr="0"/>
        <a:lstStyle/>
        <a:p>
          <a:r>
            <a:rPr lang="en-US" sz="1400" noProof="0" dirty="0">
              <a:solidFill>
                <a:schemeClr val="accent6">
                  <a:lumMod val="50000"/>
                </a:schemeClr>
              </a:solidFill>
            </a:rPr>
            <a:t>Intangible</a:t>
          </a:r>
        </a:p>
      </dgm:t>
    </dgm:pt>
    <dgm:pt modelId="{E7613661-3057-46E2-826A-E23E6743A25A}" type="parTrans" cxnId="{E2DDAAC2-3F00-44E4-BE77-C19181EA5310}">
      <dgm:prSet custT="1"/>
      <dgm:spPr/>
      <dgm:t>
        <a:bodyPr/>
        <a:lstStyle/>
        <a:p>
          <a:endParaRPr lang="en-US" sz="1100" noProof="0" dirty="0">
            <a:solidFill>
              <a:schemeClr val="accent6">
                <a:lumMod val="50000"/>
              </a:schemeClr>
            </a:solidFill>
          </a:endParaRPr>
        </a:p>
      </dgm:t>
    </dgm:pt>
    <dgm:pt modelId="{F798DA80-DB2E-47CC-A44D-46D9872E010F}" type="sibTrans" cxnId="{E2DDAAC2-3F00-44E4-BE77-C19181EA5310}">
      <dgm:prSet/>
      <dgm:spPr/>
      <dgm:t>
        <a:bodyPr/>
        <a:lstStyle/>
        <a:p>
          <a:endParaRPr lang="en-US" sz="1100">
            <a:solidFill>
              <a:schemeClr val="accent6">
                <a:lumMod val="50000"/>
              </a:schemeClr>
            </a:solidFill>
          </a:endParaRPr>
        </a:p>
      </dgm:t>
    </dgm:pt>
    <dgm:pt modelId="{C2D76E4F-8DD1-4ECA-A0F7-98FB70956560}">
      <dgm:prSet phldrT="[Testo]" custT="1"/>
      <dgm:spPr/>
      <dgm:t>
        <a:bodyPr/>
        <a:lstStyle/>
        <a:p>
          <a:r>
            <a:rPr lang="en-US" sz="1600" b="1" noProof="0" dirty="0">
              <a:solidFill>
                <a:schemeClr val="accent6">
                  <a:lumMod val="50000"/>
                </a:schemeClr>
              </a:solidFill>
            </a:rPr>
            <a:t>Social value (SV)</a:t>
          </a:r>
        </a:p>
      </dgm:t>
    </dgm:pt>
    <dgm:pt modelId="{5BA355DF-C38B-4AA4-81EF-EB33B4314659}" type="parTrans" cxnId="{AA3B42FB-9182-4B24-BBBE-BFE32961EC0A}">
      <dgm:prSet custT="1"/>
      <dgm:spPr/>
      <dgm:t>
        <a:bodyPr/>
        <a:lstStyle/>
        <a:p>
          <a:endParaRPr lang="en-US" sz="1100" noProof="0" dirty="0">
            <a:solidFill>
              <a:schemeClr val="accent6">
                <a:lumMod val="50000"/>
              </a:schemeClr>
            </a:solidFill>
          </a:endParaRPr>
        </a:p>
      </dgm:t>
    </dgm:pt>
    <dgm:pt modelId="{276AF252-8FAC-4520-85CE-C433175FDC06}" type="sibTrans" cxnId="{AA3B42FB-9182-4B24-BBBE-BFE32961EC0A}">
      <dgm:prSet/>
      <dgm:spPr/>
      <dgm:t>
        <a:bodyPr/>
        <a:lstStyle/>
        <a:p>
          <a:endParaRPr lang="en-US" sz="1100">
            <a:solidFill>
              <a:schemeClr val="accent6">
                <a:lumMod val="50000"/>
              </a:schemeClr>
            </a:solidFill>
          </a:endParaRPr>
        </a:p>
      </dgm:t>
    </dgm:pt>
    <dgm:pt modelId="{00212730-C49A-4F0D-B8F6-100F644C5E54}">
      <dgm:prSet phldrT="[Testo]" custT="1"/>
      <dgm:spPr/>
      <dgm:t>
        <a:bodyPr/>
        <a:lstStyle/>
        <a:p>
          <a:r>
            <a:rPr lang="en-US" sz="1400" noProof="0" dirty="0">
              <a:solidFill>
                <a:schemeClr val="accent6">
                  <a:lumMod val="50000"/>
                </a:schemeClr>
              </a:solidFill>
            </a:rPr>
            <a:t>Tangible </a:t>
          </a:r>
        </a:p>
      </dgm:t>
    </dgm:pt>
    <dgm:pt modelId="{A46D1FF1-4517-4C80-B84A-E823232EC2B2}" type="parTrans" cxnId="{A4E4B904-639A-49A8-8D51-AFE21C2AF1DC}">
      <dgm:prSet custT="1"/>
      <dgm:spPr/>
      <dgm:t>
        <a:bodyPr/>
        <a:lstStyle/>
        <a:p>
          <a:endParaRPr lang="en-US" sz="1100" noProof="0" dirty="0">
            <a:solidFill>
              <a:schemeClr val="accent6">
                <a:lumMod val="50000"/>
              </a:schemeClr>
            </a:solidFill>
          </a:endParaRPr>
        </a:p>
      </dgm:t>
    </dgm:pt>
    <dgm:pt modelId="{155FA46F-FC8D-4F73-A698-A3C0C6E81415}" type="sibTrans" cxnId="{A4E4B904-639A-49A8-8D51-AFE21C2AF1DC}">
      <dgm:prSet/>
      <dgm:spPr/>
      <dgm:t>
        <a:bodyPr/>
        <a:lstStyle/>
        <a:p>
          <a:endParaRPr lang="en-US" sz="1100">
            <a:solidFill>
              <a:schemeClr val="accent6">
                <a:lumMod val="50000"/>
              </a:schemeClr>
            </a:solidFill>
          </a:endParaRPr>
        </a:p>
      </dgm:t>
    </dgm:pt>
    <dgm:pt modelId="{7363153C-28B3-48FD-BFF3-4DD7ED35133F}">
      <dgm:prSet phldrT="[Testo]" custT="1"/>
      <dgm:spPr/>
      <dgm:t>
        <a:bodyPr/>
        <a:lstStyle/>
        <a:p>
          <a:r>
            <a:rPr lang="en-US" sz="1400" noProof="0" dirty="0">
              <a:solidFill>
                <a:schemeClr val="accent6">
                  <a:lumMod val="50000"/>
                </a:schemeClr>
              </a:solidFill>
            </a:rPr>
            <a:t>Intangible</a:t>
          </a:r>
        </a:p>
      </dgm:t>
    </dgm:pt>
    <dgm:pt modelId="{8FB1E124-0033-469A-A62C-0D0B2CBF19C3}" type="parTrans" cxnId="{3840E79D-7AA9-4237-9534-924BE0CFE725}">
      <dgm:prSet custT="1"/>
      <dgm:spPr/>
      <dgm:t>
        <a:bodyPr/>
        <a:lstStyle/>
        <a:p>
          <a:endParaRPr lang="en-US" sz="1100" noProof="0" dirty="0">
            <a:solidFill>
              <a:schemeClr val="accent6">
                <a:lumMod val="50000"/>
              </a:schemeClr>
            </a:solidFill>
          </a:endParaRPr>
        </a:p>
      </dgm:t>
    </dgm:pt>
    <dgm:pt modelId="{11C79C9F-1A3A-43B5-AC9E-8D68437D164E}" type="sibTrans" cxnId="{3840E79D-7AA9-4237-9534-924BE0CFE725}">
      <dgm:prSet/>
      <dgm:spPr/>
      <dgm:t>
        <a:bodyPr/>
        <a:lstStyle/>
        <a:p>
          <a:endParaRPr lang="en-US" sz="1100">
            <a:solidFill>
              <a:schemeClr val="accent6">
                <a:lumMod val="50000"/>
              </a:schemeClr>
            </a:solidFill>
          </a:endParaRPr>
        </a:p>
      </dgm:t>
    </dgm:pt>
    <dgm:pt modelId="{48061DE8-8DE9-4274-A1D1-D9F0E70DE02C}">
      <dgm:prSet phldrT="[Testo]" custT="1"/>
      <dgm:spPr/>
      <dgm:t>
        <a:bodyPr/>
        <a:lstStyle/>
        <a:p>
          <a:r>
            <a:rPr lang="en-US" sz="1600" b="1" noProof="0" dirty="0">
              <a:solidFill>
                <a:schemeClr val="accent6">
                  <a:lumMod val="50000"/>
                </a:schemeClr>
              </a:solidFill>
            </a:rPr>
            <a:t>Management value (MV)  </a:t>
          </a:r>
        </a:p>
      </dgm:t>
    </dgm:pt>
    <dgm:pt modelId="{C15ECC8A-17FA-41CD-8430-0CAD3AA85F66}" type="parTrans" cxnId="{5D3CBD10-AB81-4318-B6B8-612FDA685CF0}">
      <dgm:prSet custT="1"/>
      <dgm:spPr/>
      <dgm:t>
        <a:bodyPr/>
        <a:lstStyle/>
        <a:p>
          <a:endParaRPr lang="en-US" sz="200" noProof="0" dirty="0">
            <a:solidFill>
              <a:schemeClr val="accent6">
                <a:lumMod val="50000"/>
              </a:schemeClr>
            </a:solidFill>
          </a:endParaRPr>
        </a:p>
      </dgm:t>
    </dgm:pt>
    <dgm:pt modelId="{1A2E0C06-5626-450E-A8E6-34C7D3954EF2}" type="sibTrans" cxnId="{5D3CBD10-AB81-4318-B6B8-612FDA685CF0}">
      <dgm:prSet/>
      <dgm:spPr/>
      <dgm:t>
        <a:bodyPr/>
        <a:lstStyle/>
        <a:p>
          <a:endParaRPr lang="en-US" sz="1200">
            <a:solidFill>
              <a:schemeClr val="accent6">
                <a:lumMod val="50000"/>
              </a:schemeClr>
            </a:solidFill>
          </a:endParaRPr>
        </a:p>
      </dgm:t>
    </dgm:pt>
    <dgm:pt modelId="{1A717640-695D-4843-A151-3D8085AF826A}" type="pres">
      <dgm:prSet presAssocID="{D4221FD4-1D66-4B0A-BC2A-41B474E53E71}" presName="diagram" presStyleCnt="0">
        <dgm:presLayoutVars>
          <dgm:chPref val="1"/>
          <dgm:dir/>
          <dgm:animOne val="branch"/>
          <dgm:animLvl val="lvl"/>
          <dgm:resizeHandles val="exact"/>
        </dgm:presLayoutVars>
      </dgm:prSet>
      <dgm:spPr/>
    </dgm:pt>
    <dgm:pt modelId="{2DBDE2F5-F84C-4618-88AA-06C4B93B3650}" type="pres">
      <dgm:prSet presAssocID="{0CC81716-C372-49AB-A48C-00CDD2C7D4A2}" presName="root1" presStyleCnt="0"/>
      <dgm:spPr/>
    </dgm:pt>
    <dgm:pt modelId="{442F3E49-8828-44BA-8469-E76C54371435}" type="pres">
      <dgm:prSet presAssocID="{0CC81716-C372-49AB-A48C-00CDD2C7D4A2}" presName="LevelOneTextNode" presStyleLbl="node0" presStyleIdx="0" presStyleCnt="1" custScaleX="217655">
        <dgm:presLayoutVars>
          <dgm:chPref val="3"/>
        </dgm:presLayoutVars>
      </dgm:prSet>
      <dgm:spPr/>
    </dgm:pt>
    <dgm:pt modelId="{ADD72D71-A063-4CF2-B2A0-9637FA57431B}" type="pres">
      <dgm:prSet presAssocID="{0CC81716-C372-49AB-A48C-00CDD2C7D4A2}" presName="level2hierChild" presStyleCnt="0"/>
      <dgm:spPr/>
    </dgm:pt>
    <dgm:pt modelId="{DDB794B0-3C5E-4DCA-96F3-A6ADB88AF949}" type="pres">
      <dgm:prSet presAssocID="{C15ECC8A-17FA-41CD-8430-0CAD3AA85F66}" presName="conn2-1" presStyleLbl="parChTrans1D2" presStyleIdx="0" presStyleCnt="2"/>
      <dgm:spPr/>
    </dgm:pt>
    <dgm:pt modelId="{0FE5FE56-F59D-4141-8850-33C72574089A}" type="pres">
      <dgm:prSet presAssocID="{C15ECC8A-17FA-41CD-8430-0CAD3AA85F66}" presName="connTx" presStyleLbl="parChTrans1D2" presStyleIdx="0" presStyleCnt="2"/>
      <dgm:spPr/>
    </dgm:pt>
    <dgm:pt modelId="{B7E21D4D-B2A2-4BE7-B893-DE2B313E7EE4}" type="pres">
      <dgm:prSet presAssocID="{48061DE8-8DE9-4274-A1D1-D9F0E70DE02C}" presName="root2" presStyleCnt="0"/>
      <dgm:spPr/>
    </dgm:pt>
    <dgm:pt modelId="{4BD66DDB-6245-4BAB-A019-E32B2E9DD65E}" type="pres">
      <dgm:prSet presAssocID="{48061DE8-8DE9-4274-A1D1-D9F0E70DE02C}" presName="LevelTwoTextNode" presStyleLbl="node2" presStyleIdx="0" presStyleCnt="2" custScaleX="139656">
        <dgm:presLayoutVars>
          <dgm:chPref val="3"/>
        </dgm:presLayoutVars>
      </dgm:prSet>
      <dgm:spPr/>
    </dgm:pt>
    <dgm:pt modelId="{64B10F69-B3AE-4931-9B4D-090E39B8F517}" type="pres">
      <dgm:prSet presAssocID="{48061DE8-8DE9-4274-A1D1-D9F0E70DE02C}" presName="level3hierChild" presStyleCnt="0"/>
      <dgm:spPr/>
    </dgm:pt>
    <dgm:pt modelId="{9788CB19-A480-4CC9-AA45-DA609E4CF67E}" type="pres">
      <dgm:prSet presAssocID="{96194958-AC37-4C2B-ABFC-81A5F2319130}" presName="conn2-1" presStyleLbl="parChTrans1D3" presStyleIdx="0" presStyleCnt="4"/>
      <dgm:spPr/>
    </dgm:pt>
    <dgm:pt modelId="{389058F7-4A73-4348-B599-FEF3FDBE3A44}" type="pres">
      <dgm:prSet presAssocID="{96194958-AC37-4C2B-ABFC-81A5F2319130}" presName="connTx" presStyleLbl="parChTrans1D3" presStyleIdx="0" presStyleCnt="4"/>
      <dgm:spPr/>
    </dgm:pt>
    <dgm:pt modelId="{E865F7D8-429A-4A4B-9BF2-EEAA51DF3DEE}" type="pres">
      <dgm:prSet presAssocID="{F3A327F2-441D-4EF7-BE81-41C05945896B}" presName="root2" presStyleCnt="0"/>
      <dgm:spPr/>
    </dgm:pt>
    <dgm:pt modelId="{6BA8BCF8-C22A-4AA0-A9FA-488A18D5147B}" type="pres">
      <dgm:prSet presAssocID="{F3A327F2-441D-4EF7-BE81-41C05945896B}" presName="LevelTwoTextNode" presStyleLbl="node3" presStyleIdx="0" presStyleCnt="4">
        <dgm:presLayoutVars>
          <dgm:chPref val="3"/>
        </dgm:presLayoutVars>
      </dgm:prSet>
      <dgm:spPr/>
    </dgm:pt>
    <dgm:pt modelId="{D8B8167F-3551-4429-967F-F0607649493F}" type="pres">
      <dgm:prSet presAssocID="{F3A327F2-441D-4EF7-BE81-41C05945896B}" presName="level3hierChild" presStyleCnt="0"/>
      <dgm:spPr/>
    </dgm:pt>
    <dgm:pt modelId="{4547D6B9-C065-496B-8102-7DFDAE7E99E3}" type="pres">
      <dgm:prSet presAssocID="{E7613661-3057-46E2-826A-E23E6743A25A}" presName="conn2-1" presStyleLbl="parChTrans1D3" presStyleIdx="1" presStyleCnt="4"/>
      <dgm:spPr/>
    </dgm:pt>
    <dgm:pt modelId="{19C98F08-DE0D-4D8E-A6F8-6758652CFD5B}" type="pres">
      <dgm:prSet presAssocID="{E7613661-3057-46E2-826A-E23E6743A25A}" presName="connTx" presStyleLbl="parChTrans1D3" presStyleIdx="1" presStyleCnt="4"/>
      <dgm:spPr/>
    </dgm:pt>
    <dgm:pt modelId="{23F30C82-A428-4C74-A147-9B6D95AF7FDB}" type="pres">
      <dgm:prSet presAssocID="{21646B1B-161B-4DA6-895C-2F57E465CD01}" presName="root2" presStyleCnt="0"/>
      <dgm:spPr/>
    </dgm:pt>
    <dgm:pt modelId="{3E4040EB-FA51-44AD-BC71-66F6CE4C062C}" type="pres">
      <dgm:prSet presAssocID="{21646B1B-161B-4DA6-895C-2F57E465CD01}" presName="LevelTwoTextNode" presStyleLbl="node3" presStyleIdx="1" presStyleCnt="4">
        <dgm:presLayoutVars>
          <dgm:chPref val="3"/>
        </dgm:presLayoutVars>
      </dgm:prSet>
      <dgm:spPr/>
    </dgm:pt>
    <dgm:pt modelId="{BE617F11-31D1-4964-9DD4-743CED0D45FA}" type="pres">
      <dgm:prSet presAssocID="{21646B1B-161B-4DA6-895C-2F57E465CD01}" presName="level3hierChild" presStyleCnt="0"/>
      <dgm:spPr/>
    </dgm:pt>
    <dgm:pt modelId="{247FAD39-F789-4547-8338-CFA0F2054D68}" type="pres">
      <dgm:prSet presAssocID="{5BA355DF-C38B-4AA4-81EF-EB33B4314659}" presName="conn2-1" presStyleLbl="parChTrans1D2" presStyleIdx="1" presStyleCnt="2"/>
      <dgm:spPr/>
    </dgm:pt>
    <dgm:pt modelId="{AAB5E72C-E37E-46B9-A5E8-56610ABE6AF9}" type="pres">
      <dgm:prSet presAssocID="{5BA355DF-C38B-4AA4-81EF-EB33B4314659}" presName="connTx" presStyleLbl="parChTrans1D2" presStyleIdx="1" presStyleCnt="2"/>
      <dgm:spPr/>
    </dgm:pt>
    <dgm:pt modelId="{7515C680-FA0D-443C-BB5E-9757DE37C2E2}" type="pres">
      <dgm:prSet presAssocID="{C2D76E4F-8DD1-4ECA-A0F7-98FB70956560}" presName="root2" presStyleCnt="0"/>
      <dgm:spPr/>
    </dgm:pt>
    <dgm:pt modelId="{4632F518-D300-4455-8B15-60C08026DC5D}" type="pres">
      <dgm:prSet presAssocID="{C2D76E4F-8DD1-4ECA-A0F7-98FB70956560}" presName="LevelTwoTextNode" presStyleLbl="node2" presStyleIdx="1" presStyleCnt="2" custScaleX="139656">
        <dgm:presLayoutVars>
          <dgm:chPref val="3"/>
        </dgm:presLayoutVars>
      </dgm:prSet>
      <dgm:spPr/>
    </dgm:pt>
    <dgm:pt modelId="{52E6E7D1-1CC8-4F28-ACDF-AE2166C6408D}" type="pres">
      <dgm:prSet presAssocID="{C2D76E4F-8DD1-4ECA-A0F7-98FB70956560}" presName="level3hierChild" presStyleCnt="0"/>
      <dgm:spPr/>
    </dgm:pt>
    <dgm:pt modelId="{7C517B1C-E83C-49EA-AFB6-73769CD48705}" type="pres">
      <dgm:prSet presAssocID="{A46D1FF1-4517-4C80-B84A-E823232EC2B2}" presName="conn2-1" presStyleLbl="parChTrans1D3" presStyleIdx="2" presStyleCnt="4"/>
      <dgm:spPr/>
    </dgm:pt>
    <dgm:pt modelId="{8CB32FF2-4023-4C9D-AFC8-395FCD1199C8}" type="pres">
      <dgm:prSet presAssocID="{A46D1FF1-4517-4C80-B84A-E823232EC2B2}" presName="connTx" presStyleLbl="parChTrans1D3" presStyleIdx="2" presStyleCnt="4"/>
      <dgm:spPr/>
    </dgm:pt>
    <dgm:pt modelId="{1105FEE8-A554-49C1-BA3E-1C71342F357D}" type="pres">
      <dgm:prSet presAssocID="{00212730-C49A-4F0D-B8F6-100F644C5E54}" presName="root2" presStyleCnt="0"/>
      <dgm:spPr/>
    </dgm:pt>
    <dgm:pt modelId="{61F43AFC-27F3-4854-9726-9A1D4E73208C}" type="pres">
      <dgm:prSet presAssocID="{00212730-C49A-4F0D-B8F6-100F644C5E54}" presName="LevelTwoTextNode" presStyleLbl="node3" presStyleIdx="2" presStyleCnt="4">
        <dgm:presLayoutVars>
          <dgm:chPref val="3"/>
        </dgm:presLayoutVars>
      </dgm:prSet>
      <dgm:spPr/>
    </dgm:pt>
    <dgm:pt modelId="{61E19040-F816-488E-BB51-1C27DBC3A96C}" type="pres">
      <dgm:prSet presAssocID="{00212730-C49A-4F0D-B8F6-100F644C5E54}" presName="level3hierChild" presStyleCnt="0"/>
      <dgm:spPr/>
    </dgm:pt>
    <dgm:pt modelId="{D2837AB7-1721-46C1-97DC-A9BC9C255215}" type="pres">
      <dgm:prSet presAssocID="{8FB1E124-0033-469A-A62C-0D0B2CBF19C3}" presName="conn2-1" presStyleLbl="parChTrans1D3" presStyleIdx="3" presStyleCnt="4"/>
      <dgm:spPr/>
    </dgm:pt>
    <dgm:pt modelId="{4D4BE0B0-5748-4B4A-8470-B8A0986E59A3}" type="pres">
      <dgm:prSet presAssocID="{8FB1E124-0033-469A-A62C-0D0B2CBF19C3}" presName="connTx" presStyleLbl="parChTrans1D3" presStyleIdx="3" presStyleCnt="4"/>
      <dgm:spPr/>
    </dgm:pt>
    <dgm:pt modelId="{A68A64A4-D396-4C5C-B01B-223A1436E324}" type="pres">
      <dgm:prSet presAssocID="{7363153C-28B3-48FD-BFF3-4DD7ED35133F}" presName="root2" presStyleCnt="0"/>
      <dgm:spPr/>
    </dgm:pt>
    <dgm:pt modelId="{146B0A75-2C53-431B-8670-C298C790FF06}" type="pres">
      <dgm:prSet presAssocID="{7363153C-28B3-48FD-BFF3-4DD7ED35133F}" presName="LevelTwoTextNode" presStyleLbl="node3" presStyleIdx="3" presStyleCnt="4">
        <dgm:presLayoutVars>
          <dgm:chPref val="3"/>
        </dgm:presLayoutVars>
      </dgm:prSet>
      <dgm:spPr/>
    </dgm:pt>
    <dgm:pt modelId="{F16D4D84-F061-42B4-B5CE-EB70DFF223C9}" type="pres">
      <dgm:prSet presAssocID="{7363153C-28B3-48FD-BFF3-4DD7ED35133F}" presName="level3hierChild" presStyleCnt="0"/>
      <dgm:spPr/>
    </dgm:pt>
  </dgm:ptLst>
  <dgm:cxnLst>
    <dgm:cxn modelId="{A4E4B904-639A-49A8-8D51-AFE21C2AF1DC}" srcId="{C2D76E4F-8DD1-4ECA-A0F7-98FB70956560}" destId="{00212730-C49A-4F0D-B8F6-100F644C5E54}" srcOrd="0" destOrd="0" parTransId="{A46D1FF1-4517-4C80-B84A-E823232EC2B2}" sibTransId="{155FA46F-FC8D-4F73-A698-A3C0C6E81415}"/>
    <dgm:cxn modelId="{BD56090C-3EAD-48B7-831E-FF5FAB90B00B}" type="presOf" srcId="{21646B1B-161B-4DA6-895C-2F57E465CD01}" destId="{3E4040EB-FA51-44AD-BC71-66F6CE4C062C}" srcOrd="0" destOrd="0" presId="urn:microsoft.com/office/officeart/2005/8/layout/hierarchy2"/>
    <dgm:cxn modelId="{5D3CBD10-AB81-4318-B6B8-612FDA685CF0}" srcId="{0CC81716-C372-49AB-A48C-00CDD2C7D4A2}" destId="{48061DE8-8DE9-4274-A1D1-D9F0E70DE02C}" srcOrd="0" destOrd="0" parTransId="{C15ECC8A-17FA-41CD-8430-0CAD3AA85F66}" sibTransId="{1A2E0C06-5626-450E-A8E6-34C7D3954EF2}"/>
    <dgm:cxn modelId="{99DAA71F-AE3B-47FE-BB47-71DBD49D19C9}" type="presOf" srcId="{96194958-AC37-4C2B-ABFC-81A5F2319130}" destId="{9788CB19-A480-4CC9-AA45-DA609E4CF67E}" srcOrd="0" destOrd="0" presId="urn:microsoft.com/office/officeart/2005/8/layout/hierarchy2"/>
    <dgm:cxn modelId="{C819AB27-2D60-46B3-A07B-A02DC0E2E812}" type="presOf" srcId="{96194958-AC37-4C2B-ABFC-81A5F2319130}" destId="{389058F7-4A73-4348-B599-FEF3FDBE3A44}" srcOrd="1" destOrd="0" presId="urn:microsoft.com/office/officeart/2005/8/layout/hierarchy2"/>
    <dgm:cxn modelId="{D055503B-8013-44A4-AEFA-EDE95E643C6D}" type="presOf" srcId="{C15ECC8A-17FA-41CD-8430-0CAD3AA85F66}" destId="{0FE5FE56-F59D-4141-8850-33C72574089A}" srcOrd="1" destOrd="0" presId="urn:microsoft.com/office/officeart/2005/8/layout/hierarchy2"/>
    <dgm:cxn modelId="{66ACA85C-ED63-4E9A-B077-A2EFEA06789F}" type="presOf" srcId="{5BA355DF-C38B-4AA4-81EF-EB33B4314659}" destId="{AAB5E72C-E37E-46B9-A5E8-56610ABE6AF9}" srcOrd="1" destOrd="0" presId="urn:microsoft.com/office/officeart/2005/8/layout/hierarchy2"/>
    <dgm:cxn modelId="{F9902163-CE9C-4934-8FF2-F50D6445EF2F}" type="presOf" srcId="{A46D1FF1-4517-4C80-B84A-E823232EC2B2}" destId="{7C517B1C-E83C-49EA-AFB6-73769CD48705}" srcOrd="0" destOrd="0" presId="urn:microsoft.com/office/officeart/2005/8/layout/hierarchy2"/>
    <dgm:cxn modelId="{560EDA44-0690-47EE-B3B1-02B8B126B84E}" srcId="{48061DE8-8DE9-4274-A1D1-D9F0E70DE02C}" destId="{F3A327F2-441D-4EF7-BE81-41C05945896B}" srcOrd="0" destOrd="0" parTransId="{96194958-AC37-4C2B-ABFC-81A5F2319130}" sibTransId="{EB294666-48C7-4DA6-8C54-7CCF3A814CF5}"/>
    <dgm:cxn modelId="{79EF1868-FE03-446D-A07B-BDF159E0A034}" type="presOf" srcId="{C15ECC8A-17FA-41CD-8430-0CAD3AA85F66}" destId="{DDB794B0-3C5E-4DCA-96F3-A6ADB88AF949}" srcOrd="0" destOrd="0" presId="urn:microsoft.com/office/officeart/2005/8/layout/hierarchy2"/>
    <dgm:cxn modelId="{7BDA3E49-05D9-4C95-B075-5435347B0435}" type="presOf" srcId="{D4221FD4-1D66-4B0A-BC2A-41B474E53E71}" destId="{1A717640-695D-4843-A151-3D8085AF826A}" srcOrd="0" destOrd="0" presId="urn:microsoft.com/office/officeart/2005/8/layout/hierarchy2"/>
    <dgm:cxn modelId="{EB03B14C-9BCB-427B-BA06-051DB79000D7}" type="presOf" srcId="{7363153C-28B3-48FD-BFF3-4DD7ED35133F}" destId="{146B0A75-2C53-431B-8670-C298C790FF06}" srcOrd="0" destOrd="0" presId="urn:microsoft.com/office/officeart/2005/8/layout/hierarchy2"/>
    <dgm:cxn modelId="{908F7750-B233-453A-B1E8-F7E0C32E8FBC}" type="presOf" srcId="{00212730-C49A-4F0D-B8F6-100F644C5E54}" destId="{61F43AFC-27F3-4854-9726-9A1D4E73208C}" srcOrd="0" destOrd="0" presId="urn:microsoft.com/office/officeart/2005/8/layout/hierarchy2"/>
    <dgm:cxn modelId="{2E3F8878-27BD-4A1E-A0C9-FEB2C3BD04E5}" type="presOf" srcId="{F3A327F2-441D-4EF7-BE81-41C05945896B}" destId="{6BA8BCF8-C22A-4AA0-A9FA-488A18D5147B}" srcOrd="0" destOrd="0" presId="urn:microsoft.com/office/officeart/2005/8/layout/hierarchy2"/>
    <dgm:cxn modelId="{DD648884-E128-42D6-8B0D-6092C4EC07F9}" type="presOf" srcId="{A46D1FF1-4517-4C80-B84A-E823232EC2B2}" destId="{8CB32FF2-4023-4C9D-AFC8-395FCD1199C8}" srcOrd="1" destOrd="0" presId="urn:microsoft.com/office/officeart/2005/8/layout/hierarchy2"/>
    <dgm:cxn modelId="{95350490-5FDA-4C41-9C49-21C69D04176B}" type="presOf" srcId="{0CC81716-C372-49AB-A48C-00CDD2C7D4A2}" destId="{442F3E49-8828-44BA-8469-E76C54371435}" srcOrd="0" destOrd="0" presId="urn:microsoft.com/office/officeart/2005/8/layout/hierarchy2"/>
    <dgm:cxn modelId="{AAA21897-D7EA-4970-9B59-89AA9D336B08}" type="presOf" srcId="{8FB1E124-0033-469A-A62C-0D0B2CBF19C3}" destId="{D2837AB7-1721-46C1-97DC-A9BC9C255215}" srcOrd="0" destOrd="0" presId="urn:microsoft.com/office/officeart/2005/8/layout/hierarchy2"/>
    <dgm:cxn modelId="{3840E79D-7AA9-4237-9534-924BE0CFE725}" srcId="{C2D76E4F-8DD1-4ECA-A0F7-98FB70956560}" destId="{7363153C-28B3-48FD-BFF3-4DD7ED35133F}" srcOrd="1" destOrd="0" parTransId="{8FB1E124-0033-469A-A62C-0D0B2CBF19C3}" sibTransId="{11C79C9F-1A3A-43B5-AC9E-8D68437D164E}"/>
    <dgm:cxn modelId="{62D89C9E-16CE-4D60-83F3-A01FBE7A9C33}" type="presOf" srcId="{8FB1E124-0033-469A-A62C-0D0B2CBF19C3}" destId="{4D4BE0B0-5748-4B4A-8470-B8A0986E59A3}" srcOrd="1" destOrd="0" presId="urn:microsoft.com/office/officeart/2005/8/layout/hierarchy2"/>
    <dgm:cxn modelId="{B353839F-7217-4950-99E7-65DF7C596FE5}" type="presOf" srcId="{48061DE8-8DE9-4274-A1D1-D9F0E70DE02C}" destId="{4BD66DDB-6245-4BAB-A019-E32B2E9DD65E}" srcOrd="0" destOrd="0" presId="urn:microsoft.com/office/officeart/2005/8/layout/hierarchy2"/>
    <dgm:cxn modelId="{CF5FDEA0-D39D-4BFE-A1E3-E7FA1AABB78C}" srcId="{D4221FD4-1D66-4B0A-BC2A-41B474E53E71}" destId="{0CC81716-C372-49AB-A48C-00CDD2C7D4A2}" srcOrd="0" destOrd="0" parTransId="{1BBD1B66-9645-4D1A-8164-8ED7C09328F8}" sibTransId="{F30DA68A-C99A-4D8A-83AC-92183032DFBD}"/>
    <dgm:cxn modelId="{8E7281B1-4B15-4319-AAB3-EE3F8FFF9B3E}" type="presOf" srcId="{E7613661-3057-46E2-826A-E23E6743A25A}" destId="{4547D6B9-C065-496B-8102-7DFDAE7E99E3}" srcOrd="0" destOrd="0" presId="urn:microsoft.com/office/officeart/2005/8/layout/hierarchy2"/>
    <dgm:cxn modelId="{E2DDAAC2-3F00-44E4-BE77-C19181EA5310}" srcId="{48061DE8-8DE9-4274-A1D1-D9F0E70DE02C}" destId="{21646B1B-161B-4DA6-895C-2F57E465CD01}" srcOrd="1" destOrd="0" parTransId="{E7613661-3057-46E2-826A-E23E6743A25A}" sibTransId="{F798DA80-DB2E-47CC-A44D-46D9872E010F}"/>
    <dgm:cxn modelId="{D8A113E5-3233-4E25-BA92-BDEB8D564F99}" type="presOf" srcId="{E7613661-3057-46E2-826A-E23E6743A25A}" destId="{19C98F08-DE0D-4D8E-A6F8-6758652CFD5B}" srcOrd="1" destOrd="0" presId="urn:microsoft.com/office/officeart/2005/8/layout/hierarchy2"/>
    <dgm:cxn modelId="{E939A2EE-F1DA-444E-A6BD-E1929E759EB2}" type="presOf" srcId="{C2D76E4F-8DD1-4ECA-A0F7-98FB70956560}" destId="{4632F518-D300-4455-8B15-60C08026DC5D}" srcOrd="0" destOrd="0" presId="urn:microsoft.com/office/officeart/2005/8/layout/hierarchy2"/>
    <dgm:cxn modelId="{9E9065FA-2D43-4AE1-95E3-DBDDC1B0CEC8}" type="presOf" srcId="{5BA355DF-C38B-4AA4-81EF-EB33B4314659}" destId="{247FAD39-F789-4547-8338-CFA0F2054D68}" srcOrd="0" destOrd="0" presId="urn:microsoft.com/office/officeart/2005/8/layout/hierarchy2"/>
    <dgm:cxn modelId="{AA3B42FB-9182-4B24-BBBE-BFE32961EC0A}" srcId="{0CC81716-C372-49AB-A48C-00CDD2C7D4A2}" destId="{C2D76E4F-8DD1-4ECA-A0F7-98FB70956560}" srcOrd="1" destOrd="0" parTransId="{5BA355DF-C38B-4AA4-81EF-EB33B4314659}" sibTransId="{276AF252-8FAC-4520-85CE-C433175FDC06}"/>
    <dgm:cxn modelId="{E2131F48-2EEC-494F-8110-5C941E67EE81}" type="presParOf" srcId="{1A717640-695D-4843-A151-3D8085AF826A}" destId="{2DBDE2F5-F84C-4618-88AA-06C4B93B3650}" srcOrd="0" destOrd="0" presId="urn:microsoft.com/office/officeart/2005/8/layout/hierarchy2"/>
    <dgm:cxn modelId="{EE74B529-90E9-418F-8F62-C927C9F58C54}" type="presParOf" srcId="{2DBDE2F5-F84C-4618-88AA-06C4B93B3650}" destId="{442F3E49-8828-44BA-8469-E76C54371435}" srcOrd="0" destOrd="0" presId="urn:microsoft.com/office/officeart/2005/8/layout/hierarchy2"/>
    <dgm:cxn modelId="{057B2A42-C2F0-42FD-BEA7-0840629A4879}" type="presParOf" srcId="{2DBDE2F5-F84C-4618-88AA-06C4B93B3650}" destId="{ADD72D71-A063-4CF2-B2A0-9637FA57431B}" srcOrd="1" destOrd="0" presId="urn:microsoft.com/office/officeart/2005/8/layout/hierarchy2"/>
    <dgm:cxn modelId="{B4013CA6-C85C-4AAE-BB14-20CB96B79767}" type="presParOf" srcId="{ADD72D71-A063-4CF2-B2A0-9637FA57431B}" destId="{DDB794B0-3C5E-4DCA-96F3-A6ADB88AF949}" srcOrd="0" destOrd="0" presId="urn:microsoft.com/office/officeart/2005/8/layout/hierarchy2"/>
    <dgm:cxn modelId="{D3346BD8-8AC4-4CC6-98A0-4A70978B7EC9}" type="presParOf" srcId="{DDB794B0-3C5E-4DCA-96F3-A6ADB88AF949}" destId="{0FE5FE56-F59D-4141-8850-33C72574089A}" srcOrd="0" destOrd="0" presId="urn:microsoft.com/office/officeart/2005/8/layout/hierarchy2"/>
    <dgm:cxn modelId="{D5536C50-3CE2-4E3B-B958-48ADB3EF44C4}" type="presParOf" srcId="{ADD72D71-A063-4CF2-B2A0-9637FA57431B}" destId="{B7E21D4D-B2A2-4BE7-B893-DE2B313E7EE4}" srcOrd="1" destOrd="0" presId="urn:microsoft.com/office/officeart/2005/8/layout/hierarchy2"/>
    <dgm:cxn modelId="{279B48CB-ED55-4501-9C7B-7B6D4FDD6FA7}" type="presParOf" srcId="{B7E21D4D-B2A2-4BE7-B893-DE2B313E7EE4}" destId="{4BD66DDB-6245-4BAB-A019-E32B2E9DD65E}" srcOrd="0" destOrd="0" presId="urn:microsoft.com/office/officeart/2005/8/layout/hierarchy2"/>
    <dgm:cxn modelId="{6692D2C4-C180-4B70-BB76-838007F30E2F}" type="presParOf" srcId="{B7E21D4D-B2A2-4BE7-B893-DE2B313E7EE4}" destId="{64B10F69-B3AE-4931-9B4D-090E39B8F517}" srcOrd="1" destOrd="0" presId="urn:microsoft.com/office/officeart/2005/8/layout/hierarchy2"/>
    <dgm:cxn modelId="{E0A71626-931F-4A9E-BB40-A6CE467A96A3}" type="presParOf" srcId="{64B10F69-B3AE-4931-9B4D-090E39B8F517}" destId="{9788CB19-A480-4CC9-AA45-DA609E4CF67E}" srcOrd="0" destOrd="0" presId="urn:microsoft.com/office/officeart/2005/8/layout/hierarchy2"/>
    <dgm:cxn modelId="{79799C1E-85C4-45E7-BE4B-6070AE4EE217}" type="presParOf" srcId="{9788CB19-A480-4CC9-AA45-DA609E4CF67E}" destId="{389058F7-4A73-4348-B599-FEF3FDBE3A44}" srcOrd="0" destOrd="0" presId="urn:microsoft.com/office/officeart/2005/8/layout/hierarchy2"/>
    <dgm:cxn modelId="{96FF6B02-BD5A-4B05-AA5A-8B2F4E49CED9}" type="presParOf" srcId="{64B10F69-B3AE-4931-9B4D-090E39B8F517}" destId="{E865F7D8-429A-4A4B-9BF2-EEAA51DF3DEE}" srcOrd="1" destOrd="0" presId="urn:microsoft.com/office/officeart/2005/8/layout/hierarchy2"/>
    <dgm:cxn modelId="{1A27FA75-DFAF-4383-A24C-4BBFDD0223B3}" type="presParOf" srcId="{E865F7D8-429A-4A4B-9BF2-EEAA51DF3DEE}" destId="{6BA8BCF8-C22A-4AA0-A9FA-488A18D5147B}" srcOrd="0" destOrd="0" presId="urn:microsoft.com/office/officeart/2005/8/layout/hierarchy2"/>
    <dgm:cxn modelId="{5DEDB91A-BE1C-4510-A32D-E66037392145}" type="presParOf" srcId="{E865F7D8-429A-4A4B-9BF2-EEAA51DF3DEE}" destId="{D8B8167F-3551-4429-967F-F0607649493F}" srcOrd="1" destOrd="0" presId="urn:microsoft.com/office/officeart/2005/8/layout/hierarchy2"/>
    <dgm:cxn modelId="{1252E25C-D0EE-4333-8DA9-D4B4491DDC6B}" type="presParOf" srcId="{64B10F69-B3AE-4931-9B4D-090E39B8F517}" destId="{4547D6B9-C065-496B-8102-7DFDAE7E99E3}" srcOrd="2" destOrd="0" presId="urn:microsoft.com/office/officeart/2005/8/layout/hierarchy2"/>
    <dgm:cxn modelId="{6BD32AA5-5B0D-4F03-A342-6CAB40936515}" type="presParOf" srcId="{4547D6B9-C065-496B-8102-7DFDAE7E99E3}" destId="{19C98F08-DE0D-4D8E-A6F8-6758652CFD5B}" srcOrd="0" destOrd="0" presId="urn:microsoft.com/office/officeart/2005/8/layout/hierarchy2"/>
    <dgm:cxn modelId="{A522BE62-312E-4B96-9F60-67D77D86E05B}" type="presParOf" srcId="{64B10F69-B3AE-4931-9B4D-090E39B8F517}" destId="{23F30C82-A428-4C74-A147-9B6D95AF7FDB}" srcOrd="3" destOrd="0" presId="urn:microsoft.com/office/officeart/2005/8/layout/hierarchy2"/>
    <dgm:cxn modelId="{D2B57FA2-FE73-4442-9DA3-55248C339EFA}" type="presParOf" srcId="{23F30C82-A428-4C74-A147-9B6D95AF7FDB}" destId="{3E4040EB-FA51-44AD-BC71-66F6CE4C062C}" srcOrd="0" destOrd="0" presId="urn:microsoft.com/office/officeart/2005/8/layout/hierarchy2"/>
    <dgm:cxn modelId="{06ADF92B-3CEC-4C95-9AF0-2F04E63EA1E6}" type="presParOf" srcId="{23F30C82-A428-4C74-A147-9B6D95AF7FDB}" destId="{BE617F11-31D1-4964-9DD4-743CED0D45FA}" srcOrd="1" destOrd="0" presId="urn:microsoft.com/office/officeart/2005/8/layout/hierarchy2"/>
    <dgm:cxn modelId="{BAE161E8-31CF-4937-97E0-4457204FEF85}" type="presParOf" srcId="{ADD72D71-A063-4CF2-B2A0-9637FA57431B}" destId="{247FAD39-F789-4547-8338-CFA0F2054D68}" srcOrd="2" destOrd="0" presId="urn:microsoft.com/office/officeart/2005/8/layout/hierarchy2"/>
    <dgm:cxn modelId="{E57BF401-4339-45DA-BCC8-8EBECF0C0344}" type="presParOf" srcId="{247FAD39-F789-4547-8338-CFA0F2054D68}" destId="{AAB5E72C-E37E-46B9-A5E8-56610ABE6AF9}" srcOrd="0" destOrd="0" presId="urn:microsoft.com/office/officeart/2005/8/layout/hierarchy2"/>
    <dgm:cxn modelId="{93B0D339-B501-45C9-8DD8-CBC0E485956F}" type="presParOf" srcId="{ADD72D71-A063-4CF2-B2A0-9637FA57431B}" destId="{7515C680-FA0D-443C-BB5E-9757DE37C2E2}" srcOrd="3" destOrd="0" presId="urn:microsoft.com/office/officeart/2005/8/layout/hierarchy2"/>
    <dgm:cxn modelId="{5ECEACD8-8DC8-4A32-A85E-3A8B4A470A12}" type="presParOf" srcId="{7515C680-FA0D-443C-BB5E-9757DE37C2E2}" destId="{4632F518-D300-4455-8B15-60C08026DC5D}" srcOrd="0" destOrd="0" presId="urn:microsoft.com/office/officeart/2005/8/layout/hierarchy2"/>
    <dgm:cxn modelId="{9040D1A2-E2A5-4D99-97DF-7A431CC9F12D}" type="presParOf" srcId="{7515C680-FA0D-443C-BB5E-9757DE37C2E2}" destId="{52E6E7D1-1CC8-4F28-ACDF-AE2166C6408D}" srcOrd="1" destOrd="0" presId="urn:microsoft.com/office/officeart/2005/8/layout/hierarchy2"/>
    <dgm:cxn modelId="{6C725189-AA76-4EBF-B931-7EF042CC9107}" type="presParOf" srcId="{52E6E7D1-1CC8-4F28-ACDF-AE2166C6408D}" destId="{7C517B1C-E83C-49EA-AFB6-73769CD48705}" srcOrd="0" destOrd="0" presId="urn:microsoft.com/office/officeart/2005/8/layout/hierarchy2"/>
    <dgm:cxn modelId="{827B0A5A-C064-4AD9-8C03-ECCA248AAC61}" type="presParOf" srcId="{7C517B1C-E83C-49EA-AFB6-73769CD48705}" destId="{8CB32FF2-4023-4C9D-AFC8-395FCD1199C8}" srcOrd="0" destOrd="0" presId="urn:microsoft.com/office/officeart/2005/8/layout/hierarchy2"/>
    <dgm:cxn modelId="{185399AB-F5E0-42E9-B76C-B386898EA062}" type="presParOf" srcId="{52E6E7D1-1CC8-4F28-ACDF-AE2166C6408D}" destId="{1105FEE8-A554-49C1-BA3E-1C71342F357D}" srcOrd="1" destOrd="0" presId="urn:microsoft.com/office/officeart/2005/8/layout/hierarchy2"/>
    <dgm:cxn modelId="{D5862838-AE87-47A4-A927-90611987E455}" type="presParOf" srcId="{1105FEE8-A554-49C1-BA3E-1C71342F357D}" destId="{61F43AFC-27F3-4854-9726-9A1D4E73208C}" srcOrd="0" destOrd="0" presId="urn:microsoft.com/office/officeart/2005/8/layout/hierarchy2"/>
    <dgm:cxn modelId="{2D21E0D6-CA3C-4B34-B590-D0524AE14DE3}" type="presParOf" srcId="{1105FEE8-A554-49C1-BA3E-1C71342F357D}" destId="{61E19040-F816-488E-BB51-1C27DBC3A96C}" srcOrd="1" destOrd="0" presId="urn:microsoft.com/office/officeart/2005/8/layout/hierarchy2"/>
    <dgm:cxn modelId="{93155189-5DDD-42DC-9776-C1FE4A5C4E09}" type="presParOf" srcId="{52E6E7D1-1CC8-4F28-ACDF-AE2166C6408D}" destId="{D2837AB7-1721-46C1-97DC-A9BC9C255215}" srcOrd="2" destOrd="0" presId="urn:microsoft.com/office/officeart/2005/8/layout/hierarchy2"/>
    <dgm:cxn modelId="{F48C554A-551D-43E1-83B1-794CC31F02A9}" type="presParOf" srcId="{D2837AB7-1721-46C1-97DC-A9BC9C255215}" destId="{4D4BE0B0-5748-4B4A-8470-B8A0986E59A3}" srcOrd="0" destOrd="0" presId="urn:microsoft.com/office/officeart/2005/8/layout/hierarchy2"/>
    <dgm:cxn modelId="{64C585B0-5490-42CA-8A93-EEFCB92CEA7D}" type="presParOf" srcId="{52E6E7D1-1CC8-4F28-ACDF-AE2166C6408D}" destId="{A68A64A4-D396-4C5C-B01B-223A1436E324}" srcOrd="3" destOrd="0" presId="urn:microsoft.com/office/officeart/2005/8/layout/hierarchy2"/>
    <dgm:cxn modelId="{8FB21826-CF18-4E3F-8E75-EB6DDE767BD9}" type="presParOf" srcId="{A68A64A4-D396-4C5C-B01B-223A1436E324}" destId="{146B0A75-2C53-431B-8670-C298C790FF06}" srcOrd="0" destOrd="0" presId="urn:microsoft.com/office/officeart/2005/8/layout/hierarchy2"/>
    <dgm:cxn modelId="{ADA1F220-C15E-4980-80C7-F209649655CB}" type="presParOf" srcId="{A68A64A4-D396-4C5C-B01B-223A1436E324}" destId="{F16D4D84-F061-42B4-B5CE-EB70DFF223C9}"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63E24B07-8023-4E9F-8558-D5757EF64B7C}"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84CE331B-A2F1-4994-A2C0-B65489AF8510}">
      <dgm:prSet/>
      <dgm:spPr>
        <a:solidFill>
          <a:srgbClr val="FF9933"/>
        </a:solidFill>
      </dgm:spPr>
      <dgm:t>
        <a:bodyPr/>
        <a:lstStyle/>
        <a:p>
          <a:r>
            <a:rPr lang="it-IT" noProof="0" dirty="0"/>
            <a:t>SUMMARY</a:t>
          </a:r>
          <a:endParaRPr lang="en-US" noProof="0" dirty="0"/>
        </a:p>
      </dgm:t>
    </dgm:pt>
    <dgm:pt modelId="{CC435F49-3F9A-47FC-88AE-935FC54B5CCD}" type="parTrans" cxnId="{97D164E1-ACE2-4B9F-B4DD-72A46629E42C}">
      <dgm:prSet/>
      <dgm:spPr/>
      <dgm:t>
        <a:bodyPr/>
        <a:lstStyle/>
        <a:p>
          <a:endParaRPr lang="en-US"/>
        </a:p>
      </dgm:t>
    </dgm:pt>
    <dgm:pt modelId="{9C795862-B258-406F-AD2D-407A4D17CDDB}" type="sibTrans" cxnId="{97D164E1-ACE2-4B9F-B4DD-72A46629E42C}">
      <dgm:prSet/>
      <dgm:spPr/>
      <dgm:t>
        <a:bodyPr/>
        <a:lstStyle/>
        <a:p>
          <a:endParaRPr lang="en-US"/>
        </a:p>
      </dgm:t>
    </dgm:pt>
    <dgm:pt modelId="{06E6221C-8B8F-490C-A7A3-42A4585E0B9D}">
      <dgm:prSet/>
      <dgm:spPr/>
      <dgm:t>
        <a:bodyPr/>
        <a:lstStyle/>
        <a:p>
          <a:r>
            <a:rPr lang="en-US" noProof="0" dirty="0"/>
            <a:t>PROJECT COST</a:t>
          </a:r>
        </a:p>
      </dgm:t>
    </dgm:pt>
    <dgm:pt modelId="{CD7F272E-575F-44E8-9A51-5BDFF482F692}" type="parTrans" cxnId="{348BAC37-1CE5-42F8-8399-3F986853E5F3}">
      <dgm:prSet/>
      <dgm:spPr/>
      <dgm:t>
        <a:bodyPr/>
        <a:lstStyle/>
        <a:p>
          <a:endParaRPr lang="en-US"/>
        </a:p>
      </dgm:t>
    </dgm:pt>
    <dgm:pt modelId="{602351CA-4F77-4FD9-B468-5441F30740C3}" type="sibTrans" cxnId="{348BAC37-1CE5-42F8-8399-3F986853E5F3}">
      <dgm:prSet/>
      <dgm:spPr/>
      <dgm:t>
        <a:bodyPr/>
        <a:lstStyle/>
        <a:p>
          <a:endParaRPr lang="en-US"/>
        </a:p>
      </dgm:t>
    </dgm:pt>
    <dgm:pt modelId="{C6F996E9-5985-4AE7-B223-2F0FA1F94499}">
      <dgm:prSet/>
      <dgm:spPr/>
      <dgm:t>
        <a:bodyPr/>
        <a:lstStyle/>
        <a:p>
          <a:r>
            <a:rPr lang="en-US" noProof="0" dirty="0"/>
            <a:t>BENEFIT MAP</a:t>
          </a:r>
        </a:p>
      </dgm:t>
    </dgm:pt>
    <dgm:pt modelId="{B1590632-4859-40DB-9BD3-A6B996329AFF}" type="parTrans" cxnId="{5A103ACB-3012-4C67-AA5D-685D0AA17E2D}">
      <dgm:prSet/>
      <dgm:spPr/>
      <dgm:t>
        <a:bodyPr/>
        <a:lstStyle/>
        <a:p>
          <a:endParaRPr lang="en-US"/>
        </a:p>
      </dgm:t>
    </dgm:pt>
    <dgm:pt modelId="{30A4A628-A0EB-4568-98A5-63C9817D006B}" type="sibTrans" cxnId="{5A103ACB-3012-4C67-AA5D-685D0AA17E2D}">
      <dgm:prSet/>
      <dgm:spPr/>
      <dgm:t>
        <a:bodyPr/>
        <a:lstStyle/>
        <a:p>
          <a:endParaRPr lang="en-US"/>
        </a:p>
      </dgm:t>
    </dgm:pt>
    <dgm:pt modelId="{CB194857-4D31-426A-94B1-A529F007BDED}">
      <dgm:prSet/>
      <dgm:spPr/>
      <dgm:t>
        <a:bodyPr/>
        <a:lstStyle/>
        <a:p>
          <a:r>
            <a:rPr lang="en-US" noProof="0" dirty="0"/>
            <a:t>COST MAP</a:t>
          </a:r>
        </a:p>
      </dgm:t>
    </dgm:pt>
    <dgm:pt modelId="{60878193-BACE-49D1-9AB9-8EA1D24A7A2D}" type="parTrans" cxnId="{325C9129-D8F5-42A0-BB7F-6194B84D0637}">
      <dgm:prSet/>
      <dgm:spPr/>
      <dgm:t>
        <a:bodyPr/>
        <a:lstStyle/>
        <a:p>
          <a:endParaRPr lang="en-US"/>
        </a:p>
      </dgm:t>
    </dgm:pt>
    <dgm:pt modelId="{8D59A778-CD0F-479B-8C1B-5D857326CA25}" type="sibTrans" cxnId="{325C9129-D8F5-42A0-BB7F-6194B84D0637}">
      <dgm:prSet/>
      <dgm:spPr/>
      <dgm:t>
        <a:bodyPr/>
        <a:lstStyle/>
        <a:p>
          <a:endParaRPr lang="en-US"/>
        </a:p>
      </dgm:t>
    </dgm:pt>
    <dgm:pt modelId="{8900369D-2544-4282-B2F5-434020914D80}">
      <dgm:prSet/>
      <dgm:spPr/>
      <dgm:t>
        <a:bodyPr/>
        <a:lstStyle/>
        <a:p>
          <a:r>
            <a:rPr lang="en-US" noProof="0" dirty="0"/>
            <a:t>SENSITIVITY ANALYSIS</a:t>
          </a:r>
        </a:p>
      </dgm:t>
    </dgm:pt>
    <dgm:pt modelId="{903D01E4-1E95-463F-A01B-275115D5D118}" type="parTrans" cxnId="{DDE85CA9-B7BD-4F20-99C7-8D74C3C22845}">
      <dgm:prSet/>
      <dgm:spPr/>
      <dgm:t>
        <a:bodyPr/>
        <a:lstStyle/>
        <a:p>
          <a:endParaRPr lang="en-US"/>
        </a:p>
      </dgm:t>
    </dgm:pt>
    <dgm:pt modelId="{57F3BF74-AA03-43E6-8CE1-D5CDC70743FD}" type="sibTrans" cxnId="{DDE85CA9-B7BD-4F20-99C7-8D74C3C22845}">
      <dgm:prSet/>
      <dgm:spPr/>
      <dgm:t>
        <a:bodyPr/>
        <a:lstStyle/>
        <a:p>
          <a:endParaRPr lang="en-US"/>
        </a:p>
      </dgm:t>
    </dgm:pt>
    <dgm:pt modelId="{4B3B7C59-1131-4BFD-A5BC-CDF910E218EA}">
      <dgm:prSet/>
      <dgm:spPr/>
      <dgm:t>
        <a:bodyPr/>
        <a:lstStyle/>
        <a:p>
          <a:r>
            <a:rPr lang="en-US" noProof="0" dirty="0"/>
            <a:t>SENSITIVITY ANALYSIS</a:t>
          </a:r>
        </a:p>
      </dgm:t>
    </dgm:pt>
    <dgm:pt modelId="{CFE2F160-7AB7-4B5B-8749-52157FFABE18}" type="parTrans" cxnId="{F34990A0-01F0-4ABB-BF00-6E88A287314D}">
      <dgm:prSet/>
      <dgm:spPr/>
      <dgm:t>
        <a:bodyPr/>
        <a:lstStyle/>
        <a:p>
          <a:endParaRPr lang="en-US"/>
        </a:p>
      </dgm:t>
    </dgm:pt>
    <dgm:pt modelId="{B4895FE8-BD7B-4856-8E5F-42F2AF2A8E55}" type="sibTrans" cxnId="{F34990A0-01F0-4ABB-BF00-6E88A287314D}">
      <dgm:prSet/>
      <dgm:spPr/>
      <dgm:t>
        <a:bodyPr/>
        <a:lstStyle/>
        <a:p>
          <a:endParaRPr lang="en-US"/>
        </a:p>
      </dgm:t>
    </dgm:pt>
    <dgm:pt modelId="{75732081-60CC-4B15-9B66-8337E6A5269E}">
      <dgm:prSet/>
      <dgm:spPr/>
      <dgm:t>
        <a:bodyPr/>
        <a:lstStyle/>
        <a:p>
          <a:r>
            <a:rPr lang="en-US" noProof="0" dirty="0"/>
            <a:t>PROJECT BENEFIT</a:t>
          </a:r>
        </a:p>
      </dgm:t>
    </dgm:pt>
    <dgm:pt modelId="{2B3C7197-A15F-461F-9659-365653F9EA10}" type="parTrans" cxnId="{983694C3-1176-48AA-862E-010040CFB45E}">
      <dgm:prSet/>
      <dgm:spPr/>
      <dgm:t>
        <a:bodyPr/>
        <a:lstStyle/>
        <a:p>
          <a:endParaRPr lang="en-US"/>
        </a:p>
      </dgm:t>
    </dgm:pt>
    <dgm:pt modelId="{B3C1C00B-EF2C-4112-A76E-542167469372}" type="sibTrans" cxnId="{983694C3-1176-48AA-862E-010040CFB45E}">
      <dgm:prSet/>
      <dgm:spPr/>
      <dgm:t>
        <a:bodyPr/>
        <a:lstStyle/>
        <a:p>
          <a:endParaRPr lang="en-US"/>
        </a:p>
      </dgm:t>
    </dgm:pt>
    <dgm:pt modelId="{D6623F11-B6DD-4799-8D1F-28B3876BD098}">
      <dgm:prSet/>
      <dgm:spPr>
        <a:solidFill>
          <a:srgbClr val="FF9933"/>
        </a:solidFill>
      </dgm:spPr>
      <dgm:t>
        <a:bodyPr/>
        <a:lstStyle/>
        <a:p>
          <a:r>
            <a:rPr lang="en-US" noProof="0" dirty="0"/>
            <a:t>COST BENEFIT TREE</a:t>
          </a:r>
        </a:p>
      </dgm:t>
    </dgm:pt>
    <dgm:pt modelId="{8EB596D1-576B-430B-8880-0F34D7926CB8}" type="parTrans" cxnId="{6CCDD3B2-D575-42FA-B063-6C4D9156BC3E}">
      <dgm:prSet/>
      <dgm:spPr/>
      <dgm:t>
        <a:bodyPr/>
        <a:lstStyle/>
        <a:p>
          <a:endParaRPr lang="en-US"/>
        </a:p>
      </dgm:t>
    </dgm:pt>
    <dgm:pt modelId="{25C9561D-BAAD-411B-9B0F-B2C4600177BE}" type="sibTrans" cxnId="{6CCDD3B2-D575-42FA-B063-6C4D9156BC3E}">
      <dgm:prSet/>
      <dgm:spPr/>
      <dgm:t>
        <a:bodyPr/>
        <a:lstStyle/>
        <a:p>
          <a:endParaRPr lang="en-US"/>
        </a:p>
      </dgm:t>
    </dgm:pt>
    <dgm:pt modelId="{1AD13B7A-E548-4639-A9DC-08ABEF550FA9}">
      <dgm:prSet/>
      <dgm:spPr>
        <a:solidFill>
          <a:srgbClr val="FF9933"/>
        </a:solidFill>
      </dgm:spPr>
      <dgm:t>
        <a:bodyPr/>
        <a:lstStyle/>
        <a:p>
          <a:r>
            <a:rPr lang="en-US" noProof="0" dirty="0"/>
            <a:t>REVIEW QUESTIONS</a:t>
          </a:r>
        </a:p>
      </dgm:t>
    </dgm:pt>
    <dgm:pt modelId="{388368B9-5D65-4F33-AFCF-057BE5AFBD3C}" type="parTrans" cxnId="{640294D1-FE27-4806-992C-87C3DD812700}">
      <dgm:prSet/>
      <dgm:spPr/>
      <dgm:t>
        <a:bodyPr/>
        <a:lstStyle/>
        <a:p>
          <a:endParaRPr lang="en-US"/>
        </a:p>
      </dgm:t>
    </dgm:pt>
    <dgm:pt modelId="{849948A2-ABA2-4D2F-93A2-CBB05AFBA675}" type="sibTrans" cxnId="{640294D1-FE27-4806-992C-87C3DD812700}">
      <dgm:prSet/>
      <dgm:spPr/>
      <dgm:t>
        <a:bodyPr/>
        <a:lstStyle/>
        <a:p>
          <a:endParaRPr lang="en-US"/>
        </a:p>
      </dgm:t>
    </dgm:pt>
    <dgm:pt modelId="{B043F080-F1A6-45BE-8EDF-DC9FCF2503A2}" type="pres">
      <dgm:prSet presAssocID="{63E24B07-8023-4E9F-8558-D5757EF64B7C}" presName="hierChild1" presStyleCnt="0">
        <dgm:presLayoutVars>
          <dgm:orgChart val="1"/>
          <dgm:chPref val="1"/>
          <dgm:dir/>
          <dgm:animOne val="branch"/>
          <dgm:animLvl val="lvl"/>
          <dgm:resizeHandles/>
        </dgm:presLayoutVars>
      </dgm:prSet>
      <dgm:spPr/>
    </dgm:pt>
    <dgm:pt modelId="{E5689C14-D8E5-4433-8491-06AB16B93A99}" type="pres">
      <dgm:prSet presAssocID="{84CE331B-A2F1-4994-A2C0-B65489AF8510}" presName="hierRoot1" presStyleCnt="0">
        <dgm:presLayoutVars>
          <dgm:hierBranch val="r"/>
        </dgm:presLayoutVars>
      </dgm:prSet>
      <dgm:spPr/>
    </dgm:pt>
    <dgm:pt modelId="{34CF62EF-5DD4-48E4-920A-68D857F27D1B}" type="pres">
      <dgm:prSet presAssocID="{84CE331B-A2F1-4994-A2C0-B65489AF8510}" presName="rootComposite1" presStyleCnt="0"/>
      <dgm:spPr/>
    </dgm:pt>
    <dgm:pt modelId="{1AA3B4BA-ED50-4E41-A4CB-821BD025FE04}" type="pres">
      <dgm:prSet presAssocID="{84CE331B-A2F1-4994-A2C0-B65489AF8510}" presName="rootText1" presStyleLbl="node0" presStyleIdx="0" presStyleCnt="3">
        <dgm:presLayoutVars>
          <dgm:chPref val="3"/>
        </dgm:presLayoutVars>
      </dgm:prSet>
      <dgm:spPr/>
    </dgm:pt>
    <dgm:pt modelId="{353DA8B1-F13F-49BB-9D00-623956149B3F}" type="pres">
      <dgm:prSet presAssocID="{84CE331B-A2F1-4994-A2C0-B65489AF8510}" presName="rootConnector1" presStyleLbl="node1" presStyleIdx="0" presStyleCnt="0"/>
      <dgm:spPr/>
    </dgm:pt>
    <dgm:pt modelId="{9E2E75E0-83B4-438D-B64D-84346CDEF77D}" type="pres">
      <dgm:prSet presAssocID="{84CE331B-A2F1-4994-A2C0-B65489AF8510}" presName="hierChild2" presStyleCnt="0"/>
      <dgm:spPr/>
    </dgm:pt>
    <dgm:pt modelId="{8D133B33-8ACF-405A-8198-3E31EC62DB5F}" type="pres">
      <dgm:prSet presAssocID="{8EB596D1-576B-430B-8880-0F34D7926CB8}" presName="Name50" presStyleLbl="parChTrans1D2" presStyleIdx="0" presStyleCnt="6"/>
      <dgm:spPr/>
    </dgm:pt>
    <dgm:pt modelId="{F6C48FB2-4F65-473E-A99D-F49F74356815}" type="pres">
      <dgm:prSet presAssocID="{D6623F11-B6DD-4799-8D1F-28B3876BD098}" presName="hierRoot2" presStyleCnt="0">
        <dgm:presLayoutVars>
          <dgm:hierBranch val="init"/>
        </dgm:presLayoutVars>
      </dgm:prSet>
      <dgm:spPr/>
    </dgm:pt>
    <dgm:pt modelId="{456AA67A-26E4-4882-AF6E-CE2970C413E2}" type="pres">
      <dgm:prSet presAssocID="{D6623F11-B6DD-4799-8D1F-28B3876BD098}" presName="rootComposite" presStyleCnt="0"/>
      <dgm:spPr/>
    </dgm:pt>
    <dgm:pt modelId="{B3806EBD-3BE7-47C3-8D10-AAA7F8DB4E7B}" type="pres">
      <dgm:prSet presAssocID="{D6623F11-B6DD-4799-8D1F-28B3876BD098}" presName="rootText" presStyleLbl="node2" presStyleIdx="0" presStyleCnt="6">
        <dgm:presLayoutVars>
          <dgm:chPref val="3"/>
        </dgm:presLayoutVars>
      </dgm:prSet>
      <dgm:spPr/>
    </dgm:pt>
    <dgm:pt modelId="{F0F98BE4-8949-4B49-8455-22F8D3605694}" type="pres">
      <dgm:prSet presAssocID="{D6623F11-B6DD-4799-8D1F-28B3876BD098}" presName="rootConnector" presStyleLbl="node2" presStyleIdx="0" presStyleCnt="6"/>
      <dgm:spPr/>
    </dgm:pt>
    <dgm:pt modelId="{35C5DBFA-95CF-4538-BE30-884188A66A81}" type="pres">
      <dgm:prSet presAssocID="{D6623F11-B6DD-4799-8D1F-28B3876BD098}" presName="hierChild4" presStyleCnt="0"/>
      <dgm:spPr/>
    </dgm:pt>
    <dgm:pt modelId="{CF2484ED-397D-482E-AA2C-878D66282FF7}" type="pres">
      <dgm:prSet presAssocID="{D6623F11-B6DD-4799-8D1F-28B3876BD098}" presName="hierChild5" presStyleCnt="0"/>
      <dgm:spPr/>
    </dgm:pt>
    <dgm:pt modelId="{86CCDE7C-D2F0-418F-B571-C70C52080562}" type="pres">
      <dgm:prSet presAssocID="{388368B9-5D65-4F33-AFCF-057BE5AFBD3C}" presName="Name50" presStyleLbl="parChTrans1D2" presStyleIdx="1" presStyleCnt="6"/>
      <dgm:spPr/>
    </dgm:pt>
    <dgm:pt modelId="{A7DA5730-FE3D-467E-B3AF-CFB6C03E0A5B}" type="pres">
      <dgm:prSet presAssocID="{1AD13B7A-E548-4639-A9DC-08ABEF550FA9}" presName="hierRoot2" presStyleCnt="0">
        <dgm:presLayoutVars>
          <dgm:hierBranch val="init"/>
        </dgm:presLayoutVars>
      </dgm:prSet>
      <dgm:spPr/>
    </dgm:pt>
    <dgm:pt modelId="{E54FA362-B3E5-45E5-BDEC-A9050279A0D7}" type="pres">
      <dgm:prSet presAssocID="{1AD13B7A-E548-4639-A9DC-08ABEF550FA9}" presName="rootComposite" presStyleCnt="0"/>
      <dgm:spPr/>
    </dgm:pt>
    <dgm:pt modelId="{0F961E4A-9583-4DDC-BE90-D8C54C0295AA}" type="pres">
      <dgm:prSet presAssocID="{1AD13B7A-E548-4639-A9DC-08ABEF550FA9}" presName="rootText" presStyleLbl="node2" presStyleIdx="1" presStyleCnt="6">
        <dgm:presLayoutVars>
          <dgm:chPref val="3"/>
        </dgm:presLayoutVars>
      </dgm:prSet>
      <dgm:spPr/>
    </dgm:pt>
    <dgm:pt modelId="{ECBCBB9C-C2A2-4C07-96FC-7D92CD937EAB}" type="pres">
      <dgm:prSet presAssocID="{1AD13B7A-E548-4639-A9DC-08ABEF550FA9}" presName="rootConnector" presStyleLbl="node2" presStyleIdx="1" presStyleCnt="6"/>
      <dgm:spPr/>
    </dgm:pt>
    <dgm:pt modelId="{E87D6145-18D8-4071-BC37-42C420100AB8}" type="pres">
      <dgm:prSet presAssocID="{1AD13B7A-E548-4639-A9DC-08ABEF550FA9}" presName="hierChild4" presStyleCnt="0"/>
      <dgm:spPr/>
    </dgm:pt>
    <dgm:pt modelId="{2941CB0D-B9D7-44A6-BFD9-EF86B301C9B6}" type="pres">
      <dgm:prSet presAssocID="{1AD13B7A-E548-4639-A9DC-08ABEF550FA9}" presName="hierChild5" presStyleCnt="0"/>
      <dgm:spPr/>
    </dgm:pt>
    <dgm:pt modelId="{64C05BB3-A715-4BB9-A2E2-CBE5B3CC0849}" type="pres">
      <dgm:prSet presAssocID="{84CE331B-A2F1-4994-A2C0-B65489AF8510}" presName="hierChild3" presStyleCnt="0"/>
      <dgm:spPr/>
    </dgm:pt>
    <dgm:pt modelId="{CB95909D-1A38-4FEA-B87E-4B0A9E1DE0BA}" type="pres">
      <dgm:prSet presAssocID="{75732081-60CC-4B15-9B66-8337E6A5269E}" presName="hierRoot1" presStyleCnt="0">
        <dgm:presLayoutVars>
          <dgm:hierBranch val="r"/>
        </dgm:presLayoutVars>
      </dgm:prSet>
      <dgm:spPr/>
    </dgm:pt>
    <dgm:pt modelId="{86909752-A3A1-46D6-8CC7-9A5ABD353A68}" type="pres">
      <dgm:prSet presAssocID="{75732081-60CC-4B15-9B66-8337E6A5269E}" presName="rootComposite1" presStyleCnt="0"/>
      <dgm:spPr/>
    </dgm:pt>
    <dgm:pt modelId="{D28A3C5F-53A2-4040-8AAD-BB5385B9505C}" type="pres">
      <dgm:prSet presAssocID="{75732081-60CC-4B15-9B66-8337E6A5269E}" presName="rootText1" presStyleLbl="node0" presStyleIdx="1" presStyleCnt="3">
        <dgm:presLayoutVars>
          <dgm:chPref val="3"/>
        </dgm:presLayoutVars>
      </dgm:prSet>
      <dgm:spPr/>
    </dgm:pt>
    <dgm:pt modelId="{30422345-AEB2-490F-8FF3-73FC05A0F0F8}" type="pres">
      <dgm:prSet presAssocID="{75732081-60CC-4B15-9B66-8337E6A5269E}" presName="rootConnector1" presStyleLbl="node1" presStyleIdx="0" presStyleCnt="0"/>
      <dgm:spPr/>
    </dgm:pt>
    <dgm:pt modelId="{E2E16723-870C-4372-AAC9-0D839DF0E417}" type="pres">
      <dgm:prSet presAssocID="{75732081-60CC-4B15-9B66-8337E6A5269E}" presName="hierChild2" presStyleCnt="0"/>
      <dgm:spPr/>
    </dgm:pt>
    <dgm:pt modelId="{808C3F1F-5A5F-4067-A3C6-8D3998DBC9B9}" type="pres">
      <dgm:prSet presAssocID="{B1590632-4859-40DB-9BD3-A6B996329AFF}" presName="Name50" presStyleLbl="parChTrans1D2" presStyleIdx="2" presStyleCnt="6"/>
      <dgm:spPr/>
    </dgm:pt>
    <dgm:pt modelId="{F3407DAB-C4E4-42A7-876A-3BFED8F82FC7}" type="pres">
      <dgm:prSet presAssocID="{C6F996E9-5985-4AE7-B223-2F0FA1F94499}" presName="hierRoot2" presStyleCnt="0">
        <dgm:presLayoutVars>
          <dgm:hierBranch val="r"/>
        </dgm:presLayoutVars>
      </dgm:prSet>
      <dgm:spPr/>
    </dgm:pt>
    <dgm:pt modelId="{E7DA6225-D696-4463-A1D5-7EBD89C30748}" type="pres">
      <dgm:prSet presAssocID="{C6F996E9-5985-4AE7-B223-2F0FA1F94499}" presName="rootComposite" presStyleCnt="0"/>
      <dgm:spPr/>
    </dgm:pt>
    <dgm:pt modelId="{392BE293-FC2B-4178-84CD-08BA402A72E1}" type="pres">
      <dgm:prSet presAssocID="{C6F996E9-5985-4AE7-B223-2F0FA1F94499}" presName="rootText" presStyleLbl="node2" presStyleIdx="2" presStyleCnt="6">
        <dgm:presLayoutVars>
          <dgm:chPref val="3"/>
        </dgm:presLayoutVars>
      </dgm:prSet>
      <dgm:spPr/>
    </dgm:pt>
    <dgm:pt modelId="{45902F66-4C8F-4BD6-8766-E1778CDEC9AF}" type="pres">
      <dgm:prSet presAssocID="{C6F996E9-5985-4AE7-B223-2F0FA1F94499}" presName="rootConnector" presStyleLbl="node2" presStyleIdx="2" presStyleCnt="6"/>
      <dgm:spPr/>
    </dgm:pt>
    <dgm:pt modelId="{AEAE4666-89E6-4266-BBC2-5AC8DA84394B}" type="pres">
      <dgm:prSet presAssocID="{C6F996E9-5985-4AE7-B223-2F0FA1F94499}" presName="hierChild4" presStyleCnt="0"/>
      <dgm:spPr/>
    </dgm:pt>
    <dgm:pt modelId="{54612CC2-4C43-43E8-94A3-AEA1F37AC55A}" type="pres">
      <dgm:prSet presAssocID="{C6F996E9-5985-4AE7-B223-2F0FA1F94499}" presName="hierChild5" presStyleCnt="0"/>
      <dgm:spPr/>
    </dgm:pt>
    <dgm:pt modelId="{76B9EE42-A191-4912-84AB-FB1D1E41F55F}" type="pres">
      <dgm:prSet presAssocID="{903D01E4-1E95-463F-A01B-275115D5D118}" presName="Name50" presStyleLbl="parChTrans1D2" presStyleIdx="3" presStyleCnt="6"/>
      <dgm:spPr/>
    </dgm:pt>
    <dgm:pt modelId="{44BB78B2-A2A2-4FFB-9737-D0D5C0EB6929}" type="pres">
      <dgm:prSet presAssocID="{8900369D-2544-4282-B2F5-434020914D80}" presName="hierRoot2" presStyleCnt="0">
        <dgm:presLayoutVars>
          <dgm:hierBranch val="init"/>
        </dgm:presLayoutVars>
      </dgm:prSet>
      <dgm:spPr/>
    </dgm:pt>
    <dgm:pt modelId="{DBF6C40E-2D3E-46F5-A8C6-68A45363AC92}" type="pres">
      <dgm:prSet presAssocID="{8900369D-2544-4282-B2F5-434020914D80}" presName="rootComposite" presStyleCnt="0"/>
      <dgm:spPr/>
    </dgm:pt>
    <dgm:pt modelId="{024C823E-EC07-44B6-AD65-5CB3603B9105}" type="pres">
      <dgm:prSet presAssocID="{8900369D-2544-4282-B2F5-434020914D80}" presName="rootText" presStyleLbl="node2" presStyleIdx="3" presStyleCnt="6">
        <dgm:presLayoutVars>
          <dgm:chPref val="3"/>
        </dgm:presLayoutVars>
      </dgm:prSet>
      <dgm:spPr/>
    </dgm:pt>
    <dgm:pt modelId="{5E8E4E2F-CE5D-4BB2-ADD5-3B2E7D0419D0}" type="pres">
      <dgm:prSet presAssocID="{8900369D-2544-4282-B2F5-434020914D80}" presName="rootConnector" presStyleLbl="node2" presStyleIdx="3" presStyleCnt="6"/>
      <dgm:spPr/>
    </dgm:pt>
    <dgm:pt modelId="{9291C1FF-1F95-4134-9576-724D1AD06C90}" type="pres">
      <dgm:prSet presAssocID="{8900369D-2544-4282-B2F5-434020914D80}" presName="hierChild4" presStyleCnt="0"/>
      <dgm:spPr/>
    </dgm:pt>
    <dgm:pt modelId="{E6A0BE9A-A93B-4FE5-A033-F3C9DFB55F2B}" type="pres">
      <dgm:prSet presAssocID="{8900369D-2544-4282-B2F5-434020914D80}" presName="hierChild5" presStyleCnt="0"/>
      <dgm:spPr/>
    </dgm:pt>
    <dgm:pt modelId="{2EF80077-AC5A-4BBD-93FA-5BBEACDFDDE9}" type="pres">
      <dgm:prSet presAssocID="{75732081-60CC-4B15-9B66-8337E6A5269E}" presName="hierChild3" presStyleCnt="0"/>
      <dgm:spPr/>
    </dgm:pt>
    <dgm:pt modelId="{31DAF4B5-4D6F-4963-BF61-A3630BE437D8}" type="pres">
      <dgm:prSet presAssocID="{06E6221C-8B8F-490C-A7A3-42A4585E0B9D}" presName="hierRoot1" presStyleCnt="0">
        <dgm:presLayoutVars>
          <dgm:hierBranch val="r"/>
        </dgm:presLayoutVars>
      </dgm:prSet>
      <dgm:spPr/>
    </dgm:pt>
    <dgm:pt modelId="{1F84F7E4-0D91-464E-9E55-88A600AE0B5F}" type="pres">
      <dgm:prSet presAssocID="{06E6221C-8B8F-490C-A7A3-42A4585E0B9D}" presName="rootComposite1" presStyleCnt="0"/>
      <dgm:spPr/>
    </dgm:pt>
    <dgm:pt modelId="{2D5CF5AA-5C33-4BC7-8B25-6036976265B9}" type="pres">
      <dgm:prSet presAssocID="{06E6221C-8B8F-490C-A7A3-42A4585E0B9D}" presName="rootText1" presStyleLbl="node0" presStyleIdx="2" presStyleCnt="3">
        <dgm:presLayoutVars>
          <dgm:chPref val="3"/>
        </dgm:presLayoutVars>
      </dgm:prSet>
      <dgm:spPr/>
    </dgm:pt>
    <dgm:pt modelId="{B80D20B0-364B-4075-B84E-6A2B161B57F3}" type="pres">
      <dgm:prSet presAssocID="{06E6221C-8B8F-490C-A7A3-42A4585E0B9D}" presName="rootConnector1" presStyleLbl="node1" presStyleIdx="0" presStyleCnt="0"/>
      <dgm:spPr/>
    </dgm:pt>
    <dgm:pt modelId="{4EC9946A-9ED9-48BF-9E44-59C1B83FC6A1}" type="pres">
      <dgm:prSet presAssocID="{06E6221C-8B8F-490C-A7A3-42A4585E0B9D}" presName="hierChild2" presStyleCnt="0"/>
      <dgm:spPr/>
    </dgm:pt>
    <dgm:pt modelId="{BDBCE5AF-982F-47EC-842E-066AF6FBF9B3}" type="pres">
      <dgm:prSet presAssocID="{60878193-BACE-49D1-9AB9-8EA1D24A7A2D}" presName="Name50" presStyleLbl="parChTrans1D2" presStyleIdx="4" presStyleCnt="6"/>
      <dgm:spPr/>
    </dgm:pt>
    <dgm:pt modelId="{69DF5230-587B-4F0A-8C50-BDD1FDF18AAE}" type="pres">
      <dgm:prSet presAssocID="{CB194857-4D31-426A-94B1-A529F007BDED}" presName="hierRoot2" presStyleCnt="0">
        <dgm:presLayoutVars>
          <dgm:hierBranch val="init"/>
        </dgm:presLayoutVars>
      </dgm:prSet>
      <dgm:spPr/>
    </dgm:pt>
    <dgm:pt modelId="{8FE0DA4F-CBDE-492B-881D-CE3CE7CCEC3B}" type="pres">
      <dgm:prSet presAssocID="{CB194857-4D31-426A-94B1-A529F007BDED}" presName="rootComposite" presStyleCnt="0"/>
      <dgm:spPr/>
    </dgm:pt>
    <dgm:pt modelId="{721D71C9-DE86-4CD5-A2B3-7B21075CE30B}" type="pres">
      <dgm:prSet presAssocID="{CB194857-4D31-426A-94B1-A529F007BDED}" presName="rootText" presStyleLbl="node2" presStyleIdx="4" presStyleCnt="6">
        <dgm:presLayoutVars>
          <dgm:chPref val="3"/>
        </dgm:presLayoutVars>
      </dgm:prSet>
      <dgm:spPr/>
    </dgm:pt>
    <dgm:pt modelId="{245A7863-A7E9-4F2F-9C47-FC3D0C23CCB4}" type="pres">
      <dgm:prSet presAssocID="{CB194857-4D31-426A-94B1-A529F007BDED}" presName="rootConnector" presStyleLbl="node2" presStyleIdx="4" presStyleCnt="6"/>
      <dgm:spPr/>
    </dgm:pt>
    <dgm:pt modelId="{AC23444E-25BF-4EF1-B491-0918F75097E7}" type="pres">
      <dgm:prSet presAssocID="{CB194857-4D31-426A-94B1-A529F007BDED}" presName="hierChild4" presStyleCnt="0"/>
      <dgm:spPr/>
    </dgm:pt>
    <dgm:pt modelId="{66467D28-744F-4439-8715-70ABB19AB2DF}" type="pres">
      <dgm:prSet presAssocID="{CB194857-4D31-426A-94B1-A529F007BDED}" presName="hierChild5" presStyleCnt="0"/>
      <dgm:spPr/>
    </dgm:pt>
    <dgm:pt modelId="{EAB52147-68B5-4700-A05D-063F18137076}" type="pres">
      <dgm:prSet presAssocID="{CFE2F160-7AB7-4B5B-8749-52157FFABE18}" presName="Name50" presStyleLbl="parChTrans1D2" presStyleIdx="5" presStyleCnt="6"/>
      <dgm:spPr/>
    </dgm:pt>
    <dgm:pt modelId="{30884D13-367A-40CA-978D-AF3DBB4D414F}" type="pres">
      <dgm:prSet presAssocID="{4B3B7C59-1131-4BFD-A5BC-CDF910E218EA}" presName="hierRoot2" presStyleCnt="0">
        <dgm:presLayoutVars>
          <dgm:hierBranch val="init"/>
        </dgm:presLayoutVars>
      </dgm:prSet>
      <dgm:spPr/>
    </dgm:pt>
    <dgm:pt modelId="{6211FB6A-2B74-480D-B92B-CB2A8308338F}" type="pres">
      <dgm:prSet presAssocID="{4B3B7C59-1131-4BFD-A5BC-CDF910E218EA}" presName="rootComposite" presStyleCnt="0"/>
      <dgm:spPr/>
    </dgm:pt>
    <dgm:pt modelId="{72E36BE1-7AD3-49A2-9919-E890DF2A04E7}" type="pres">
      <dgm:prSet presAssocID="{4B3B7C59-1131-4BFD-A5BC-CDF910E218EA}" presName="rootText" presStyleLbl="node2" presStyleIdx="5" presStyleCnt="6">
        <dgm:presLayoutVars>
          <dgm:chPref val="3"/>
        </dgm:presLayoutVars>
      </dgm:prSet>
      <dgm:spPr/>
    </dgm:pt>
    <dgm:pt modelId="{56B77BEF-5193-4D2B-A341-39BC169F15A4}" type="pres">
      <dgm:prSet presAssocID="{4B3B7C59-1131-4BFD-A5BC-CDF910E218EA}" presName="rootConnector" presStyleLbl="node2" presStyleIdx="5" presStyleCnt="6"/>
      <dgm:spPr/>
    </dgm:pt>
    <dgm:pt modelId="{E701DC72-79CF-4D3E-BE8F-C9017599EB31}" type="pres">
      <dgm:prSet presAssocID="{4B3B7C59-1131-4BFD-A5BC-CDF910E218EA}" presName="hierChild4" presStyleCnt="0"/>
      <dgm:spPr/>
    </dgm:pt>
    <dgm:pt modelId="{23DBD9BA-0F20-4114-A768-5B33975233EF}" type="pres">
      <dgm:prSet presAssocID="{4B3B7C59-1131-4BFD-A5BC-CDF910E218EA}" presName="hierChild5" presStyleCnt="0"/>
      <dgm:spPr/>
    </dgm:pt>
    <dgm:pt modelId="{8100BACE-6A03-49B5-B281-C4D77DE3F6FF}" type="pres">
      <dgm:prSet presAssocID="{06E6221C-8B8F-490C-A7A3-42A4585E0B9D}" presName="hierChild3" presStyleCnt="0"/>
      <dgm:spPr/>
    </dgm:pt>
  </dgm:ptLst>
  <dgm:cxnLst>
    <dgm:cxn modelId="{EF227A09-6F7B-40D9-8955-22C78D0F5D37}" type="presOf" srcId="{CB194857-4D31-426A-94B1-A529F007BDED}" destId="{245A7863-A7E9-4F2F-9C47-FC3D0C23CCB4}" srcOrd="1" destOrd="0" presId="urn:microsoft.com/office/officeart/2005/8/layout/orgChart1"/>
    <dgm:cxn modelId="{F3118828-03D1-4612-A1F0-90C781C3AB19}" type="presOf" srcId="{C6F996E9-5985-4AE7-B223-2F0FA1F94499}" destId="{45902F66-4C8F-4BD6-8766-E1778CDEC9AF}" srcOrd="1" destOrd="0" presId="urn:microsoft.com/office/officeart/2005/8/layout/orgChart1"/>
    <dgm:cxn modelId="{325C9129-D8F5-42A0-BB7F-6194B84D0637}" srcId="{06E6221C-8B8F-490C-A7A3-42A4585E0B9D}" destId="{CB194857-4D31-426A-94B1-A529F007BDED}" srcOrd="0" destOrd="0" parTransId="{60878193-BACE-49D1-9AB9-8EA1D24A7A2D}" sibTransId="{8D59A778-CD0F-479B-8C1B-5D857326CA25}"/>
    <dgm:cxn modelId="{348BAC37-1CE5-42F8-8399-3F986853E5F3}" srcId="{63E24B07-8023-4E9F-8558-D5757EF64B7C}" destId="{06E6221C-8B8F-490C-A7A3-42A4585E0B9D}" srcOrd="2" destOrd="0" parTransId="{CD7F272E-575F-44E8-9A51-5BDFF482F692}" sibTransId="{602351CA-4F77-4FD9-B468-5441F30740C3}"/>
    <dgm:cxn modelId="{E4607E40-C80E-42EB-9344-BC8FFC48B1AD}" type="presOf" srcId="{8900369D-2544-4282-B2F5-434020914D80}" destId="{5E8E4E2F-CE5D-4BB2-ADD5-3B2E7D0419D0}" srcOrd="1" destOrd="0" presId="urn:microsoft.com/office/officeart/2005/8/layout/orgChart1"/>
    <dgm:cxn modelId="{50A3255D-E33E-4062-86D6-F25D14C2DEBE}" type="presOf" srcId="{63E24B07-8023-4E9F-8558-D5757EF64B7C}" destId="{B043F080-F1A6-45BE-8EDF-DC9FCF2503A2}" srcOrd="0" destOrd="0" presId="urn:microsoft.com/office/officeart/2005/8/layout/orgChart1"/>
    <dgm:cxn modelId="{B0B4035E-D625-41F8-AEDB-DA81A96CFD84}" type="presOf" srcId="{75732081-60CC-4B15-9B66-8337E6A5269E}" destId="{30422345-AEB2-490F-8FF3-73FC05A0F0F8}" srcOrd="1" destOrd="0" presId="urn:microsoft.com/office/officeart/2005/8/layout/orgChart1"/>
    <dgm:cxn modelId="{5F771D5F-26F6-46BD-883A-5E8FC0D099E6}" type="presOf" srcId="{06E6221C-8B8F-490C-A7A3-42A4585E0B9D}" destId="{B80D20B0-364B-4075-B84E-6A2B161B57F3}" srcOrd="1" destOrd="0" presId="urn:microsoft.com/office/officeart/2005/8/layout/orgChart1"/>
    <dgm:cxn modelId="{F8B1A341-8C51-48AF-AFC1-A2DEB12433BA}" type="presOf" srcId="{06E6221C-8B8F-490C-A7A3-42A4585E0B9D}" destId="{2D5CF5AA-5C33-4BC7-8B25-6036976265B9}" srcOrd="0" destOrd="0" presId="urn:microsoft.com/office/officeart/2005/8/layout/orgChart1"/>
    <dgm:cxn modelId="{299CDA6A-21E8-4B8F-80BE-F8E6AF31337A}" type="presOf" srcId="{1AD13B7A-E548-4639-A9DC-08ABEF550FA9}" destId="{0F961E4A-9583-4DDC-BE90-D8C54C0295AA}" srcOrd="0" destOrd="0" presId="urn:microsoft.com/office/officeart/2005/8/layout/orgChart1"/>
    <dgm:cxn modelId="{6F3CC26C-AECC-4EB6-8666-8B7280B83AC3}" type="presOf" srcId="{CB194857-4D31-426A-94B1-A529F007BDED}" destId="{721D71C9-DE86-4CD5-A2B3-7B21075CE30B}" srcOrd="0" destOrd="0" presId="urn:microsoft.com/office/officeart/2005/8/layout/orgChart1"/>
    <dgm:cxn modelId="{12617274-D0A9-43BD-893E-80E55EAAB951}" type="presOf" srcId="{4B3B7C59-1131-4BFD-A5BC-CDF910E218EA}" destId="{56B77BEF-5193-4D2B-A341-39BC169F15A4}" srcOrd="1" destOrd="0" presId="urn:microsoft.com/office/officeart/2005/8/layout/orgChart1"/>
    <dgm:cxn modelId="{D3A3A658-6437-4B2C-B393-E0AFDE906ED7}" type="presOf" srcId="{60878193-BACE-49D1-9AB9-8EA1D24A7A2D}" destId="{BDBCE5AF-982F-47EC-842E-066AF6FBF9B3}" srcOrd="0" destOrd="0" presId="urn:microsoft.com/office/officeart/2005/8/layout/orgChart1"/>
    <dgm:cxn modelId="{43541F7B-2224-47A1-8201-1EFB454340E5}" type="presOf" srcId="{8EB596D1-576B-430B-8880-0F34D7926CB8}" destId="{8D133B33-8ACF-405A-8198-3E31EC62DB5F}" srcOrd="0" destOrd="0" presId="urn:microsoft.com/office/officeart/2005/8/layout/orgChart1"/>
    <dgm:cxn modelId="{56E9587F-6B64-4231-9A09-104A734F708D}" type="presOf" srcId="{8900369D-2544-4282-B2F5-434020914D80}" destId="{024C823E-EC07-44B6-AD65-5CB3603B9105}" srcOrd="0" destOrd="0" presId="urn:microsoft.com/office/officeart/2005/8/layout/orgChart1"/>
    <dgm:cxn modelId="{F0500597-E8AF-4913-85DA-8791DEDC970D}" type="presOf" srcId="{CFE2F160-7AB7-4B5B-8749-52157FFABE18}" destId="{EAB52147-68B5-4700-A05D-063F18137076}" srcOrd="0" destOrd="0" presId="urn:microsoft.com/office/officeart/2005/8/layout/orgChart1"/>
    <dgm:cxn modelId="{E361C197-5B67-49CA-9EA4-DDAF751181B6}" type="presOf" srcId="{388368B9-5D65-4F33-AFCF-057BE5AFBD3C}" destId="{86CCDE7C-D2F0-418F-B571-C70C52080562}" srcOrd="0" destOrd="0" presId="urn:microsoft.com/office/officeart/2005/8/layout/orgChart1"/>
    <dgm:cxn modelId="{F34990A0-01F0-4ABB-BF00-6E88A287314D}" srcId="{06E6221C-8B8F-490C-A7A3-42A4585E0B9D}" destId="{4B3B7C59-1131-4BFD-A5BC-CDF910E218EA}" srcOrd="1" destOrd="0" parTransId="{CFE2F160-7AB7-4B5B-8749-52157FFABE18}" sibTransId="{B4895FE8-BD7B-4856-8E5F-42F2AF2A8E55}"/>
    <dgm:cxn modelId="{6143CCA7-F9F4-4DE6-9614-F995E7227444}" type="presOf" srcId="{75732081-60CC-4B15-9B66-8337E6A5269E}" destId="{D28A3C5F-53A2-4040-8AAD-BB5385B9505C}" srcOrd="0" destOrd="0" presId="urn:microsoft.com/office/officeart/2005/8/layout/orgChart1"/>
    <dgm:cxn modelId="{DDE85CA9-B7BD-4F20-99C7-8D74C3C22845}" srcId="{75732081-60CC-4B15-9B66-8337E6A5269E}" destId="{8900369D-2544-4282-B2F5-434020914D80}" srcOrd="1" destOrd="0" parTransId="{903D01E4-1E95-463F-A01B-275115D5D118}" sibTransId="{57F3BF74-AA03-43E6-8CE1-D5CDC70743FD}"/>
    <dgm:cxn modelId="{DEE1C9AE-1ACF-414F-A310-DCE4A33BBB17}" type="presOf" srcId="{D6623F11-B6DD-4799-8D1F-28B3876BD098}" destId="{F0F98BE4-8949-4B49-8455-22F8D3605694}" srcOrd="1" destOrd="0" presId="urn:microsoft.com/office/officeart/2005/8/layout/orgChart1"/>
    <dgm:cxn modelId="{6CCDD3B2-D575-42FA-B063-6C4D9156BC3E}" srcId="{84CE331B-A2F1-4994-A2C0-B65489AF8510}" destId="{D6623F11-B6DD-4799-8D1F-28B3876BD098}" srcOrd="0" destOrd="0" parTransId="{8EB596D1-576B-430B-8880-0F34D7926CB8}" sibTransId="{25C9561D-BAAD-411B-9B0F-B2C4600177BE}"/>
    <dgm:cxn modelId="{BF677DB9-0B13-4AB9-A377-81CEDF080A68}" type="presOf" srcId="{C6F996E9-5985-4AE7-B223-2F0FA1F94499}" destId="{392BE293-FC2B-4178-84CD-08BA402A72E1}" srcOrd="0" destOrd="0" presId="urn:microsoft.com/office/officeart/2005/8/layout/orgChart1"/>
    <dgm:cxn modelId="{846C44BF-3C5E-4CDF-909B-14B53D078E50}" type="presOf" srcId="{1AD13B7A-E548-4639-A9DC-08ABEF550FA9}" destId="{ECBCBB9C-C2A2-4C07-96FC-7D92CD937EAB}" srcOrd="1" destOrd="0" presId="urn:microsoft.com/office/officeart/2005/8/layout/orgChart1"/>
    <dgm:cxn modelId="{983694C3-1176-48AA-862E-010040CFB45E}" srcId="{63E24B07-8023-4E9F-8558-D5757EF64B7C}" destId="{75732081-60CC-4B15-9B66-8337E6A5269E}" srcOrd="1" destOrd="0" parTransId="{2B3C7197-A15F-461F-9659-365653F9EA10}" sibTransId="{B3C1C00B-EF2C-4112-A76E-542167469372}"/>
    <dgm:cxn modelId="{5A103ACB-3012-4C67-AA5D-685D0AA17E2D}" srcId="{75732081-60CC-4B15-9B66-8337E6A5269E}" destId="{C6F996E9-5985-4AE7-B223-2F0FA1F94499}" srcOrd="0" destOrd="0" parTransId="{B1590632-4859-40DB-9BD3-A6B996329AFF}" sibTransId="{30A4A628-A0EB-4568-98A5-63C9817D006B}"/>
    <dgm:cxn modelId="{640294D1-FE27-4806-992C-87C3DD812700}" srcId="{84CE331B-A2F1-4994-A2C0-B65489AF8510}" destId="{1AD13B7A-E548-4639-A9DC-08ABEF550FA9}" srcOrd="1" destOrd="0" parTransId="{388368B9-5D65-4F33-AFCF-057BE5AFBD3C}" sibTransId="{849948A2-ABA2-4D2F-93A2-CBB05AFBA675}"/>
    <dgm:cxn modelId="{CA6A41DD-0AF1-4365-A1EF-DAC0A1A0622A}" type="presOf" srcId="{84CE331B-A2F1-4994-A2C0-B65489AF8510}" destId="{353DA8B1-F13F-49BB-9D00-623956149B3F}" srcOrd="1" destOrd="0" presId="urn:microsoft.com/office/officeart/2005/8/layout/orgChart1"/>
    <dgm:cxn modelId="{97D164E1-ACE2-4B9F-B4DD-72A46629E42C}" srcId="{63E24B07-8023-4E9F-8558-D5757EF64B7C}" destId="{84CE331B-A2F1-4994-A2C0-B65489AF8510}" srcOrd="0" destOrd="0" parTransId="{CC435F49-3F9A-47FC-88AE-935FC54B5CCD}" sibTransId="{9C795862-B258-406F-AD2D-407A4D17CDDB}"/>
    <dgm:cxn modelId="{927497EC-2B16-41F6-AF1B-FC3CC3AB2D2D}" type="presOf" srcId="{D6623F11-B6DD-4799-8D1F-28B3876BD098}" destId="{B3806EBD-3BE7-47C3-8D10-AAA7F8DB4E7B}" srcOrd="0" destOrd="0" presId="urn:microsoft.com/office/officeart/2005/8/layout/orgChart1"/>
    <dgm:cxn modelId="{89D448EF-B893-4449-8A37-73939AF2E30C}" type="presOf" srcId="{903D01E4-1E95-463F-A01B-275115D5D118}" destId="{76B9EE42-A191-4912-84AB-FB1D1E41F55F}" srcOrd="0" destOrd="0" presId="urn:microsoft.com/office/officeart/2005/8/layout/orgChart1"/>
    <dgm:cxn modelId="{C209B6F0-9C33-410C-A0BA-AC5334FEB6EA}" type="presOf" srcId="{84CE331B-A2F1-4994-A2C0-B65489AF8510}" destId="{1AA3B4BA-ED50-4E41-A4CB-821BD025FE04}" srcOrd="0" destOrd="0" presId="urn:microsoft.com/office/officeart/2005/8/layout/orgChart1"/>
    <dgm:cxn modelId="{3B9EEAF7-37E0-48AC-B2A7-2A7992B9FA6B}" type="presOf" srcId="{4B3B7C59-1131-4BFD-A5BC-CDF910E218EA}" destId="{72E36BE1-7AD3-49A2-9919-E890DF2A04E7}" srcOrd="0" destOrd="0" presId="urn:microsoft.com/office/officeart/2005/8/layout/orgChart1"/>
    <dgm:cxn modelId="{C48466FF-DE5A-417D-9400-6F13A1A8AA4C}" type="presOf" srcId="{B1590632-4859-40DB-9BD3-A6B996329AFF}" destId="{808C3F1F-5A5F-4067-A3C6-8D3998DBC9B9}" srcOrd="0" destOrd="0" presId="urn:microsoft.com/office/officeart/2005/8/layout/orgChart1"/>
    <dgm:cxn modelId="{122D14EB-C066-4058-B199-F6217F5065ED}" type="presParOf" srcId="{B043F080-F1A6-45BE-8EDF-DC9FCF2503A2}" destId="{E5689C14-D8E5-4433-8491-06AB16B93A99}" srcOrd="0" destOrd="0" presId="urn:microsoft.com/office/officeart/2005/8/layout/orgChart1"/>
    <dgm:cxn modelId="{DAF19AE9-CD71-4507-9849-BE958F42C033}" type="presParOf" srcId="{E5689C14-D8E5-4433-8491-06AB16B93A99}" destId="{34CF62EF-5DD4-48E4-920A-68D857F27D1B}" srcOrd="0" destOrd="0" presId="urn:microsoft.com/office/officeart/2005/8/layout/orgChart1"/>
    <dgm:cxn modelId="{44EB47FC-2374-42E9-910C-835761DC11D7}" type="presParOf" srcId="{34CF62EF-5DD4-48E4-920A-68D857F27D1B}" destId="{1AA3B4BA-ED50-4E41-A4CB-821BD025FE04}" srcOrd="0" destOrd="0" presId="urn:microsoft.com/office/officeart/2005/8/layout/orgChart1"/>
    <dgm:cxn modelId="{18541053-E410-47F9-A669-1AE3CECC8305}" type="presParOf" srcId="{34CF62EF-5DD4-48E4-920A-68D857F27D1B}" destId="{353DA8B1-F13F-49BB-9D00-623956149B3F}" srcOrd="1" destOrd="0" presId="urn:microsoft.com/office/officeart/2005/8/layout/orgChart1"/>
    <dgm:cxn modelId="{25C47327-D495-4510-9F91-3ED6CA439843}" type="presParOf" srcId="{E5689C14-D8E5-4433-8491-06AB16B93A99}" destId="{9E2E75E0-83B4-438D-B64D-84346CDEF77D}" srcOrd="1" destOrd="0" presId="urn:microsoft.com/office/officeart/2005/8/layout/orgChart1"/>
    <dgm:cxn modelId="{B7E5FC21-21D8-4419-9F11-7B3CBC22308B}" type="presParOf" srcId="{9E2E75E0-83B4-438D-B64D-84346CDEF77D}" destId="{8D133B33-8ACF-405A-8198-3E31EC62DB5F}" srcOrd="0" destOrd="0" presId="urn:microsoft.com/office/officeart/2005/8/layout/orgChart1"/>
    <dgm:cxn modelId="{4C5BD387-E797-436E-B0B8-670DA12F5C1A}" type="presParOf" srcId="{9E2E75E0-83B4-438D-B64D-84346CDEF77D}" destId="{F6C48FB2-4F65-473E-A99D-F49F74356815}" srcOrd="1" destOrd="0" presId="urn:microsoft.com/office/officeart/2005/8/layout/orgChart1"/>
    <dgm:cxn modelId="{7B04A8CD-BC8E-44C7-9BAD-41AA21752D91}" type="presParOf" srcId="{F6C48FB2-4F65-473E-A99D-F49F74356815}" destId="{456AA67A-26E4-4882-AF6E-CE2970C413E2}" srcOrd="0" destOrd="0" presId="urn:microsoft.com/office/officeart/2005/8/layout/orgChart1"/>
    <dgm:cxn modelId="{247B3977-C794-48C2-82B4-681B63D4AC19}" type="presParOf" srcId="{456AA67A-26E4-4882-AF6E-CE2970C413E2}" destId="{B3806EBD-3BE7-47C3-8D10-AAA7F8DB4E7B}" srcOrd="0" destOrd="0" presId="urn:microsoft.com/office/officeart/2005/8/layout/orgChart1"/>
    <dgm:cxn modelId="{93B39385-1B77-4169-A4D4-61DC4F08EAE3}" type="presParOf" srcId="{456AA67A-26E4-4882-AF6E-CE2970C413E2}" destId="{F0F98BE4-8949-4B49-8455-22F8D3605694}" srcOrd="1" destOrd="0" presId="urn:microsoft.com/office/officeart/2005/8/layout/orgChart1"/>
    <dgm:cxn modelId="{E519BDBC-F45C-42C7-9E3F-EFBB7288A161}" type="presParOf" srcId="{F6C48FB2-4F65-473E-A99D-F49F74356815}" destId="{35C5DBFA-95CF-4538-BE30-884188A66A81}" srcOrd="1" destOrd="0" presId="urn:microsoft.com/office/officeart/2005/8/layout/orgChart1"/>
    <dgm:cxn modelId="{B3C5C4ED-5CB8-4E0C-AB9B-A6B4271EBEF8}" type="presParOf" srcId="{F6C48FB2-4F65-473E-A99D-F49F74356815}" destId="{CF2484ED-397D-482E-AA2C-878D66282FF7}" srcOrd="2" destOrd="0" presId="urn:microsoft.com/office/officeart/2005/8/layout/orgChart1"/>
    <dgm:cxn modelId="{EB03EAE3-B41E-4D4C-B541-BDDA83CF8CD0}" type="presParOf" srcId="{9E2E75E0-83B4-438D-B64D-84346CDEF77D}" destId="{86CCDE7C-D2F0-418F-B571-C70C52080562}" srcOrd="2" destOrd="0" presId="urn:microsoft.com/office/officeart/2005/8/layout/orgChart1"/>
    <dgm:cxn modelId="{3C8CCC3F-3968-403C-8967-902C407DE611}" type="presParOf" srcId="{9E2E75E0-83B4-438D-B64D-84346CDEF77D}" destId="{A7DA5730-FE3D-467E-B3AF-CFB6C03E0A5B}" srcOrd="3" destOrd="0" presId="urn:microsoft.com/office/officeart/2005/8/layout/orgChart1"/>
    <dgm:cxn modelId="{1C932A0A-D53C-4645-97AF-F6E2953904FD}" type="presParOf" srcId="{A7DA5730-FE3D-467E-B3AF-CFB6C03E0A5B}" destId="{E54FA362-B3E5-45E5-BDEC-A9050279A0D7}" srcOrd="0" destOrd="0" presId="urn:microsoft.com/office/officeart/2005/8/layout/orgChart1"/>
    <dgm:cxn modelId="{7CAEA7FE-BE7F-44E5-B6A6-2040A1A3F131}" type="presParOf" srcId="{E54FA362-B3E5-45E5-BDEC-A9050279A0D7}" destId="{0F961E4A-9583-4DDC-BE90-D8C54C0295AA}" srcOrd="0" destOrd="0" presId="urn:microsoft.com/office/officeart/2005/8/layout/orgChart1"/>
    <dgm:cxn modelId="{CE7DB328-6390-4718-B63A-C711B9463E71}" type="presParOf" srcId="{E54FA362-B3E5-45E5-BDEC-A9050279A0D7}" destId="{ECBCBB9C-C2A2-4C07-96FC-7D92CD937EAB}" srcOrd="1" destOrd="0" presId="urn:microsoft.com/office/officeart/2005/8/layout/orgChart1"/>
    <dgm:cxn modelId="{620852EB-C030-49C9-A33B-B81F7AA720D4}" type="presParOf" srcId="{A7DA5730-FE3D-467E-B3AF-CFB6C03E0A5B}" destId="{E87D6145-18D8-4071-BC37-42C420100AB8}" srcOrd="1" destOrd="0" presId="urn:microsoft.com/office/officeart/2005/8/layout/orgChart1"/>
    <dgm:cxn modelId="{6BAFA471-8C07-4E70-88E3-B3276C94685F}" type="presParOf" srcId="{A7DA5730-FE3D-467E-B3AF-CFB6C03E0A5B}" destId="{2941CB0D-B9D7-44A6-BFD9-EF86B301C9B6}" srcOrd="2" destOrd="0" presId="urn:microsoft.com/office/officeart/2005/8/layout/orgChart1"/>
    <dgm:cxn modelId="{B26F9395-8771-465D-9490-EFE74F198175}" type="presParOf" srcId="{E5689C14-D8E5-4433-8491-06AB16B93A99}" destId="{64C05BB3-A715-4BB9-A2E2-CBE5B3CC0849}" srcOrd="2" destOrd="0" presId="urn:microsoft.com/office/officeart/2005/8/layout/orgChart1"/>
    <dgm:cxn modelId="{C2EB3C05-BA8E-451F-AB52-3DCB9AAAF0F7}" type="presParOf" srcId="{B043F080-F1A6-45BE-8EDF-DC9FCF2503A2}" destId="{CB95909D-1A38-4FEA-B87E-4B0A9E1DE0BA}" srcOrd="1" destOrd="0" presId="urn:microsoft.com/office/officeart/2005/8/layout/orgChart1"/>
    <dgm:cxn modelId="{8A1EBAF2-0283-4B61-ACD9-4ADA8C4C5CDC}" type="presParOf" srcId="{CB95909D-1A38-4FEA-B87E-4B0A9E1DE0BA}" destId="{86909752-A3A1-46D6-8CC7-9A5ABD353A68}" srcOrd="0" destOrd="0" presId="urn:microsoft.com/office/officeart/2005/8/layout/orgChart1"/>
    <dgm:cxn modelId="{3207E2C6-5B02-4CF0-9C03-1447515F9896}" type="presParOf" srcId="{86909752-A3A1-46D6-8CC7-9A5ABD353A68}" destId="{D28A3C5F-53A2-4040-8AAD-BB5385B9505C}" srcOrd="0" destOrd="0" presId="urn:microsoft.com/office/officeart/2005/8/layout/orgChart1"/>
    <dgm:cxn modelId="{FC3F0DF4-2FE7-44D3-8DB9-D5EC302ED460}" type="presParOf" srcId="{86909752-A3A1-46D6-8CC7-9A5ABD353A68}" destId="{30422345-AEB2-490F-8FF3-73FC05A0F0F8}" srcOrd="1" destOrd="0" presId="urn:microsoft.com/office/officeart/2005/8/layout/orgChart1"/>
    <dgm:cxn modelId="{7CF9D09E-D1E9-4F4C-AEE2-EFC29B17CBD3}" type="presParOf" srcId="{CB95909D-1A38-4FEA-B87E-4B0A9E1DE0BA}" destId="{E2E16723-870C-4372-AAC9-0D839DF0E417}" srcOrd="1" destOrd="0" presId="urn:microsoft.com/office/officeart/2005/8/layout/orgChart1"/>
    <dgm:cxn modelId="{5AB4C7A8-3755-436C-B3F9-E01B71F75F36}" type="presParOf" srcId="{E2E16723-870C-4372-AAC9-0D839DF0E417}" destId="{808C3F1F-5A5F-4067-A3C6-8D3998DBC9B9}" srcOrd="0" destOrd="0" presId="urn:microsoft.com/office/officeart/2005/8/layout/orgChart1"/>
    <dgm:cxn modelId="{FF832B7E-AA0C-471F-AE53-6642FD87D622}" type="presParOf" srcId="{E2E16723-870C-4372-AAC9-0D839DF0E417}" destId="{F3407DAB-C4E4-42A7-876A-3BFED8F82FC7}" srcOrd="1" destOrd="0" presId="urn:microsoft.com/office/officeart/2005/8/layout/orgChart1"/>
    <dgm:cxn modelId="{A97EE18E-6E76-4224-B681-BDA78E7156BD}" type="presParOf" srcId="{F3407DAB-C4E4-42A7-876A-3BFED8F82FC7}" destId="{E7DA6225-D696-4463-A1D5-7EBD89C30748}" srcOrd="0" destOrd="0" presId="urn:microsoft.com/office/officeart/2005/8/layout/orgChart1"/>
    <dgm:cxn modelId="{31A00F65-908E-4EF6-A0D5-B39944B9D16F}" type="presParOf" srcId="{E7DA6225-D696-4463-A1D5-7EBD89C30748}" destId="{392BE293-FC2B-4178-84CD-08BA402A72E1}" srcOrd="0" destOrd="0" presId="urn:microsoft.com/office/officeart/2005/8/layout/orgChart1"/>
    <dgm:cxn modelId="{A4A1635C-1679-43B7-BA56-B13DA5A88EF2}" type="presParOf" srcId="{E7DA6225-D696-4463-A1D5-7EBD89C30748}" destId="{45902F66-4C8F-4BD6-8766-E1778CDEC9AF}" srcOrd="1" destOrd="0" presId="urn:microsoft.com/office/officeart/2005/8/layout/orgChart1"/>
    <dgm:cxn modelId="{3B26C853-23FE-4353-AF5A-292F336B5F6C}" type="presParOf" srcId="{F3407DAB-C4E4-42A7-876A-3BFED8F82FC7}" destId="{AEAE4666-89E6-4266-BBC2-5AC8DA84394B}" srcOrd="1" destOrd="0" presId="urn:microsoft.com/office/officeart/2005/8/layout/orgChart1"/>
    <dgm:cxn modelId="{F6590A50-7491-4300-8CAB-D3D20FF28FB7}" type="presParOf" srcId="{F3407DAB-C4E4-42A7-876A-3BFED8F82FC7}" destId="{54612CC2-4C43-43E8-94A3-AEA1F37AC55A}" srcOrd="2" destOrd="0" presId="urn:microsoft.com/office/officeart/2005/8/layout/orgChart1"/>
    <dgm:cxn modelId="{2804F64A-6D9E-4480-A9BD-53B7CE15C9BD}" type="presParOf" srcId="{E2E16723-870C-4372-AAC9-0D839DF0E417}" destId="{76B9EE42-A191-4912-84AB-FB1D1E41F55F}" srcOrd="2" destOrd="0" presId="urn:microsoft.com/office/officeart/2005/8/layout/orgChart1"/>
    <dgm:cxn modelId="{8BDAFC07-D9C1-4BDC-9ED6-FEC3E0DB576B}" type="presParOf" srcId="{E2E16723-870C-4372-AAC9-0D839DF0E417}" destId="{44BB78B2-A2A2-4FFB-9737-D0D5C0EB6929}" srcOrd="3" destOrd="0" presId="urn:microsoft.com/office/officeart/2005/8/layout/orgChart1"/>
    <dgm:cxn modelId="{325500E4-C7C3-4EB6-845F-12A2B70C37B3}" type="presParOf" srcId="{44BB78B2-A2A2-4FFB-9737-D0D5C0EB6929}" destId="{DBF6C40E-2D3E-46F5-A8C6-68A45363AC92}" srcOrd="0" destOrd="0" presId="urn:microsoft.com/office/officeart/2005/8/layout/orgChart1"/>
    <dgm:cxn modelId="{BFEB0D2F-A35C-4455-82F4-DDB894A3660C}" type="presParOf" srcId="{DBF6C40E-2D3E-46F5-A8C6-68A45363AC92}" destId="{024C823E-EC07-44B6-AD65-5CB3603B9105}" srcOrd="0" destOrd="0" presId="urn:microsoft.com/office/officeart/2005/8/layout/orgChart1"/>
    <dgm:cxn modelId="{59900E97-CC7F-47AE-8F80-342F693466A9}" type="presParOf" srcId="{DBF6C40E-2D3E-46F5-A8C6-68A45363AC92}" destId="{5E8E4E2F-CE5D-4BB2-ADD5-3B2E7D0419D0}" srcOrd="1" destOrd="0" presId="urn:microsoft.com/office/officeart/2005/8/layout/orgChart1"/>
    <dgm:cxn modelId="{302D4744-6A02-4D9B-8E98-F60424AC3E4A}" type="presParOf" srcId="{44BB78B2-A2A2-4FFB-9737-D0D5C0EB6929}" destId="{9291C1FF-1F95-4134-9576-724D1AD06C90}" srcOrd="1" destOrd="0" presId="urn:microsoft.com/office/officeart/2005/8/layout/orgChart1"/>
    <dgm:cxn modelId="{69F4839E-596E-4D48-A446-F155379FB24D}" type="presParOf" srcId="{44BB78B2-A2A2-4FFB-9737-D0D5C0EB6929}" destId="{E6A0BE9A-A93B-4FE5-A033-F3C9DFB55F2B}" srcOrd="2" destOrd="0" presId="urn:microsoft.com/office/officeart/2005/8/layout/orgChart1"/>
    <dgm:cxn modelId="{A4C298B8-7894-4BB6-A87E-C921BE9D7FCC}" type="presParOf" srcId="{CB95909D-1A38-4FEA-B87E-4B0A9E1DE0BA}" destId="{2EF80077-AC5A-4BBD-93FA-5BBEACDFDDE9}" srcOrd="2" destOrd="0" presId="urn:microsoft.com/office/officeart/2005/8/layout/orgChart1"/>
    <dgm:cxn modelId="{17815FD6-B7C7-4508-BE3D-BDC63F6213F4}" type="presParOf" srcId="{B043F080-F1A6-45BE-8EDF-DC9FCF2503A2}" destId="{31DAF4B5-4D6F-4963-BF61-A3630BE437D8}" srcOrd="2" destOrd="0" presId="urn:microsoft.com/office/officeart/2005/8/layout/orgChart1"/>
    <dgm:cxn modelId="{FCEF8629-F28E-4071-AB4B-53B3565268A8}" type="presParOf" srcId="{31DAF4B5-4D6F-4963-BF61-A3630BE437D8}" destId="{1F84F7E4-0D91-464E-9E55-88A600AE0B5F}" srcOrd="0" destOrd="0" presId="urn:microsoft.com/office/officeart/2005/8/layout/orgChart1"/>
    <dgm:cxn modelId="{515EC737-A12D-4E0A-80F6-7C066D87EC60}" type="presParOf" srcId="{1F84F7E4-0D91-464E-9E55-88A600AE0B5F}" destId="{2D5CF5AA-5C33-4BC7-8B25-6036976265B9}" srcOrd="0" destOrd="0" presId="urn:microsoft.com/office/officeart/2005/8/layout/orgChart1"/>
    <dgm:cxn modelId="{BF84BB00-2107-49BA-9F16-9CC7C8D32221}" type="presParOf" srcId="{1F84F7E4-0D91-464E-9E55-88A600AE0B5F}" destId="{B80D20B0-364B-4075-B84E-6A2B161B57F3}" srcOrd="1" destOrd="0" presId="urn:microsoft.com/office/officeart/2005/8/layout/orgChart1"/>
    <dgm:cxn modelId="{39E7A38F-1E8E-471A-90C8-026744A9EAC2}" type="presParOf" srcId="{31DAF4B5-4D6F-4963-BF61-A3630BE437D8}" destId="{4EC9946A-9ED9-48BF-9E44-59C1B83FC6A1}" srcOrd="1" destOrd="0" presId="urn:microsoft.com/office/officeart/2005/8/layout/orgChart1"/>
    <dgm:cxn modelId="{364CD627-2470-412F-AE9F-395F8DF35A2E}" type="presParOf" srcId="{4EC9946A-9ED9-48BF-9E44-59C1B83FC6A1}" destId="{BDBCE5AF-982F-47EC-842E-066AF6FBF9B3}" srcOrd="0" destOrd="0" presId="urn:microsoft.com/office/officeart/2005/8/layout/orgChart1"/>
    <dgm:cxn modelId="{007410B7-5499-4FF9-AEDF-B071783C4F6E}" type="presParOf" srcId="{4EC9946A-9ED9-48BF-9E44-59C1B83FC6A1}" destId="{69DF5230-587B-4F0A-8C50-BDD1FDF18AAE}" srcOrd="1" destOrd="0" presId="urn:microsoft.com/office/officeart/2005/8/layout/orgChart1"/>
    <dgm:cxn modelId="{6236F301-B68A-4F03-BB6E-08A097B786FE}" type="presParOf" srcId="{69DF5230-587B-4F0A-8C50-BDD1FDF18AAE}" destId="{8FE0DA4F-CBDE-492B-881D-CE3CE7CCEC3B}" srcOrd="0" destOrd="0" presId="urn:microsoft.com/office/officeart/2005/8/layout/orgChart1"/>
    <dgm:cxn modelId="{171C7121-0B9B-4571-B4E5-60B73806DEFE}" type="presParOf" srcId="{8FE0DA4F-CBDE-492B-881D-CE3CE7CCEC3B}" destId="{721D71C9-DE86-4CD5-A2B3-7B21075CE30B}" srcOrd="0" destOrd="0" presId="urn:microsoft.com/office/officeart/2005/8/layout/orgChart1"/>
    <dgm:cxn modelId="{76567F4D-E505-445E-81D1-B0E036C6AF5F}" type="presParOf" srcId="{8FE0DA4F-CBDE-492B-881D-CE3CE7CCEC3B}" destId="{245A7863-A7E9-4F2F-9C47-FC3D0C23CCB4}" srcOrd="1" destOrd="0" presId="urn:microsoft.com/office/officeart/2005/8/layout/orgChart1"/>
    <dgm:cxn modelId="{042F863D-F275-481D-A1A6-F45A73E92814}" type="presParOf" srcId="{69DF5230-587B-4F0A-8C50-BDD1FDF18AAE}" destId="{AC23444E-25BF-4EF1-B491-0918F75097E7}" srcOrd="1" destOrd="0" presId="urn:microsoft.com/office/officeart/2005/8/layout/orgChart1"/>
    <dgm:cxn modelId="{13479C8F-E921-477B-BA8A-F639EE71A664}" type="presParOf" srcId="{69DF5230-587B-4F0A-8C50-BDD1FDF18AAE}" destId="{66467D28-744F-4439-8715-70ABB19AB2DF}" srcOrd="2" destOrd="0" presId="urn:microsoft.com/office/officeart/2005/8/layout/orgChart1"/>
    <dgm:cxn modelId="{59079DB0-8E69-40B9-886F-AFEEAEF1F258}" type="presParOf" srcId="{4EC9946A-9ED9-48BF-9E44-59C1B83FC6A1}" destId="{EAB52147-68B5-4700-A05D-063F18137076}" srcOrd="2" destOrd="0" presId="urn:microsoft.com/office/officeart/2005/8/layout/orgChart1"/>
    <dgm:cxn modelId="{B2C951BE-9958-49A8-B7A7-34D93C4F083F}" type="presParOf" srcId="{4EC9946A-9ED9-48BF-9E44-59C1B83FC6A1}" destId="{30884D13-367A-40CA-978D-AF3DBB4D414F}" srcOrd="3" destOrd="0" presId="urn:microsoft.com/office/officeart/2005/8/layout/orgChart1"/>
    <dgm:cxn modelId="{E147C2DC-C962-4C32-A570-30724C52ADA2}" type="presParOf" srcId="{30884D13-367A-40CA-978D-AF3DBB4D414F}" destId="{6211FB6A-2B74-480D-B92B-CB2A8308338F}" srcOrd="0" destOrd="0" presId="urn:microsoft.com/office/officeart/2005/8/layout/orgChart1"/>
    <dgm:cxn modelId="{CA6271E5-26BE-4655-9E68-B65F0EE396CB}" type="presParOf" srcId="{6211FB6A-2B74-480D-B92B-CB2A8308338F}" destId="{72E36BE1-7AD3-49A2-9919-E890DF2A04E7}" srcOrd="0" destOrd="0" presId="urn:microsoft.com/office/officeart/2005/8/layout/orgChart1"/>
    <dgm:cxn modelId="{4F855556-C5D7-4668-80D3-26E9C3F11755}" type="presParOf" srcId="{6211FB6A-2B74-480D-B92B-CB2A8308338F}" destId="{56B77BEF-5193-4D2B-A341-39BC169F15A4}" srcOrd="1" destOrd="0" presId="urn:microsoft.com/office/officeart/2005/8/layout/orgChart1"/>
    <dgm:cxn modelId="{8D390312-1B36-4961-BFCF-FC1F076C444B}" type="presParOf" srcId="{30884D13-367A-40CA-978D-AF3DBB4D414F}" destId="{E701DC72-79CF-4D3E-BE8F-C9017599EB31}" srcOrd="1" destOrd="0" presId="urn:microsoft.com/office/officeart/2005/8/layout/orgChart1"/>
    <dgm:cxn modelId="{E95C8BCF-844F-40B4-84A3-2308E6D41FC6}" type="presParOf" srcId="{30884D13-367A-40CA-978D-AF3DBB4D414F}" destId="{23DBD9BA-0F20-4114-A768-5B33975233EF}" srcOrd="2" destOrd="0" presId="urn:microsoft.com/office/officeart/2005/8/layout/orgChart1"/>
    <dgm:cxn modelId="{AA1B5D34-FAD3-4A93-874A-BCF1DE7DA8C0}" type="presParOf" srcId="{31DAF4B5-4D6F-4963-BF61-A3630BE437D8}" destId="{8100BACE-6A03-49B5-B281-C4D77DE3F6FF}"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5" qsCatId="simple" csTypeId="urn:microsoft.com/office/officeart/2005/8/colors/accent0_2" csCatId="mainScheme" phldr="1"/>
      <dgm:spPr/>
      <dgm:t>
        <a:bodyPr/>
        <a:lstStyle/>
        <a:p>
          <a:endParaRPr lang="en-US"/>
        </a:p>
      </dgm:t>
    </dgm:pt>
    <dgm:pt modelId="{5CFF8C42-A05F-454E-A08C-32B519839B41}">
      <dgm:prSet custT="1"/>
      <dgm:spPr/>
      <dgm:t>
        <a:bodyPr/>
        <a:lstStyle/>
        <a:p>
          <a:pPr algn="ctr"/>
          <a:r>
            <a:rPr lang="en-US" sz="1000" noProof="0" dirty="0"/>
            <a:t>Total balance </a:t>
          </a:r>
        </a:p>
      </dgm:t>
    </dgm:pt>
    <dgm:pt modelId="{B3222D04-4965-435E-93B6-B1269A0CBD77}" type="parTrans" cxnId="{C176E9BA-4AB7-44FD-8510-35F4FA282049}">
      <dgm:prSet/>
      <dgm:spPr/>
      <dgm:t>
        <a:bodyPr/>
        <a:lstStyle/>
        <a:p>
          <a:pPr algn="ctr"/>
          <a:endParaRPr lang="en-US" sz="2000" noProof="0"/>
        </a:p>
      </dgm:t>
    </dgm:pt>
    <dgm:pt modelId="{38E6B861-88BE-4EE5-B057-C29776E1D83A}" type="sibTrans" cxnId="{C176E9BA-4AB7-44FD-8510-35F4FA282049}">
      <dgm:prSet/>
      <dgm:spPr/>
      <dgm:t>
        <a:bodyPr/>
        <a:lstStyle/>
        <a:p>
          <a:pPr algn="ctr"/>
          <a:endParaRPr lang="en-US" sz="2000" noProof="0"/>
        </a:p>
      </dgm:t>
    </dgm:pt>
    <dgm:pt modelId="{780E2C17-7959-4BE4-B5B9-2AF6E7CE28C3}">
      <dgm:prSet custT="1"/>
      <dgm:spPr/>
      <dgm:t>
        <a:bodyPr/>
        <a:lstStyle/>
        <a:p>
          <a:pPr algn="ctr"/>
          <a:r>
            <a:rPr lang="en-US" sz="1000" noProof="0" dirty="0"/>
            <a:t>Project cost</a:t>
          </a:r>
        </a:p>
      </dgm:t>
    </dgm:pt>
    <dgm:pt modelId="{2512B4B8-6636-4906-9597-60AD45FC6AB8}" type="parTrans" cxnId="{D3C15631-C6AA-431A-8019-B6CB89E454D1}">
      <dgm:prSet/>
      <dgm:spPr/>
      <dgm:t>
        <a:bodyPr/>
        <a:lstStyle/>
        <a:p>
          <a:pPr algn="ctr"/>
          <a:endParaRPr lang="en-US" sz="2000" noProof="0"/>
        </a:p>
      </dgm:t>
    </dgm:pt>
    <dgm:pt modelId="{DBC20B37-8FA3-4069-9306-016BCE515DEB}" type="sibTrans" cxnId="{D3C15631-C6AA-431A-8019-B6CB89E454D1}">
      <dgm:prSet/>
      <dgm:spPr/>
      <dgm:t>
        <a:bodyPr/>
        <a:lstStyle/>
        <a:p>
          <a:pPr algn="ctr"/>
          <a:endParaRPr lang="en-US" sz="2000" noProof="0"/>
        </a:p>
      </dgm:t>
    </dgm:pt>
    <dgm:pt modelId="{737D12E9-8A02-48FD-981F-55FEDEEB992B}">
      <dgm:prSet custT="1"/>
      <dgm:spPr/>
      <dgm:t>
        <a:bodyPr/>
        <a:lstStyle/>
        <a:p>
          <a:pPr algn="ctr"/>
          <a:r>
            <a:rPr lang="en-US" sz="1000" noProof="0" dirty="0"/>
            <a:t>Benefits</a:t>
          </a:r>
        </a:p>
      </dgm:t>
    </dgm:pt>
    <dgm:pt modelId="{C49C39C5-B1D7-4276-BC5E-BCEEABC7E0B0}" type="parTrans" cxnId="{C863442A-282A-4AE8-83CC-D5D13D44B447}">
      <dgm:prSet/>
      <dgm:spPr/>
      <dgm:t>
        <a:bodyPr/>
        <a:lstStyle/>
        <a:p>
          <a:pPr algn="ctr"/>
          <a:endParaRPr lang="en-US" sz="2000" noProof="0"/>
        </a:p>
      </dgm:t>
    </dgm:pt>
    <dgm:pt modelId="{40F65ECA-BAF9-4A2F-AC30-3EEBD4253CED}" type="sibTrans" cxnId="{C863442A-282A-4AE8-83CC-D5D13D44B447}">
      <dgm:prSet/>
      <dgm:spPr/>
      <dgm:t>
        <a:bodyPr/>
        <a:lstStyle/>
        <a:p>
          <a:pPr algn="ctr"/>
          <a:endParaRPr lang="en-US" sz="2000" noProof="0"/>
        </a:p>
      </dgm:t>
    </dgm:pt>
    <dgm:pt modelId="{2659DFA5-A106-4A7E-8B49-DA98EAD7B296}">
      <dgm:prSet custT="1"/>
      <dgm:spPr/>
      <dgm:t>
        <a:bodyPr/>
        <a:lstStyle/>
        <a:p>
          <a:pPr algn="ctr"/>
          <a:r>
            <a:rPr lang="en-US" sz="1000" noProof="0" dirty="0"/>
            <a:t>Costs</a:t>
          </a:r>
        </a:p>
      </dgm:t>
    </dgm:pt>
    <dgm:pt modelId="{CD068D29-924E-4D3E-B939-72B94EF3DF14}" type="parTrans" cxnId="{59A291B3-B751-4DB1-B743-4001DE73F01C}">
      <dgm:prSet/>
      <dgm:spPr/>
      <dgm:t>
        <a:bodyPr/>
        <a:lstStyle/>
        <a:p>
          <a:pPr algn="ctr"/>
          <a:endParaRPr lang="en-US" sz="2000" noProof="0"/>
        </a:p>
      </dgm:t>
    </dgm:pt>
    <dgm:pt modelId="{DAF67F12-D54A-4ACD-9080-9D952BD7196C}" type="sibTrans" cxnId="{59A291B3-B751-4DB1-B743-4001DE73F01C}">
      <dgm:prSet/>
      <dgm:spPr/>
      <dgm:t>
        <a:bodyPr/>
        <a:lstStyle/>
        <a:p>
          <a:pPr algn="ctr"/>
          <a:endParaRPr lang="en-US" sz="2000" noProof="0"/>
        </a:p>
      </dgm:t>
    </dgm:pt>
    <dgm:pt modelId="{432886F5-A157-45AC-8D65-EA0D56935738}">
      <dgm:prSet custT="1"/>
      <dgm:spPr/>
      <dgm:t>
        <a:bodyPr/>
        <a:lstStyle/>
        <a:p>
          <a:pPr algn="ctr"/>
          <a:r>
            <a:rPr lang="en-US" sz="1000" noProof="0" dirty="0"/>
            <a:t>Annual balance </a:t>
          </a:r>
        </a:p>
      </dgm:t>
    </dgm:pt>
    <dgm:pt modelId="{643374B0-BFB1-49F9-A472-7FF183BD9385}" type="parTrans" cxnId="{A1240293-C5B0-44EA-B69A-265D0C5B694F}">
      <dgm:prSet/>
      <dgm:spPr/>
      <dgm:t>
        <a:bodyPr/>
        <a:lstStyle/>
        <a:p>
          <a:pPr algn="ctr"/>
          <a:endParaRPr lang="en-US" sz="2000" noProof="0"/>
        </a:p>
      </dgm:t>
    </dgm:pt>
    <dgm:pt modelId="{BF777341-B9EA-48D3-BAB4-85512D2E554F}" type="sibTrans" cxnId="{A1240293-C5B0-44EA-B69A-265D0C5B694F}">
      <dgm:prSet/>
      <dgm:spPr/>
      <dgm:t>
        <a:bodyPr/>
        <a:lstStyle/>
        <a:p>
          <a:pPr algn="ctr"/>
          <a:endParaRPr lang="en-US" sz="2000" noProof="0"/>
        </a:p>
      </dgm:t>
    </dgm:pt>
    <dgm:pt modelId="{82515DFC-9938-4C9D-833B-D7B6FE74F3D6}">
      <dgm:prSet custT="1"/>
      <dgm:spPr/>
      <dgm:t>
        <a:bodyPr/>
        <a:lstStyle/>
        <a:p>
          <a:pPr algn="ctr"/>
          <a:r>
            <a:rPr lang="en-US" sz="1000" noProof="0" dirty="0"/>
            <a:t>Project management </a:t>
          </a:r>
        </a:p>
      </dgm:t>
    </dgm:pt>
    <dgm:pt modelId="{81AD3CE4-69FA-4B9E-BB3B-4FF1EB31E2BF}" type="parTrans" cxnId="{544C879F-65F0-46A5-B7C0-8D1A458F62F9}">
      <dgm:prSet/>
      <dgm:spPr/>
      <dgm:t>
        <a:bodyPr/>
        <a:lstStyle/>
        <a:p>
          <a:pPr algn="ctr"/>
          <a:endParaRPr lang="en-US" sz="2000" noProof="0"/>
        </a:p>
      </dgm:t>
    </dgm:pt>
    <dgm:pt modelId="{3ABDE96B-50C5-4FE4-A81A-4FB2FAAAAFA5}" type="sibTrans" cxnId="{544C879F-65F0-46A5-B7C0-8D1A458F62F9}">
      <dgm:prSet/>
      <dgm:spPr/>
      <dgm:t>
        <a:bodyPr/>
        <a:lstStyle/>
        <a:p>
          <a:pPr algn="ctr"/>
          <a:endParaRPr lang="en-US" sz="2000" noProof="0"/>
        </a:p>
      </dgm:t>
    </dgm:pt>
    <dgm:pt modelId="{1C76DC10-B192-4CB8-BDD4-43D705326175}">
      <dgm:prSet custT="1"/>
      <dgm:spPr/>
      <dgm:t>
        <a:bodyPr/>
        <a:lstStyle/>
        <a:p>
          <a:pPr algn="ctr"/>
          <a:r>
            <a:rPr lang="en-US" sz="1000" noProof="0" dirty="0"/>
            <a:t>Development</a:t>
          </a:r>
        </a:p>
      </dgm:t>
    </dgm:pt>
    <dgm:pt modelId="{9B6515FC-BAB6-49BD-B614-8D99B5FBDBDE}" type="parTrans" cxnId="{49F84BCF-56D4-4716-881A-8D03E4FD0021}">
      <dgm:prSet/>
      <dgm:spPr/>
      <dgm:t>
        <a:bodyPr/>
        <a:lstStyle/>
        <a:p>
          <a:pPr algn="ctr"/>
          <a:endParaRPr lang="en-US" sz="2000" noProof="0"/>
        </a:p>
      </dgm:t>
    </dgm:pt>
    <dgm:pt modelId="{0F91D73B-DCE4-4F8F-9696-95E8CA55567C}" type="sibTrans" cxnId="{49F84BCF-56D4-4716-881A-8D03E4FD0021}">
      <dgm:prSet/>
      <dgm:spPr/>
      <dgm:t>
        <a:bodyPr/>
        <a:lstStyle/>
        <a:p>
          <a:pPr algn="ctr"/>
          <a:endParaRPr lang="en-US" sz="2000" noProof="0"/>
        </a:p>
      </dgm:t>
    </dgm:pt>
    <dgm:pt modelId="{22AAB52A-F50E-450E-A45B-AA76C6E60155}">
      <dgm:prSet custT="1"/>
      <dgm:spPr/>
      <dgm:t>
        <a:bodyPr/>
        <a:lstStyle/>
        <a:p>
          <a:pPr algn="ctr"/>
          <a:r>
            <a:rPr lang="en-US" sz="1000" noProof="0" dirty="0"/>
            <a:t>Software project</a:t>
          </a:r>
        </a:p>
      </dgm:t>
    </dgm:pt>
    <dgm:pt modelId="{111B3508-DF67-4D45-82A6-7B60B4D41864}" type="parTrans" cxnId="{AEC67096-20FC-480D-97F0-F2F564BD9E8A}">
      <dgm:prSet/>
      <dgm:spPr/>
      <dgm:t>
        <a:bodyPr/>
        <a:lstStyle/>
        <a:p>
          <a:pPr algn="ctr"/>
          <a:endParaRPr lang="en-US" sz="2000" noProof="0"/>
        </a:p>
      </dgm:t>
    </dgm:pt>
    <dgm:pt modelId="{773A98D1-1721-4740-BBBC-EE4ECE532058}" type="sibTrans" cxnId="{AEC67096-20FC-480D-97F0-F2F564BD9E8A}">
      <dgm:prSet/>
      <dgm:spPr/>
      <dgm:t>
        <a:bodyPr/>
        <a:lstStyle/>
        <a:p>
          <a:pPr algn="ctr"/>
          <a:endParaRPr lang="en-US" sz="2000" noProof="0"/>
        </a:p>
      </dgm:t>
    </dgm:pt>
    <dgm:pt modelId="{78C4697E-42E3-4CD6-8626-1B95ABCFBAEE}">
      <dgm:prSet custT="1"/>
      <dgm:spPr/>
      <dgm:t>
        <a:bodyPr/>
        <a:lstStyle/>
        <a:p>
          <a:pPr algn="ctr"/>
          <a:r>
            <a:rPr lang="en-US" sz="1000" noProof="0" dirty="0"/>
            <a:t>System Test</a:t>
          </a:r>
        </a:p>
      </dgm:t>
    </dgm:pt>
    <dgm:pt modelId="{8A2823D3-0319-40D7-99A2-677B9C1E7C97}" type="parTrans" cxnId="{4A4426A8-2F36-4935-9726-DFCE8F41E836}">
      <dgm:prSet/>
      <dgm:spPr/>
      <dgm:t>
        <a:bodyPr/>
        <a:lstStyle/>
        <a:p>
          <a:pPr algn="ctr"/>
          <a:endParaRPr lang="en-US" sz="2000" noProof="0"/>
        </a:p>
      </dgm:t>
    </dgm:pt>
    <dgm:pt modelId="{E49278E8-4C74-4CB2-80A2-3456757BC598}" type="sibTrans" cxnId="{4A4426A8-2F36-4935-9726-DFCE8F41E836}">
      <dgm:prSet/>
      <dgm:spPr/>
      <dgm:t>
        <a:bodyPr/>
        <a:lstStyle/>
        <a:p>
          <a:pPr algn="ctr"/>
          <a:endParaRPr lang="en-US" sz="2000" noProof="0"/>
        </a:p>
      </dgm:t>
    </dgm:pt>
    <dgm:pt modelId="{8423AC5B-65BB-44BA-85C8-B8F2C1D799F9}">
      <dgm:prSet custT="1"/>
      <dgm:spPr/>
      <dgm:t>
        <a:bodyPr/>
        <a:lstStyle/>
        <a:p>
          <a:pPr algn="ctr"/>
          <a:r>
            <a:rPr lang="en-US" sz="1000" noProof="0" dirty="0"/>
            <a:t>Analysis (modelling) </a:t>
          </a:r>
        </a:p>
      </dgm:t>
    </dgm:pt>
    <dgm:pt modelId="{98E64B81-CF24-49AB-A88A-228C9A8CA780}" type="parTrans" cxnId="{12752EE7-4C9A-4006-B2AE-B5551DF3FF82}">
      <dgm:prSet/>
      <dgm:spPr/>
      <dgm:t>
        <a:bodyPr/>
        <a:lstStyle/>
        <a:p>
          <a:pPr algn="ctr"/>
          <a:endParaRPr lang="en-US" sz="2000" noProof="0"/>
        </a:p>
      </dgm:t>
    </dgm:pt>
    <dgm:pt modelId="{37318783-7077-401B-9007-0BCCE6BB03B7}" type="sibTrans" cxnId="{12752EE7-4C9A-4006-B2AE-B5551DF3FF82}">
      <dgm:prSet/>
      <dgm:spPr/>
      <dgm:t>
        <a:bodyPr/>
        <a:lstStyle/>
        <a:p>
          <a:pPr algn="ctr"/>
          <a:endParaRPr lang="en-US" sz="2000" noProof="0"/>
        </a:p>
      </dgm:t>
    </dgm:pt>
    <dgm:pt modelId="{5AD51844-7667-449C-B04B-2A3775799BFF}">
      <dgm:prSet custT="1"/>
      <dgm:spPr/>
      <dgm:t>
        <a:bodyPr/>
        <a:lstStyle/>
        <a:p>
          <a:pPr algn="ctr"/>
          <a:r>
            <a:rPr lang="en-US" sz="1000" noProof="0" dirty="0"/>
            <a:t>Business Project</a:t>
          </a:r>
        </a:p>
      </dgm:t>
    </dgm:pt>
    <dgm:pt modelId="{FD7AA57F-CF0E-42DE-A55F-2EC78B30B05B}" type="parTrans" cxnId="{A25C5321-2397-436D-96DF-6B1391C6D905}">
      <dgm:prSet/>
      <dgm:spPr/>
      <dgm:t>
        <a:bodyPr/>
        <a:lstStyle/>
        <a:p>
          <a:pPr algn="ctr"/>
          <a:endParaRPr lang="en-US" sz="2000" noProof="0"/>
        </a:p>
      </dgm:t>
    </dgm:pt>
    <dgm:pt modelId="{6896A8BC-4889-4D51-8FB9-9AB4779A3BA7}" type="sibTrans" cxnId="{A25C5321-2397-436D-96DF-6B1391C6D905}">
      <dgm:prSet/>
      <dgm:spPr/>
      <dgm:t>
        <a:bodyPr/>
        <a:lstStyle/>
        <a:p>
          <a:pPr algn="ctr"/>
          <a:endParaRPr lang="en-US" sz="2000" noProof="0"/>
        </a:p>
      </dgm:t>
    </dgm:pt>
    <dgm:pt modelId="{CDA72991-8516-4F67-9D7F-C6CEFB219E63}">
      <dgm:prSet custT="1"/>
      <dgm:spPr/>
      <dgm:t>
        <a:bodyPr/>
        <a:lstStyle/>
        <a:p>
          <a:pPr algn="ctr"/>
          <a:r>
            <a:rPr lang="en-US" sz="1000" noProof="0" dirty="0"/>
            <a:t>Analysis</a:t>
          </a:r>
        </a:p>
      </dgm:t>
    </dgm:pt>
    <dgm:pt modelId="{D5FFA1D8-50D6-4A82-87E7-058D5B4962E6}" type="parTrans" cxnId="{D68E4CA5-2615-45AA-BC48-8892261A331E}">
      <dgm:prSet/>
      <dgm:spPr/>
      <dgm:t>
        <a:bodyPr/>
        <a:lstStyle/>
        <a:p>
          <a:pPr algn="ctr"/>
          <a:endParaRPr lang="en-US" sz="2000" noProof="0"/>
        </a:p>
      </dgm:t>
    </dgm:pt>
    <dgm:pt modelId="{977A6F70-64D1-479E-B160-4BA6F04720C2}" type="sibTrans" cxnId="{D68E4CA5-2615-45AA-BC48-8892261A331E}">
      <dgm:prSet/>
      <dgm:spPr/>
      <dgm:t>
        <a:bodyPr/>
        <a:lstStyle/>
        <a:p>
          <a:pPr algn="ctr"/>
          <a:endParaRPr lang="en-US" sz="2000" noProof="0"/>
        </a:p>
      </dgm:t>
    </dgm:pt>
    <dgm:pt modelId="{10F5EF5C-5AB8-4FD6-B414-A209FCC1D3A7}">
      <dgm:prSet custT="1"/>
      <dgm:spPr/>
      <dgm:t>
        <a:bodyPr/>
        <a:lstStyle/>
        <a:p>
          <a:pPr algn="ctr"/>
          <a:r>
            <a:rPr lang="en-US" sz="1000" noProof="0" dirty="0" err="1"/>
            <a:t>Miscellanous</a:t>
          </a:r>
          <a:r>
            <a:rPr lang="en-US" sz="1000" noProof="0" dirty="0"/>
            <a:t> </a:t>
          </a:r>
        </a:p>
      </dgm:t>
    </dgm:pt>
    <dgm:pt modelId="{9188C1C2-D2FA-4279-A67E-65DE3E1996EA}" type="parTrans" cxnId="{9B170D4A-5B16-4879-B3E2-0070C6D538F0}">
      <dgm:prSet/>
      <dgm:spPr/>
      <dgm:t>
        <a:bodyPr/>
        <a:lstStyle/>
        <a:p>
          <a:pPr algn="ctr"/>
          <a:endParaRPr lang="en-US" sz="2000" noProof="0"/>
        </a:p>
      </dgm:t>
    </dgm:pt>
    <dgm:pt modelId="{71484491-7247-42B6-AE31-49B22D10CA2B}" type="sibTrans" cxnId="{9B170D4A-5B16-4879-B3E2-0070C6D538F0}">
      <dgm:prSet/>
      <dgm:spPr/>
      <dgm:t>
        <a:bodyPr/>
        <a:lstStyle/>
        <a:p>
          <a:pPr algn="ctr"/>
          <a:endParaRPr lang="en-US" sz="2000" noProof="0"/>
        </a:p>
      </dgm:t>
    </dgm:pt>
    <dgm:pt modelId="{5BFFD63B-5511-492C-9222-0156EFC4526B}">
      <dgm:prSet custT="1"/>
      <dgm:spPr/>
      <dgm:t>
        <a:bodyPr/>
        <a:lstStyle/>
        <a:p>
          <a:pPr algn="ctr"/>
          <a:r>
            <a:rPr lang="en-US" sz="1000" noProof="0" dirty="0"/>
            <a:t>Technology </a:t>
          </a:r>
        </a:p>
      </dgm:t>
    </dgm:pt>
    <dgm:pt modelId="{937CFD05-A419-45AA-A7A7-87FA7D9DF5E4}" type="parTrans" cxnId="{1D22AAAC-4B45-48C9-84FC-690C449BA89D}">
      <dgm:prSet/>
      <dgm:spPr/>
      <dgm:t>
        <a:bodyPr/>
        <a:lstStyle/>
        <a:p>
          <a:pPr algn="ctr"/>
          <a:endParaRPr lang="en-US" sz="2000" noProof="0"/>
        </a:p>
      </dgm:t>
    </dgm:pt>
    <dgm:pt modelId="{D2D278E8-783F-4750-A634-8BB5EBBA1118}" type="sibTrans" cxnId="{1D22AAAC-4B45-48C9-84FC-690C449BA89D}">
      <dgm:prSet/>
      <dgm:spPr/>
      <dgm:t>
        <a:bodyPr/>
        <a:lstStyle/>
        <a:p>
          <a:pPr algn="ctr"/>
          <a:endParaRPr lang="en-US" sz="2000" noProof="0"/>
        </a:p>
      </dgm:t>
    </dgm:pt>
    <dgm:pt modelId="{1EC7473E-C38C-43F4-A078-4BF3B05DD0C5}">
      <dgm:prSet custT="1"/>
      <dgm:spPr/>
      <dgm:t>
        <a:bodyPr/>
        <a:lstStyle/>
        <a:p>
          <a:pPr algn="ctr"/>
          <a:r>
            <a:rPr lang="en-US" sz="1000" noProof="0" dirty="0"/>
            <a:t>Mobile</a:t>
          </a:r>
        </a:p>
      </dgm:t>
    </dgm:pt>
    <dgm:pt modelId="{EAF9F797-4D5F-4B10-AFEF-CA31E8649317}" type="parTrans" cxnId="{02CE8D8E-E5C8-496B-98D2-6E8E867ECC46}">
      <dgm:prSet/>
      <dgm:spPr/>
      <dgm:t>
        <a:bodyPr/>
        <a:lstStyle/>
        <a:p>
          <a:pPr algn="ctr"/>
          <a:endParaRPr lang="en-US" sz="2000" noProof="0"/>
        </a:p>
      </dgm:t>
    </dgm:pt>
    <dgm:pt modelId="{39576AED-5FE2-48F6-9A6D-F66F2094B208}" type="sibTrans" cxnId="{02CE8D8E-E5C8-496B-98D2-6E8E867ECC46}">
      <dgm:prSet/>
      <dgm:spPr/>
      <dgm:t>
        <a:bodyPr/>
        <a:lstStyle/>
        <a:p>
          <a:pPr algn="ctr"/>
          <a:endParaRPr lang="en-US" sz="2000" noProof="0"/>
        </a:p>
      </dgm:t>
    </dgm:pt>
    <dgm:pt modelId="{6571645B-0BBE-4CD7-BA5A-7144F7D8C054}">
      <dgm:prSet custT="1"/>
      <dgm:spPr/>
      <dgm:t>
        <a:bodyPr/>
        <a:lstStyle/>
        <a:p>
          <a:pPr algn="ctr"/>
          <a:r>
            <a:rPr lang="en-US" sz="1000" noProof="0" dirty="0"/>
            <a:t>LAN/ Clients/EUC</a:t>
          </a:r>
        </a:p>
      </dgm:t>
    </dgm:pt>
    <dgm:pt modelId="{5776B918-55DA-4C8E-B26D-7AAC670C5996}" type="parTrans" cxnId="{E5EA43C2-879E-41FF-8B34-F36E6B7FF872}">
      <dgm:prSet/>
      <dgm:spPr/>
      <dgm:t>
        <a:bodyPr/>
        <a:lstStyle/>
        <a:p>
          <a:pPr algn="ctr"/>
          <a:endParaRPr lang="en-US" sz="2000" noProof="0"/>
        </a:p>
      </dgm:t>
    </dgm:pt>
    <dgm:pt modelId="{E9BBE097-0F9A-4E77-B078-800EE8F7C4A5}" type="sibTrans" cxnId="{E5EA43C2-879E-41FF-8B34-F36E6B7FF872}">
      <dgm:prSet/>
      <dgm:spPr/>
      <dgm:t>
        <a:bodyPr/>
        <a:lstStyle/>
        <a:p>
          <a:pPr algn="ctr"/>
          <a:endParaRPr lang="en-US" sz="2000" noProof="0"/>
        </a:p>
      </dgm:t>
    </dgm:pt>
    <dgm:pt modelId="{D207AA23-E1E9-4664-8694-657CBE7F5113}">
      <dgm:prSet custT="1"/>
      <dgm:spPr/>
      <dgm:t>
        <a:bodyPr/>
        <a:lstStyle/>
        <a:p>
          <a:pPr algn="ctr"/>
          <a:r>
            <a:rPr lang="en-US" sz="1000" noProof="0" dirty="0"/>
            <a:t>Servers </a:t>
          </a:r>
        </a:p>
      </dgm:t>
    </dgm:pt>
    <dgm:pt modelId="{2B811217-D6E1-4007-B8B1-74F71399FCBC}" type="parTrans" cxnId="{9DE396B4-3663-4EB0-BC77-41DA68116E8E}">
      <dgm:prSet/>
      <dgm:spPr/>
      <dgm:t>
        <a:bodyPr/>
        <a:lstStyle/>
        <a:p>
          <a:pPr algn="ctr"/>
          <a:endParaRPr lang="en-US" sz="2000" noProof="0"/>
        </a:p>
      </dgm:t>
    </dgm:pt>
    <dgm:pt modelId="{FD6F05A3-C7FA-425C-9D87-0A61C97921D3}" type="sibTrans" cxnId="{9DE396B4-3663-4EB0-BC77-41DA68116E8E}">
      <dgm:prSet/>
      <dgm:spPr/>
      <dgm:t>
        <a:bodyPr/>
        <a:lstStyle/>
        <a:p>
          <a:pPr algn="ctr"/>
          <a:endParaRPr lang="en-US" sz="2000" noProof="0"/>
        </a:p>
      </dgm:t>
    </dgm:pt>
    <dgm:pt modelId="{56EC7F34-D759-4DEA-A55C-213BEA3062E9}">
      <dgm:prSet phldrT="[Testo]" custT="1"/>
      <dgm:spPr/>
      <dgm:t>
        <a:bodyPr/>
        <a:lstStyle/>
        <a:p>
          <a:pPr algn="ctr"/>
          <a:r>
            <a:rPr lang="en-US" sz="1000" noProof="0" dirty="0"/>
            <a:t>Management value  </a:t>
          </a:r>
        </a:p>
      </dgm:t>
    </dgm:pt>
    <dgm:pt modelId="{7C03C6F3-BDBB-49FE-B6DE-E09B03D04BAB}" type="parTrans" cxnId="{C0E18563-AA58-40C8-970E-A29B843364A6}">
      <dgm:prSet/>
      <dgm:spPr/>
      <dgm:t>
        <a:bodyPr/>
        <a:lstStyle/>
        <a:p>
          <a:pPr algn="ctr"/>
          <a:endParaRPr lang="en-US" sz="2000" noProof="0"/>
        </a:p>
      </dgm:t>
    </dgm:pt>
    <dgm:pt modelId="{99AA7D71-6832-4A73-B696-6F957B8AA6A7}" type="sibTrans" cxnId="{C0E18563-AA58-40C8-970E-A29B843364A6}">
      <dgm:prSet/>
      <dgm:spPr/>
      <dgm:t>
        <a:bodyPr/>
        <a:lstStyle/>
        <a:p>
          <a:pPr algn="ctr"/>
          <a:endParaRPr lang="en-US" sz="2000" noProof="0"/>
        </a:p>
      </dgm:t>
    </dgm:pt>
    <dgm:pt modelId="{BA17EC81-F365-430A-A2FD-ACF45104382C}">
      <dgm:prSet phldrT="[Testo]" custT="1"/>
      <dgm:spPr/>
      <dgm:t>
        <a:bodyPr/>
        <a:lstStyle/>
        <a:p>
          <a:pPr algn="ctr"/>
          <a:r>
            <a:rPr lang="en-US" sz="1000" noProof="0" dirty="0"/>
            <a:t>Tangible </a:t>
          </a:r>
        </a:p>
      </dgm:t>
    </dgm:pt>
    <dgm:pt modelId="{C84EA265-0F05-4D7F-B7ED-7308C7727181}" type="parTrans" cxnId="{E534692D-C8A1-49D7-B37A-C575B13A6AFE}">
      <dgm:prSet/>
      <dgm:spPr/>
      <dgm:t>
        <a:bodyPr/>
        <a:lstStyle/>
        <a:p>
          <a:pPr algn="ctr"/>
          <a:endParaRPr lang="en-US" sz="2000" noProof="0"/>
        </a:p>
      </dgm:t>
    </dgm:pt>
    <dgm:pt modelId="{26FFD9B7-6326-458B-8591-0E83DAA9B80A}" type="sibTrans" cxnId="{E534692D-C8A1-49D7-B37A-C575B13A6AFE}">
      <dgm:prSet/>
      <dgm:spPr/>
      <dgm:t>
        <a:bodyPr/>
        <a:lstStyle/>
        <a:p>
          <a:pPr algn="ctr"/>
          <a:endParaRPr lang="en-US" sz="2000" noProof="0"/>
        </a:p>
      </dgm:t>
    </dgm:pt>
    <dgm:pt modelId="{860B66A7-0190-41DE-9C7C-DA69A51C52A9}">
      <dgm:prSet phldrT="[Testo]" custT="1"/>
      <dgm:spPr/>
      <dgm:t>
        <a:bodyPr/>
        <a:lstStyle/>
        <a:p>
          <a:pPr algn="ctr"/>
          <a:r>
            <a:rPr lang="en-US" sz="1000" noProof="0" dirty="0"/>
            <a:t>Intangible</a:t>
          </a:r>
        </a:p>
      </dgm:t>
    </dgm:pt>
    <dgm:pt modelId="{BC2700F6-1CFE-47F4-B750-58798A9CB713}" type="parTrans" cxnId="{E0E9EF28-86F8-4BA8-9DE2-CAA1B512997E}">
      <dgm:prSet/>
      <dgm:spPr/>
      <dgm:t>
        <a:bodyPr/>
        <a:lstStyle/>
        <a:p>
          <a:pPr algn="ctr"/>
          <a:endParaRPr lang="en-US" sz="2000" noProof="0"/>
        </a:p>
      </dgm:t>
    </dgm:pt>
    <dgm:pt modelId="{2193A3AD-5F33-4925-9470-F0784ED855C6}" type="sibTrans" cxnId="{E0E9EF28-86F8-4BA8-9DE2-CAA1B512997E}">
      <dgm:prSet/>
      <dgm:spPr/>
      <dgm:t>
        <a:bodyPr/>
        <a:lstStyle/>
        <a:p>
          <a:pPr algn="ctr"/>
          <a:endParaRPr lang="en-US" sz="2000" noProof="0"/>
        </a:p>
      </dgm:t>
    </dgm:pt>
    <dgm:pt modelId="{D31A0BED-D533-4185-83D9-1F59F025D527}">
      <dgm:prSet phldrT="[Testo]" custT="1"/>
      <dgm:spPr/>
      <dgm:t>
        <a:bodyPr/>
        <a:lstStyle/>
        <a:p>
          <a:pPr algn="ctr"/>
          <a:r>
            <a:rPr lang="en-US" sz="1000" noProof="0" dirty="0"/>
            <a:t>Social value</a:t>
          </a:r>
        </a:p>
      </dgm:t>
    </dgm:pt>
    <dgm:pt modelId="{7D300048-D91B-45BD-85A3-9BE09DDAB495}" type="parTrans" cxnId="{811E4BE3-D924-4236-95FE-D3275E8F1634}">
      <dgm:prSet/>
      <dgm:spPr/>
      <dgm:t>
        <a:bodyPr/>
        <a:lstStyle/>
        <a:p>
          <a:pPr algn="ctr"/>
          <a:endParaRPr lang="en-US" sz="2000" noProof="0"/>
        </a:p>
      </dgm:t>
    </dgm:pt>
    <dgm:pt modelId="{AC745B1F-0995-471E-8837-D573C05968CF}" type="sibTrans" cxnId="{811E4BE3-D924-4236-95FE-D3275E8F1634}">
      <dgm:prSet/>
      <dgm:spPr/>
      <dgm:t>
        <a:bodyPr/>
        <a:lstStyle/>
        <a:p>
          <a:pPr algn="ctr"/>
          <a:endParaRPr lang="en-US" sz="2000" noProof="0"/>
        </a:p>
      </dgm:t>
    </dgm:pt>
    <dgm:pt modelId="{7A2B9F21-00C0-4806-ABDD-E77D627B319F}">
      <dgm:prSet phldrT="[Testo]" custT="1"/>
      <dgm:spPr/>
      <dgm:t>
        <a:bodyPr/>
        <a:lstStyle/>
        <a:p>
          <a:pPr algn="ctr"/>
          <a:r>
            <a:rPr lang="en-US" sz="1000" noProof="0" dirty="0"/>
            <a:t>Tangible </a:t>
          </a:r>
        </a:p>
      </dgm:t>
    </dgm:pt>
    <dgm:pt modelId="{ADAC2B3A-C26F-44DD-A130-5E9FB1D50FEC}" type="parTrans" cxnId="{9AD77593-8B90-4FF3-B2CA-6CE5BE6A9E9D}">
      <dgm:prSet/>
      <dgm:spPr/>
      <dgm:t>
        <a:bodyPr/>
        <a:lstStyle/>
        <a:p>
          <a:pPr algn="ctr"/>
          <a:endParaRPr lang="en-US" sz="2000" noProof="0"/>
        </a:p>
      </dgm:t>
    </dgm:pt>
    <dgm:pt modelId="{496EE524-1B63-4977-A5FC-955EFDACF120}" type="sibTrans" cxnId="{9AD77593-8B90-4FF3-B2CA-6CE5BE6A9E9D}">
      <dgm:prSet/>
      <dgm:spPr/>
      <dgm:t>
        <a:bodyPr/>
        <a:lstStyle/>
        <a:p>
          <a:pPr algn="ctr"/>
          <a:endParaRPr lang="en-US" sz="2000" noProof="0"/>
        </a:p>
      </dgm:t>
    </dgm:pt>
    <dgm:pt modelId="{4F09CE32-B9C7-4356-9162-BE92B4750B7A}">
      <dgm:prSet phldrT="[Testo]" custT="1"/>
      <dgm:spPr/>
      <dgm:t>
        <a:bodyPr/>
        <a:lstStyle/>
        <a:p>
          <a:pPr algn="ctr"/>
          <a:r>
            <a:rPr lang="en-US" sz="1000" noProof="0" dirty="0"/>
            <a:t>Intangible</a:t>
          </a:r>
        </a:p>
      </dgm:t>
    </dgm:pt>
    <dgm:pt modelId="{692E85DD-A290-4219-B1BF-FE2F474D83D6}" type="parTrans" cxnId="{E63DD533-B042-403A-BE17-98ED01A252D5}">
      <dgm:prSet/>
      <dgm:spPr/>
      <dgm:t>
        <a:bodyPr/>
        <a:lstStyle/>
        <a:p>
          <a:pPr algn="ctr"/>
          <a:endParaRPr lang="en-US" sz="2000" noProof="0"/>
        </a:p>
      </dgm:t>
    </dgm:pt>
    <dgm:pt modelId="{92053FB3-E433-4353-B88A-FF3A1B0B44B7}" type="sibTrans" cxnId="{E63DD533-B042-403A-BE17-98ED01A252D5}">
      <dgm:prSet/>
      <dgm:spPr/>
      <dgm:t>
        <a:bodyPr/>
        <a:lstStyle/>
        <a:p>
          <a:pPr algn="ctr"/>
          <a:endParaRPr lang="en-US" sz="2000" noProof="0"/>
        </a:p>
      </dgm:t>
    </dgm:pt>
    <dgm:pt modelId="{2E77449D-1CB2-4D93-99AE-EA715A1647FA}">
      <dgm:prSet custT="1"/>
      <dgm:spPr/>
      <dgm:t>
        <a:bodyPr/>
        <a:lstStyle/>
        <a:p>
          <a:pPr algn="ctr"/>
          <a:r>
            <a:rPr lang="en-US" sz="1000" b="0" noProof="0" dirty="0">
              <a:effectLst/>
              <a:latin typeface="Tahoma" pitchFamily="34" charset="0"/>
            </a:rPr>
            <a:t>Network services </a:t>
          </a:r>
          <a:endParaRPr lang="en-US" sz="1000" noProof="0" dirty="0"/>
        </a:p>
      </dgm:t>
    </dgm:pt>
    <dgm:pt modelId="{ADC43549-3DFF-4342-93AD-E6B385BD568D}" type="parTrans" cxnId="{D8BFF26B-5B16-468C-881A-CE449448CA2A}">
      <dgm:prSet/>
      <dgm:spPr/>
      <dgm:t>
        <a:bodyPr/>
        <a:lstStyle/>
        <a:p>
          <a:pPr algn="ctr"/>
          <a:endParaRPr lang="en-US" sz="2000" noProof="0"/>
        </a:p>
      </dgm:t>
    </dgm:pt>
    <dgm:pt modelId="{2DBF4DD5-EFAE-4C14-A90A-25DF3F677002}" type="sibTrans" cxnId="{D8BFF26B-5B16-468C-881A-CE449448CA2A}">
      <dgm:prSet/>
      <dgm:spPr/>
      <dgm:t>
        <a:bodyPr/>
        <a:lstStyle/>
        <a:p>
          <a:pPr algn="ctr"/>
          <a:endParaRPr lang="en-US" sz="2000" noProof="0"/>
        </a:p>
      </dgm:t>
    </dgm:pt>
    <dgm:pt modelId="{3C14636E-9810-4E0D-BD6B-FE319F34EF67}">
      <dgm:prSet custT="1"/>
      <dgm:spPr/>
      <dgm:t>
        <a:bodyPr/>
        <a:lstStyle/>
        <a:p>
          <a:pPr algn="ctr"/>
          <a:r>
            <a:rPr lang="en-US" sz="1000" b="0" noProof="0" dirty="0">
              <a:effectLst/>
              <a:latin typeface="Tahoma" pitchFamily="34" charset="0"/>
            </a:rPr>
            <a:t>Maintenance</a:t>
          </a:r>
        </a:p>
      </dgm:t>
    </dgm:pt>
    <dgm:pt modelId="{F2B2215B-D9EB-4DE3-9021-D0324CF0D628}" type="parTrans" cxnId="{845FE99E-0533-4733-BCC5-9DA5CCD384CA}">
      <dgm:prSet/>
      <dgm:spPr/>
      <dgm:t>
        <a:bodyPr/>
        <a:lstStyle/>
        <a:p>
          <a:pPr algn="ctr"/>
          <a:endParaRPr lang="en-US" sz="2000" noProof="0"/>
        </a:p>
      </dgm:t>
    </dgm:pt>
    <dgm:pt modelId="{5FBEBCF2-51A5-4A20-83E0-882BF63E2BF3}" type="sibTrans" cxnId="{845FE99E-0533-4733-BCC5-9DA5CCD384CA}">
      <dgm:prSet/>
      <dgm:spPr/>
      <dgm:t>
        <a:bodyPr/>
        <a:lstStyle/>
        <a:p>
          <a:pPr algn="ctr"/>
          <a:endParaRPr lang="en-US" sz="2000" noProof="0"/>
        </a:p>
      </dgm:t>
    </dgm:pt>
    <dgm:pt modelId="{D11FBC6A-CE3D-43D0-AD90-FE077A952F0D}">
      <dgm:prSet custT="1"/>
      <dgm:spPr/>
      <dgm:t>
        <a:bodyPr/>
        <a:lstStyle/>
        <a:p>
          <a:pPr algn="ctr"/>
          <a:r>
            <a:rPr lang="en-US" sz="1000" b="0" noProof="0" dirty="0">
              <a:effectLst/>
              <a:latin typeface="Tahoma" pitchFamily="34" charset="0"/>
            </a:rPr>
            <a:t>Business</a:t>
          </a:r>
        </a:p>
      </dgm:t>
    </dgm:pt>
    <dgm:pt modelId="{D541D777-FFB6-4983-BD99-FE7071732E5E}" type="parTrans" cxnId="{29B45AFE-B038-4C11-9DDD-78EFFCF42D6D}">
      <dgm:prSet/>
      <dgm:spPr/>
      <dgm:t>
        <a:bodyPr/>
        <a:lstStyle/>
        <a:p>
          <a:pPr algn="ctr"/>
          <a:endParaRPr lang="en-US" sz="2000" noProof="0"/>
        </a:p>
      </dgm:t>
    </dgm:pt>
    <dgm:pt modelId="{1C913766-B530-4E01-9AF2-0D5AE45C7914}" type="sibTrans" cxnId="{29B45AFE-B038-4C11-9DDD-78EFFCF42D6D}">
      <dgm:prSet/>
      <dgm:spPr/>
      <dgm:t>
        <a:bodyPr/>
        <a:lstStyle/>
        <a:p>
          <a:pPr algn="ctr"/>
          <a:endParaRPr lang="en-US" sz="2000" noProof="0"/>
        </a:p>
      </dgm:t>
    </dgm:pt>
    <dgm:pt modelId="{4BAE13AE-39F3-416E-8744-CFDB4B732C07}">
      <dgm:prSet custT="1"/>
      <dgm:spPr/>
      <dgm:t>
        <a:bodyPr/>
        <a:lstStyle/>
        <a:p>
          <a:pPr algn="ctr"/>
          <a:r>
            <a:rPr lang="en-US" sz="1000" noProof="0" dirty="0"/>
            <a:t>Education/ training/ change</a:t>
          </a:r>
        </a:p>
      </dgm:t>
    </dgm:pt>
    <dgm:pt modelId="{1699D3DA-29B7-417B-98A4-5CC0FE236955}" type="parTrans" cxnId="{A671590E-F926-4AF6-91E1-AD9336EC2F46}">
      <dgm:prSet/>
      <dgm:spPr/>
      <dgm:t>
        <a:bodyPr/>
        <a:lstStyle/>
        <a:p>
          <a:pPr algn="ctr"/>
          <a:endParaRPr lang="en-US" sz="2000" noProof="0"/>
        </a:p>
      </dgm:t>
    </dgm:pt>
    <dgm:pt modelId="{306B415E-C390-4DDC-82B2-649369D5F815}" type="sibTrans" cxnId="{A671590E-F926-4AF6-91E1-AD9336EC2F46}">
      <dgm:prSet/>
      <dgm:spPr/>
      <dgm:t>
        <a:bodyPr/>
        <a:lstStyle/>
        <a:p>
          <a:pPr algn="ctr"/>
          <a:endParaRPr lang="en-US" sz="2000" noProof="0"/>
        </a:p>
      </dgm:t>
    </dgm:pt>
    <dgm:pt modelId="{FBE7BC70-7AA3-4547-BDCA-DAEF5CF4CA19}">
      <dgm:prSet custT="1"/>
      <dgm:spPr/>
      <dgm:t>
        <a:bodyPr/>
        <a:lstStyle/>
        <a:p>
          <a:pPr algn="ctr"/>
          <a:r>
            <a:rPr lang="en-US" sz="1000" b="0" noProof="0" dirty="0">
              <a:effectLst/>
              <a:latin typeface="Tahoma" pitchFamily="34" charset="0"/>
            </a:rPr>
            <a:t>SW application</a:t>
          </a:r>
        </a:p>
      </dgm:t>
    </dgm:pt>
    <dgm:pt modelId="{F2ED1179-40EB-4266-87F3-3D80FC0286B5}" type="parTrans" cxnId="{62F298D4-BF70-46E1-80C1-6D2DC44BB0F3}">
      <dgm:prSet/>
      <dgm:spPr/>
      <dgm:t>
        <a:bodyPr/>
        <a:lstStyle/>
        <a:p>
          <a:pPr algn="ctr"/>
          <a:endParaRPr lang="en-US" sz="2000" noProof="0"/>
        </a:p>
      </dgm:t>
    </dgm:pt>
    <dgm:pt modelId="{274C7313-5947-4EBD-B4A2-042DB0E720CA}" type="sibTrans" cxnId="{62F298D4-BF70-46E1-80C1-6D2DC44BB0F3}">
      <dgm:prSet/>
      <dgm:spPr/>
      <dgm:t>
        <a:bodyPr/>
        <a:lstStyle/>
        <a:p>
          <a:pPr algn="ctr"/>
          <a:endParaRPr lang="en-US" sz="2000" noProof="0"/>
        </a:p>
      </dgm:t>
    </dgm:pt>
    <dgm:pt modelId="{5E2D65E9-1EBD-41B7-B78F-CC6A8CC9DD70}">
      <dgm:prSet custT="1"/>
      <dgm:spPr/>
      <dgm:t>
        <a:bodyPr/>
        <a:lstStyle/>
        <a:p>
          <a:pPr algn="ctr"/>
          <a:r>
            <a:rPr lang="en-US" sz="1000" noProof="0" dirty="0"/>
            <a:t>Operations staff</a:t>
          </a:r>
        </a:p>
      </dgm:t>
    </dgm:pt>
    <dgm:pt modelId="{4B388967-A89A-4B4B-A755-33C26AF5F87C}" type="parTrans" cxnId="{786F4B03-4E45-4521-8755-7649BC156750}">
      <dgm:prSet/>
      <dgm:spPr/>
      <dgm:t>
        <a:bodyPr/>
        <a:lstStyle/>
        <a:p>
          <a:pPr algn="ctr"/>
          <a:endParaRPr lang="en-US" sz="2000" noProof="0"/>
        </a:p>
      </dgm:t>
    </dgm:pt>
    <dgm:pt modelId="{512C5652-B242-4DA2-92F2-6C423F980148}" type="sibTrans" cxnId="{786F4B03-4E45-4521-8755-7649BC156750}">
      <dgm:prSet/>
      <dgm:spPr/>
      <dgm:t>
        <a:bodyPr/>
        <a:lstStyle/>
        <a:p>
          <a:pPr algn="ctr"/>
          <a:endParaRPr lang="en-US" sz="2000" noProof="0"/>
        </a:p>
      </dgm:t>
    </dgm:pt>
    <dgm:pt modelId="{F83ABAAA-CAEC-4965-816F-FC00F93EB5B5}">
      <dgm:prSet custT="1"/>
      <dgm:spPr/>
      <dgm:t>
        <a:bodyPr/>
        <a:lstStyle/>
        <a:p>
          <a:pPr algn="ctr"/>
          <a:r>
            <a:rPr lang="en-US" sz="1000" noProof="0" dirty="0"/>
            <a:t>Energy </a:t>
          </a:r>
        </a:p>
      </dgm:t>
    </dgm:pt>
    <dgm:pt modelId="{B584F244-36DD-4A74-963E-FD07C8DA69F8}" type="parTrans" cxnId="{A7BFC51A-6A39-4263-B609-0B4C38A0FF9C}">
      <dgm:prSet/>
      <dgm:spPr/>
      <dgm:t>
        <a:bodyPr/>
        <a:lstStyle/>
        <a:p>
          <a:pPr algn="ctr"/>
          <a:endParaRPr lang="en-US" sz="2000" noProof="0"/>
        </a:p>
      </dgm:t>
    </dgm:pt>
    <dgm:pt modelId="{D3D61F94-BD29-4F88-8E6D-FA39B95533C2}" type="sibTrans" cxnId="{A7BFC51A-6A39-4263-B609-0B4C38A0FF9C}">
      <dgm:prSet/>
      <dgm:spPr/>
      <dgm:t>
        <a:bodyPr/>
        <a:lstStyle/>
        <a:p>
          <a:pPr algn="ctr"/>
          <a:endParaRPr lang="en-US" sz="2000" noProof="0"/>
        </a:p>
      </dgm:t>
    </dgm:pt>
    <dgm:pt modelId="{52B62305-33C1-4887-BCA7-8E979CF91728}">
      <dgm:prSet phldrT="[Testo]" custT="1"/>
      <dgm:spPr/>
      <dgm:t>
        <a:bodyPr/>
        <a:lstStyle/>
        <a:p>
          <a:pPr algn="ctr"/>
          <a:r>
            <a:rPr lang="en-US" sz="1000" noProof="0" dirty="0"/>
            <a:t>Cost saving</a:t>
          </a:r>
        </a:p>
      </dgm:t>
    </dgm:pt>
    <dgm:pt modelId="{A9A42850-CFF7-45C8-BAEA-1FD1E810A396}" type="parTrans" cxnId="{D7E4697E-0DDB-400E-9695-76D084C68A15}">
      <dgm:prSet/>
      <dgm:spPr/>
      <dgm:t>
        <a:bodyPr/>
        <a:lstStyle/>
        <a:p>
          <a:pPr algn="ctr"/>
          <a:endParaRPr lang="en-US" sz="2000" noProof="0"/>
        </a:p>
      </dgm:t>
    </dgm:pt>
    <dgm:pt modelId="{49AE9518-405F-4A89-A764-1E4BB030E3C8}" type="sibTrans" cxnId="{D7E4697E-0DDB-400E-9695-76D084C68A15}">
      <dgm:prSet/>
      <dgm:spPr/>
      <dgm:t>
        <a:bodyPr/>
        <a:lstStyle/>
        <a:p>
          <a:pPr algn="ctr"/>
          <a:endParaRPr lang="en-US" sz="2000" noProof="0"/>
        </a:p>
      </dgm:t>
    </dgm:pt>
    <dgm:pt modelId="{F37F315E-6AEA-4EED-A0CA-0BD8469A4947}">
      <dgm:prSet phldrT="[Testo]" custT="1"/>
      <dgm:spPr/>
      <dgm:t>
        <a:bodyPr/>
        <a:lstStyle/>
        <a:p>
          <a:pPr algn="ctr"/>
          <a:r>
            <a:rPr lang="en-US" sz="1000" noProof="0" dirty="0"/>
            <a:t>Sales Increase </a:t>
          </a:r>
        </a:p>
      </dgm:t>
    </dgm:pt>
    <dgm:pt modelId="{FBF91790-F842-45D4-B0A3-FD440DA2ECAC}" type="parTrans" cxnId="{16638930-2E2A-4D6E-96CC-0084CF1CA851}">
      <dgm:prSet/>
      <dgm:spPr/>
      <dgm:t>
        <a:bodyPr/>
        <a:lstStyle/>
        <a:p>
          <a:pPr algn="ctr"/>
          <a:endParaRPr lang="en-US" sz="2000" noProof="0"/>
        </a:p>
      </dgm:t>
    </dgm:pt>
    <dgm:pt modelId="{289D52BE-4B3C-477B-AA98-F749F04F01BF}" type="sibTrans" cxnId="{16638930-2E2A-4D6E-96CC-0084CF1CA851}">
      <dgm:prSet/>
      <dgm:spPr/>
      <dgm:t>
        <a:bodyPr/>
        <a:lstStyle/>
        <a:p>
          <a:pPr algn="ctr"/>
          <a:endParaRPr lang="en-US" sz="2000" noProof="0"/>
        </a:p>
      </dgm:t>
    </dgm:pt>
    <dgm:pt modelId="{49CC0D11-157E-4CA1-88C9-B972475F71DE}">
      <dgm:prSet custT="1"/>
      <dgm:spPr/>
      <dgm:t>
        <a:bodyPr/>
        <a:lstStyle/>
        <a:p>
          <a:pPr algn="ctr"/>
          <a:r>
            <a:rPr lang="en-US" sz="1000" noProof="0" dirty="0"/>
            <a:t>Operations</a:t>
          </a:r>
        </a:p>
      </dgm:t>
    </dgm:pt>
    <dgm:pt modelId="{772E7B0D-B69B-4E81-A85E-0A2BF0158C06}" type="parTrans" cxnId="{E5FE1FEA-A103-4474-BED1-25D86178E762}">
      <dgm:prSet/>
      <dgm:spPr/>
      <dgm:t>
        <a:bodyPr/>
        <a:lstStyle/>
        <a:p>
          <a:endParaRPr lang="it-IT"/>
        </a:p>
      </dgm:t>
    </dgm:pt>
    <dgm:pt modelId="{6215A419-3148-494A-8968-F97DFEEC4175}" type="sibTrans" cxnId="{E5FE1FEA-A103-4474-BED1-25D86178E762}">
      <dgm:prSet/>
      <dgm:spPr/>
      <dgm:t>
        <a:bodyPr/>
        <a:lstStyle/>
        <a:p>
          <a:endParaRPr lang="it-IT"/>
        </a:p>
      </dgm:t>
    </dgm:pt>
    <dgm:pt modelId="{866FB6D3-E3D2-4BFF-9149-2EB50EF89DEC}">
      <dgm:prSet custT="1"/>
      <dgm:spPr/>
      <dgm:t>
        <a:bodyPr/>
        <a:lstStyle/>
        <a:p>
          <a:pPr algn="ctr"/>
          <a:r>
            <a:rPr lang="en-US" sz="1000" b="0" noProof="0" dirty="0" err="1">
              <a:effectLst/>
              <a:latin typeface="Tahoma" pitchFamily="34" charset="0"/>
            </a:rPr>
            <a:t>Hw</a:t>
          </a:r>
          <a:r>
            <a:rPr lang="en-US" sz="1000" b="0" noProof="0" dirty="0">
              <a:effectLst/>
              <a:latin typeface="Tahoma" pitchFamily="34" charset="0"/>
            </a:rPr>
            <a:t> / </a:t>
          </a:r>
          <a:r>
            <a:rPr lang="en-US" sz="1000" b="0" noProof="0" dirty="0" err="1">
              <a:effectLst/>
              <a:latin typeface="Tahoma" pitchFamily="34" charset="0"/>
            </a:rPr>
            <a:t>Sw</a:t>
          </a:r>
          <a:r>
            <a:rPr lang="en-US" sz="1000" b="0" noProof="0" dirty="0">
              <a:effectLst/>
              <a:latin typeface="Tahoma" pitchFamily="34" charset="0"/>
            </a:rPr>
            <a:t> platforms </a:t>
          </a:r>
        </a:p>
      </dgm:t>
    </dgm:pt>
    <dgm:pt modelId="{F6525585-7AA5-4CE8-A8D9-2099BE61C555}" type="parTrans" cxnId="{E38A0993-B731-4A35-B10A-EFF33C9C8126}">
      <dgm:prSet/>
      <dgm:spPr/>
      <dgm:t>
        <a:bodyPr/>
        <a:lstStyle/>
        <a:p>
          <a:endParaRPr lang="it-IT"/>
        </a:p>
      </dgm:t>
    </dgm:pt>
    <dgm:pt modelId="{A4959B79-2BBB-4D10-BF09-67341458E010}" type="sibTrans" cxnId="{E38A0993-B731-4A35-B10A-EFF33C9C8126}">
      <dgm:prSet/>
      <dgm:spPr/>
      <dgm:t>
        <a:bodyPr/>
        <a:lstStyle/>
        <a:p>
          <a:endParaRPr lang="it-IT"/>
        </a:p>
      </dgm:t>
    </dgm:pt>
    <dgm:pt modelId="{6A2D653D-8D1B-4D65-BE9B-17EF54CC359E}">
      <dgm:prSet custT="1"/>
      <dgm:spPr/>
      <dgm:t>
        <a:bodyPr/>
        <a:lstStyle/>
        <a:p>
          <a:pPr algn="ctr"/>
          <a:r>
            <a:rPr lang="en-US" sz="1000" noProof="0" dirty="0"/>
            <a:t>Software  platforms </a:t>
          </a:r>
        </a:p>
      </dgm:t>
    </dgm:pt>
    <dgm:pt modelId="{4DDDC414-06E2-4C82-9399-53369491B886}" type="parTrans" cxnId="{453D5AFB-4C9F-476C-AE84-86CF31277681}">
      <dgm:prSet/>
      <dgm:spPr/>
      <dgm:t>
        <a:bodyPr/>
        <a:lstStyle/>
        <a:p>
          <a:endParaRPr lang="it-IT"/>
        </a:p>
      </dgm:t>
    </dgm:pt>
    <dgm:pt modelId="{8815F182-6759-4891-A642-2BFD53B60EB6}" type="sibTrans" cxnId="{453D5AFB-4C9F-476C-AE84-86CF31277681}">
      <dgm:prSet/>
      <dgm:spPr/>
      <dgm:t>
        <a:bodyPr/>
        <a:lstStyle/>
        <a:p>
          <a:endParaRPr lang="it-IT"/>
        </a:p>
      </dgm:t>
    </dgm:pt>
    <dgm:pt modelId="{DA31883E-BFA3-4E40-A60B-18EF47AFBB66}">
      <dgm:prSet custT="1"/>
      <dgm:spPr/>
      <dgm:t>
        <a:bodyPr/>
        <a:lstStyle/>
        <a:p>
          <a:pPr algn="ctr"/>
          <a:r>
            <a:rPr lang="en-US" sz="1000" noProof="0" dirty="0"/>
            <a:t>Cloud services </a:t>
          </a:r>
        </a:p>
      </dgm:t>
    </dgm:pt>
    <dgm:pt modelId="{750122CD-56F8-417B-81A8-16EE443ABF6F}" type="parTrans" cxnId="{F5DC0EB9-7F69-4F45-BECF-FEAE43ADDD6E}">
      <dgm:prSet/>
      <dgm:spPr/>
      <dgm:t>
        <a:bodyPr/>
        <a:lstStyle/>
        <a:p>
          <a:endParaRPr lang="it-IT"/>
        </a:p>
      </dgm:t>
    </dgm:pt>
    <dgm:pt modelId="{34A415E1-0896-4135-A2A3-7034DCDB7A92}" type="sibTrans" cxnId="{F5DC0EB9-7F69-4F45-BECF-FEAE43ADDD6E}">
      <dgm:prSet/>
      <dgm:spPr/>
      <dgm:t>
        <a:bodyPr/>
        <a:lstStyle/>
        <a:p>
          <a:endParaRPr lang="it-IT"/>
        </a:p>
      </dgm:t>
    </dgm:pt>
    <dgm:pt modelId="{851C9D6E-AC63-4942-A4BE-E6721A22670E}">
      <dgm:prSet custT="1"/>
      <dgm:spPr/>
      <dgm:t>
        <a:bodyPr/>
        <a:lstStyle/>
        <a:p>
          <a:pPr algn="ctr"/>
          <a:r>
            <a:rPr lang="en-US" sz="1000" noProof="0" dirty="0"/>
            <a:t>User Test</a:t>
          </a:r>
        </a:p>
      </dgm:t>
    </dgm:pt>
    <dgm:pt modelId="{E67CB3FC-871F-48D3-8F22-E65AC355491E}" type="sibTrans" cxnId="{8E3F17B4-7549-4018-A69F-1C6BCD1662C9}">
      <dgm:prSet/>
      <dgm:spPr/>
      <dgm:t>
        <a:bodyPr/>
        <a:lstStyle/>
        <a:p>
          <a:endParaRPr lang="en-US" sz="2000" noProof="0"/>
        </a:p>
      </dgm:t>
    </dgm:pt>
    <dgm:pt modelId="{93FA9CFA-3713-4C93-B0FB-EB826ABE93C4}" type="parTrans" cxnId="{8E3F17B4-7549-4018-A69F-1C6BCD1662C9}">
      <dgm:prSet/>
      <dgm:spPr/>
      <dgm:t>
        <a:bodyPr/>
        <a:lstStyle/>
        <a:p>
          <a:endParaRPr lang="en-US" sz="2000" noProof="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445DA5EE-73F8-4F4C-8369-1BA54A78A3D2}" type="pres">
      <dgm:prSet presAssocID="{5CFF8C42-A05F-454E-A08C-32B519839B41}" presName="hierRoot1" presStyleCnt="0">
        <dgm:presLayoutVars>
          <dgm:hierBranch val="init"/>
        </dgm:presLayoutVars>
      </dgm:prSet>
      <dgm:spPr/>
    </dgm:pt>
    <dgm:pt modelId="{1F94A7F9-CE59-44BE-B68E-B7148BCE5685}" type="pres">
      <dgm:prSet presAssocID="{5CFF8C42-A05F-454E-A08C-32B519839B41}" presName="rootComposite1" presStyleCnt="0"/>
      <dgm:spPr/>
    </dgm:pt>
    <dgm:pt modelId="{0A6042C5-B308-416A-8918-53173A1200FB}" type="pres">
      <dgm:prSet presAssocID="{5CFF8C42-A05F-454E-A08C-32B519839B41}" presName="rootText1" presStyleLbl="node0" presStyleIdx="0" presStyleCnt="1">
        <dgm:presLayoutVars>
          <dgm:chPref val="3"/>
        </dgm:presLayoutVars>
      </dgm:prSet>
      <dgm:spPr/>
    </dgm:pt>
    <dgm:pt modelId="{DAC084F4-D6BC-4577-85B6-4192C23B5F16}" type="pres">
      <dgm:prSet presAssocID="{5CFF8C42-A05F-454E-A08C-32B519839B41}" presName="rootConnector1" presStyleLbl="node1" presStyleIdx="0" presStyleCnt="0"/>
      <dgm:spPr/>
    </dgm:pt>
    <dgm:pt modelId="{AA7F212E-EBF2-42E1-B61E-E1F551051AAA}" type="pres">
      <dgm:prSet presAssocID="{5CFF8C42-A05F-454E-A08C-32B519839B41}" presName="hierChild2" presStyleCnt="0"/>
      <dgm:spPr/>
    </dgm:pt>
    <dgm:pt modelId="{D3AEA247-2D24-4316-BC29-C9CE269EF544}" type="pres">
      <dgm:prSet presAssocID="{2512B4B8-6636-4906-9597-60AD45FC6AB8}" presName="Name37" presStyleLbl="parChTrans1D2" presStyleIdx="0" presStyleCnt="2"/>
      <dgm:spPr/>
    </dgm:pt>
    <dgm:pt modelId="{B0F69A37-CF75-401B-87DF-141C2A0D14D2}" type="pres">
      <dgm:prSet presAssocID="{780E2C17-7959-4BE4-B5B9-2AF6E7CE28C3}" presName="hierRoot2" presStyleCnt="0">
        <dgm:presLayoutVars>
          <dgm:hierBranch val="init"/>
        </dgm:presLayoutVars>
      </dgm:prSet>
      <dgm:spPr/>
    </dgm:pt>
    <dgm:pt modelId="{DE2C5E30-73DC-407C-92F7-25870607226E}" type="pres">
      <dgm:prSet presAssocID="{780E2C17-7959-4BE4-B5B9-2AF6E7CE28C3}" presName="rootComposite" presStyleCnt="0"/>
      <dgm:spPr/>
    </dgm:pt>
    <dgm:pt modelId="{9C228AD5-00DB-40A8-BF33-C7E8A479CA04}" type="pres">
      <dgm:prSet presAssocID="{780E2C17-7959-4BE4-B5B9-2AF6E7CE28C3}" presName="rootText" presStyleLbl="node2" presStyleIdx="0" presStyleCnt="2" custLinFactNeighborX="7841" custLinFactNeighborY="-958">
        <dgm:presLayoutVars>
          <dgm:chPref val="3"/>
        </dgm:presLayoutVars>
      </dgm:prSet>
      <dgm:spPr/>
    </dgm:pt>
    <dgm:pt modelId="{135EAC3A-6608-4492-BD60-2DF621A21568}" type="pres">
      <dgm:prSet presAssocID="{780E2C17-7959-4BE4-B5B9-2AF6E7CE28C3}" presName="rootConnector" presStyleLbl="node2" presStyleIdx="0" presStyleCnt="2"/>
      <dgm:spPr/>
    </dgm:pt>
    <dgm:pt modelId="{A43618CA-B904-4B14-9BF0-54141D3F955E}" type="pres">
      <dgm:prSet presAssocID="{780E2C17-7959-4BE4-B5B9-2AF6E7CE28C3}" presName="hierChild4" presStyleCnt="0"/>
      <dgm:spPr/>
    </dgm:pt>
    <dgm:pt modelId="{31CF9883-6932-443B-BE67-EA6070F735FC}" type="pres">
      <dgm:prSet presAssocID="{81AD3CE4-69FA-4B9E-BB3B-4FF1EB31E2BF}" presName="Name37" presStyleLbl="parChTrans1D3" presStyleIdx="0" presStyleCnt="6"/>
      <dgm:spPr/>
    </dgm:pt>
    <dgm:pt modelId="{13ADB56E-8FDF-491C-8B29-1722087AD486}" type="pres">
      <dgm:prSet presAssocID="{82515DFC-9938-4C9D-833B-D7B6FE74F3D6}" presName="hierRoot2" presStyleCnt="0">
        <dgm:presLayoutVars>
          <dgm:hierBranch val="init"/>
        </dgm:presLayoutVars>
      </dgm:prSet>
      <dgm:spPr/>
    </dgm:pt>
    <dgm:pt modelId="{0985C86D-1B69-41D2-8B15-597C53B6120C}" type="pres">
      <dgm:prSet presAssocID="{82515DFC-9938-4C9D-833B-D7B6FE74F3D6}" presName="rootComposite" presStyleCnt="0"/>
      <dgm:spPr/>
    </dgm:pt>
    <dgm:pt modelId="{B36F738C-DABB-499F-A586-6245E56F73A4}" type="pres">
      <dgm:prSet presAssocID="{82515DFC-9938-4C9D-833B-D7B6FE74F3D6}" presName="rootText" presStyleLbl="node3" presStyleIdx="0" presStyleCnt="6" custLinFactNeighborX="7841" custLinFactNeighborY="-958">
        <dgm:presLayoutVars>
          <dgm:chPref val="3"/>
        </dgm:presLayoutVars>
      </dgm:prSet>
      <dgm:spPr/>
    </dgm:pt>
    <dgm:pt modelId="{14012CE9-2525-49DB-825E-72030D160490}" type="pres">
      <dgm:prSet presAssocID="{82515DFC-9938-4C9D-833B-D7B6FE74F3D6}" presName="rootConnector" presStyleLbl="node3" presStyleIdx="0" presStyleCnt="6"/>
      <dgm:spPr/>
    </dgm:pt>
    <dgm:pt modelId="{342643D6-E3A6-4A57-B9DD-0781D8759EFC}" type="pres">
      <dgm:prSet presAssocID="{82515DFC-9938-4C9D-833B-D7B6FE74F3D6}" presName="hierChild4" presStyleCnt="0"/>
      <dgm:spPr/>
    </dgm:pt>
    <dgm:pt modelId="{0DD17146-0F29-4885-9376-8A5705D23D4E}" type="pres">
      <dgm:prSet presAssocID="{82515DFC-9938-4C9D-833B-D7B6FE74F3D6}" presName="hierChild5" presStyleCnt="0"/>
      <dgm:spPr/>
    </dgm:pt>
    <dgm:pt modelId="{7B5206AE-36DB-43EE-84F3-AFB823AA6253}" type="pres">
      <dgm:prSet presAssocID="{111B3508-DF67-4D45-82A6-7B60B4D41864}" presName="Name37" presStyleLbl="parChTrans1D3" presStyleIdx="1" presStyleCnt="6"/>
      <dgm:spPr/>
    </dgm:pt>
    <dgm:pt modelId="{EA46275C-D34E-4970-A919-7FB5FB0D832D}" type="pres">
      <dgm:prSet presAssocID="{22AAB52A-F50E-450E-A45B-AA76C6E60155}" presName="hierRoot2" presStyleCnt="0">
        <dgm:presLayoutVars>
          <dgm:hierBranch val="init"/>
        </dgm:presLayoutVars>
      </dgm:prSet>
      <dgm:spPr/>
    </dgm:pt>
    <dgm:pt modelId="{33111035-7874-44A3-98C1-D4AC0AF8792D}" type="pres">
      <dgm:prSet presAssocID="{22AAB52A-F50E-450E-A45B-AA76C6E60155}" presName="rootComposite" presStyleCnt="0"/>
      <dgm:spPr/>
    </dgm:pt>
    <dgm:pt modelId="{BE33DF6D-96DD-447A-A304-E5B66ED4DEA0}" type="pres">
      <dgm:prSet presAssocID="{22AAB52A-F50E-450E-A45B-AA76C6E60155}" presName="rootText" presStyleLbl="node3" presStyleIdx="1" presStyleCnt="6" custLinFactNeighborX="7841" custLinFactNeighborY="-958">
        <dgm:presLayoutVars>
          <dgm:chPref val="3"/>
        </dgm:presLayoutVars>
      </dgm:prSet>
      <dgm:spPr/>
    </dgm:pt>
    <dgm:pt modelId="{609F4C0D-78CC-42E2-8EC6-ACCF5277829F}" type="pres">
      <dgm:prSet presAssocID="{22AAB52A-F50E-450E-A45B-AA76C6E60155}" presName="rootConnector" presStyleLbl="node3" presStyleIdx="1" presStyleCnt="6"/>
      <dgm:spPr/>
    </dgm:pt>
    <dgm:pt modelId="{21DB5F9D-117E-4396-A921-BD0D18829365}" type="pres">
      <dgm:prSet presAssocID="{22AAB52A-F50E-450E-A45B-AA76C6E60155}" presName="hierChild4" presStyleCnt="0"/>
      <dgm:spPr/>
    </dgm:pt>
    <dgm:pt modelId="{27333CFF-6E7D-4480-9D2E-94A4A14EE4E1}" type="pres">
      <dgm:prSet presAssocID="{98E64B81-CF24-49AB-A88A-228C9A8CA780}" presName="Name37" presStyleLbl="parChTrans1D4" presStyleIdx="0" presStyleCnt="28"/>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4" presStyleIdx="0" presStyleCnt="28" custLinFactNeighborX="7841" custLinFactNeighborY="-958">
        <dgm:presLayoutVars>
          <dgm:chPref val="3"/>
        </dgm:presLayoutVars>
      </dgm:prSet>
      <dgm:spPr/>
    </dgm:pt>
    <dgm:pt modelId="{1F827E1E-DE28-4629-93A9-7862FAB5F676}" type="pres">
      <dgm:prSet presAssocID="{8423AC5B-65BB-44BA-85C8-B8F2C1D799F9}" presName="rootConnector" presStyleLbl="node4" presStyleIdx="0" presStyleCnt="28"/>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DAD855C7-600A-499D-B0A8-DE9BCE52E531}" type="pres">
      <dgm:prSet presAssocID="{9B6515FC-BAB6-49BD-B614-8D99B5FBDBDE}" presName="Name37" presStyleLbl="parChTrans1D4" presStyleIdx="1" presStyleCnt="28"/>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4" presStyleIdx="1" presStyleCnt="28" custLinFactNeighborX="7841" custLinFactNeighborY="-958">
        <dgm:presLayoutVars>
          <dgm:chPref val="3"/>
        </dgm:presLayoutVars>
      </dgm:prSet>
      <dgm:spPr/>
    </dgm:pt>
    <dgm:pt modelId="{E2521828-141C-4DD9-A0FF-550F879D8B65}" type="pres">
      <dgm:prSet presAssocID="{1C76DC10-B192-4CB8-BDD4-43D705326175}" presName="rootConnector" presStyleLbl="node4" presStyleIdx="1" presStyleCnt="28"/>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8A4D6337-DC10-4A2A-B856-314A41E612E8}" type="pres">
      <dgm:prSet presAssocID="{8A2823D3-0319-40D7-99A2-677B9C1E7C97}" presName="Name37" presStyleLbl="parChTrans1D4" presStyleIdx="2" presStyleCnt="28"/>
      <dgm:spPr/>
    </dgm:pt>
    <dgm:pt modelId="{BAACD408-B096-4219-B995-CBE13FEF9E0C}" type="pres">
      <dgm:prSet presAssocID="{78C4697E-42E3-4CD6-8626-1B95ABCFBAEE}" presName="hierRoot2" presStyleCnt="0">
        <dgm:presLayoutVars>
          <dgm:hierBranch val="init"/>
        </dgm:presLayoutVars>
      </dgm:prSet>
      <dgm:spPr/>
    </dgm:pt>
    <dgm:pt modelId="{7C76DD35-9C28-4088-8305-CB44319A8F6B}" type="pres">
      <dgm:prSet presAssocID="{78C4697E-42E3-4CD6-8626-1B95ABCFBAEE}" presName="rootComposite" presStyleCnt="0"/>
      <dgm:spPr/>
    </dgm:pt>
    <dgm:pt modelId="{2A5F8A13-F793-4295-A576-C273F1E67E53}" type="pres">
      <dgm:prSet presAssocID="{78C4697E-42E3-4CD6-8626-1B95ABCFBAEE}" presName="rootText" presStyleLbl="node4" presStyleIdx="2" presStyleCnt="28" custLinFactNeighborX="7841" custLinFactNeighborY="-958">
        <dgm:presLayoutVars>
          <dgm:chPref val="3"/>
        </dgm:presLayoutVars>
      </dgm:prSet>
      <dgm:spPr/>
    </dgm:pt>
    <dgm:pt modelId="{DF2A5A38-E9AD-4E0D-8664-8243B6A76EE9}" type="pres">
      <dgm:prSet presAssocID="{78C4697E-42E3-4CD6-8626-1B95ABCFBAEE}" presName="rootConnector" presStyleLbl="node4" presStyleIdx="2" presStyleCnt="28"/>
      <dgm:spPr/>
    </dgm:pt>
    <dgm:pt modelId="{25DCDDB0-7223-429E-8111-32F0DC3DFAA9}" type="pres">
      <dgm:prSet presAssocID="{78C4697E-42E3-4CD6-8626-1B95ABCFBAEE}" presName="hierChild4" presStyleCnt="0"/>
      <dgm:spPr/>
    </dgm:pt>
    <dgm:pt modelId="{91C4CFE2-D764-43CD-B65A-522F70B2D2C2}" type="pres">
      <dgm:prSet presAssocID="{78C4697E-42E3-4CD6-8626-1B95ABCFBAEE}" presName="hierChild5" presStyleCnt="0"/>
      <dgm:spPr/>
    </dgm:pt>
    <dgm:pt modelId="{9CD331E9-EB87-4B3B-B27A-4328BDFD50F6}" type="pres">
      <dgm:prSet presAssocID="{93FA9CFA-3713-4C93-B0FB-EB826ABE93C4}" presName="Name37" presStyleLbl="parChTrans1D4" presStyleIdx="3" presStyleCnt="28"/>
      <dgm:spPr/>
    </dgm:pt>
    <dgm:pt modelId="{A5B3533E-C7CF-46F3-81CA-B527422E6570}" type="pres">
      <dgm:prSet presAssocID="{851C9D6E-AC63-4942-A4BE-E6721A22670E}" presName="hierRoot2" presStyleCnt="0">
        <dgm:presLayoutVars>
          <dgm:hierBranch val="init"/>
        </dgm:presLayoutVars>
      </dgm:prSet>
      <dgm:spPr/>
    </dgm:pt>
    <dgm:pt modelId="{7D9836D0-FEAF-45C5-96B9-BF85B4C5E630}" type="pres">
      <dgm:prSet presAssocID="{851C9D6E-AC63-4942-A4BE-E6721A22670E}" presName="rootComposite" presStyleCnt="0"/>
      <dgm:spPr/>
    </dgm:pt>
    <dgm:pt modelId="{2907B370-BA96-40F4-A66F-C111E7FDFAAE}" type="pres">
      <dgm:prSet presAssocID="{851C9D6E-AC63-4942-A4BE-E6721A22670E}" presName="rootText" presStyleLbl="node4" presStyleIdx="3" presStyleCnt="28" custLinFactNeighborX="7841" custLinFactNeighborY="-958">
        <dgm:presLayoutVars>
          <dgm:chPref val="3"/>
        </dgm:presLayoutVars>
      </dgm:prSet>
      <dgm:spPr/>
    </dgm:pt>
    <dgm:pt modelId="{10E23348-0F19-4FD3-A71D-F48223639FF9}" type="pres">
      <dgm:prSet presAssocID="{851C9D6E-AC63-4942-A4BE-E6721A22670E}" presName="rootConnector" presStyleLbl="node4" presStyleIdx="3" presStyleCnt="28"/>
      <dgm:spPr/>
    </dgm:pt>
    <dgm:pt modelId="{3D69BB98-EFF5-452C-9AC5-11BC881590C9}" type="pres">
      <dgm:prSet presAssocID="{851C9D6E-AC63-4942-A4BE-E6721A22670E}" presName="hierChild4" presStyleCnt="0"/>
      <dgm:spPr/>
    </dgm:pt>
    <dgm:pt modelId="{7F0430B4-7899-4BA1-A17D-366D05A80803}" type="pres">
      <dgm:prSet presAssocID="{851C9D6E-AC63-4942-A4BE-E6721A22670E}" presName="hierChild5" presStyleCnt="0"/>
      <dgm:spPr/>
    </dgm:pt>
    <dgm:pt modelId="{97D7E093-B9EA-413B-A30F-D5DDB8799B63}" type="pres">
      <dgm:prSet presAssocID="{22AAB52A-F50E-450E-A45B-AA76C6E60155}" presName="hierChild5" presStyleCnt="0"/>
      <dgm:spPr/>
    </dgm:pt>
    <dgm:pt modelId="{DBB6250D-A994-4B68-83F5-3A299E01BCF0}" type="pres">
      <dgm:prSet presAssocID="{FD7AA57F-CF0E-42DE-A55F-2EC78B30B05B}" presName="Name37" presStyleLbl="parChTrans1D3" presStyleIdx="2" presStyleCnt="6"/>
      <dgm:spPr/>
    </dgm:pt>
    <dgm:pt modelId="{7C3751AC-154A-4B83-86C4-3179D2CC195A}" type="pres">
      <dgm:prSet presAssocID="{5AD51844-7667-449C-B04B-2A3775799BFF}" presName="hierRoot2" presStyleCnt="0">
        <dgm:presLayoutVars>
          <dgm:hierBranch val="init"/>
        </dgm:presLayoutVars>
      </dgm:prSet>
      <dgm:spPr/>
    </dgm:pt>
    <dgm:pt modelId="{46E2E3C6-D8C5-40B9-98A1-533B92BF7BB4}" type="pres">
      <dgm:prSet presAssocID="{5AD51844-7667-449C-B04B-2A3775799BFF}" presName="rootComposite" presStyleCnt="0"/>
      <dgm:spPr/>
    </dgm:pt>
    <dgm:pt modelId="{143639B3-181C-491B-A515-4BAB93604BCB}" type="pres">
      <dgm:prSet presAssocID="{5AD51844-7667-449C-B04B-2A3775799BFF}" presName="rootText" presStyleLbl="node3" presStyleIdx="2" presStyleCnt="6" custLinFactNeighborX="8263" custLinFactNeighborY="-1651">
        <dgm:presLayoutVars>
          <dgm:chPref val="3"/>
        </dgm:presLayoutVars>
      </dgm:prSet>
      <dgm:spPr/>
    </dgm:pt>
    <dgm:pt modelId="{F76DCC48-5560-4BD5-AD58-0C6CED22E5B3}" type="pres">
      <dgm:prSet presAssocID="{5AD51844-7667-449C-B04B-2A3775799BFF}" presName="rootConnector" presStyleLbl="node3" presStyleIdx="2" presStyleCnt="6"/>
      <dgm:spPr/>
    </dgm:pt>
    <dgm:pt modelId="{54D71075-D9F2-4A86-BAD0-9859B2512DDE}" type="pres">
      <dgm:prSet presAssocID="{5AD51844-7667-449C-B04B-2A3775799BFF}" presName="hierChild4" presStyleCnt="0"/>
      <dgm:spPr/>
    </dgm:pt>
    <dgm:pt modelId="{ED858471-3416-48AF-94C0-257C660D6C30}" type="pres">
      <dgm:prSet presAssocID="{D5FFA1D8-50D6-4A82-87E7-058D5B4962E6}" presName="Name37" presStyleLbl="parChTrans1D4" presStyleIdx="4" presStyleCnt="28"/>
      <dgm:spPr/>
    </dgm:pt>
    <dgm:pt modelId="{81F929DC-36A8-4ACF-8D49-7570E547CB89}" type="pres">
      <dgm:prSet presAssocID="{CDA72991-8516-4F67-9D7F-C6CEFB219E63}" presName="hierRoot2" presStyleCnt="0">
        <dgm:presLayoutVars>
          <dgm:hierBranch val="init"/>
        </dgm:presLayoutVars>
      </dgm:prSet>
      <dgm:spPr/>
    </dgm:pt>
    <dgm:pt modelId="{A78C8B0B-8569-41EB-ACA9-0A7D6C75355C}" type="pres">
      <dgm:prSet presAssocID="{CDA72991-8516-4F67-9D7F-C6CEFB219E63}" presName="rootComposite" presStyleCnt="0"/>
      <dgm:spPr/>
    </dgm:pt>
    <dgm:pt modelId="{30523AB1-C99C-444B-AA4F-1E73092027E9}" type="pres">
      <dgm:prSet presAssocID="{CDA72991-8516-4F67-9D7F-C6CEFB219E63}" presName="rootText" presStyleLbl="node4" presStyleIdx="4" presStyleCnt="28" custLinFactNeighborX="7841" custLinFactNeighborY="-958">
        <dgm:presLayoutVars>
          <dgm:chPref val="3"/>
        </dgm:presLayoutVars>
      </dgm:prSet>
      <dgm:spPr/>
    </dgm:pt>
    <dgm:pt modelId="{D5FDDBA5-CDD5-4793-84B5-CD9B98911702}" type="pres">
      <dgm:prSet presAssocID="{CDA72991-8516-4F67-9D7F-C6CEFB219E63}" presName="rootConnector" presStyleLbl="node4" presStyleIdx="4" presStyleCnt="28"/>
      <dgm:spPr/>
    </dgm:pt>
    <dgm:pt modelId="{590501E3-6000-4C9A-99FD-C032933B1059}" type="pres">
      <dgm:prSet presAssocID="{CDA72991-8516-4F67-9D7F-C6CEFB219E63}" presName="hierChild4" presStyleCnt="0"/>
      <dgm:spPr/>
    </dgm:pt>
    <dgm:pt modelId="{E2237E00-27D8-48FE-921B-A3E617074DE2}" type="pres">
      <dgm:prSet presAssocID="{CDA72991-8516-4F67-9D7F-C6CEFB219E63}" presName="hierChild5" presStyleCnt="0"/>
      <dgm:spPr/>
    </dgm:pt>
    <dgm:pt modelId="{FC66A192-41BF-4B05-9C2B-3184310FF5C6}" type="pres">
      <dgm:prSet presAssocID="{1699D3DA-29B7-417B-98A4-5CC0FE236955}" presName="Name37" presStyleLbl="parChTrans1D4" presStyleIdx="5" presStyleCnt="28"/>
      <dgm:spPr/>
    </dgm:pt>
    <dgm:pt modelId="{9DAC2D16-7E45-40EA-A631-ADEF7ACF9061}" type="pres">
      <dgm:prSet presAssocID="{4BAE13AE-39F3-416E-8744-CFDB4B732C07}" presName="hierRoot2" presStyleCnt="0">
        <dgm:presLayoutVars>
          <dgm:hierBranch val="init"/>
        </dgm:presLayoutVars>
      </dgm:prSet>
      <dgm:spPr/>
    </dgm:pt>
    <dgm:pt modelId="{B46A1F57-C788-4C8D-A2E5-6258F3978371}" type="pres">
      <dgm:prSet presAssocID="{4BAE13AE-39F3-416E-8744-CFDB4B732C07}" presName="rootComposite" presStyleCnt="0"/>
      <dgm:spPr/>
    </dgm:pt>
    <dgm:pt modelId="{72CEFB75-59D1-4656-8F8B-120522C92D35}" type="pres">
      <dgm:prSet presAssocID="{4BAE13AE-39F3-416E-8744-CFDB4B732C07}" presName="rootText" presStyleLbl="node4" presStyleIdx="5" presStyleCnt="28" custLinFactNeighborX="7841" custLinFactNeighborY="-958">
        <dgm:presLayoutVars>
          <dgm:chPref val="3"/>
        </dgm:presLayoutVars>
      </dgm:prSet>
      <dgm:spPr/>
    </dgm:pt>
    <dgm:pt modelId="{9403F216-2E13-4D0E-80E9-D493615283DE}" type="pres">
      <dgm:prSet presAssocID="{4BAE13AE-39F3-416E-8744-CFDB4B732C07}" presName="rootConnector" presStyleLbl="node4" presStyleIdx="5" presStyleCnt="28"/>
      <dgm:spPr/>
    </dgm:pt>
    <dgm:pt modelId="{7CEBB6BA-F632-432C-9EB0-7B69559DBB2F}" type="pres">
      <dgm:prSet presAssocID="{4BAE13AE-39F3-416E-8744-CFDB4B732C07}" presName="hierChild4" presStyleCnt="0"/>
      <dgm:spPr/>
    </dgm:pt>
    <dgm:pt modelId="{724760C5-47ED-4054-B00A-7E24FEBA4ACF}" type="pres">
      <dgm:prSet presAssocID="{4BAE13AE-39F3-416E-8744-CFDB4B732C07}" presName="hierChild5" presStyleCnt="0"/>
      <dgm:spPr/>
    </dgm:pt>
    <dgm:pt modelId="{8398790C-149B-4698-BA8C-D7134D2063DB}" type="pres">
      <dgm:prSet presAssocID="{9188C1C2-D2FA-4279-A67E-65DE3E1996EA}" presName="Name37" presStyleLbl="parChTrans1D4" presStyleIdx="6" presStyleCnt="28"/>
      <dgm:spPr/>
    </dgm:pt>
    <dgm:pt modelId="{C84C00F7-D872-4C2D-B3C3-CF49BA4B92BA}" type="pres">
      <dgm:prSet presAssocID="{10F5EF5C-5AB8-4FD6-B414-A209FCC1D3A7}" presName="hierRoot2" presStyleCnt="0">
        <dgm:presLayoutVars>
          <dgm:hierBranch val="init"/>
        </dgm:presLayoutVars>
      </dgm:prSet>
      <dgm:spPr/>
    </dgm:pt>
    <dgm:pt modelId="{69757047-B764-4D6F-AA65-514D5F517410}" type="pres">
      <dgm:prSet presAssocID="{10F5EF5C-5AB8-4FD6-B414-A209FCC1D3A7}" presName="rootComposite" presStyleCnt="0"/>
      <dgm:spPr/>
    </dgm:pt>
    <dgm:pt modelId="{1D51532B-12DB-46BA-BB30-F962FCC102BE}" type="pres">
      <dgm:prSet presAssocID="{10F5EF5C-5AB8-4FD6-B414-A209FCC1D3A7}" presName="rootText" presStyleLbl="node4" presStyleIdx="6" presStyleCnt="28" custLinFactNeighborX="7841" custLinFactNeighborY="-958">
        <dgm:presLayoutVars>
          <dgm:chPref val="3"/>
        </dgm:presLayoutVars>
      </dgm:prSet>
      <dgm:spPr/>
    </dgm:pt>
    <dgm:pt modelId="{221B10A3-49F6-4526-AF45-0781828E2BD2}" type="pres">
      <dgm:prSet presAssocID="{10F5EF5C-5AB8-4FD6-B414-A209FCC1D3A7}" presName="rootConnector" presStyleLbl="node4" presStyleIdx="6" presStyleCnt="28"/>
      <dgm:spPr/>
    </dgm:pt>
    <dgm:pt modelId="{7670D485-AA16-4308-85DD-114D1D668300}" type="pres">
      <dgm:prSet presAssocID="{10F5EF5C-5AB8-4FD6-B414-A209FCC1D3A7}" presName="hierChild4" presStyleCnt="0"/>
      <dgm:spPr/>
    </dgm:pt>
    <dgm:pt modelId="{7C070F62-59BF-49EC-BD61-9122A3F8B510}" type="pres">
      <dgm:prSet presAssocID="{10F5EF5C-5AB8-4FD6-B414-A209FCC1D3A7}" presName="hierChild5" presStyleCnt="0"/>
      <dgm:spPr/>
    </dgm:pt>
    <dgm:pt modelId="{E9CFFC85-30A2-4189-8956-70EF4403155E}" type="pres">
      <dgm:prSet presAssocID="{5AD51844-7667-449C-B04B-2A3775799BFF}" presName="hierChild5" presStyleCnt="0"/>
      <dgm:spPr/>
    </dgm:pt>
    <dgm:pt modelId="{06DDBB38-68F0-4317-9F77-306B5A4D0568}" type="pres">
      <dgm:prSet presAssocID="{937CFD05-A419-45AA-A7A7-87FA7D9DF5E4}" presName="Name37" presStyleLbl="parChTrans1D3" presStyleIdx="3" presStyleCnt="6"/>
      <dgm:spPr/>
    </dgm:pt>
    <dgm:pt modelId="{FCC89F73-75CB-4B04-8C24-E0C03F7FCC98}" type="pres">
      <dgm:prSet presAssocID="{5BFFD63B-5511-492C-9222-0156EFC4526B}" presName="hierRoot2" presStyleCnt="0">
        <dgm:presLayoutVars>
          <dgm:hierBranch val="init"/>
        </dgm:presLayoutVars>
      </dgm:prSet>
      <dgm:spPr/>
    </dgm:pt>
    <dgm:pt modelId="{51303DA3-8908-436D-83CD-FD00C3ED8F56}" type="pres">
      <dgm:prSet presAssocID="{5BFFD63B-5511-492C-9222-0156EFC4526B}" presName="rootComposite" presStyleCnt="0"/>
      <dgm:spPr/>
    </dgm:pt>
    <dgm:pt modelId="{C1E13093-8BD2-473F-9131-948EED45B322}" type="pres">
      <dgm:prSet presAssocID="{5BFFD63B-5511-492C-9222-0156EFC4526B}" presName="rootText" presStyleLbl="node3" presStyleIdx="3" presStyleCnt="6" custLinFactNeighborX="7841" custLinFactNeighborY="-958">
        <dgm:presLayoutVars>
          <dgm:chPref val="3"/>
        </dgm:presLayoutVars>
      </dgm:prSet>
      <dgm:spPr/>
    </dgm:pt>
    <dgm:pt modelId="{5CC39CA2-13D2-4B46-934E-C03FE919297A}" type="pres">
      <dgm:prSet presAssocID="{5BFFD63B-5511-492C-9222-0156EFC4526B}" presName="rootConnector" presStyleLbl="node3" presStyleIdx="3" presStyleCnt="6"/>
      <dgm:spPr/>
    </dgm:pt>
    <dgm:pt modelId="{932F9BBB-7364-461A-88DE-5DC2C9AE7C59}" type="pres">
      <dgm:prSet presAssocID="{5BFFD63B-5511-492C-9222-0156EFC4526B}" presName="hierChild4" presStyleCnt="0"/>
      <dgm:spPr/>
    </dgm:pt>
    <dgm:pt modelId="{C98178AB-D0B2-4695-B46C-3B1AF941F46D}" type="pres">
      <dgm:prSet presAssocID="{EAF9F797-4D5F-4B10-AFEF-CA31E8649317}" presName="Name37" presStyleLbl="parChTrans1D4" presStyleIdx="7" presStyleCnt="28"/>
      <dgm:spPr/>
    </dgm:pt>
    <dgm:pt modelId="{16181FE0-8A53-4C08-BF65-5F964ADA93D5}" type="pres">
      <dgm:prSet presAssocID="{1EC7473E-C38C-43F4-A078-4BF3B05DD0C5}" presName="hierRoot2" presStyleCnt="0">
        <dgm:presLayoutVars>
          <dgm:hierBranch val="init"/>
        </dgm:presLayoutVars>
      </dgm:prSet>
      <dgm:spPr/>
    </dgm:pt>
    <dgm:pt modelId="{99625B65-92C7-4F58-A9CB-76B678225743}" type="pres">
      <dgm:prSet presAssocID="{1EC7473E-C38C-43F4-A078-4BF3B05DD0C5}" presName="rootComposite" presStyleCnt="0"/>
      <dgm:spPr/>
    </dgm:pt>
    <dgm:pt modelId="{71CFB7A4-87DA-4816-B7A4-500ED09ACC80}" type="pres">
      <dgm:prSet presAssocID="{1EC7473E-C38C-43F4-A078-4BF3B05DD0C5}" presName="rootText" presStyleLbl="node4" presStyleIdx="7" presStyleCnt="28">
        <dgm:presLayoutVars>
          <dgm:chPref val="3"/>
        </dgm:presLayoutVars>
      </dgm:prSet>
      <dgm:spPr/>
    </dgm:pt>
    <dgm:pt modelId="{B53B0E2E-0C65-44C5-B0FD-F7C54A95DCE9}" type="pres">
      <dgm:prSet presAssocID="{1EC7473E-C38C-43F4-A078-4BF3B05DD0C5}" presName="rootConnector" presStyleLbl="node4" presStyleIdx="7" presStyleCnt="28"/>
      <dgm:spPr/>
    </dgm:pt>
    <dgm:pt modelId="{158C8836-73E3-4330-BD57-40A5FB8B7D13}" type="pres">
      <dgm:prSet presAssocID="{1EC7473E-C38C-43F4-A078-4BF3B05DD0C5}" presName="hierChild4" presStyleCnt="0"/>
      <dgm:spPr/>
    </dgm:pt>
    <dgm:pt modelId="{A9099310-4F36-4C40-8C0A-94504608D6A4}" type="pres">
      <dgm:prSet presAssocID="{1EC7473E-C38C-43F4-A078-4BF3B05DD0C5}" presName="hierChild5" presStyleCnt="0"/>
      <dgm:spPr/>
    </dgm:pt>
    <dgm:pt modelId="{B4AE582E-FC3E-4AAF-A604-879BBBB38A95}" type="pres">
      <dgm:prSet presAssocID="{5776B918-55DA-4C8E-B26D-7AAC670C5996}" presName="Name37" presStyleLbl="parChTrans1D4" presStyleIdx="8" presStyleCnt="28"/>
      <dgm:spPr/>
    </dgm:pt>
    <dgm:pt modelId="{20722B81-EAAC-4468-A8EC-1205D8353D67}" type="pres">
      <dgm:prSet presAssocID="{6571645B-0BBE-4CD7-BA5A-7144F7D8C054}" presName="hierRoot2" presStyleCnt="0">
        <dgm:presLayoutVars>
          <dgm:hierBranch val="init"/>
        </dgm:presLayoutVars>
      </dgm:prSet>
      <dgm:spPr/>
    </dgm:pt>
    <dgm:pt modelId="{0947A841-917C-4819-9955-66E1076B8159}" type="pres">
      <dgm:prSet presAssocID="{6571645B-0BBE-4CD7-BA5A-7144F7D8C054}" presName="rootComposite" presStyleCnt="0"/>
      <dgm:spPr/>
    </dgm:pt>
    <dgm:pt modelId="{EE5463CD-2007-41E8-A571-D5AD678DE2DA}" type="pres">
      <dgm:prSet presAssocID="{6571645B-0BBE-4CD7-BA5A-7144F7D8C054}" presName="rootText" presStyleLbl="node4" presStyleIdx="8" presStyleCnt="28">
        <dgm:presLayoutVars>
          <dgm:chPref val="3"/>
        </dgm:presLayoutVars>
      </dgm:prSet>
      <dgm:spPr/>
    </dgm:pt>
    <dgm:pt modelId="{47C6E814-4F2F-417A-8A11-D51E33E75DBC}" type="pres">
      <dgm:prSet presAssocID="{6571645B-0BBE-4CD7-BA5A-7144F7D8C054}" presName="rootConnector" presStyleLbl="node4" presStyleIdx="8" presStyleCnt="28"/>
      <dgm:spPr/>
    </dgm:pt>
    <dgm:pt modelId="{B33645CA-D93C-4663-BAB0-666B6DA1E7B0}" type="pres">
      <dgm:prSet presAssocID="{6571645B-0BBE-4CD7-BA5A-7144F7D8C054}" presName="hierChild4" presStyleCnt="0"/>
      <dgm:spPr/>
    </dgm:pt>
    <dgm:pt modelId="{31878899-4B56-4C7F-8016-4BD8794BA1B6}" type="pres">
      <dgm:prSet presAssocID="{6571645B-0BBE-4CD7-BA5A-7144F7D8C054}" presName="hierChild5" presStyleCnt="0"/>
      <dgm:spPr/>
    </dgm:pt>
    <dgm:pt modelId="{70ABB879-25C5-4214-B504-117B584C155B}" type="pres">
      <dgm:prSet presAssocID="{2B811217-D6E1-4007-B8B1-74F71399FCBC}" presName="Name37" presStyleLbl="parChTrans1D4" presStyleIdx="9" presStyleCnt="28"/>
      <dgm:spPr/>
    </dgm:pt>
    <dgm:pt modelId="{42D4D324-508C-4D7E-B150-8078DAC1CE38}" type="pres">
      <dgm:prSet presAssocID="{D207AA23-E1E9-4664-8694-657CBE7F5113}" presName="hierRoot2" presStyleCnt="0">
        <dgm:presLayoutVars>
          <dgm:hierBranch val="init"/>
        </dgm:presLayoutVars>
      </dgm:prSet>
      <dgm:spPr/>
    </dgm:pt>
    <dgm:pt modelId="{6CD8C304-11B9-4BF1-AEAB-608720262554}" type="pres">
      <dgm:prSet presAssocID="{D207AA23-E1E9-4664-8694-657CBE7F5113}" presName="rootComposite" presStyleCnt="0"/>
      <dgm:spPr/>
    </dgm:pt>
    <dgm:pt modelId="{1EDDC4A0-7BC2-483A-84BD-549CE25340AD}" type="pres">
      <dgm:prSet presAssocID="{D207AA23-E1E9-4664-8694-657CBE7F5113}" presName="rootText" presStyleLbl="node4" presStyleIdx="9" presStyleCnt="28">
        <dgm:presLayoutVars>
          <dgm:chPref val="3"/>
        </dgm:presLayoutVars>
      </dgm:prSet>
      <dgm:spPr/>
    </dgm:pt>
    <dgm:pt modelId="{23984141-AD1C-4E04-AE34-10AE7E9078D3}" type="pres">
      <dgm:prSet presAssocID="{D207AA23-E1E9-4664-8694-657CBE7F5113}" presName="rootConnector" presStyleLbl="node4" presStyleIdx="9" presStyleCnt="28"/>
      <dgm:spPr/>
    </dgm:pt>
    <dgm:pt modelId="{924BF449-97E6-4E2C-824D-88093D36A425}" type="pres">
      <dgm:prSet presAssocID="{D207AA23-E1E9-4664-8694-657CBE7F5113}" presName="hierChild4" presStyleCnt="0"/>
      <dgm:spPr/>
    </dgm:pt>
    <dgm:pt modelId="{15A9E67C-CF04-4FCE-810D-DC675941C07F}" type="pres">
      <dgm:prSet presAssocID="{D207AA23-E1E9-4664-8694-657CBE7F5113}" presName="hierChild5" presStyleCnt="0"/>
      <dgm:spPr/>
    </dgm:pt>
    <dgm:pt modelId="{262B5459-5D73-4D3D-91C4-9AD101FA5E57}" type="pres">
      <dgm:prSet presAssocID="{750122CD-56F8-417B-81A8-16EE443ABF6F}" presName="Name37" presStyleLbl="parChTrans1D4" presStyleIdx="10" presStyleCnt="28"/>
      <dgm:spPr/>
    </dgm:pt>
    <dgm:pt modelId="{0EC1C02B-60D8-422D-919F-C1037F5A7342}" type="pres">
      <dgm:prSet presAssocID="{DA31883E-BFA3-4E40-A60B-18EF47AFBB66}" presName="hierRoot2" presStyleCnt="0">
        <dgm:presLayoutVars>
          <dgm:hierBranch val="init"/>
        </dgm:presLayoutVars>
      </dgm:prSet>
      <dgm:spPr/>
    </dgm:pt>
    <dgm:pt modelId="{953EDD52-2905-42EB-8CD8-47F3CB90C0A4}" type="pres">
      <dgm:prSet presAssocID="{DA31883E-BFA3-4E40-A60B-18EF47AFBB66}" presName="rootComposite" presStyleCnt="0"/>
      <dgm:spPr/>
    </dgm:pt>
    <dgm:pt modelId="{B0F39982-E304-45AF-8EF7-38288AD49A0D}" type="pres">
      <dgm:prSet presAssocID="{DA31883E-BFA3-4E40-A60B-18EF47AFBB66}" presName="rootText" presStyleLbl="node4" presStyleIdx="10" presStyleCnt="28">
        <dgm:presLayoutVars>
          <dgm:chPref val="3"/>
        </dgm:presLayoutVars>
      </dgm:prSet>
      <dgm:spPr/>
    </dgm:pt>
    <dgm:pt modelId="{6A4ED661-D248-47A4-B2DA-E297BE68BBC9}" type="pres">
      <dgm:prSet presAssocID="{DA31883E-BFA3-4E40-A60B-18EF47AFBB66}" presName="rootConnector" presStyleLbl="node4" presStyleIdx="10" presStyleCnt="28"/>
      <dgm:spPr/>
    </dgm:pt>
    <dgm:pt modelId="{43B7ABD2-EE11-40B3-A0FA-B11E5B5004AC}" type="pres">
      <dgm:prSet presAssocID="{DA31883E-BFA3-4E40-A60B-18EF47AFBB66}" presName="hierChild4" presStyleCnt="0"/>
      <dgm:spPr/>
    </dgm:pt>
    <dgm:pt modelId="{9B49645E-1311-41A9-98D5-D890B3A33286}" type="pres">
      <dgm:prSet presAssocID="{DA31883E-BFA3-4E40-A60B-18EF47AFBB66}" presName="hierChild5" presStyleCnt="0"/>
      <dgm:spPr/>
    </dgm:pt>
    <dgm:pt modelId="{50FC6AFC-9FB3-43F0-963F-DCEC2BD04B5A}" type="pres">
      <dgm:prSet presAssocID="{4DDDC414-06E2-4C82-9399-53369491B886}" presName="Name37" presStyleLbl="parChTrans1D4" presStyleIdx="11" presStyleCnt="28"/>
      <dgm:spPr/>
    </dgm:pt>
    <dgm:pt modelId="{F9C106FA-856F-4C8C-A6E8-EC4034F59BB0}" type="pres">
      <dgm:prSet presAssocID="{6A2D653D-8D1B-4D65-BE9B-17EF54CC359E}" presName="hierRoot2" presStyleCnt="0">
        <dgm:presLayoutVars>
          <dgm:hierBranch val="init"/>
        </dgm:presLayoutVars>
      </dgm:prSet>
      <dgm:spPr/>
    </dgm:pt>
    <dgm:pt modelId="{6D069F62-31B0-4547-AA28-E0D6612D1543}" type="pres">
      <dgm:prSet presAssocID="{6A2D653D-8D1B-4D65-BE9B-17EF54CC359E}" presName="rootComposite" presStyleCnt="0"/>
      <dgm:spPr/>
    </dgm:pt>
    <dgm:pt modelId="{4C86EA09-F73D-4068-97BD-3CF8AA0C71E5}" type="pres">
      <dgm:prSet presAssocID="{6A2D653D-8D1B-4D65-BE9B-17EF54CC359E}" presName="rootText" presStyleLbl="node4" presStyleIdx="11" presStyleCnt="28">
        <dgm:presLayoutVars>
          <dgm:chPref val="3"/>
        </dgm:presLayoutVars>
      </dgm:prSet>
      <dgm:spPr/>
    </dgm:pt>
    <dgm:pt modelId="{0160233A-4231-4FB1-9DA7-92B799B326EB}" type="pres">
      <dgm:prSet presAssocID="{6A2D653D-8D1B-4D65-BE9B-17EF54CC359E}" presName="rootConnector" presStyleLbl="node4" presStyleIdx="11" presStyleCnt="28"/>
      <dgm:spPr/>
    </dgm:pt>
    <dgm:pt modelId="{376DA741-F3DD-4268-923F-253F20AE88D1}" type="pres">
      <dgm:prSet presAssocID="{6A2D653D-8D1B-4D65-BE9B-17EF54CC359E}" presName="hierChild4" presStyleCnt="0"/>
      <dgm:spPr/>
    </dgm:pt>
    <dgm:pt modelId="{68631E46-7EAE-444C-9A47-07B97BA510DE}" type="pres">
      <dgm:prSet presAssocID="{6A2D653D-8D1B-4D65-BE9B-17EF54CC359E}" presName="hierChild5" presStyleCnt="0"/>
      <dgm:spPr/>
    </dgm:pt>
    <dgm:pt modelId="{95D487BC-91A7-450C-9E4C-F5D38D84DFBD}" type="pres">
      <dgm:prSet presAssocID="{5BFFD63B-5511-492C-9222-0156EFC4526B}" presName="hierChild5" presStyleCnt="0"/>
      <dgm:spPr/>
    </dgm:pt>
    <dgm:pt modelId="{17999507-AD0B-47C2-9564-CCE010D52F22}" type="pres">
      <dgm:prSet presAssocID="{780E2C17-7959-4BE4-B5B9-2AF6E7CE28C3}" presName="hierChild5" presStyleCnt="0"/>
      <dgm:spPr/>
    </dgm:pt>
    <dgm:pt modelId="{A6F99F43-8134-4948-8885-685DEB7B3547}" type="pres">
      <dgm:prSet presAssocID="{643374B0-BFB1-49F9-A472-7FF183BD9385}" presName="Name37" presStyleLbl="parChTrans1D2" presStyleIdx="1" presStyleCnt="2"/>
      <dgm:spPr/>
    </dgm:pt>
    <dgm:pt modelId="{3DF3BD78-C4BF-459C-961D-DD46A4B71123}" type="pres">
      <dgm:prSet presAssocID="{432886F5-A157-45AC-8D65-EA0D56935738}" presName="hierRoot2" presStyleCnt="0">
        <dgm:presLayoutVars>
          <dgm:hierBranch val="init"/>
        </dgm:presLayoutVars>
      </dgm:prSet>
      <dgm:spPr/>
    </dgm:pt>
    <dgm:pt modelId="{75D2B179-6256-479B-80B2-3D34C5880FAB}" type="pres">
      <dgm:prSet presAssocID="{432886F5-A157-45AC-8D65-EA0D56935738}" presName="rootComposite" presStyleCnt="0"/>
      <dgm:spPr/>
    </dgm:pt>
    <dgm:pt modelId="{F13C9E0A-C300-47BC-91B3-4D35252F9E81}" type="pres">
      <dgm:prSet presAssocID="{432886F5-A157-45AC-8D65-EA0D56935738}" presName="rootText" presStyleLbl="node2" presStyleIdx="1" presStyleCnt="2">
        <dgm:presLayoutVars>
          <dgm:chPref val="3"/>
        </dgm:presLayoutVars>
      </dgm:prSet>
      <dgm:spPr/>
    </dgm:pt>
    <dgm:pt modelId="{007E1A35-724E-44B4-B8C9-0F0AC5665F35}" type="pres">
      <dgm:prSet presAssocID="{432886F5-A157-45AC-8D65-EA0D56935738}" presName="rootConnector" presStyleLbl="node2" presStyleIdx="1" presStyleCnt="2"/>
      <dgm:spPr/>
    </dgm:pt>
    <dgm:pt modelId="{09E4C95E-511A-459E-9F0F-F5F02D9C65C0}" type="pres">
      <dgm:prSet presAssocID="{432886F5-A157-45AC-8D65-EA0D56935738}" presName="hierChild4" presStyleCnt="0"/>
      <dgm:spPr/>
    </dgm:pt>
    <dgm:pt modelId="{5B401D9D-9864-4C6B-9C34-E03E4C255748}" type="pres">
      <dgm:prSet presAssocID="{C49C39C5-B1D7-4276-BC5E-BCEEABC7E0B0}" presName="Name37" presStyleLbl="parChTrans1D3" presStyleIdx="4" presStyleCnt="6"/>
      <dgm:spPr/>
    </dgm:pt>
    <dgm:pt modelId="{B47A97CD-6AE2-482A-B3AE-7EC55FA3FB75}" type="pres">
      <dgm:prSet presAssocID="{737D12E9-8A02-48FD-981F-55FEDEEB992B}" presName="hierRoot2" presStyleCnt="0">
        <dgm:presLayoutVars>
          <dgm:hierBranch val="init"/>
        </dgm:presLayoutVars>
      </dgm:prSet>
      <dgm:spPr/>
    </dgm:pt>
    <dgm:pt modelId="{7286B375-5819-4FA8-BB59-99C2B45DD63F}" type="pres">
      <dgm:prSet presAssocID="{737D12E9-8A02-48FD-981F-55FEDEEB992B}" presName="rootComposite" presStyleCnt="0"/>
      <dgm:spPr/>
    </dgm:pt>
    <dgm:pt modelId="{617F114F-1568-4963-BE3B-E5BBF377486C}" type="pres">
      <dgm:prSet presAssocID="{737D12E9-8A02-48FD-981F-55FEDEEB992B}" presName="rootText" presStyleLbl="node3" presStyleIdx="4" presStyleCnt="6">
        <dgm:presLayoutVars>
          <dgm:chPref val="3"/>
        </dgm:presLayoutVars>
      </dgm:prSet>
      <dgm:spPr/>
    </dgm:pt>
    <dgm:pt modelId="{DE4FB3E6-E6CB-4EEA-A553-E74E312802CA}" type="pres">
      <dgm:prSet presAssocID="{737D12E9-8A02-48FD-981F-55FEDEEB992B}" presName="rootConnector" presStyleLbl="node3" presStyleIdx="4" presStyleCnt="6"/>
      <dgm:spPr/>
    </dgm:pt>
    <dgm:pt modelId="{397B9AC8-97EA-4DF2-9A39-D9AE63412A60}" type="pres">
      <dgm:prSet presAssocID="{737D12E9-8A02-48FD-981F-55FEDEEB992B}" presName="hierChild4" presStyleCnt="0"/>
      <dgm:spPr/>
    </dgm:pt>
    <dgm:pt modelId="{8C34D6E0-9E66-4D8C-B24F-7A1B13AF77E0}" type="pres">
      <dgm:prSet presAssocID="{7C03C6F3-BDBB-49FE-B6DE-E09B03D04BAB}" presName="Name37" presStyleLbl="parChTrans1D4" presStyleIdx="12" presStyleCnt="28"/>
      <dgm:spPr/>
    </dgm:pt>
    <dgm:pt modelId="{00898073-5F11-45D9-9D8B-A107F0D16341}" type="pres">
      <dgm:prSet presAssocID="{56EC7F34-D759-4DEA-A55C-213BEA3062E9}" presName="hierRoot2" presStyleCnt="0">
        <dgm:presLayoutVars>
          <dgm:hierBranch val="init"/>
        </dgm:presLayoutVars>
      </dgm:prSet>
      <dgm:spPr/>
    </dgm:pt>
    <dgm:pt modelId="{3437A0B0-2A18-4AA6-9678-BD02D0E23678}" type="pres">
      <dgm:prSet presAssocID="{56EC7F34-D759-4DEA-A55C-213BEA3062E9}" presName="rootComposite" presStyleCnt="0"/>
      <dgm:spPr/>
    </dgm:pt>
    <dgm:pt modelId="{301D1160-0883-435F-9D19-2E059CDD22CC}" type="pres">
      <dgm:prSet presAssocID="{56EC7F34-D759-4DEA-A55C-213BEA3062E9}" presName="rootText" presStyleLbl="node4" presStyleIdx="12" presStyleCnt="28">
        <dgm:presLayoutVars>
          <dgm:chPref val="3"/>
        </dgm:presLayoutVars>
      </dgm:prSet>
      <dgm:spPr/>
    </dgm:pt>
    <dgm:pt modelId="{9741FEE4-14A4-4A06-B5DD-531F978D50EA}" type="pres">
      <dgm:prSet presAssocID="{56EC7F34-D759-4DEA-A55C-213BEA3062E9}" presName="rootConnector" presStyleLbl="node4" presStyleIdx="12" presStyleCnt="28"/>
      <dgm:spPr/>
    </dgm:pt>
    <dgm:pt modelId="{628046F1-4729-493B-8A28-E7EC87D713EC}" type="pres">
      <dgm:prSet presAssocID="{56EC7F34-D759-4DEA-A55C-213BEA3062E9}" presName="hierChild4" presStyleCnt="0"/>
      <dgm:spPr/>
    </dgm:pt>
    <dgm:pt modelId="{8185C1B7-C97A-43E7-8DA2-B5346012AA14}" type="pres">
      <dgm:prSet presAssocID="{C84EA265-0F05-4D7F-B7ED-7308C7727181}" presName="Name37" presStyleLbl="parChTrans1D4" presStyleIdx="13" presStyleCnt="28"/>
      <dgm:spPr/>
    </dgm:pt>
    <dgm:pt modelId="{E8E42C56-D977-4F87-A4B7-BC2B6A54C610}" type="pres">
      <dgm:prSet presAssocID="{BA17EC81-F365-430A-A2FD-ACF45104382C}" presName="hierRoot2" presStyleCnt="0">
        <dgm:presLayoutVars>
          <dgm:hierBranch val="init"/>
        </dgm:presLayoutVars>
      </dgm:prSet>
      <dgm:spPr/>
    </dgm:pt>
    <dgm:pt modelId="{FB1196C7-A8F5-49C2-B499-65E7DF73B8EC}" type="pres">
      <dgm:prSet presAssocID="{BA17EC81-F365-430A-A2FD-ACF45104382C}" presName="rootComposite" presStyleCnt="0"/>
      <dgm:spPr/>
    </dgm:pt>
    <dgm:pt modelId="{58E346C8-D5D5-42DA-968B-E52CEF52AE5B}" type="pres">
      <dgm:prSet presAssocID="{BA17EC81-F365-430A-A2FD-ACF45104382C}" presName="rootText" presStyleLbl="node4" presStyleIdx="13" presStyleCnt="28" custLinFactNeighborX="7841" custLinFactNeighborY="-958">
        <dgm:presLayoutVars>
          <dgm:chPref val="3"/>
        </dgm:presLayoutVars>
      </dgm:prSet>
      <dgm:spPr/>
    </dgm:pt>
    <dgm:pt modelId="{79A3CF2E-375A-49CC-A0C5-9B1D542B018C}" type="pres">
      <dgm:prSet presAssocID="{BA17EC81-F365-430A-A2FD-ACF45104382C}" presName="rootConnector" presStyleLbl="node4" presStyleIdx="13" presStyleCnt="28"/>
      <dgm:spPr/>
    </dgm:pt>
    <dgm:pt modelId="{6D49C356-3F6B-430A-9A10-E15AF4F60AEA}" type="pres">
      <dgm:prSet presAssocID="{BA17EC81-F365-430A-A2FD-ACF45104382C}" presName="hierChild4" presStyleCnt="0"/>
      <dgm:spPr/>
    </dgm:pt>
    <dgm:pt modelId="{17C6E247-F0F2-408B-9D0B-CB704677DD1F}" type="pres">
      <dgm:prSet presAssocID="{A9A42850-CFF7-45C8-BAEA-1FD1E810A396}" presName="Name37" presStyleLbl="parChTrans1D4" presStyleIdx="14" presStyleCnt="28"/>
      <dgm:spPr/>
    </dgm:pt>
    <dgm:pt modelId="{EBBAD176-9F85-4A47-BBF0-279218BD6CCC}" type="pres">
      <dgm:prSet presAssocID="{52B62305-33C1-4887-BCA7-8E979CF91728}" presName="hierRoot2" presStyleCnt="0">
        <dgm:presLayoutVars>
          <dgm:hierBranch val="init"/>
        </dgm:presLayoutVars>
      </dgm:prSet>
      <dgm:spPr/>
    </dgm:pt>
    <dgm:pt modelId="{6BB882FF-95B0-4E10-B93A-F4E6566AD744}" type="pres">
      <dgm:prSet presAssocID="{52B62305-33C1-4887-BCA7-8E979CF91728}" presName="rootComposite" presStyleCnt="0"/>
      <dgm:spPr/>
    </dgm:pt>
    <dgm:pt modelId="{989BEA1E-6B8D-4DBC-8C5B-37EE70BF0159}" type="pres">
      <dgm:prSet presAssocID="{52B62305-33C1-4887-BCA7-8E979CF91728}" presName="rootText" presStyleLbl="node4" presStyleIdx="14" presStyleCnt="28" custLinFactNeighborX="7841" custLinFactNeighborY="-958">
        <dgm:presLayoutVars>
          <dgm:chPref val="3"/>
        </dgm:presLayoutVars>
      </dgm:prSet>
      <dgm:spPr/>
    </dgm:pt>
    <dgm:pt modelId="{8F37B484-CED3-4F3F-A6AB-202A666CF488}" type="pres">
      <dgm:prSet presAssocID="{52B62305-33C1-4887-BCA7-8E979CF91728}" presName="rootConnector" presStyleLbl="node4" presStyleIdx="14" presStyleCnt="28"/>
      <dgm:spPr/>
    </dgm:pt>
    <dgm:pt modelId="{28016611-7BB0-4D05-B197-1DFE0C8017BC}" type="pres">
      <dgm:prSet presAssocID="{52B62305-33C1-4887-BCA7-8E979CF91728}" presName="hierChild4" presStyleCnt="0"/>
      <dgm:spPr/>
    </dgm:pt>
    <dgm:pt modelId="{6251E4B6-7725-4D6A-BD6E-B2DC6C2163F3}" type="pres">
      <dgm:prSet presAssocID="{52B62305-33C1-4887-BCA7-8E979CF91728}" presName="hierChild5" presStyleCnt="0"/>
      <dgm:spPr/>
    </dgm:pt>
    <dgm:pt modelId="{7909632E-25A0-4E75-9FED-01071F089807}" type="pres">
      <dgm:prSet presAssocID="{FBF91790-F842-45D4-B0A3-FD440DA2ECAC}" presName="Name37" presStyleLbl="parChTrans1D4" presStyleIdx="15" presStyleCnt="28"/>
      <dgm:spPr/>
    </dgm:pt>
    <dgm:pt modelId="{BB84C28D-050A-485D-AFF6-73CE4635D599}" type="pres">
      <dgm:prSet presAssocID="{F37F315E-6AEA-4EED-A0CA-0BD8469A4947}" presName="hierRoot2" presStyleCnt="0">
        <dgm:presLayoutVars>
          <dgm:hierBranch val="init"/>
        </dgm:presLayoutVars>
      </dgm:prSet>
      <dgm:spPr/>
    </dgm:pt>
    <dgm:pt modelId="{81414766-883A-49FA-8D07-E829B2FD044B}" type="pres">
      <dgm:prSet presAssocID="{F37F315E-6AEA-4EED-A0CA-0BD8469A4947}" presName="rootComposite" presStyleCnt="0"/>
      <dgm:spPr/>
    </dgm:pt>
    <dgm:pt modelId="{85D10BAA-C62A-4AA1-A5D7-4DA749818B88}" type="pres">
      <dgm:prSet presAssocID="{F37F315E-6AEA-4EED-A0CA-0BD8469A4947}" presName="rootText" presStyleLbl="node4" presStyleIdx="15" presStyleCnt="28">
        <dgm:presLayoutVars>
          <dgm:chPref val="3"/>
        </dgm:presLayoutVars>
      </dgm:prSet>
      <dgm:spPr/>
    </dgm:pt>
    <dgm:pt modelId="{123FEFF2-9BA9-44D1-8678-47A7433DC59E}" type="pres">
      <dgm:prSet presAssocID="{F37F315E-6AEA-4EED-A0CA-0BD8469A4947}" presName="rootConnector" presStyleLbl="node4" presStyleIdx="15" presStyleCnt="28"/>
      <dgm:spPr/>
    </dgm:pt>
    <dgm:pt modelId="{6A2A4936-A9E2-45B7-A0E3-4E84CE04DC65}" type="pres">
      <dgm:prSet presAssocID="{F37F315E-6AEA-4EED-A0CA-0BD8469A4947}" presName="hierChild4" presStyleCnt="0"/>
      <dgm:spPr/>
    </dgm:pt>
    <dgm:pt modelId="{7C2C3FD2-5EE0-43F7-8247-520BBD8E729D}" type="pres">
      <dgm:prSet presAssocID="{F37F315E-6AEA-4EED-A0CA-0BD8469A4947}" presName="hierChild5" presStyleCnt="0"/>
      <dgm:spPr/>
    </dgm:pt>
    <dgm:pt modelId="{1FD83BA1-7F2D-48E6-B215-E866D9E17C58}" type="pres">
      <dgm:prSet presAssocID="{BA17EC81-F365-430A-A2FD-ACF45104382C}" presName="hierChild5" presStyleCnt="0"/>
      <dgm:spPr/>
    </dgm:pt>
    <dgm:pt modelId="{E1861590-D782-4F2C-A48D-CD7B36553041}" type="pres">
      <dgm:prSet presAssocID="{BC2700F6-1CFE-47F4-B750-58798A9CB713}" presName="Name37" presStyleLbl="parChTrans1D4" presStyleIdx="16" presStyleCnt="28"/>
      <dgm:spPr/>
    </dgm:pt>
    <dgm:pt modelId="{6F743B3A-D0C9-48D4-A2EC-F8C3ED823C7E}" type="pres">
      <dgm:prSet presAssocID="{860B66A7-0190-41DE-9C7C-DA69A51C52A9}" presName="hierRoot2" presStyleCnt="0">
        <dgm:presLayoutVars>
          <dgm:hierBranch val="init"/>
        </dgm:presLayoutVars>
      </dgm:prSet>
      <dgm:spPr/>
    </dgm:pt>
    <dgm:pt modelId="{21BD19F3-3658-4A97-96B9-582042A720BB}" type="pres">
      <dgm:prSet presAssocID="{860B66A7-0190-41DE-9C7C-DA69A51C52A9}" presName="rootComposite" presStyleCnt="0"/>
      <dgm:spPr/>
    </dgm:pt>
    <dgm:pt modelId="{E7E9D74B-469F-46AC-8DB8-633FFA63A770}" type="pres">
      <dgm:prSet presAssocID="{860B66A7-0190-41DE-9C7C-DA69A51C52A9}" presName="rootText" presStyleLbl="node4" presStyleIdx="16" presStyleCnt="28" custLinFactNeighborX="7841" custLinFactNeighborY="-958">
        <dgm:presLayoutVars>
          <dgm:chPref val="3"/>
        </dgm:presLayoutVars>
      </dgm:prSet>
      <dgm:spPr/>
    </dgm:pt>
    <dgm:pt modelId="{C46480A1-84FB-4A38-B49F-9A0BCD966D31}" type="pres">
      <dgm:prSet presAssocID="{860B66A7-0190-41DE-9C7C-DA69A51C52A9}" presName="rootConnector" presStyleLbl="node4" presStyleIdx="16" presStyleCnt="28"/>
      <dgm:spPr/>
    </dgm:pt>
    <dgm:pt modelId="{1D72C469-DB3D-4714-BE69-D467CB352D38}" type="pres">
      <dgm:prSet presAssocID="{860B66A7-0190-41DE-9C7C-DA69A51C52A9}" presName="hierChild4" presStyleCnt="0"/>
      <dgm:spPr/>
    </dgm:pt>
    <dgm:pt modelId="{9435B3EC-0B1B-41BE-A20B-352F3FF9AFA0}" type="pres">
      <dgm:prSet presAssocID="{860B66A7-0190-41DE-9C7C-DA69A51C52A9}" presName="hierChild5" presStyleCnt="0"/>
      <dgm:spPr/>
    </dgm:pt>
    <dgm:pt modelId="{14FE5435-E9BA-4397-B107-BE7F1E6AF7ED}" type="pres">
      <dgm:prSet presAssocID="{56EC7F34-D759-4DEA-A55C-213BEA3062E9}" presName="hierChild5" presStyleCnt="0"/>
      <dgm:spPr/>
    </dgm:pt>
    <dgm:pt modelId="{186B1680-C04B-4CA3-BE2D-5EEE4F0D0E77}" type="pres">
      <dgm:prSet presAssocID="{7D300048-D91B-45BD-85A3-9BE09DDAB495}" presName="Name37" presStyleLbl="parChTrans1D4" presStyleIdx="17" presStyleCnt="28"/>
      <dgm:spPr/>
    </dgm:pt>
    <dgm:pt modelId="{D2BE82CA-8FC4-403C-992F-AC2EA87EF556}" type="pres">
      <dgm:prSet presAssocID="{D31A0BED-D533-4185-83D9-1F59F025D527}" presName="hierRoot2" presStyleCnt="0">
        <dgm:presLayoutVars>
          <dgm:hierBranch val="init"/>
        </dgm:presLayoutVars>
      </dgm:prSet>
      <dgm:spPr/>
    </dgm:pt>
    <dgm:pt modelId="{5AAE9613-FD88-46D8-AAA5-83DFBA94F801}" type="pres">
      <dgm:prSet presAssocID="{D31A0BED-D533-4185-83D9-1F59F025D527}" presName="rootComposite" presStyleCnt="0"/>
      <dgm:spPr/>
    </dgm:pt>
    <dgm:pt modelId="{213E876B-9984-499D-9A4A-32E44D15ED56}" type="pres">
      <dgm:prSet presAssocID="{D31A0BED-D533-4185-83D9-1F59F025D527}" presName="rootText" presStyleLbl="node4" presStyleIdx="17" presStyleCnt="28" custLinFactNeighborX="7841" custLinFactNeighborY="-958">
        <dgm:presLayoutVars>
          <dgm:chPref val="3"/>
        </dgm:presLayoutVars>
      </dgm:prSet>
      <dgm:spPr/>
    </dgm:pt>
    <dgm:pt modelId="{E6916902-4EE8-4C7A-85CD-CBC90A980734}" type="pres">
      <dgm:prSet presAssocID="{D31A0BED-D533-4185-83D9-1F59F025D527}" presName="rootConnector" presStyleLbl="node4" presStyleIdx="17" presStyleCnt="28"/>
      <dgm:spPr/>
    </dgm:pt>
    <dgm:pt modelId="{342A4729-CA62-4AC6-A577-E124B9F66931}" type="pres">
      <dgm:prSet presAssocID="{D31A0BED-D533-4185-83D9-1F59F025D527}" presName="hierChild4" presStyleCnt="0"/>
      <dgm:spPr/>
    </dgm:pt>
    <dgm:pt modelId="{C472B140-51F0-46FE-BFE2-532D197DBEE5}" type="pres">
      <dgm:prSet presAssocID="{ADAC2B3A-C26F-44DD-A130-5E9FB1D50FEC}" presName="Name37" presStyleLbl="parChTrans1D4" presStyleIdx="18" presStyleCnt="28"/>
      <dgm:spPr/>
    </dgm:pt>
    <dgm:pt modelId="{8BD7CC97-225C-4A1A-863B-4CF965D9BF06}" type="pres">
      <dgm:prSet presAssocID="{7A2B9F21-00C0-4806-ABDD-E77D627B319F}" presName="hierRoot2" presStyleCnt="0">
        <dgm:presLayoutVars>
          <dgm:hierBranch val="init"/>
        </dgm:presLayoutVars>
      </dgm:prSet>
      <dgm:spPr/>
    </dgm:pt>
    <dgm:pt modelId="{0058E585-1DCA-4053-AA9C-AE843F9212B1}" type="pres">
      <dgm:prSet presAssocID="{7A2B9F21-00C0-4806-ABDD-E77D627B319F}" presName="rootComposite" presStyleCnt="0"/>
      <dgm:spPr/>
    </dgm:pt>
    <dgm:pt modelId="{81F65026-AB1B-43FF-8C3C-10A484F69584}" type="pres">
      <dgm:prSet presAssocID="{7A2B9F21-00C0-4806-ABDD-E77D627B319F}" presName="rootText" presStyleLbl="node4" presStyleIdx="18" presStyleCnt="28">
        <dgm:presLayoutVars>
          <dgm:chPref val="3"/>
        </dgm:presLayoutVars>
      </dgm:prSet>
      <dgm:spPr/>
    </dgm:pt>
    <dgm:pt modelId="{47C434A7-F9A7-40AE-8DA5-214C88492EE8}" type="pres">
      <dgm:prSet presAssocID="{7A2B9F21-00C0-4806-ABDD-E77D627B319F}" presName="rootConnector" presStyleLbl="node4" presStyleIdx="18" presStyleCnt="28"/>
      <dgm:spPr/>
    </dgm:pt>
    <dgm:pt modelId="{A111F5E1-FD2E-4593-B732-7A4D88555DC7}" type="pres">
      <dgm:prSet presAssocID="{7A2B9F21-00C0-4806-ABDD-E77D627B319F}" presName="hierChild4" presStyleCnt="0"/>
      <dgm:spPr/>
    </dgm:pt>
    <dgm:pt modelId="{2944FE1C-9B3B-405F-9A96-27391F0E75F0}" type="pres">
      <dgm:prSet presAssocID="{7A2B9F21-00C0-4806-ABDD-E77D627B319F}" presName="hierChild5" presStyleCnt="0"/>
      <dgm:spPr/>
    </dgm:pt>
    <dgm:pt modelId="{34C3A9FD-30D6-4129-8960-7E587443F938}" type="pres">
      <dgm:prSet presAssocID="{692E85DD-A290-4219-B1BF-FE2F474D83D6}" presName="Name37" presStyleLbl="parChTrans1D4" presStyleIdx="19" presStyleCnt="28"/>
      <dgm:spPr/>
    </dgm:pt>
    <dgm:pt modelId="{982A0E09-08A1-47D5-B4F2-794644B35058}" type="pres">
      <dgm:prSet presAssocID="{4F09CE32-B9C7-4356-9162-BE92B4750B7A}" presName="hierRoot2" presStyleCnt="0">
        <dgm:presLayoutVars>
          <dgm:hierBranch val="init"/>
        </dgm:presLayoutVars>
      </dgm:prSet>
      <dgm:spPr/>
    </dgm:pt>
    <dgm:pt modelId="{6EF0FF11-9CDE-4404-8791-0196C0A2E396}" type="pres">
      <dgm:prSet presAssocID="{4F09CE32-B9C7-4356-9162-BE92B4750B7A}" presName="rootComposite" presStyleCnt="0"/>
      <dgm:spPr/>
    </dgm:pt>
    <dgm:pt modelId="{767298F3-A1B4-4AF3-8D99-1E433AA344A9}" type="pres">
      <dgm:prSet presAssocID="{4F09CE32-B9C7-4356-9162-BE92B4750B7A}" presName="rootText" presStyleLbl="node4" presStyleIdx="19" presStyleCnt="28">
        <dgm:presLayoutVars>
          <dgm:chPref val="3"/>
        </dgm:presLayoutVars>
      </dgm:prSet>
      <dgm:spPr/>
    </dgm:pt>
    <dgm:pt modelId="{A7FB77E0-99A0-4C6C-A07D-4C91BE84CAA9}" type="pres">
      <dgm:prSet presAssocID="{4F09CE32-B9C7-4356-9162-BE92B4750B7A}" presName="rootConnector" presStyleLbl="node4" presStyleIdx="19" presStyleCnt="28"/>
      <dgm:spPr/>
    </dgm:pt>
    <dgm:pt modelId="{D8878A00-ACA3-4B27-BE42-A601BD74D1E3}" type="pres">
      <dgm:prSet presAssocID="{4F09CE32-B9C7-4356-9162-BE92B4750B7A}" presName="hierChild4" presStyleCnt="0"/>
      <dgm:spPr/>
    </dgm:pt>
    <dgm:pt modelId="{547AF146-2077-42FC-895B-17A85B85A2D4}" type="pres">
      <dgm:prSet presAssocID="{4F09CE32-B9C7-4356-9162-BE92B4750B7A}" presName="hierChild5" presStyleCnt="0"/>
      <dgm:spPr/>
    </dgm:pt>
    <dgm:pt modelId="{D2FFDA67-51F6-45F9-A6AE-A1EDA12D83C7}" type="pres">
      <dgm:prSet presAssocID="{D31A0BED-D533-4185-83D9-1F59F025D527}" presName="hierChild5" presStyleCnt="0"/>
      <dgm:spPr/>
    </dgm:pt>
    <dgm:pt modelId="{DBB9E2D9-090E-4758-AC3C-73EA0A12FF33}" type="pres">
      <dgm:prSet presAssocID="{737D12E9-8A02-48FD-981F-55FEDEEB992B}" presName="hierChild5" presStyleCnt="0"/>
      <dgm:spPr/>
    </dgm:pt>
    <dgm:pt modelId="{47845334-8CF7-4B92-AC9D-B1018AA497BD}" type="pres">
      <dgm:prSet presAssocID="{CD068D29-924E-4D3E-B939-72B94EF3DF14}" presName="Name37" presStyleLbl="parChTrans1D3" presStyleIdx="5" presStyleCnt="6"/>
      <dgm:spPr/>
    </dgm:pt>
    <dgm:pt modelId="{89218619-6C2A-45AB-A702-273282C4D862}" type="pres">
      <dgm:prSet presAssocID="{2659DFA5-A106-4A7E-8B49-DA98EAD7B296}" presName="hierRoot2" presStyleCnt="0">
        <dgm:presLayoutVars>
          <dgm:hierBranch val="init"/>
        </dgm:presLayoutVars>
      </dgm:prSet>
      <dgm:spPr/>
    </dgm:pt>
    <dgm:pt modelId="{8335173E-9A49-40EA-986D-98888C383D30}" type="pres">
      <dgm:prSet presAssocID="{2659DFA5-A106-4A7E-8B49-DA98EAD7B296}" presName="rootComposite" presStyleCnt="0"/>
      <dgm:spPr/>
    </dgm:pt>
    <dgm:pt modelId="{A100094E-083B-4086-BEFF-1EC7711664C5}" type="pres">
      <dgm:prSet presAssocID="{2659DFA5-A106-4A7E-8B49-DA98EAD7B296}" presName="rootText" presStyleLbl="node3" presStyleIdx="5" presStyleCnt="6" custLinFactNeighborX="7841" custLinFactNeighborY="-958">
        <dgm:presLayoutVars>
          <dgm:chPref val="3"/>
        </dgm:presLayoutVars>
      </dgm:prSet>
      <dgm:spPr/>
    </dgm:pt>
    <dgm:pt modelId="{5B518E81-8345-4D90-BD3C-4FD4E6901554}" type="pres">
      <dgm:prSet presAssocID="{2659DFA5-A106-4A7E-8B49-DA98EAD7B296}" presName="rootConnector" presStyleLbl="node3" presStyleIdx="5" presStyleCnt="6"/>
      <dgm:spPr/>
    </dgm:pt>
    <dgm:pt modelId="{C7B36271-7AB4-4E15-B01B-0AE2C6C93D7B}" type="pres">
      <dgm:prSet presAssocID="{2659DFA5-A106-4A7E-8B49-DA98EAD7B296}" presName="hierChild4" presStyleCnt="0"/>
      <dgm:spPr/>
    </dgm:pt>
    <dgm:pt modelId="{03D90786-AE6E-4D20-BA37-7BB32E0DE43B}" type="pres">
      <dgm:prSet presAssocID="{772E7B0D-B69B-4E81-A85E-0A2BF0158C06}" presName="Name37" presStyleLbl="parChTrans1D4" presStyleIdx="20" presStyleCnt="28"/>
      <dgm:spPr/>
    </dgm:pt>
    <dgm:pt modelId="{5ED48830-96B6-4151-A94E-DB14D5C7F274}" type="pres">
      <dgm:prSet presAssocID="{49CC0D11-157E-4CA1-88C9-B972475F71DE}" presName="hierRoot2" presStyleCnt="0">
        <dgm:presLayoutVars>
          <dgm:hierBranch val="init"/>
        </dgm:presLayoutVars>
      </dgm:prSet>
      <dgm:spPr/>
    </dgm:pt>
    <dgm:pt modelId="{9177902E-2500-410E-8D5A-182B52D7BF6C}" type="pres">
      <dgm:prSet presAssocID="{49CC0D11-157E-4CA1-88C9-B972475F71DE}" presName="rootComposite" presStyleCnt="0"/>
      <dgm:spPr/>
    </dgm:pt>
    <dgm:pt modelId="{5E0D5D4D-071E-4093-95ED-362593C4E3C1}" type="pres">
      <dgm:prSet presAssocID="{49CC0D11-157E-4CA1-88C9-B972475F71DE}" presName="rootText" presStyleLbl="node4" presStyleIdx="20" presStyleCnt="28">
        <dgm:presLayoutVars>
          <dgm:chPref val="3"/>
        </dgm:presLayoutVars>
      </dgm:prSet>
      <dgm:spPr/>
    </dgm:pt>
    <dgm:pt modelId="{9ECCACEF-1A60-4673-9978-201671603B4C}" type="pres">
      <dgm:prSet presAssocID="{49CC0D11-157E-4CA1-88C9-B972475F71DE}" presName="rootConnector" presStyleLbl="node4" presStyleIdx="20" presStyleCnt="28"/>
      <dgm:spPr/>
    </dgm:pt>
    <dgm:pt modelId="{5C29F9CF-D99B-4B95-8874-B350104A0AA0}" type="pres">
      <dgm:prSet presAssocID="{49CC0D11-157E-4CA1-88C9-B972475F71DE}" presName="hierChild4" presStyleCnt="0"/>
      <dgm:spPr/>
    </dgm:pt>
    <dgm:pt modelId="{FB40934C-B2A6-47A7-9D3B-94EF8C82922D}" type="pres">
      <dgm:prSet presAssocID="{ADC43549-3DFF-4342-93AD-E6B385BD568D}" presName="Name37" presStyleLbl="parChTrans1D4" presStyleIdx="21" presStyleCnt="28"/>
      <dgm:spPr/>
    </dgm:pt>
    <dgm:pt modelId="{4BFF606F-0A6E-423E-BEB2-833FABD9538E}" type="pres">
      <dgm:prSet presAssocID="{2E77449D-1CB2-4D93-99AE-EA715A1647FA}" presName="hierRoot2" presStyleCnt="0">
        <dgm:presLayoutVars>
          <dgm:hierBranch val="init"/>
        </dgm:presLayoutVars>
      </dgm:prSet>
      <dgm:spPr/>
    </dgm:pt>
    <dgm:pt modelId="{4F626FAF-4321-4976-BCEC-DACF09C3CA04}" type="pres">
      <dgm:prSet presAssocID="{2E77449D-1CB2-4D93-99AE-EA715A1647FA}" presName="rootComposite" presStyleCnt="0"/>
      <dgm:spPr/>
    </dgm:pt>
    <dgm:pt modelId="{2B50F316-1879-4EC4-9D80-896B473068C7}" type="pres">
      <dgm:prSet presAssocID="{2E77449D-1CB2-4D93-99AE-EA715A1647FA}" presName="rootText" presStyleLbl="node4" presStyleIdx="21" presStyleCnt="28">
        <dgm:presLayoutVars>
          <dgm:chPref val="3"/>
        </dgm:presLayoutVars>
      </dgm:prSet>
      <dgm:spPr/>
    </dgm:pt>
    <dgm:pt modelId="{A5F66F29-CCF5-43A2-BCEE-38535C58B947}" type="pres">
      <dgm:prSet presAssocID="{2E77449D-1CB2-4D93-99AE-EA715A1647FA}" presName="rootConnector" presStyleLbl="node4" presStyleIdx="21" presStyleCnt="28"/>
      <dgm:spPr/>
    </dgm:pt>
    <dgm:pt modelId="{BC162598-61E1-4208-BB8D-99D47ABE53A1}" type="pres">
      <dgm:prSet presAssocID="{2E77449D-1CB2-4D93-99AE-EA715A1647FA}" presName="hierChild4" presStyleCnt="0"/>
      <dgm:spPr/>
    </dgm:pt>
    <dgm:pt modelId="{DC8FED63-1CA3-4826-BF12-6E9AA07E4852}" type="pres">
      <dgm:prSet presAssocID="{2E77449D-1CB2-4D93-99AE-EA715A1647FA}" presName="hierChild5" presStyleCnt="0"/>
      <dgm:spPr/>
    </dgm:pt>
    <dgm:pt modelId="{1073CB3B-60AE-43CD-AA07-80B0C6A99FAF}" type="pres">
      <dgm:prSet presAssocID="{4B388967-A89A-4B4B-A755-33C26AF5F87C}" presName="Name37" presStyleLbl="parChTrans1D4" presStyleIdx="22" presStyleCnt="28"/>
      <dgm:spPr/>
    </dgm:pt>
    <dgm:pt modelId="{73875F81-40DE-4838-AB73-DC3BC5D3063E}" type="pres">
      <dgm:prSet presAssocID="{5E2D65E9-1EBD-41B7-B78F-CC6A8CC9DD70}" presName="hierRoot2" presStyleCnt="0">
        <dgm:presLayoutVars>
          <dgm:hierBranch val="init"/>
        </dgm:presLayoutVars>
      </dgm:prSet>
      <dgm:spPr/>
    </dgm:pt>
    <dgm:pt modelId="{F0794EC8-9FED-415F-81BC-987390DC2FA2}" type="pres">
      <dgm:prSet presAssocID="{5E2D65E9-1EBD-41B7-B78F-CC6A8CC9DD70}" presName="rootComposite" presStyleCnt="0"/>
      <dgm:spPr/>
    </dgm:pt>
    <dgm:pt modelId="{110C8BB8-22BA-4CC7-AFD0-ED80A5CB9247}" type="pres">
      <dgm:prSet presAssocID="{5E2D65E9-1EBD-41B7-B78F-CC6A8CC9DD70}" presName="rootText" presStyleLbl="node4" presStyleIdx="22" presStyleCnt="28">
        <dgm:presLayoutVars>
          <dgm:chPref val="3"/>
        </dgm:presLayoutVars>
      </dgm:prSet>
      <dgm:spPr/>
    </dgm:pt>
    <dgm:pt modelId="{A40E78A6-D310-4E10-B77F-9DA885A5AA0A}" type="pres">
      <dgm:prSet presAssocID="{5E2D65E9-1EBD-41B7-B78F-CC6A8CC9DD70}" presName="rootConnector" presStyleLbl="node4" presStyleIdx="22" presStyleCnt="28"/>
      <dgm:spPr/>
    </dgm:pt>
    <dgm:pt modelId="{148FEA23-A38B-42E1-9D7F-E2F2AF97900E}" type="pres">
      <dgm:prSet presAssocID="{5E2D65E9-1EBD-41B7-B78F-CC6A8CC9DD70}" presName="hierChild4" presStyleCnt="0"/>
      <dgm:spPr/>
    </dgm:pt>
    <dgm:pt modelId="{E60AF4C3-F083-4BD2-9642-E698A32E18C1}" type="pres">
      <dgm:prSet presAssocID="{5E2D65E9-1EBD-41B7-B78F-CC6A8CC9DD70}" presName="hierChild5" presStyleCnt="0"/>
      <dgm:spPr/>
    </dgm:pt>
    <dgm:pt modelId="{AE7E8CDB-3182-4F7D-B0D1-BE0B8668BF24}" type="pres">
      <dgm:prSet presAssocID="{B584F244-36DD-4A74-963E-FD07C8DA69F8}" presName="Name37" presStyleLbl="parChTrans1D4" presStyleIdx="23" presStyleCnt="28"/>
      <dgm:spPr/>
    </dgm:pt>
    <dgm:pt modelId="{E3128E8B-0F12-49A7-8345-40A7C166A1F1}" type="pres">
      <dgm:prSet presAssocID="{F83ABAAA-CAEC-4965-816F-FC00F93EB5B5}" presName="hierRoot2" presStyleCnt="0">
        <dgm:presLayoutVars>
          <dgm:hierBranch val="init"/>
        </dgm:presLayoutVars>
      </dgm:prSet>
      <dgm:spPr/>
    </dgm:pt>
    <dgm:pt modelId="{3B7A3A2E-C9EE-4B32-BB9F-5EE95CA50DCC}" type="pres">
      <dgm:prSet presAssocID="{F83ABAAA-CAEC-4965-816F-FC00F93EB5B5}" presName="rootComposite" presStyleCnt="0"/>
      <dgm:spPr/>
    </dgm:pt>
    <dgm:pt modelId="{23DC8785-B06D-4D81-9ECA-DDB11B65F57E}" type="pres">
      <dgm:prSet presAssocID="{F83ABAAA-CAEC-4965-816F-FC00F93EB5B5}" presName="rootText" presStyleLbl="node4" presStyleIdx="23" presStyleCnt="28">
        <dgm:presLayoutVars>
          <dgm:chPref val="3"/>
        </dgm:presLayoutVars>
      </dgm:prSet>
      <dgm:spPr/>
    </dgm:pt>
    <dgm:pt modelId="{89ED09CA-8D93-41E7-853F-34E173F34113}" type="pres">
      <dgm:prSet presAssocID="{F83ABAAA-CAEC-4965-816F-FC00F93EB5B5}" presName="rootConnector" presStyleLbl="node4" presStyleIdx="23" presStyleCnt="28"/>
      <dgm:spPr/>
    </dgm:pt>
    <dgm:pt modelId="{1AD70398-2FA4-4932-AF7F-943C882073AE}" type="pres">
      <dgm:prSet presAssocID="{F83ABAAA-CAEC-4965-816F-FC00F93EB5B5}" presName="hierChild4" presStyleCnt="0"/>
      <dgm:spPr/>
    </dgm:pt>
    <dgm:pt modelId="{EFDB5CAD-219B-4E31-A7C0-E028D2409FD4}" type="pres">
      <dgm:prSet presAssocID="{F83ABAAA-CAEC-4965-816F-FC00F93EB5B5}" presName="hierChild5" presStyleCnt="0"/>
      <dgm:spPr/>
    </dgm:pt>
    <dgm:pt modelId="{F59E72AC-5A6D-4229-84A9-F24324509B4F}" type="pres">
      <dgm:prSet presAssocID="{49CC0D11-157E-4CA1-88C9-B972475F71DE}" presName="hierChild5" presStyleCnt="0"/>
      <dgm:spPr/>
    </dgm:pt>
    <dgm:pt modelId="{C65F68FE-3CC3-422E-B2E0-B52D4DA116C9}" type="pres">
      <dgm:prSet presAssocID="{F2B2215B-D9EB-4DE3-9021-D0324CF0D628}" presName="Name37" presStyleLbl="parChTrans1D4" presStyleIdx="24" presStyleCnt="28"/>
      <dgm:spPr/>
    </dgm:pt>
    <dgm:pt modelId="{98209297-BBDD-4F3C-BBC5-C4419BDE8E1D}" type="pres">
      <dgm:prSet presAssocID="{3C14636E-9810-4E0D-BD6B-FE319F34EF67}" presName="hierRoot2" presStyleCnt="0">
        <dgm:presLayoutVars>
          <dgm:hierBranch val="init"/>
        </dgm:presLayoutVars>
      </dgm:prSet>
      <dgm:spPr/>
    </dgm:pt>
    <dgm:pt modelId="{9667A7FD-EC56-4D36-873C-7FAC4BA57BD0}" type="pres">
      <dgm:prSet presAssocID="{3C14636E-9810-4E0D-BD6B-FE319F34EF67}" presName="rootComposite" presStyleCnt="0"/>
      <dgm:spPr/>
    </dgm:pt>
    <dgm:pt modelId="{97BF2314-B7B5-4D2B-8309-F7C86F0F4D77}" type="pres">
      <dgm:prSet presAssocID="{3C14636E-9810-4E0D-BD6B-FE319F34EF67}" presName="rootText" presStyleLbl="node4" presStyleIdx="24" presStyleCnt="28">
        <dgm:presLayoutVars>
          <dgm:chPref val="3"/>
        </dgm:presLayoutVars>
      </dgm:prSet>
      <dgm:spPr/>
    </dgm:pt>
    <dgm:pt modelId="{40BC5970-878C-4D5B-AA28-EF31BB8EB1F6}" type="pres">
      <dgm:prSet presAssocID="{3C14636E-9810-4E0D-BD6B-FE319F34EF67}" presName="rootConnector" presStyleLbl="node4" presStyleIdx="24" presStyleCnt="28"/>
      <dgm:spPr/>
    </dgm:pt>
    <dgm:pt modelId="{5AE82DD3-17A4-4FD3-9779-C02C5D19A15C}" type="pres">
      <dgm:prSet presAssocID="{3C14636E-9810-4E0D-BD6B-FE319F34EF67}" presName="hierChild4" presStyleCnt="0"/>
      <dgm:spPr/>
    </dgm:pt>
    <dgm:pt modelId="{EE9C80F3-7EB4-4EAE-840A-26172EDAD41C}" type="pres">
      <dgm:prSet presAssocID="{F6525585-7AA5-4CE8-A8D9-2099BE61C555}" presName="Name37" presStyleLbl="parChTrans1D4" presStyleIdx="25" presStyleCnt="28"/>
      <dgm:spPr/>
    </dgm:pt>
    <dgm:pt modelId="{794A3AA8-1241-4E7B-AA32-9EE9418E2B08}" type="pres">
      <dgm:prSet presAssocID="{866FB6D3-E3D2-4BFF-9149-2EB50EF89DEC}" presName="hierRoot2" presStyleCnt="0">
        <dgm:presLayoutVars>
          <dgm:hierBranch val="init"/>
        </dgm:presLayoutVars>
      </dgm:prSet>
      <dgm:spPr/>
    </dgm:pt>
    <dgm:pt modelId="{C1EB36EB-C357-4B2C-A5B4-D9157EBA727F}" type="pres">
      <dgm:prSet presAssocID="{866FB6D3-E3D2-4BFF-9149-2EB50EF89DEC}" presName="rootComposite" presStyleCnt="0"/>
      <dgm:spPr/>
    </dgm:pt>
    <dgm:pt modelId="{16159F22-8073-4582-B1D2-28A3A11958E0}" type="pres">
      <dgm:prSet presAssocID="{866FB6D3-E3D2-4BFF-9149-2EB50EF89DEC}" presName="rootText" presStyleLbl="node4" presStyleIdx="25" presStyleCnt="28">
        <dgm:presLayoutVars>
          <dgm:chPref val="3"/>
        </dgm:presLayoutVars>
      </dgm:prSet>
      <dgm:spPr/>
    </dgm:pt>
    <dgm:pt modelId="{64FE6A40-7663-4B02-BE23-7A17F0E2DB33}" type="pres">
      <dgm:prSet presAssocID="{866FB6D3-E3D2-4BFF-9149-2EB50EF89DEC}" presName="rootConnector" presStyleLbl="node4" presStyleIdx="25" presStyleCnt="28"/>
      <dgm:spPr/>
    </dgm:pt>
    <dgm:pt modelId="{91CD2E53-D7A8-47FE-B786-4DBFA133C719}" type="pres">
      <dgm:prSet presAssocID="{866FB6D3-E3D2-4BFF-9149-2EB50EF89DEC}" presName="hierChild4" presStyleCnt="0"/>
      <dgm:spPr/>
    </dgm:pt>
    <dgm:pt modelId="{A2558BDB-CAE8-4C36-8635-A9792B0E71AC}" type="pres">
      <dgm:prSet presAssocID="{866FB6D3-E3D2-4BFF-9149-2EB50EF89DEC}" presName="hierChild5" presStyleCnt="0"/>
      <dgm:spPr/>
    </dgm:pt>
    <dgm:pt modelId="{76595A5D-3ED8-4596-98F3-6D41B047A3A8}" type="pres">
      <dgm:prSet presAssocID="{F2ED1179-40EB-4266-87F3-3D80FC0286B5}" presName="Name37" presStyleLbl="parChTrans1D4" presStyleIdx="26" presStyleCnt="28"/>
      <dgm:spPr/>
    </dgm:pt>
    <dgm:pt modelId="{A81B36D3-C213-4A04-B186-0B718A7391B3}" type="pres">
      <dgm:prSet presAssocID="{FBE7BC70-7AA3-4547-BDCA-DAEF5CF4CA19}" presName="hierRoot2" presStyleCnt="0">
        <dgm:presLayoutVars>
          <dgm:hierBranch val="init"/>
        </dgm:presLayoutVars>
      </dgm:prSet>
      <dgm:spPr/>
    </dgm:pt>
    <dgm:pt modelId="{EFF3C7AC-92AB-4B58-B30D-7AD024232766}" type="pres">
      <dgm:prSet presAssocID="{FBE7BC70-7AA3-4547-BDCA-DAEF5CF4CA19}" presName="rootComposite" presStyleCnt="0"/>
      <dgm:spPr/>
    </dgm:pt>
    <dgm:pt modelId="{DD182B45-B27A-4F3C-8B65-4912C3155890}" type="pres">
      <dgm:prSet presAssocID="{FBE7BC70-7AA3-4547-BDCA-DAEF5CF4CA19}" presName="rootText" presStyleLbl="node4" presStyleIdx="26" presStyleCnt="28">
        <dgm:presLayoutVars>
          <dgm:chPref val="3"/>
        </dgm:presLayoutVars>
      </dgm:prSet>
      <dgm:spPr/>
    </dgm:pt>
    <dgm:pt modelId="{98FDD4AD-51A5-4D3F-AC66-6E29DD522EEE}" type="pres">
      <dgm:prSet presAssocID="{FBE7BC70-7AA3-4547-BDCA-DAEF5CF4CA19}" presName="rootConnector" presStyleLbl="node4" presStyleIdx="26" presStyleCnt="28"/>
      <dgm:spPr/>
    </dgm:pt>
    <dgm:pt modelId="{FF8970BA-7A72-43CB-A81C-4E7841CA0CE2}" type="pres">
      <dgm:prSet presAssocID="{FBE7BC70-7AA3-4547-BDCA-DAEF5CF4CA19}" presName="hierChild4" presStyleCnt="0"/>
      <dgm:spPr/>
    </dgm:pt>
    <dgm:pt modelId="{CF90097B-A5DA-4A20-8EDD-5CDBB15A8DDA}" type="pres">
      <dgm:prSet presAssocID="{FBE7BC70-7AA3-4547-BDCA-DAEF5CF4CA19}" presName="hierChild5" presStyleCnt="0"/>
      <dgm:spPr/>
    </dgm:pt>
    <dgm:pt modelId="{FFC488C0-6AC0-4D53-ACA3-A1EA50BB9FD8}" type="pres">
      <dgm:prSet presAssocID="{D541D777-FFB6-4983-BD99-FE7071732E5E}" presName="Name37" presStyleLbl="parChTrans1D4" presStyleIdx="27" presStyleCnt="28"/>
      <dgm:spPr/>
    </dgm:pt>
    <dgm:pt modelId="{B05EDFDA-B75C-42FA-B8AE-77DF568568D5}" type="pres">
      <dgm:prSet presAssocID="{D11FBC6A-CE3D-43D0-AD90-FE077A952F0D}" presName="hierRoot2" presStyleCnt="0">
        <dgm:presLayoutVars>
          <dgm:hierBranch val="init"/>
        </dgm:presLayoutVars>
      </dgm:prSet>
      <dgm:spPr/>
    </dgm:pt>
    <dgm:pt modelId="{D90B28FD-6831-48D3-BD33-96CB24F1DEA5}" type="pres">
      <dgm:prSet presAssocID="{D11FBC6A-CE3D-43D0-AD90-FE077A952F0D}" presName="rootComposite" presStyleCnt="0"/>
      <dgm:spPr/>
    </dgm:pt>
    <dgm:pt modelId="{8C9743F8-C6C0-41B1-B005-1B96D8A260E9}" type="pres">
      <dgm:prSet presAssocID="{D11FBC6A-CE3D-43D0-AD90-FE077A952F0D}" presName="rootText" presStyleLbl="node4" presStyleIdx="27" presStyleCnt="28">
        <dgm:presLayoutVars>
          <dgm:chPref val="3"/>
        </dgm:presLayoutVars>
      </dgm:prSet>
      <dgm:spPr/>
    </dgm:pt>
    <dgm:pt modelId="{3F8CB060-0BF3-49C6-BC44-3F888ED5885A}" type="pres">
      <dgm:prSet presAssocID="{D11FBC6A-CE3D-43D0-AD90-FE077A952F0D}" presName="rootConnector" presStyleLbl="node4" presStyleIdx="27" presStyleCnt="28"/>
      <dgm:spPr/>
    </dgm:pt>
    <dgm:pt modelId="{3B13C5D9-2C3F-47DB-A530-58BEAA8813FB}" type="pres">
      <dgm:prSet presAssocID="{D11FBC6A-CE3D-43D0-AD90-FE077A952F0D}" presName="hierChild4" presStyleCnt="0"/>
      <dgm:spPr/>
    </dgm:pt>
    <dgm:pt modelId="{3AEB23BE-76FD-404A-8140-F03C86DBAEDB}" type="pres">
      <dgm:prSet presAssocID="{D11FBC6A-CE3D-43D0-AD90-FE077A952F0D}" presName="hierChild5" presStyleCnt="0"/>
      <dgm:spPr/>
    </dgm:pt>
    <dgm:pt modelId="{90724C39-624A-41B5-96A9-D0D4C76BEA92}" type="pres">
      <dgm:prSet presAssocID="{3C14636E-9810-4E0D-BD6B-FE319F34EF67}" presName="hierChild5" presStyleCnt="0"/>
      <dgm:spPr/>
    </dgm:pt>
    <dgm:pt modelId="{79C21C5C-BCE0-440F-BB57-3C6711100D97}" type="pres">
      <dgm:prSet presAssocID="{2659DFA5-A106-4A7E-8B49-DA98EAD7B296}" presName="hierChild5" presStyleCnt="0"/>
      <dgm:spPr/>
    </dgm:pt>
    <dgm:pt modelId="{2EB6B13B-8640-4DA8-832A-93362679473F}" type="pres">
      <dgm:prSet presAssocID="{432886F5-A157-45AC-8D65-EA0D56935738}" presName="hierChild5" presStyleCnt="0"/>
      <dgm:spPr/>
    </dgm:pt>
    <dgm:pt modelId="{1CDB9DF7-910F-457D-AC37-C0EEC071CDFA}" type="pres">
      <dgm:prSet presAssocID="{5CFF8C42-A05F-454E-A08C-32B519839B41}" presName="hierChild3" presStyleCnt="0"/>
      <dgm:spPr/>
    </dgm:pt>
  </dgm:ptLst>
  <dgm:cxnLst>
    <dgm:cxn modelId="{786F4B03-4E45-4521-8755-7649BC156750}" srcId="{49CC0D11-157E-4CA1-88C9-B972475F71DE}" destId="{5E2D65E9-1EBD-41B7-B78F-CC6A8CC9DD70}" srcOrd="1" destOrd="0" parTransId="{4B388967-A89A-4B4B-A755-33C26AF5F87C}" sibTransId="{512C5652-B242-4DA2-92F2-6C423F980148}"/>
    <dgm:cxn modelId="{7C48C505-2501-4ED8-BE80-74959930768C}" type="presOf" srcId="{F83ABAAA-CAEC-4965-816F-FC00F93EB5B5}" destId="{89ED09CA-8D93-41E7-853F-34E173F34113}" srcOrd="1" destOrd="0" presId="urn:microsoft.com/office/officeart/2005/8/layout/orgChart1"/>
    <dgm:cxn modelId="{CC82FC05-40C6-4889-8BB7-13D0F95B7327}" type="presOf" srcId="{6A2D653D-8D1B-4D65-BE9B-17EF54CC359E}" destId="{0160233A-4231-4FB1-9DA7-92B799B326EB}" srcOrd="1" destOrd="0" presId="urn:microsoft.com/office/officeart/2005/8/layout/orgChart1"/>
    <dgm:cxn modelId="{FA998309-E8BD-4644-9B81-A1F3E4C320A3}" type="presOf" srcId="{78C4697E-42E3-4CD6-8626-1B95ABCFBAEE}" destId="{2A5F8A13-F793-4295-A576-C273F1E67E53}" srcOrd="0" destOrd="0" presId="urn:microsoft.com/office/officeart/2005/8/layout/orgChart1"/>
    <dgm:cxn modelId="{4D7F710C-A6C4-4923-AB92-AD2CC6E708FB}" type="presOf" srcId="{82515DFC-9938-4C9D-833B-D7B6FE74F3D6}" destId="{14012CE9-2525-49DB-825E-72030D160490}" srcOrd="1" destOrd="0" presId="urn:microsoft.com/office/officeart/2005/8/layout/orgChart1"/>
    <dgm:cxn modelId="{A671590E-F926-4AF6-91E1-AD9336EC2F46}" srcId="{5AD51844-7667-449C-B04B-2A3775799BFF}" destId="{4BAE13AE-39F3-416E-8744-CFDB4B732C07}" srcOrd="1" destOrd="0" parTransId="{1699D3DA-29B7-417B-98A4-5CC0FE236955}" sibTransId="{306B415E-C390-4DDC-82B2-649369D5F815}"/>
    <dgm:cxn modelId="{92E8870F-363A-456A-944D-50B3CF8C35E0}" type="presOf" srcId="{D11FBC6A-CE3D-43D0-AD90-FE077A952F0D}" destId="{8C9743F8-C6C0-41B1-B005-1B96D8A260E9}" srcOrd="0" destOrd="0" presId="urn:microsoft.com/office/officeart/2005/8/layout/orgChart1"/>
    <dgm:cxn modelId="{F8B15A12-F216-4B25-A946-EF378F0C6618}" type="presOf" srcId="{D11FBC6A-CE3D-43D0-AD90-FE077A952F0D}" destId="{3F8CB060-0BF3-49C6-BC44-3F888ED5885A}" srcOrd="1" destOrd="0" presId="urn:microsoft.com/office/officeart/2005/8/layout/orgChart1"/>
    <dgm:cxn modelId="{C6D88513-A888-4191-8580-BA9F04EA72D1}" type="presOf" srcId="{3C14636E-9810-4E0D-BD6B-FE319F34EF67}" destId="{97BF2314-B7B5-4D2B-8309-F7C86F0F4D77}" srcOrd="0" destOrd="0" presId="urn:microsoft.com/office/officeart/2005/8/layout/orgChart1"/>
    <dgm:cxn modelId="{435AFC14-E7B8-4E9B-AB2C-88AF0F150C8C}" type="presOf" srcId="{22AAB52A-F50E-450E-A45B-AA76C6E60155}" destId="{609F4C0D-78CC-42E2-8EC6-ACCF5277829F}" srcOrd="1" destOrd="0" presId="urn:microsoft.com/office/officeart/2005/8/layout/orgChart1"/>
    <dgm:cxn modelId="{175FD115-8A0F-40AC-9C2D-D521ECB135D5}" type="presOf" srcId="{F2ED1179-40EB-4266-87F3-3D80FC0286B5}" destId="{76595A5D-3ED8-4596-98F3-6D41B047A3A8}" srcOrd="0" destOrd="0" presId="urn:microsoft.com/office/officeart/2005/8/layout/orgChart1"/>
    <dgm:cxn modelId="{68E86216-2CAD-4C06-926A-E7C4FB967A9A}" type="presOf" srcId="{C49C39C5-B1D7-4276-BC5E-BCEEABC7E0B0}" destId="{5B401D9D-9864-4C6B-9C34-E03E4C255748}" srcOrd="0" destOrd="0" presId="urn:microsoft.com/office/officeart/2005/8/layout/orgChart1"/>
    <dgm:cxn modelId="{2F865316-2F8D-4752-9900-6EA668973081}" type="presOf" srcId="{22AAB52A-F50E-450E-A45B-AA76C6E60155}" destId="{BE33DF6D-96DD-447A-A304-E5B66ED4DEA0}" srcOrd="0" destOrd="0" presId="urn:microsoft.com/office/officeart/2005/8/layout/orgChart1"/>
    <dgm:cxn modelId="{A7BFC51A-6A39-4263-B609-0B4C38A0FF9C}" srcId="{49CC0D11-157E-4CA1-88C9-B972475F71DE}" destId="{F83ABAAA-CAEC-4965-816F-FC00F93EB5B5}" srcOrd="2" destOrd="0" parTransId="{B584F244-36DD-4A74-963E-FD07C8DA69F8}" sibTransId="{D3D61F94-BD29-4F88-8E6D-FA39B95533C2}"/>
    <dgm:cxn modelId="{61A7241B-D36F-4DDA-8775-460A4BFEEAEC}" type="presOf" srcId="{7D300048-D91B-45BD-85A3-9BE09DDAB495}" destId="{186B1680-C04B-4CA3-BE2D-5EEE4F0D0E77}" srcOrd="0" destOrd="0" presId="urn:microsoft.com/office/officeart/2005/8/layout/orgChart1"/>
    <dgm:cxn modelId="{7285531C-5448-48E7-B99E-370C99A2123B}" type="presOf" srcId="{9B6515FC-BAB6-49BD-B614-8D99B5FBDBDE}" destId="{DAD855C7-600A-499D-B0A8-DE9BCE52E531}" srcOrd="0" destOrd="0" presId="urn:microsoft.com/office/officeart/2005/8/layout/orgChart1"/>
    <dgm:cxn modelId="{2572AB1D-EF96-4525-A5A6-09719D9F7589}" type="presOf" srcId="{10F5EF5C-5AB8-4FD6-B414-A209FCC1D3A7}" destId="{221B10A3-49F6-4526-AF45-0781828E2BD2}" srcOrd="1" destOrd="0" presId="urn:microsoft.com/office/officeart/2005/8/layout/orgChart1"/>
    <dgm:cxn modelId="{276F8B1E-810F-48AD-A989-CED8B8C65547}" type="presOf" srcId="{4BAE13AE-39F3-416E-8744-CFDB4B732C07}" destId="{72CEFB75-59D1-4656-8F8B-120522C92D35}" srcOrd="0" destOrd="0" presId="urn:microsoft.com/office/officeart/2005/8/layout/orgChart1"/>
    <dgm:cxn modelId="{BED0771F-2761-43FB-93F0-1E65A5F6C733}" type="presOf" srcId="{4F09CE32-B9C7-4356-9162-BE92B4750B7A}" destId="{A7FB77E0-99A0-4C6C-A07D-4C91BE84CAA9}" srcOrd="1" destOrd="0" presId="urn:microsoft.com/office/officeart/2005/8/layout/orgChart1"/>
    <dgm:cxn modelId="{A25C5321-2397-436D-96DF-6B1391C6D905}" srcId="{780E2C17-7959-4BE4-B5B9-2AF6E7CE28C3}" destId="{5AD51844-7667-449C-B04B-2A3775799BFF}" srcOrd="2" destOrd="0" parTransId="{FD7AA57F-CF0E-42DE-A55F-2EC78B30B05B}" sibTransId="{6896A8BC-4889-4D51-8FB9-9AB4779A3BA7}"/>
    <dgm:cxn modelId="{BCE10923-E703-402F-915B-6BEB75BA77BF}" type="presOf" srcId="{9806DEA8-F325-4BC2-BE52-585E2948CFB3}" destId="{FC0D5DA3-7F08-40C9-A39B-512D9ACDB8BB}" srcOrd="0" destOrd="0" presId="urn:microsoft.com/office/officeart/2005/8/layout/orgChart1"/>
    <dgm:cxn modelId="{E274C823-EB7F-46DF-8638-3580C9C370D6}" type="presOf" srcId="{CDA72991-8516-4F67-9D7F-C6CEFB219E63}" destId="{D5FDDBA5-CDD5-4793-84B5-CD9B98911702}" srcOrd="1" destOrd="0" presId="urn:microsoft.com/office/officeart/2005/8/layout/orgChart1"/>
    <dgm:cxn modelId="{34D1D424-9A8A-4DB5-B037-3B15FE22A491}" type="presOf" srcId="{1C76DC10-B192-4CB8-BDD4-43D705326175}" destId="{E2521828-141C-4DD9-A0FF-550F879D8B65}" srcOrd="1" destOrd="0" presId="urn:microsoft.com/office/officeart/2005/8/layout/orgChart1"/>
    <dgm:cxn modelId="{BED27128-D67F-43A0-8E12-0508C3348BB7}" type="presOf" srcId="{3C14636E-9810-4E0D-BD6B-FE319F34EF67}" destId="{40BC5970-878C-4D5B-AA28-EF31BB8EB1F6}" srcOrd="1" destOrd="0" presId="urn:microsoft.com/office/officeart/2005/8/layout/orgChart1"/>
    <dgm:cxn modelId="{F150B728-457E-4923-8C43-E8B30E77B0F4}" type="presOf" srcId="{78C4697E-42E3-4CD6-8626-1B95ABCFBAEE}" destId="{DF2A5A38-E9AD-4E0D-8664-8243B6A76EE9}" srcOrd="1" destOrd="0" presId="urn:microsoft.com/office/officeart/2005/8/layout/orgChart1"/>
    <dgm:cxn modelId="{E0E9EF28-86F8-4BA8-9DE2-CAA1B512997E}" srcId="{56EC7F34-D759-4DEA-A55C-213BEA3062E9}" destId="{860B66A7-0190-41DE-9C7C-DA69A51C52A9}" srcOrd="1" destOrd="0" parTransId="{BC2700F6-1CFE-47F4-B750-58798A9CB713}" sibTransId="{2193A3AD-5F33-4925-9470-F0784ED855C6}"/>
    <dgm:cxn modelId="{04799C29-9D3A-4D1E-AE14-ACAABC6A1BF1}" type="presOf" srcId="{5E2D65E9-1EBD-41B7-B78F-CC6A8CC9DD70}" destId="{110C8BB8-22BA-4CC7-AFD0-ED80A5CB9247}" srcOrd="0" destOrd="0" presId="urn:microsoft.com/office/officeart/2005/8/layout/orgChart1"/>
    <dgm:cxn modelId="{C863442A-282A-4AE8-83CC-D5D13D44B447}" srcId="{432886F5-A157-45AC-8D65-EA0D56935738}" destId="{737D12E9-8A02-48FD-981F-55FEDEEB992B}" srcOrd="0" destOrd="0" parTransId="{C49C39C5-B1D7-4276-BC5E-BCEEABC7E0B0}" sibTransId="{40F65ECA-BAF9-4A2F-AC30-3EEBD4253CED}"/>
    <dgm:cxn modelId="{520FEF2B-93AC-4CF0-B9BF-720C7783B351}" type="presOf" srcId="{1EC7473E-C38C-43F4-A078-4BF3B05DD0C5}" destId="{B53B0E2E-0C65-44C5-B0FD-F7C54A95DCE9}" srcOrd="1" destOrd="0" presId="urn:microsoft.com/office/officeart/2005/8/layout/orgChart1"/>
    <dgm:cxn modelId="{1EFD5F2C-3F49-4221-AEF6-6E95FA08DED4}" type="presOf" srcId="{2E77449D-1CB2-4D93-99AE-EA715A1647FA}" destId="{2B50F316-1879-4EC4-9D80-896B473068C7}" srcOrd="0" destOrd="0" presId="urn:microsoft.com/office/officeart/2005/8/layout/orgChart1"/>
    <dgm:cxn modelId="{E534692D-C8A1-49D7-B37A-C575B13A6AFE}" srcId="{56EC7F34-D759-4DEA-A55C-213BEA3062E9}" destId="{BA17EC81-F365-430A-A2FD-ACF45104382C}" srcOrd="0" destOrd="0" parTransId="{C84EA265-0F05-4D7F-B7ED-7308C7727181}" sibTransId="{26FFD9B7-6326-458B-8591-0E83DAA9B80A}"/>
    <dgm:cxn modelId="{33707030-6431-4B9B-965C-19BF89448A5F}" type="presOf" srcId="{780E2C17-7959-4BE4-B5B9-2AF6E7CE28C3}" destId="{9C228AD5-00DB-40A8-BF33-C7E8A479CA04}" srcOrd="0" destOrd="0" presId="urn:microsoft.com/office/officeart/2005/8/layout/orgChart1"/>
    <dgm:cxn modelId="{16638930-2E2A-4D6E-96CC-0084CF1CA851}" srcId="{BA17EC81-F365-430A-A2FD-ACF45104382C}" destId="{F37F315E-6AEA-4EED-A0CA-0BD8469A4947}" srcOrd="1" destOrd="0" parTransId="{FBF91790-F842-45D4-B0A3-FD440DA2ECAC}" sibTransId="{289D52BE-4B3C-477B-AA98-F749F04F01BF}"/>
    <dgm:cxn modelId="{6A7AD530-F2FD-4D65-AE72-A92EBD60F1AA}" type="presOf" srcId="{851C9D6E-AC63-4942-A4BE-E6721A22670E}" destId="{2907B370-BA96-40F4-A66F-C111E7FDFAAE}" srcOrd="0" destOrd="0" presId="urn:microsoft.com/office/officeart/2005/8/layout/orgChart1"/>
    <dgm:cxn modelId="{D3C15631-C6AA-431A-8019-B6CB89E454D1}" srcId="{5CFF8C42-A05F-454E-A08C-32B519839B41}" destId="{780E2C17-7959-4BE4-B5B9-2AF6E7CE28C3}" srcOrd="0" destOrd="0" parTransId="{2512B4B8-6636-4906-9597-60AD45FC6AB8}" sibTransId="{DBC20B37-8FA3-4069-9306-016BCE515DEB}"/>
    <dgm:cxn modelId="{3B0D3F32-5ED2-4661-B261-1E24F363237D}" type="presOf" srcId="{D31A0BED-D533-4185-83D9-1F59F025D527}" destId="{E6916902-4EE8-4C7A-85CD-CBC90A980734}" srcOrd="1" destOrd="0" presId="urn:microsoft.com/office/officeart/2005/8/layout/orgChart1"/>
    <dgm:cxn modelId="{E63DD533-B042-403A-BE17-98ED01A252D5}" srcId="{D31A0BED-D533-4185-83D9-1F59F025D527}" destId="{4F09CE32-B9C7-4356-9162-BE92B4750B7A}" srcOrd="1" destOrd="0" parTransId="{692E85DD-A290-4219-B1BF-FE2F474D83D6}" sibTransId="{92053FB3-E433-4353-B88A-FF3A1B0B44B7}"/>
    <dgm:cxn modelId="{4B355534-C1B5-419E-B10A-F61D2B85D11E}" type="presOf" srcId="{4B388967-A89A-4B4B-A755-33C26AF5F87C}" destId="{1073CB3B-60AE-43CD-AA07-80B0C6A99FAF}" srcOrd="0" destOrd="0" presId="urn:microsoft.com/office/officeart/2005/8/layout/orgChart1"/>
    <dgm:cxn modelId="{9332C936-AB6A-4825-8AAF-37DE576909C3}" type="presOf" srcId="{D207AA23-E1E9-4664-8694-657CBE7F5113}" destId="{23984141-AD1C-4E04-AE34-10AE7E9078D3}" srcOrd="1" destOrd="0" presId="urn:microsoft.com/office/officeart/2005/8/layout/orgChart1"/>
    <dgm:cxn modelId="{80690737-449F-486A-A527-4406DF933B04}" type="presOf" srcId="{111B3508-DF67-4D45-82A6-7B60B4D41864}" destId="{7B5206AE-36DB-43EE-84F3-AFB823AA6253}" srcOrd="0" destOrd="0" presId="urn:microsoft.com/office/officeart/2005/8/layout/orgChart1"/>
    <dgm:cxn modelId="{03E8B53B-ABFC-45FD-8114-9CB51CD43569}" type="presOf" srcId="{FBE7BC70-7AA3-4547-BDCA-DAEF5CF4CA19}" destId="{DD182B45-B27A-4F3C-8B65-4912C3155890}" srcOrd="0" destOrd="0" presId="urn:microsoft.com/office/officeart/2005/8/layout/orgChart1"/>
    <dgm:cxn modelId="{F04CE63E-4611-419F-B9B9-64E9E47ABE70}" type="presOf" srcId="{4F09CE32-B9C7-4356-9162-BE92B4750B7A}" destId="{767298F3-A1B4-4AF3-8D99-1E433AA344A9}" srcOrd="0" destOrd="0" presId="urn:microsoft.com/office/officeart/2005/8/layout/orgChart1"/>
    <dgm:cxn modelId="{067C505D-5A87-41D6-8403-7FE97E080380}" type="presOf" srcId="{937CFD05-A419-45AA-A7A7-87FA7D9DF5E4}" destId="{06DDBB38-68F0-4317-9F77-306B5A4D0568}" srcOrd="0" destOrd="0" presId="urn:microsoft.com/office/officeart/2005/8/layout/orgChart1"/>
    <dgm:cxn modelId="{90ACF45F-B100-43CF-AB0B-D29E51CA2048}" type="presOf" srcId="{49CC0D11-157E-4CA1-88C9-B972475F71DE}" destId="{9ECCACEF-1A60-4673-9978-201671603B4C}" srcOrd="1" destOrd="0" presId="urn:microsoft.com/office/officeart/2005/8/layout/orgChart1"/>
    <dgm:cxn modelId="{C0E18563-AA58-40C8-970E-A29B843364A6}" srcId="{737D12E9-8A02-48FD-981F-55FEDEEB992B}" destId="{56EC7F34-D759-4DEA-A55C-213BEA3062E9}" srcOrd="0" destOrd="0" parTransId="{7C03C6F3-BDBB-49FE-B6DE-E09B03D04BAB}" sibTransId="{99AA7D71-6832-4A73-B696-6F957B8AA6A7}"/>
    <dgm:cxn modelId="{F463F343-61BC-423C-BEC2-CE3018951CD9}" type="presOf" srcId="{F37F315E-6AEA-4EED-A0CA-0BD8469A4947}" destId="{85D10BAA-C62A-4AA1-A5D7-4DA749818B88}" srcOrd="0" destOrd="0" presId="urn:microsoft.com/office/officeart/2005/8/layout/orgChart1"/>
    <dgm:cxn modelId="{C1E6ED45-C167-452D-B894-25CBE68CAA0D}" type="presOf" srcId="{9188C1C2-D2FA-4279-A67E-65DE3E1996EA}" destId="{8398790C-149B-4698-BA8C-D7134D2063DB}" srcOrd="0" destOrd="0" presId="urn:microsoft.com/office/officeart/2005/8/layout/orgChart1"/>
    <dgm:cxn modelId="{30509146-C3BF-45CB-A606-C9DDB1B69581}" type="presOf" srcId="{2B811217-D6E1-4007-B8B1-74F71399FCBC}" destId="{70ABB879-25C5-4214-B504-117B584C155B}" srcOrd="0" destOrd="0" presId="urn:microsoft.com/office/officeart/2005/8/layout/orgChart1"/>
    <dgm:cxn modelId="{EF1FA568-BCF8-4EB6-99A1-93D35F0C7E70}" type="presOf" srcId="{56EC7F34-D759-4DEA-A55C-213BEA3062E9}" destId="{301D1160-0883-435F-9D19-2E059CDD22CC}" srcOrd="0" destOrd="0" presId="urn:microsoft.com/office/officeart/2005/8/layout/orgChart1"/>
    <dgm:cxn modelId="{9B170D4A-5B16-4879-B3E2-0070C6D538F0}" srcId="{5AD51844-7667-449C-B04B-2A3775799BFF}" destId="{10F5EF5C-5AB8-4FD6-B414-A209FCC1D3A7}" srcOrd="2" destOrd="0" parTransId="{9188C1C2-D2FA-4279-A67E-65DE3E1996EA}" sibTransId="{71484491-7247-42B6-AE31-49B22D10CA2B}"/>
    <dgm:cxn modelId="{C3B3446B-DEA9-461C-B7FF-E11C366A461C}" type="presOf" srcId="{D207AA23-E1E9-4664-8694-657CBE7F5113}" destId="{1EDDC4A0-7BC2-483A-84BD-549CE25340AD}" srcOrd="0" destOrd="0" presId="urn:microsoft.com/office/officeart/2005/8/layout/orgChart1"/>
    <dgm:cxn modelId="{D8BFF26B-5B16-468C-881A-CE449448CA2A}" srcId="{49CC0D11-157E-4CA1-88C9-B972475F71DE}" destId="{2E77449D-1CB2-4D93-99AE-EA715A1647FA}" srcOrd="0" destOrd="0" parTransId="{ADC43549-3DFF-4342-93AD-E6B385BD568D}" sibTransId="{2DBF4DD5-EFAE-4C14-A90A-25DF3F677002}"/>
    <dgm:cxn modelId="{234DCF4C-D20F-40B8-922F-109EFD192FA7}" type="presOf" srcId="{5BFFD63B-5511-492C-9222-0156EFC4526B}" destId="{C1E13093-8BD2-473F-9131-948EED45B322}" srcOrd="0" destOrd="0" presId="urn:microsoft.com/office/officeart/2005/8/layout/orgChart1"/>
    <dgm:cxn modelId="{FDFD5D50-E8FF-495D-AAD4-BB10247340F4}" type="presOf" srcId="{5CFF8C42-A05F-454E-A08C-32B519839B41}" destId="{DAC084F4-D6BC-4577-85B6-4192C23B5F16}" srcOrd="1" destOrd="0" presId="urn:microsoft.com/office/officeart/2005/8/layout/orgChart1"/>
    <dgm:cxn modelId="{48139870-CEFC-4C02-9DF4-2A0E80CB8BB8}" type="presOf" srcId="{737D12E9-8A02-48FD-981F-55FEDEEB992B}" destId="{DE4FB3E6-E6CB-4EEA-A553-E74E312802CA}" srcOrd="1" destOrd="0" presId="urn:microsoft.com/office/officeart/2005/8/layout/orgChart1"/>
    <dgm:cxn modelId="{FB65A671-4A68-4AF9-A681-67AEA6D059F8}" type="presOf" srcId="{5776B918-55DA-4C8E-B26D-7AAC670C5996}" destId="{B4AE582E-FC3E-4AAF-A604-879BBBB38A95}" srcOrd="0" destOrd="0" presId="urn:microsoft.com/office/officeart/2005/8/layout/orgChart1"/>
    <dgm:cxn modelId="{73C84655-E8F7-4514-86D7-CAB5F0ED4B9E}" type="presOf" srcId="{FBF91790-F842-45D4-B0A3-FD440DA2ECAC}" destId="{7909632E-25A0-4E75-9FED-01071F089807}" srcOrd="0" destOrd="0" presId="urn:microsoft.com/office/officeart/2005/8/layout/orgChart1"/>
    <dgm:cxn modelId="{974A8375-C25A-427C-9C97-E218C1AD9B72}" type="presOf" srcId="{52B62305-33C1-4887-BCA7-8E979CF91728}" destId="{8F37B484-CED3-4F3F-A6AB-202A666CF488}" srcOrd="1" destOrd="0" presId="urn:microsoft.com/office/officeart/2005/8/layout/orgChart1"/>
    <dgm:cxn modelId="{1B66AB76-DEFA-425C-AA6D-9BC722B3F62E}" type="presOf" srcId="{6A2D653D-8D1B-4D65-BE9B-17EF54CC359E}" destId="{4C86EA09-F73D-4068-97BD-3CF8AA0C71E5}" srcOrd="0" destOrd="0" presId="urn:microsoft.com/office/officeart/2005/8/layout/orgChart1"/>
    <dgm:cxn modelId="{E5B13577-C27C-4637-8701-B2C87AF9C7C7}" type="presOf" srcId="{98E64B81-CF24-49AB-A88A-228C9A8CA780}" destId="{27333CFF-6E7D-4480-9D2E-94A4A14EE4E1}" srcOrd="0" destOrd="0" presId="urn:microsoft.com/office/officeart/2005/8/layout/orgChart1"/>
    <dgm:cxn modelId="{09C95377-B3EA-4CBD-A6AE-F683E14CE9CD}" type="presOf" srcId="{6571645B-0BBE-4CD7-BA5A-7144F7D8C054}" destId="{EE5463CD-2007-41E8-A571-D5AD678DE2DA}" srcOrd="0" destOrd="0" presId="urn:microsoft.com/office/officeart/2005/8/layout/orgChart1"/>
    <dgm:cxn modelId="{0AD60B79-3CDC-4CD8-AEA2-1E6DAB0E33DE}" type="presOf" srcId="{2659DFA5-A106-4A7E-8B49-DA98EAD7B296}" destId="{5B518E81-8345-4D90-BD3C-4FD4E6901554}" srcOrd="1" destOrd="0" presId="urn:microsoft.com/office/officeart/2005/8/layout/orgChart1"/>
    <dgm:cxn modelId="{F857A479-DD37-4626-AD34-FBBE2EBAC5AD}" type="presOf" srcId="{D541D777-FFB6-4983-BD99-FE7071732E5E}" destId="{FFC488C0-6AC0-4D53-ACA3-A1EA50BB9FD8}" srcOrd="0" destOrd="0" presId="urn:microsoft.com/office/officeart/2005/8/layout/orgChart1"/>
    <dgm:cxn modelId="{3A4D237B-5080-4EC6-AC79-6B0D7BA6DAA0}" type="presOf" srcId="{93FA9CFA-3713-4C93-B0FB-EB826ABE93C4}" destId="{9CD331E9-EB87-4B3B-B27A-4328BDFD50F6}" srcOrd="0" destOrd="0" presId="urn:microsoft.com/office/officeart/2005/8/layout/orgChart1"/>
    <dgm:cxn modelId="{4F106E7B-0C75-4887-BC5D-C180AD6009DE}" type="presOf" srcId="{6571645B-0BBE-4CD7-BA5A-7144F7D8C054}" destId="{47C6E814-4F2F-417A-8A11-D51E33E75DBC}" srcOrd="1" destOrd="0" presId="urn:microsoft.com/office/officeart/2005/8/layout/orgChart1"/>
    <dgm:cxn modelId="{68C11C7C-89E7-4C1C-A723-42577A32EE42}" type="presOf" srcId="{ADC43549-3DFF-4342-93AD-E6B385BD568D}" destId="{FB40934C-B2A6-47A7-9D3B-94EF8C82922D}" srcOrd="0" destOrd="0" presId="urn:microsoft.com/office/officeart/2005/8/layout/orgChart1"/>
    <dgm:cxn modelId="{D7E4697E-0DDB-400E-9695-76D084C68A15}" srcId="{BA17EC81-F365-430A-A2FD-ACF45104382C}" destId="{52B62305-33C1-4887-BCA7-8E979CF91728}" srcOrd="0" destOrd="0" parTransId="{A9A42850-CFF7-45C8-BAEA-1FD1E810A396}" sibTransId="{49AE9518-405F-4A89-A764-1E4BB030E3C8}"/>
    <dgm:cxn modelId="{10A2E481-02D8-4EC7-8AA2-A3D6D88C45CB}" type="presOf" srcId="{ADAC2B3A-C26F-44DD-A130-5E9FB1D50FEC}" destId="{C472B140-51F0-46FE-BFE2-532D197DBEE5}" srcOrd="0" destOrd="0" presId="urn:microsoft.com/office/officeart/2005/8/layout/orgChart1"/>
    <dgm:cxn modelId="{0F233E8B-7C53-49BD-AA19-59CDD6CD214A}" type="presOf" srcId="{851C9D6E-AC63-4942-A4BE-E6721A22670E}" destId="{10E23348-0F19-4FD3-A71D-F48223639FF9}" srcOrd="1" destOrd="0" presId="urn:microsoft.com/office/officeart/2005/8/layout/orgChart1"/>
    <dgm:cxn modelId="{A953938C-6872-4F20-840B-F786CA4A1242}" type="presOf" srcId="{692E85DD-A290-4219-B1BF-FE2F474D83D6}" destId="{34C3A9FD-30D6-4129-8960-7E587443F938}" srcOrd="0" destOrd="0" presId="urn:microsoft.com/office/officeart/2005/8/layout/orgChart1"/>
    <dgm:cxn modelId="{0DE85D8D-E4DC-45EB-9BC9-67B1912CA599}" type="presOf" srcId="{BC2700F6-1CFE-47F4-B750-58798A9CB713}" destId="{E1861590-D782-4F2C-A48D-CD7B36553041}" srcOrd="0" destOrd="0" presId="urn:microsoft.com/office/officeart/2005/8/layout/orgChart1"/>
    <dgm:cxn modelId="{2825578E-36DF-4690-AC65-41EBE8CDEBDC}" type="presOf" srcId="{B584F244-36DD-4A74-963E-FD07C8DA69F8}" destId="{AE7E8CDB-3182-4F7D-B0D1-BE0B8668BF24}" srcOrd="0" destOrd="0" presId="urn:microsoft.com/office/officeart/2005/8/layout/orgChart1"/>
    <dgm:cxn modelId="{02CE8D8E-E5C8-496B-98D2-6E8E867ECC46}" srcId="{5BFFD63B-5511-492C-9222-0156EFC4526B}" destId="{1EC7473E-C38C-43F4-A078-4BF3B05DD0C5}" srcOrd="0" destOrd="0" parTransId="{EAF9F797-4D5F-4B10-AFEF-CA31E8649317}" sibTransId="{39576AED-5FE2-48F6-9A6D-F66F2094B208}"/>
    <dgm:cxn modelId="{948C968F-EE18-4C14-9A64-8D3E07D4DEB8}" type="presOf" srcId="{C84EA265-0F05-4D7F-B7ED-7308C7727181}" destId="{8185C1B7-C97A-43E7-8DA2-B5346012AA14}" srcOrd="0" destOrd="0" presId="urn:microsoft.com/office/officeart/2005/8/layout/orgChart1"/>
    <dgm:cxn modelId="{A1240293-C5B0-44EA-B69A-265D0C5B694F}" srcId="{5CFF8C42-A05F-454E-A08C-32B519839B41}" destId="{432886F5-A157-45AC-8D65-EA0D56935738}" srcOrd="1" destOrd="0" parTransId="{643374B0-BFB1-49F9-A472-7FF183BD9385}" sibTransId="{BF777341-B9EA-48D3-BAB4-85512D2E554F}"/>
    <dgm:cxn modelId="{E38A0993-B731-4A35-B10A-EFF33C9C8126}" srcId="{3C14636E-9810-4E0D-BD6B-FE319F34EF67}" destId="{866FB6D3-E3D2-4BFF-9149-2EB50EF89DEC}" srcOrd="0" destOrd="0" parTransId="{F6525585-7AA5-4CE8-A8D9-2099BE61C555}" sibTransId="{A4959B79-2BBB-4D10-BF09-67341458E010}"/>
    <dgm:cxn modelId="{85744F93-C52D-4A53-AD65-F3EA7A507D05}" type="presOf" srcId="{CD068D29-924E-4D3E-B939-72B94EF3DF14}" destId="{47845334-8CF7-4B92-AC9D-B1018AA497BD}" srcOrd="0" destOrd="0" presId="urn:microsoft.com/office/officeart/2005/8/layout/orgChart1"/>
    <dgm:cxn modelId="{9AD77593-8B90-4FF3-B2CA-6CE5BE6A9E9D}" srcId="{D31A0BED-D533-4185-83D9-1F59F025D527}" destId="{7A2B9F21-00C0-4806-ABDD-E77D627B319F}" srcOrd="0" destOrd="0" parTransId="{ADAC2B3A-C26F-44DD-A130-5E9FB1D50FEC}" sibTransId="{496EE524-1B63-4977-A5FC-955EFDACF120}"/>
    <dgm:cxn modelId="{5EEC0694-D914-4A77-ADF8-B921C25A6902}" type="presOf" srcId="{5CFF8C42-A05F-454E-A08C-32B519839B41}" destId="{0A6042C5-B308-416A-8918-53173A1200FB}" srcOrd="0" destOrd="0" presId="urn:microsoft.com/office/officeart/2005/8/layout/orgChart1"/>
    <dgm:cxn modelId="{AEC67096-20FC-480D-97F0-F2F564BD9E8A}" srcId="{780E2C17-7959-4BE4-B5B9-2AF6E7CE28C3}" destId="{22AAB52A-F50E-450E-A45B-AA76C6E60155}" srcOrd="1" destOrd="0" parTransId="{111B3508-DF67-4D45-82A6-7B60B4D41864}" sibTransId="{773A98D1-1721-4740-BBBC-EE4ECE532058}"/>
    <dgm:cxn modelId="{8D459B97-3AFD-4148-ACDC-5C628697C8CD}" type="presOf" srcId="{772E7B0D-B69B-4E81-A85E-0A2BF0158C06}" destId="{03D90786-AE6E-4D20-BA37-7BB32E0DE43B}" srcOrd="0" destOrd="0" presId="urn:microsoft.com/office/officeart/2005/8/layout/orgChart1"/>
    <dgm:cxn modelId="{FBF7BA9A-0929-4506-96D6-E9397C28DA9C}" type="presOf" srcId="{737D12E9-8A02-48FD-981F-55FEDEEB992B}" destId="{617F114F-1568-4963-BE3B-E5BBF377486C}" srcOrd="0" destOrd="0" presId="urn:microsoft.com/office/officeart/2005/8/layout/orgChart1"/>
    <dgm:cxn modelId="{0E58869B-A7EC-4772-93E9-EB0B29EF4D27}" type="presOf" srcId="{5AD51844-7667-449C-B04B-2A3775799BFF}" destId="{F76DCC48-5560-4BD5-AD58-0C6CED22E5B3}" srcOrd="1" destOrd="0" presId="urn:microsoft.com/office/officeart/2005/8/layout/orgChart1"/>
    <dgm:cxn modelId="{E5DF4A9C-F24F-458E-8C3E-DAAE20D47C78}" type="presOf" srcId="{2E77449D-1CB2-4D93-99AE-EA715A1647FA}" destId="{A5F66F29-CCF5-43A2-BCEE-38535C58B947}" srcOrd="1" destOrd="0" presId="urn:microsoft.com/office/officeart/2005/8/layout/orgChart1"/>
    <dgm:cxn modelId="{845FE99E-0533-4733-BCC5-9DA5CCD384CA}" srcId="{2659DFA5-A106-4A7E-8B49-DA98EAD7B296}" destId="{3C14636E-9810-4E0D-BD6B-FE319F34EF67}" srcOrd="1" destOrd="0" parTransId="{F2B2215B-D9EB-4DE3-9021-D0324CF0D628}" sibTransId="{5FBEBCF2-51A5-4A20-83E0-882BF63E2BF3}"/>
    <dgm:cxn modelId="{544C879F-65F0-46A5-B7C0-8D1A458F62F9}" srcId="{780E2C17-7959-4BE4-B5B9-2AF6E7CE28C3}" destId="{82515DFC-9938-4C9D-833B-D7B6FE74F3D6}" srcOrd="0" destOrd="0" parTransId="{81AD3CE4-69FA-4B9E-BB3B-4FF1EB31E2BF}" sibTransId="{3ABDE96B-50C5-4FE4-A81A-4FB2FAAAAFA5}"/>
    <dgm:cxn modelId="{359DCD9F-67A1-46BD-B681-6DC1123E7D88}" type="presOf" srcId="{5AD51844-7667-449C-B04B-2A3775799BFF}" destId="{143639B3-181C-491B-A515-4BAB93604BCB}" srcOrd="0" destOrd="0" presId="urn:microsoft.com/office/officeart/2005/8/layout/orgChart1"/>
    <dgm:cxn modelId="{F950A8A0-3763-46C5-BB87-18ABCE8E70C7}" type="presOf" srcId="{8423AC5B-65BB-44BA-85C8-B8F2C1D799F9}" destId="{63AB99B0-52A9-4FD4-95B2-D1CDAD6E4D6C}" srcOrd="0" destOrd="0" presId="urn:microsoft.com/office/officeart/2005/8/layout/orgChart1"/>
    <dgm:cxn modelId="{0EC132A1-BEF5-4439-9167-BE7264AA5E26}" type="presOf" srcId="{750122CD-56F8-417B-81A8-16EE443ABF6F}" destId="{262B5459-5D73-4D3D-91C4-9AD101FA5E57}" srcOrd="0" destOrd="0" presId="urn:microsoft.com/office/officeart/2005/8/layout/orgChart1"/>
    <dgm:cxn modelId="{C26016A3-C633-425D-9EF3-F17446741571}" type="presOf" srcId="{5E2D65E9-1EBD-41B7-B78F-CC6A8CC9DD70}" destId="{A40E78A6-D310-4E10-B77F-9DA885A5AA0A}" srcOrd="1" destOrd="0" presId="urn:microsoft.com/office/officeart/2005/8/layout/orgChart1"/>
    <dgm:cxn modelId="{D68E4CA5-2615-45AA-BC48-8892261A331E}" srcId="{5AD51844-7667-449C-B04B-2A3775799BFF}" destId="{CDA72991-8516-4F67-9D7F-C6CEFB219E63}" srcOrd="0" destOrd="0" parTransId="{D5FFA1D8-50D6-4A82-87E7-058D5B4962E6}" sibTransId="{977A6F70-64D1-479E-B160-4BA6F04720C2}"/>
    <dgm:cxn modelId="{325E76A5-E1F9-4D72-A90B-830646E01DEE}" type="presOf" srcId="{A9A42850-CFF7-45C8-BAEA-1FD1E810A396}" destId="{17C6E247-F0F2-408B-9D0B-CB704677DD1F}" srcOrd="0" destOrd="0" presId="urn:microsoft.com/office/officeart/2005/8/layout/orgChart1"/>
    <dgm:cxn modelId="{A6C718A7-92A2-4938-A0A6-36D7504CB4B3}" type="presOf" srcId="{56EC7F34-D759-4DEA-A55C-213BEA3062E9}" destId="{9741FEE4-14A4-4A06-B5DD-531F978D50EA}" srcOrd="1" destOrd="0" presId="urn:microsoft.com/office/officeart/2005/8/layout/orgChart1"/>
    <dgm:cxn modelId="{183473A7-7D8E-48AA-9920-5B7105D2D331}" type="presOf" srcId="{10F5EF5C-5AB8-4FD6-B414-A209FCC1D3A7}" destId="{1D51532B-12DB-46BA-BB30-F962FCC102BE}" srcOrd="0" destOrd="0" presId="urn:microsoft.com/office/officeart/2005/8/layout/orgChart1"/>
    <dgm:cxn modelId="{FA6579A7-844D-4B81-B7BC-4930794B5C1F}" type="presOf" srcId="{FBE7BC70-7AA3-4547-BDCA-DAEF5CF4CA19}" destId="{98FDD4AD-51A5-4D3F-AC66-6E29DD522EEE}" srcOrd="1" destOrd="0" presId="urn:microsoft.com/office/officeart/2005/8/layout/orgChart1"/>
    <dgm:cxn modelId="{4A4426A8-2F36-4935-9726-DFCE8F41E836}" srcId="{22AAB52A-F50E-450E-A45B-AA76C6E60155}" destId="{78C4697E-42E3-4CD6-8626-1B95ABCFBAEE}" srcOrd="2" destOrd="0" parTransId="{8A2823D3-0319-40D7-99A2-677B9C1E7C97}" sibTransId="{E49278E8-4C74-4CB2-80A2-3456757BC598}"/>
    <dgm:cxn modelId="{A362A9A8-133C-4FE0-87C1-1AA229779C7A}" type="presOf" srcId="{FD7AA57F-CF0E-42DE-A55F-2EC78B30B05B}" destId="{DBB6250D-A994-4B68-83F5-3A299E01BCF0}" srcOrd="0" destOrd="0" presId="urn:microsoft.com/office/officeart/2005/8/layout/orgChart1"/>
    <dgm:cxn modelId="{A96FBBA8-7BC0-4BD3-9FE4-BFDB9FEDB5A4}" type="presOf" srcId="{432886F5-A157-45AC-8D65-EA0D56935738}" destId="{007E1A35-724E-44B4-B8C9-0F0AC5665F35}" srcOrd="1" destOrd="0" presId="urn:microsoft.com/office/officeart/2005/8/layout/orgChart1"/>
    <dgm:cxn modelId="{94FA22AA-71C9-42F1-9178-13FB39A4B399}" type="presOf" srcId="{52B62305-33C1-4887-BCA7-8E979CF91728}" destId="{989BEA1E-6B8D-4DBC-8C5B-37EE70BF0159}" srcOrd="0" destOrd="0" presId="urn:microsoft.com/office/officeart/2005/8/layout/orgChart1"/>
    <dgm:cxn modelId="{451719AB-7A57-4286-9A80-A60FF80916C2}" type="presOf" srcId="{860B66A7-0190-41DE-9C7C-DA69A51C52A9}" destId="{E7E9D74B-469F-46AC-8DB8-633FFA63A770}" srcOrd="0" destOrd="0" presId="urn:microsoft.com/office/officeart/2005/8/layout/orgChart1"/>
    <dgm:cxn modelId="{0BBC65AC-814D-475B-AB9E-6C3785B9F8BC}" type="presOf" srcId="{866FB6D3-E3D2-4BFF-9149-2EB50EF89DEC}" destId="{16159F22-8073-4582-B1D2-28A3A11958E0}" srcOrd="0" destOrd="0" presId="urn:microsoft.com/office/officeart/2005/8/layout/orgChart1"/>
    <dgm:cxn modelId="{1D22AAAC-4B45-48C9-84FC-690C449BA89D}" srcId="{780E2C17-7959-4BE4-B5B9-2AF6E7CE28C3}" destId="{5BFFD63B-5511-492C-9222-0156EFC4526B}" srcOrd="3" destOrd="0" parTransId="{937CFD05-A419-45AA-A7A7-87FA7D9DF5E4}" sibTransId="{D2D278E8-783F-4750-A634-8BB5EBBA1118}"/>
    <dgm:cxn modelId="{F84A2DAD-A341-47A5-A933-355A9F91B858}" type="presOf" srcId="{F37F315E-6AEA-4EED-A0CA-0BD8469A4947}" destId="{123FEFF2-9BA9-44D1-8678-47A7433DC59E}" srcOrd="1" destOrd="0" presId="urn:microsoft.com/office/officeart/2005/8/layout/orgChart1"/>
    <dgm:cxn modelId="{59A291B3-B751-4DB1-B743-4001DE73F01C}" srcId="{432886F5-A157-45AC-8D65-EA0D56935738}" destId="{2659DFA5-A106-4A7E-8B49-DA98EAD7B296}" srcOrd="1" destOrd="0" parTransId="{CD068D29-924E-4D3E-B939-72B94EF3DF14}" sibTransId="{DAF67F12-D54A-4ACD-9080-9D952BD7196C}"/>
    <dgm:cxn modelId="{8E3F17B4-7549-4018-A69F-1C6BCD1662C9}" srcId="{22AAB52A-F50E-450E-A45B-AA76C6E60155}" destId="{851C9D6E-AC63-4942-A4BE-E6721A22670E}" srcOrd="3" destOrd="0" parTransId="{93FA9CFA-3713-4C93-B0FB-EB826ABE93C4}" sibTransId="{E67CB3FC-871F-48D3-8F22-E65AC355491E}"/>
    <dgm:cxn modelId="{9DE396B4-3663-4EB0-BC77-41DA68116E8E}" srcId="{5BFFD63B-5511-492C-9222-0156EFC4526B}" destId="{D207AA23-E1E9-4664-8694-657CBE7F5113}" srcOrd="2" destOrd="0" parTransId="{2B811217-D6E1-4007-B8B1-74F71399FCBC}" sibTransId="{FD6F05A3-C7FA-425C-9D87-0A61C97921D3}"/>
    <dgm:cxn modelId="{F5DC0EB9-7F69-4F45-BECF-FEAE43ADDD6E}" srcId="{5BFFD63B-5511-492C-9222-0156EFC4526B}" destId="{DA31883E-BFA3-4E40-A60B-18EF47AFBB66}" srcOrd="3" destOrd="0" parTransId="{750122CD-56F8-417B-81A8-16EE443ABF6F}" sibTransId="{34A415E1-0896-4135-A2A3-7034DCDB7A92}"/>
    <dgm:cxn modelId="{C176E9BA-4AB7-44FD-8510-35F4FA282049}" srcId="{9806DEA8-F325-4BC2-BE52-585E2948CFB3}" destId="{5CFF8C42-A05F-454E-A08C-32B519839B41}" srcOrd="0" destOrd="0" parTransId="{B3222D04-4965-435E-93B6-B1269A0CBD77}" sibTransId="{38E6B861-88BE-4EE5-B057-C29776E1D83A}"/>
    <dgm:cxn modelId="{A81AD5BD-95E1-48DF-9ECC-CF6C558995AA}" type="presOf" srcId="{8423AC5B-65BB-44BA-85C8-B8F2C1D799F9}" destId="{1F827E1E-DE28-4629-93A9-7862FAB5F676}" srcOrd="1" destOrd="0" presId="urn:microsoft.com/office/officeart/2005/8/layout/orgChart1"/>
    <dgm:cxn modelId="{D0C88CBE-9FC9-4800-81E7-F7F4D3FFCCE4}" type="presOf" srcId="{643374B0-BFB1-49F9-A472-7FF183BD9385}" destId="{A6F99F43-8134-4948-8885-685DEB7B3547}" srcOrd="0" destOrd="0" presId="urn:microsoft.com/office/officeart/2005/8/layout/orgChart1"/>
    <dgm:cxn modelId="{3042DEC0-E196-4501-99C1-B7F5ACD71680}" type="presOf" srcId="{F2B2215B-D9EB-4DE3-9021-D0324CF0D628}" destId="{C65F68FE-3CC3-422E-B2E0-B52D4DA116C9}" srcOrd="0" destOrd="0" presId="urn:microsoft.com/office/officeart/2005/8/layout/orgChart1"/>
    <dgm:cxn modelId="{055230C2-AB5D-40E3-B5DE-62F17BF4C8E3}" type="presOf" srcId="{EAF9F797-4D5F-4B10-AFEF-CA31E8649317}" destId="{C98178AB-D0B2-4695-B46C-3B1AF941F46D}" srcOrd="0" destOrd="0" presId="urn:microsoft.com/office/officeart/2005/8/layout/orgChart1"/>
    <dgm:cxn modelId="{E5EA43C2-879E-41FF-8B34-F36E6B7FF872}" srcId="{5BFFD63B-5511-492C-9222-0156EFC4526B}" destId="{6571645B-0BBE-4CD7-BA5A-7144F7D8C054}" srcOrd="1" destOrd="0" parTransId="{5776B918-55DA-4C8E-B26D-7AAC670C5996}" sibTransId="{E9BBE097-0F9A-4E77-B078-800EE8F7C4A5}"/>
    <dgm:cxn modelId="{1CB952C2-4AD1-4BC6-BAC1-C72B25F8EE72}" type="presOf" srcId="{81AD3CE4-69FA-4B9E-BB3B-4FF1EB31E2BF}" destId="{31CF9883-6932-443B-BE67-EA6070F735FC}" srcOrd="0" destOrd="0" presId="urn:microsoft.com/office/officeart/2005/8/layout/orgChart1"/>
    <dgm:cxn modelId="{2D699DC3-63AF-44DA-A503-71DEEEAEF4E7}" type="presOf" srcId="{BA17EC81-F365-430A-A2FD-ACF45104382C}" destId="{58E346C8-D5D5-42DA-968B-E52CEF52AE5B}" srcOrd="0" destOrd="0" presId="urn:microsoft.com/office/officeart/2005/8/layout/orgChart1"/>
    <dgm:cxn modelId="{DC0BF9C6-9370-4F97-815D-5520CBB8F7AF}" type="presOf" srcId="{1699D3DA-29B7-417B-98A4-5CC0FE236955}" destId="{FC66A192-41BF-4B05-9C2B-3184310FF5C6}" srcOrd="0" destOrd="0" presId="urn:microsoft.com/office/officeart/2005/8/layout/orgChart1"/>
    <dgm:cxn modelId="{8A4235C8-F9D4-48FA-8719-84873E0DECCD}" type="presOf" srcId="{DA31883E-BFA3-4E40-A60B-18EF47AFBB66}" destId="{6A4ED661-D248-47A4-B2DA-E297BE68BBC9}" srcOrd="1" destOrd="0" presId="urn:microsoft.com/office/officeart/2005/8/layout/orgChart1"/>
    <dgm:cxn modelId="{B98BFCCB-16DD-4158-AA12-600E4A5CA0D8}" type="presOf" srcId="{780E2C17-7959-4BE4-B5B9-2AF6E7CE28C3}" destId="{135EAC3A-6608-4492-BD60-2DF621A21568}" srcOrd="1" destOrd="0" presId="urn:microsoft.com/office/officeart/2005/8/layout/orgChart1"/>
    <dgm:cxn modelId="{17A1FDCC-3136-4A89-8A0E-D9605783F4CF}" type="presOf" srcId="{1EC7473E-C38C-43F4-A078-4BF3B05DD0C5}" destId="{71CFB7A4-87DA-4816-B7A4-500ED09ACC80}" srcOrd="0" destOrd="0" presId="urn:microsoft.com/office/officeart/2005/8/layout/orgChart1"/>
    <dgm:cxn modelId="{49F84BCF-56D4-4716-881A-8D03E4FD0021}" srcId="{22AAB52A-F50E-450E-A45B-AA76C6E60155}" destId="{1C76DC10-B192-4CB8-BDD4-43D705326175}" srcOrd="1" destOrd="0" parTransId="{9B6515FC-BAB6-49BD-B614-8D99B5FBDBDE}" sibTransId="{0F91D73B-DCE4-4F8F-9696-95E8CA55567C}"/>
    <dgm:cxn modelId="{C4012AD4-1BDF-48EF-8773-4E22E73F22EB}" type="presOf" srcId="{D5FFA1D8-50D6-4A82-87E7-058D5B4962E6}" destId="{ED858471-3416-48AF-94C0-257C660D6C30}" srcOrd="0" destOrd="0" presId="urn:microsoft.com/office/officeart/2005/8/layout/orgChart1"/>
    <dgm:cxn modelId="{DD8F74D4-8F31-4EB8-B890-02EEB36C7080}" type="presOf" srcId="{860B66A7-0190-41DE-9C7C-DA69A51C52A9}" destId="{C46480A1-84FB-4A38-B49F-9A0BCD966D31}" srcOrd="1" destOrd="0" presId="urn:microsoft.com/office/officeart/2005/8/layout/orgChart1"/>
    <dgm:cxn modelId="{62F298D4-BF70-46E1-80C1-6D2DC44BB0F3}" srcId="{3C14636E-9810-4E0D-BD6B-FE319F34EF67}" destId="{FBE7BC70-7AA3-4547-BDCA-DAEF5CF4CA19}" srcOrd="1" destOrd="0" parTransId="{F2ED1179-40EB-4266-87F3-3D80FC0286B5}" sibTransId="{274C7313-5947-4EBD-B4A2-042DB0E720CA}"/>
    <dgm:cxn modelId="{84B1A8D9-7CC5-4071-BC97-01B10CE583FB}" type="presOf" srcId="{7A2B9F21-00C0-4806-ABDD-E77D627B319F}" destId="{47C434A7-F9A7-40AE-8DA5-214C88492EE8}" srcOrd="1" destOrd="0" presId="urn:microsoft.com/office/officeart/2005/8/layout/orgChart1"/>
    <dgm:cxn modelId="{43ED88DD-C8FC-4A14-8CB1-643D1BB13DAA}" type="presOf" srcId="{F83ABAAA-CAEC-4965-816F-FC00F93EB5B5}" destId="{23DC8785-B06D-4D81-9ECA-DDB11B65F57E}" srcOrd="0" destOrd="0" presId="urn:microsoft.com/office/officeart/2005/8/layout/orgChart1"/>
    <dgm:cxn modelId="{492D1ADF-BF90-4148-BD34-9E56E18CA3B3}" type="presOf" srcId="{49CC0D11-157E-4CA1-88C9-B972475F71DE}" destId="{5E0D5D4D-071E-4093-95ED-362593C4E3C1}" srcOrd="0" destOrd="0" presId="urn:microsoft.com/office/officeart/2005/8/layout/orgChart1"/>
    <dgm:cxn modelId="{29662BE0-80B6-4425-B796-7D1A9D37E46C}" type="presOf" srcId="{432886F5-A157-45AC-8D65-EA0D56935738}" destId="{F13C9E0A-C300-47BC-91B3-4D35252F9E81}" srcOrd="0" destOrd="0" presId="urn:microsoft.com/office/officeart/2005/8/layout/orgChart1"/>
    <dgm:cxn modelId="{FB5D83E1-1C96-467A-BF42-36A92871987A}" type="presOf" srcId="{F6525585-7AA5-4CE8-A8D9-2099BE61C555}" destId="{EE9C80F3-7EB4-4EAE-840A-26172EDAD41C}" srcOrd="0" destOrd="0" presId="urn:microsoft.com/office/officeart/2005/8/layout/orgChart1"/>
    <dgm:cxn modelId="{811E4BE3-D924-4236-95FE-D3275E8F1634}" srcId="{737D12E9-8A02-48FD-981F-55FEDEEB992B}" destId="{D31A0BED-D533-4185-83D9-1F59F025D527}" srcOrd="1" destOrd="0" parTransId="{7D300048-D91B-45BD-85A3-9BE09DDAB495}" sibTransId="{AC745B1F-0995-471E-8837-D573C05968CF}"/>
    <dgm:cxn modelId="{2A09BAE3-7472-4C31-8EA3-F2A4FBC91D69}" type="presOf" srcId="{2512B4B8-6636-4906-9597-60AD45FC6AB8}" destId="{D3AEA247-2D24-4316-BC29-C9CE269EF544}" srcOrd="0" destOrd="0" presId="urn:microsoft.com/office/officeart/2005/8/layout/orgChart1"/>
    <dgm:cxn modelId="{71F27DE4-719B-4409-B943-B5CDA13BB03F}" type="presOf" srcId="{CDA72991-8516-4F67-9D7F-C6CEFB219E63}" destId="{30523AB1-C99C-444B-AA4F-1E73092027E9}" srcOrd="0" destOrd="0" presId="urn:microsoft.com/office/officeart/2005/8/layout/orgChart1"/>
    <dgm:cxn modelId="{12752EE7-4C9A-4006-B2AE-B5551DF3FF82}" srcId="{22AAB52A-F50E-450E-A45B-AA76C6E60155}" destId="{8423AC5B-65BB-44BA-85C8-B8F2C1D799F9}" srcOrd="0" destOrd="0" parTransId="{98E64B81-CF24-49AB-A88A-228C9A8CA780}" sibTransId="{37318783-7077-401B-9007-0BCCE6BB03B7}"/>
    <dgm:cxn modelId="{811EE0E9-D94F-4488-82E9-1BABE850DB05}" type="presOf" srcId="{2659DFA5-A106-4A7E-8B49-DA98EAD7B296}" destId="{A100094E-083B-4086-BEFF-1EC7711664C5}" srcOrd="0" destOrd="0" presId="urn:microsoft.com/office/officeart/2005/8/layout/orgChart1"/>
    <dgm:cxn modelId="{E5FE1FEA-A103-4474-BED1-25D86178E762}" srcId="{2659DFA5-A106-4A7E-8B49-DA98EAD7B296}" destId="{49CC0D11-157E-4CA1-88C9-B972475F71DE}" srcOrd="0" destOrd="0" parTransId="{772E7B0D-B69B-4E81-A85E-0A2BF0158C06}" sibTransId="{6215A419-3148-494A-8968-F97DFEEC4175}"/>
    <dgm:cxn modelId="{0536D5ED-832D-4C7B-A687-7179351D7586}" type="presOf" srcId="{DA31883E-BFA3-4E40-A60B-18EF47AFBB66}" destId="{B0F39982-E304-45AF-8EF7-38288AD49A0D}" srcOrd="0" destOrd="0" presId="urn:microsoft.com/office/officeart/2005/8/layout/orgChart1"/>
    <dgm:cxn modelId="{014807EE-02E2-48EF-B152-960B24E2A681}" type="presOf" srcId="{4BAE13AE-39F3-416E-8744-CFDB4B732C07}" destId="{9403F216-2E13-4D0E-80E9-D493615283DE}" srcOrd="1" destOrd="0" presId="urn:microsoft.com/office/officeart/2005/8/layout/orgChart1"/>
    <dgm:cxn modelId="{4672DFF2-AE74-4B2E-99C4-ABAE4278D7E6}" type="presOf" srcId="{4DDDC414-06E2-4C82-9399-53369491B886}" destId="{50FC6AFC-9FB3-43F0-963F-DCEC2BD04B5A}" srcOrd="0" destOrd="0" presId="urn:microsoft.com/office/officeart/2005/8/layout/orgChart1"/>
    <dgm:cxn modelId="{BCDDA5F3-7702-4C18-B342-4E5E441252BA}" type="presOf" srcId="{7A2B9F21-00C0-4806-ABDD-E77D627B319F}" destId="{81F65026-AB1B-43FF-8C3C-10A484F69584}" srcOrd="0" destOrd="0" presId="urn:microsoft.com/office/officeart/2005/8/layout/orgChart1"/>
    <dgm:cxn modelId="{8B66B5F4-D75B-4124-A9DB-37CFCDD81568}" type="presOf" srcId="{1C76DC10-B192-4CB8-BDD4-43D705326175}" destId="{152DB30B-0997-48AC-8E02-B305E6A174EA}" srcOrd="0" destOrd="0" presId="urn:microsoft.com/office/officeart/2005/8/layout/orgChart1"/>
    <dgm:cxn modelId="{EA0965F7-7E05-4590-9B2C-9F4D19302BD3}" type="presOf" srcId="{BA17EC81-F365-430A-A2FD-ACF45104382C}" destId="{79A3CF2E-375A-49CC-A0C5-9B1D542B018C}" srcOrd="1" destOrd="0" presId="urn:microsoft.com/office/officeart/2005/8/layout/orgChart1"/>
    <dgm:cxn modelId="{2D68B1F8-32A3-4984-8CAF-F7A18E07F74D}" type="presOf" srcId="{D31A0BED-D533-4185-83D9-1F59F025D527}" destId="{213E876B-9984-499D-9A4A-32E44D15ED56}" srcOrd="0" destOrd="0" presId="urn:microsoft.com/office/officeart/2005/8/layout/orgChart1"/>
    <dgm:cxn modelId="{5EFAD8F8-8346-47DA-A5A1-A536F0947B9B}" type="presOf" srcId="{7C03C6F3-BDBB-49FE-B6DE-E09B03D04BAB}" destId="{8C34D6E0-9E66-4D8C-B24F-7A1B13AF77E0}" srcOrd="0" destOrd="0" presId="urn:microsoft.com/office/officeart/2005/8/layout/orgChart1"/>
    <dgm:cxn modelId="{453D5AFB-4C9F-476C-AE84-86CF31277681}" srcId="{5BFFD63B-5511-492C-9222-0156EFC4526B}" destId="{6A2D653D-8D1B-4D65-BE9B-17EF54CC359E}" srcOrd="4" destOrd="0" parTransId="{4DDDC414-06E2-4C82-9399-53369491B886}" sibTransId="{8815F182-6759-4891-A642-2BFD53B60EB6}"/>
    <dgm:cxn modelId="{8C1EE7FC-D0D9-49CF-94E3-0088AABDEC27}" type="presOf" srcId="{866FB6D3-E3D2-4BFF-9149-2EB50EF89DEC}" destId="{64FE6A40-7663-4B02-BE23-7A17F0E2DB33}" srcOrd="1" destOrd="0" presId="urn:microsoft.com/office/officeart/2005/8/layout/orgChart1"/>
    <dgm:cxn modelId="{29B45AFE-B038-4C11-9DDD-78EFFCF42D6D}" srcId="{3C14636E-9810-4E0D-BD6B-FE319F34EF67}" destId="{D11FBC6A-CE3D-43D0-AD90-FE077A952F0D}" srcOrd="2" destOrd="0" parTransId="{D541D777-FFB6-4983-BD99-FE7071732E5E}" sibTransId="{1C913766-B530-4E01-9AF2-0D5AE45C7914}"/>
    <dgm:cxn modelId="{C4D797FE-C1B5-4D42-9A71-00DF39868BE5}" type="presOf" srcId="{8A2823D3-0319-40D7-99A2-677B9C1E7C97}" destId="{8A4D6337-DC10-4A2A-B856-314A41E612E8}" srcOrd="0" destOrd="0" presId="urn:microsoft.com/office/officeart/2005/8/layout/orgChart1"/>
    <dgm:cxn modelId="{5B14E1FE-2E12-46D4-B4BF-751F87FBA690}" type="presOf" srcId="{82515DFC-9938-4C9D-833B-D7B6FE74F3D6}" destId="{B36F738C-DABB-499F-A586-6245E56F73A4}" srcOrd="0" destOrd="0" presId="urn:microsoft.com/office/officeart/2005/8/layout/orgChart1"/>
    <dgm:cxn modelId="{D2D61DFF-6D40-45B7-9CDB-46B2CAA10710}" type="presOf" srcId="{5BFFD63B-5511-492C-9222-0156EFC4526B}" destId="{5CC39CA2-13D2-4B46-934E-C03FE919297A}" srcOrd="1" destOrd="0" presId="urn:microsoft.com/office/officeart/2005/8/layout/orgChart1"/>
    <dgm:cxn modelId="{8947527D-7E79-4CA4-9424-1C78AE92C627}" type="presParOf" srcId="{FC0D5DA3-7F08-40C9-A39B-512D9ACDB8BB}" destId="{445DA5EE-73F8-4F4C-8369-1BA54A78A3D2}" srcOrd="0" destOrd="0" presId="urn:microsoft.com/office/officeart/2005/8/layout/orgChart1"/>
    <dgm:cxn modelId="{45B76893-53A8-499A-B78F-E69042729669}" type="presParOf" srcId="{445DA5EE-73F8-4F4C-8369-1BA54A78A3D2}" destId="{1F94A7F9-CE59-44BE-B68E-B7148BCE5685}" srcOrd="0" destOrd="0" presId="urn:microsoft.com/office/officeart/2005/8/layout/orgChart1"/>
    <dgm:cxn modelId="{82F91787-CE25-4D81-8B4F-80518E46C030}" type="presParOf" srcId="{1F94A7F9-CE59-44BE-B68E-B7148BCE5685}" destId="{0A6042C5-B308-416A-8918-53173A1200FB}" srcOrd="0" destOrd="0" presId="urn:microsoft.com/office/officeart/2005/8/layout/orgChart1"/>
    <dgm:cxn modelId="{6EEF2DE9-16F4-45D5-9558-A2F32C3BE55A}" type="presParOf" srcId="{1F94A7F9-CE59-44BE-B68E-B7148BCE5685}" destId="{DAC084F4-D6BC-4577-85B6-4192C23B5F16}" srcOrd="1" destOrd="0" presId="urn:microsoft.com/office/officeart/2005/8/layout/orgChart1"/>
    <dgm:cxn modelId="{2736FB68-6757-47D4-8494-D295946FFC47}" type="presParOf" srcId="{445DA5EE-73F8-4F4C-8369-1BA54A78A3D2}" destId="{AA7F212E-EBF2-42E1-B61E-E1F551051AAA}" srcOrd="1" destOrd="0" presId="urn:microsoft.com/office/officeart/2005/8/layout/orgChart1"/>
    <dgm:cxn modelId="{BFB5093D-0CFB-4FD1-B685-1F31ECB01A0D}" type="presParOf" srcId="{AA7F212E-EBF2-42E1-B61E-E1F551051AAA}" destId="{D3AEA247-2D24-4316-BC29-C9CE269EF544}" srcOrd="0" destOrd="0" presId="urn:microsoft.com/office/officeart/2005/8/layout/orgChart1"/>
    <dgm:cxn modelId="{AF1CC9DE-ABCB-4DEF-8B84-31EEB12AABFB}" type="presParOf" srcId="{AA7F212E-EBF2-42E1-B61E-E1F551051AAA}" destId="{B0F69A37-CF75-401B-87DF-141C2A0D14D2}" srcOrd="1" destOrd="0" presId="urn:microsoft.com/office/officeart/2005/8/layout/orgChart1"/>
    <dgm:cxn modelId="{0D54B53A-8498-464E-8B87-E7D69DB15672}" type="presParOf" srcId="{B0F69A37-CF75-401B-87DF-141C2A0D14D2}" destId="{DE2C5E30-73DC-407C-92F7-25870607226E}" srcOrd="0" destOrd="0" presId="urn:microsoft.com/office/officeart/2005/8/layout/orgChart1"/>
    <dgm:cxn modelId="{14BE9F59-9663-46DD-8BB7-8E911C2C4B72}" type="presParOf" srcId="{DE2C5E30-73DC-407C-92F7-25870607226E}" destId="{9C228AD5-00DB-40A8-BF33-C7E8A479CA04}" srcOrd="0" destOrd="0" presId="urn:microsoft.com/office/officeart/2005/8/layout/orgChart1"/>
    <dgm:cxn modelId="{5C08ED2C-E5CD-469E-8796-EA0E4BDE58A8}" type="presParOf" srcId="{DE2C5E30-73DC-407C-92F7-25870607226E}" destId="{135EAC3A-6608-4492-BD60-2DF621A21568}" srcOrd="1" destOrd="0" presId="urn:microsoft.com/office/officeart/2005/8/layout/orgChart1"/>
    <dgm:cxn modelId="{5D926C17-C79F-4F6D-ACA9-08845B304229}" type="presParOf" srcId="{B0F69A37-CF75-401B-87DF-141C2A0D14D2}" destId="{A43618CA-B904-4B14-9BF0-54141D3F955E}" srcOrd="1" destOrd="0" presId="urn:microsoft.com/office/officeart/2005/8/layout/orgChart1"/>
    <dgm:cxn modelId="{267F8C42-073F-49C5-A803-3311AE861F40}" type="presParOf" srcId="{A43618CA-B904-4B14-9BF0-54141D3F955E}" destId="{31CF9883-6932-443B-BE67-EA6070F735FC}" srcOrd="0" destOrd="0" presId="urn:microsoft.com/office/officeart/2005/8/layout/orgChart1"/>
    <dgm:cxn modelId="{DDBF853C-32D7-446F-8500-940B84910558}" type="presParOf" srcId="{A43618CA-B904-4B14-9BF0-54141D3F955E}" destId="{13ADB56E-8FDF-491C-8B29-1722087AD486}" srcOrd="1" destOrd="0" presId="urn:microsoft.com/office/officeart/2005/8/layout/orgChart1"/>
    <dgm:cxn modelId="{2B823F1A-E6D3-4F36-9DF7-1B92635E6A2E}" type="presParOf" srcId="{13ADB56E-8FDF-491C-8B29-1722087AD486}" destId="{0985C86D-1B69-41D2-8B15-597C53B6120C}" srcOrd="0" destOrd="0" presId="urn:microsoft.com/office/officeart/2005/8/layout/orgChart1"/>
    <dgm:cxn modelId="{B25D7075-3DAC-4BF3-ABF4-E2F612033CEC}" type="presParOf" srcId="{0985C86D-1B69-41D2-8B15-597C53B6120C}" destId="{B36F738C-DABB-499F-A586-6245E56F73A4}" srcOrd="0" destOrd="0" presId="urn:microsoft.com/office/officeart/2005/8/layout/orgChart1"/>
    <dgm:cxn modelId="{E4890874-0FF8-4B96-8DD4-6EF6D4B2B36E}" type="presParOf" srcId="{0985C86D-1B69-41D2-8B15-597C53B6120C}" destId="{14012CE9-2525-49DB-825E-72030D160490}" srcOrd="1" destOrd="0" presId="urn:microsoft.com/office/officeart/2005/8/layout/orgChart1"/>
    <dgm:cxn modelId="{30130AF5-2628-448F-9724-CC093E19A8C3}" type="presParOf" srcId="{13ADB56E-8FDF-491C-8B29-1722087AD486}" destId="{342643D6-E3A6-4A57-B9DD-0781D8759EFC}" srcOrd="1" destOrd="0" presId="urn:microsoft.com/office/officeart/2005/8/layout/orgChart1"/>
    <dgm:cxn modelId="{448AA621-C810-41F7-8C64-3763B3F9F9D3}" type="presParOf" srcId="{13ADB56E-8FDF-491C-8B29-1722087AD486}" destId="{0DD17146-0F29-4885-9376-8A5705D23D4E}" srcOrd="2" destOrd="0" presId="urn:microsoft.com/office/officeart/2005/8/layout/orgChart1"/>
    <dgm:cxn modelId="{42213F6E-29B9-4D29-AD81-750FBA5DD1E6}" type="presParOf" srcId="{A43618CA-B904-4B14-9BF0-54141D3F955E}" destId="{7B5206AE-36DB-43EE-84F3-AFB823AA6253}" srcOrd="2" destOrd="0" presId="urn:microsoft.com/office/officeart/2005/8/layout/orgChart1"/>
    <dgm:cxn modelId="{4DCDBDDF-CCAE-4812-B468-35A3EC79482C}" type="presParOf" srcId="{A43618CA-B904-4B14-9BF0-54141D3F955E}" destId="{EA46275C-D34E-4970-A919-7FB5FB0D832D}" srcOrd="3" destOrd="0" presId="urn:microsoft.com/office/officeart/2005/8/layout/orgChart1"/>
    <dgm:cxn modelId="{BC59CACC-5A8A-4A1F-83D2-7B691BCB0ABC}" type="presParOf" srcId="{EA46275C-D34E-4970-A919-7FB5FB0D832D}" destId="{33111035-7874-44A3-98C1-D4AC0AF8792D}" srcOrd="0" destOrd="0" presId="urn:microsoft.com/office/officeart/2005/8/layout/orgChart1"/>
    <dgm:cxn modelId="{A031A8C0-D28A-4685-A6AE-ABC3381DAF67}" type="presParOf" srcId="{33111035-7874-44A3-98C1-D4AC0AF8792D}" destId="{BE33DF6D-96DD-447A-A304-E5B66ED4DEA0}" srcOrd="0" destOrd="0" presId="urn:microsoft.com/office/officeart/2005/8/layout/orgChart1"/>
    <dgm:cxn modelId="{17A60465-2F1F-43EF-8FB2-691D98E47179}" type="presParOf" srcId="{33111035-7874-44A3-98C1-D4AC0AF8792D}" destId="{609F4C0D-78CC-42E2-8EC6-ACCF5277829F}" srcOrd="1" destOrd="0" presId="urn:microsoft.com/office/officeart/2005/8/layout/orgChart1"/>
    <dgm:cxn modelId="{3A11D9E3-54AF-4440-8BB2-07AD9497171E}" type="presParOf" srcId="{EA46275C-D34E-4970-A919-7FB5FB0D832D}" destId="{21DB5F9D-117E-4396-A921-BD0D18829365}" srcOrd="1" destOrd="0" presId="urn:microsoft.com/office/officeart/2005/8/layout/orgChart1"/>
    <dgm:cxn modelId="{4357077C-E074-4C58-ADC5-64499CC2E9B0}" type="presParOf" srcId="{21DB5F9D-117E-4396-A921-BD0D18829365}" destId="{27333CFF-6E7D-4480-9D2E-94A4A14EE4E1}" srcOrd="0" destOrd="0" presId="urn:microsoft.com/office/officeart/2005/8/layout/orgChart1"/>
    <dgm:cxn modelId="{DD1EE926-A657-44A1-B1DD-1DF1A0DD2119}" type="presParOf" srcId="{21DB5F9D-117E-4396-A921-BD0D18829365}" destId="{91965D30-99C4-47EB-964E-C2A7F6F1CDE7}" srcOrd="1" destOrd="0" presId="urn:microsoft.com/office/officeart/2005/8/layout/orgChart1"/>
    <dgm:cxn modelId="{6B178244-5F31-4B90-A98E-008F7BBF5474}" type="presParOf" srcId="{91965D30-99C4-47EB-964E-C2A7F6F1CDE7}" destId="{EFB01A80-46E4-4BD8-8088-D9D4E2FCD126}" srcOrd="0" destOrd="0" presId="urn:microsoft.com/office/officeart/2005/8/layout/orgChart1"/>
    <dgm:cxn modelId="{A2B3F9CD-F6B9-423D-85FE-246904F70EB2}" type="presParOf" srcId="{EFB01A80-46E4-4BD8-8088-D9D4E2FCD126}" destId="{63AB99B0-52A9-4FD4-95B2-D1CDAD6E4D6C}" srcOrd="0" destOrd="0" presId="urn:microsoft.com/office/officeart/2005/8/layout/orgChart1"/>
    <dgm:cxn modelId="{BD5B644B-DBA0-4E82-868F-9302C522B82A}" type="presParOf" srcId="{EFB01A80-46E4-4BD8-8088-D9D4E2FCD126}" destId="{1F827E1E-DE28-4629-93A9-7862FAB5F676}" srcOrd="1" destOrd="0" presId="urn:microsoft.com/office/officeart/2005/8/layout/orgChart1"/>
    <dgm:cxn modelId="{A9173A19-BB2F-446F-8937-2B82EB7B8549}" type="presParOf" srcId="{91965D30-99C4-47EB-964E-C2A7F6F1CDE7}" destId="{BCDC7EB6-07A3-4F0D-B150-75C1404AAABB}" srcOrd="1" destOrd="0" presId="urn:microsoft.com/office/officeart/2005/8/layout/orgChart1"/>
    <dgm:cxn modelId="{62E4E3B8-210B-4D11-BE2E-768FD8B8AE77}" type="presParOf" srcId="{91965D30-99C4-47EB-964E-C2A7F6F1CDE7}" destId="{9827145C-FEEA-4ECA-8507-28613AB5980D}" srcOrd="2" destOrd="0" presId="urn:microsoft.com/office/officeart/2005/8/layout/orgChart1"/>
    <dgm:cxn modelId="{5E7849A9-6AE8-499F-9BB7-39FE75E0936E}" type="presParOf" srcId="{21DB5F9D-117E-4396-A921-BD0D18829365}" destId="{DAD855C7-600A-499D-B0A8-DE9BCE52E531}" srcOrd="2" destOrd="0" presId="urn:microsoft.com/office/officeart/2005/8/layout/orgChart1"/>
    <dgm:cxn modelId="{5F7DA0BE-434E-4FC9-AAAE-44360A9080E5}" type="presParOf" srcId="{21DB5F9D-117E-4396-A921-BD0D18829365}" destId="{4277993E-643A-44B6-B628-E62FD901BBEE}" srcOrd="3" destOrd="0" presId="urn:microsoft.com/office/officeart/2005/8/layout/orgChart1"/>
    <dgm:cxn modelId="{4D8908DE-8E00-450B-9AB4-DCC9D89F6F53}" type="presParOf" srcId="{4277993E-643A-44B6-B628-E62FD901BBEE}" destId="{B4204682-EBBF-423A-A8C4-DCC9725E2DEE}" srcOrd="0" destOrd="0" presId="urn:microsoft.com/office/officeart/2005/8/layout/orgChart1"/>
    <dgm:cxn modelId="{6E883D9A-4C49-48EC-BE69-3D0663FBC56D}" type="presParOf" srcId="{B4204682-EBBF-423A-A8C4-DCC9725E2DEE}" destId="{152DB30B-0997-48AC-8E02-B305E6A174EA}" srcOrd="0" destOrd="0" presId="urn:microsoft.com/office/officeart/2005/8/layout/orgChart1"/>
    <dgm:cxn modelId="{15729CCB-ADD7-463F-86B6-E6B4C1910B05}" type="presParOf" srcId="{B4204682-EBBF-423A-A8C4-DCC9725E2DEE}" destId="{E2521828-141C-4DD9-A0FF-550F879D8B65}" srcOrd="1" destOrd="0" presId="urn:microsoft.com/office/officeart/2005/8/layout/orgChart1"/>
    <dgm:cxn modelId="{DBAF79DA-1807-43CE-8130-04C4FBE06D85}" type="presParOf" srcId="{4277993E-643A-44B6-B628-E62FD901BBEE}" destId="{0E1C6699-2AE5-46DA-8767-F16B8DF94467}" srcOrd="1" destOrd="0" presId="urn:microsoft.com/office/officeart/2005/8/layout/orgChart1"/>
    <dgm:cxn modelId="{F4EDD165-A856-4C53-8BBB-65E359D91B1C}" type="presParOf" srcId="{4277993E-643A-44B6-B628-E62FD901BBEE}" destId="{D093C552-F2B3-4F1D-B77A-C18F5C8F8551}" srcOrd="2" destOrd="0" presId="urn:microsoft.com/office/officeart/2005/8/layout/orgChart1"/>
    <dgm:cxn modelId="{87EF1711-B510-4FB6-AA1D-B548923375F3}" type="presParOf" srcId="{21DB5F9D-117E-4396-A921-BD0D18829365}" destId="{8A4D6337-DC10-4A2A-B856-314A41E612E8}" srcOrd="4" destOrd="0" presId="urn:microsoft.com/office/officeart/2005/8/layout/orgChart1"/>
    <dgm:cxn modelId="{642FD98E-BDD6-4043-AF26-783AD75D622A}" type="presParOf" srcId="{21DB5F9D-117E-4396-A921-BD0D18829365}" destId="{BAACD408-B096-4219-B995-CBE13FEF9E0C}" srcOrd="5" destOrd="0" presId="urn:microsoft.com/office/officeart/2005/8/layout/orgChart1"/>
    <dgm:cxn modelId="{296822AC-67ED-49E0-B360-817806F39821}" type="presParOf" srcId="{BAACD408-B096-4219-B995-CBE13FEF9E0C}" destId="{7C76DD35-9C28-4088-8305-CB44319A8F6B}" srcOrd="0" destOrd="0" presId="urn:microsoft.com/office/officeart/2005/8/layout/orgChart1"/>
    <dgm:cxn modelId="{9A030999-BE0F-42DC-A70F-60E69AAA4332}" type="presParOf" srcId="{7C76DD35-9C28-4088-8305-CB44319A8F6B}" destId="{2A5F8A13-F793-4295-A576-C273F1E67E53}" srcOrd="0" destOrd="0" presId="urn:microsoft.com/office/officeart/2005/8/layout/orgChart1"/>
    <dgm:cxn modelId="{DD13BAF6-8DE6-45FB-8D03-B607FCC0F637}" type="presParOf" srcId="{7C76DD35-9C28-4088-8305-CB44319A8F6B}" destId="{DF2A5A38-E9AD-4E0D-8664-8243B6A76EE9}" srcOrd="1" destOrd="0" presId="urn:microsoft.com/office/officeart/2005/8/layout/orgChart1"/>
    <dgm:cxn modelId="{122A0684-8F95-4D4A-B602-877922F9CC73}" type="presParOf" srcId="{BAACD408-B096-4219-B995-CBE13FEF9E0C}" destId="{25DCDDB0-7223-429E-8111-32F0DC3DFAA9}" srcOrd="1" destOrd="0" presId="urn:microsoft.com/office/officeart/2005/8/layout/orgChart1"/>
    <dgm:cxn modelId="{894C130A-7A07-445B-B06C-AB2936243E73}" type="presParOf" srcId="{BAACD408-B096-4219-B995-CBE13FEF9E0C}" destId="{91C4CFE2-D764-43CD-B65A-522F70B2D2C2}" srcOrd="2" destOrd="0" presId="urn:microsoft.com/office/officeart/2005/8/layout/orgChart1"/>
    <dgm:cxn modelId="{33364D27-F404-4CF4-8D69-37A533D1D577}" type="presParOf" srcId="{21DB5F9D-117E-4396-A921-BD0D18829365}" destId="{9CD331E9-EB87-4B3B-B27A-4328BDFD50F6}" srcOrd="6" destOrd="0" presId="urn:microsoft.com/office/officeart/2005/8/layout/orgChart1"/>
    <dgm:cxn modelId="{3203ADB6-D0CA-4C2F-A29F-A7FF7222F32D}" type="presParOf" srcId="{21DB5F9D-117E-4396-A921-BD0D18829365}" destId="{A5B3533E-C7CF-46F3-81CA-B527422E6570}" srcOrd="7" destOrd="0" presId="urn:microsoft.com/office/officeart/2005/8/layout/orgChart1"/>
    <dgm:cxn modelId="{442B2731-6832-495D-B393-B84A1DA34A7A}" type="presParOf" srcId="{A5B3533E-C7CF-46F3-81CA-B527422E6570}" destId="{7D9836D0-FEAF-45C5-96B9-BF85B4C5E630}" srcOrd="0" destOrd="0" presId="urn:microsoft.com/office/officeart/2005/8/layout/orgChart1"/>
    <dgm:cxn modelId="{6BB610E4-2B59-4D2B-86EB-4A13EE10D05C}" type="presParOf" srcId="{7D9836D0-FEAF-45C5-96B9-BF85B4C5E630}" destId="{2907B370-BA96-40F4-A66F-C111E7FDFAAE}" srcOrd="0" destOrd="0" presId="urn:microsoft.com/office/officeart/2005/8/layout/orgChart1"/>
    <dgm:cxn modelId="{BDAFE90F-0101-471A-BA4A-5F14854351A1}" type="presParOf" srcId="{7D9836D0-FEAF-45C5-96B9-BF85B4C5E630}" destId="{10E23348-0F19-4FD3-A71D-F48223639FF9}" srcOrd="1" destOrd="0" presId="urn:microsoft.com/office/officeart/2005/8/layout/orgChart1"/>
    <dgm:cxn modelId="{6C1D4A48-BE56-4DA1-8BDB-EE04F344A4E6}" type="presParOf" srcId="{A5B3533E-C7CF-46F3-81CA-B527422E6570}" destId="{3D69BB98-EFF5-452C-9AC5-11BC881590C9}" srcOrd="1" destOrd="0" presId="urn:microsoft.com/office/officeart/2005/8/layout/orgChart1"/>
    <dgm:cxn modelId="{C8AE6DAB-3506-49DC-B2BA-920D7D1DE7E5}" type="presParOf" srcId="{A5B3533E-C7CF-46F3-81CA-B527422E6570}" destId="{7F0430B4-7899-4BA1-A17D-366D05A80803}" srcOrd="2" destOrd="0" presId="urn:microsoft.com/office/officeart/2005/8/layout/orgChart1"/>
    <dgm:cxn modelId="{F4F5D120-3400-426E-8A80-D4972C3A4907}" type="presParOf" srcId="{EA46275C-D34E-4970-A919-7FB5FB0D832D}" destId="{97D7E093-B9EA-413B-A30F-D5DDB8799B63}" srcOrd="2" destOrd="0" presId="urn:microsoft.com/office/officeart/2005/8/layout/orgChart1"/>
    <dgm:cxn modelId="{5C7021E3-3459-4237-B37F-D32D72213484}" type="presParOf" srcId="{A43618CA-B904-4B14-9BF0-54141D3F955E}" destId="{DBB6250D-A994-4B68-83F5-3A299E01BCF0}" srcOrd="4" destOrd="0" presId="urn:microsoft.com/office/officeart/2005/8/layout/orgChart1"/>
    <dgm:cxn modelId="{EBCA5C42-7BEC-4685-8011-69C2CA4F1880}" type="presParOf" srcId="{A43618CA-B904-4B14-9BF0-54141D3F955E}" destId="{7C3751AC-154A-4B83-86C4-3179D2CC195A}" srcOrd="5" destOrd="0" presId="urn:microsoft.com/office/officeart/2005/8/layout/orgChart1"/>
    <dgm:cxn modelId="{67E0825F-F90D-4334-A7FD-3AEB51FC1E22}" type="presParOf" srcId="{7C3751AC-154A-4B83-86C4-3179D2CC195A}" destId="{46E2E3C6-D8C5-40B9-98A1-533B92BF7BB4}" srcOrd="0" destOrd="0" presId="urn:microsoft.com/office/officeart/2005/8/layout/orgChart1"/>
    <dgm:cxn modelId="{3003F088-FCB9-4D68-8597-0D0B062D928B}" type="presParOf" srcId="{46E2E3C6-D8C5-40B9-98A1-533B92BF7BB4}" destId="{143639B3-181C-491B-A515-4BAB93604BCB}" srcOrd="0" destOrd="0" presId="urn:microsoft.com/office/officeart/2005/8/layout/orgChart1"/>
    <dgm:cxn modelId="{E38C2CCD-DCD2-4521-9CBC-C194DA732010}" type="presParOf" srcId="{46E2E3C6-D8C5-40B9-98A1-533B92BF7BB4}" destId="{F76DCC48-5560-4BD5-AD58-0C6CED22E5B3}" srcOrd="1" destOrd="0" presId="urn:microsoft.com/office/officeart/2005/8/layout/orgChart1"/>
    <dgm:cxn modelId="{2175F168-8A4B-4DF3-A181-AEEC00FBC2DF}" type="presParOf" srcId="{7C3751AC-154A-4B83-86C4-3179D2CC195A}" destId="{54D71075-D9F2-4A86-BAD0-9859B2512DDE}" srcOrd="1" destOrd="0" presId="urn:microsoft.com/office/officeart/2005/8/layout/orgChart1"/>
    <dgm:cxn modelId="{84EA874A-77BA-4966-ABA2-09B53E0BD963}" type="presParOf" srcId="{54D71075-D9F2-4A86-BAD0-9859B2512DDE}" destId="{ED858471-3416-48AF-94C0-257C660D6C30}" srcOrd="0" destOrd="0" presId="urn:microsoft.com/office/officeart/2005/8/layout/orgChart1"/>
    <dgm:cxn modelId="{7C17D588-3AFA-4B4B-9C96-6F261563A540}" type="presParOf" srcId="{54D71075-D9F2-4A86-BAD0-9859B2512DDE}" destId="{81F929DC-36A8-4ACF-8D49-7570E547CB89}" srcOrd="1" destOrd="0" presId="urn:microsoft.com/office/officeart/2005/8/layout/orgChart1"/>
    <dgm:cxn modelId="{4CA825F1-BC04-48EE-A150-D8E4A07BCF9A}" type="presParOf" srcId="{81F929DC-36A8-4ACF-8D49-7570E547CB89}" destId="{A78C8B0B-8569-41EB-ACA9-0A7D6C75355C}" srcOrd="0" destOrd="0" presId="urn:microsoft.com/office/officeart/2005/8/layout/orgChart1"/>
    <dgm:cxn modelId="{19E76D66-FA19-4924-B3A4-AD374B17AF03}" type="presParOf" srcId="{A78C8B0B-8569-41EB-ACA9-0A7D6C75355C}" destId="{30523AB1-C99C-444B-AA4F-1E73092027E9}" srcOrd="0" destOrd="0" presId="urn:microsoft.com/office/officeart/2005/8/layout/orgChart1"/>
    <dgm:cxn modelId="{47F63655-DDFA-4A8A-8AD8-A2CF2F2F81B9}" type="presParOf" srcId="{A78C8B0B-8569-41EB-ACA9-0A7D6C75355C}" destId="{D5FDDBA5-CDD5-4793-84B5-CD9B98911702}" srcOrd="1" destOrd="0" presId="urn:microsoft.com/office/officeart/2005/8/layout/orgChart1"/>
    <dgm:cxn modelId="{4EA6D489-06D1-4598-9832-EEB6113AA896}" type="presParOf" srcId="{81F929DC-36A8-4ACF-8D49-7570E547CB89}" destId="{590501E3-6000-4C9A-99FD-C032933B1059}" srcOrd="1" destOrd="0" presId="urn:microsoft.com/office/officeart/2005/8/layout/orgChart1"/>
    <dgm:cxn modelId="{40721D5A-9855-4D45-BBA0-84472B58B389}" type="presParOf" srcId="{81F929DC-36A8-4ACF-8D49-7570E547CB89}" destId="{E2237E00-27D8-48FE-921B-A3E617074DE2}" srcOrd="2" destOrd="0" presId="urn:microsoft.com/office/officeart/2005/8/layout/orgChart1"/>
    <dgm:cxn modelId="{8A067358-42CD-4B7F-A388-395DCB79A4C0}" type="presParOf" srcId="{54D71075-D9F2-4A86-BAD0-9859B2512DDE}" destId="{FC66A192-41BF-4B05-9C2B-3184310FF5C6}" srcOrd="2" destOrd="0" presId="urn:microsoft.com/office/officeart/2005/8/layout/orgChart1"/>
    <dgm:cxn modelId="{AABFFCD2-A589-419B-B643-7CD2A4F2AE05}" type="presParOf" srcId="{54D71075-D9F2-4A86-BAD0-9859B2512DDE}" destId="{9DAC2D16-7E45-40EA-A631-ADEF7ACF9061}" srcOrd="3" destOrd="0" presId="urn:microsoft.com/office/officeart/2005/8/layout/orgChart1"/>
    <dgm:cxn modelId="{3CD02EEB-B2CA-47DC-AEDE-09AC218E2479}" type="presParOf" srcId="{9DAC2D16-7E45-40EA-A631-ADEF7ACF9061}" destId="{B46A1F57-C788-4C8D-A2E5-6258F3978371}" srcOrd="0" destOrd="0" presId="urn:microsoft.com/office/officeart/2005/8/layout/orgChart1"/>
    <dgm:cxn modelId="{9032D67A-2ACB-4514-A999-E1DC81AB0508}" type="presParOf" srcId="{B46A1F57-C788-4C8D-A2E5-6258F3978371}" destId="{72CEFB75-59D1-4656-8F8B-120522C92D35}" srcOrd="0" destOrd="0" presId="urn:microsoft.com/office/officeart/2005/8/layout/orgChart1"/>
    <dgm:cxn modelId="{E94AE9DE-513F-4C21-96E3-AB953D2BB4A0}" type="presParOf" srcId="{B46A1F57-C788-4C8D-A2E5-6258F3978371}" destId="{9403F216-2E13-4D0E-80E9-D493615283DE}" srcOrd="1" destOrd="0" presId="urn:microsoft.com/office/officeart/2005/8/layout/orgChart1"/>
    <dgm:cxn modelId="{87668456-12A2-452C-AF94-B66C4BBA37AD}" type="presParOf" srcId="{9DAC2D16-7E45-40EA-A631-ADEF7ACF9061}" destId="{7CEBB6BA-F632-432C-9EB0-7B69559DBB2F}" srcOrd="1" destOrd="0" presId="urn:microsoft.com/office/officeart/2005/8/layout/orgChart1"/>
    <dgm:cxn modelId="{50B75088-D6ED-4F57-9652-939C0042D9AA}" type="presParOf" srcId="{9DAC2D16-7E45-40EA-A631-ADEF7ACF9061}" destId="{724760C5-47ED-4054-B00A-7E24FEBA4ACF}" srcOrd="2" destOrd="0" presId="urn:microsoft.com/office/officeart/2005/8/layout/orgChart1"/>
    <dgm:cxn modelId="{26EAB8FC-9732-482F-B057-9478B8629021}" type="presParOf" srcId="{54D71075-D9F2-4A86-BAD0-9859B2512DDE}" destId="{8398790C-149B-4698-BA8C-D7134D2063DB}" srcOrd="4" destOrd="0" presId="urn:microsoft.com/office/officeart/2005/8/layout/orgChart1"/>
    <dgm:cxn modelId="{6E53232F-440D-4472-81EF-A0A652EBAEB7}" type="presParOf" srcId="{54D71075-D9F2-4A86-BAD0-9859B2512DDE}" destId="{C84C00F7-D872-4C2D-B3C3-CF49BA4B92BA}" srcOrd="5" destOrd="0" presId="urn:microsoft.com/office/officeart/2005/8/layout/orgChart1"/>
    <dgm:cxn modelId="{8F7FBDE6-1AEB-4B71-8849-F0DCA164BA5A}" type="presParOf" srcId="{C84C00F7-D872-4C2D-B3C3-CF49BA4B92BA}" destId="{69757047-B764-4D6F-AA65-514D5F517410}" srcOrd="0" destOrd="0" presId="urn:microsoft.com/office/officeart/2005/8/layout/orgChart1"/>
    <dgm:cxn modelId="{ACDE410E-6086-464C-922C-BDF8054BBC74}" type="presParOf" srcId="{69757047-B764-4D6F-AA65-514D5F517410}" destId="{1D51532B-12DB-46BA-BB30-F962FCC102BE}" srcOrd="0" destOrd="0" presId="urn:microsoft.com/office/officeart/2005/8/layout/orgChart1"/>
    <dgm:cxn modelId="{5339A80A-A9D9-4E45-B6B8-C118176B156A}" type="presParOf" srcId="{69757047-B764-4D6F-AA65-514D5F517410}" destId="{221B10A3-49F6-4526-AF45-0781828E2BD2}" srcOrd="1" destOrd="0" presId="urn:microsoft.com/office/officeart/2005/8/layout/orgChart1"/>
    <dgm:cxn modelId="{800003F4-D96D-417D-A77A-C9E6EA25A299}" type="presParOf" srcId="{C84C00F7-D872-4C2D-B3C3-CF49BA4B92BA}" destId="{7670D485-AA16-4308-85DD-114D1D668300}" srcOrd="1" destOrd="0" presId="urn:microsoft.com/office/officeart/2005/8/layout/orgChart1"/>
    <dgm:cxn modelId="{E6528E8B-4113-41E5-83DE-CA3056C5B292}" type="presParOf" srcId="{C84C00F7-D872-4C2D-B3C3-CF49BA4B92BA}" destId="{7C070F62-59BF-49EC-BD61-9122A3F8B510}" srcOrd="2" destOrd="0" presId="urn:microsoft.com/office/officeart/2005/8/layout/orgChart1"/>
    <dgm:cxn modelId="{4D178ED4-2250-499E-A801-3D768AB60C8A}" type="presParOf" srcId="{7C3751AC-154A-4B83-86C4-3179D2CC195A}" destId="{E9CFFC85-30A2-4189-8956-70EF4403155E}" srcOrd="2" destOrd="0" presId="urn:microsoft.com/office/officeart/2005/8/layout/orgChart1"/>
    <dgm:cxn modelId="{6B740649-F178-4DA2-A1FB-BA93F7C19B62}" type="presParOf" srcId="{A43618CA-B904-4B14-9BF0-54141D3F955E}" destId="{06DDBB38-68F0-4317-9F77-306B5A4D0568}" srcOrd="6" destOrd="0" presId="urn:microsoft.com/office/officeart/2005/8/layout/orgChart1"/>
    <dgm:cxn modelId="{9ACC9D0A-EA35-476B-879F-E6AFC12AE8D3}" type="presParOf" srcId="{A43618CA-B904-4B14-9BF0-54141D3F955E}" destId="{FCC89F73-75CB-4B04-8C24-E0C03F7FCC98}" srcOrd="7" destOrd="0" presId="urn:microsoft.com/office/officeart/2005/8/layout/orgChart1"/>
    <dgm:cxn modelId="{7D73108F-202C-42C1-9AA8-6985659504D2}" type="presParOf" srcId="{FCC89F73-75CB-4B04-8C24-E0C03F7FCC98}" destId="{51303DA3-8908-436D-83CD-FD00C3ED8F56}" srcOrd="0" destOrd="0" presId="urn:microsoft.com/office/officeart/2005/8/layout/orgChart1"/>
    <dgm:cxn modelId="{9A95ADEC-7D49-441E-9E2F-86C74A076ADD}" type="presParOf" srcId="{51303DA3-8908-436D-83CD-FD00C3ED8F56}" destId="{C1E13093-8BD2-473F-9131-948EED45B322}" srcOrd="0" destOrd="0" presId="urn:microsoft.com/office/officeart/2005/8/layout/orgChart1"/>
    <dgm:cxn modelId="{29ECDF0A-0C0A-41F1-9A33-8003B29B9804}" type="presParOf" srcId="{51303DA3-8908-436D-83CD-FD00C3ED8F56}" destId="{5CC39CA2-13D2-4B46-934E-C03FE919297A}" srcOrd="1" destOrd="0" presId="urn:microsoft.com/office/officeart/2005/8/layout/orgChart1"/>
    <dgm:cxn modelId="{CCC829C7-EF17-49AF-B785-5CF641979984}" type="presParOf" srcId="{FCC89F73-75CB-4B04-8C24-E0C03F7FCC98}" destId="{932F9BBB-7364-461A-88DE-5DC2C9AE7C59}" srcOrd="1" destOrd="0" presId="urn:microsoft.com/office/officeart/2005/8/layout/orgChart1"/>
    <dgm:cxn modelId="{CAA88611-34F9-4CAB-80DB-C0BC63F921AA}" type="presParOf" srcId="{932F9BBB-7364-461A-88DE-5DC2C9AE7C59}" destId="{C98178AB-D0B2-4695-B46C-3B1AF941F46D}" srcOrd="0" destOrd="0" presId="urn:microsoft.com/office/officeart/2005/8/layout/orgChart1"/>
    <dgm:cxn modelId="{EFE96F5E-08C2-434C-A931-3B54A3FCDDC1}" type="presParOf" srcId="{932F9BBB-7364-461A-88DE-5DC2C9AE7C59}" destId="{16181FE0-8A53-4C08-BF65-5F964ADA93D5}" srcOrd="1" destOrd="0" presId="urn:microsoft.com/office/officeart/2005/8/layout/orgChart1"/>
    <dgm:cxn modelId="{5AB10A5F-F4B7-4879-9E54-8633F179EAD6}" type="presParOf" srcId="{16181FE0-8A53-4C08-BF65-5F964ADA93D5}" destId="{99625B65-92C7-4F58-A9CB-76B678225743}" srcOrd="0" destOrd="0" presId="urn:microsoft.com/office/officeart/2005/8/layout/orgChart1"/>
    <dgm:cxn modelId="{A35A336C-A835-425D-84A2-0BB5EC9EF8F8}" type="presParOf" srcId="{99625B65-92C7-4F58-A9CB-76B678225743}" destId="{71CFB7A4-87DA-4816-B7A4-500ED09ACC80}" srcOrd="0" destOrd="0" presId="urn:microsoft.com/office/officeart/2005/8/layout/orgChart1"/>
    <dgm:cxn modelId="{5C20C98D-6CA4-4489-8017-04EA938B2D02}" type="presParOf" srcId="{99625B65-92C7-4F58-A9CB-76B678225743}" destId="{B53B0E2E-0C65-44C5-B0FD-F7C54A95DCE9}" srcOrd="1" destOrd="0" presId="urn:microsoft.com/office/officeart/2005/8/layout/orgChart1"/>
    <dgm:cxn modelId="{F5A2AAAC-692B-4645-9269-170DC0F7893F}" type="presParOf" srcId="{16181FE0-8A53-4C08-BF65-5F964ADA93D5}" destId="{158C8836-73E3-4330-BD57-40A5FB8B7D13}" srcOrd="1" destOrd="0" presId="urn:microsoft.com/office/officeart/2005/8/layout/orgChart1"/>
    <dgm:cxn modelId="{9A1E3CC7-BBB8-4966-BF1E-1AF6D799AA3A}" type="presParOf" srcId="{16181FE0-8A53-4C08-BF65-5F964ADA93D5}" destId="{A9099310-4F36-4C40-8C0A-94504608D6A4}" srcOrd="2" destOrd="0" presId="urn:microsoft.com/office/officeart/2005/8/layout/orgChart1"/>
    <dgm:cxn modelId="{EF821BB4-CC4A-4071-A314-502870B38F1E}" type="presParOf" srcId="{932F9BBB-7364-461A-88DE-5DC2C9AE7C59}" destId="{B4AE582E-FC3E-4AAF-A604-879BBBB38A95}" srcOrd="2" destOrd="0" presId="urn:microsoft.com/office/officeart/2005/8/layout/orgChart1"/>
    <dgm:cxn modelId="{B53FA0A0-0A3F-4E01-8AD7-42A288AC03E8}" type="presParOf" srcId="{932F9BBB-7364-461A-88DE-5DC2C9AE7C59}" destId="{20722B81-EAAC-4468-A8EC-1205D8353D67}" srcOrd="3" destOrd="0" presId="urn:microsoft.com/office/officeart/2005/8/layout/orgChart1"/>
    <dgm:cxn modelId="{6E2BCED2-6D9E-4981-A0EE-157A1FA18D6B}" type="presParOf" srcId="{20722B81-EAAC-4468-A8EC-1205D8353D67}" destId="{0947A841-917C-4819-9955-66E1076B8159}" srcOrd="0" destOrd="0" presId="urn:microsoft.com/office/officeart/2005/8/layout/orgChart1"/>
    <dgm:cxn modelId="{10A8C83E-1773-4B65-8987-5C1F4F769AB7}" type="presParOf" srcId="{0947A841-917C-4819-9955-66E1076B8159}" destId="{EE5463CD-2007-41E8-A571-D5AD678DE2DA}" srcOrd="0" destOrd="0" presId="urn:microsoft.com/office/officeart/2005/8/layout/orgChart1"/>
    <dgm:cxn modelId="{9EE40D7C-ABF8-4947-86DD-29ED301030FD}" type="presParOf" srcId="{0947A841-917C-4819-9955-66E1076B8159}" destId="{47C6E814-4F2F-417A-8A11-D51E33E75DBC}" srcOrd="1" destOrd="0" presId="urn:microsoft.com/office/officeart/2005/8/layout/orgChart1"/>
    <dgm:cxn modelId="{19ABA90C-E7CC-41E1-887C-1D2C99DE50FA}" type="presParOf" srcId="{20722B81-EAAC-4468-A8EC-1205D8353D67}" destId="{B33645CA-D93C-4663-BAB0-666B6DA1E7B0}" srcOrd="1" destOrd="0" presId="urn:microsoft.com/office/officeart/2005/8/layout/orgChart1"/>
    <dgm:cxn modelId="{DDB9AE7A-D4EB-441D-8E8C-E35FCE774149}" type="presParOf" srcId="{20722B81-EAAC-4468-A8EC-1205D8353D67}" destId="{31878899-4B56-4C7F-8016-4BD8794BA1B6}" srcOrd="2" destOrd="0" presId="urn:microsoft.com/office/officeart/2005/8/layout/orgChart1"/>
    <dgm:cxn modelId="{01C748B0-2ADD-40D8-80EE-38C424C26C4D}" type="presParOf" srcId="{932F9BBB-7364-461A-88DE-5DC2C9AE7C59}" destId="{70ABB879-25C5-4214-B504-117B584C155B}" srcOrd="4" destOrd="0" presId="urn:microsoft.com/office/officeart/2005/8/layout/orgChart1"/>
    <dgm:cxn modelId="{2A2DB78F-5D0E-4979-9CB0-7E9DA70B1AAF}" type="presParOf" srcId="{932F9BBB-7364-461A-88DE-5DC2C9AE7C59}" destId="{42D4D324-508C-4D7E-B150-8078DAC1CE38}" srcOrd="5" destOrd="0" presId="urn:microsoft.com/office/officeart/2005/8/layout/orgChart1"/>
    <dgm:cxn modelId="{CE9E6C21-5EB6-42F4-81BC-5E1C8F52CD38}" type="presParOf" srcId="{42D4D324-508C-4D7E-B150-8078DAC1CE38}" destId="{6CD8C304-11B9-4BF1-AEAB-608720262554}" srcOrd="0" destOrd="0" presId="urn:microsoft.com/office/officeart/2005/8/layout/orgChart1"/>
    <dgm:cxn modelId="{841BE74E-A8E9-46E2-944C-F86A1DBB3569}" type="presParOf" srcId="{6CD8C304-11B9-4BF1-AEAB-608720262554}" destId="{1EDDC4A0-7BC2-483A-84BD-549CE25340AD}" srcOrd="0" destOrd="0" presId="urn:microsoft.com/office/officeart/2005/8/layout/orgChart1"/>
    <dgm:cxn modelId="{D615F84F-8AE1-4075-986E-9103714EB153}" type="presParOf" srcId="{6CD8C304-11B9-4BF1-AEAB-608720262554}" destId="{23984141-AD1C-4E04-AE34-10AE7E9078D3}" srcOrd="1" destOrd="0" presId="urn:microsoft.com/office/officeart/2005/8/layout/orgChart1"/>
    <dgm:cxn modelId="{56DA1E16-B671-43BF-9E17-651953CA754F}" type="presParOf" srcId="{42D4D324-508C-4D7E-B150-8078DAC1CE38}" destId="{924BF449-97E6-4E2C-824D-88093D36A425}" srcOrd="1" destOrd="0" presId="urn:microsoft.com/office/officeart/2005/8/layout/orgChart1"/>
    <dgm:cxn modelId="{6707D482-3339-4F78-A73F-13429AB04DFB}" type="presParOf" srcId="{42D4D324-508C-4D7E-B150-8078DAC1CE38}" destId="{15A9E67C-CF04-4FCE-810D-DC675941C07F}" srcOrd="2" destOrd="0" presId="urn:microsoft.com/office/officeart/2005/8/layout/orgChart1"/>
    <dgm:cxn modelId="{E84EE545-A4A5-4B21-854F-A46E7EF505EE}" type="presParOf" srcId="{932F9BBB-7364-461A-88DE-5DC2C9AE7C59}" destId="{262B5459-5D73-4D3D-91C4-9AD101FA5E57}" srcOrd="6" destOrd="0" presId="urn:microsoft.com/office/officeart/2005/8/layout/orgChart1"/>
    <dgm:cxn modelId="{E1B765A7-131F-4DC9-A2F3-EE44D6BB55A5}" type="presParOf" srcId="{932F9BBB-7364-461A-88DE-5DC2C9AE7C59}" destId="{0EC1C02B-60D8-422D-919F-C1037F5A7342}" srcOrd="7" destOrd="0" presId="urn:microsoft.com/office/officeart/2005/8/layout/orgChart1"/>
    <dgm:cxn modelId="{0750C1F6-C968-4F5A-BA32-FC5126AAC8B4}" type="presParOf" srcId="{0EC1C02B-60D8-422D-919F-C1037F5A7342}" destId="{953EDD52-2905-42EB-8CD8-47F3CB90C0A4}" srcOrd="0" destOrd="0" presId="urn:microsoft.com/office/officeart/2005/8/layout/orgChart1"/>
    <dgm:cxn modelId="{980C5E41-17F6-442C-878B-C95BE629099D}" type="presParOf" srcId="{953EDD52-2905-42EB-8CD8-47F3CB90C0A4}" destId="{B0F39982-E304-45AF-8EF7-38288AD49A0D}" srcOrd="0" destOrd="0" presId="urn:microsoft.com/office/officeart/2005/8/layout/orgChart1"/>
    <dgm:cxn modelId="{ABC1EC46-638B-4C24-8436-017AEB4006CE}" type="presParOf" srcId="{953EDD52-2905-42EB-8CD8-47F3CB90C0A4}" destId="{6A4ED661-D248-47A4-B2DA-E297BE68BBC9}" srcOrd="1" destOrd="0" presId="urn:microsoft.com/office/officeart/2005/8/layout/orgChart1"/>
    <dgm:cxn modelId="{4C893409-F9C5-4626-B897-8CCF28200B38}" type="presParOf" srcId="{0EC1C02B-60D8-422D-919F-C1037F5A7342}" destId="{43B7ABD2-EE11-40B3-A0FA-B11E5B5004AC}" srcOrd="1" destOrd="0" presId="urn:microsoft.com/office/officeart/2005/8/layout/orgChart1"/>
    <dgm:cxn modelId="{FB435547-3A93-4109-9A8B-03247A91E3A0}" type="presParOf" srcId="{0EC1C02B-60D8-422D-919F-C1037F5A7342}" destId="{9B49645E-1311-41A9-98D5-D890B3A33286}" srcOrd="2" destOrd="0" presId="urn:microsoft.com/office/officeart/2005/8/layout/orgChart1"/>
    <dgm:cxn modelId="{047EBC33-556C-4F0B-8D5B-7DE50132C01B}" type="presParOf" srcId="{932F9BBB-7364-461A-88DE-5DC2C9AE7C59}" destId="{50FC6AFC-9FB3-43F0-963F-DCEC2BD04B5A}" srcOrd="8" destOrd="0" presId="urn:microsoft.com/office/officeart/2005/8/layout/orgChart1"/>
    <dgm:cxn modelId="{CAF63D0D-33DF-4E7B-9C02-EFD4875848AB}" type="presParOf" srcId="{932F9BBB-7364-461A-88DE-5DC2C9AE7C59}" destId="{F9C106FA-856F-4C8C-A6E8-EC4034F59BB0}" srcOrd="9" destOrd="0" presId="urn:microsoft.com/office/officeart/2005/8/layout/orgChart1"/>
    <dgm:cxn modelId="{9F11F5EF-C5F1-486B-A6D2-9AA4A44E6656}" type="presParOf" srcId="{F9C106FA-856F-4C8C-A6E8-EC4034F59BB0}" destId="{6D069F62-31B0-4547-AA28-E0D6612D1543}" srcOrd="0" destOrd="0" presId="urn:microsoft.com/office/officeart/2005/8/layout/orgChart1"/>
    <dgm:cxn modelId="{9562C1C8-8EA4-418B-8EBF-5AAEA20689C9}" type="presParOf" srcId="{6D069F62-31B0-4547-AA28-E0D6612D1543}" destId="{4C86EA09-F73D-4068-97BD-3CF8AA0C71E5}" srcOrd="0" destOrd="0" presId="urn:microsoft.com/office/officeart/2005/8/layout/orgChart1"/>
    <dgm:cxn modelId="{B1237D05-EB92-4B8A-9FF2-78B8BEF7EA92}" type="presParOf" srcId="{6D069F62-31B0-4547-AA28-E0D6612D1543}" destId="{0160233A-4231-4FB1-9DA7-92B799B326EB}" srcOrd="1" destOrd="0" presId="urn:microsoft.com/office/officeart/2005/8/layout/orgChart1"/>
    <dgm:cxn modelId="{CD5B022E-B732-49F7-946F-CBB22E0CF57A}" type="presParOf" srcId="{F9C106FA-856F-4C8C-A6E8-EC4034F59BB0}" destId="{376DA741-F3DD-4268-923F-253F20AE88D1}" srcOrd="1" destOrd="0" presId="urn:microsoft.com/office/officeart/2005/8/layout/orgChart1"/>
    <dgm:cxn modelId="{93D6D535-3A3D-44E6-B1FA-6FB15F6C1D6A}" type="presParOf" srcId="{F9C106FA-856F-4C8C-A6E8-EC4034F59BB0}" destId="{68631E46-7EAE-444C-9A47-07B97BA510DE}" srcOrd="2" destOrd="0" presId="urn:microsoft.com/office/officeart/2005/8/layout/orgChart1"/>
    <dgm:cxn modelId="{811B5ACE-3C0B-4445-BF76-D1273BF81D1B}" type="presParOf" srcId="{FCC89F73-75CB-4B04-8C24-E0C03F7FCC98}" destId="{95D487BC-91A7-450C-9E4C-F5D38D84DFBD}" srcOrd="2" destOrd="0" presId="urn:microsoft.com/office/officeart/2005/8/layout/orgChart1"/>
    <dgm:cxn modelId="{472D7B11-47A8-41F0-B308-F57CA73EC75A}" type="presParOf" srcId="{B0F69A37-CF75-401B-87DF-141C2A0D14D2}" destId="{17999507-AD0B-47C2-9564-CCE010D52F22}" srcOrd="2" destOrd="0" presId="urn:microsoft.com/office/officeart/2005/8/layout/orgChart1"/>
    <dgm:cxn modelId="{FF39AC87-D8B6-4BF7-994E-1202CF90F3CA}" type="presParOf" srcId="{AA7F212E-EBF2-42E1-B61E-E1F551051AAA}" destId="{A6F99F43-8134-4948-8885-685DEB7B3547}" srcOrd="2" destOrd="0" presId="urn:microsoft.com/office/officeart/2005/8/layout/orgChart1"/>
    <dgm:cxn modelId="{606B7CA8-BAC5-496A-AE07-883B7309B03D}" type="presParOf" srcId="{AA7F212E-EBF2-42E1-B61E-E1F551051AAA}" destId="{3DF3BD78-C4BF-459C-961D-DD46A4B71123}" srcOrd="3" destOrd="0" presId="urn:microsoft.com/office/officeart/2005/8/layout/orgChart1"/>
    <dgm:cxn modelId="{05005D13-65F8-414D-8BAC-73E3F5732DFE}" type="presParOf" srcId="{3DF3BD78-C4BF-459C-961D-DD46A4B71123}" destId="{75D2B179-6256-479B-80B2-3D34C5880FAB}" srcOrd="0" destOrd="0" presId="urn:microsoft.com/office/officeart/2005/8/layout/orgChart1"/>
    <dgm:cxn modelId="{ED2C4E85-35F5-4FFB-A81D-1F4D985E8D90}" type="presParOf" srcId="{75D2B179-6256-479B-80B2-3D34C5880FAB}" destId="{F13C9E0A-C300-47BC-91B3-4D35252F9E81}" srcOrd="0" destOrd="0" presId="urn:microsoft.com/office/officeart/2005/8/layout/orgChart1"/>
    <dgm:cxn modelId="{5F5DCE0A-7B58-4692-8581-FA9510F513E1}" type="presParOf" srcId="{75D2B179-6256-479B-80B2-3D34C5880FAB}" destId="{007E1A35-724E-44B4-B8C9-0F0AC5665F35}" srcOrd="1" destOrd="0" presId="urn:microsoft.com/office/officeart/2005/8/layout/orgChart1"/>
    <dgm:cxn modelId="{1847391C-F2D0-4A23-8152-A35BFDE3D631}" type="presParOf" srcId="{3DF3BD78-C4BF-459C-961D-DD46A4B71123}" destId="{09E4C95E-511A-459E-9F0F-F5F02D9C65C0}" srcOrd="1" destOrd="0" presId="urn:microsoft.com/office/officeart/2005/8/layout/orgChart1"/>
    <dgm:cxn modelId="{6C44B5FA-7BB1-45D6-9F72-B4C207DF3D52}" type="presParOf" srcId="{09E4C95E-511A-459E-9F0F-F5F02D9C65C0}" destId="{5B401D9D-9864-4C6B-9C34-E03E4C255748}" srcOrd="0" destOrd="0" presId="urn:microsoft.com/office/officeart/2005/8/layout/orgChart1"/>
    <dgm:cxn modelId="{C7860C90-1FF9-477B-A86B-B416D0434ABD}" type="presParOf" srcId="{09E4C95E-511A-459E-9F0F-F5F02D9C65C0}" destId="{B47A97CD-6AE2-482A-B3AE-7EC55FA3FB75}" srcOrd="1" destOrd="0" presId="urn:microsoft.com/office/officeart/2005/8/layout/orgChart1"/>
    <dgm:cxn modelId="{4291BEC5-8EEB-42A8-BA87-1C5D15AE1584}" type="presParOf" srcId="{B47A97CD-6AE2-482A-B3AE-7EC55FA3FB75}" destId="{7286B375-5819-4FA8-BB59-99C2B45DD63F}" srcOrd="0" destOrd="0" presId="urn:microsoft.com/office/officeart/2005/8/layout/orgChart1"/>
    <dgm:cxn modelId="{395E55BE-8737-432B-9E54-0561C19CDCE8}" type="presParOf" srcId="{7286B375-5819-4FA8-BB59-99C2B45DD63F}" destId="{617F114F-1568-4963-BE3B-E5BBF377486C}" srcOrd="0" destOrd="0" presId="urn:microsoft.com/office/officeart/2005/8/layout/orgChart1"/>
    <dgm:cxn modelId="{C60D7028-22C6-46E6-BAC1-6EF92226484E}" type="presParOf" srcId="{7286B375-5819-4FA8-BB59-99C2B45DD63F}" destId="{DE4FB3E6-E6CB-4EEA-A553-E74E312802CA}" srcOrd="1" destOrd="0" presId="urn:microsoft.com/office/officeart/2005/8/layout/orgChart1"/>
    <dgm:cxn modelId="{EE3A1936-75E2-4B69-8D23-E588BE136D06}" type="presParOf" srcId="{B47A97CD-6AE2-482A-B3AE-7EC55FA3FB75}" destId="{397B9AC8-97EA-4DF2-9A39-D9AE63412A60}" srcOrd="1" destOrd="0" presId="urn:microsoft.com/office/officeart/2005/8/layout/orgChart1"/>
    <dgm:cxn modelId="{01ED8252-67A7-49D9-B48A-00F219AEBD37}" type="presParOf" srcId="{397B9AC8-97EA-4DF2-9A39-D9AE63412A60}" destId="{8C34D6E0-9E66-4D8C-B24F-7A1B13AF77E0}" srcOrd="0" destOrd="0" presId="urn:microsoft.com/office/officeart/2005/8/layout/orgChart1"/>
    <dgm:cxn modelId="{CFB2C798-558C-47B5-88F7-75AC25374C76}" type="presParOf" srcId="{397B9AC8-97EA-4DF2-9A39-D9AE63412A60}" destId="{00898073-5F11-45D9-9D8B-A107F0D16341}" srcOrd="1" destOrd="0" presId="urn:microsoft.com/office/officeart/2005/8/layout/orgChart1"/>
    <dgm:cxn modelId="{2966029F-7077-4278-B8CE-E7A4E3CFD007}" type="presParOf" srcId="{00898073-5F11-45D9-9D8B-A107F0D16341}" destId="{3437A0B0-2A18-4AA6-9678-BD02D0E23678}" srcOrd="0" destOrd="0" presId="urn:microsoft.com/office/officeart/2005/8/layout/orgChart1"/>
    <dgm:cxn modelId="{82989702-D297-467D-814D-BB13BC17314E}" type="presParOf" srcId="{3437A0B0-2A18-4AA6-9678-BD02D0E23678}" destId="{301D1160-0883-435F-9D19-2E059CDD22CC}" srcOrd="0" destOrd="0" presId="urn:microsoft.com/office/officeart/2005/8/layout/orgChart1"/>
    <dgm:cxn modelId="{1684C571-FD31-4762-86E7-120FE8837B01}" type="presParOf" srcId="{3437A0B0-2A18-4AA6-9678-BD02D0E23678}" destId="{9741FEE4-14A4-4A06-B5DD-531F978D50EA}" srcOrd="1" destOrd="0" presId="urn:microsoft.com/office/officeart/2005/8/layout/orgChart1"/>
    <dgm:cxn modelId="{A688C282-910C-4287-B214-2E02795607B7}" type="presParOf" srcId="{00898073-5F11-45D9-9D8B-A107F0D16341}" destId="{628046F1-4729-493B-8A28-E7EC87D713EC}" srcOrd="1" destOrd="0" presId="urn:microsoft.com/office/officeart/2005/8/layout/orgChart1"/>
    <dgm:cxn modelId="{27F12674-B66B-40BC-8315-E40FBC34A344}" type="presParOf" srcId="{628046F1-4729-493B-8A28-E7EC87D713EC}" destId="{8185C1B7-C97A-43E7-8DA2-B5346012AA14}" srcOrd="0" destOrd="0" presId="urn:microsoft.com/office/officeart/2005/8/layout/orgChart1"/>
    <dgm:cxn modelId="{5F330691-BBB8-47E8-BAEE-58ECE2633CB5}" type="presParOf" srcId="{628046F1-4729-493B-8A28-E7EC87D713EC}" destId="{E8E42C56-D977-4F87-A4B7-BC2B6A54C610}" srcOrd="1" destOrd="0" presId="urn:microsoft.com/office/officeart/2005/8/layout/orgChart1"/>
    <dgm:cxn modelId="{D4BF9788-E615-4844-94C6-5CA7ACE1D30F}" type="presParOf" srcId="{E8E42C56-D977-4F87-A4B7-BC2B6A54C610}" destId="{FB1196C7-A8F5-49C2-B499-65E7DF73B8EC}" srcOrd="0" destOrd="0" presId="urn:microsoft.com/office/officeart/2005/8/layout/orgChart1"/>
    <dgm:cxn modelId="{BD2D3839-B372-4523-9B43-869E50B7831E}" type="presParOf" srcId="{FB1196C7-A8F5-49C2-B499-65E7DF73B8EC}" destId="{58E346C8-D5D5-42DA-968B-E52CEF52AE5B}" srcOrd="0" destOrd="0" presId="urn:microsoft.com/office/officeart/2005/8/layout/orgChart1"/>
    <dgm:cxn modelId="{75A92C8F-3197-42E2-A801-4C2CA11C7A83}" type="presParOf" srcId="{FB1196C7-A8F5-49C2-B499-65E7DF73B8EC}" destId="{79A3CF2E-375A-49CC-A0C5-9B1D542B018C}" srcOrd="1" destOrd="0" presId="urn:microsoft.com/office/officeart/2005/8/layout/orgChart1"/>
    <dgm:cxn modelId="{2FBA5B28-A2E7-4D65-9E2F-FDF20A2C0C14}" type="presParOf" srcId="{E8E42C56-D977-4F87-A4B7-BC2B6A54C610}" destId="{6D49C356-3F6B-430A-9A10-E15AF4F60AEA}" srcOrd="1" destOrd="0" presId="urn:microsoft.com/office/officeart/2005/8/layout/orgChart1"/>
    <dgm:cxn modelId="{57833EC0-319F-4A5D-B207-7554E751D09E}" type="presParOf" srcId="{6D49C356-3F6B-430A-9A10-E15AF4F60AEA}" destId="{17C6E247-F0F2-408B-9D0B-CB704677DD1F}" srcOrd="0" destOrd="0" presId="urn:microsoft.com/office/officeart/2005/8/layout/orgChart1"/>
    <dgm:cxn modelId="{085D5C91-0498-4EAA-BA7D-FF7D96BCF054}" type="presParOf" srcId="{6D49C356-3F6B-430A-9A10-E15AF4F60AEA}" destId="{EBBAD176-9F85-4A47-BBF0-279218BD6CCC}" srcOrd="1" destOrd="0" presId="urn:microsoft.com/office/officeart/2005/8/layout/orgChart1"/>
    <dgm:cxn modelId="{E44A5E02-83FA-4C88-BB20-DE2F779E3608}" type="presParOf" srcId="{EBBAD176-9F85-4A47-BBF0-279218BD6CCC}" destId="{6BB882FF-95B0-4E10-B93A-F4E6566AD744}" srcOrd="0" destOrd="0" presId="urn:microsoft.com/office/officeart/2005/8/layout/orgChart1"/>
    <dgm:cxn modelId="{920E734E-FBA4-4E87-BF6A-40B2E02C88FE}" type="presParOf" srcId="{6BB882FF-95B0-4E10-B93A-F4E6566AD744}" destId="{989BEA1E-6B8D-4DBC-8C5B-37EE70BF0159}" srcOrd="0" destOrd="0" presId="urn:microsoft.com/office/officeart/2005/8/layout/orgChart1"/>
    <dgm:cxn modelId="{EA642B47-3F1D-4F1B-891E-86D34FD22F9E}" type="presParOf" srcId="{6BB882FF-95B0-4E10-B93A-F4E6566AD744}" destId="{8F37B484-CED3-4F3F-A6AB-202A666CF488}" srcOrd="1" destOrd="0" presId="urn:microsoft.com/office/officeart/2005/8/layout/orgChart1"/>
    <dgm:cxn modelId="{55C56F82-BA08-4563-8E0F-020F68443ACA}" type="presParOf" srcId="{EBBAD176-9F85-4A47-BBF0-279218BD6CCC}" destId="{28016611-7BB0-4D05-B197-1DFE0C8017BC}" srcOrd="1" destOrd="0" presId="urn:microsoft.com/office/officeart/2005/8/layout/orgChart1"/>
    <dgm:cxn modelId="{5E8CFDBA-B610-4516-AC0A-5D1D6244C506}" type="presParOf" srcId="{EBBAD176-9F85-4A47-BBF0-279218BD6CCC}" destId="{6251E4B6-7725-4D6A-BD6E-B2DC6C2163F3}" srcOrd="2" destOrd="0" presId="urn:microsoft.com/office/officeart/2005/8/layout/orgChart1"/>
    <dgm:cxn modelId="{5E6F0860-606F-4BC4-BD2F-1E812757AC53}" type="presParOf" srcId="{6D49C356-3F6B-430A-9A10-E15AF4F60AEA}" destId="{7909632E-25A0-4E75-9FED-01071F089807}" srcOrd="2" destOrd="0" presId="urn:microsoft.com/office/officeart/2005/8/layout/orgChart1"/>
    <dgm:cxn modelId="{2CE4E302-EC67-440A-9FBB-2230D60245ED}" type="presParOf" srcId="{6D49C356-3F6B-430A-9A10-E15AF4F60AEA}" destId="{BB84C28D-050A-485D-AFF6-73CE4635D599}" srcOrd="3" destOrd="0" presId="urn:microsoft.com/office/officeart/2005/8/layout/orgChart1"/>
    <dgm:cxn modelId="{966524A8-CE0E-423E-9E14-8DF204DD904F}" type="presParOf" srcId="{BB84C28D-050A-485D-AFF6-73CE4635D599}" destId="{81414766-883A-49FA-8D07-E829B2FD044B}" srcOrd="0" destOrd="0" presId="urn:microsoft.com/office/officeart/2005/8/layout/orgChart1"/>
    <dgm:cxn modelId="{15F80B98-6474-4C73-929C-5C98F2DC648A}" type="presParOf" srcId="{81414766-883A-49FA-8D07-E829B2FD044B}" destId="{85D10BAA-C62A-4AA1-A5D7-4DA749818B88}" srcOrd="0" destOrd="0" presId="urn:microsoft.com/office/officeart/2005/8/layout/orgChart1"/>
    <dgm:cxn modelId="{B9852B44-BE01-4920-AAD6-E07646C28107}" type="presParOf" srcId="{81414766-883A-49FA-8D07-E829B2FD044B}" destId="{123FEFF2-9BA9-44D1-8678-47A7433DC59E}" srcOrd="1" destOrd="0" presId="urn:microsoft.com/office/officeart/2005/8/layout/orgChart1"/>
    <dgm:cxn modelId="{6A799B28-B7C9-4726-AD8D-CB5B80FF6A87}" type="presParOf" srcId="{BB84C28D-050A-485D-AFF6-73CE4635D599}" destId="{6A2A4936-A9E2-45B7-A0E3-4E84CE04DC65}" srcOrd="1" destOrd="0" presId="urn:microsoft.com/office/officeart/2005/8/layout/orgChart1"/>
    <dgm:cxn modelId="{C36C189E-C90C-4FA3-97C3-456D0629164F}" type="presParOf" srcId="{BB84C28D-050A-485D-AFF6-73CE4635D599}" destId="{7C2C3FD2-5EE0-43F7-8247-520BBD8E729D}" srcOrd="2" destOrd="0" presId="urn:microsoft.com/office/officeart/2005/8/layout/orgChart1"/>
    <dgm:cxn modelId="{62D68D9C-D49F-40C3-ACBF-F65F4E657334}" type="presParOf" srcId="{E8E42C56-D977-4F87-A4B7-BC2B6A54C610}" destId="{1FD83BA1-7F2D-48E6-B215-E866D9E17C58}" srcOrd="2" destOrd="0" presId="urn:microsoft.com/office/officeart/2005/8/layout/orgChart1"/>
    <dgm:cxn modelId="{0669B643-2700-4F4D-8ADA-B3009B00D8D6}" type="presParOf" srcId="{628046F1-4729-493B-8A28-E7EC87D713EC}" destId="{E1861590-D782-4F2C-A48D-CD7B36553041}" srcOrd="2" destOrd="0" presId="urn:microsoft.com/office/officeart/2005/8/layout/orgChart1"/>
    <dgm:cxn modelId="{A80CAD83-6469-43C9-B3C9-07497754480F}" type="presParOf" srcId="{628046F1-4729-493B-8A28-E7EC87D713EC}" destId="{6F743B3A-D0C9-48D4-A2EC-F8C3ED823C7E}" srcOrd="3" destOrd="0" presId="urn:microsoft.com/office/officeart/2005/8/layout/orgChart1"/>
    <dgm:cxn modelId="{6E172151-D7EB-43AC-AB82-D935D979A1E7}" type="presParOf" srcId="{6F743B3A-D0C9-48D4-A2EC-F8C3ED823C7E}" destId="{21BD19F3-3658-4A97-96B9-582042A720BB}" srcOrd="0" destOrd="0" presId="urn:microsoft.com/office/officeart/2005/8/layout/orgChart1"/>
    <dgm:cxn modelId="{5853196C-10C3-4CBF-BE93-1E67E107820A}" type="presParOf" srcId="{21BD19F3-3658-4A97-96B9-582042A720BB}" destId="{E7E9D74B-469F-46AC-8DB8-633FFA63A770}" srcOrd="0" destOrd="0" presId="urn:microsoft.com/office/officeart/2005/8/layout/orgChart1"/>
    <dgm:cxn modelId="{09F64C83-014C-4EEE-9BA6-D10D78CEEBD7}" type="presParOf" srcId="{21BD19F3-3658-4A97-96B9-582042A720BB}" destId="{C46480A1-84FB-4A38-B49F-9A0BCD966D31}" srcOrd="1" destOrd="0" presId="urn:microsoft.com/office/officeart/2005/8/layout/orgChart1"/>
    <dgm:cxn modelId="{D3765836-6445-4083-A0BF-F37A315DD9CC}" type="presParOf" srcId="{6F743B3A-D0C9-48D4-A2EC-F8C3ED823C7E}" destId="{1D72C469-DB3D-4714-BE69-D467CB352D38}" srcOrd="1" destOrd="0" presId="urn:microsoft.com/office/officeart/2005/8/layout/orgChart1"/>
    <dgm:cxn modelId="{0FBA4606-F61A-4BCB-B780-325DB897DC54}" type="presParOf" srcId="{6F743B3A-D0C9-48D4-A2EC-F8C3ED823C7E}" destId="{9435B3EC-0B1B-41BE-A20B-352F3FF9AFA0}" srcOrd="2" destOrd="0" presId="urn:microsoft.com/office/officeart/2005/8/layout/orgChart1"/>
    <dgm:cxn modelId="{5913171C-70EE-468B-8C42-EFE76022A213}" type="presParOf" srcId="{00898073-5F11-45D9-9D8B-A107F0D16341}" destId="{14FE5435-E9BA-4397-B107-BE7F1E6AF7ED}" srcOrd="2" destOrd="0" presId="urn:microsoft.com/office/officeart/2005/8/layout/orgChart1"/>
    <dgm:cxn modelId="{3826A522-412E-452C-B4D2-7C068A80FB17}" type="presParOf" srcId="{397B9AC8-97EA-4DF2-9A39-D9AE63412A60}" destId="{186B1680-C04B-4CA3-BE2D-5EEE4F0D0E77}" srcOrd="2" destOrd="0" presId="urn:microsoft.com/office/officeart/2005/8/layout/orgChart1"/>
    <dgm:cxn modelId="{7B0E29C7-856A-45FA-97CC-B2D4695E6CB3}" type="presParOf" srcId="{397B9AC8-97EA-4DF2-9A39-D9AE63412A60}" destId="{D2BE82CA-8FC4-403C-992F-AC2EA87EF556}" srcOrd="3" destOrd="0" presId="urn:microsoft.com/office/officeart/2005/8/layout/orgChart1"/>
    <dgm:cxn modelId="{B0032468-86D1-4B8F-88D8-D0B63CCB96F3}" type="presParOf" srcId="{D2BE82CA-8FC4-403C-992F-AC2EA87EF556}" destId="{5AAE9613-FD88-46D8-AAA5-83DFBA94F801}" srcOrd="0" destOrd="0" presId="urn:microsoft.com/office/officeart/2005/8/layout/orgChart1"/>
    <dgm:cxn modelId="{4A79A809-D496-4FE1-B4A6-1DB014B1FBDD}" type="presParOf" srcId="{5AAE9613-FD88-46D8-AAA5-83DFBA94F801}" destId="{213E876B-9984-499D-9A4A-32E44D15ED56}" srcOrd="0" destOrd="0" presId="urn:microsoft.com/office/officeart/2005/8/layout/orgChart1"/>
    <dgm:cxn modelId="{218B7BA3-9015-4048-ABD0-2024706EB59A}" type="presParOf" srcId="{5AAE9613-FD88-46D8-AAA5-83DFBA94F801}" destId="{E6916902-4EE8-4C7A-85CD-CBC90A980734}" srcOrd="1" destOrd="0" presId="urn:microsoft.com/office/officeart/2005/8/layout/orgChart1"/>
    <dgm:cxn modelId="{40287282-C7C6-4390-8668-3D6C0A5D482C}" type="presParOf" srcId="{D2BE82CA-8FC4-403C-992F-AC2EA87EF556}" destId="{342A4729-CA62-4AC6-A577-E124B9F66931}" srcOrd="1" destOrd="0" presId="urn:microsoft.com/office/officeart/2005/8/layout/orgChart1"/>
    <dgm:cxn modelId="{137FA940-C9C1-4D70-927E-75834B7FBE94}" type="presParOf" srcId="{342A4729-CA62-4AC6-A577-E124B9F66931}" destId="{C472B140-51F0-46FE-BFE2-532D197DBEE5}" srcOrd="0" destOrd="0" presId="urn:microsoft.com/office/officeart/2005/8/layout/orgChart1"/>
    <dgm:cxn modelId="{55BB53CC-F1F6-460F-8CD2-D083E23D7ADF}" type="presParOf" srcId="{342A4729-CA62-4AC6-A577-E124B9F66931}" destId="{8BD7CC97-225C-4A1A-863B-4CF965D9BF06}" srcOrd="1" destOrd="0" presId="urn:microsoft.com/office/officeart/2005/8/layout/orgChart1"/>
    <dgm:cxn modelId="{EFDF682B-0D24-4FFF-9DEA-E93B15AA2F24}" type="presParOf" srcId="{8BD7CC97-225C-4A1A-863B-4CF965D9BF06}" destId="{0058E585-1DCA-4053-AA9C-AE843F9212B1}" srcOrd="0" destOrd="0" presId="urn:microsoft.com/office/officeart/2005/8/layout/orgChart1"/>
    <dgm:cxn modelId="{D7CB292A-CF07-4CF4-BB83-D9F45B86D1AC}" type="presParOf" srcId="{0058E585-1DCA-4053-AA9C-AE843F9212B1}" destId="{81F65026-AB1B-43FF-8C3C-10A484F69584}" srcOrd="0" destOrd="0" presId="urn:microsoft.com/office/officeart/2005/8/layout/orgChart1"/>
    <dgm:cxn modelId="{2A8C8CD4-7190-400B-BFD2-A0AC37A6328A}" type="presParOf" srcId="{0058E585-1DCA-4053-AA9C-AE843F9212B1}" destId="{47C434A7-F9A7-40AE-8DA5-214C88492EE8}" srcOrd="1" destOrd="0" presId="urn:microsoft.com/office/officeart/2005/8/layout/orgChart1"/>
    <dgm:cxn modelId="{E3FEC3FE-FF9B-482B-B315-792857D9BE2D}" type="presParOf" srcId="{8BD7CC97-225C-4A1A-863B-4CF965D9BF06}" destId="{A111F5E1-FD2E-4593-B732-7A4D88555DC7}" srcOrd="1" destOrd="0" presId="urn:microsoft.com/office/officeart/2005/8/layout/orgChart1"/>
    <dgm:cxn modelId="{92C113DE-3563-4C17-9ECC-F5C3A7485AE1}" type="presParOf" srcId="{8BD7CC97-225C-4A1A-863B-4CF965D9BF06}" destId="{2944FE1C-9B3B-405F-9A96-27391F0E75F0}" srcOrd="2" destOrd="0" presId="urn:microsoft.com/office/officeart/2005/8/layout/orgChart1"/>
    <dgm:cxn modelId="{F3D7B6ED-1E9B-484F-BD76-6B685C5045E7}" type="presParOf" srcId="{342A4729-CA62-4AC6-A577-E124B9F66931}" destId="{34C3A9FD-30D6-4129-8960-7E587443F938}" srcOrd="2" destOrd="0" presId="urn:microsoft.com/office/officeart/2005/8/layout/orgChart1"/>
    <dgm:cxn modelId="{2DF94A07-C9A9-46C4-837F-515EEEBE7816}" type="presParOf" srcId="{342A4729-CA62-4AC6-A577-E124B9F66931}" destId="{982A0E09-08A1-47D5-B4F2-794644B35058}" srcOrd="3" destOrd="0" presId="urn:microsoft.com/office/officeart/2005/8/layout/orgChart1"/>
    <dgm:cxn modelId="{8B339DB1-527C-403C-8ADB-8E4D43ED8AD0}" type="presParOf" srcId="{982A0E09-08A1-47D5-B4F2-794644B35058}" destId="{6EF0FF11-9CDE-4404-8791-0196C0A2E396}" srcOrd="0" destOrd="0" presId="urn:microsoft.com/office/officeart/2005/8/layout/orgChart1"/>
    <dgm:cxn modelId="{163F85EC-246E-4140-A0B6-1AA2ECB77066}" type="presParOf" srcId="{6EF0FF11-9CDE-4404-8791-0196C0A2E396}" destId="{767298F3-A1B4-4AF3-8D99-1E433AA344A9}" srcOrd="0" destOrd="0" presId="urn:microsoft.com/office/officeart/2005/8/layout/orgChart1"/>
    <dgm:cxn modelId="{37AA71B1-5263-49F1-B769-0234E876B481}" type="presParOf" srcId="{6EF0FF11-9CDE-4404-8791-0196C0A2E396}" destId="{A7FB77E0-99A0-4C6C-A07D-4C91BE84CAA9}" srcOrd="1" destOrd="0" presId="urn:microsoft.com/office/officeart/2005/8/layout/orgChart1"/>
    <dgm:cxn modelId="{87EC14A9-B114-4B34-84DC-8AE8CA948AD8}" type="presParOf" srcId="{982A0E09-08A1-47D5-B4F2-794644B35058}" destId="{D8878A00-ACA3-4B27-BE42-A601BD74D1E3}" srcOrd="1" destOrd="0" presId="urn:microsoft.com/office/officeart/2005/8/layout/orgChart1"/>
    <dgm:cxn modelId="{0A1D95AD-288C-48E8-92BE-0E408F199374}" type="presParOf" srcId="{982A0E09-08A1-47D5-B4F2-794644B35058}" destId="{547AF146-2077-42FC-895B-17A85B85A2D4}" srcOrd="2" destOrd="0" presId="urn:microsoft.com/office/officeart/2005/8/layout/orgChart1"/>
    <dgm:cxn modelId="{A9C82073-D7F5-43D9-A541-A759E2443F2D}" type="presParOf" srcId="{D2BE82CA-8FC4-403C-992F-AC2EA87EF556}" destId="{D2FFDA67-51F6-45F9-A6AE-A1EDA12D83C7}" srcOrd="2" destOrd="0" presId="urn:microsoft.com/office/officeart/2005/8/layout/orgChart1"/>
    <dgm:cxn modelId="{2C39C1CD-060A-4225-AE4F-C19DAF70417E}" type="presParOf" srcId="{B47A97CD-6AE2-482A-B3AE-7EC55FA3FB75}" destId="{DBB9E2D9-090E-4758-AC3C-73EA0A12FF33}" srcOrd="2" destOrd="0" presId="urn:microsoft.com/office/officeart/2005/8/layout/orgChart1"/>
    <dgm:cxn modelId="{AD08A8B5-41AD-4FC0-A705-B0AAC1D3E76A}" type="presParOf" srcId="{09E4C95E-511A-459E-9F0F-F5F02D9C65C0}" destId="{47845334-8CF7-4B92-AC9D-B1018AA497BD}" srcOrd="2" destOrd="0" presId="urn:microsoft.com/office/officeart/2005/8/layout/orgChart1"/>
    <dgm:cxn modelId="{5B796CFE-9ECB-4209-8D4A-28F8C3A2E94F}" type="presParOf" srcId="{09E4C95E-511A-459E-9F0F-F5F02D9C65C0}" destId="{89218619-6C2A-45AB-A702-273282C4D862}" srcOrd="3" destOrd="0" presId="urn:microsoft.com/office/officeart/2005/8/layout/orgChart1"/>
    <dgm:cxn modelId="{3A3AA856-10AD-469B-8F0B-CECD56C7F0DD}" type="presParOf" srcId="{89218619-6C2A-45AB-A702-273282C4D862}" destId="{8335173E-9A49-40EA-986D-98888C383D30}" srcOrd="0" destOrd="0" presId="urn:microsoft.com/office/officeart/2005/8/layout/orgChart1"/>
    <dgm:cxn modelId="{00ED6BAD-0F12-4E09-81AD-D8A951E47A7E}" type="presParOf" srcId="{8335173E-9A49-40EA-986D-98888C383D30}" destId="{A100094E-083B-4086-BEFF-1EC7711664C5}" srcOrd="0" destOrd="0" presId="urn:microsoft.com/office/officeart/2005/8/layout/orgChart1"/>
    <dgm:cxn modelId="{5FEDD7ED-90F6-4AFB-81CC-EAA0CF803978}" type="presParOf" srcId="{8335173E-9A49-40EA-986D-98888C383D30}" destId="{5B518E81-8345-4D90-BD3C-4FD4E6901554}" srcOrd="1" destOrd="0" presId="urn:microsoft.com/office/officeart/2005/8/layout/orgChart1"/>
    <dgm:cxn modelId="{895AB083-36D6-4118-B370-A1DD17F907B2}" type="presParOf" srcId="{89218619-6C2A-45AB-A702-273282C4D862}" destId="{C7B36271-7AB4-4E15-B01B-0AE2C6C93D7B}" srcOrd="1" destOrd="0" presId="urn:microsoft.com/office/officeart/2005/8/layout/orgChart1"/>
    <dgm:cxn modelId="{A32BD1CC-8F70-4BE7-936F-E404C2CB4F79}" type="presParOf" srcId="{C7B36271-7AB4-4E15-B01B-0AE2C6C93D7B}" destId="{03D90786-AE6E-4D20-BA37-7BB32E0DE43B}" srcOrd="0" destOrd="0" presId="urn:microsoft.com/office/officeart/2005/8/layout/orgChart1"/>
    <dgm:cxn modelId="{BF007A6C-F329-4223-8854-CEF1D9A8EAC5}" type="presParOf" srcId="{C7B36271-7AB4-4E15-B01B-0AE2C6C93D7B}" destId="{5ED48830-96B6-4151-A94E-DB14D5C7F274}" srcOrd="1" destOrd="0" presId="urn:microsoft.com/office/officeart/2005/8/layout/orgChart1"/>
    <dgm:cxn modelId="{9CF761BC-1BA7-4A6A-8599-3DB35B1C87BB}" type="presParOf" srcId="{5ED48830-96B6-4151-A94E-DB14D5C7F274}" destId="{9177902E-2500-410E-8D5A-182B52D7BF6C}" srcOrd="0" destOrd="0" presId="urn:microsoft.com/office/officeart/2005/8/layout/orgChart1"/>
    <dgm:cxn modelId="{949F6FDA-0C03-4CF7-898D-006968236915}" type="presParOf" srcId="{9177902E-2500-410E-8D5A-182B52D7BF6C}" destId="{5E0D5D4D-071E-4093-95ED-362593C4E3C1}" srcOrd="0" destOrd="0" presId="urn:microsoft.com/office/officeart/2005/8/layout/orgChart1"/>
    <dgm:cxn modelId="{2071DD06-547F-4B7F-9694-85E977A623EC}" type="presParOf" srcId="{9177902E-2500-410E-8D5A-182B52D7BF6C}" destId="{9ECCACEF-1A60-4673-9978-201671603B4C}" srcOrd="1" destOrd="0" presId="urn:microsoft.com/office/officeart/2005/8/layout/orgChart1"/>
    <dgm:cxn modelId="{052F0589-C762-43E8-8316-A4C9E4BB5E1B}" type="presParOf" srcId="{5ED48830-96B6-4151-A94E-DB14D5C7F274}" destId="{5C29F9CF-D99B-4B95-8874-B350104A0AA0}" srcOrd="1" destOrd="0" presId="urn:microsoft.com/office/officeart/2005/8/layout/orgChart1"/>
    <dgm:cxn modelId="{ADD41C51-1991-409C-A9D4-BC3C26D8D8A4}" type="presParOf" srcId="{5C29F9CF-D99B-4B95-8874-B350104A0AA0}" destId="{FB40934C-B2A6-47A7-9D3B-94EF8C82922D}" srcOrd="0" destOrd="0" presId="urn:microsoft.com/office/officeart/2005/8/layout/orgChart1"/>
    <dgm:cxn modelId="{AE5BE9CC-3393-4685-AA1C-BF9FE4BCE9C5}" type="presParOf" srcId="{5C29F9CF-D99B-4B95-8874-B350104A0AA0}" destId="{4BFF606F-0A6E-423E-BEB2-833FABD9538E}" srcOrd="1" destOrd="0" presId="urn:microsoft.com/office/officeart/2005/8/layout/orgChart1"/>
    <dgm:cxn modelId="{4440FDAA-1E06-40A4-9BA3-5CD4513D5233}" type="presParOf" srcId="{4BFF606F-0A6E-423E-BEB2-833FABD9538E}" destId="{4F626FAF-4321-4976-BCEC-DACF09C3CA04}" srcOrd="0" destOrd="0" presId="urn:microsoft.com/office/officeart/2005/8/layout/orgChart1"/>
    <dgm:cxn modelId="{116A8265-49F7-479C-BD04-3B255DFB7D0F}" type="presParOf" srcId="{4F626FAF-4321-4976-BCEC-DACF09C3CA04}" destId="{2B50F316-1879-4EC4-9D80-896B473068C7}" srcOrd="0" destOrd="0" presId="urn:microsoft.com/office/officeart/2005/8/layout/orgChart1"/>
    <dgm:cxn modelId="{608C8EF4-082E-49D9-82AD-F29251B3E825}" type="presParOf" srcId="{4F626FAF-4321-4976-BCEC-DACF09C3CA04}" destId="{A5F66F29-CCF5-43A2-BCEE-38535C58B947}" srcOrd="1" destOrd="0" presId="urn:microsoft.com/office/officeart/2005/8/layout/orgChart1"/>
    <dgm:cxn modelId="{1C02C4EA-7A2E-422C-8B61-958F5EC61B5E}" type="presParOf" srcId="{4BFF606F-0A6E-423E-BEB2-833FABD9538E}" destId="{BC162598-61E1-4208-BB8D-99D47ABE53A1}" srcOrd="1" destOrd="0" presId="urn:microsoft.com/office/officeart/2005/8/layout/orgChart1"/>
    <dgm:cxn modelId="{0CC689C4-BF85-4AAE-8896-D261845E8123}" type="presParOf" srcId="{4BFF606F-0A6E-423E-BEB2-833FABD9538E}" destId="{DC8FED63-1CA3-4826-BF12-6E9AA07E4852}" srcOrd="2" destOrd="0" presId="urn:microsoft.com/office/officeart/2005/8/layout/orgChart1"/>
    <dgm:cxn modelId="{04DB2733-157B-4C3C-A043-2F181FAB08FF}" type="presParOf" srcId="{5C29F9CF-D99B-4B95-8874-B350104A0AA0}" destId="{1073CB3B-60AE-43CD-AA07-80B0C6A99FAF}" srcOrd="2" destOrd="0" presId="urn:microsoft.com/office/officeart/2005/8/layout/orgChart1"/>
    <dgm:cxn modelId="{A3DD0B66-C962-4D6E-8109-4804B4A11D46}" type="presParOf" srcId="{5C29F9CF-D99B-4B95-8874-B350104A0AA0}" destId="{73875F81-40DE-4838-AB73-DC3BC5D3063E}" srcOrd="3" destOrd="0" presId="urn:microsoft.com/office/officeart/2005/8/layout/orgChart1"/>
    <dgm:cxn modelId="{F079A369-E367-415E-94E4-762AADC7C776}" type="presParOf" srcId="{73875F81-40DE-4838-AB73-DC3BC5D3063E}" destId="{F0794EC8-9FED-415F-81BC-987390DC2FA2}" srcOrd="0" destOrd="0" presId="urn:microsoft.com/office/officeart/2005/8/layout/orgChart1"/>
    <dgm:cxn modelId="{F2C90F97-38B2-4781-BBB3-647DFD0B5CFE}" type="presParOf" srcId="{F0794EC8-9FED-415F-81BC-987390DC2FA2}" destId="{110C8BB8-22BA-4CC7-AFD0-ED80A5CB9247}" srcOrd="0" destOrd="0" presId="urn:microsoft.com/office/officeart/2005/8/layout/orgChart1"/>
    <dgm:cxn modelId="{8E78E087-6FC2-43D1-9078-E8E2E7C0CFF4}" type="presParOf" srcId="{F0794EC8-9FED-415F-81BC-987390DC2FA2}" destId="{A40E78A6-D310-4E10-B77F-9DA885A5AA0A}" srcOrd="1" destOrd="0" presId="urn:microsoft.com/office/officeart/2005/8/layout/orgChart1"/>
    <dgm:cxn modelId="{D23DAD55-443D-4D6A-A5A9-295FC933605C}" type="presParOf" srcId="{73875F81-40DE-4838-AB73-DC3BC5D3063E}" destId="{148FEA23-A38B-42E1-9D7F-E2F2AF97900E}" srcOrd="1" destOrd="0" presId="urn:microsoft.com/office/officeart/2005/8/layout/orgChart1"/>
    <dgm:cxn modelId="{2C65F40C-DF88-427A-815C-574239A82C31}" type="presParOf" srcId="{73875F81-40DE-4838-AB73-DC3BC5D3063E}" destId="{E60AF4C3-F083-4BD2-9642-E698A32E18C1}" srcOrd="2" destOrd="0" presId="urn:microsoft.com/office/officeart/2005/8/layout/orgChart1"/>
    <dgm:cxn modelId="{BED1E66C-714B-4358-A7D8-65608ED08C6D}" type="presParOf" srcId="{5C29F9CF-D99B-4B95-8874-B350104A0AA0}" destId="{AE7E8CDB-3182-4F7D-B0D1-BE0B8668BF24}" srcOrd="4" destOrd="0" presId="urn:microsoft.com/office/officeart/2005/8/layout/orgChart1"/>
    <dgm:cxn modelId="{AE72DC71-3FB3-45A3-B4E0-F0DE37EADDE6}" type="presParOf" srcId="{5C29F9CF-D99B-4B95-8874-B350104A0AA0}" destId="{E3128E8B-0F12-49A7-8345-40A7C166A1F1}" srcOrd="5" destOrd="0" presId="urn:microsoft.com/office/officeart/2005/8/layout/orgChart1"/>
    <dgm:cxn modelId="{1658400D-5654-4F8E-BD07-34D245799CAE}" type="presParOf" srcId="{E3128E8B-0F12-49A7-8345-40A7C166A1F1}" destId="{3B7A3A2E-C9EE-4B32-BB9F-5EE95CA50DCC}" srcOrd="0" destOrd="0" presId="urn:microsoft.com/office/officeart/2005/8/layout/orgChart1"/>
    <dgm:cxn modelId="{FD8B412E-C1ED-4743-B62E-0966BC7902F3}" type="presParOf" srcId="{3B7A3A2E-C9EE-4B32-BB9F-5EE95CA50DCC}" destId="{23DC8785-B06D-4D81-9ECA-DDB11B65F57E}" srcOrd="0" destOrd="0" presId="urn:microsoft.com/office/officeart/2005/8/layout/orgChart1"/>
    <dgm:cxn modelId="{81CA8D94-AD17-4307-8174-D30B081824F5}" type="presParOf" srcId="{3B7A3A2E-C9EE-4B32-BB9F-5EE95CA50DCC}" destId="{89ED09CA-8D93-41E7-853F-34E173F34113}" srcOrd="1" destOrd="0" presId="urn:microsoft.com/office/officeart/2005/8/layout/orgChart1"/>
    <dgm:cxn modelId="{031C9B81-06B9-4B63-B539-78527328893F}" type="presParOf" srcId="{E3128E8B-0F12-49A7-8345-40A7C166A1F1}" destId="{1AD70398-2FA4-4932-AF7F-943C882073AE}" srcOrd="1" destOrd="0" presId="urn:microsoft.com/office/officeart/2005/8/layout/orgChart1"/>
    <dgm:cxn modelId="{BE7CD664-3610-4EDB-98EF-3BF5956800CF}" type="presParOf" srcId="{E3128E8B-0F12-49A7-8345-40A7C166A1F1}" destId="{EFDB5CAD-219B-4E31-A7C0-E028D2409FD4}" srcOrd="2" destOrd="0" presId="urn:microsoft.com/office/officeart/2005/8/layout/orgChart1"/>
    <dgm:cxn modelId="{C3CA6089-E3F0-42AF-99D9-7DA1E9CB00FE}" type="presParOf" srcId="{5ED48830-96B6-4151-A94E-DB14D5C7F274}" destId="{F59E72AC-5A6D-4229-84A9-F24324509B4F}" srcOrd="2" destOrd="0" presId="urn:microsoft.com/office/officeart/2005/8/layout/orgChart1"/>
    <dgm:cxn modelId="{903F4010-7063-43E4-9E89-08D14060E653}" type="presParOf" srcId="{C7B36271-7AB4-4E15-B01B-0AE2C6C93D7B}" destId="{C65F68FE-3CC3-422E-B2E0-B52D4DA116C9}" srcOrd="2" destOrd="0" presId="urn:microsoft.com/office/officeart/2005/8/layout/orgChart1"/>
    <dgm:cxn modelId="{0F0A20DF-AA6C-4458-9818-7A04380D68A8}" type="presParOf" srcId="{C7B36271-7AB4-4E15-B01B-0AE2C6C93D7B}" destId="{98209297-BBDD-4F3C-BBC5-C4419BDE8E1D}" srcOrd="3" destOrd="0" presId="urn:microsoft.com/office/officeart/2005/8/layout/orgChart1"/>
    <dgm:cxn modelId="{A4DA5018-404A-44B4-8D1B-CDB0EC7F4EB6}" type="presParOf" srcId="{98209297-BBDD-4F3C-BBC5-C4419BDE8E1D}" destId="{9667A7FD-EC56-4D36-873C-7FAC4BA57BD0}" srcOrd="0" destOrd="0" presId="urn:microsoft.com/office/officeart/2005/8/layout/orgChart1"/>
    <dgm:cxn modelId="{073EF029-ECD0-4DC6-B276-37A02D0ABD00}" type="presParOf" srcId="{9667A7FD-EC56-4D36-873C-7FAC4BA57BD0}" destId="{97BF2314-B7B5-4D2B-8309-F7C86F0F4D77}" srcOrd="0" destOrd="0" presId="urn:microsoft.com/office/officeart/2005/8/layout/orgChart1"/>
    <dgm:cxn modelId="{221E697D-DADA-4FDA-B0CF-C4C294C04CA9}" type="presParOf" srcId="{9667A7FD-EC56-4D36-873C-7FAC4BA57BD0}" destId="{40BC5970-878C-4D5B-AA28-EF31BB8EB1F6}" srcOrd="1" destOrd="0" presId="urn:microsoft.com/office/officeart/2005/8/layout/orgChart1"/>
    <dgm:cxn modelId="{30CFC80E-4B38-4758-AA4B-FD9A1CCE9899}" type="presParOf" srcId="{98209297-BBDD-4F3C-BBC5-C4419BDE8E1D}" destId="{5AE82DD3-17A4-4FD3-9779-C02C5D19A15C}" srcOrd="1" destOrd="0" presId="urn:microsoft.com/office/officeart/2005/8/layout/orgChart1"/>
    <dgm:cxn modelId="{63B82281-800A-499E-A44C-9C50F5C47D8A}" type="presParOf" srcId="{5AE82DD3-17A4-4FD3-9779-C02C5D19A15C}" destId="{EE9C80F3-7EB4-4EAE-840A-26172EDAD41C}" srcOrd="0" destOrd="0" presId="urn:microsoft.com/office/officeart/2005/8/layout/orgChart1"/>
    <dgm:cxn modelId="{24106077-6866-4915-8C6B-3C8D15F40F57}" type="presParOf" srcId="{5AE82DD3-17A4-4FD3-9779-C02C5D19A15C}" destId="{794A3AA8-1241-4E7B-AA32-9EE9418E2B08}" srcOrd="1" destOrd="0" presId="urn:microsoft.com/office/officeart/2005/8/layout/orgChart1"/>
    <dgm:cxn modelId="{8703124F-47A4-4002-AC9D-8C7A216ABF7E}" type="presParOf" srcId="{794A3AA8-1241-4E7B-AA32-9EE9418E2B08}" destId="{C1EB36EB-C357-4B2C-A5B4-D9157EBA727F}" srcOrd="0" destOrd="0" presId="urn:microsoft.com/office/officeart/2005/8/layout/orgChart1"/>
    <dgm:cxn modelId="{13B3B454-1D06-478F-9FBA-0A83AA822BFE}" type="presParOf" srcId="{C1EB36EB-C357-4B2C-A5B4-D9157EBA727F}" destId="{16159F22-8073-4582-B1D2-28A3A11958E0}" srcOrd="0" destOrd="0" presId="urn:microsoft.com/office/officeart/2005/8/layout/orgChart1"/>
    <dgm:cxn modelId="{57C1089B-EA65-41B5-AF1C-26AE20E8FED2}" type="presParOf" srcId="{C1EB36EB-C357-4B2C-A5B4-D9157EBA727F}" destId="{64FE6A40-7663-4B02-BE23-7A17F0E2DB33}" srcOrd="1" destOrd="0" presId="urn:microsoft.com/office/officeart/2005/8/layout/orgChart1"/>
    <dgm:cxn modelId="{D326A6BB-1406-4182-B43A-A479CA7CD0D2}" type="presParOf" srcId="{794A3AA8-1241-4E7B-AA32-9EE9418E2B08}" destId="{91CD2E53-D7A8-47FE-B786-4DBFA133C719}" srcOrd="1" destOrd="0" presId="urn:microsoft.com/office/officeart/2005/8/layout/orgChart1"/>
    <dgm:cxn modelId="{BB250485-0444-47E2-A9AC-14D09311E66D}" type="presParOf" srcId="{794A3AA8-1241-4E7B-AA32-9EE9418E2B08}" destId="{A2558BDB-CAE8-4C36-8635-A9792B0E71AC}" srcOrd="2" destOrd="0" presId="urn:microsoft.com/office/officeart/2005/8/layout/orgChart1"/>
    <dgm:cxn modelId="{017A4B50-55A5-4AAB-9884-29C3BAD762E4}" type="presParOf" srcId="{5AE82DD3-17A4-4FD3-9779-C02C5D19A15C}" destId="{76595A5D-3ED8-4596-98F3-6D41B047A3A8}" srcOrd="2" destOrd="0" presId="urn:microsoft.com/office/officeart/2005/8/layout/orgChart1"/>
    <dgm:cxn modelId="{740E918E-2C3C-4C47-B3E3-5BC7263E78FA}" type="presParOf" srcId="{5AE82DD3-17A4-4FD3-9779-C02C5D19A15C}" destId="{A81B36D3-C213-4A04-B186-0B718A7391B3}" srcOrd="3" destOrd="0" presId="urn:microsoft.com/office/officeart/2005/8/layout/orgChart1"/>
    <dgm:cxn modelId="{AE36AE0F-5673-4757-BF1B-0C112C60CFB4}" type="presParOf" srcId="{A81B36D3-C213-4A04-B186-0B718A7391B3}" destId="{EFF3C7AC-92AB-4B58-B30D-7AD024232766}" srcOrd="0" destOrd="0" presId="urn:microsoft.com/office/officeart/2005/8/layout/orgChart1"/>
    <dgm:cxn modelId="{003BD888-84C9-4567-916A-3CA63F091F07}" type="presParOf" srcId="{EFF3C7AC-92AB-4B58-B30D-7AD024232766}" destId="{DD182B45-B27A-4F3C-8B65-4912C3155890}" srcOrd="0" destOrd="0" presId="urn:microsoft.com/office/officeart/2005/8/layout/orgChart1"/>
    <dgm:cxn modelId="{2443C983-7F84-4A62-9A2B-A8363720F98C}" type="presParOf" srcId="{EFF3C7AC-92AB-4B58-B30D-7AD024232766}" destId="{98FDD4AD-51A5-4D3F-AC66-6E29DD522EEE}" srcOrd="1" destOrd="0" presId="urn:microsoft.com/office/officeart/2005/8/layout/orgChart1"/>
    <dgm:cxn modelId="{919705AA-588C-4801-86C9-EF30C94AA972}" type="presParOf" srcId="{A81B36D3-C213-4A04-B186-0B718A7391B3}" destId="{FF8970BA-7A72-43CB-A81C-4E7841CA0CE2}" srcOrd="1" destOrd="0" presId="urn:microsoft.com/office/officeart/2005/8/layout/orgChart1"/>
    <dgm:cxn modelId="{427F99E6-6932-43E6-99C4-E45D1C773050}" type="presParOf" srcId="{A81B36D3-C213-4A04-B186-0B718A7391B3}" destId="{CF90097B-A5DA-4A20-8EDD-5CDBB15A8DDA}" srcOrd="2" destOrd="0" presId="urn:microsoft.com/office/officeart/2005/8/layout/orgChart1"/>
    <dgm:cxn modelId="{A72B7915-C0DC-46BA-A608-E921A559AF27}" type="presParOf" srcId="{5AE82DD3-17A4-4FD3-9779-C02C5D19A15C}" destId="{FFC488C0-6AC0-4D53-ACA3-A1EA50BB9FD8}" srcOrd="4" destOrd="0" presId="urn:microsoft.com/office/officeart/2005/8/layout/orgChart1"/>
    <dgm:cxn modelId="{B56B5C4E-5A2C-4E0F-8879-AE9D91D60B6A}" type="presParOf" srcId="{5AE82DD3-17A4-4FD3-9779-C02C5D19A15C}" destId="{B05EDFDA-B75C-42FA-B8AE-77DF568568D5}" srcOrd="5" destOrd="0" presId="urn:microsoft.com/office/officeart/2005/8/layout/orgChart1"/>
    <dgm:cxn modelId="{C749289D-3E59-435D-B01B-9871F591604E}" type="presParOf" srcId="{B05EDFDA-B75C-42FA-B8AE-77DF568568D5}" destId="{D90B28FD-6831-48D3-BD33-96CB24F1DEA5}" srcOrd="0" destOrd="0" presId="urn:microsoft.com/office/officeart/2005/8/layout/orgChart1"/>
    <dgm:cxn modelId="{2B3184B0-3C09-4839-8791-0E6B76C98956}" type="presParOf" srcId="{D90B28FD-6831-48D3-BD33-96CB24F1DEA5}" destId="{8C9743F8-C6C0-41B1-B005-1B96D8A260E9}" srcOrd="0" destOrd="0" presId="urn:microsoft.com/office/officeart/2005/8/layout/orgChart1"/>
    <dgm:cxn modelId="{37FEDC33-F20A-4D4B-A54A-15D7EB986306}" type="presParOf" srcId="{D90B28FD-6831-48D3-BD33-96CB24F1DEA5}" destId="{3F8CB060-0BF3-49C6-BC44-3F888ED5885A}" srcOrd="1" destOrd="0" presId="urn:microsoft.com/office/officeart/2005/8/layout/orgChart1"/>
    <dgm:cxn modelId="{BCC06530-B9BD-4D82-AC62-3834D6352568}" type="presParOf" srcId="{B05EDFDA-B75C-42FA-B8AE-77DF568568D5}" destId="{3B13C5D9-2C3F-47DB-A530-58BEAA8813FB}" srcOrd="1" destOrd="0" presId="urn:microsoft.com/office/officeart/2005/8/layout/orgChart1"/>
    <dgm:cxn modelId="{6045F378-EA81-4B48-A3AD-7933F137A57F}" type="presParOf" srcId="{B05EDFDA-B75C-42FA-B8AE-77DF568568D5}" destId="{3AEB23BE-76FD-404A-8140-F03C86DBAEDB}" srcOrd="2" destOrd="0" presId="urn:microsoft.com/office/officeart/2005/8/layout/orgChart1"/>
    <dgm:cxn modelId="{6C431CEC-58E1-4114-8645-26BEFEBF4929}" type="presParOf" srcId="{98209297-BBDD-4F3C-BBC5-C4419BDE8E1D}" destId="{90724C39-624A-41B5-96A9-D0D4C76BEA92}" srcOrd="2" destOrd="0" presId="urn:microsoft.com/office/officeart/2005/8/layout/orgChart1"/>
    <dgm:cxn modelId="{600F215D-BA70-43C9-AC62-D4D96F76E63A}" type="presParOf" srcId="{89218619-6C2A-45AB-A702-273282C4D862}" destId="{79C21C5C-BCE0-440F-BB57-3C6711100D97}" srcOrd="2" destOrd="0" presId="urn:microsoft.com/office/officeart/2005/8/layout/orgChart1"/>
    <dgm:cxn modelId="{E25FE68B-533A-4F85-8EE8-D08A43BCDC0D}" type="presParOf" srcId="{3DF3BD78-C4BF-459C-961D-DD46A4B71123}" destId="{2EB6B13B-8640-4DA8-832A-93362679473F}" srcOrd="2" destOrd="0" presId="urn:microsoft.com/office/officeart/2005/8/layout/orgChart1"/>
    <dgm:cxn modelId="{C26C2CC7-6CA4-4E91-9AA2-97F34120CBC2}" type="presParOf" srcId="{445DA5EE-73F8-4F4C-8369-1BA54A78A3D2}" destId="{1CDB9DF7-910F-457D-AC37-C0EEC071CDFA}"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63E24B07-8023-4E9F-8558-D5757EF64B7C}"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84CE331B-A2F1-4994-A2C0-B65489AF8510}">
      <dgm:prSet/>
      <dgm:spPr>
        <a:solidFill>
          <a:schemeClr val="bg1"/>
        </a:solidFill>
      </dgm:spPr>
      <dgm:t>
        <a:bodyPr/>
        <a:lstStyle/>
        <a:p>
          <a:r>
            <a:rPr lang="it-IT" noProof="0" dirty="0"/>
            <a:t>SUMMARY</a:t>
          </a:r>
          <a:endParaRPr lang="en-US" noProof="0" dirty="0"/>
        </a:p>
      </dgm:t>
    </dgm:pt>
    <dgm:pt modelId="{CC435F49-3F9A-47FC-88AE-935FC54B5CCD}" type="parTrans" cxnId="{97D164E1-ACE2-4B9F-B4DD-72A46629E42C}">
      <dgm:prSet/>
      <dgm:spPr/>
      <dgm:t>
        <a:bodyPr/>
        <a:lstStyle/>
        <a:p>
          <a:endParaRPr lang="en-US"/>
        </a:p>
      </dgm:t>
    </dgm:pt>
    <dgm:pt modelId="{9C795862-B258-406F-AD2D-407A4D17CDDB}" type="sibTrans" cxnId="{97D164E1-ACE2-4B9F-B4DD-72A46629E42C}">
      <dgm:prSet/>
      <dgm:spPr/>
      <dgm:t>
        <a:bodyPr/>
        <a:lstStyle/>
        <a:p>
          <a:endParaRPr lang="en-US"/>
        </a:p>
      </dgm:t>
    </dgm:pt>
    <dgm:pt modelId="{C6F996E9-5985-4AE7-B223-2F0FA1F94499}">
      <dgm:prSet/>
      <dgm:spPr/>
      <dgm:t>
        <a:bodyPr/>
        <a:lstStyle/>
        <a:p>
          <a:r>
            <a:rPr lang="en-US" noProof="0" dirty="0"/>
            <a:t>BENEFIT MAP</a:t>
          </a:r>
        </a:p>
      </dgm:t>
    </dgm:pt>
    <dgm:pt modelId="{B1590632-4859-40DB-9BD3-A6B996329AFF}" type="parTrans" cxnId="{5A103ACB-3012-4C67-AA5D-685D0AA17E2D}">
      <dgm:prSet/>
      <dgm:spPr/>
      <dgm:t>
        <a:bodyPr/>
        <a:lstStyle/>
        <a:p>
          <a:endParaRPr lang="en-US"/>
        </a:p>
      </dgm:t>
    </dgm:pt>
    <dgm:pt modelId="{30A4A628-A0EB-4568-98A5-63C9817D006B}" type="sibTrans" cxnId="{5A103ACB-3012-4C67-AA5D-685D0AA17E2D}">
      <dgm:prSet/>
      <dgm:spPr/>
      <dgm:t>
        <a:bodyPr/>
        <a:lstStyle/>
        <a:p>
          <a:endParaRPr lang="en-US"/>
        </a:p>
      </dgm:t>
    </dgm:pt>
    <dgm:pt modelId="{8900369D-2544-4282-B2F5-434020914D80}">
      <dgm:prSet/>
      <dgm:spPr/>
      <dgm:t>
        <a:bodyPr/>
        <a:lstStyle/>
        <a:p>
          <a:r>
            <a:rPr lang="en-US" noProof="0" dirty="0"/>
            <a:t>SENSITIVITY ANALYSIS</a:t>
          </a:r>
        </a:p>
      </dgm:t>
    </dgm:pt>
    <dgm:pt modelId="{903D01E4-1E95-463F-A01B-275115D5D118}" type="parTrans" cxnId="{DDE85CA9-B7BD-4F20-99C7-8D74C3C22845}">
      <dgm:prSet/>
      <dgm:spPr/>
      <dgm:t>
        <a:bodyPr/>
        <a:lstStyle/>
        <a:p>
          <a:endParaRPr lang="en-US"/>
        </a:p>
      </dgm:t>
    </dgm:pt>
    <dgm:pt modelId="{57F3BF74-AA03-43E6-8CE1-D5CDC70743FD}" type="sibTrans" cxnId="{DDE85CA9-B7BD-4F20-99C7-8D74C3C22845}">
      <dgm:prSet/>
      <dgm:spPr/>
      <dgm:t>
        <a:bodyPr/>
        <a:lstStyle/>
        <a:p>
          <a:endParaRPr lang="en-US"/>
        </a:p>
      </dgm:t>
    </dgm:pt>
    <dgm:pt modelId="{75732081-60CC-4B15-9B66-8337E6A5269E}">
      <dgm:prSet/>
      <dgm:spPr>
        <a:solidFill>
          <a:srgbClr val="FF9933"/>
        </a:solidFill>
        <a:ln w="25400" cap="flat" cmpd="sng" algn="ctr">
          <a:solidFill>
            <a:srgbClr val="000000">
              <a:shade val="80000"/>
              <a:hueOff val="0"/>
              <a:satOff val="0"/>
              <a:lumOff val="0"/>
              <a:alphaOff val="0"/>
            </a:srgbClr>
          </a:solidFill>
          <a:prstDash val="solid"/>
        </a:ln>
        <a:effectLst/>
      </dgm:spPr>
      <dgm:t>
        <a:bodyPr spcFirstLastPara="0" vert="horz" wrap="square" lIns="17780" tIns="17780" rIns="17780" bIns="17780" numCol="1" spcCol="1270" anchor="ctr" anchorCtr="0"/>
        <a:lstStyle/>
        <a:p>
          <a:r>
            <a:rPr lang="en-US" noProof="0" dirty="0"/>
            <a:t>PROJECT COST</a:t>
          </a:r>
        </a:p>
      </dgm:t>
    </dgm:pt>
    <dgm:pt modelId="{2B3C7197-A15F-461F-9659-365653F9EA10}" type="parTrans" cxnId="{983694C3-1176-48AA-862E-010040CFB45E}">
      <dgm:prSet/>
      <dgm:spPr/>
      <dgm:t>
        <a:bodyPr/>
        <a:lstStyle/>
        <a:p>
          <a:endParaRPr lang="en-US"/>
        </a:p>
      </dgm:t>
    </dgm:pt>
    <dgm:pt modelId="{B3C1C00B-EF2C-4112-A76E-542167469372}" type="sibTrans" cxnId="{983694C3-1176-48AA-862E-010040CFB45E}">
      <dgm:prSet/>
      <dgm:spPr/>
      <dgm:t>
        <a:bodyPr/>
        <a:lstStyle/>
        <a:p>
          <a:endParaRPr lang="en-US"/>
        </a:p>
      </dgm:t>
    </dgm:pt>
    <dgm:pt modelId="{D6623F11-B6DD-4799-8D1F-28B3876BD098}">
      <dgm:prSet/>
      <dgm:spPr>
        <a:solidFill>
          <a:schemeClr val="bg1"/>
        </a:solidFill>
      </dgm:spPr>
      <dgm:t>
        <a:bodyPr/>
        <a:lstStyle/>
        <a:p>
          <a:r>
            <a:rPr lang="en-US" noProof="0" dirty="0"/>
            <a:t>COST BENEFIT TREE</a:t>
          </a:r>
        </a:p>
      </dgm:t>
    </dgm:pt>
    <dgm:pt modelId="{8EB596D1-576B-430B-8880-0F34D7926CB8}" type="parTrans" cxnId="{6CCDD3B2-D575-42FA-B063-6C4D9156BC3E}">
      <dgm:prSet/>
      <dgm:spPr/>
      <dgm:t>
        <a:bodyPr/>
        <a:lstStyle/>
        <a:p>
          <a:endParaRPr lang="en-US"/>
        </a:p>
      </dgm:t>
    </dgm:pt>
    <dgm:pt modelId="{25C9561D-BAAD-411B-9B0F-B2C4600177BE}" type="sibTrans" cxnId="{6CCDD3B2-D575-42FA-B063-6C4D9156BC3E}">
      <dgm:prSet/>
      <dgm:spPr/>
      <dgm:t>
        <a:bodyPr/>
        <a:lstStyle/>
        <a:p>
          <a:endParaRPr lang="en-US"/>
        </a:p>
      </dgm:t>
    </dgm:pt>
    <dgm:pt modelId="{1AD13B7A-E548-4639-A9DC-08ABEF550FA9}">
      <dgm:prSet/>
      <dgm:spPr>
        <a:solidFill>
          <a:schemeClr val="bg1"/>
        </a:solidFill>
      </dgm:spPr>
      <dgm:t>
        <a:bodyPr/>
        <a:lstStyle/>
        <a:p>
          <a:r>
            <a:rPr lang="en-US" noProof="0" dirty="0"/>
            <a:t>REVIEW QUESTIONS</a:t>
          </a:r>
        </a:p>
      </dgm:t>
    </dgm:pt>
    <dgm:pt modelId="{388368B9-5D65-4F33-AFCF-057BE5AFBD3C}" type="parTrans" cxnId="{640294D1-FE27-4806-992C-87C3DD812700}">
      <dgm:prSet/>
      <dgm:spPr/>
      <dgm:t>
        <a:bodyPr/>
        <a:lstStyle/>
        <a:p>
          <a:endParaRPr lang="en-US"/>
        </a:p>
      </dgm:t>
    </dgm:pt>
    <dgm:pt modelId="{849948A2-ABA2-4D2F-93A2-CBB05AFBA675}" type="sibTrans" cxnId="{640294D1-FE27-4806-992C-87C3DD812700}">
      <dgm:prSet/>
      <dgm:spPr/>
      <dgm:t>
        <a:bodyPr/>
        <a:lstStyle/>
        <a:p>
          <a:endParaRPr lang="en-US"/>
        </a:p>
      </dgm:t>
    </dgm:pt>
    <dgm:pt modelId="{485770F7-6F6D-41BE-A8E6-3F43790F5527}">
      <dgm:prSet custT="1"/>
      <dgm:spPr>
        <a:solidFill>
          <a:srgbClr val="FF9933"/>
        </a:solidFill>
        <a:ln w="25400" cap="flat" cmpd="sng" algn="ctr">
          <a:solidFill>
            <a:srgbClr val="000000">
              <a:shade val="80000"/>
              <a:hueOff val="0"/>
              <a:satOff val="0"/>
              <a:lumOff val="0"/>
              <a:alphaOff val="0"/>
            </a:srgbClr>
          </a:solidFill>
          <a:prstDash val="solid"/>
        </a:ln>
        <a:effectLst/>
      </dgm:spPr>
      <dgm:t>
        <a:bodyPr spcFirstLastPara="0" vert="horz" wrap="square" lIns="17780" tIns="17780" rIns="17780" bIns="17780" numCol="1" spcCol="1270" anchor="ctr" anchorCtr="0"/>
        <a:lstStyle/>
        <a:p>
          <a:pPr marL="0" lvl="0" indent="0" algn="ctr" defTabSz="1244600">
            <a:lnSpc>
              <a:spcPct val="90000"/>
            </a:lnSpc>
            <a:spcBef>
              <a:spcPct val="0"/>
            </a:spcBef>
            <a:spcAft>
              <a:spcPct val="35000"/>
            </a:spcAft>
            <a:buNone/>
          </a:pPr>
          <a:r>
            <a:rPr lang="en-US" sz="2800" kern="1200" noProof="0" dirty="0">
              <a:solidFill>
                <a:srgbClr val="000000">
                  <a:hueOff val="0"/>
                  <a:satOff val="0"/>
                  <a:lumOff val="0"/>
                  <a:alphaOff val="0"/>
                </a:srgbClr>
              </a:solidFill>
              <a:latin typeface="Times New Roman"/>
              <a:ea typeface="+mn-ea"/>
              <a:cs typeface="+mn-cs"/>
            </a:rPr>
            <a:t>COST MAP</a:t>
          </a:r>
        </a:p>
      </dgm:t>
    </dgm:pt>
    <dgm:pt modelId="{FB4B0A1C-C78B-44A6-9EFA-C5D51A723A3B}" type="parTrans" cxnId="{FDFE7E1A-FA94-4428-8379-49812C3B7779}">
      <dgm:prSet/>
      <dgm:spPr/>
      <dgm:t>
        <a:bodyPr/>
        <a:lstStyle/>
        <a:p>
          <a:endParaRPr lang="en-US"/>
        </a:p>
      </dgm:t>
    </dgm:pt>
    <dgm:pt modelId="{E4B87A78-B693-439D-B71A-9053BCAB9CF6}" type="sibTrans" cxnId="{FDFE7E1A-FA94-4428-8379-49812C3B7779}">
      <dgm:prSet/>
      <dgm:spPr/>
      <dgm:t>
        <a:bodyPr/>
        <a:lstStyle/>
        <a:p>
          <a:endParaRPr lang="en-US"/>
        </a:p>
      </dgm:t>
    </dgm:pt>
    <dgm:pt modelId="{BB85CBC8-B821-4466-9E1E-E04E75128A08}">
      <dgm:prSet custT="1"/>
      <dgm:spPr>
        <a:solidFill>
          <a:srgbClr val="FF9933"/>
        </a:solidFill>
        <a:ln w="25400" cap="flat" cmpd="sng" algn="ctr">
          <a:solidFill>
            <a:srgbClr val="000000">
              <a:shade val="80000"/>
              <a:hueOff val="0"/>
              <a:satOff val="0"/>
              <a:lumOff val="0"/>
              <a:alphaOff val="0"/>
            </a:srgbClr>
          </a:solidFill>
          <a:prstDash val="solid"/>
        </a:ln>
        <a:effectLst/>
      </dgm:spPr>
      <dgm:t>
        <a:bodyPr spcFirstLastPara="0" vert="horz" wrap="square" lIns="17780" tIns="17780" rIns="17780" bIns="17780" numCol="1" spcCol="1270" anchor="ctr" anchorCtr="0"/>
        <a:lstStyle/>
        <a:p>
          <a:pPr marL="0" lvl="0" indent="0" algn="ctr" defTabSz="1244600">
            <a:lnSpc>
              <a:spcPct val="90000"/>
            </a:lnSpc>
            <a:spcBef>
              <a:spcPct val="0"/>
            </a:spcBef>
            <a:spcAft>
              <a:spcPct val="35000"/>
            </a:spcAft>
            <a:buNone/>
          </a:pPr>
          <a:r>
            <a:rPr lang="en-US" sz="2800" kern="1200" noProof="0" dirty="0">
              <a:solidFill>
                <a:srgbClr val="000000">
                  <a:hueOff val="0"/>
                  <a:satOff val="0"/>
                  <a:lumOff val="0"/>
                  <a:alphaOff val="0"/>
                </a:srgbClr>
              </a:solidFill>
              <a:latin typeface="Times New Roman"/>
              <a:ea typeface="+mn-ea"/>
              <a:cs typeface="+mn-cs"/>
            </a:rPr>
            <a:t>SENSITIVITY ANALYSIS</a:t>
          </a:r>
        </a:p>
      </dgm:t>
    </dgm:pt>
    <dgm:pt modelId="{22A4DD3C-489B-42CB-8EC5-1CBEBE251CBE}" type="parTrans" cxnId="{A09840B2-105E-4CFC-BABE-9F52B3F3E885}">
      <dgm:prSet/>
      <dgm:spPr/>
      <dgm:t>
        <a:bodyPr/>
        <a:lstStyle/>
        <a:p>
          <a:endParaRPr lang="en-US"/>
        </a:p>
      </dgm:t>
    </dgm:pt>
    <dgm:pt modelId="{B9001B45-F76D-4C78-B997-9701FDB9E22D}" type="sibTrans" cxnId="{A09840B2-105E-4CFC-BABE-9F52B3F3E885}">
      <dgm:prSet/>
      <dgm:spPr/>
      <dgm:t>
        <a:bodyPr/>
        <a:lstStyle/>
        <a:p>
          <a:endParaRPr lang="en-US"/>
        </a:p>
      </dgm:t>
    </dgm:pt>
    <dgm:pt modelId="{8B778A37-E4D9-4A79-8B11-2B80224D20E7}">
      <dgm:prSet/>
      <dgm:spPr/>
      <dgm:t>
        <a:bodyPr/>
        <a:lstStyle/>
        <a:p>
          <a:r>
            <a:rPr lang="en-US" noProof="0"/>
            <a:t>PROJECT </a:t>
          </a:r>
          <a:r>
            <a:rPr lang="en-US" noProof="0" dirty="0"/>
            <a:t>BENEFIT</a:t>
          </a:r>
        </a:p>
      </dgm:t>
    </dgm:pt>
    <dgm:pt modelId="{5EE49456-161D-4121-93E7-6187DF020D9A}" type="parTrans" cxnId="{7DEC0E01-AE9C-43E0-B072-F6BD1F5AD273}">
      <dgm:prSet/>
      <dgm:spPr/>
      <dgm:t>
        <a:bodyPr/>
        <a:lstStyle/>
        <a:p>
          <a:endParaRPr lang="en-US"/>
        </a:p>
      </dgm:t>
    </dgm:pt>
    <dgm:pt modelId="{95D0EA7F-C7FB-4121-8364-0E8C46F35665}" type="sibTrans" cxnId="{7DEC0E01-AE9C-43E0-B072-F6BD1F5AD273}">
      <dgm:prSet/>
      <dgm:spPr/>
      <dgm:t>
        <a:bodyPr/>
        <a:lstStyle/>
        <a:p>
          <a:endParaRPr lang="en-US"/>
        </a:p>
      </dgm:t>
    </dgm:pt>
    <dgm:pt modelId="{B043F080-F1A6-45BE-8EDF-DC9FCF2503A2}" type="pres">
      <dgm:prSet presAssocID="{63E24B07-8023-4E9F-8558-D5757EF64B7C}" presName="hierChild1" presStyleCnt="0">
        <dgm:presLayoutVars>
          <dgm:orgChart val="1"/>
          <dgm:chPref val="1"/>
          <dgm:dir/>
          <dgm:animOne val="branch"/>
          <dgm:animLvl val="lvl"/>
          <dgm:resizeHandles/>
        </dgm:presLayoutVars>
      </dgm:prSet>
      <dgm:spPr/>
    </dgm:pt>
    <dgm:pt modelId="{E5689C14-D8E5-4433-8491-06AB16B93A99}" type="pres">
      <dgm:prSet presAssocID="{84CE331B-A2F1-4994-A2C0-B65489AF8510}" presName="hierRoot1" presStyleCnt="0">
        <dgm:presLayoutVars>
          <dgm:hierBranch val="r"/>
        </dgm:presLayoutVars>
      </dgm:prSet>
      <dgm:spPr/>
    </dgm:pt>
    <dgm:pt modelId="{34CF62EF-5DD4-48E4-920A-68D857F27D1B}" type="pres">
      <dgm:prSet presAssocID="{84CE331B-A2F1-4994-A2C0-B65489AF8510}" presName="rootComposite1" presStyleCnt="0"/>
      <dgm:spPr/>
    </dgm:pt>
    <dgm:pt modelId="{1AA3B4BA-ED50-4E41-A4CB-821BD025FE04}" type="pres">
      <dgm:prSet presAssocID="{84CE331B-A2F1-4994-A2C0-B65489AF8510}" presName="rootText1" presStyleLbl="node0" presStyleIdx="0" presStyleCnt="3">
        <dgm:presLayoutVars>
          <dgm:chPref val="3"/>
        </dgm:presLayoutVars>
      </dgm:prSet>
      <dgm:spPr/>
    </dgm:pt>
    <dgm:pt modelId="{353DA8B1-F13F-49BB-9D00-623956149B3F}" type="pres">
      <dgm:prSet presAssocID="{84CE331B-A2F1-4994-A2C0-B65489AF8510}" presName="rootConnector1" presStyleLbl="node1" presStyleIdx="0" presStyleCnt="0"/>
      <dgm:spPr/>
    </dgm:pt>
    <dgm:pt modelId="{9E2E75E0-83B4-438D-B64D-84346CDEF77D}" type="pres">
      <dgm:prSet presAssocID="{84CE331B-A2F1-4994-A2C0-B65489AF8510}" presName="hierChild2" presStyleCnt="0"/>
      <dgm:spPr/>
    </dgm:pt>
    <dgm:pt modelId="{8D133B33-8ACF-405A-8198-3E31EC62DB5F}" type="pres">
      <dgm:prSet presAssocID="{8EB596D1-576B-430B-8880-0F34D7926CB8}" presName="Name50" presStyleLbl="parChTrans1D2" presStyleIdx="0" presStyleCnt="6"/>
      <dgm:spPr/>
    </dgm:pt>
    <dgm:pt modelId="{F6C48FB2-4F65-473E-A99D-F49F74356815}" type="pres">
      <dgm:prSet presAssocID="{D6623F11-B6DD-4799-8D1F-28B3876BD098}" presName="hierRoot2" presStyleCnt="0">
        <dgm:presLayoutVars>
          <dgm:hierBranch val="init"/>
        </dgm:presLayoutVars>
      </dgm:prSet>
      <dgm:spPr/>
    </dgm:pt>
    <dgm:pt modelId="{456AA67A-26E4-4882-AF6E-CE2970C413E2}" type="pres">
      <dgm:prSet presAssocID="{D6623F11-B6DD-4799-8D1F-28B3876BD098}" presName="rootComposite" presStyleCnt="0"/>
      <dgm:spPr/>
    </dgm:pt>
    <dgm:pt modelId="{B3806EBD-3BE7-47C3-8D10-AAA7F8DB4E7B}" type="pres">
      <dgm:prSet presAssocID="{D6623F11-B6DD-4799-8D1F-28B3876BD098}" presName="rootText" presStyleLbl="node2" presStyleIdx="0" presStyleCnt="6">
        <dgm:presLayoutVars>
          <dgm:chPref val="3"/>
        </dgm:presLayoutVars>
      </dgm:prSet>
      <dgm:spPr/>
    </dgm:pt>
    <dgm:pt modelId="{F0F98BE4-8949-4B49-8455-22F8D3605694}" type="pres">
      <dgm:prSet presAssocID="{D6623F11-B6DD-4799-8D1F-28B3876BD098}" presName="rootConnector" presStyleLbl="node2" presStyleIdx="0" presStyleCnt="6"/>
      <dgm:spPr/>
    </dgm:pt>
    <dgm:pt modelId="{35C5DBFA-95CF-4538-BE30-884188A66A81}" type="pres">
      <dgm:prSet presAssocID="{D6623F11-B6DD-4799-8D1F-28B3876BD098}" presName="hierChild4" presStyleCnt="0"/>
      <dgm:spPr/>
    </dgm:pt>
    <dgm:pt modelId="{CF2484ED-397D-482E-AA2C-878D66282FF7}" type="pres">
      <dgm:prSet presAssocID="{D6623F11-B6DD-4799-8D1F-28B3876BD098}" presName="hierChild5" presStyleCnt="0"/>
      <dgm:spPr/>
    </dgm:pt>
    <dgm:pt modelId="{86CCDE7C-D2F0-418F-B571-C70C52080562}" type="pres">
      <dgm:prSet presAssocID="{388368B9-5D65-4F33-AFCF-057BE5AFBD3C}" presName="Name50" presStyleLbl="parChTrans1D2" presStyleIdx="1" presStyleCnt="6"/>
      <dgm:spPr/>
    </dgm:pt>
    <dgm:pt modelId="{A7DA5730-FE3D-467E-B3AF-CFB6C03E0A5B}" type="pres">
      <dgm:prSet presAssocID="{1AD13B7A-E548-4639-A9DC-08ABEF550FA9}" presName="hierRoot2" presStyleCnt="0">
        <dgm:presLayoutVars>
          <dgm:hierBranch val="init"/>
        </dgm:presLayoutVars>
      </dgm:prSet>
      <dgm:spPr/>
    </dgm:pt>
    <dgm:pt modelId="{E54FA362-B3E5-45E5-BDEC-A9050279A0D7}" type="pres">
      <dgm:prSet presAssocID="{1AD13B7A-E548-4639-A9DC-08ABEF550FA9}" presName="rootComposite" presStyleCnt="0"/>
      <dgm:spPr/>
    </dgm:pt>
    <dgm:pt modelId="{0F961E4A-9583-4DDC-BE90-D8C54C0295AA}" type="pres">
      <dgm:prSet presAssocID="{1AD13B7A-E548-4639-A9DC-08ABEF550FA9}" presName="rootText" presStyleLbl="node2" presStyleIdx="1" presStyleCnt="6">
        <dgm:presLayoutVars>
          <dgm:chPref val="3"/>
        </dgm:presLayoutVars>
      </dgm:prSet>
      <dgm:spPr/>
    </dgm:pt>
    <dgm:pt modelId="{ECBCBB9C-C2A2-4C07-96FC-7D92CD937EAB}" type="pres">
      <dgm:prSet presAssocID="{1AD13B7A-E548-4639-A9DC-08ABEF550FA9}" presName="rootConnector" presStyleLbl="node2" presStyleIdx="1" presStyleCnt="6"/>
      <dgm:spPr/>
    </dgm:pt>
    <dgm:pt modelId="{E87D6145-18D8-4071-BC37-42C420100AB8}" type="pres">
      <dgm:prSet presAssocID="{1AD13B7A-E548-4639-A9DC-08ABEF550FA9}" presName="hierChild4" presStyleCnt="0"/>
      <dgm:spPr/>
    </dgm:pt>
    <dgm:pt modelId="{2941CB0D-B9D7-44A6-BFD9-EF86B301C9B6}" type="pres">
      <dgm:prSet presAssocID="{1AD13B7A-E548-4639-A9DC-08ABEF550FA9}" presName="hierChild5" presStyleCnt="0"/>
      <dgm:spPr/>
    </dgm:pt>
    <dgm:pt modelId="{64C05BB3-A715-4BB9-A2E2-CBE5B3CC0849}" type="pres">
      <dgm:prSet presAssocID="{84CE331B-A2F1-4994-A2C0-B65489AF8510}" presName="hierChild3" presStyleCnt="0"/>
      <dgm:spPr/>
    </dgm:pt>
    <dgm:pt modelId="{CB95909D-1A38-4FEA-B87E-4B0A9E1DE0BA}" type="pres">
      <dgm:prSet presAssocID="{75732081-60CC-4B15-9B66-8337E6A5269E}" presName="hierRoot1" presStyleCnt="0">
        <dgm:presLayoutVars>
          <dgm:hierBranch val="r"/>
        </dgm:presLayoutVars>
      </dgm:prSet>
      <dgm:spPr/>
    </dgm:pt>
    <dgm:pt modelId="{86909752-A3A1-46D6-8CC7-9A5ABD353A68}" type="pres">
      <dgm:prSet presAssocID="{75732081-60CC-4B15-9B66-8337E6A5269E}" presName="rootComposite1" presStyleCnt="0"/>
      <dgm:spPr/>
    </dgm:pt>
    <dgm:pt modelId="{D28A3C5F-53A2-4040-8AAD-BB5385B9505C}" type="pres">
      <dgm:prSet presAssocID="{75732081-60CC-4B15-9B66-8337E6A5269E}" presName="rootText1" presStyleLbl="node0" presStyleIdx="1" presStyleCnt="3">
        <dgm:presLayoutVars>
          <dgm:chPref val="3"/>
        </dgm:presLayoutVars>
      </dgm:prSet>
      <dgm:spPr>
        <a:xfrm>
          <a:off x="2777492" y="85591"/>
          <a:ext cx="2292092" cy="1146046"/>
        </a:xfrm>
        <a:prstGeom prst="rect">
          <a:avLst/>
        </a:prstGeom>
      </dgm:spPr>
    </dgm:pt>
    <dgm:pt modelId="{30422345-AEB2-490F-8FF3-73FC05A0F0F8}" type="pres">
      <dgm:prSet presAssocID="{75732081-60CC-4B15-9B66-8337E6A5269E}" presName="rootConnector1" presStyleLbl="node1" presStyleIdx="0" presStyleCnt="0"/>
      <dgm:spPr/>
    </dgm:pt>
    <dgm:pt modelId="{E2E16723-870C-4372-AAC9-0D839DF0E417}" type="pres">
      <dgm:prSet presAssocID="{75732081-60CC-4B15-9B66-8337E6A5269E}" presName="hierChild2" presStyleCnt="0"/>
      <dgm:spPr/>
    </dgm:pt>
    <dgm:pt modelId="{B05E59F5-4486-477B-95FA-B8453BDD6295}" type="pres">
      <dgm:prSet presAssocID="{FB4B0A1C-C78B-44A6-9EFA-C5D51A723A3B}" presName="Name50" presStyleLbl="parChTrans1D2" presStyleIdx="2" presStyleCnt="6"/>
      <dgm:spPr/>
    </dgm:pt>
    <dgm:pt modelId="{D4DB9114-C422-466A-9F0F-EE92A3BA459B}" type="pres">
      <dgm:prSet presAssocID="{485770F7-6F6D-41BE-A8E6-3F43790F5527}" presName="hierRoot2" presStyleCnt="0">
        <dgm:presLayoutVars>
          <dgm:hierBranch val="init"/>
        </dgm:presLayoutVars>
      </dgm:prSet>
      <dgm:spPr/>
    </dgm:pt>
    <dgm:pt modelId="{D2EB44B4-AC2D-4244-9B33-E87854829B5B}" type="pres">
      <dgm:prSet presAssocID="{485770F7-6F6D-41BE-A8E6-3F43790F5527}" presName="rootComposite" presStyleCnt="0"/>
      <dgm:spPr/>
    </dgm:pt>
    <dgm:pt modelId="{674DB767-870C-47A5-88DB-5F438395072B}" type="pres">
      <dgm:prSet presAssocID="{485770F7-6F6D-41BE-A8E6-3F43790F5527}" presName="rootText" presStyleLbl="node2" presStyleIdx="2" presStyleCnt="6">
        <dgm:presLayoutVars>
          <dgm:chPref val="3"/>
        </dgm:presLayoutVars>
      </dgm:prSet>
      <dgm:spPr>
        <a:xfrm>
          <a:off x="3350515" y="1712976"/>
          <a:ext cx="2292092" cy="1146046"/>
        </a:xfrm>
        <a:prstGeom prst="rect">
          <a:avLst/>
        </a:prstGeom>
      </dgm:spPr>
    </dgm:pt>
    <dgm:pt modelId="{14F24180-78BC-49EC-9F11-2F5774358D9A}" type="pres">
      <dgm:prSet presAssocID="{485770F7-6F6D-41BE-A8E6-3F43790F5527}" presName="rootConnector" presStyleLbl="node2" presStyleIdx="2" presStyleCnt="6"/>
      <dgm:spPr/>
    </dgm:pt>
    <dgm:pt modelId="{A1C9DCDF-FEA7-4BE3-885A-1D8BCB1D825B}" type="pres">
      <dgm:prSet presAssocID="{485770F7-6F6D-41BE-A8E6-3F43790F5527}" presName="hierChild4" presStyleCnt="0"/>
      <dgm:spPr/>
    </dgm:pt>
    <dgm:pt modelId="{1E7F647F-0616-4707-9674-CA9CF5767332}" type="pres">
      <dgm:prSet presAssocID="{485770F7-6F6D-41BE-A8E6-3F43790F5527}" presName="hierChild5" presStyleCnt="0"/>
      <dgm:spPr/>
    </dgm:pt>
    <dgm:pt modelId="{26A293DC-2348-489F-9602-9C42F171E63F}" type="pres">
      <dgm:prSet presAssocID="{22A4DD3C-489B-42CB-8EC5-1CBEBE251CBE}" presName="Name50" presStyleLbl="parChTrans1D2" presStyleIdx="3" presStyleCnt="6"/>
      <dgm:spPr/>
    </dgm:pt>
    <dgm:pt modelId="{FA1ECFF8-CC6C-4C2E-9ACC-5C02247C3075}" type="pres">
      <dgm:prSet presAssocID="{BB85CBC8-B821-4466-9E1E-E04E75128A08}" presName="hierRoot2" presStyleCnt="0">
        <dgm:presLayoutVars>
          <dgm:hierBranch val="init"/>
        </dgm:presLayoutVars>
      </dgm:prSet>
      <dgm:spPr/>
    </dgm:pt>
    <dgm:pt modelId="{86DBBB22-C8EA-4CA6-812E-E7DE90450507}" type="pres">
      <dgm:prSet presAssocID="{BB85CBC8-B821-4466-9E1E-E04E75128A08}" presName="rootComposite" presStyleCnt="0"/>
      <dgm:spPr/>
    </dgm:pt>
    <dgm:pt modelId="{DD10A616-A9BE-4108-B1E9-2E6A49C71ECA}" type="pres">
      <dgm:prSet presAssocID="{BB85CBC8-B821-4466-9E1E-E04E75128A08}" presName="rootText" presStyleLbl="node2" presStyleIdx="3" presStyleCnt="6">
        <dgm:presLayoutVars>
          <dgm:chPref val="3"/>
        </dgm:presLayoutVars>
      </dgm:prSet>
      <dgm:spPr>
        <a:xfrm>
          <a:off x="3350515" y="3340362"/>
          <a:ext cx="2292092" cy="1146046"/>
        </a:xfrm>
        <a:prstGeom prst="rect">
          <a:avLst/>
        </a:prstGeom>
      </dgm:spPr>
    </dgm:pt>
    <dgm:pt modelId="{16DC8ABF-654C-46F7-87FB-9EE579D55E24}" type="pres">
      <dgm:prSet presAssocID="{BB85CBC8-B821-4466-9E1E-E04E75128A08}" presName="rootConnector" presStyleLbl="node2" presStyleIdx="3" presStyleCnt="6"/>
      <dgm:spPr/>
    </dgm:pt>
    <dgm:pt modelId="{34FE5163-5CC8-4382-82ED-A02A4B5382ED}" type="pres">
      <dgm:prSet presAssocID="{BB85CBC8-B821-4466-9E1E-E04E75128A08}" presName="hierChild4" presStyleCnt="0"/>
      <dgm:spPr/>
    </dgm:pt>
    <dgm:pt modelId="{518B1117-7C95-4F4B-BF56-F347C5EAA449}" type="pres">
      <dgm:prSet presAssocID="{BB85CBC8-B821-4466-9E1E-E04E75128A08}" presName="hierChild5" presStyleCnt="0"/>
      <dgm:spPr/>
    </dgm:pt>
    <dgm:pt modelId="{2EF80077-AC5A-4BBD-93FA-5BBEACDFDDE9}" type="pres">
      <dgm:prSet presAssocID="{75732081-60CC-4B15-9B66-8337E6A5269E}" presName="hierChild3" presStyleCnt="0"/>
      <dgm:spPr/>
    </dgm:pt>
    <dgm:pt modelId="{2E7BE3F0-6F58-46C7-8BD6-70D3A8E7B268}" type="pres">
      <dgm:prSet presAssocID="{8B778A37-E4D9-4A79-8B11-2B80224D20E7}" presName="hierRoot1" presStyleCnt="0">
        <dgm:presLayoutVars>
          <dgm:hierBranch val="r"/>
        </dgm:presLayoutVars>
      </dgm:prSet>
      <dgm:spPr/>
    </dgm:pt>
    <dgm:pt modelId="{54A5A507-9D3D-4AEE-A3C8-B78FE356496D}" type="pres">
      <dgm:prSet presAssocID="{8B778A37-E4D9-4A79-8B11-2B80224D20E7}" presName="rootComposite1" presStyleCnt="0"/>
      <dgm:spPr/>
    </dgm:pt>
    <dgm:pt modelId="{7074F2A7-B477-4F9E-A58D-95E439CE5811}" type="pres">
      <dgm:prSet presAssocID="{8B778A37-E4D9-4A79-8B11-2B80224D20E7}" presName="rootText1" presStyleLbl="node0" presStyleIdx="2" presStyleCnt="3">
        <dgm:presLayoutVars>
          <dgm:chPref val="3"/>
        </dgm:presLayoutVars>
      </dgm:prSet>
      <dgm:spPr/>
    </dgm:pt>
    <dgm:pt modelId="{1766C5D0-5E80-4C1D-926D-DD3E5F919C7D}" type="pres">
      <dgm:prSet presAssocID="{8B778A37-E4D9-4A79-8B11-2B80224D20E7}" presName="rootConnector1" presStyleLbl="node1" presStyleIdx="0" presStyleCnt="0"/>
      <dgm:spPr/>
    </dgm:pt>
    <dgm:pt modelId="{EF4A3C72-E028-48FC-AA57-2B9ED351C739}" type="pres">
      <dgm:prSet presAssocID="{8B778A37-E4D9-4A79-8B11-2B80224D20E7}" presName="hierChild2" presStyleCnt="0"/>
      <dgm:spPr/>
    </dgm:pt>
    <dgm:pt modelId="{63AA10CE-749B-412B-9C5F-E3E68CC8D929}" type="pres">
      <dgm:prSet presAssocID="{B1590632-4859-40DB-9BD3-A6B996329AFF}" presName="Name50" presStyleLbl="parChTrans1D2" presStyleIdx="4" presStyleCnt="6"/>
      <dgm:spPr/>
    </dgm:pt>
    <dgm:pt modelId="{F3407DAB-C4E4-42A7-876A-3BFED8F82FC7}" type="pres">
      <dgm:prSet presAssocID="{C6F996E9-5985-4AE7-B223-2F0FA1F94499}" presName="hierRoot2" presStyleCnt="0">
        <dgm:presLayoutVars>
          <dgm:hierBranch val="r"/>
        </dgm:presLayoutVars>
      </dgm:prSet>
      <dgm:spPr/>
    </dgm:pt>
    <dgm:pt modelId="{E7DA6225-D696-4463-A1D5-7EBD89C30748}" type="pres">
      <dgm:prSet presAssocID="{C6F996E9-5985-4AE7-B223-2F0FA1F94499}" presName="rootComposite" presStyleCnt="0"/>
      <dgm:spPr/>
    </dgm:pt>
    <dgm:pt modelId="{392BE293-FC2B-4178-84CD-08BA402A72E1}" type="pres">
      <dgm:prSet presAssocID="{C6F996E9-5985-4AE7-B223-2F0FA1F94499}" presName="rootText" presStyleLbl="node2" presStyleIdx="4" presStyleCnt="6">
        <dgm:presLayoutVars>
          <dgm:chPref val="3"/>
        </dgm:presLayoutVars>
      </dgm:prSet>
      <dgm:spPr/>
    </dgm:pt>
    <dgm:pt modelId="{45902F66-4C8F-4BD6-8766-E1778CDEC9AF}" type="pres">
      <dgm:prSet presAssocID="{C6F996E9-5985-4AE7-B223-2F0FA1F94499}" presName="rootConnector" presStyleLbl="node2" presStyleIdx="4" presStyleCnt="6"/>
      <dgm:spPr/>
    </dgm:pt>
    <dgm:pt modelId="{AEAE4666-89E6-4266-BBC2-5AC8DA84394B}" type="pres">
      <dgm:prSet presAssocID="{C6F996E9-5985-4AE7-B223-2F0FA1F94499}" presName="hierChild4" presStyleCnt="0"/>
      <dgm:spPr/>
    </dgm:pt>
    <dgm:pt modelId="{54612CC2-4C43-43E8-94A3-AEA1F37AC55A}" type="pres">
      <dgm:prSet presAssocID="{C6F996E9-5985-4AE7-B223-2F0FA1F94499}" presName="hierChild5" presStyleCnt="0"/>
      <dgm:spPr/>
    </dgm:pt>
    <dgm:pt modelId="{6FB7A6C2-DB36-41B6-83AC-AECBAA0CA958}" type="pres">
      <dgm:prSet presAssocID="{903D01E4-1E95-463F-A01B-275115D5D118}" presName="Name50" presStyleLbl="parChTrans1D2" presStyleIdx="5" presStyleCnt="6"/>
      <dgm:spPr/>
    </dgm:pt>
    <dgm:pt modelId="{44BB78B2-A2A2-4FFB-9737-D0D5C0EB6929}" type="pres">
      <dgm:prSet presAssocID="{8900369D-2544-4282-B2F5-434020914D80}" presName="hierRoot2" presStyleCnt="0">
        <dgm:presLayoutVars>
          <dgm:hierBranch val="init"/>
        </dgm:presLayoutVars>
      </dgm:prSet>
      <dgm:spPr/>
    </dgm:pt>
    <dgm:pt modelId="{DBF6C40E-2D3E-46F5-A8C6-68A45363AC92}" type="pres">
      <dgm:prSet presAssocID="{8900369D-2544-4282-B2F5-434020914D80}" presName="rootComposite" presStyleCnt="0"/>
      <dgm:spPr/>
    </dgm:pt>
    <dgm:pt modelId="{024C823E-EC07-44B6-AD65-5CB3603B9105}" type="pres">
      <dgm:prSet presAssocID="{8900369D-2544-4282-B2F5-434020914D80}" presName="rootText" presStyleLbl="node2" presStyleIdx="5" presStyleCnt="6">
        <dgm:presLayoutVars>
          <dgm:chPref val="3"/>
        </dgm:presLayoutVars>
      </dgm:prSet>
      <dgm:spPr/>
    </dgm:pt>
    <dgm:pt modelId="{5E8E4E2F-CE5D-4BB2-ADD5-3B2E7D0419D0}" type="pres">
      <dgm:prSet presAssocID="{8900369D-2544-4282-B2F5-434020914D80}" presName="rootConnector" presStyleLbl="node2" presStyleIdx="5" presStyleCnt="6"/>
      <dgm:spPr/>
    </dgm:pt>
    <dgm:pt modelId="{9291C1FF-1F95-4134-9576-724D1AD06C90}" type="pres">
      <dgm:prSet presAssocID="{8900369D-2544-4282-B2F5-434020914D80}" presName="hierChild4" presStyleCnt="0"/>
      <dgm:spPr/>
    </dgm:pt>
    <dgm:pt modelId="{E6A0BE9A-A93B-4FE5-A033-F3C9DFB55F2B}" type="pres">
      <dgm:prSet presAssocID="{8900369D-2544-4282-B2F5-434020914D80}" presName="hierChild5" presStyleCnt="0"/>
      <dgm:spPr/>
    </dgm:pt>
    <dgm:pt modelId="{1F195987-CAED-49E7-B1BA-56BDCE268001}" type="pres">
      <dgm:prSet presAssocID="{8B778A37-E4D9-4A79-8B11-2B80224D20E7}" presName="hierChild3" presStyleCnt="0"/>
      <dgm:spPr/>
    </dgm:pt>
  </dgm:ptLst>
  <dgm:cxnLst>
    <dgm:cxn modelId="{7DEC0E01-AE9C-43E0-B072-F6BD1F5AD273}" srcId="{63E24B07-8023-4E9F-8558-D5757EF64B7C}" destId="{8B778A37-E4D9-4A79-8B11-2B80224D20E7}" srcOrd="2" destOrd="0" parTransId="{5EE49456-161D-4121-93E7-6187DF020D9A}" sibTransId="{95D0EA7F-C7FB-4121-8364-0E8C46F35665}"/>
    <dgm:cxn modelId="{C0763101-A18C-41EF-A2B1-C19E83A730A9}" type="presOf" srcId="{485770F7-6F6D-41BE-A8E6-3F43790F5527}" destId="{674DB767-870C-47A5-88DB-5F438395072B}" srcOrd="0" destOrd="0" presId="urn:microsoft.com/office/officeart/2005/8/layout/orgChart1"/>
    <dgm:cxn modelId="{FDFE7E1A-FA94-4428-8379-49812C3B7779}" srcId="{75732081-60CC-4B15-9B66-8337E6A5269E}" destId="{485770F7-6F6D-41BE-A8E6-3F43790F5527}" srcOrd="0" destOrd="0" parTransId="{FB4B0A1C-C78B-44A6-9EFA-C5D51A723A3B}" sibTransId="{E4B87A78-B693-439D-B71A-9053BCAB9CF6}"/>
    <dgm:cxn modelId="{182E631E-D166-4C5A-8B7D-3E98B6635B1A}" type="presOf" srcId="{C6F996E9-5985-4AE7-B223-2F0FA1F94499}" destId="{45902F66-4C8F-4BD6-8766-E1778CDEC9AF}" srcOrd="1" destOrd="0" presId="urn:microsoft.com/office/officeart/2005/8/layout/orgChart1"/>
    <dgm:cxn modelId="{F6769E32-271F-46D9-96DF-6EE56E1DFAF9}" type="presOf" srcId="{8B778A37-E4D9-4A79-8B11-2B80224D20E7}" destId="{1766C5D0-5E80-4C1D-926D-DD3E5F919C7D}" srcOrd="1" destOrd="0" presId="urn:microsoft.com/office/officeart/2005/8/layout/orgChart1"/>
    <dgm:cxn modelId="{F5781038-E9B3-4B39-AC7B-1AFC86EE55E8}" type="presOf" srcId="{903D01E4-1E95-463F-A01B-275115D5D118}" destId="{6FB7A6C2-DB36-41B6-83AC-AECBAA0CA958}" srcOrd="0" destOrd="0" presId="urn:microsoft.com/office/officeart/2005/8/layout/orgChart1"/>
    <dgm:cxn modelId="{50A3255D-E33E-4062-86D6-F25D14C2DEBE}" type="presOf" srcId="{63E24B07-8023-4E9F-8558-D5757EF64B7C}" destId="{B043F080-F1A6-45BE-8EDF-DC9FCF2503A2}" srcOrd="0" destOrd="0" presId="urn:microsoft.com/office/officeart/2005/8/layout/orgChart1"/>
    <dgm:cxn modelId="{B0B4035E-D625-41F8-AEDB-DA81A96CFD84}" type="presOf" srcId="{75732081-60CC-4B15-9B66-8337E6A5269E}" destId="{30422345-AEB2-490F-8FF3-73FC05A0F0F8}" srcOrd="1" destOrd="0" presId="urn:microsoft.com/office/officeart/2005/8/layout/orgChart1"/>
    <dgm:cxn modelId="{6202C241-E35E-431D-8259-3D3288E384D7}" type="presOf" srcId="{8900369D-2544-4282-B2F5-434020914D80}" destId="{024C823E-EC07-44B6-AD65-5CB3603B9105}" srcOrd="0" destOrd="0" presId="urn:microsoft.com/office/officeart/2005/8/layout/orgChart1"/>
    <dgm:cxn modelId="{17DD6C63-B748-41EC-BDCF-6074595D08C8}" type="presOf" srcId="{8B778A37-E4D9-4A79-8B11-2B80224D20E7}" destId="{7074F2A7-B477-4F9E-A58D-95E439CE5811}" srcOrd="0" destOrd="0" presId="urn:microsoft.com/office/officeart/2005/8/layout/orgChart1"/>
    <dgm:cxn modelId="{299CDA6A-21E8-4B8F-80BE-F8E6AF31337A}" type="presOf" srcId="{1AD13B7A-E548-4639-A9DC-08ABEF550FA9}" destId="{0F961E4A-9583-4DDC-BE90-D8C54C0295AA}" srcOrd="0" destOrd="0" presId="urn:microsoft.com/office/officeart/2005/8/layout/orgChart1"/>
    <dgm:cxn modelId="{8450596E-4903-48C4-8DCF-1B8D8462EB75}" type="presOf" srcId="{22A4DD3C-489B-42CB-8EC5-1CBEBE251CBE}" destId="{26A293DC-2348-489F-9602-9C42F171E63F}" srcOrd="0" destOrd="0" presId="urn:microsoft.com/office/officeart/2005/8/layout/orgChart1"/>
    <dgm:cxn modelId="{43541F7B-2224-47A1-8201-1EFB454340E5}" type="presOf" srcId="{8EB596D1-576B-430B-8880-0F34D7926CB8}" destId="{8D133B33-8ACF-405A-8198-3E31EC62DB5F}" srcOrd="0" destOrd="0" presId="urn:microsoft.com/office/officeart/2005/8/layout/orgChart1"/>
    <dgm:cxn modelId="{E361C197-5B67-49CA-9EA4-DDAF751181B6}" type="presOf" srcId="{388368B9-5D65-4F33-AFCF-057BE5AFBD3C}" destId="{86CCDE7C-D2F0-418F-B571-C70C52080562}" srcOrd="0" destOrd="0" presId="urn:microsoft.com/office/officeart/2005/8/layout/orgChart1"/>
    <dgm:cxn modelId="{A5553999-8C58-47EE-BCB2-77AC7E7C0D19}" type="presOf" srcId="{C6F996E9-5985-4AE7-B223-2F0FA1F94499}" destId="{392BE293-FC2B-4178-84CD-08BA402A72E1}" srcOrd="0" destOrd="0" presId="urn:microsoft.com/office/officeart/2005/8/layout/orgChart1"/>
    <dgm:cxn modelId="{F1F927A7-6C4A-4DF7-A157-CAB6AA19534A}" type="presOf" srcId="{8900369D-2544-4282-B2F5-434020914D80}" destId="{5E8E4E2F-CE5D-4BB2-ADD5-3B2E7D0419D0}" srcOrd="1" destOrd="0" presId="urn:microsoft.com/office/officeart/2005/8/layout/orgChart1"/>
    <dgm:cxn modelId="{6143CCA7-F9F4-4DE6-9614-F995E7227444}" type="presOf" srcId="{75732081-60CC-4B15-9B66-8337E6A5269E}" destId="{D28A3C5F-53A2-4040-8AAD-BB5385B9505C}" srcOrd="0" destOrd="0" presId="urn:microsoft.com/office/officeart/2005/8/layout/orgChart1"/>
    <dgm:cxn modelId="{DDE85CA9-B7BD-4F20-99C7-8D74C3C22845}" srcId="{8B778A37-E4D9-4A79-8B11-2B80224D20E7}" destId="{8900369D-2544-4282-B2F5-434020914D80}" srcOrd="1" destOrd="0" parTransId="{903D01E4-1E95-463F-A01B-275115D5D118}" sibTransId="{57F3BF74-AA03-43E6-8CE1-D5CDC70743FD}"/>
    <dgm:cxn modelId="{DEE1C9AE-1ACF-414F-A310-DCE4A33BBB17}" type="presOf" srcId="{D6623F11-B6DD-4799-8D1F-28B3876BD098}" destId="{F0F98BE4-8949-4B49-8455-22F8D3605694}" srcOrd="1" destOrd="0" presId="urn:microsoft.com/office/officeart/2005/8/layout/orgChart1"/>
    <dgm:cxn modelId="{A09840B2-105E-4CFC-BABE-9F52B3F3E885}" srcId="{75732081-60CC-4B15-9B66-8337E6A5269E}" destId="{BB85CBC8-B821-4466-9E1E-E04E75128A08}" srcOrd="1" destOrd="0" parTransId="{22A4DD3C-489B-42CB-8EC5-1CBEBE251CBE}" sibTransId="{B9001B45-F76D-4C78-B997-9701FDB9E22D}"/>
    <dgm:cxn modelId="{6CCDD3B2-D575-42FA-B063-6C4D9156BC3E}" srcId="{84CE331B-A2F1-4994-A2C0-B65489AF8510}" destId="{D6623F11-B6DD-4799-8D1F-28B3876BD098}" srcOrd="0" destOrd="0" parTransId="{8EB596D1-576B-430B-8880-0F34D7926CB8}" sibTransId="{25C9561D-BAAD-411B-9B0F-B2C4600177BE}"/>
    <dgm:cxn modelId="{4DD85BBF-9DED-4D8D-9AA5-FA92893EA3B4}" type="presOf" srcId="{BB85CBC8-B821-4466-9E1E-E04E75128A08}" destId="{DD10A616-A9BE-4108-B1E9-2E6A49C71ECA}" srcOrd="0" destOrd="0" presId="urn:microsoft.com/office/officeart/2005/8/layout/orgChart1"/>
    <dgm:cxn modelId="{846C44BF-3C5E-4CDF-909B-14B53D078E50}" type="presOf" srcId="{1AD13B7A-E548-4639-A9DC-08ABEF550FA9}" destId="{ECBCBB9C-C2A2-4C07-96FC-7D92CD937EAB}" srcOrd="1" destOrd="0" presId="urn:microsoft.com/office/officeart/2005/8/layout/orgChart1"/>
    <dgm:cxn modelId="{983694C3-1176-48AA-862E-010040CFB45E}" srcId="{63E24B07-8023-4E9F-8558-D5757EF64B7C}" destId="{75732081-60CC-4B15-9B66-8337E6A5269E}" srcOrd="1" destOrd="0" parTransId="{2B3C7197-A15F-461F-9659-365653F9EA10}" sibTransId="{B3C1C00B-EF2C-4112-A76E-542167469372}"/>
    <dgm:cxn modelId="{5A103ACB-3012-4C67-AA5D-685D0AA17E2D}" srcId="{8B778A37-E4D9-4A79-8B11-2B80224D20E7}" destId="{C6F996E9-5985-4AE7-B223-2F0FA1F94499}" srcOrd="0" destOrd="0" parTransId="{B1590632-4859-40DB-9BD3-A6B996329AFF}" sibTransId="{30A4A628-A0EB-4568-98A5-63C9817D006B}"/>
    <dgm:cxn modelId="{640294D1-FE27-4806-992C-87C3DD812700}" srcId="{84CE331B-A2F1-4994-A2C0-B65489AF8510}" destId="{1AD13B7A-E548-4639-A9DC-08ABEF550FA9}" srcOrd="1" destOrd="0" parTransId="{388368B9-5D65-4F33-AFCF-057BE5AFBD3C}" sibTransId="{849948A2-ABA2-4D2F-93A2-CBB05AFBA675}"/>
    <dgm:cxn modelId="{0F5616D8-D546-4177-AF70-467F4603AF4B}" type="presOf" srcId="{B1590632-4859-40DB-9BD3-A6B996329AFF}" destId="{63AA10CE-749B-412B-9C5F-E3E68CC8D929}" srcOrd="0" destOrd="0" presId="urn:microsoft.com/office/officeart/2005/8/layout/orgChart1"/>
    <dgm:cxn modelId="{CBF727DD-51E9-4183-8BBA-1F7D9832A5A9}" type="presOf" srcId="{BB85CBC8-B821-4466-9E1E-E04E75128A08}" destId="{16DC8ABF-654C-46F7-87FB-9EE579D55E24}" srcOrd="1" destOrd="0" presId="urn:microsoft.com/office/officeart/2005/8/layout/orgChart1"/>
    <dgm:cxn modelId="{CA6A41DD-0AF1-4365-A1EF-DAC0A1A0622A}" type="presOf" srcId="{84CE331B-A2F1-4994-A2C0-B65489AF8510}" destId="{353DA8B1-F13F-49BB-9D00-623956149B3F}" srcOrd="1" destOrd="0" presId="urn:microsoft.com/office/officeart/2005/8/layout/orgChart1"/>
    <dgm:cxn modelId="{97D164E1-ACE2-4B9F-B4DD-72A46629E42C}" srcId="{63E24B07-8023-4E9F-8558-D5757EF64B7C}" destId="{84CE331B-A2F1-4994-A2C0-B65489AF8510}" srcOrd="0" destOrd="0" parTransId="{CC435F49-3F9A-47FC-88AE-935FC54B5CCD}" sibTransId="{9C795862-B258-406F-AD2D-407A4D17CDDB}"/>
    <dgm:cxn modelId="{B0B4A4EB-39FD-44D7-8B94-55829CD72EE3}" type="presOf" srcId="{FB4B0A1C-C78B-44A6-9EFA-C5D51A723A3B}" destId="{B05E59F5-4486-477B-95FA-B8453BDD6295}" srcOrd="0" destOrd="0" presId="urn:microsoft.com/office/officeart/2005/8/layout/orgChart1"/>
    <dgm:cxn modelId="{927497EC-2B16-41F6-AF1B-FC3CC3AB2D2D}" type="presOf" srcId="{D6623F11-B6DD-4799-8D1F-28B3876BD098}" destId="{B3806EBD-3BE7-47C3-8D10-AAA7F8DB4E7B}" srcOrd="0" destOrd="0" presId="urn:microsoft.com/office/officeart/2005/8/layout/orgChart1"/>
    <dgm:cxn modelId="{C209B6F0-9C33-410C-A0BA-AC5334FEB6EA}" type="presOf" srcId="{84CE331B-A2F1-4994-A2C0-B65489AF8510}" destId="{1AA3B4BA-ED50-4E41-A4CB-821BD025FE04}" srcOrd="0" destOrd="0" presId="urn:microsoft.com/office/officeart/2005/8/layout/orgChart1"/>
    <dgm:cxn modelId="{4D34F9F2-510F-4A70-BBE1-25176254A0DA}" type="presOf" srcId="{485770F7-6F6D-41BE-A8E6-3F43790F5527}" destId="{14F24180-78BC-49EC-9F11-2F5774358D9A}" srcOrd="1" destOrd="0" presId="urn:microsoft.com/office/officeart/2005/8/layout/orgChart1"/>
    <dgm:cxn modelId="{122D14EB-C066-4058-B199-F6217F5065ED}" type="presParOf" srcId="{B043F080-F1A6-45BE-8EDF-DC9FCF2503A2}" destId="{E5689C14-D8E5-4433-8491-06AB16B93A99}" srcOrd="0" destOrd="0" presId="urn:microsoft.com/office/officeart/2005/8/layout/orgChart1"/>
    <dgm:cxn modelId="{DAF19AE9-CD71-4507-9849-BE958F42C033}" type="presParOf" srcId="{E5689C14-D8E5-4433-8491-06AB16B93A99}" destId="{34CF62EF-5DD4-48E4-920A-68D857F27D1B}" srcOrd="0" destOrd="0" presId="urn:microsoft.com/office/officeart/2005/8/layout/orgChart1"/>
    <dgm:cxn modelId="{44EB47FC-2374-42E9-910C-835761DC11D7}" type="presParOf" srcId="{34CF62EF-5DD4-48E4-920A-68D857F27D1B}" destId="{1AA3B4BA-ED50-4E41-A4CB-821BD025FE04}" srcOrd="0" destOrd="0" presId="urn:microsoft.com/office/officeart/2005/8/layout/orgChart1"/>
    <dgm:cxn modelId="{18541053-E410-47F9-A669-1AE3CECC8305}" type="presParOf" srcId="{34CF62EF-5DD4-48E4-920A-68D857F27D1B}" destId="{353DA8B1-F13F-49BB-9D00-623956149B3F}" srcOrd="1" destOrd="0" presId="urn:microsoft.com/office/officeart/2005/8/layout/orgChart1"/>
    <dgm:cxn modelId="{25C47327-D495-4510-9F91-3ED6CA439843}" type="presParOf" srcId="{E5689C14-D8E5-4433-8491-06AB16B93A99}" destId="{9E2E75E0-83B4-438D-B64D-84346CDEF77D}" srcOrd="1" destOrd="0" presId="urn:microsoft.com/office/officeart/2005/8/layout/orgChart1"/>
    <dgm:cxn modelId="{B7E5FC21-21D8-4419-9F11-7B3CBC22308B}" type="presParOf" srcId="{9E2E75E0-83B4-438D-B64D-84346CDEF77D}" destId="{8D133B33-8ACF-405A-8198-3E31EC62DB5F}" srcOrd="0" destOrd="0" presId="urn:microsoft.com/office/officeart/2005/8/layout/orgChart1"/>
    <dgm:cxn modelId="{4C5BD387-E797-436E-B0B8-670DA12F5C1A}" type="presParOf" srcId="{9E2E75E0-83B4-438D-B64D-84346CDEF77D}" destId="{F6C48FB2-4F65-473E-A99D-F49F74356815}" srcOrd="1" destOrd="0" presId="urn:microsoft.com/office/officeart/2005/8/layout/orgChart1"/>
    <dgm:cxn modelId="{7B04A8CD-BC8E-44C7-9BAD-41AA21752D91}" type="presParOf" srcId="{F6C48FB2-4F65-473E-A99D-F49F74356815}" destId="{456AA67A-26E4-4882-AF6E-CE2970C413E2}" srcOrd="0" destOrd="0" presId="urn:microsoft.com/office/officeart/2005/8/layout/orgChart1"/>
    <dgm:cxn modelId="{247B3977-C794-48C2-82B4-681B63D4AC19}" type="presParOf" srcId="{456AA67A-26E4-4882-AF6E-CE2970C413E2}" destId="{B3806EBD-3BE7-47C3-8D10-AAA7F8DB4E7B}" srcOrd="0" destOrd="0" presId="urn:microsoft.com/office/officeart/2005/8/layout/orgChart1"/>
    <dgm:cxn modelId="{93B39385-1B77-4169-A4D4-61DC4F08EAE3}" type="presParOf" srcId="{456AA67A-26E4-4882-AF6E-CE2970C413E2}" destId="{F0F98BE4-8949-4B49-8455-22F8D3605694}" srcOrd="1" destOrd="0" presId="urn:microsoft.com/office/officeart/2005/8/layout/orgChart1"/>
    <dgm:cxn modelId="{E519BDBC-F45C-42C7-9E3F-EFBB7288A161}" type="presParOf" srcId="{F6C48FB2-4F65-473E-A99D-F49F74356815}" destId="{35C5DBFA-95CF-4538-BE30-884188A66A81}" srcOrd="1" destOrd="0" presId="urn:microsoft.com/office/officeart/2005/8/layout/orgChart1"/>
    <dgm:cxn modelId="{B3C5C4ED-5CB8-4E0C-AB9B-A6B4271EBEF8}" type="presParOf" srcId="{F6C48FB2-4F65-473E-A99D-F49F74356815}" destId="{CF2484ED-397D-482E-AA2C-878D66282FF7}" srcOrd="2" destOrd="0" presId="urn:microsoft.com/office/officeart/2005/8/layout/orgChart1"/>
    <dgm:cxn modelId="{EB03EAE3-B41E-4D4C-B541-BDDA83CF8CD0}" type="presParOf" srcId="{9E2E75E0-83B4-438D-B64D-84346CDEF77D}" destId="{86CCDE7C-D2F0-418F-B571-C70C52080562}" srcOrd="2" destOrd="0" presId="urn:microsoft.com/office/officeart/2005/8/layout/orgChart1"/>
    <dgm:cxn modelId="{3C8CCC3F-3968-403C-8967-902C407DE611}" type="presParOf" srcId="{9E2E75E0-83B4-438D-B64D-84346CDEF77D}" destId="{A7DA5730-FE3D-467E-B3AF-CFB6C03E0A5B}" srcOrd="3" destOrd="0" presId="urn:microsoft.com/office/officeart/2005/8/layout/orgChart1"/>
    <dgm:cxn modelId="{1C932A0A-D53C-4645-97AF-F6E2953904FD}" type="presParOf" srcId="{A7DA5730-FE3D-467E-B3AF-CFB6C03E0A5B}" destId="{E54FA362-B3E5-45E5-BDEC-A9050279A0D7}" srcOrd="0" destOrd="0" presId="urn:microsoft.com/office/officeart/2005/8/layout/orgChart1"/>
    <dgm:cxn modelId="{7CAEA7FE-BE7F-44E5-B6A6-2040A1A3F131}" type="presParOf" srcId="{E54FA362-B3E5-45E5-BDEC-A9050279A0D7}" destId="{0F961E4A-9583-4DDC-BE90-D8C54C0295AA}" srcOrd="0" destOrd="0" presId="urn:microsoft.com/office/officeart/2005/8/layout/orgChart1"/>
    <dgm:cxn modelId="{CE7DB328-6390-4718-B63A-C711B9463E71}" type="presParOf" srcId="{E54FA362-B3E5-45E5-BDEC-A9050279A0D7}" destId="{ECBCBB9C-C2A2-4C07-96FC-7D92CD937EAB}" srcOrd="1" destOrd="0" presId="urn:microsoft.com/office/officeart/2005/8/layout/orgChart1"/>
    <dgm:cxn modelId="{620852EB-C030-49C9-A33B-B81F7AA720D4}" type="presParOf" srcId="{A7DA5730-FE3D-467E-B3AF-CFB6C03E0A5B}" destId="{E87D6145-18D8-4071-BC37-42C420100AB8}" srcOrd="1" destOrd="0" presId="urn:microsoft.com/office/officeart/2005/8/layout/orgChart1"/>
    <dgm:cxn modelId="{6BAFA471-8C07-4E70-88E3-B3276C94685F}" type="presParOf" srcId="{A7DA5730-FE3D-467E-B3AF-CFB6C03E0A5B}" destId="{2941CB0D-B9D7-44A6-BFD9-EF86B301C9B6}" srcOrd="2" destOrd="0" presId="urn:microsoft.com/office/officeart/2005/8/layout/orgChart1"/>
    <dgm:cxn modelId="{B26F9395-8771-465D-9490-EFE74F198175}" type="presParOf" srcId="{E5689C14-D8E5-4433-8491-06AB16B93A99}" destId="{64C05BB3-A715-4BB9-A2E2-CBE5B3CC0849}" srcOrd="2" destOrd="0" presId="urn:microsoft.com/office/officeart/2005/8/layout/orgChart1"/>
    <dgm:cxn modelId="{C2EB3C05-BA8E-451F-AB52-3DCB9AAAF0F7}" type="presParOf" srcId="{B043F080-F1A6-45BE-8EDF-DC9FCF2503A2}" destId="{CB95909D-1A38-4FEA-B87E-4B0A9E1DE0BA}" srcOrd="1" destOrd="0" presId="urn:microsoft.com/office/officeart/2005/8/layout/orgChart1"/>
    <dgm:cxn modelId="{8A1EBAF2-0283-4B61-ACD9-4ADA8C4C5CDC}" type="presParOf" srcId="{CB95909D-1A38-4FEA-B87E-4B0A9E1DE0BA}" destId="{86909752-A3A1-46D6-8CC7-9A5ABD353A68}" srcOrd="0" destOrd="0" presId="urn:microsoft.com/office/officeart/2005/8/layout/orgChart1"/>
    <dgm:cxn modelId="{3207E2C6-5B02-4CF0-9C03-1447515F9896}" type="presParOf" srcId="{86909752-A3A1-46D6-8CC7-9A5ABD353A68}" destId="{D28A3C5F-53A2-4040-8AAD-BB5385B9505C}" srcOrd="0" destOrd="0" presId="urn:microsoft.com/office/officeart/2005/8/layout/orgChart1"/>
    <dgm:cxn modelId="{FC3F0DF4-2FE7-44D3-8DB9-D5EC302ED460}" type="presParOf" srcId="{86909752-A3A1-46D6-8CC7-9A5ABD353A68}" destId="{30422345-AEB2-490F-8FF3-73FC05A0F0F8}" srcOrd="1" destOrd="0" presId="urn:microsoft.com/office/officeart/2005/8/layout/orgChart1"/>
    <dgm:cxn modelId="{7CF9D09E-D1E9-4F4C-AEE2-EFC29B17CBD3}" type="presParOf" srcId="{CB95909D-1A38-4FEA-B87E-4B0A9E1DE0BA}" destId="{E2E16723-870C-4372-AAC9-0D839DF0E417}" srcOrd="1" destOrd="0" presId="urn:microsoft.com/office/officeart/2005/8/layout/orgChart1"/>
    <dgm:cxn modelId="{36B5DDB8-AAA2-4A2C-8D51-4E4FFB0643DA}" type="presParOf" srcId="{E2E16723-870C-4372-AAC9-0D839DF0E417}" destId="{B05E59F5-4486-477B-95FA-B8453BDD6295}" srcOrd="0" destOrd="0" presId="urn:microsoft.com/office/officeart/2005/8/layout/orgChart1"/>
    <dgm:cxn modelId="{FAAFA8FA-C5F9-4E46-887B-B6CCE3842E75}" type="presParOf" srcId="{E2E16723-870C-4372-AAC9-0D839DF0E417}" destId="{D4DB9114-C422-466A-9F0F-EE92A3BA459B}" srcOrd="1" destOrd="0" presId="urn:microsoft.com/office/officeart/2005/8/layout/orgChart1"/>
    <dgm:cxn modelId="{295E33D0-84C9-4634-86FB-BEB377AEDD60}" type="presParOf" srcId="{D4DB9114-C422-466A-9F0F-EE92A3BA459B}" destId="{D2EB44B4-AC2D-4244-9B33-E87854829B5B}" srcOrd="0" destOrd="0" presId="urn:microsoft.com/office/officeart/2005/8/layout/orgChart1"/>
    <dgm:cxn modelId="{BD963A4B-DE90-4C01-8B7E-4490521D5572}" type="presParOf" srcId="{D2EB44B4-AC2D-4244-9B33-E87854829B5B}" destId="{674DB767-870C-47A5-88DB-5F438395072B}" srcOrd="0" destOrd="0" presId="urn:microsoft.com/office/officeart/2005/8/layout/orgChart1"/>
    <dgm:cxn modelId="{04DB9067-0E93-4B0E-BFB3-0B66F74B3D7E}" type="presParOf" srcId="{D2EB44B4-AC2D-4244-9B33-E87854829B5B}" destId="{14F24180-78BC-49EC-9F11-2F5774358D9A}" srcOrd="1" destOrd="0" presId="urn:microsoft.com/office/officeart/2005/8/layout/orgChart1"/>
    <dgm:cxn modelId="{DC1AB483-C1A3-4157-969C-F65D3BE5CD50}" type="presParOf" srcId="{D4DB9114-C422-466A-9F0F-EE92A3BA459B}" destId="{A1C9DCDF-FEA7-4BE3-885A-1D8BCB1D825B}" srcOrd="1" destOrd="0" presId="urn:microsoft.com/office/officeart/2005/8/layout/orgChart1"/>
    <dgm:cxn modelId="{1EE58F83-C3F7-4917-82FC-3023A0BEA298}" type="presParOf" srcId="{D4DB9114-C422-466A-9F0F-EE92A3BA459B}" destId="{1E7F647F-0616-4707-9674-CA9CF5767332}" srcOrd="2" destOrd="0" presId="urn:microsoft.com/office/officeart/2005/8/layout/orgChart1"/>
    <dgm:cxn modelId="{70B8E18D-AD5B-46DE-9714-5BEC2778D95E}" type="presParOf" srcId="{E2E16723-870C-4372-AAC9-0D839DF0E417}" destId="{26A293DC-2348-489F-9602-9C42F171E63F}" srcOrd="2" destOrd="0" presId="urn:microsoft.com/office/officeart/2005/8/layout/orgChart1"/>
    <dgm:cxn modelId="{5ADD6DAE-8590-4D2C-A562-CEA206DA35AE}" type="presParOf" srcId="{E2E16723-870C-4372-AAC9-0D839DF0E417}" destId="{FA1ECFF8-CC6C-4C2E-9ACC-5C02247C3075}" srcOrd="3" destOrd="0" presId="urn:microsoft.com/office/officeart/2005/8/layout/orgChart1"/>
    <dgm:cxn modelId="{5DCF8715-5E81-4D23-928F-2DC41D034C6B}" type="presParOf" srcId="{FA1ECFF8-CC6C-4C2E-9ACC-5C02247C3075}" destId="{86DBBB22-C8EA-4CA6-812E-E7DE90450507}" srcOrd="0" destOrd="0" presId="urn:microsoft.com/office/officeart/2005/8/layout/orgChart1"/>
    <dgm:cxn modelId="{DA52F33F-9375-4930-B7B9-1FD856D1D657}" type="presParOf" srcId="{86DBBB22-C8EA-4CA6-812E-E7DE90450507}" destId="{DD10A616-A9BE-4108-B1E9-2E6A49C71ECA}" srcOrd="0" destOrd="0" presId="urn:microsoft.com/office/officeart/2005/8/layout/orgChart1"/>
    <dgm:cxn modelId="{3A09E440-F11A-4CFF-B266-194549BD8113}" type="presParOf" srcId="{86DBBB22-C8EA-4CA6-812E-E7DE90450507}" destId="{16DC8ABF-654C-46F7-87FB-9EE579D55E24}" srcOrd="1" destOrd="0" presId="urn:microsoft.com/office/officeart/2005/8/layout/orgChart1"/>
    <dgm:cxn modelId="{D4B3EE6E-DF22-4B93-82B6-87C2885C82CF}" type="presParOf" srcId="{FA1ECFF8-CC6C-4C2E-9ACC-5C02247C3075}" destId="{34FE5163-5CC8-4382-82ED-A02A4B5382ED}" srcOrd="1" destOrd="0" presId="urn:microsoft.com/office/officeart/2005/8/layout/orgChart1"/>
    <dgm:cxn modelId="{EA1AA25D-8530-4F5E-8526-A4CA2EA05521}" type="presParOf" srcId="{FA1ECFF8-CC6C-4C2E-9ACC-5C02247C3075}" destId="{518B1117-7C95-4F4B-BF56-F347C5EAA449}" srcOrd="2" destOrd="0" presId="urn:microsoft.com/office/officeart/2005/8/layout/orgChart1"/>
    <dgm:cxn modelId="{A4C298B8-7894-4BB6-A87E-C921BE9D7FCC}" type="presParOf" srcId="{CB95909D-1A38-4FEA-B87E-4B0A9E1DE0BA}" destId="{2EF80077-AC5A-4BBD-93FA-5BBEACDFDDE9}" srcOrd="2" destOrd="0" presId="urn:microsoft.com/office/officeart/2005/8/layout/orgChart1"/>
    <dgm:cxn modelId="{3029096D-CEA9-4974-BA79-211A14CDD072}" type="presParOf" srcId="{B043F080-F1A6-45BE-8EDF-DC9FCF2503A2}" destId="{2E7BE3F0-6F58-46C7-8BD6-70D3A8E7B268}" srcOrd="2" destOrd="0" presId="urn:microsoft.com/office/officeart/2005/8/layout/orgChart1"/>
    <dgm:cxn modelId="{7A25B30C-8C4A-455F-87B8-D5B38E36F05C}" type="presParOf" srcId="{2E7BE3F0-6F58-46C7-8BD6-70D3A8E7B268}" destId="{54A5A507-9D3D-4AEE-A3C8-B78FE356496D}" srcOrd="0" destOrd="0" presId="urn:microsoft.com/office/officeart/2005/8/layout/orgChart1"/>
    <dgm:cxn modelId="{3C8AAC56-8107-4DF6-9D37-A3BDCF860620}" type="presParOf" srcId="{54A5A507-9D3D-4AEE-A3C8-B78FE356496D}" destId="{7074F2A7-B477-4F9E-A58D-95E439CE5811}" srcOrd="0" destOrd="0" presId="urn:microsoft.com/office/officeart/2005/8/layout/orgChart1"/>
    <dgm:cxn modelId="{B2C70D6C-B683-4A41-847E-D595821EC6F0}" type="presParOf" srcId="{54A5A507-9D3D-4AEE-A3C8-B78FE356496D}" destId="{1766C5D0-5E80-4C1D-926D-DD3E5F919C7D}" srcOrd="1" destOrd="0" presId="urn:microsoft.com/office/officeart/2005/8/layout/orgChart1"/>
    <dgm:cxn modelId="{A199BF89-CC63-41D9-94D6-8976E2A55352}" type="presParOf" srcId="{2E7BE3F0-6F58-46C7-8BD6-70D3A8E7B268}" destId="{EF4A3C72-E028-48FC-AA57-2B9ED351C739}" srcOrd="1" destOrd="0" presId="urn:microsoft.com/office/officeart/2005/8/layout/orgChart1"/>
    <dgm:cxn modelId="{92CB6A3D-522E-4BCB-8A3B-FF4415CBE07D}" type="presParOf" srcId="{EF4A3C72-E028-48FC-AA57-2B9ED351C739}" destId="{63AA10CE-749B-412B-9C5F-E3E68CC8D929}" srcOrd="0" destOrd="0" presId="urn:microsoft.com/office/officeart/2005/8/layout/orgChart1"/>
    <dgm:cxn modelId="{2A092863-9A3B-4898-946E-29060947EDBB}" type="presParOf" srcId="{EF4A3C72-E028-48FC-AA57-2B9ED351C739}" destId="{F3407DAB-C4E4-42A7-876A-3BFED8F82FC7}" srcOrd="1" destOrd="0" presId="urn:microsoft.com/office/officeart/2005/8/layout/orgChart1"/>
    <dgm:cxn modelId="{0163899F-8E7C-470C-B9F9-515D9C9AC0D0}" type="presParOf" srcId="{F3407DAB-C4E4-42A7-876A-3BFED8F82FC7}" destId="{E7DA6225-D696-4463-A1D5-7EBD89C30748}" srcOrd="0" destOrd="0" presId="urn:microsoft.com/office/officeart/2005/8/layout/orgChart1"/>
    <dgm:cxn modelId="{BE95311C-05F3-4D7B-8AD3-5AADACF5F16E}" type="presParOf" srcId="{E7DA6225-D696-4463-A1D5-7EBD89C30748}" destId="{392BE293-FC2B-4178-84CD-08BA402A72E1}" srcOrd="0" destOrd="0" presId="urn:microsoft.com/office/officeart/2005/8/layout/orgChart1"/>
    <dgm:cxn modelId="{BE47041F-4751-4F74-B1B0-9F6BA139C693}" type="presParOf" srcId="{E7DA6225-D696-4463-A1D5-7EBD89C30748}" destId="{45902F66-4C8F-4BD6-8766-E1778CDEC9AF}" srcOrd="1" destOrd="0" presId="urn:microsoft.com/office/officeart/2005/8/layout/orgChart1"/>
    <dgm:cxn modelId="{F94979E4-664C-4E06-B980-761481816B1A}" type="presParOf" srcId="{F3407DAB-C4E4-42A7-876A-3BFED8F82FC7}" destId="{AEAE4666-89E6-4266-BBC2-5AC8DA84394B}" srcOrd="1" destOrd="0" presId="urn:microsoft.com/office/officeart/2005/8/layout/orgChart1"/>
    <dgm:cxn modelId="{18CB58B0-8EEA-468E-8B1C-559B05E861E7}" type="presParOf" srcId="{F3407DAB-C4E4-42A7-876A-3BFED8F82FC7}" destId="{54612CC2-4C43-43E8-94A3-AEA1F37AC55A}" srcOrd="2" destOrd="0" presId="urn:microsoft.com/office/officeart/2005/8/layout/orgChart1"/>
    <dgm:cxn modelId="{B666AE68-DBF3-4DA7-A499-C0E1253492F2}" type="presParOf" srcId="{EF4A3C72-E028-48FC-AA57-2B9ED351C739}" destId="{6FB7A6C2-DB36-41B6-83AC-AECBAA0CA958}" srcOrd="2" destOrd="0" presId="urn:microsoft.com/office/officeart/2005/8/layout/orgChart1"/>
    <dgm:cxn modelId="{CDC22C98-E1FD-4863-B56D-B55ACFCBB72A}" type="presParOf" srcId="{EF4A3C72-E028-48FC-AA57-2B9ED351C739}" destId="{44BB78B2-A2A2-4FFB-9737-D0D5C0EB6929}" srcOrd="3" destOrd="0" presId="urn:microsoft.com/office/officeart/2005/8/layout/orgChart1"/>
    <dgm:cxn modelId="{E806A3EB-5715-4275-AB45-2E872FA7A373}" type="presParOf" srcId="{44BB78B2-A2A2-4FFB-9737-D0D5C0EB6929}" destId="{DBF6C40E-2D3E-46F5-A8C6-68A45363AC92}" srcOrd="0" destOrd="0" presId="urn:microsoft.com/office/officeart/2005/8/layout/orgChart1"/>
    <dgm:cxn modelId="{7DA3C745-5B2C-4B65-83F0-E1EE1CD3D88C}" type="presParOf" srcId="{DBF6C40E-2D3E-46F5-A8C6-68A45363AC92}" destId="{024C823E-EC07-44B6-AD65-5CB3603B9105}" srcOrd="0" destOrd="0" presId="urn:microsoft.com/office/officeart/2005/8/layout/orgChart1"/>
    <dgm:cxn modelId="{A7E4E764-EDDC-436B-8094-2A1A47F638B7}" type="presParOf" srcId="{DBF6C40E-2D3E-46F5-A8C6-68A45363AC92}" destId="{5E8E4E2F-CE5D-4BB2-ADD5-3B2E7D0419D0}" srcOrd="1" destOrd="0" presId="urn:microsoft.com/office/officeart/2005/8/layout/orgChart1"/>
    <dgm:cxn modelId="{D8D8A291-E784-4C13-9468-DA8E230E7922}" type="presParOf" srcId="{44BB78B2-A2A2-4FFB-9737-D0D5C0EB6929}" destId="{9291C1FF-1F95-4134-9576-724D1AD06C90}" srcOrd="1" destOrd="0" presId="urn:microsoft.com/office/officeart/2005/8/layout/orgChart1"/>
    <dgm:cxn modelId="{937947BA-F85F-4A2F-BE22-75540DB8144B}" type="presParOf" srcId="{44BB78B2-A2A2-4FFB-9737-D0D5C0EB6929}" destId="{E6A0BE9A-A93B-4FE5-A033-F3C9DFB55F2B}" srcOrd="2" destOrd="0" presId="urn:microsoft.com/office/officeart/2005/8/layout/orgChart1"/>
    <dgm:cxn modelId="{93EB92F2-BECB-4F6F-B196-AA7A5D25955D}" type="presParOf" srcId="{2E7BE3F0-6F58-46C7-8BD6-70D3A8E7B268}" destId="{1F195987-CAED-49E7-B1BA-56BDCE268001}"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780E2C17-7959-4BE4-B5B9-2AF6E7CE28C3}">
      <dgm:prSet custT="1"/>
      <dgm:spPr>
        <a:solidFill>
          <a:schemeClr val="bg1"/>
        </a:solidFill>
        <a:ln w="12700"/>
      </dgm:spPr>
      <dgm:t>
        <a:bodyPr/>
        <a:lstStyle/>
        <a:p>
          <a:pPr algn="ctr"/>
          <a:r>
            <a:rPr lang="en-US" sz="1200" noProof="0" dirty="0"/>
            <a:t>Project cost</a:t>
          </a:r>
        </a:p>
      </dgm:t>
    </dgm:pt>
    <dgm:pt modelId="{2512B4B8-6636-4906-9597-60AD45FC6AB8}" type="parTrans" cxnId="{D3C15631-C6AA-431A-8019-B6CB89E454D1}">
      <dgm:prSet/>
      <dgm:spPr/>
      <dgm:t>
        <a:bodyPr/>
        <a:lstStyle/>
        <a:p>
          <a:pPr algn="ctr"/>
          <a:endParaRPr lang="en-US" sz="2400" noProof="0"/>
        </a:p>
      </dgm:t>
    </dgm:pt>
    <dgm:pt modelId="{DBC20B37-8FA3-4069-9306-016BCE515DEB}" type="sibTrans" cxnId="{D3C15631-C6AA-431A-8019-B6CB89E454D1}">
      <dgm:prSet/>
      <dgm:spPr/>
      <dgm:t>
        <a:bodyPr/>
        <a:lstStyle/>
        <a:p>
          <a:pPr algn="ctr"/>
          <a:endParaRPr lang="en-US" sz="2400" noProof="0"/>
        </a:p>
      </dgm:t>
    </dgm:pt>
    <dgm:pt modelId="{82515DFC-9938-4C9D-833B-D7B6FE74F3D6}">
      <dgm:prSet custT="1"/>
      <dgm:spPr>
        <a:solidFill>
          <a:schemeClr val="bg1"/>
        </a:solidFill>
        <a:ln w="12700"/>
      </dgm:spPr>
      <dgm:t>
        <a:bodyPr/>
        <a:lstStyle/>
        <a:p>
          <a:pPr algn="ctr"/>
          <a:r>
            <a:rPr lang="en-US" sz="1200" noProof="0" dirty="0"/>
            <a:t>Project management </a:t>
          </a:r>
        </a:p>
      </dgm:t>
    </dgm:pt>
    <dgm:pt modelId="{81AD3CE4-69FA-4B9E-BB3B-4FF1EB31E2BF}" type="parTrans" cxnId="{544C879F-65F0-46A5-B7C0-8D1A458F62F9}">
      <dgm:prSet/>
      <dgm:spPr>
        <a:solidFill>
          <a:schemeClr val="bg1"/>
        </a:solidFill>
        <a:ln w="12700"/>
      </dgm:spPr>
      <dgm:t>
        <a:bodyPr/>
        <a:lstStyle/>
        <a:p>
          <a:pPr algn="ctr"/>
          <a:endParaRPr lang="en-US" sz="1800" noProof="0"/>
        </a:p>
      </dgm:t>
    </dgm:pt>
    <dgm:pt modelId="{3ABDE96B-50C5-4FE4-A81A-4FB2FAAAAFA5}" type="sibTrans" cxnId="{544C879F-65F0-46A5-B7C0-8D1A458F62F9}">
      <dgm:prSet/>
      <dgm:spPr/>
      <dgm:t>
        <a:bodyPr/>
        <a:lstStyle/>
        <a:p>
          <a:pPr algn="ctr"/>
          <a:endParaRPr lang="en-US" sz="2400" noProof="0"/>
        </a:p>
      </dgm:t>
    </dgm:pt>
    <dgm:pt modelId="{1C76DC10-B192-4CB8-BDD4-43D705326175}">
      <dgm:prSet custT="1"/>
      <dgm:spPr>
        <a:solidFill>
          <a:schemeClr val="bg1"/>
        </a:solidFill>
        <a:ln w="12700"/>
      </dgm:spPr>
      <dgm:t>
        <a:bodyPr/>
        <a:lstStyle/>
        <a:p>
          <a:pPr algn="ctr"/>
          <a:r>
            <a:rPr lang="en-US" sz="1200" noProof="0" dirty="0"/>
            <a:t>Development</a:t>
          </a:r>
        </a:p>
      </dgm:t>
    </dgm:pt>
    <dgm:pt modelId="{9B6515FC-BAB6-49BD-B614-8D99B5FBDBDE}" type="parTrans" cxnId="{49F84BCF-56D4-4716-881A-8D03E4FD0021}">
      <dgm:prSet/>
      <dgm:spPr>
        <a:solidFill>
          <a:schemeClr val="bg1"/>
        </a:solidFill>
        <a:ln w="12700"/>
      </dgm:spPr>
      <dgm:t>
        <a:bodyPr/>
        <a:lstStyle/>
        <a:p>
          <a:pPr algn="ctr"/>
          <a:endParaRPr lang="en-US" sz="1800" noProof="0"/>
        </a:p>
      </dgm:t>
    </dgm:pt>
    <dgm:pt modelId="{0F91D73B-DCE4-4F8F-9696-95E8CA55567C}" type="sibTrans" cxnId="{49F84BCF-56D4-4716-881A-8D03E4FD0021}">
      <dgm:prSet/>
      <dgm:spPr/>
      <dgm:t>
        <a:bodyPr/>
        <a:lstStyle/>
        <a:p>
          <a:pPr algn="ctr"/>
          <a:endParaRPr lang="en-US" sz="2400" noProof="0"/>
        </a:p>
      </dgm:t>
    </dgm:pt>
    <dgm:pt modelId="{22AAB52A-F50E-450E-A45B-AA76C6E60155}">
      <dgm:prSet custT="1"/>
      <dgm:spPr>
        <a:solidFill>
          <a:schemeClr val="bg1"/>
        </a:solidFill>
        <a:ln w="12700"/>
      </dgm:spPr>
      <dgm:t>
        <a:bodyPr/>
        <a:lstStyle/>
        <a:p>
          <a:pPr algn="ctr"/>
          <a:r>
            <a:rPr lang="en-US" sz="1200" noProof="0" dirty="0"/>
            <a:t>Software Project</a:t>
          </a:r>
        </a:p>
      </dgm:t>
    </dgm:pt>
    <dgm:pt modelId="{111B3508-DF67-4D45-82A6-7B60B4D41864}" type="parTrans" cxnId="{AEC67096-20FC-480D-97F0-F2F564BD9E8A}">
      <dgm:prSet/>
      <dgm:spPr>
        <a:solidFill>
          <a:schemeClr val="bg1"/>
        </a:solidFill>
        <a:ln w="12700"/>
      </dgm:spPr>
      <dgm:t>
        <a:bodyPr/>
        <a:lstStyle/>
        <a:p>
          <a:pPr algn="ctr"/>
          <a:endParaRPr lang="en-US" sz="1800" noProof="0"/>
        </a:p>
      </dgm:t>
    </dgm:pt>
    <dgm:pt modelId="{773A98D1-1721-4740-BBBC-EE4ECE532058}" type="sibTrans" cxnId="{AEC67096-20FC-480D-97F0-F2F564BD9E8A}">
      <dgm:prSet/>
      <dgm:spPr/>
      <dgm:t>
        <a:bodyPr/>
        <a:lstStyle/>
        <a:p>
          <a:pPr algn="ctr"/>
          <a:endParaRPr lang="en-US" sz="2400" noProof="0"/>
        </a:p>
      </dgm:t>
    </dgm:pt>
    <dgm:pt modelId="{78C4697E-42E3-4CD6-8626-1B95ABCFBAEE}">
      <dgm:prSet custT="1"/>
      <dgm:spPr>
        <a:solidFill>
          <a:schemeClr val="bg1"/>
        </a:solidFill>
        <a:ln w="12700"/>
      </dgm:spPr>
      <dgm:t>
        <a:bodyPr/>
        <a:lstStyle/>
        <a:p>
          <a:pPr algn="ctr"/>
          <a:r>
            <a:rPr lang="en-US" sz="1200" noProof="0" dirty="0"/>
            <a:t>System Test</a:t>
          </a:r>
        </a:p>
      </dgm:t>
    </dgm:pt>
    <dgm:pt modelId="{8A2823D3-0319-40D7-99A2-677B9C1E7C97}" type="parTrans" cxnId="{4A4426A8-2F36-4935-9726-DFCE8F41E836}">
      <dgm:prSet/>
      <dgm:spPr>
        <a:solidFill>
          <a:schemeClr val="bg1"/>
        </a:solidFill>
        <a:ln w="12700"/>
      </dgm:spPr>
      <dgm:t>
        <a:bodyPr/>
        <a:lstStyle/>
        <a:p>
          <a:pPr algn="ctr"/>
          <a:endParaRPr lang="en-US" sz="1800" noProof="0"/>
        </a:p>
      </dgm:t>
    </dgm:pt>
    <dgm:pt modelId="{E49278E8-4C74-4CB2-80A2-3456757BC598}" type="sibTrans" cxnId="{4A4426A8-2F36-4935-9726-DFCE8F41E836}">
      <dgm:prSet/>
      <dgm:spPr/>
      <dgm:t>
        <a:bodyPr/>
        <a:lstStyle/>
        <a:p>
          <a:pPr algn="ctr"/>
          <a:endParaRPr lang="en-US" sz="2400" noProof="0"/>
        </a:p>
      </dgm:t>
    </dgm:pt>
    <dgm:pt modelId="{8423AC5B-65BB-44BA-85C8-B8F2C1D799F9}">
      <dgm:prSet custT="1"/>
      <dgm:spPr>
        <a:solidFill>
          <a:schemeClr val="bg1"/>
        </a:solidFill>
        <a:ln w="12700"/>
      </dgm:spPr>
      <dgm:t>
        <a:bodyPr/>
        <a:lstStyle/>
        <a:p>
          <a:pPr algn="ctr"/>
          <a:r>
            <a:rPr lang="en-US" sz="1200" noProof="0" dirty="0"/>
            <a:t>Analysis (modelling) </a:t>
          </a:r>
        </a:p>
      </dgm:t>
    </dgm:pt>
    <dgm:pt modelId="{98E64B81-CF24-49AB-A88A-228C9A8CA780}" type="parTrans" cxnId="{12752EE7-4C9A-4006-B2AE-B5551DF3FF82}">
      <dgm:prSet/>
      <dgm:spPr>
        <a:solidFill>
          <a:schemeClr val="bg1"/>
        </a:solidFill>
        <a:ln w="12700"/>
      </dgm:spPr>
      <dgm:t>
        <a:bodyPr/>
        <a:lstStyle/>
        <a:p>
          <a:pPr algn="ctr"/>
          <a:endParaRPr lang="en-US" sz="1800" noProof="0"/>
        </a:p>
      </dgm:t>
    </dgm:pt>
    <dgm:pt modelId="{37318783-7077-401B-9007-0BCCE6BB03B7}" type="sibTrans" cxnId="{12752EE7-4C9A-4006-B2AE-B5551DF3FF82}">
      <dgm:prSet/>
      <dgm:spPr/>
      <dgm:t>
        <a:bodyPr/>
        <a:lstStyle/>
        <a:p>
          <a:pPr algn="ctr"/>
          <a:endParaRPr lang="en-US" sz="2400" noProof="0"/>
        </a:p>
      </dgm:t>
    </dgm:pt>
    <dgm:pt modelId="{5AD51844-7667-449C-B04B-2A3775799BFF}">
      <dgm:prSet custT="1"/>
      <dgm:spPr>
        <a:solidFill>
          <a:schemeClr val="bg1"/>
        </a:solidFill>
        <a:ln w="12700"/>
      </dgm:spPr>
      <dgm:t>
        <a:bodyPr/>
        <a:lstStyle/>
        <a:p>
          <a:pPr algn="ctr"/>
          <a:r>
            <a:rPr lang="en-US" sz="1200" noProof="0" dirty="0"/>
            <a:t>Business Project</a:t>
          </a:r>
        </a:p>
      </dgm:t>
    </dgm:pt>
    <dgm:pt modelId="{FD7AA57F-CF0E-42DE-A55F-2EC78B30B05B}" type="parTrans" cxnId="{A25C5321-2397-436D-96DF-6B1391C6D905}">
      <dgm:prSet/>
      <dgm:spPr>
        <a:solidFill>
          <a:schemeClr val="bg1"/>
        </a:solidFill>
        <a:ln w="12700"/>
      </dgm:spPr>
      <dgm:t>
        <a:bodyPr/>
        <a:lstStyle/>
        <a:p>
          <a:pPr algn="ctr"/>
          <a:endParaRPr lang="en-US" sz="1800" noProof="0"/>
        </a:p>
      </dgm:t>
    </dgm:pt>
    <dgm:pt modelId="{6896A8BC-4889-4D51-8FB9-9AB4779A3BA7}" type="sibTrans" cxnId="{A25C5321-2397-436D-96DF-6B1391C6D905}">
      <dgm:prSet/>
      <dgm:spPr/>
      <dgm:t>
        <a:bodyPr/>
        <a:lstStyle/>
        <a:p>
          <a:pPr algn="ctr"/>
          <a:endParaRPr lang="en-US" sz="2400" noProof="0"/>
        </a:p>
      </dgm:t>
    </dgm:pt>
    <dgm:pt modelId="{CDA72991-8516-4F67-9D7F-C6CEFB219E63}">
      <dgm:prSet custT="1"/>
      <dgm:spPr>
        <a:solidFill>
          <a:schemeClr val="bg1"/>
        </a:solidFill>
        <a:ln w="12700"/>
      </dgm:spPr>
      <dgm:t>
        <a:bodyPr/>
        <a:lstStyle/>
        <a:p>
          <a:pPr algn="ctr"/>
          <a:r>
            <a:rPr lang="en-US" sz="1200" noProof="0" dirty="0"/>
            <a:t>Analysis</a:t>
          </a:r>
        </a:p>
      </dgm:t>
    </dgm:pt>
    <dgm:pt modelId="{D5FFA1D8-50D6-4A82-87E7-058D5B4962E6}" type="parTrans" cxnId="{D68E4CA5-2615-45AA-BC48-8892261A331E}">
      <dgm:prSet/>
      <dgm:spPr>
        <a:solidFill>
          <a:schemeClr val="bg1"/>
        </a:solidFill>
        <a:ln w="12700"/>
      </dgm:spPr>
      <dgm:t>
        <a:bodyPr/>
        <a:lstStyle/>
        <a:p>
          <a:pPr algn="ctr"/>
          <a:endParaRPr lang="en-US" sz="1800" noProof="0"/>
        </a:p>
      </dgm:t>
    </dgm:pt>
    <dgm:pt modelId="{977A6F70-64D1-479E-B160-4BA6F04720C2}" type="sibTrans" cxnId="{D68E4CA5-2615-45AA-BC48-8892261A331E}">
      <dgm:prSet/>
      <dgm:spPr/>
      <dgm:t>
        <a:bodyPr/>
        <a:lstStyle/>
        <a:p>
          <a:pPr algn="ctr"/>
          <a:endParaRPr lang="en-US" sz="2400" noProof="0"/>
        </a:p>
      </dgm:t>
    </dgm:pt>
    <dgm:pt modelId="{5BFFD63B-5511-492C-9222-0156EFC4526B}">
      <dgm:prSet custT="1"/>
      <dgm:spPr>
        <a:solidFill>
          <a:schemeClr val="bg1"/>
        </a:solidFill>
        <a:ln w="12700"/>
      </dgm:spPr>
      <dgm:t>
        <a:bodyPr/>
        <a:lstStyle/>
        <a:p>
          <a:pPr algn="ctr"/>
          <a:r>
            <a:rPr lang="en-US" sz="1200" noProof="0" dirty="0"/>
            <a:t>Technology</a:t>
          </a:r>
        </a:p>
      </dgm:t>
    </dgm:pt>
    <dgm:pt modelId="{937CFD05-A419-45AA-A7A7-87FA7D9DF5E4}" type="parTrans" cxnId="{1D22AAAC-4B45-48C9-84FC-690C449BA89D}">
      <dgm:prSet/>
      <dgm:spPr>
        <a:solidFill>
          <a:schemeClr val="bg1"/>
        </a:solidFill>
        <a:ln w="12700"/>
      </dgm:spPr>
      <dgm:t>
        <a:bodyPr/>
        <a:lstStyle/>
        <a:p>
          <a:pPr algn="ctr"/>
          <a:endParaRPr lang="en-US" sz="1800" noProof="0"/>
        </a:p>
      </dgm:t>
    </dgm:pt>
    <dgm:pt modelId="{D2D278E8-783F-4750-A634-8BB5EBBA1118}" type="sibTrans" cxnId="{1D22AAAC-4B45-48C9-84FC-690C449BA89D}">
      <dgm:prSet/>
      <dgm:spPr/>
      <dgm:t>
        <a:bodyPr/>
        <a:lstStyle/>
        <a:p>
          <a:pPr algn="ctr"/>
          <a:endParaRPr lang="en-US" sz="2400" noProof="0"/>
        </a:p>
      </dgm:t>
    </dgm:pt>
    <dgm:pt modelId="{1EC7473E-C38C-43F4-A078-4BF3B05DD0C5}">
      <dgm:prSet custT="1"/>
      <dgm:spPr>
        <a:solidFill>
          <a:schemeClr val="bg1"/>
        </a:solidFill>
        <a:ln w="12700"/>
      </dgm:spPr>
      <dgm:t>
        <a:bodyPr/>
        <a:lstStyle/>
        <a:p>
          <a:pPr algn="ctr"/>
          <a:r>
            <a:rPr lang="en-US" sz="1200" noProof="0" dirty="0"/>
            <a:t>Mobile</a:t>
          </a:r>
        </a:p>
      </dgm:t>
    </dgm:pt>
    <dgm:pt modelId="{EAF9F797-4D5F-4B10-AFEF-CA31E8649317}" type="parTrans" cxnId="{02CE8D8E-E5C8-496B-98D2-6E8E867ECC46}">
      <dgm:prSet/>
      <dgm:spPr>
        <a:solidFill>
          <a:schemeClr val="bg1"/>
        </a:solidFill>
        <a:ln w="12700"/>
      </dgm:spPr>
      <dgm:t>
        <a:bodyPr/>
        <a:lstStyle/>
        <a:p>
          <a:pPr algn="ctr"/>
          <a:endParaRPr lang="en-US" sz="1800" noProof="0"/>
        </a:p>
      </dgm:t>
    </dgm:pt>
    <dgm:pt modelId="{39576AED-5FE2-48F6-9A6D-F66F2094B208}" type="sibTrans" cxnId="{02CE8D8E-E5C8-496B-98D2-6E8E867ECC46}">
      <dgm:prSet/>
      <dgm:spPr/>
      <dgm:t>
        <a:bodyPr/>
        <a:lstStyle/>
        <a:p>
          <a:pPr algn="ctr"/>
          <a:endParaRPr lang="en-US" sz="2400" noProof="0"/>
        </a:p>
      </dgm:t>
    </dgm:pt>
    <dgm:pt modelId="{6571645B-0BBE-4CD7-BA5A-7144F7D8C054}">
      <dgm:prSet custT="1"/>
      <dgm:spPr>
        <a:solidFill>
          <a:schemeClr val="bg1"/>
        </a:solidFill>
        <a:ln w="12700"/>
      </dgm:spPr>
      <dgm:t>
        <a:bodyPr/>
        <a:lstStyle/>
        <a:p>
          <a:pPr algn="ctr"/>
          <a:r>
            <a:rPr lang="en-US" sz="1200" noProof="0" dirty="0"/>
            <a:t>LAN/ Clients/EUC</a:t>
          </a:r>
        </a:p>
      </dgm:t>
    </dgm:pt>
    <dgm:pt modelId="{5776B918-55DA-4C8E-B26D-7AAC670C5996}" type="parTrans" cxnId="{E5EA43C2-879E-41FF-8B34-F36E6B7FF872}">
      <dgm:prSet/>
      <dgm:spPr>
        <a:solidFill>
          <a:schemeClr val="bg1"/>
        </a:solidFill>
        <a:ln w="12700"/>
      </dgm:spPr>
      <dgm:t>
        <a:bodyPr/>
        <a:lstStyle/>
        <a:p>
          <a:pPr algn="ctr"/>
          <a:endParaRPr lang="en-US" sz="1800" noProof="0"/>
        </a:p>
      </dgm:t>
    </dgm:pt>
    <dgm:pt modelId="{E9BBE097-0F9A-4E77-B078-800EE8F7C4A5}" type="sibTrans" cxnId="{E5EA43C2-879E-41FF-8B34-F36E6B7FF872}">
      <dgm:prSet/>
      <dgm:spPr/>
      <dgm:t>
        <a:bodyPr/>
        <a:lstStyle/>
        <a:p>
          <a:pPr algn="ctr"/>
          <a:endParaRPr lang="en-US" sz="2400" noProof="0"/>
        </a:p>
      </dgm:t>
    </dgm:pt>
    <dgm:pt modelId="{D207AA23-E1E9-4664-8694-657CBE7F5113}">
      <dgm:prSet custT="1"/>
      <dgm:spPr>
        <a:solidFill>
          <a:schemeClr val="bg1"/>
        </a:solidFill>
        <a:ln w="12700"/>
      </dgm:spPr>
      <dgm:t>
        <a:bodyPr/>
        <a:lstStyle/>
        <a:p>
          <a:pPr algn="ctr"/>
          <a:r>
            <a:rPr lang="en-US" sz="1200" noProof="0" dirty="0"/>
            <a:t>Servers </a:t>
          </a:r>
        </a:p>
      </dgm:t>
    </dgm:pt>
    <dgm:pt modelId="{2B811217-D6E1-4007-B8B1-74F71399FCBC}" type="parTrans" cxnId="{9DE396B4-3663-4EB0-BC77-41DA68116E8E}">
      <dgm:prSet/>
      <dgm:spPr>
        <a:solidFill>
          <a:schemeClr val="bg1"/>
        </a:solidFill>
        <a:ln w="12700"/>
      </dgm:spPr>
      <dgm:t>
        <a:bodyPr/>
        <a:lstStyle/>
        <a:p>
          <a:pPr algn="ctr"/>
          <a:endParaRPr lang="en-US" sz="1800" noProof="0"/>
        </a:p>
      </dgm:t>
    </dgm:pt>
    <dgm:pt modelId="{FD6F05A3-C7FA-425C-9D87-0A61C97921D3}" type="sibTrans" cxnId="{9DE396B4-3663-4EB0-BC77-41DA68116E8E}">
      <dgm:prSet/>
      <dgm:spPr/>
      <dgm:t>
        <a:bodyPr/>
        <a:lstStyle/>
        <a:p>
          <a:pPr algn="ctr"/>
          <a:endParaRPr lang="en-US" sz="2400" noProof="0"/>
        </a:p>
      </dgm:t>
    </dgm:pt>
    <dgm:pt modelId="{4BAE13AE-39F3-416E-8744-CFDB4B732C07}">
      <dgm:prSet custT="1"/>
      <dgm:spPr>
        <a:solidFill>
          <a:schemeClr val="bg1"/>
        </a:solidFill>
        <a:ln w="12700"/>
      </dgm:spPr>
      <dgm:t>
        <a:bodyPr/>
        <a:lstStyle/>
        <a:p>
          <a:pPr algn="ctr"/>
          <a:r>
            <a:rPr lang="en-US" sz="1200" noProof="0" dirty="0"/>
            <a:t>Education/ training/ change</a:t>
          </a:r>
        </a:p>
      </dgm:t>
    </dgm:pt>
    <dgm:pt modelId="{1699D3DA-29B7-417B-98A4-5CC0FE236955}" type="parTrans" cxnId="{A671590E-F926-4AF6-91E1-AD9336EC2F46}">
      <dgm:prSet/>
      <dgm:spPr>
        <a:solidFill>
          <a:schemeClr val="bg1"/>
        </a:solidFill>
        <a:ln w="12700"/>
      </dgm:spPr>
      <dgm:t>
        <a:bodyPr/>
        <a:lstStyle/>
        <a:p>
          <a:pPr algn="ctr"/>
          <a:endParaRPr lang="en-US" sz="1800" noProof="0"/>
        </a:p>
      </dgm:t>
    </dgm:pt>
    <dgm:pt modelId="{306B415E-C390-4DDC-82B2-649369D5F815}" type="sibTrans" cxnId="{A671590E-F926-4AF6-91E1-AD9336EC2F46}">
      <dgm:prSet/>
      <dgm:spPr/>
      <dgm:t>
        <a:bodyPr/>
        <a:lstStyle/>
        <a:p>
          <a:pPr algn="ctr"/>
          <a:endParaRPr lang="en-US" sz="2400" noProof="0"/>
        </a:p>
      </dgm:t>
    </dgm:pt>
    <dgm:pt modelId="{851C9D6E-AC63-4942-A4BE-E6721A22670E}">
      <dgm:prSet custT="1"/>
      <dgm:spPr>
        <a:solidFill>
          <a:schemeClr val="bg1"/>
        </a:solidFill>
        <a:ln w="12700"/>
      </dgm:spPr>
      <dgm:t>
        <a:bodyPr/>
        <a:lstStyle/>
        <a:p>
          <a:pPr algn="ctr"/>
          <a:r>
            <a:rPr lang="en-US" sz="1200" noProof="0" dirty="0"/>
            <a:t>User Test</a:t>
          </a:r>
        </a:p>
      </dgm:t>
    </dgm:pt>
    <dgm:pt modelId="{93FA9CFA-3713-4C93-B0FB-EB826ABE93C4}" type="parTrans" cxnId="{8E3F17B4-7549-4018-A69F-1C6BCD1662C9}">
      <dgm:prSet/>
      <dgm:spPr>
        <a:solidFill>
          <a:schemeClr val="bg1"/>
        </a:solidFill>
        <a:ln w="12700"/>
      </dgm:spPr>
      <dgm:t>
        <a:bodyPr/>
        <a:lstStyle/>
        <a:p>
          <a:endParaRPr lang="en-US" sz="1800" noProof="0"/>
        </a:p>
      </dgm:t>
    </dgm:pt>
    <dgm:pt modelId="{E67CB3FC-871F-48D3-8F22-E65AC355491E}" type="sibTrans" cxnId="{8E3F17B4-7549-4018-A69F-1C6BCD1662C9}">
      <dgm:prSet/>
      <dgm:spPr/>
      <dgm:t>
        <a:bodyPr/>
        <a:lstStyle/>
        <a:p>
          <a:endParaRPr lang="en-US" sz="2400" noProof="0"/>
        </a:p>
      </dgm:t>
    </dgm:pt>
    <dgm:pt modelId="{9C8FF474-B8E2-44A7-A2AD-9A703BBB6D91}">
      <dgm:prSet custT="1"/>
      <dgm:spPr>
        <a:solidFill>
          <a:schemeClr val="bg1"/>
        </a:solidFill>
        <a:ln w="12700"/>
      </dgm:spPr>
      <dgm:t>
        <a:bodyPr/>
        <a:lstStyle/>
        <a:p>
          <a:pPr algn="ctr"/>
          <a:r>
            <a:rPr lang="en-US" sz="1200" noProof="0" dirty="0"/>
            <a:t>Software  platforms</a:t>
          </a:r>
        </a:p>
      </dgm:t>
    </dgm:pt>
    <dgm:pt modelId="{0B37D1B5-1459-47BD-A177-28D2DF664D5E}" type="parTrans" cxnId="{2140F080-129D-4C86-8218-197CD091D2D8}">
      <dgm:prSet/>
      <dgm:spPr>
        <a:solidFill>
          <a:schemeClr val="bg1"/>
        </a:solidFill>
        <a:ln w="12700"/>
      </dgm:spPr>
      <dgm:t>
        <a:bodyPr/>
        <a:lstStyle/>
        <a:p>
          <a:endParaRPr lang="it-IT" sz="1400"/>
        </a:p>
      </dgm:t>
    </dgm:pt>
    <dgm:pt modelId="{5C3CF336-0E4B-44FD-80DC-25C0BADB1907}" type="sibTrans" cxnId="{2140F080-129D-4C86-8218-197CD091D2D8}">
      <dgm:prSet/>
      <dgm:spPr/>
      <dgm:t>
        <a:bodyPr/>
        <a:lstStyle/>
        <a:p>
          <a:endParaRPr lang="it-IT"/>
        </a:p>
      </dgm:t>
    </dgm:pt>
    <dgm:pt modelId="{0D2E9F3E-3934-453E-AA19-8E3608548189}">
      <dgm:prSet custT="1"/>
      <dgm:spPr>
        <a:solidFill>
          <a:schemeClr val="bg1"/>
        </a:solidFill>
        <a:ln w="12700"/>
      </dgm:spPr>
      <dgm:t>
        <a:bodyPr/>
        <a:lstStyle/>
        <a:p>
          <a:pPr algn="ctr"/>
          <a:r>
            <a:rPr lang="en-US" sz="1200" noProof="0" dirty="0"/>
            <a:t>Cloud services  </a:t>
          </a:r>
        </a:p>
      </dgm:t>
    </dgm:pt>
    <dgm:pt modelId="{DC618EE1-3F12-48C2-BED0-11FE9201DC61}" type="parTrans" cxnId="{4C110345-85EA-4884-9090-3DE9653BB6A6}">
      <dgm:prSet/>
      <dgm:spPr>
        <a:solidFill>
          <a:schemeClr val="bg1"/>
        </a:solidFill>
        <a:ln w="12700"/>
      </dgm:spPr>
      <dgm:t>
        <a:bodyPr/>
        <a:lstStyle/>
        <a:p>
          <a:endParaRPr lang="it-IT" sz="1400"/>
        </a:p>
      </dgm:t>
    </dgm:pt>
    <dgm:pt modelId="{2F8E2578-FDD3-41A6-AB6F-7E0B18A2760E}" type="sibTrans" cxnId="{4C110345-85EA-4884-9090-3DE9653BB6A6}">
      <dgm:prSet/>
      <dgm:spPr/>
      <dgm:t>
        <a:bodyPr/>
        <a:lstStyle/>
        <a:p>
          <a:endParaRPr lang="it-IT"/>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5020A7F2-D507-45EE-A895-2DBC7AC3D771}" type="pres">
      <dgm:prSet presAssocID="{780E2C17-7959-4BE4-B5B9-2AF6E7CE28C3}" presName="hierRoot1" presStyleCnt="0">
        <dgm:presLayoutVars>
          <dgm:hierBranch val="init"/>
        </dgm:presLayoutVars>
      </dgm:prSet>
      <dgm:spPr/>
    </dgm:pt>
    <dgm:pt modelId="{D4982AEC-E392-43FF-B1E6-76981C7F4526}" type="pres">
      <dgm:prSet presAssocID="{780E2C17-7959-4BE4-B5B9-2AF6E7CE28C3}" presName="rootComposite1" presStyleCnt="0"/>
      <dgm:spPr/>
    </dgm:pt>
    <dgm:pt modelId="{B66FDA53-52AD-4777-B131-E6DE4E566FE1}" type="pres">
      <dgm:prSet presAssocID="{780E2C17-7959-4BE4-B5B9-2AF6E7CE28C3}" presName="rootText1" presStyleLbl="node0" presStyleIdx="0" presStyleCnt="1">
        <dgm:presLayoutVars>
          <dgm:chPref val="3"/>
        </dgm:presLayoutVars>
      </dgm:prSet>
      <dgm:spPr/>
    </dgm:pt>
    <dgm:pt modelId="{CC9F5843-D328-475A-834D-68A4E455C29F}" type="pres">
      <dgm:prSet presAssocID="{780E2C17-7959-4BE4-B5B9-2AF6E7CE28C3}" presName="rootConnector1" presStyleLbl="node1" presStyleIdx="0" presStyleCnt="0"/>
      <dgm:spPr/>
    </dgm:pt>
    <dgm:pt modelId="{CC41FF8D-2066-47C2-B982-E49AEB8BA42A}" type="pres">
      <dgm:prSet presAssocID="{780E2C17-7959-4BE4-B5B9-2AF6E7CE28C3}" presName="hierChild2" presStyleCnt="0"/>
      <dgm:spPr/>
    </dgm:pt>
    <dgm:pt modelId="{31CF9883-6932-443B-BE67-EA6070F735FC}" type="pres">
      <dgm:prSet presAssocID="{81AD3CE4-69FA-4B9E-BB3B-4FF1EB31E2BF}" presName="Name37" presStyleLbl="parChTrans1D2" presStyleIdx="0" presStyleCnt="4"/>
      <dgm:spPr/>
    </dgm:pt>
    <dgm:pt modelId="{13ADB56E-8FDF-491C-8B29-1722087AD486}" type="pres">
      <dgm:prSet presAssocID="{82515DFC-9938-4C9D-833B-D7B6FE74F3D6}" presName="hierRoot2" presStyleCnt="0">
        <dgm:presLayoutVars>
          <dgm:hierBranch val="init"/>
        </dgm:presLayoutVars>
      </dgm:prSet>
      <dgm:spPr/>
    </dgm:pt>
    <dgm:pt modelId="{0985C86D-1B69-41D2-8B15-597C53B6120C}" type="pres">
      <dgm:prSet presAssocID="{82515DFC-9938-4C9D-833B-D7B6FE74F3D6}" presName="rootComposite" presStyleCnt="0"/>
      <dgm:spPr/>
    </dgm:pt>
    <dgm:pt modelId="{B36F738C-DABB-499F-A586-6245E56F73A4}" type="pres">
      <dgm:prSet presAssocID="{82515DFC-9938-4C9D-833B-D7B6FE74F3D6}" presName="rootText" presStyleLbl="node2" presStyleIdx="0" presStyleCnt="4">
        <dgm:presLayoutVars>
          <dgm:chPref val="3"/>
        </dgm:presLayoutVars>
      </dgm:prSet>
      <dgm:spPr/>
    </dgm:pt>
    <dgm:pt modelId="{14012CE9-2525-49DB-825E-72030D160490}" type="pres">
      <dgm:prSet presAssocID="{82515DFC-9938-4C9D-833B-D7B6FE74F3D6}" presName="rootConnector" presStyleLbl="node2" presStyleIdx="0" presStyleCnt="4"/>
      <dgm:spPr/>
    </dgm:pt>
    <dgm:pt modelId="{342643D6-E3A6-4A57-B9DD-0781D8759EFC}" type="pres">
      <dgm:prSet presAssocID="{82515DFC-9938-4C9D-833B-D7B6FE74F3D6}" presName="hierChild4" presStyleCnt="0"/>
      <dgm:spPr/>
    </dgm:pt>
    <dgm:pt modelId="{0DD17146-0F29-4885-9376-8A5705D23D4E}" type="pres">
      <dgm:prSet presAssocID="{82515DFC-9938-4C9D-833B-D7B6FE74F3D6}" presName="hierChild5" presStyleCnt="0"/>
      <dgm:spPr/>
    </dgm:pt>
    <dgm:pt modelId="{7B5206AE-36DB-43EE-84F3-AFB823AA6253}" type="pres">
      <dgm:prSet presAssocID="{111B3508-DF67-4D45-82A6-7B60B4D41864}" presName="Name37" presStyleLbl="parChTrans1D2" presStyleIdx="1" presStyleCnt="4"/>
      <dgm:spPr/>
    </dgm:pt>
    <dgm:pt modelId="{EA46275C-D34E-4970-A919-7FB5FB0D832D}" type="pres">
      <dgm:prSet presAssocID="{22AAB52A-F50E-450E-A45B-AA76C6E60155}" presName="hierRoot2" presStyleCnt="0">
        <dgm:presLayoutVars>
          <dgm:hierBranch val="hang"/>
        </dgm:presLayoutVars>
      </dgm:prSet>
      <dgm:spPr/>
    </dgm:pt>
    <dgm:pt modelId="{33111035-7874-44A3-98C1-D4AC0AF8792D}" type="pres">
      <dgm:prSet presAssocID="{22AAB52A-F50E-450E-A45B-AA76C6E60155}" presName="rootComposite" presStyleCnt="0"/>
      <dgm:spPr/>
    </dgm:pt>
    <dgm:pt modelId="{BE33DF6D-96DD-447A-A304-E5B66ED4DEA0}" type="pres">
      <dgm:prSet presAssocID="{22AAB52A-F50E-450E-A45B-AA76C6E60155}" presName="rootText" presStyleLbl="node2" presStyleIdx="1" presStyleCnt="4">
        <dgm:presLayoutVars>
          <dgm:chPref val="3"/>
        </dgm:presLayoutVars>
      </dgm:prSet>
      <dgm:spPr/>
    </dgm:pt>
    <dgm:pt modelId="{609F4C0D-78CC-42E2-8EC6-ACCF5277829F}" type="pres">
      <dgm:prSet presAssocID="{22AAB52A-F50E-450E-A45B-AA76C6E60155}" presName="rootConnector" presStyleLbl="node2" presStyleIdx="1" presStyleCnt="4"/>
      <dgm:spPr/>
    </dgm:pt>
    <dgm:pt modelId="{21DB5F9D-117E-4396-A921-BD0D18829365}" type="pres">
      <dgm:prSet presAssocID="{22AAB52A-F50E-450E-A45B-AA76C6E60155}" presName="hierChild4" presStyleCnt="0"/>
      <dgm:spPr/>
    </dgm:pt>
    <dgm:pt modelId="{DBFAA4B1-5E18-4F52-8331-43C80B4BAD10}" type="pres">
      <dgm:prSet presAssocID="{98E64B81-CF24-49AB-A88A-228C9A8CA780}" presName="Name48" presStyleLbl="parChTrans1D3" presStyleIdx="0" presStyleCnt="11"/>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3" presStyleIdx="0" presStyleCnt="11">
        <dgm:presLayoutVars>
          <dgm:chPref val="3"/>
        </dgm:presLayoutVars>
      </dgm:prSet>
      <dgm:spPr/>
    </dgm:pt>
    <dgm:pt modelId="{1F827E1E-DE28-4629-93A9-7862FAB5F676}" type="pres">
      <dgm:prSet presAssocID="{8423AC5B-65BB-44BA-85C8-B8F2C1D799F9}" presName="rootConnector" presStyleLbl="node3" presStyleIdx="0" presStyleCnt="11"/>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6EA04B9E-A781-425B-B36A-F2E0C3396A0F}" type="pres">
      <dgm:prSet presAssocID="{9B6515FC-BAB6-49BD-B614-8D99B5FBDBDE}" presName="Name48" presStyleLbl="parChTrans1D3" presStyleIdx="1" presStyleCnt="11"/>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3" presStyleIdx="1" presStyleCnt="11">
        <dgm:presLayoutVars>
          <dgm:chPref val="3"/>
        </dgm:presLayoutVars>
      </dgm:prSet>
      <dgm:spPr/>
    </dgm:pt>
    <dgm:pt modelId="{E2521828-141C-4DD9-A0FF-550F879D8B65}" type="pres">
      <dgm:prSet presAssocID="{1C76DC10-B192-4CB8-BDD4-43D705326175}" presName="rootConnector" presStyleLbl="node3" presStyleIdx="1" presStyleCnt="11"/>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F4168C62-4C73-4FEA-B525-828302C7EE80}" type="pres">
      <dgm:prSet presAssocID="{8A2823D3-0319-40D7-99A2-677B9C1E7C97}" presName="Name48" presStyleLbl="parChTrans1D3" presStyleIdx="2" presStyleCnt="11"/>
      <dgm:spPr/>
    </dgm:pt>
    <dgm:pt modelId="{BAACD408-B096-4219-B995-CBE13FEF9E0C}" type="pres">
      <dgm:prSet presAssocID="{78C4697E-42E3-4CD6-8626-1B95ABCFBAEE}" presName="hierRoot2" presStyleCnt="0">
        <dgm:presLayoutVars>
          <dgm:hierBranch val="init"/>
        </dgm:presLayoutVars>
      </dgm:prSet>
      <dgm:spPr/>
    </dgm:pt>
    <dgm:pt modelId="{7C76DD35-9C28-4088-8305-CB44319A8F6B}" type="pres">
      <dgm:prSet presAssocID="{78C4697E-42E3-4CD6-8626-1B95ABCFBAEE}" presName="rootComposite" presStyleCnt="0"/>
      <dgm:spPr/>
    </dgm:pt>
    <dgm:pt modelId="{2A5F8A13-F793-4295-A576-C273F1E67E53}" type="pres">
      <dgm:prSet presAssocID="{78C4697E-42E3-4CD6-8626-1B95ABCFBAEE}" presName="rootText" presStyleLbl="node3" presStyleIdx="2" presStyleCnt="11">
        <dgm:presLayoutVars>
          <dgm:chPref val="3"/>
        </dgm:presLayoutVars>
      </dgm:prSet>
      <dgm:spPr/>
    </dgm:pt>
    <dgm:pt modelId="{DF2A5A38-E9AD-4E0D-8664-8243B6A76EE9}" type="pres">
      <dgm:prSet presAssocID="{78C4697E-42E3-4CD6-8626-1B95ABCFBAEE}" presName="rootConnector" presStyleLbl="node3" presStyleIdx="2" presStyleCnt="11"/>
      <dgm:spPr/>
    </dgm:pt>
    <dgm:pt modelId="{25DCDDB0-7223-429E-8111-32F0DC3DFAA9}" type="pres">
      <dgm:prSet presAssocID="{78C4697E-42E3-4CD6-8626-1B95ABCFBAEE}" presName="hierChild4" presStyleCnt="0"/>
      <dgm:spPr/>
    </dgm:pt>
    <dgm:pt modelId="{91C4CFE2-D764-43CD-B65A-522F70B2D2C2}" type="pres">
      <dgm:prSet presAssocID="{78C4697E-42E3-4CD6-8626-1B95ABCFBAEE}" presName="hierChild5" presStyleCnt="0"/>
      <dgm:spPr/>
    </dgm:pt>
    <dgm:pt modelId="{EFAB8F0C-B50C-4110-92BD-83EFA04F2A3D}" type="pres">
      <dgm:prSet presAssocID="{93FA9CFA-3713-4C93-B0FB-EB826ABE93C4}" presName="Name48" presStyleLbl="parChTrans1D3" presStyleIdx="3" presStyleCnt="11"/>
      <dgm:spPr/>
    </dgm:pt>
    <dgm:pt modelId="{A5B3533E-C7CF-46F3-81CA-B527422E6570}" type="pres">
      <dgm:prSet presAssocID="{851C9D6E-AC63-4942-A4BE-E6721A22670E}" presName="hierRoot2" presStyleCnt="0">
        <dgm:presLayoutVars>
          <dgm:hierBranch val="init"/>
        </dgm:presLayoutVars>
      </dgm:prSet>
      <dgm:spPr/>
    </dgm:pt>
    <dgm:pt modelId="{7D9836D0-FEAF-45C5-96B9-BF85B4C5E630}" type="pres">
      <dgm:prSet presAssocID="{851C9D6E-AC63-4942-A4BE-E6721A22670E}" presName="rootComposite" presStyleCnt="0"/>
      <dgm:spPr/>
    </dgm:pt>
    <dgm:pt modelId="{2907B370-BA96-40F4-A66F-C111E7FDFAAE}" type="pres">
      <dgm:prSet presAssocID="{851C9D6E-AC63-4942-A4BE-E6721A22670E}" presName="rootText" presStyleLbl="node3" presStyleIdx="3" presStyleCnt="11">
        <dgm:presLayoutVars>
          <dgm:chPref val="3"/>
        </dgm:presLayoutVars>
      </dgm:prSet>
      <dgm:spPr/>
    </dgm:pt>
    <dgm:pt modelId="{10E23348-0F19-4FD3-A71D-F48223639FF9}" type="pres">
      <dgm:prSet presAssocID="{851C9D6E-AC63-4942-A4BE-E6721A22670E}" presName="rootConnector" presStyleLbl="node3" presStyleIdx="3" presStyleCnt="11"/>
      <dgm:spPr/>
    </dgm:pt>
    <dgm:pt modelId="{3D69BB98-EFF5-452C-9AC5-11BC881590C9}" type="pres">
      <dgm:prSet presAssocID="{851C9D6E-AC63-4942-A4BE-E6721A22670E}" presName="hierChild4" presStyleCnt="0"/>
      <dgm:spPr/>
    </dgm:pt>
    <dgm:pt modelId="{7F0430B4-7899-4BA1-A17D-366D05A80803}" type="pres">
      <dgm:prSet presAssocID="{851C9D6E-AC63-4942-A4BE-E6721A22670E}" presName="hierChild5" presStyleCnt="0"/>
      <dgm:spPr/>
    </dgm:pt>
    <dgm:pt modelId="{97D7E093-B9EA-413B-A30F-D5DDB8799B63}" type="pres">
      <dgm:prSet presAssocID="{22AAB52A-F50E-450E-A45B-AA76C6E60155}" presName="hierChild5" presStyleCnt="0"/>
      <dgm:spPr/>
    </dgm:pt>
    <dgm:pt modelId="{DBB6250D-A994-4B68-83F5-3A299E01BCF0}" type="pres">
      <dgm:prSet presAssocID="{FD7AA57F-CF0E-42DE-A55F-2EC78B30B05B}" presName="Name37" presStyleLbl="parChTrans1D2" presStyleIdx="2" presStyleCnt="4"/>
      <dgm:spPr/>
    </dgm:pt>
    <dgm:pt modelId="{7C3751AC-154A-4B83-86C4-3179D2CC195A}" type="pres">
      <dgm:prSet presAssocID="{5AD51844-7667-449C-B04B-2A3775799BFF}" presName="hierRoot2" presStyleCnt="0">
        <dgm:presLayoutVars>
          <dgm:hierBranch val="init"/>
        </dgm:presLayoutVars>
      </dgm:prSet>
      <dgm:spPr/>
    </dgm:pt>
    <dgm:pt modelId="{46E2E3C6-D8C5-40B9-98A1-533B92BF7BB4}" type="pres">
      <dgm:prSet presAssocID="{5AD51844-7667-449C-B04B-2A3775799BFF}" presName="rootComposite" presStyleCnt="0"/>
      <dgm:spPr/>
    </dgm:pt>
    <dgm:pt modelId="{143639B3-181C-491B-A515-4BAB93604BCB}" type="pres">
      <dgm:prSet presAssocID="{5AD51844-7667-449C-B04B-2A3775799BFF}" presName="rootText" presStyleLbl="node2" presStyleIdx="2" presStyleCnt="4" custLinFactNeighborX="422" custLinFactNeighborY="-693">
        <dgm:presLayoutVars>
          <dgm:chPref val="3"/>
        </dgm:presLayoutVars>
      </dgm:prSet>
      <dgm:spPr/>
    </dgm:pt>
    <dgm:pt modelId="{F76DCC48-5560-4BD5-AD58-0C6CED22E5B3}" type="pres">
      <dgm:prSet presAssocID="{5AD51844-7667-449C-B04B-2A3775799BFF}" presName="rootConnector" presStyleLbl="node2" presStyleIdx="2" presStyleCnt="4"/>
      <dgm:spPr/>
    </dgm:pt>
    <dgm:pt modelId="{54D71075-D9F2-4A86-BAD0-9859B2512DDE}" type="pres">
      <dgm:prSet presAssocID="{5AD51844-7667-449C-B04B-2A3775799BFF}" presName="hierChild4" presStyleCnt="0"/>
      <dgm:spPr/>
    </dgm:pt>
    <dgm:pt modelId="{ED858471-3416-48AF-94C0-257C660D6C30}" type="pres">
      <dgm:prSet presAssocID="{D5FFA1D8-50D6-4A82-87E7-058D5B4962E6}" presName="Name37" presStyleLbl="parChTrans1D3" presStyleIdx="4" presStyleCnt="11"/>
      <dgm:spPr/>
    </dgm:pt>
    <dgm:pt modelId="{81F929DC-36A8-4ACF-8D49-7570E547CB89}" type="pres">
      <dgm:prSet presAssocID="{CDA72991-8516-4F67-9D7F-C6CEFB219E63}" presName="hierRoot2" presStyleCnt="0">
        <dgm:presLayoutVars>
          <dgm:hierBranch val="init"/>
        </dgm:presLayoutVars>
      </dgm:prSet>
      <dgm:spPr/>
    </dgm:pt>
    <dgm:pt modelId="{A78C8B0B-8569-41EB-ACA9-0A7D6C75355C}" type="pres">
      <dgm:prSet presAssocID="{CDA72991-8516-4F67-9D7F-C6CEFB219E63}" presName="rootComposite" presStyleCnt="0"/>
      <dgm:spPr/>
    </dgm:pt>
    <dgm:pt modelId="{30523AB1-C99C-444B-AA4F-1E73092027E9}" type="pres">
      <dgm:prSet presAssocID="{CDA72991-8516-4F67-9D7F-C6CEFB219E63}" presName="rootText" presStyleLbl="node3" presStyleIdx="4" presStyleCnt="11">
        <dgm:presLayoutVars>
          <dgm:chPref val="3"/>
        </dgm:presLayoutVars>
      </dgm:prSet>
      <dgm:spPr/>
    </dgm:pt>
    <dgm:pt modelId="{D5FDDBA5-CDD5-4793-84B5-CD9B98911702}" type="pres">
      <dgm:prSet presAssocID="{CDA72991-8516-4F67-9D7F-C6CEFB219E63}" presName="rootConnector" presStyleLbl="node3" presStyleIdx="4" presStyleCnt="11"/>
      <dgm:spPr/>
    </dgm:pt>
    <dgm:pt modelId="{590501E3-6000-4C9A-99FD-C032933B1059}" type="pres">
      <dgm:prSet presAssocID="{CDA72991-8516-4F67-9D7F-C6CEFB219E63}" presName="hierChild4" presStyleCnt="0"/>
      <dgm:spPr/>
    </dgm:pt>
    <dgm:pt modelId="{E2237E00-27D8-48FE-921B-A3E617074DE2}" type="pres">
      <dgm:prSet presAssocID="{CDA72991-8516-4F67-9D7F-C6CEFB219E63}" presName="hierChild5" presStyleCnt="0"/>
      <dgm:spPr/>
    </dgm:pt>
    <dgm:pt modelId="{FC66A192-41BF-4B05-9C2B-3184310FF5C6}" type="pres">
      <dgm:prSet presAssocID="{1699D3DA-29B7-417B-98A4-5CC0FE236955}" presName="Name37" presStyleLbl="parChTrans1D3" presStyleIdx="5" presStyleCnt="11"/>
      <dgm:spPr/>
    </dgm:pt>
    <dgm:pt modelId="{9DAC2D16-7E45-40EA-A631-ADEF7ACF9061}" type="pres">
      <dgm:prSet presAssocID="{4BAE13AE-39F3-416E-8744-CFDB4B732C07}" presName="hierRoot2" presStyleCnt="0">
        <dgm:presLayoutVars>
          <dgm:hierBranch val="init"/>
        </dgm:presLayoutVars>
      </dgm:prSet>
      <dgm:spPr/>
    </dgm:pt>
    <dgm:pt modelId="{B46A1F57-C788-4C8D-A2E5-6258F3978371}" type="pres">
      <dgm:prSet presAssocID="{4BAE13AE-39F3-416E-8744-CFDB4B732C07}" presName="rootComposite" presStyleCnt="0"/>
      <dgm:spPr/>
    </dgm:pt>
    <dgm:pt modelId="{72CEFB75-59D1-4656-8F8B-120522C92D35}" type="pres">
      <dgm:prSet presAssocID="{4BAE13AE-39F3-416E-8744-CFDB4B732C07}" presName="rootText" presStyleLbl="node3" presStyleIdx="5" presStyleCnt="11">
        <dgm:presLayoutVars>
          <dgm:chPref val="3"/>
        </dgm:presLayoutVars>
      </dgm:prSet>
      <dgm:spPr/>
    </dgm:pt>
    <dgm:pt modelId="{9403F216-2E13-4D0E-80E9-D493615283DE}" type="pres">
      <dgm:prSet presAssocID="{4BAE13AE-39F3-416E-8744-CFDB4B732C07}" presName="rootConnector" presStyleLbl="node3" presStyleIdx="5" presStyleCnt="11"/>
      <dgm:spPr/>
    </dgm:pt>
    <dgm:pt modelId="{7CEBB6BA-F632-432C-9EB0-7B69559DBB2F}" type="pres">
      <dgm:prSet presAssocID="{4BAE13AE-39F3-416E-8744-CFDB4B732C07}" presName="hierChild4" presStyleCnt="0"/>
      <dgm:spPr/>
    </dgm:pt>
    <dgm:pt modelId="{724760C5-47ED-4054-B00A-7E24FEBA4ACF}" type="pres">
      <dgm:prSet presAssocID="{4BAE13AE-39F3-416E-8744-CFDB4B732C07}" presName="hierChild5" presStyleCnt="0"/>
      <dgm:spPr/>
    </dgm:pt>
    <dgm:pt modelId="{E9CFFC85-30A2-4189-8956-70EF4403155E}" type="pres">
      <dgm:prSet presAssocID="{5AD51844-7667-449C-B04B-2A3775799BFF}" presName="hierChild5" presStyleCnt="0"/>
      <dgm:spPr/>
    </dgm:pt>
    <dgm:pt modelId="{06DDBB38-68F0-4317-9F77-306B5A4D0568}" type="pres">
      <dgm:prSet presAssocID="{937CFD05-A419-45AA-A7A7-87FA7D9DF5E4}" presName="Name37" presStyleLbl="parChTrans1D2" presStyleIdx="3" presStyleCnt="4"/>
      <dgm:spPr/>
    </dgm:pt>
    <dgm:pt modelId="{FCC89F73-75CB-4B04-8C24-E0C03F7FCC98}" type="pres">
      <dgm:prSet presAssocID="{5BFFD63B-5511-492C-9222-0156EFC4526B}" presName="hierRoot2" presStyleCnt="0">
        <dgm:presLayoutVars>
          <dgm:hierBranch val="hang"/>
        </dgm:presLayoutVars>
      </dgm:prSet>
      <dgm:spPr/>
    </dgm:pt>
    <dgm:pt modelId="{51303DA3-8908-436D-83CD-FD00C3ED8F56}" type="pres">
      <dgm:prSet presAssocID="{5BFFD63B-5511-492C-9222-0156EFC4526B}" presName="rootComposite" presStyleCnt="0"/>
      <dgm:spPr/>
    </dgm:pt>
    <dgm:pt modelId="{C1E13093-8BD2-473F-9131-948EED45B322}" type="pres">
      <dgm:prSet presAssocID="{5BFFD63B-5511-492C-9222-0156EFC4526B}" presName="rootText" presStyleLbl="node2" presStyleIdx="3" presStyleCnt="4">
        <dgm:presLayoutVars>
          <dgm:chPref val="3"/>
        </dgm:presLayoutVars>
      </dgm:prSet>
      <dgm:spPr/>
    </dgm:pt>
    <dgm:pt modelId="{5CC39CA2-13D2-4B46-934E-C03FE919297A}" type="pres">
      <dgm:prSet presAssocID="{5BFFD63B-5511-492C-9222-0156EFC4526B}" presName="rootConnector" presStyleLbl="node2" presStyleIdx="3" presStyleCnt="4"/>
      <dgm:spPr/>
    </dgm:pt>
    <dgm:pt modelId="{932F9BBB-7364-461A-88DE-5DC2C9AE7C59}" type="pres">
      <dgm:prSet presAssocID="{5BFFD63B-5511-492C-9222-0156EFC4526B}" presName="hierChild4" presStyleCnt="0"/>
      <dgm:spPr/>
    </dgm:pt>
    <dgm:pt modelId="{54004330-659C-421A-AA00-2A60A650D1AA}" type="pres">
      <dgm:prSet presAssocID="{EAF9F797-4D5F-4B10-AFEF-CA31E8649317}" presName="Name48" presStyleLbl="parChTrans1D3" presStyleIdx="6" presStyleCnt="11"/>
      <dgm:spPr/>
    </dgm:pt>
    <dgm:pt modelId="{16181FE0-8A53-4C08-BF65-5F964ADA93D5}" type="pres">
      <dgm:prSet presAssocID="{1EC7473E-C38C-43F4-A078-4BF3B05DD0C5}" presName="hierRoot2" presStyleCnt="0">
        <dgm:presLayoutVars>
          <dgm:hierBranch val="init"/>
        </dgm:presLayoutVars>
      </dgm:prSet>
      <dgm:spPr/>
    </dgm:pt>
    <dgm:pt modelId="{99625B65-92C7-4F58-A9CB-76B678225743}" type="pres">
      <dgm:prSet presAssocID="{1EC7473E-C38C-43F4-A078-4BF3B05DD0C5}" presName="rootComposite" presStyleCnt="0"/>
      <dgm:spPr/>
    </dgm:pt>
    <dgm:pt modelId="{71CFB7A4-87DA-4816-B7A4-500ED09ACC80}" type="pres">
      <dgm:prSet presAssocID="{1EC7473E-C38C-43F4-A078-4BF3B05DD0C5}" presName="rootText" presStyleLbl="node3" presStyleIdx="6" presStyleCnt="11">
        <dgm:presLayoutVars>
          <dgm:chPref val="3"/>
        </dgm:presLayoutVars>
      </dgm:prSet>
      <dgm:spPr/>
    </dgm:pt>
    <dgm:pt modelId="{B53B0E2E-0C65-44C5-B0FD-F7C54A95DCE9}" type="pres">
      <dgm:prSet presAssocID="{1EC7473E-C38C-43F4-A078-4BF3B05DD0C5}" presName="rootConnector" presStyleLbl="node3" presStyleIdx="6" presStyleCnt="11"/>
      <dgm:spPr/>
    </dgm:pt>
    <dgm:pt modelId="{158C8836-73E3-4330-BD57-40A5FB8B7D13}" type="pres">
      <dgm:prSet presAssocID="{1EC7473E-C38C-43F4-A078-4BF3B05DD0C5}" presName="hierChild4" presStyleCnt="0"/>
      <dgm:spPr/>
    </dgm:pt>
    <dgm:pt modelId="{A9099310-4F36-4C40-8C0A-94504608D6A4}" type="pres">
      <dgm:prSet presAssocID="{1EC7473E-C38C-43F4-A078-4BF3B05DD0C5}" presName="hierChild5" presStyleCnt="0"/>
      <dgm:spPr/>
    </dgm:pt>
    <dgm:pt modelId="{E6D3E7C7-5F9F-4403-A4C8-CCABCA206563}" type="pres">
      <dgm:prSet presAssocID="{5776B918-55DA-4C8E-B26D-7AAC670C5996}" presName="Name48" presStyleLbl="parChTrans1D3" presStyleIdx="7" presStyleCnt="11"/>
      <dgm:spPr/>
    </dgm:pt>
    <dgm:pt modelId="{20722B81-EAAC-4468-A8EC-1205D8353D67}" type="pres">
      <dgm:prSet presAssocID="{6571645B-0BBE-4CD7-BA5A-7144F7D8C054}" presName="hierRoot2" presStyleCnt="0">
        <dgm:presLayoutVars>
          <dgm:hierBranch val="init"/>
        </dgm:presLayoutVars>
      </dgm:prSet>
      <dgm:spPr/>
    </dgm:pt>
    <dgm:pt modelId="{0947A841-917C-4819-9955-66E1076B8159}" type="pres">
      <dgm:prSet presAssocID="{6571645B-0BBE-4CD7-BA5A-7144F7D8C054}" presName="rootComposite" presStyleCnt="0"/>
      <dgm:spPr/>
    </dgm:pt>
    <dgm:pt modelId="{EE5463CD-2007-41E8-A571-D5AD678DE2DA}" type="pres">
      <dgm:prSet presAssocID="{6571645B-0BBE-4CD7-BA5A-7144F7D8C054}" presName="rootText" presStyleLbl="node3" presStyleIdx="7" presStyleCnt="11">
        <dgm:presLayoutVars>
          <dgm:chPref val="3"/>
        </dgm:presLayoutVars>
      </dgm:prSet>
      <dgm:spPr/>
    </dgm:pt>
    <dgm:pt modelId="{47C6E814-4F2F-417A-8A11-D51E33E75DBC}" type="pres">
      <dgm:prSet presAssocID="{6571645B-0BBE-4CD7-BA5A-7144F7D8C054}" presName="rootConnector" presStyleLbl="node3" presStyleIdx="7" presStyleCnt="11"/>
      <dgm:spPr/>
    </dgm:pt>
    <dgm:pt modelId="{B33645CA-D93C-4663-BAB0-666B6DA1E7B0}" type="pres">
      <dgm:prSet presAssocID="{6571645B-0BBE-4CD7-BA5A-7144F7D8C054}" presName="hierChild4" presStyleCnt="0"/>
      <dgm:spPr/>
    </dgm:pt>
    <dgm:pt modelId="{31878899-4B56-4C7F-8016-4BD8794BA1B6}" type="pres">
      <dgm:prSet presAssocID="{6571645B-0BBE-4CD7-BA5A-7144F7D8C054}" presName="hierChild5" presStyleCnt="0"/>
      <dgm:spPr/>
    </dgm:pt>
    <dgm:pt modelId="{C8C37B1E-7897-4E09-B59D-DF81792129F6}" type="pres">
      <dgm:prSet presAssocID="{2B811217-D6E1-4007-B8B1-74F71399FCBC}" presName="Name48" presStyleLbl="parChTrans1D3" presStyleIdx="8" presStyleCnt="11"/>
      <dgm:spPr/>
    </dgm:pt>
    <dgm:pt modelId="{42D4D324-508C-4D7E-B150-8078DAC1CE38}" type="pres">
      <dgm:prSet presAssocID="{D207AA23-E1E9-4664-8694-657CBE7F5113}" presName="hierRoot2" presStyleCnt="0">
        <dgm:presLayoutVars>
          <dgm:hierBranch val="init"/>
        </dgm:presLayoutVars>
      </dgm:prSet>
      <dgm:spPr/>
    </dgm:pt>
    <dgm:pt modelId="{6CD8C304-11B9-4BF1-AEAB-608720262554}" type="pres">
      <dgm:prSet presAssocID="{D207AA23-E1E9-4664-8694-657CBE7F5113}" presName="rootComposite" presStyleCnt="0"/>
      <dgm:spPr/>
    </dgm:pt>
    <dgm:pt modelId="{1EDDC4A0-7BC2-483A-84BD-549CE25340AD}" type="pres">
      <dgm:prSet presAssocID="{D207AA23-E1E9-4664-8694-657CBE7F5113}" presName="rootText" presStyleLbl="node3" presStyleIdx="8" presStyleCnt="11">
        <dgm:presLayoutVars>
          <dgm:chPref val="3"/>
        </dgm:presLayoutVars>
      </dgm:prSet>
      <dgm:spPr/>
    </dgm:pt>
    <dgm:pt modelId="{23984141-AD1C-4E04-AE34-10AE7E9078D3}" type="pres">
      <dgm:prSet presAssocID="{D207AA23-E1E9-4664-8694-657CBE7F5113}" presName="rootConnector" presStyleLbl="node3" presStyleIdx="8" presStyleCnt="11"/>
      <dgm:spPr/>
    </dgm:pt>
    <dgm:pt modelId="{924BF449-97E6-4E2C-824D-88093D36A425}" type="pres">
      <dgm:prSet presAssocID="{D207AA23-E1E9-4664-8694-657CBE7F5113}" presName="hierChild4" presStyleCnt="0"/>
      <dgm:spPr/>
    </dgm:pt>
    <dgm:pt modelId="{15A9E67C-CF04-4FCE-810D-DC675941C07F}" type="pres">
      <dgm:prSet presAssocID="{D207AA23-E1E9-4664-8694-657CBE7F5113}" presName="hierChild5" presStyleCnt="0"/>
      <dgm:spPr/>
    </dgm:pt>
    <dgm:pt modelId="{20C4DE16-1EA8-4E66-8AE0-84BB1C2EADBB}" type="pres">
      <dgm:prSet presAssocID="{0B37D1B5-1459-47BD-A177-28D2DF664D5E}" presName="Name48" presStyleLbl="parChTrans1D3" presStyleIdx="9" presStyleCnt="11"/>
      <dgm:spPr/>
    </dgm:pt>
    <dgm:pt modelId="{2B8B302C-6148-4854-91B0-36366B172028}" type="pres">
      <dgm:prSet presAssocID="{9C8FF474-B8E2-44A7-A2AD-9A703BBB6D91}" presName="hierRoot2" presStyleCnt="0">
        <dgm:presLayoutVars>
          <dgm:hierBranch val="init"/>
        </dgm:presLayoutVars>
      </dgm:prSet>
      <dgm:spPr/>
    </dgm:pt>
    <dgm:pt modelId="{AA5456AE-F2DB-4FCB-8186-4012573FCCB6}" type="pres">
      <dgm:prSet presAssocID="{9C8FF474-B8E2-44A7-A2AD-9A703BBB6D91}" presName="rootComposite" presStyleCnt="0"/>
      <dgm:spPr/>
    </dgm:pt>
    <dgm:pt modelId="{FFA1E627-6ECF-472E-955E-042FC44114FE}" type="pres">
      <dgm:prSet presAssocID="{9C8FF474-B8E2-44A7-A2AD-9A703BBB6D91}" presName="rootText" presStyleLbl="node3" presStyleIdx="9" presStyleCnt="11">
        <dgm:presLayoutVars>
          <dgm:chPref val="3"/>
        </dgm:presLayoutVars>
      </dgm:prSet>
      <dgm:spPr/>
    </dgm:pt>
    <dgm:pt modelId="{34D520C3-DBFC-474E-90A9-03EBD3AAA234}" type="pres">
      <dgm:prSet presAssocID="{9C8FF474-B8E2-44A7-A2AD-9A703BBB6D91}" presName="rootConnector" presStyleLbl="node3" presStyleIdx="9" presStyleCnt="11"/>
      <dgm:spPr/>
    </dgm:pt>
    <dgm:pt modelId="{194BB7B6-48C8-46DC-A361-1F350D5FD829}" type="pres">
      <dgm:prSet presAssocID="{9C8FF474-B8E2-44A7-A2AD-9A703BBB6D91}" presName="hierChild4" presStyleCnt="0"/>
      <dgm:spPr/>
    </dgm:pt>
    <dgm:pt modelId="{11F18250-DC48-4873-9610-4193E3DF3827}" type="pres">
      <dgm:prSet presAssocID="{9C8FF474-B8E2-44A7-A2AD-9A703BBB6D91}" presName="hierChild5" presStyleCnt="0"/>
      <dgm:spPr/>
    </dgm:pt>
    <dgm:pt modelId="{0CB1DD64-8E2B-4213-A922-5172F8217136}" type="pres">
      <dgm:prSet presAssocID="{DC618EE1-3F12-48C2-BED0-11FE9201DC61}" presName="Name48" presStyleLbl="parChTrans1D3" presStyleIdx="10" presStyleCnt="11"/>
      <dgm:spPr/>
    </dgm:pt>
    <dgm:pt modelId="{23B7D01B-CA4F-4959-AB48-7B5B38671C7B}" type="pres">
      <dgm:prSet presAssocID="{0D2E9F3E-3934-453E-AA19-8E3608548189}" presName="hierRoot2" presStyleCnt="0">
        <dgm:presLayoutVars>
          <dgm:hierBranch val="init"/>
        </dgm:presLayoutVars>
      </dgm:prSet>
      <dgm:spPr/>
    </dgm:pt>
    <dgm:pt modelId="{E432C062-C46B-4E46-87A2-1328049E542F}" type="pres">
      <dgm:prSet presAssocID="{0D2E9F3E-3934-453E-AA19-8E3608548189}" presName="rootComposite" presStyleCnt="0"/>
      <dgm:spPr/>
    </dgm:pt>
    <dgm:pt modelId="{E80ABF54-4110-4F22-9DD1-B401D5DCF6B9}" type="pres">
      <dgm:prSet presAssocID="{0D2E9F3E-3934-453E-AA19-8E3608548189}" presName="rootText" presStyleLbl="node3" presStyleIdx="10" presStyleCnt="11">
        <dgm:presLayoutVars>
          <dgm:chPref val="3"/>
        </dgm:presLayoutVars>
      </dgm:prSet>
      <dgm:spPr/>
    </dgm:pt>
    <dgm:pt modelId="{FD14E017-8EAE-4903-921F-1F033F35CD4E}" type="pres">
      <dgm:prSet presAssocID="{0D2E9F3E-3934-453E-AA19-8E3608548189}" presName="rootConnector" presStyleLbl="node3" presStyleIdx="10" presStyleCnt="11"/>
      <dgm:spPr/>
    </dgm:pt>
    <dgm:pt modelId="{F90B8D6E-A517-47F3-93A8-7CD8A73C07C2}" type="pres">
      <dgm:prSet presAssocID="{0D2E9F3E-3934-453E-AA19-8E3608548189}" presName="hierChild4" presStyleCnt="0"/>
      <dgm:spPr/>
    </dgm:pt>
    <dgm:pt modelId="{303A026D-4929-4BDA-9B2C-FDAE03F53E52}" type="pres">
      <dgm:prSet presAssocID="{0D2E9F3E-3934-453E-AA19-8E3608548189}" presName="hierChild5" presStyleCnt="0"/>
      <dgm:spPr/>
    </dgm:pt>
    <dgm:pt modelId="{95D487BC-91A7-450C-9E4C-F5D38D84DFBD}" type="pres">
      <dgm:prSet presAssocID="{5BFFD63B-5511-492C-9222-0156EFC4526B}" presName="hierChild5" presStyleCnt="0"/>
      <dgm:spPr/>
    </dgm:pt>
    <dgm:pt modelId="{2409E2CD-8A3D-4025-AF35-FDAFA4476D46}" type="pres">
      <dgm:prSet presAssocID="{780E2C17-7959-4BE4-B5B9-2AF6E7CE28C3}" presName="hierChild3" presStyleCnt="0"/>
      <dgm:spPr/>
    </dgm:pt>
  </dgm:ptLst>
  <dgm:cxnLst>
    <dgm:cxn modelId="{08FB7501-88BC-453E-BF8C-E05AF5039A96}" type="presOf" srcId="{CDA72991-8516-4F67-9D7F-C6CEFB219E63}" destId="{D5FDDBA5-CDD5-4793-84B5-CD9B98911702}" srcOrd="1" destOrd="0" presId="urn:microsoft.com/office/officeart/2005/8/layout/orgChart1"/>
    <dgm:cxn modelId="{59A2AF01-BC72-4035-B2E0-E2EBBBF29E8F}" type="presOf" srcId="{93FA9CFA-3713-4C93-B0FB-EB826ABE93C4}" destId="{EFAB8F0C-B50C-4110-92BD-83EFA04F2A3D}" srcOrd="0" destOrd="0" presId="urn:microsoft.com/office/officeart/2005/8/layout/orgChart1"/>
    <dgm:cxn modelId="{95FB9504-7794-46B1-B6ED-2BB9327B5755}" type="presOf" srcId="{9B6515FC-BAB6-49BD-B614-8D99B5FBDBDE}" destId="{6EA04B9E-A781-425B-B36A-F2E0C3396A0F}" srcOrd="0" destOrd="0" presId="urn:microsoft.com/office/officeart/2005/8/layout/orgChart1"/>
    <dgm:cxn modelId="{A671590E-F926-4AF6-91E1-AD9336EC2F46}" srcId="{5AD51844-7667-449C-B04B-2A3775799BFF}" destId="{4BAE13AE-39F3-416E-8744-CFDB4B732C07}" srcOrd="1" destOrd="0" parTransId="{1699D3DA-29B7-417B-98A4-5CC0FE236955}" sibTransId="{306B415E-C390-4DDC-82B2-649369D5F815}"/>
    <dgm:cxn modelId="{FD088911-4CE7-4D49-858D-3014375EF329}" type="presOf" srcId="{D207AA23-E1E9-4664-8694-657CBE7F5113}" destId="{23984141-AD1C-4E04-AE34-10AE7E9078D3}" srcOrd="1" destOrd="0" presId="urn:microsoft.com/office/officeart/2005/8/layout/orgChart1"/>
    <dgm:cxn modelId="{C388A315-2C07-483B-81FC-7001ABC857BE}" type="presOf" srcId="{9C8FF474-B8E2-44A7-A2AD-9A703BBB6D91}" destId="{34D520C3-DBFC-474E-90A9-03EBD3AAA234}" srcOrd="1" destOrd="0" presId="urn:microsoft.com/office/officeart/2005/8/layout/orgChart1"/>
    <dgm:cxn modelId="{B3895B1D-523F-48B7-9AF5-3CEBB7D6CEDD}" type="presOf" srcId="{6571645B-0BBE-4CD7-BA5A-7144F7D8C054}" destId="{47C6E814-4F2F-417A-8A11-D51E33E75DBC}" srcOrd="1" destOrd="0" presId="urn:microsoft.com/office/officeart/2005/8/layout/orgChart1"/>
    <dgm:cxn modelId="{A25C5321-2397-436D-96DF-6B1391C6D905}" srcId="{780E2C17-7959-4BE4-B5B9-2AF6E7CE28C3}" destId="{5AD51844-7667-449C-B04B-2A3775799BFF}" srcOrd="2" destOrd="0" parTransId="{FD7AA57F-CF0E-42DE-A55F-2EC78B30B05B}" sibTransId="{6896A8BC-4889-4D51-8FB9-9AB4779A3BA7}"/>
    <dgm:cxn modelId="{64ED3325-9CC8-4EA4-80BC-ED56027AE6F8}" type="presOf" srcId="{82515DFC-9938-4C9D-833B-D7B6FE74F3D6}" destId="{B36F738C-DABB-499F-A586-6245E56F73A4}" srcOrd="0" destOrd="0" presId="urn:microsoft.com/office/officeart/2005/8/layout/orgChart1"/>
    <dgm:cxn modelId="{EF3B9628-F174-4C01-B2ED-45F4A3AFB8DF}" type="presOf" srcId="{780E2C17-7959-4BE4-B5B9-2AF6E7CE28C3}" destId="{CC9F5843-D328-475A-834D-68A4E455C29F}" srcOrd="1" destOrd="0" presId="urn:microsoft.com/office/officeart/2005/8/layout/orgChart1"/>
    <dgm:cxn modelId="{0A670229-C432-41E4-A1D9-1BA413788E5E}" type="presOf" srcId="{0D2E9F3E-3934-453E-AA19-8E3608548189}" destId="{FD14E017-8EAE-4903-921F-1F033F35CD4E}" srcOrd="1" destOrd="0" presId="urn:microsoft.com/office/officeart/2005/8/layout/orgChart1"/>
    <dgm:cxn modelId="{D3C15631-C6AA-431A-8019-B6CB89E454D1}" srcId="{9806DEA8-F325-4BC2-BE52-585E2948CFB3}" destId="{780E2C17-7959-4BE4-B5B9-2AF6E7CE28C3}" srcOrd="0" destOrd="0" parTransId="{2512B4B8-6636-4906-9597-60AD45FC6AB8}" sibTransId="{DBC20B37-8FA3-4069-9306-016BCE515DEB}"/>
    <dgm:cxn modelId="{3F535634-E9AE-4FDC-B548-BAB3D297C443}" type="presOf" srcId="{111B3508-DF67-4D45-82A6-7B60B4D41864}" destId="{7B5206AE-36DB-43EE-84F3-AFB823AA6253}" srcOrd="0" destOrd="0" presId="urn:microsoft.com/office/officeart/2005/8/layout/orgChart1"/>
    <dgm:cxn modelId="{084C7F3B-A45D-43F7-B362-F4F7E3D3A3C4}" type="presOf" srcId="{780E2C17-7959-4BE4-B5B9-2AF6E7CE28C3}" destId="{B66FDA53-52AD-4777-B131-E6DE4E566FE1}" srcOrd="0" destOrd="0" presId="urn:microsoft.com/office/officeart/2005/8/layout/orgChart1"/>
    <dgm:cxn modelId="{37BA583C-2205-4808-B3E8-B295D701EEF9}" type="presOf" srcId="{D5FFA1D8-50D6-4A82-87E7-058D5B4962E6}" destId="{ED858471-3416-48AF-94C0-257C660D6C30}" srcOrd="0" destOrd="0" presId="urn:microsoft.com/office/officeart/2005/8/layout/orgChart1"/>
    <dgm:cxn modelId="{EDB5443E-A59B-41A0-BCC1-E776FDCAB248}" type="presOf" srcId="{22AAB52A-F50E-450E-A45B-AA76C6E60155}" destId="{609F4C0D-78CC-42E2-8EC6-ACCF5277829F}" srcOrd="1" destOrd="0" presId="urn:microsoft.com/office/officeart/2005/8/layout/orgChart1"/>
    <dgm:cxn modelId="{9BAAFD63-3C39-480D-8841-1E5607FA4096}" type="presOf" srcId="{82515DFC-9938-4C9D-833B-D7B6FE74F3D6}" destId="{14012CE9-2525-49DB-825E-72030D160490}" srcOrd="1" destOrd="0" presId="urn:microsoft.com/office/officeart/2005/8/layout/orgChart1"/>
    <dgm:cxn modelId="{4C110345-85EA-4884-9090-3DE9653BB6A6}" srcId="{5BFFD63B-5511-492C-9222-0156EFC4526B}" destId="{0D2E9F3E-3934-453E-AA19-8E3608548189}" srcOrd="4" destOrd="0" parTransId="{DC618EE1-3F12-48C2-BED0-11FE9201DC61}" sibTransId="{2F8E2578-FDD3-41A6-AB6F-7E0B18A2760E}"/>
    <dgm:cxn modelId="{9E84E168-AFFE-4CB4-BB82-C1F1F5511677}" type="presOf" srcId="{78C4697E-42E3-4CD6-8626-1B95ABCFBAEE}" destId="{DF2A5A38-E9AD-4E0D-8664-8243B6A76EE9}" srcOrd="1" destOrd="0" presId="urn:microsoft.com/office/officeart/2005/8/layout/orgChart1"/>
    <dgm:cxn modelId="{AF6A9049-ED44-46C3-A7C9-2E9B4CD180A4}" type="presOf" srcId="{CDA72991-8516-4F67-9D7F-C6CEFB219E63}" destId="{30523AB1-C99C-444B-AA4F-1E73092027E9}" srcOrd="0" destOrd="0" presId="urn:microsoft.com/office/officeart/2005/8/layout/orgChart1"/>
    <dgm:cxn modelId="{A26A754A-4640-41B7-ABDF-8147B8703B90}" type="presOf" srcId="{78C4697E-42E3-4CD6-8626-1B95ABCFBAEE}" destId="{2A5F8A13-F793-4295-A576-C273F1E67E53}" srcOrd="0" destOrd="0" presId="urn:microsoft.com/office/officeart/2005/8/layout/orgChart1"/>
    <dgm:cxn modelId="{9FB2854A-70EA-482C-BB62-2C7D8537DAA5}" type="presOf" srcId="{8423AC5B-65BB-44BA-85C8-B8F2C1D799F9}" destId="{63AB99B0-52A9-4FD4-95B2-D1CDAD6E4D6C}" srcOrd="0" destOrd="0" presId="urn:microsoft.com/office/officeart/2005/8/layout/orgChart1"/>
    <dgm:cxn modelId="{81811C4D-EDBD-4280-92CA-D2515B2B3895}" type="presOf" srcId="{1C76DC10-B192-4CB8-BDD4-43D705326175}" destId="{152DB30B-0997-48AC-8E02-B305E6A174EA}" srcOrd="0" destOrd="0" presId="urn:microsoft.com/office/officeart/2005/8/layout/orgChart1"/>
    <dgm:cxn modelId="{76EC776D-5FA5-485B-BBB7-6ACDF331F74D}" type="presOf" srcId="{81AD3CE4-69FA-4B9E-BB3B-4FF1EB31E2BF}" destId="{31CF9883-6932-443B-BE67-EA6070F735FC}" srcOrd="0" destOrd="0" presId="urn:microsoft.com/office/officeart/2005/8/layout/orgChart1"/>
    <dgm:cxn modelId="{5771A56D-4DFE-4462-803B-39E1FE786120}" type="presOf" srcId="{1EC7473E-C38C-43F4-A078-4BF3B05DD0C5}" destId="{71CFB7A4-87DA-4816-B7A4-500ED09ACC80}" srcOrd="0" destOrd="0" presId="urn:microsoft.com/office/officeart/2005/8/layout/orgChart1"/>
    <dgm:cxn modelId="{4BC2BC59-8FED-42EB-9245-117894C409C3}" type="presOf" srcId="{1C76DC10-B192-4CB8-BDD4-43D705326175}" destId="{E2521828-141C-4DD9-A0FF-550F879D8B65}" srcOrd="1" destOrd="0" presId="urn:microsoft.com/office/officeart/2005/8/layout/orgChart1"/>
    <dgm:cxn modelId="{80B5277C-9F2D-4DAD-9708-9EAFCCA6EC57}" type="presOf" srcId="{4BAE13AE-39F3-416E-8744-CFDB4B732C07}" destId="{72CEFB75-59D1-4656-8F8B-120522C92D35}" srcOrd="0" destOrd="0" presId="urn:microsoft.com/office/officeart/2005/8/layout/orgChart1"/>
    <dgm:cxn modelId="{2140F080-129D-4C86-8218-197CD091D2D8}" srcId="{5BFFD63B-5511-492C-9222-0156EFC4526B}" destId="{9C8FF474-B8E2-44A7-A2AD-9A703BBB6D91}" srcOrd="3" destOrd="0" parTransId="{0B37D1B5-1459-47BD-A177-28D2DF664D5E}" sibTransId="{5C3CF336-0E4B-44FD-80DC-25C0BADB1907}"/>
    <dgm:cxn modelId="{F8C53389-D728-4BB0-884C-E4FE748A7B61}" type="presOf" srcId="{1699D3DA-29B7-417B-98A4-5CC0FE236955}" destId="{FC66A192-41BF-4B05-9C2B-3184310FF5C6}" srcOrd="0" destOrd="0" presId="urn:microsoft.com/office/officeart/2005/8/layout/orgChart1"/>
    <dgm:cxn modelId="{4B9AA78A-B8AA-41EF-8B77-881DD143F0E4}" type="presOf" srcId="{5AD51844-7667-449C-B04B-2A3775799BFF}" destId="{F76DCC48-5560-4BD5-AD58-0C6CED22E5B3}" srcOrd="1" destOrd="0" presId="urn:microsoft.com/office/officeart/2005/8/layout/orgChart1"/>
    <dgm:cxn modelId="{5D1F608C-3159-4A0F-BCAB-9AB5E2E14BE0}" type="presOf" srcId="{DC618EE1-3F12-48C2-BED0-11FE9201DC61}" destId="{0CB1DD64-8E2B-4213-A922-5172F8217136}" srcOrd="0" destOrd="0" presId="urn:microsoft.com/office/officeart/2005/8/layout/orgChart1"/>
    <dgm:cxn modelId="{2177568D-4327-49E7-A557-8F335FFE259C}" type="presOf" srcId="{8423AC5B-65BB-44BA-85C8-B8F2C1D799F9}" destId="{1F827E1E-DE28-4629-93A9-7862FAB5F676}" srcOrd="1" destOrd="0" presId="urn:microsoft.com/office/officeart/2005/8/layout/orgChart1"/>
    <dgm:cxn modelId="{1B88CF8D-BD5C-4B38-ADCF-8962BA9FDDDA}" type="presOf" srcId="{851C9D6E-AC63-4942-A4BE-E6721A22670E}" destId="{10E23348-0F19-4FD3-A71D-F48223639FF9}" srcOrd="1" destOrd="0" presId="urn:microsoft.com/office/officeart/2005/8/layout/orgChart1"/>
    <dgm:cxn modelId="{3CE8308E-1BB1-4571-818B-B6663A87989B}" type="presOf" srcId="{0D2E9F3E-3934-453E-AA19-8E3608548189}" destId="{E80ABF54-4110-4F22-9DD1-B401D5DCF6B9}" srcOrd="0" destOrd="0" presId="urn:microsoft.com/office/officeart/2005/8/layout/orgChart1"/>
    <dgm:cxn modelId="{02CE8D8E-E5C8-496B-98D2-6E8E867ECC46}" srcId="{5BFFD63B-5511-492C-9222-0156EFC4526B}" destId="{1EC7473E-C38C-43F4-A078-4BF3B05DD0C5}" srcOrd="0" destOrd="0" parTransId="{EAF9F797-4D5F-4B10-AFEF-CA31E8649317}" sibTransId="{39576AED-5FE2-48F6-9A6D-F66F2094B208}"/>
    <dgm:cxn modelId="{73656D8F-8B2A-4989-8ADA-4D09D1B0CE91}" type="presOf" srcId="{9806DEA8-F325-4BC2-BE52-585E2948CFB3}" destId="{FC0D5DA3-7F08-40C9-A39B-512D9ACDB8BB}" srcOrd="0" destOrd="0" presId="urn:microsoft.com/office/officeart/2005/8/layout/orgChart1"/>
    <dgm:cxn modelId="{17D83A96-E0B1-4363-AD3B-64BED67625EF}" type="presOf" srcId="{9C8FF474-B8E2-44A7-A2AD-9A703BBB6D91}" destId="{FFA1E627-6ECF-472E-955E-042FC44114FE}" srcOrd="0" destOrd="0" presId="urn:microsoft.com/office/officeart/2005/8/layout/orgChart1"/>
    <dgm:cxn modelId="{AEC67096-20FC-480D-97F0-F2F564BD9E8A}" srcId="{780E2C17-7959-4BE4-B5B9-2AF6E7CE28C3}" destId="{22AAB52A-F50E-450E-A45B-AA76C6E60155}" srcOrd="1" destOrd="0" parTransId="{111B3508-DF67-4D45-82A6-7B60B4D41864}" sibTransId="{773A98D1-1721-4740-BBBC-EE4ECE532058}"/>
    <dgm:cxn modelId="{A5DA449A-7817-4AAE-A861-F80FB541C7B9}" type="presOf" srcId="{851C9D6E-AC63-4942-A4BE-E6721A22670E}" destId="{2907B370-BA96-40F4-A66F-C111E7FDFAAE}" srcOrd="0" destOrd="0" presId="urn:microsoft.com/office/officeart/2005/8/layout/orgChart1"/>
    <dgm:cxn modelId="{EBEC469D-F66E-4DC3-BE08-33EEADE64981}" type="presOf" srcId="{5776B918-55DA-4C8E-B26D-7AAC670C5996}" destId="{E6D3E7C7-5F9F-4403-A4C8-CCABCA206563}" srcOrd="0" destOrd="0" presId="urn:microsoft.com/office/officeart/2005/8/layout/orgChart1"/>
    <dgm:cxn modelId="{544C879F-65F0-46A5-B7C0-8D1A458F62F9}" srcId="{780E2C17-7959-4BE4-B5B9-2AF6E7CE28C3}" destId="{82515DFC-9938-4C9D-833B-D7B6FE74F3D6}" srcOrd="0" destOrd="0" parTransId="{81AD3CE4-69FA-4B9E-BB3B-4FF1EB31E2BF}" sibTransId="{3ABDE96B-50C5-4FE4-A81A-4FB2FAAAAFA5}"/>
    <dgm:cxn modelId="{5FA6B9A0-0F01-450B-93E3-811AD227B08F}" type="presOf" srcId="{FD7AA57F-CF0E-42DE-A55F-2EC78B30B05B}" destId="{DBB6250D-A994-4B68-83F5-3A299E01BCF0}" srcOrd="0" destOrd="0" presId="urn:microsoft.com/office/officeart/2005/8/layout/orgChart1"/>
    <dgm:cxn modelId="{C16D60A1-CA2C-4569-9F5A-B081AD66D2CB}" type="presOf" srcId="{6571645B-0BBE-4CD7-BA5A-7144F7D8C054}" destId="{EE5463CD-2007-41E8-A571-D5AD678DE2DA}" srcOrd="0" destOrd="0" presId="urn:microsoft.com/office/officeart/2005/8/layout/orgChart1"/>
    <dgm:cxn modelId="{62348BA2-482C-45F1-B7B9-704789E008B9}" type="presOf" srcId="{2B811217-D6E1-4007-B8B1-74F71399FCBC}" destId="{C8C37B1E-7897-4E09-B59D-DF81792129F6}" srcOrd="0" destOrd="0" presId="urn:microsoft.com/office/officeart/2005/8/layout/orgChart1"/>
    <dgm:cxn modelId="{1C1C43A5-94AF-48A6-8E8B-D83BCF17892A}" type="presOf" srcId="{98E64B81-CF24-49AB-A88A-228C9A8CA780}" destId="{DBFAA4B1-5E18-4F52-8331-43C80B4BAD10}" srcOrd="0" destOrd="0" presId="urn:microsoft.com/office/officeart/2005/8/layout/orgChart1"/>
    <dgm:cxn modelId="{D68E4CA5-2615-45AA-BC48-8892261A331E}" srcId="{5AD51844-7667-449C-B04B-2A3775799BFF}" destId="{CDA72991-8516-4F67-9D7F-C6CEFB219E63}" srcOrd="0" destOrd="0" parTransId="{D5FFA1D8-50D6-4A82-87E7-058D5B4962E6}" sibTransId="{977A6F70-64D1-479E-B160-4BA6F04720C2}"/>
    <dgm:cxn modelId="{4A4426A8-2F36-4935-9726-DFCE8F41E836}" srcId="{22AAB52A-F50E-450E-A45B-AA76C6E60155}" destId="{78C4697E-42E3-4CD6-8626-1B95ABCFBAEE}" srcOrd="2" destOrd="0" parTransId="{8A2823D3-0319-40D7-99A2-677B9C1E7C97}" sibTransId="{E49278E8-4C74-4CB2-80A2-3456757BC598}"/>
    <dgm:cxn modelId="{1D22AAAC-4B45-48C9-84FC-690C449BA89D}" srcId="{780E2C17-7959-4BE4-B5B9-2AF6E7CE28C3}" destId="{5BFFD63B-5511-492C-9222-0156EFC4526B}" srcOrd="3" destOrd="0" parTransId="{937CFD05-A419-45AA-A7A7-87FA7D9DF5E4}" sibTransId="{D2D278E8-783F-4750-A634-8BB5EBBA1118}"/>
    <dgm:cxn modelId="{871E18B0-3AA4-4CA5-A244-7BA82CD8CBE2}" type="presOf" srcId="{1EC7473E-C38C-43F4-A078-4BF3B05DD0C5}" destId="{B53B0E2E-0C65-44C5-B0FD-F7C54A95DCE9}" srcOrd="1" destOrd="0" presId="urn:microsoft.com/office/officeart/2005/8/layout/orgChart1"/>
    <dgm:cxn modelId="{8E3F17B4-7549-4018-A69F-1C6BCD1662C9}" srcId="{22AAB52A-F50E-450E-A45B-AA76C6E60155}" destId="{851C9D6E-AC63-4942-A4BE-E6721A22670E}" srcOrd="3" destOrd="0" parTransId="{93FA9CFA-3713-4C93-B0FB-EB826ABE93C4}" sibTransId="{E67CB3FC-871F-48D3-8F22-E65AC355491E}"/>
    <dgm:cxn modelId="{9DE396B4-3663-4EB0-BC77-41DA68116E8E}" srcId="{5BFFD63B-5511-492C-9222-0156EFC4526B}" destId="{D207AA23-E1E9-4664-8694-657CBE7F5113}" srcOrd="2" destOrd="0" parTransId="{2B811217-D6E1-4007-B8B1-74F71399FCBC}" sibTransId="{FD6F05A3-C7FA-425C-9D87-0A61C97921D3}"/>
    <dgm:cxn modelId="{2CC981BF-2146-463A-8370-2C89437A39D0}" type="presOf" srcId="{8A2823D3-0319-40D7-99A2-677B9C1E7C97}" destId="{F4168C62-4C73-4FEA-B525-828302C7EE80}" srcOrd="0" destOrd="0" presId="urn:microsoft.com/office/officeart/2005/8/layout/orgChart1"/>
    <dgm:cxn modelId="{E5EA43C2-879E-41FF-8B34-F36E6B7FF872}" srcId="{5BFFD63B-5511-492C-9222-0156EFC4526B}" destId="{6571645B-0BBE-4CD7-BA5A-7144F7D8C054}" srcOrd="1" destOrd="0" parTransId="{5776B918-55DA-4C8E-B26D-7AAC670C5996}" sibTransId="{E9BBE097-0F9A-4E77-B078-800EE8F7C4A5}"/>
    <dgm:cxn modelId="{E1E883C2-33B8-4F17-936B-BF67F2A43F67}" type="presOf" srcId="{D207AA23-E1E9-4664-8694-657CBE7F5113}" destId="{1EDDC4A0-7BC2-483A-84BD-549CE25340AD}" srcOrd="0" destOrd="0" presId="urn:microsoft.com/office/officeart/2005/8/layout/orgChart1"/>
    <dgm:cxn modelId="{CA06C0C2-5AE1-4353-BA72-1429FC5B8CB2}" type="presOf" srcId="{937CFD05-A419-45AA-A7A7-87FA7D9DF5E4}" destId="{06DDBB38-68F0-4317-9F77-306B5A4D0568}" srcOrd="0" destOrd="0" presId="urn:microsoft.com/office/officeart/2005/8/layout/orgChart1"/>
    <dgm:cxn modelId="{4836D3C4-75F6-4A98-9656-491E5F684B37}" type="presOf" srcId="{EAF9F797-4D5F-4B10-AFEF-CA31E8649317}" destId="{54004330-659C-421A-AA00-2A60A650D1AA}" srcOrd="0" destOrd="0" presId="urn:microsoft.com/office/officeart/2005/8/layout/orgChart1"/>
    <dgm:cxn modelId="{7B7D9FCB-9755-4ECB-A5D1-1C8397223A2A}" type="presOf" srcId="{5BFFD63B-5511-492C-9222-0156EFC4526B}" destId="{C1E13093-8BD2-473F-9131-948EED45B322}" srcOrd="0" destOrd="0" presId="urn:microsoft.com/office/officeart/2005/8/layout/orgChart1"/>
    <dgm:cxn modelId="{49F84BCF-56D4-4716-881A-8D03E4FD0021}" srcId="{22AAB52A-F50E-450E-A45B-AA76C6E60155}" destId="{1C76DC10-B192-4CB8-BDD4-43D705326175}" srcOrd="1" destOrd="0" parTransId="{9B6515FC-BAB6-49BD-B614-8D99B5FBDBDE}" sibTransId="{0F91D73B-DCE4-4F8F-9696-95E8CA55567C}"/>
    <dgm:cxn modelId="{3504CBD1-AC9E-4719-8808-1B9457CE95B9}" type="presOf" srcId="{5BFFD63B-5511-492C-9222-0156EFC4526B}" destId="{5CC39CA2-13D2-4B46-934E-C03FE919297A}" srcOrd="1" destOrd="0" presId="urn:microsoft.com/office/officeart/2005/8/layout/orgChart1"/>
    <dgm:cxn modelId="{12752EE7-4C9A-4006-B2AE-B5551DF3FF82}" srcId="{22AAB52A-F50E-450E-A45B-AA76C6E60155}" destId="{8423AC5B-65BB-44BA-85C8-B8F2C1D799F9}" srcOrd="0" destOrd="0" parTransId="{98E64B81-CF24-49AB-A88A-228C9A8CA780}" sibTransId="{37318783-7077-401B-9007-0BCCE6BB03B7}"/>
    <dgm:cxn modelId="{923E6AE7-2067-4FF3-A7EB-643CC8D3B2A7}" type="presOf" srcId="{22AAB52A-F50E-450E-A45B-AA76C6E60155}" destId="{BE33DF6D-96DD-447A-A304-E5B66ED4DEA0}" srcOrd="0" destOrd="0" presId="urn:microsoft.com/office/officeart/2005/8/layout/orgChart1"/>
    <dgm:cxn modelId="{7992E3E9-5546-4A25-A8BB-2A77B8472482}" type="presOf" srcId="{5AD51844-7667-449C-B04B-2A3775799BFF}" destId="{143639B3-181C-491B-A515-4BAB93604BCB}" srcOrd="0" destOrd="0" presId="urn:microsoft.com/office/officeart/2005/8/layout/orgChart1"/>
    <dgm:cxn modelId="{5E3745F4-FD26-488F-8572-E36468A9CD35}" type="presOf" srcId="{0B37D1B5-1459-47BD-A177-28D2DF664D5E}" destId="{20C4DE16-1EA8-4E66-8AE0-84BB1C2EADBB}" srcOrd="0" destOrd="0" presId="urn:microsoft.com/office/officeart/2005/8/layout/orgChart1"/>
    <dgm:cxn modelId="{8265D7F9-CD3A-4BDC-9CA5-54B2ED903C4A}" type="presOf" srcId="{4BAE13AE-39F3-416E-8744-CFDB4B732C07}" destId="{9403F216-2E13-4D0E-80E9-D493615283DE}" srcOrd="1" destOrd="0" presId="urn:microsoft.com/office/officeart/2005/8/layout/orgChart1"/>
    <dgm:cxn modelId="{0428FC16-2ABE-4A56-8144-28F6E5DA7ED7}" type="presParOf" srcId="{FC0D5DA3-7F08-40C9-A39B-512D9ACDB8BB}" destId="{5020A7F2-D507-45EE-A895-2DBC7AC3D771}" srcOrd="0" destOrd="0" presId="urn:microsoft.com/office/officeart/2005/8/layout/orgChart1"/>
    <dgm:cxn modelId="{0739A1C9-0974-46B7-81C5-95C42459366D}" type="presParOf" srcId="{5020A7F2-D507-45EE-A895-2DBC7AC3D771}" destId="{D4982AEC-E392-43FF-B1E6-76981C7F4526}" srcOrd="0" destOrd="0" presId="urn:microsoft.com/office/officeart/2005/8/layout/orgChart1"/>
    <dgm:cxn modelId="{4FE057A5-7AE9-4487-ACFD-D9D9FF01FED0}" type="presParOf" srcId="{D4982AEC-E392-43FF-B1E6-76981C7F4526}" destId="{B66FDA53-52AD-4777-B131-E6DE4E566FE1}" srcOrd="0" destOrd="0" presId="urn:microsoft.com/office/officeart/2005/8/layout/orgChart1"/>
    <dgm:cxn modelId="{A7B4C99A-50FB-4088-915E-D237F72D65D4}" type="presParOf" srcId="{D4982AEC-E392-43FF-B1E6-76981C7F4526}" destId="{CC9F5843-D328-475A-834D-68A4E455C29F}" srcOrd="1" destOrd="0" presId="urn:microsoft.com/office/officeart/2005/8/layout/orgChart1"/>
    <dgm:cxn modelId="{494A30B6-F176-47D6-AC81-1390156F8F59}" type="presParOf" srcId="{5020A7F2-D507-45EE-A895-2DBC7AC3D771}" destId="{CC41FF8D-2066-47C2-B982-E49AEB8BA42A}" srcOrd="1" destOrd="0" presId="urn:microsoft.com/office/officeart/2005/8/layout/orgChart1"/>
    <dgm:cxn modelId="{7897EC51-6E67-49E9-A9F2-B0FA699291E9}" type="presParOf" srcId="{CC41FF8D-2066-47C2-B982-E49AEB8BA42A}" destId="{31CF9883-6932-443B-BE67-EA6070F735FC}" srcOrd="0" destOrd="0" presId="urn:microsoft.com/office/officeart/2005/8/layout/orgChart1"/>
    <dgm:cxn modelId="{9925624A-9C32-4112-B6AD-97BDF95EC465}" type="presParOf" srcId="{CC41FF8D-2066-47C2-B982-E49AEB8BA42A}" destId="{13ADB56E-8FDF-491C-8B29-1722087AD486}" srcOrd="1" destOrd="0" presId="urn:microsoft.com/office/officeart/2005/8/layout/orgChart1"/>
    <dgm:cxn modelId="{608941A1-BD9B-4C89-A8B1-DE6D77895B50}" type="presParOf" srcId="{13ADB56E-8FDF-491C-8B29-1722087AD486}" destId="{0985C86D-1B69-41D2-8B15-597C53B6120C}" srcOrd="0" destOrd="0" presId="urn:microsoft.com/office/officeart/2005/8/layout/orgChart1"/>
    <dgm:cxn modelId="{6BAA2173-EFD8-453A-8575-D1F0982EE8E7}" type="presParOf" srcId="{0985C86D-1B69-41D2-8B15-597C53B6120C}" destId="{B36F738C-DABB-499F-A586-6245E56F73A4}" srcOrd="0" destOrd="0" presId="urn:microsoft.com/office/officeart/2005/8/layout/orgChart1"/>
    <dgm:cxn modelId="{F7E2BD01-CDF1-4088-834B-4E597397F2BE}" type="presParOf" srcId="{0985C86D-1B69-41D2-8B15-597C53B6120C}" destId="{14012CE9-2525-49DB-825E-72030D160490}" srcOrd="1" destOrd="0" presId="urn:microsoft.com/office/officeart/2005/8/layout/orgChart1"/>
    <dgm:cxn modelId="{C6C9B7D0-83B7-4F37-B145-5A643A3E6AE6}" type="presParOf" srcId="{13ADB56E-8FDF-491C-8B29-1722087AD486}" destId="{342643D6-E3A6-4A57-B9DD-0781D8759EFC}" srcOrd="1" destOrd="0" presId="urn:microsoft.com/office/officeart/2005/8/layout/orgChart1"/>
    <dgm:cxn modelId="{97A08C10-6E1D-453D-9730-CA68024803B8}" type="presParOf" srcId="{13ADB56E-8FDF-491C-8B29-1722087AD486}" destId="{0DD17146-0F29-4885-9376-8A5705D23D4E}" srcOrd="2" destOrd="0" presId="urn:microsoft.com/office/officeart/2005/8/layout/orgChart1"/>
    <dgm:cxn modelId="{9233E580-57D5-459C-95F6-A3C9380375BD}" type="presParOf" srcId="{CC41FF8D-2066-47C2-B982-E49AEB8BA42A}" destId="{7B5206AE-36DB-43EE-84F3-AFB823AA6253}" srcOrd="2" destOrd="0" presId="urn:microsoft.com/office/officeart/2005/8/layout/orgChart1"/>
    <dgm:cxn modelId="{E1FF9628-DA8D-49AC-BA53-C5168B75DBBB}" type="presParOf" srcId="{CC41FF8D-2066-47C2-B982-E49AEB8BA42A}" destId="{EA46275C-D34E-4970-A919-7FB5FB0D832D}" srcOrd="3" destOrd="0" presId="urn:microsoft.com/office/officeart/2005/8/layout/orgChart1"/>
    <dgm:cxn modelId="{AA9CC685-86E5-49C0-B454-2854023FD4FB}" type="presParOf" srcId="{EA46275C-D34E-4970-A919-7FB5FB0D832D}" destId="{33111035-7874-44A3-98C1-D4AC0AF8792D}" srcOrd="0" destOrd="0" presId="urn:microsoft.com/office/officeart/2005/8/layout/orgChart1"/>
    <dgm:cxn modelId="{8953F025-F0CD-484F-BAA9-41F755E102CA}" type="presParOf" srcId="{33111035-7874-44A3-98C1-D4AC0AF8792D}" destId="{BE33DF6D-96DD-447A-A304-E5B66ED4DEA0}" srcOrd="0" destOrd="0" presId="urn:microsoft.com/office/officeart/2005/8/layout/orgChart1"/>
    <dgm:cxn modelId="{5F7D2992-C563-4A82-A50F-D3FD714C03D4}" type="presParOf" srcId="{33111035-7874-44A3-98C1-D4AC0AF8792D}" destId="{609F4C0D-78CC-42E2-8EC6-ACCF5277829F}" srcOrd="1" destOrd="0" presId="urn:microsoft.com/office/officeart/2005/8/layout/orgChart1"/>
    <dgm:cxn modelId="{74077BF3-C2CC-4EF1-9A83-9739CB9CF2E1}" type="presParOf" srcId="{EA46275C-D34E-4970-A919-7FB5FB0D832D}" destId="{21DB5F9D-117E-4396-A921-BD0D18829365}" srcOrd="1" destOrd="0" presId="urn:microsoft.com/office/officeart/2005/8/layout/orgChart1"/>
    <dgm:cxn modelId="{B20ADBCC-B7ED-48EC-BA1E-65CB265D5B76}" type="presParOf" srcId="{21DB5F9D-117E-4396-A921-BD0D18829365}" destId="{DBFAA4B1-5E18-4F52-8331-43C80B4BAD10}" srcOrd="0" destOrd="0" presId="urn:microsoft.com/office/officeart/2005/8/layout/orgChart1"/>
    <dgm:cxn modelId="{11F5812B-8000-4FE0-BAFE-2A89A48C81C2}" type="presParOf" srcId="{21DB5F9D-117E-4396-A921-BD0D18829365}" destId="{91965D30-99C4-47EB-964E-C2A7F6F1CDE7}" srcOrd="1" destOrd="0" presId="urn:microsoft.com/office/officeart/2005/8/layout/orgChart1"/>
    <dgm:cxn modelId="{293C8453-C77D-4650-A342-77E955582344}" type="presParOf" srcId="{91965D30-99C4-47EB-964E-C2A7F6F1CDE7}" destId="{EFB01A80-46E4-4BD8-8088-D9D4E2FCD126}" srcOrd="0" destOrd="0" presId="urn:microsoft.com/office/officeart/2005/8/layout/orgChart1"/>
    <dgm:cxn modelId="{E9F73ED7-B919-4376-BD94-764ECE7D02B3}" type="presParOf" srcId="{EFB01A80-46E4-4BD8-8088-D9D4E2FCD126}" destId="{63AB99B0-52A9-4FD4-95B2-D1CDAD6E4D6C}" srcOrd="0" destOrd="0" presId="urn:microsoft.com/office/officeart/2005/8/layout/orgChart1"/>
    <dgm:cxn modelId="{DDF0F0FA-F58A-4D76-B86E-370853D5E034}" type="presParOf" srcId="{EFB01A80-46E4-4BD8-8088-D9D4E2FCD126}" destId="{1F827E1E-DE28-4629-93A9-7862FAB5F676}" srcOrd="1" destOrd="0" presId="urn:microsoft.com/office/officeart/2005/8/layout/orgChart1"/>
    <dgm:cxn modelId="{EE122779-741B-4BC8-A403-09999283FA1C}" type="presParOf" srcId="{91965D30-99C4-47EB-964E-C2A7F6F1CDE7}" destId="{BCDC7EB6-07A3-4F0D-B150-75C1404AAABB}" srcOrd="1" destOrd="0" presId="urn:microsoft.com/office/officeart/2005/8/layout/orgChart1"/>
    <dgm:cxn modelId="{423EC7C1-927E-46C7-B92E-3B3CF4AB3B78}" type="presParOf" srcId="{91965D30-99C4-47EB-964E-C2A7F6F1CDE7}" destId="{9827145C-FEEA-4ECA-8507-28613AB5980D}" srcOrd="2" destOrd="0" presId="urn:microsoft.com/office/officeart/2005/8/layout/orgChart1"/>
    <dgm:cxn modelId="{095A2AD3-7E1E-4CE8-BC71-38712CB7DE6E}" type="presParOf" srcId="{21DB5F9D-117E-4396-A921-BD0D18829365}" destId="{6EA04B9E-A781-425B-B36A-F2E0C3396A0F}" srcOrd="2" destOrd="0" presId="urn:microsoft.com/office/officeart/2005/8/layout/orgChart1"/>
    <dgm:cxn modelId="{66AC9F27-3FE5-42C1-913B-47FEE7890BC7}" type="presParOf" srcId="{21DB5F9D-117E-4396-A921-BD0D18829365}" destId="{4277993E-643A-44B6-B628-E62FD901BBEE}" srcOrd="3" destOrd="0" presId="urn:microsoft.com/office/officeart/2005/8/layout/orgChart1"/>
    <dgm:cxn modelId="{85B118C6-7960-43A6-B3F2-89EDF70A1231}" type="presParOf" srcId="{4277993E-643A-44B6-B628-E62FD901BBEE}" destId="{B4204682-EBBF-423A-A8C4-DCC9725E2DEE}" srcOrd="0" destOrd="0" presId="urn:microsoft.com/office/officeart/2005/8/layout/orgChart1"/>
    <dgm:cxn modelId="{4E413AC4-8180-4238-9661-C6377175D287}" type="presParOf" srcId="{B4204682-EBBF-423A-A8C4-DCC9725E2DEE}" destId="{152DB30B-0997-48AC-8E02-B305E6A174EA}" srcOrd="0" destOrd="0" presId="urn:microsoft.com/office/officeart/2005/8/layout/orgChart1"/>
    <dgm:cxn modelId="{7F8CB748-56FD-4F58-A794-9985AD83470B}" type="presParOf" srcId="{B4204682-EBBF-423A-A8C4-DCC9725E2DEE}" destId="{E2521828-141C-4DD9-A0FF-550F879D8B65}" srcOrd="1" destOrd="0" presId="urn:microsoft.com/office/officeart/2005/8/layout/orgChart1"/>
    <dgm:cxn modelId="{6B1F9546-9483-48D7-9FE7-1EE8EEB605E8}" type="presParOf" srcId="{4277993E-643A-44B6-B628-E62FD901BBEE}" destId="{0E1C6699-2AE5-46DA-8767-F16B8DF94467}" srcOrd="1" destOrd="0" presId="urn:microsoft.com/office/officeart/2005/8/layout/orgChart1"/>
    <dgm:cxn modelId="{8D2D40F1-CCC1-4D15-B77E-EDC8F685B13F}" type="presParOf" srcId="{4277993E-643A-44B6-B628-E62FD901BBEE}" destId="{D093C552-F2B3-4F1D-B77A-C18F5C8F8551}" srcOrd="2" destOrd="0" presId="urn:microsoft.com/office/officeart/2005/8/layout/orgChart1"/>
    <dgm:cxn modelId="{1A523D52-9D2C-4B16-8BC2-1CB20A63D5EC}" type="presParOf" srcId="{21DB5F9D-117E-4396-A921-BD0D18829365}" destId="{F4168C62-4C73-4FEA-B525-828302C7EE80}" srcOrd="4" destOrd="0" presId="urn:microsoft.com/office/officeart/2005/8/layout/orgChart1"/>
    <dgm:cxn modelId="{B1859B82-E06E-4E7B-B069-25510CCED71C}" type="presParOf" srcId="{21DB5F9D-117E-4396-A921-BD0D18829365}" destId="{BAACD408-B096-4219-B995-CBE13FEF9E0C}" srcOrd="5" destOrd="0" presId="urn:microsoft.com/office/officeart/2005/8/layout/orgChart1"/>
    <dgm:cxn modelId="{3DE948E5-4ADE-4EEE-8BC3-7AB7DA9D5464}" type="presParOf" srcId="{BAACD408-B096-4219-B995-CBE13FEF9E0C}" destId="{7C76DD35-9C28-4088-8305-CB44319A8F6B}" srcOrd="0" destOrd="0" presId="urn:microsoft.com/office/officeart/2005/8/layout/orgChart1"/>
    <dgm:cxn modelId="{9BBAC953-22CD-4750-9FD3-58393E14299B}" type="presParOf" srcId="{7C76DD35-9C28-4088-8305-CB44319A8F6B}" destId="{2A5F8A13-F793-4295-A576-C273F1E67E53}" srcOrd="0" destOrd="0" presId="urn:microsoft.com/office/officeart/2005/8/layout/orgChart1"/>
    <dgm:cxn modelId="{5035F8AB-D6F4-4978-A916-746310195DD2}" type="presParOf" srcId="{7C76DD35-9C28-4088-8305-CB44319A8F6B}" destId="{DF2A5A38-E9AD-4E0D-8664-8243B6A76EE9}" srcOrd="1" destOrd="0" presId="urn:microsoft.com/office/officeart/2005/8/layout/orgChart1"/>
    <dgm:cxn modelId="{0E98C2DC-79A3-4DFE-96E1-ACE08D1D3266}" type="presParOf" srcId="{BAACD408-B096-4219-B995-CBE13FEF9E0C}" destId="{25DCDDB0-7223-429E-8111-32F0DC3DFAA9}" srcOrd="1" destOrd="0" presId="urn:microsoft.com/office/officeart/2005/8/layout/orgChart1"/>
    <dgm:cxn modelId="{527FDC1C-9B3E-43E5-A5D2-FC177FC75CD7}" type="presParOf" srcId="{BAACD408-B096-4219-B995-CBE13FEF9E0C}" destId="{91C4CFE2-D764-43CD-B65A-522F70B2D2C2}" srcOrd="2" destOrd="0" presId="urn:microsoft.com/office/officeart/2005/8/layout/orgChart1"/>
    <dgm:cxn modelId="{76F9F44D-A2A1-49BA-A137-8362DFB036D7}" type="presParOf" srcId="{21DB5F9D-117E-4396-A921-BD0D18829365}" destId="{EFAB8F0C-B50C-4110-92BD-83EFA04F2A3D}" srcOrd="6" destOrd="0" presId="urn:microsoft.com/office/officeart/2005/8/layout/orgChart1"/>
    <dgm:cxn modelId="{35173F26-A2A6-47CB-BCBA-8B4C45783127}" type="presParOf" srcId="{21DB5F9D-117E-4396-A921-BD0D18829365}" destId="{A5B3533E-C7CF-46F3-81CA-B527422E6570}" srcOrd="7" destOrd="0" presId="urn:microsoft.com/office/officeart/2005/8/layout/orgChart1"/>
    <dgm:cxn modelId="{4C2AD776-D0CE-461A-887D-7E2FE1549AAD}" type="presParOf" srcId="{A5B3533E-C7CF-46F3-81CA-B527422E6570}" destId="{7D9836D0-FEAF-45C5-96B9-BF85B4C5E630}" srcOrd="0" destOrd="0" presId="urn:microsoft.com/office/officeart/2005/8/layout/orgChart1"/>
    <dgm:cxn modelId="{28D5A8E2-D632-430F-888B-35A807C046E0}" type="presParOf" srcId="{7D9836D0-FEAF-45C5-96B9-BF85B4C5E630}" destId="{2907B370-BA96-40F4-A66F-C111E7FDFAAE}" srcOrd="0" destOrd="0" presId="urn:microsoft.com/office/officeart/2005/8/layout/orgChart1"/>
    <dgm:cxn modelId="{0ABF3DD6-7331-4D8B-8487-5FA3BD1AA351}" type="presParOf" srcId="{7D9836D0-FEAF-45C5-96B9-BF85B4C5E630}" destId="{10E23348-0F19-4FD3-A71D-F48223639FF9}" srcOrd="1" destOrd="0" presId="urn:microsoft.com/office/officeart/2005/8/layout/orgChart1"/>
    <dgm:cxn modelId="{32C3F25C-8C07-4CFB-8A0B-C2F150DC5C4C}" type="presParOf" srcId="{A5B3533E-C7CF-46F3-81CA-B527422E6570}" destId="{3D69BB98-EFF5-452C-9AC5-11BC881590C9}" srcOrd="1" destOrd="0" presId="urn:microsoft.com/office/officeart/2005/8/layout/orgChart1"/>
    <dgm:cxn modelId="{87C8BA56-970B-45AC-96D9-050CFEC64A4C}" type="presParOf" srcId="{A5B3533E-C7CF-46F3-81CA-B527422E6570}" destId="{7F0430B4-7899-4BA1-A17D-366D05A80803}" srcOrd="2" destOrd="0" presId="urn:microsoft.com/office/officeart/2005/8/layout/orgChart1"/>
    <dgm:cxn modelId="{EC1DFC53-FE19-4861-8387-DBE9AED37175}" type="presParOf" srcId="{EA46275C-D34E-4970-A919-7FB5FB0D832D}" destId="{97D7E093-B9EA-413B-A30F-D5DDB8799B63}" srcOrd="2" destOrd="0" presId="urn:microsoft.com/office/officeart/2005/8/layout/orgChart1"/>
    <dgm:cxn modelId="{7A5C2AAE-8A14-4CF8-8638-ECC9C6BEFC1C}" type="presParOf" srcId="{CC41FF8D-2066-47C2-B982-E49AEB8BA42A}" destId="{DBB6250D-A994-4B68-83F5-3A299E01BCF0}" srcOrd="4" destOrd="0" presId="urn:microsoft.com/office/officeart/2005/8/layout/orgChart1"/>
    <dgm:cxn modelId="{EFC5DA1B-9A96-4BCD-891D-4D816598C5AA}" type="presParOf" srcId="{CC41FF8D-2066-47C2-B982-E49AEB8BA42A}" destId="{7C3751AC-154A-4B83-86C4-3179D2CC195A}" srcOrd="5" destOrd="0" presId="urn:microsoft.com/office/officeart/2005/8/layout/orgChart1"/>
    <dgm:cxn modelId="{EB3FD401-555A-49AF-A8A5-59E45A628466}" type="presParOf" srcId="{7C3751AC-154A-4B83-86C4-3179D2CC195A}" destId="{46E2E3C6-D8C5-40B9-98A1-533B92BF7BB4}" srcOrd="0" destOrd="0" presId="urn:microsoft.com/office/officeart/2005/8/layout/orgChart1"/>
    <dgm:cxn modelId="{D43D2066-B371-4720-B3FD-A81ADE345EED}" type="presParOf" srcId="{46E2E3C6-D8C5-40B9-98A1-533B92BF7BB4}" destId="{143639B3-181C-491B-A515-4BAB93604BCB}" srcOrd="0" destOrd="0" presId="urn:microsoft.com/office/officeart/2005/8/layout/orgChart1"/>
    <dgm:cxn modelId="{EF75D141-6609-419E-A01D-AF34FFA02B29}" type="presParOf" srcId="{46E2E3C6-D8C5-40B9-98A1-533B92BF7BB4}" destId="{F76DCC48-5560-4BD5-AD58-0C6CED22E5B3}" srcOrd="1" destOrd="0" presId="urn:microsoft.com/office/officeart/2005/8/layout/orgChart1"/>
    <dgm:cxn modelId="{CDC035D0-2603-4BF0-901E-F25F90A39FAC}" type="presParOf" srcId="{7C3751AC-154A-4B83-86C4-3179D2CC195A}" destId="{54D71075-D9F2-4A86-BAD0-9859B2512DDE}" srcOrd="1" destOrd="0" presId="urn:microsoft.com/office/officeart/2005/8/layout/orgChart1"/>
    <dgm:cxn modelId="{F632B700-3D7F-4596-9869-010B3FC30F3F}" type="presParOf" srcId="{54D71075-D9F2-4A86-BAD0-9859B2512DDE}" destId="{ED858471-3416-48AF-94C0-257C660D6C30}" srcOrd="0" destOrd="0" presId="urn:microsoft.com/office/officeart/2005/8/layout/orgChart1"/>
    <dgm:cxn modelId="{6F11BE8E-5483-4885-A542-5BC1F1DA640B}" type="presParOf" srcId="{54D71075-D9F2-4A86-BAD0-9859B2512DDE}" destId="{81F929DC-36A8-4ACF-8D49-7570E547CB89}" srcOrd="1" destOrd="0" presId="urn:microsoft.com/office/officeart/2005/8/layout/orgChart1"/>
    <dgm:cxn modelId="{1651F084-D40D-4C63-8EB9-DCBDAF153D99}" type="presParOf" srcId="{81F929DC-36A8-4ACF-8D49-7570E547CB89}" destId="{A78C8B0B-8569-41EB-ACA9-0A7D6C75355C}" srcOrd="0" destOrd="0" presId="urn:microsoft.com/office/officeart/2005/8/layout/orgChart1"/>
    <dgm:cxn modelId="{1C54E71E-C4EB-40F9-9C56-B72708AE17A4}" type="presParOf" srcId="{A78C8B0B-8569-41EB-ACA9-0A7D6C75355C}" destId="{30523AB1-C99C-444B-AA4F-1E73092027E9}" srcOrd="0" destOrd="0" presId="urn:microsoft.com/office/officeart/2005/8/layout/orgChart1"/>
    <dgm:cxn modelId="{E9F370E6-5C17-4AAF-9CCC-461C289E5ACA}" type="presParOf" srcId="{A78C8B0B-8569-41EB-ACA9-0A7D6C75355C}" destId="{D5FDDBA5-CDD5-4793-84B5-CD9B98911702}" srcOrd="1" destOrd="0" presId="urn:microsoft.com/office/officeart/2005/8/layout/orgChart1"/>
    <dgm:cxn modelId="{BDE8C7E0-7DCD-4887-9B7E-44F655D3D6E3}" type="presParOf" srcId="{81F929DC-36A8-4ACF-8D49-7570E547CB89}" destId="{590501E3-6000-4C9A-99FD-C032933B1059}" srcOrd="1" destOrd="0" presId="urn:microsoft.com/office/officeart/2005/8/layout/orgChart1"/>
    <dgm:cxn modelId="{A41EABE9-AD57-4C64-AB69-378C3BA3263B}" type="presParOf" srcId="{81F929DC-36A8-4ACF-8D49-7570E547CB89}" destId="{E2237E00-27D8-48FE-921B-A3E617074DE2}" srcOrd="2" destOrd="0" presId="urn:microsoft.com/office/officeart/2005/8/layout/orgChart1"/>
    <dgm:cxn modelId="{7C95AA8A-4854-4D4C-BF8A-16C50FDD1DB3}" type="presParOf" srcId="{54D71075-D9F2-4A86-BAD0-9859B2512DDE}" destId="{FC66A192-41BF-4B05-9C2B-3184310FF5C6}" srcOrd="2" destOrd="0" presId="urn:microsoft.com/office/officeart/2005/8/layout/orgChart1"/>
    <dgm:cxn modelId="{F284B91B-F0EB-4D0E-935F-CEA28CC1CC24}" type="presParOf" srcId="{54D71075-D9F2-4A86-BAD0-9859B2512DDE}" destId="{9DAC2D16-7E45-40EA-A631-ADEF7ACF9061}" srcOrd="3" destOrd="0" presId="urn:microsoft.com/office/officeart/2005/8/layout/orgChart1"/>
    <dgm:cxn modelId="{2C479C88-4808-4D7F-86A7-19170E4BC3CD}" type="presParOf" srcId="{9DAC2D16-7E45-40EA-A631-ADEF7ACF9061}" destId="{B46A1F57-C788-4C8D-A2E5-6258F3978371}" srcOrd="0" destOrd="0" presId="urn:microsoft.com/office/officeart/2005/8/layout/orgChart1"/>
    <dgm:cxn modelId="{7A46CABE-5CD6-4F17-B47A-1A467A2527B6}" type="presParOf" srcId="{B46A1F57-C788-4C8D-A2E5-6258F3978371}" destId="{72CEFB75-59D1-4656-8F8B-120522C92D35}" srcOrd="0" destOrd="0" presId="urn:microsoft.com/office/officeart/2005/8/layout/orgChart1"/>
    <dgm:cxn modelId="{6D5385CC-F849-4A41-9745-EBCE28A26183}" type="presParOf" srcId="{B46A1F57-C788-4C8D-A2E5-6258F3978371}" destId="{9403F216-2E13-4D0E-80E9-D493615283DE}" srcOrd="1" destOrd="0" presId="urn:microsoft.com/office/officeart/2005/8/layout/orgChart1"/>
    <dgm:cxn modelId="{E83D0D1C-FDBE-41D9-A522-26F2B8A80B01}" type="presParOf" srcId="{9DAC2D16-7E45-40EA-A631-ADEF7ACF9061}" destId="{7CEBB6BA-F632-432C-9EB0-7B69559DBB2F}" srcOrd="1" destOrd="0" presId="urn:microsoft.com/office/officeart/2005/8/layout/orgChart1"/>
    <dgm:cxn modelId="{CFFB9210-351A-4BAF-941C-5FF8D2B97B32}" type="presParOf" srcId="{9DAC2D16-7E45-40EA-A631-ADEF7ACF9061}" destId="{724760C5-47ED-4054-B00A-7E24FEBA4ACF}" srcOrd="2" destOrd="0" presId="urn:microsoft.com/office/officeart/2005/8/layout/orgChart1"/>
    <dgm:cxn modelId="{8E1FFF85-5BD1-4127-904C-7D1643CFC9D3}" type="presParOf" srcId="{7C3751AC-154A-4B83-86C4-3179D2CC195A}" destId="{E9CFFC85-30A2-4189-8956-70EF4403155E}" srcOrd="2" destOrd="0" presId="urn:microsoft.com/office/officeart/2005/8/layout/orgChart1"/>
    <dgm:cxn modelId="{BE57C796-B56D-4AB6-82DC-C817E3F63D98}" type="presParOf" srcId="{CC41FF8D-2066-47C2-B982-E49AEB8BA42A}" destId="{06DDBB38-68F0-4317-9F77-306B5A4D0568}" srcOrd="6" destOrd="0" presId="urn:microsoft.com/office/officeart/2005/8/layout/orgChart1"/>
    <dgm:cxn modelId="{BC62C4C2-855E-42F6-8A91-46C812592A99}" type="presParOf" srcId="{CC41FF8D-2066-47C2-B982-E49AEB8BA42A}" destId="{FCC89F73-75CB-4B04-8C24-E0C03F7FCC98}" srcOrd="7" destOrd="0" presId="urn:microsoft.com/office/officeart/2005/8/layout/orgChart1"/>
    <dgm:cxn modelId="{245627E6-4ECE-4534-A614-89D0E1CAF88A}" type="presParOf" srcId="{FCC89F73-75CB-4B04-8C24-E0C03F7FCC98}" destId="{51303DA3-8908-436D-83CD-FD00C3ED8F56}" srcOrd="0" destOrd="0" presId="urn:microsoft.com/office/officeart/2005/8/layout/orgChart1"/>
    <dgm:cxn modelId="{D0B44341-2A31-490C-8683-522872E7F3BD}" type="presParOf" srcId="{51303DA3-8908-436D-83CD-FD00C3ED8F56}" destId="{C1E13093-8BD2-473F-9131-948EED45B322}" srcOrd="0" destOrd="0" presId="urn:microsoft.com/office/officeart/2005/8/layout/orgChart1"/>
    <dgm:cxn modelId="{FB105CA0-AE1A-4B50-AF6A-B110533F770D}" type="presParOf" srcId="{51303DA3-8908-436D-83CD-FD00C3ED8F56}" destId="{5CC39CA2-13D2-4B46-934E-C03FE919297A}" srcOrd="1" destOrd="0" presId="urn:microsoft.com/office/officeart/2005/8/layout/orgChart1"/>
    <dgm:cxn modelId="{A011C659-23D0-457C-A337-C52626A2E5FE}" type="presParOf" srcId="{FCC89F73-75CB-4B04-8C24-E0C03F7FCC98}" destId="{932F9BBB-7364-461A-88DE-5DC2C9AE7C59}" srcOrd="1" destOrd="0" presId="urn:microsoft.com/office/officeart/2005/8/layout/orgChart1"/>
    <dgm:cxn modelId="{5BABD74C-9BF3-4128-B0A6-FC7DC6F0B4FD}" type="presParOf" srcId="{932F9BBB-7364-461A-88DE-5DC2C9AE7C59}" destId="{54004330-659C-421A-AA00-2A60A650D1AA}" srcOrd="0" destOrd="0" presId="urn:microsoft.com/office/officeart/2005/8/layout/orgChart1"/>
    <dgm:cxn modelId="{BAAC2F3E-0B87-441C-A111-7F2AF6EAC334}" type="presParOf" srcId="{932F9BBB-7364-461A-88DE-5DC2C9AE7C59}" destId="{16181FE0-8A53-4C08-BF65-5F964ADA93D5}" srcOrd="1" destOrd="0" presId="urn:microsoft.com/office/officeart/2005/8/layout/orgChart1"/>
    <dgm:cxn modelId="{15C64B89-0870-4A64-9016-8BA0A9BC863B}" type="presParOf" srcId="{16181FE0-8A53-4C08-BF65-5F964ADA93D5}" destId="{99625B65-92C7-4F58-A9CB-76B678225743}" srcOrd="0" destOrd="0" presId="urn:microsoft.com/office/officeart/2005/8/layout/orgChart1"/>
    <dgm:cxn modelId="{B05C30EC-8A6F-4DBC-9A4A-67CC1A7701C2}" type="presParOf" srcId="{99625B65-92C7-4F58-A9CB-76B678225743}" destId="{71CFB7A4-87DA-4816-B7A4-500ED09ACC80}" srcOrd="0" destOrd="0" presId="urn:microsoft.com/office/officeart/2005/8/layout/orgChart1"/>
    <dgm:cxn modelId="{5CD99583-E460-4803-BCBF-FAC538D8C950}" type="presParOf" srcId="{99625B65-92C7-4F58-A9CB-76B678225743}" destId="{B53B0E2E-0C65-44C5-B0FD-F7C54A95DCE9}" srcOrd="1" destOrd="0" presId="urn:microsoft.com/office/officeart/2005/8/layout/orgChart1"/>
    <dgm:cxn modelId="{999E163C-2927-42B0-B486-C5BC4E958113}" type="presParOf" srcId="{16181FE0-8A53-4C08-BF65-5F964ADA93D5}" destId="{158C8836-73E3-4330-BD57-40A5FB8B7D13}" srcOrd="1" destOrd="0" presId="urn:microsoft.com/office/officeart/2005/8/layout/orgChart1"/>
    <dgm:cxn modelId="{778BD204-F58F-423F-BCFA-D34591A136D7}" type="presParOf" srcId="{16181FE0-8A53-4C08-BF65-5F964ADA93D5}" destId="{A9099310-4F36-4C40-8C0A-94504608D6A4}" srcOrd="2" destOrd="0" presId="urn:microsoft.com/office/officeart/2005/8/layout/orgChart1"/>
    <dgm:cxn modelId="{57DE6238-D528-4C8A-9EBD-30D13A79180E}" type="presParOf" srcId="{932F9BBB-7364-461A-88DE-5DC2C9AE7C59}" destId="{E6D3E7C7-5F9F-4403-A4C8-CCABCA206563}" srcOrd="2" destOrd="0" presId="urn:microsoft.com/office/officeart/2005/8/layout/orgChart1"/>
    <dgm:cxn modelId="{DBDE9DB9-7C25-4BC5-8330-708B0C13348D}" type="presParOf" srcId="{932F9BBB-7364-461A-88DE-5DC2C9AE7C59}" destId="{20722B81-EAAC-4468-A8EC-1205D8353D67}" srcOrd="3" destOrd="0" presId="urn:microsoft.com/office/officeart/2005/8/layout/orgChart1"/>
    <dgm:cxn modelId="{CBBED226-2F86-416A-A1F4-1A88D9416457}" type="presParOf" srcId="{20722B81-EAAC-4468-A8EC-1205D8353D67}" destId="{0947A841-917C-4819-9955-66E1076B8159}" srcOrd="0" destOrd="0" presId="urn:microsoft.com/office/officeart/2005/8/layout/orgChart1"/>
    <dgm:cxn modelId="{3FFE0C07-18C8-4CC7-9ED3-3B28A6E92894}" type="presParOf" srcId="{0947A841-917C-4819-9955-66E1076B8159}" destId="{EE5463CD-2007-41E8-A571-D5AD678DE2DA}" srcOrd="0" destOrd="0" presId="urn:microsoft.com/office/officeart/2005/8/layout/orgChart1"/>
    <dgm:cxn modelId="{0795FDA1-542F-4D8C-BC10-D5EBE5883496}" type="presParOf" srcId="{0947A841-917C-4819-9955-66E1076B8159}" destId="{47C6E814-4F2F-417A-8A11-D51E33E75DBC}" srcOrd="1" destOrd="0" presId="urn:microsoft.com/office/officeart/2005/8/layout/orgChart1"/>
    <dgm:cxn modelId="{8645B8A4-E361-4464-B1F3-8E4856830B5B}" type="presParOf" srcId="{20722B81-EAAC-4468-A8EC-1205D8353D67}" destId="{B33645CA-D93C-4663-BAB0-666B6DA1E7B0}" srcOrd="1" destOrd="0" presId="urn:microsoft.com/office/officeart/2005/8/layout/orgChart1"/>
    <dgm:cxn modelId="{2B949F83-AB4F-4207-9DF6-9413C1A5C470}" type="presParOf" srcId="{20722B81-EAAC-4468-A8EC-1205D8353D67}" destId="{31878899-4B56-4C7F-8016-4BD8794BA1B6}" srcOrd="2" destOrd="0" presId="urn:microsoft.com/office/officeart/2005/8/layout/orgChart1"/>
    <dgm:cxn modelId="{3F7F6A6C-B28F-468B-8BD6-813433932E19}" type="presParOf" srcId="{932F9BBB-7364-461A-88DE-5DC2C9AE7C59}" destId="{C8C37B1E-7897-4E09-B59D-DF81792129F6}" srcOrd="4" destOrd="0" presId="urn:microsoft.com/office/officeart/2005/8/layout/orgChart1"/>
    <dgm:cxn modelId="{D8B6DF84-7764-4CAC-B7D7-F5E59E3717DA}" type="presParOf" srcId="{932F9BBB-7364-461A-88DE-5DC2C9AE7C59}" destId="{42D4D324-508C-4D7E-B150-8078DAC1CE38}" srcOrd="5" destOrd="0" presId="urn:microsoft.com/office/officeart/2005/8/layout/orgChart1"/>
    <dgm:cxn modelId="{51E91556-48F2-4E54-85FC-86F729099F78}" type="presParOf" srcId="{42D4D324-508C-4D7E-B150-8078DAC1CE38}" destId="{6CD8C304-11B9-4BF1-AEAB-608720262554}" srcOrd="0" destOrd="0" presId="urn:microsoft.com/office/officeart/2005/8/layout/orgChart1"/>
    <dgm:cxn modelId="{F2F77274-C267-4015-9DBF-8078BE909F99}" type="presParOf" srcId="{6CD8C304-11B9-4BF1-AEAB-608720262554}" destId="{1EDDC4A0-7BC2-483A-84BD-549CE25340AD}" srcOrd="0" destOrd="0" presId="urn:microsoft.com/office/officeart/2005/8/layout/orgChart1"/>
    <dgm:cxn modelId="{E9D96312-522C-4A1F-817C-13CCCF4A24B9}" type="presParOf" srcId="{6CD8C304-11B9-4BF1-AEAB-608720262554}" destId="{23984141-AD1C-4E04-AE34-10AE7E9078D3}" srcOrd="1" destOrd="0" presId="urn:microsoft.com/office/officeart/2005/8/layout/orgChart1"/>
    <dgm:cxn modelId="{5B06B559-28A6-4B56-A626-C83E8EC25FAA}" type="presParOf" srcId="{42D4D324-508C-4D7E-B150-8078DAC1CE38}" destId="{924BF449-97E6-4E2C-824D-88093D36A425}" srcOrd="1" destOrd="0" presId="urn:microsoft.com/office/officeart/2005/8/layout/orgChart1"/>
    <dgm:cxn modelId="{97EC5376-B131-40CE-AC2F-FF3904A64D7C}" type="presParOf" srcId="{42D4D324-508C-4D7E-B150-8078DAC1CE38}" destId="{15A9E67C-CF04-4FCE-810D-DC675941C07F}" srcOrd="2" destOrd="0" presId="urn:microsoft.com/office/officeart/2005/8/layout/orgChart1"/>
    <dgm:cxn modelId="{BA4C25AC-1699-4B73-B342-120C2587366D}" type="presParOf" srcId="{932F9BBB-7364-461A-88DE-5DC2C9AE7C59}" destId="{20C4DE16-1EA8-4E66-8AE0-84BB1C2EADBB}" srcOrd="6" destOrd="0" presId="urn:microsoft.com/office/officeart/2005/8/layout/orgChart1"/>
    <dgm:cxn modelId="{3EF721A9-B08A-4DA8-8E73-0A9712D174F5}" type="presParOf" srcId="{932F9BBB-7364-461A-88DE-5DC2C9AE7C59}" destId="{2B8B302C-6148-4854-91B0-36366B172028}" srcOrd="7" destOrd="0" presId="urn:microsoft.com/office/officeart/2005/8/layout/orgChart1"/>
    <dgm:cxn modelId="{9C03BB36-D313-4CCA-8991-22E8CFE7FEEF}" type="presParOf" srcId="{2B8B302C-6148-4854-91B0-36366B172028}" destId="{AA5456AE-F2DB-4FCB-8186-4012573FCCB6}" srcOrd="0" destOrd="0" presId="urn:microsoft.com/office/officeart/2005/8/layout/orgChart1"/>
    <dgm:cxn modelId="{42656AAE-89E9-4C6C-A242-B49B9A3E2226}" type="presParOf" srcId="{AA5456AE-F2DB-4FCB-8186-4012573FCCB6}" destId="{FFA1E627-6ECF-472E-955E-042FC44114FE}" srcOrd="0" destOrd="0" presId="urn:microsoft.com/office/officeart/2005/8/layout/orgChart1"/>
    <dgm:cxn modelId="{61A7C997-F1B4-4784-985C-305E0B1BF0AA}" type="presParOf" srcId="{AA5456AE-F2DB-4FCB-8186-4012573FCCB6}" destId="{34D520C3-DBFC-474E-90A9-03EBD3AAA234}" srcOrd="1" destOrd="0" presId="urn:microsoft.com/office/officeart/2005/8/layout/orgChart1"/>
    <dgm:cxn modelId="{CD544DEB-FDA7-4643-B3ED-B8589A605E34}" type="presParOf" srcId="{2B8B302C-6148-4854-91B0-36366B172028}" destId="{194BB7B6-48C8-46DC-A361-1F350D5FD829}" srcOrd="1" destOrd="0" presId="urn:microsoft.com/office/officeart/2005/8/layout/orgChart1"/>
    <dgm:cxn modelId="{FBD0888E-8F3A-4967-B397-3340AF69D08E}" type="presParOf" srcId="{2B8B302C-6148-4854-91B0-36366B172028}" destId="{11F18250-DC48-4873-9610-4193E3DF3827}" srcOrd="2" destOrd="0" presId="urn:microsoft.com/office/officeart/2005/8/layout/orgChart1"/>
    <dgm:cxn modelId="{895BC200-20C1-4689-B304-78AC22410094}" type="presParOf" srcId="{932F9BBB-7364-461A-88DE-5DC2C9AE7C59}" destId="{0CB1DD64-8E2B-4213-A922-5172F8217136}" srcOrd="8" destOrd="0" presId="urn:microsoft.com/office/officeart/2005/8/layout/orgChart1"/>
    <dgm:cxn modelId="{E5FDFCC7-2F5B-41EF-85ED-CDEE32E34AAC}" type="presParOf" srcId="{932F9BBB-7364-461A-88DE-5DC2C9AE7C59}" destId="{23B7D01B-CA4F-4959-AB48-7B5B38671C7B}" srcOrd="9" destOrd="0" presId="urn:microsoft.com/office/officeart/2005/8/layout/orgChart1"/>
    <dgm:cxn modelId="{8B82AF27-4183-4D0F-8726-36B2434A07C1}" type="presParOf" srcId="{23B7D01B-CA4F-4959-AB48-7B5B38671C7B}" destId="{E432C062-C46B-4E46-87A2-1328049E542F}" srcOrd="0" destOrd="0" presId="urn:microsoft.com/office/officeart/2005/8/layout/orgChart1"/>
    <dgm:cxn modelId="{047834FD-9DA1-4127-977C-A67F8C3A5992}" type="presParOf" srcId="{E432C062-C46B-4E46-87A2-1328049E542F}" destId="{E80ABF54-4110-4F22-9DD1-B401D5DCF6B9}" srcOrd="0" destOrd="0" presId="urn:microsoft.com/office/officeart/2005/8/layout/orgChart1"/>
    <dgm:cxn modelId="{D99BCA13-23C6-42E6-B8C8-8D93326995AD}" type="presParOf" srcId="{E432C062-C46B-4E46-87A2-1328049E542F}" destId="{FD14E017-8EAE-4903-921F-1F033F35CD4E}" srcOrd="1" destOrd="0" presId="urn:microsoft.com/office/officeart/2005/8/layout/orgChart1"/>
    <dgm:cxn modelId="{804BBD48-AB3B-4435-A9B6-A0D5A5C740AA}" type="presParOf" srcId="{23B7D01B-CA4F-4959-AB48-7B5B38671C7B}" destId="{F90B8D6E-A517-47F3-93A8-7CD8A73C07C2}" srcOrd="1" destOrd="0" presId="urn:microsoft.com/office/officeart/2005/8/layout/orgChart1"/>
    <dgm:cxn modelId="{5B14D06E-2041-4CB4-99A8-67AA76676DAA}" type="presParOf" srcId="{23B7D01B-CA4F-4959-AB48-7B5B38671C7B}" destId="{303A026D-4929-4BDA-9B2C-FDAE03F53E52}" srcOrd="2" destOrd="0" presId="urn:microsoft.com/office/officeart/2005/8/layout/orgChart1"/>
    <dgm:cxn modelId="{B39CAB61-A962-45C8-AC34-0195A36C8CB5}" type="presParOf" srcId="{FCC89F73-75CB-4B04-8C24-E0C03F7FCC98}" destId="{95D487BC-91A7-450C-9E4C-F5D38D84DFBD}" srcOrd="2" destOrd="0" presId="urn:microsoft.com/office/officeart/2005/8/layout/orgChart1"/>
    <dgm:cxn modelId="{AA0A0F31-B97B-4E94-B271-D3F7319F86E4}" type="presParOf" srcId="{5020A7F2-D507-45EE-A895-2DBC7AC3D771}" destId="{2409E2CD-8A3D-4025-AF35-FDAFA4476D46}" srcOrd="2" destOrd="0" presId="urn:microsoft.com/office/officeart/2005/8/layout/orgChart1"/>
  </dgm:cxnLst>
  <dgm:bg/>
  <dgm:whole>
    <a:ln>
      <a:solidFill>
        <a:schemeClr val="bg1">
          <a:lumMod val="50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780E2C17-7959-4BE4-B5B9-2AF6E7CE28C3}">
      <dgm:prSet custT="1"/>
      <dgm:spPr>
        <a:ln w="6350"/>
      </dgm:spPr>
      <dgm:t>
        <a:bodyPr/>
        <a:lstStyle/>
        <a:p>
          <a:pPr algn="ctr"/>
          <a:r>
            <a:rPr lang="en-US" sz="700" noProof="0" dirty="0"/>
            <a:t>Project cost</a:t>
          </a:r>
        </a:p>
      </dgm:t>
    </dgm:pt>
    <dgm:pt modelId="{2512B4B8-6636-4906-9597-60AD45FC6AB8}" type="parTrans" cxnId="{D3C15631-C6AA-431A-8019-B6CB89E454D1}">
      <dgm:prSet/>
      <dgm:spPr/>
      <dgm:t>
        <a:bodyPr/>
        <a:lstStyle/>
        <a:p>
          <a:pPr algn="ctr"/>
          <a:endParaRPr lang="en-US" sz="1000" noProof="0"/>
        </a:p>
      </dgm:t>
    </dgm:pt>
    <dgm:pt modelId="{DBC20B37-8FA3-4069-9306-016BCE515DEB}" type="sibTrans" cxnId="{D3C15631-C6AA-431A-8019-B6CB89E454D1}">
      <dgm:prSet/>
      <dgm:spPr/>
      <dgm:t>
        <a:bodyPr/>
        <a:lstStyle/>
        <a:p>
          <a:pPr algn="ctr"/>
          <a:endParaRPr lang="en-US" sz="1000" noProof="0"/>
        </a:p>
      </dgm:t>
    </dgm:pt>
    <dgm:pt modelId="{82515DFC-9938-4C9D-833B-D7B6FE74F3D6}">
      <dgm:prSet custT="1"/>
      <dgm:spPr>
        <a:ln w="6350"/>
      </dgm:spPr>
      <dgm:t>
        <a:bodyPr/>
        <a:lstStyle/>
        <a:p>
          <a:pPr algn="ctr"/>
          <a:r>
            <a:rPr lang="en-US" sz="700" noProof="0" dirty="0"/>
            <a:t>Project management </a:t>
          </a:r>
        </a:p>
      </dgm:t>
    </dgm:pt>
    <dgm:pt modelId="{81AD3CE4-69FA-4B9E-BB3B-4FF1EB31E2BF}" type="parTrans" cxnId="{544C879F-65F0-46A5-B7C0-8D1A458F62F9}">
      <dgm:prSet/>
      <dgm:spPr>
        <a:ln w="6350"/>
      </dgm:spPr>
      <dgm:t>
        <a:bodyPr/>
        <a:lstStyle/>
        <a:p>
          <a:pPr algn="ctr"/>
          <a:endParaRPr lang="en-US" sz="1000" noProof="0"/>
        </a:p>
      </dgm:t>
    </dgm:pt>
    <dgm:pt modelId="{3ABDE96B-50C5-4FE4-A81A-4FB2FAAAAFA5}" type="sibTrans" cxnId="{544C879F-65F0-46A5-B7C0-8D1A458F62F9}">
      <dgm:prSet/>
      <dgm:spPr/>
      <dgm:t>
        <a:bodyPr/>
        <a:lstStyle/>
        <a:p>
          <a:pPr algn="ctr"/>
          <a:endParaRPr lang="en-US" sz="1000" noProof="0"/>
        </a:p>
      </dgm:t>
    </dgm:pt>
    <dgm:pt modelId="{1C76DC10-B192-4CB8-BDD4-43D705326175}">
      <dgm:prSet custT="1"/>
      <dgm:spPr>
        <a:ln w="6350"/>
      </dgm:spPr>
      <dgm:t>
        <a:bodyPr/>
        <a:lstStyle/>
        <a:p>
          <a:pPr algn="ctr"/>
          <a:r>
            <a:rPr lang="en-US" sz="700" noProof="0" dirty="0"/>
            <a:t>Development</a:t>
          </a:r>
        </a:p>
      </dgm:t>
    </dgm:pt>
    <dgm:pt modelId="{9B6515FC-BAB6-49BD-B614-8D99B5FBDBDE}" type="parTrans" cxnId="{49F84BCF-56D4-4716-881A-8D03E4FD0021}">
      <dgm:prSet/>
      <dgm:spPr>
        <a:ln w="6350"/>
      </dgm:spPr>
      <dgm:t>
        <a:bodyPr/>
        <a:lstStyle/>
        <a:p>
          <a:pPr algn="ctr"/>
          <a:endParaRPr lang="en-US" sz="1000" noProof="0"/>
        </a:p>
      </dgm:t>
    </dgm:pt>
    <dgm:pt modelId="{0F91D73B-DCE4-4F8F-9696-95E8CA55567C}" type="sibTrans" cxnId="{49F84BCF-56D4-4716-881A-8D03E4FD0021}">
      <dgm:prSet/>
      <dgm:spPr/>
      <dgm:t>
        <a:bodyPr/>
        <a:lstStyle/>
        <a:p>
          <a:pPr algn="ctr"/>
          <a:endParaRPr lang="en-US" sz="1000" noProof="0"/>
        </a:p>
      </dgm:t>
    </dgm:pt>
    <dgm:pt modelId="{22AAB52A-F50E-450E-A45B-AA76C6E60155}">
      <dgm:prSet custT="1"/>
      <dgm:spPr>
        <a:ln w="6350"/>
      </dgm:spPr>
      <dgm:t>
        <a:bodyPr/>
        <a:lstStyle/>
        <a:p>
          <a:pPr algn="ctr"/>
          <a:r>
            <a:rPr lang="en-US" sz="700" noProof="0" dirty="0"/>
            <a:t>Software Project</a:t>
          </a:r>
        </a:p>
      </dgm:t>
    </dgm:pt>
    <dgm:pt modelId="{111B3508-DF67-4D45-82A6-7B60B4D41864}" type="parTrans" cxnId="{AEC67096-20FC-480D-97F0-F2F564BD9E8A}">
      <dgm:prSet/>
      <dgm:spPr>
        <a:ln w="6350"/>
      </dgm:spPr>
      <dgm:t>
        <a:bodyPr/>
        <a:lstStyle/>
        <a:p>
          <a:pPr algn="ctr"/>
          <a:endParaRPr lang="en-US" sz="1000" noProof="0"/>
        </a:p>
      </dgm:t>
    </dgm:pt>
    <dgm:pt modelId="{773A98D1-1721-4740-BBBC-EE4ECE532058}" type="sibTrans" cxnId="{AEC67096-20FC-480D-97F0-F2F564BD9E8A}">
      <dgm:prSet/>
      <dgm:spPr/>
      <dgm:t>
        <a:bodyPr/>
        <a:lstStyle/>
        <a:p>
          <a:pPr algn="ctr"/>
          <a:endParaRPr lang="en-US" sz="1000" noProof="0"/>
        </a:p>
      </dgm:t>
    </dgm:pt>
    <dgm:pt modelId="{78C4697E-42E3-4CD6-8626-1B95ABCFBAEE}">
      <dgm:prSet custT="1"/>
      <dgm:spPr>
        <a:ln w="6350"/>
      </dgm:spPr>
      <dgm:t>
        <a:bodyPr/>
        <a:lstStyle/>
        <a:p>
          <a:pPr algn="ctr"/>
          <a:r>
            <a:rPr lang="en-US" sz="700" noProof="0" dirty="0"/>
            <a:t>System Test</a:t>
          </a:r>
        </a:p>
      </dgm:t>
    </dgm:pt>
    <dgm:pt modelId="{8A2823D3-0319-40D7-99A2-677B9C1E7C97}" type="parTrans" cxnId="{4A4426A8-2F36-4935-9726-DFCE8F41E836}">
      <dgm:prSet/>
      <dgm:spPr>
        <a:ln w="6350"/>
      </dgm:spPr>
      <dgm:t>
        <a:bodyPr/>
        <a:lstStyle/>
        <a:p>
          <a:pPr algn="ctr"/>
          <a:endParaRPr lang="en-US" sz="1000" noProof="0"/>
        </a:p>
      </dgm:t>
    </dgm:pt>
    <dgm:pt modelId="{E49278E8-4C74-4CB2-80A2-3456757BC598}" type="sibTrans" cxnId="{4A4426A8-2F36-4935-9726-DFCE8F41E836}">
      <dgm:prSet/>
      <dgm:spPr/>
      <dgm:t>
        <a:bodyPr/>
        <a:lstStyle/>
        <a:p>
          <a:pPr algn="ctr"/>
          <a:endParaRPr lang="en-US" sz="1000" noProof="0"/>
        </a:p>
      </dgm:t>
    </dgm:pt>
    <dgm:pt modelId="{8423AC5B-65BB-44BA-85C8-B8F2C1D799F9}">
      <dgm:prSet custT="1"/>
      <dgm:spPr>
        <a:ln w="6350"/>
      </dgm:spPr>
      <dgm:t>
        <a:bodyPr/>
        <a:lstStyle/>
        <a:p>
          <a:pPr algn="ctr"/>
          <a:r>
            <a:rPr lang="en-US" sz="700" noProof="0" dirty="0"/>
            <a:t>Analysis (modelling) </a:t>
          </a:r>
        </a:p>
      </dgm:t>
    </dgm:pt>
    <dgm:pt modelId="{98E64B81-CF24-49AB-A88A-228C9A8CA780}" type="parTrans" cxnId="{12752EE7-4C9A-4006-B2AE-B5551DF3FF82}">
      <dgm:prSet/>
      <dgm:spPr>
        <a:ln w="6350"/>
      </dgm:spPr>
      <dgm:t>
        <a:bodyPr/>
        <a:lstStyle/>
        <a:p>
          <a:pPr algn="ctr"/>
          <a:endParaRPr lang="en-US" sz="1000" noProof="0"/>
        </a:p>
      </dgm:t>
    </dgm:pt>
    <dgm:pt modelId="{37318783-7077-401B-9007-0BCCE6BB03B7}" type="sibTrans" cxnId="{12752EE7-4C9A-4006-B2AE-B5551DF3FF82}">
      <dgm:prSet/>
      <dgm:spPr/>
      <dgm:t>
        <a:bodyPr/>
        <a:lstStyle/>
        <a:p>
          <a:pPr algn="ctr"/>
          <a:endParaRPr lang="en-US" sz="1000" noProof="0"/>
        </a:p>
      </dgm:t>
    </dgm:pt>
    <dgm:pt modelId="{5AD51844-7667-449C-B04B-2A3775799BFF}">
      <dgm:prSet custT="1"/>
      <dgm:spPr>
        <a:ln w="6350"/>
      </dgm:spPr>
      <dgm:t>
        <a:bodyPr/>
        <a:lstStyle/>
        <a:p>
          <a:pPr algn="ctr"/>
          <a:r>
            <a:rPr lang="en-US" sz="700" noProof="0" dirty="0"/>
            <a:t>Business Project</a:t>
          </a:r>
        </a:p>
      </dgm:t>
    </dgm:pt>
    <dgm:pt modelId="{FD7AA57F-CF0E-42DE-A55F-2EC78B30B05B}" type="parTrans" cxnId="{A25C5321-2397-436D-96DF-6B1391C6D905}">
      <dgm:prSet/>
      <dgm:spPr>
        <a:ln w="6350"/>
      </dgm:spPr>
      <dgm:t>
        <a:bodyPr/>
        <a:lstStyle/>
        <a:p>
          <a:pPr algn="ctr"/>
          <a:endParaRPr lang="en-US" sz="1000" noProof="0"/>
        </a:p>
      </dgm:t>
    </dgm:pt>
    <dgm:pt modelId="{6896A8BC-4889-4D51-8FB9-9AB4779A3BA7}" type="sibTrans" cxnId="{A25C5321-2397-436D-96DF-6B1391C6D905}">
      <dgm:prSet/>
      <dgm:spPr/>
      <dgm:t>
        <a:bodyPr/>
        <a:lstStyle/>
        <a:p>
          <a:pPr algn="ctr"/>
          <a:endParaRPr lang="en-US" sz="1000" noProof="0"/>
        </a:p>
      </dgm:t>
    </dgm:pt>
    <dgm:pt modelId="{CDA72991-8516-4F67-9D7F-C6CEFB219E63}">
      <dgm:prSet custT="1"/>
      <dgm:spPr>
        <a:ln w="6350"/>
      </dgm:spPr>
      <dgm:t>
        <a:bodyPr/>
        <a:lstStyle/>
        <a:p>
          <a:pPr algn="ctr"/>
          <a:r>
            <a:rPr lang="en-US" sz="700" noProof="0" dirty="0"/>
            <a:t>Analysis</a:t>
          </a:r>
        </a:p>
      </dgm:t>
    </dgm:pt>
    <dgm:pt modelId="{D5FFA1D8-50D6-4A82-87E7-058D5B4962E6}" type="parTrans" cxnId="{D68E4CA5-2615-45AA-BC48-8892261A331E}">
      <dgm:prSet/>
      <dgm:spPr>
        <a:ln w="6350"/>
      </dgm:spPr>
      <dgm:t>
        <a:bodyPr/>
        <a:lstStyle/>
        <a:p>
          <a:pPr algn="ctr"/>
          <a:endParaRPr lang="en-US" sz="1000" noProof="0"/>
        </a:p>
      </dgm:t>
    </dgm:pt>
    <dgm:pt modelId="{977A6F70-64D1-479E-B160-4BA6F04720C2}" type="sibTrans" cxnId="{D68E4CA5-2615-45AA-BC48-8892261A331E}">
      <dgm:prSet/>
      <dgm:spPr/>
      <dgm:t>
        <a:bodyPr/>
        <a:lstStyle/>
        <a:p>
          <a:pPr algn="ctr"/>
          <a:endParaRPr lang="en-US" sz="1000" noProof="0"/>
        </a:p>
      </dgm:t>
    </dgm:pt>
    <dgm:pt modelId="{10F5EF5C-5AB8-4FD6-B414-A209FCC1D3A7}">
      <dgm:prSet custT="1"/>
      <dgm:spPr>
        <a:ln w="6350"/>
      </dgm:spPr>
      <dgm:t>
        <a:bodyPr/>
        <a:lstStyle/>
        <a:p>
          <a:pPr algn="ctr"/>
          <a:r>
            <a:rPr lang="en-US" sz="700" noProof="0" dirty="0"/>
            <a:t>Miscellaneous </a:t>
          </a:r>
        </a:p>
      </dgm:t>
    </dgm:pt>
    <dgm:pt modelId="{9188C1C2-D2FA-4279-A67E-65DE3E1996EA}" type="parTrans" cxnId="{9B170D4A-5B16-4879-B3E2-0070C6D538F0}">
      <dgm:prSet/>
      <dgm:spPr>
        <a:ln w="6350"/>
      </dgm:spPr>
      <dgm:t>
        <a:bodyPr/>
        <a:lstStyle/>
        <a:p>
          <a:pPr algn="ctr"/>
          <a:endParaRPr lang="en-US" sz="1000" noProof="0"/>
        </a:p>
      </dgm:t>
    </dgm:pt>
    <dgm:pt modelId="{71484491-7247-42B6-AE31-49B22D10CA2B}" type="sibTrans" cxnId="{9B170D4A-5B16-4879-B3E2-0070C6D538F0}">
      <dgm:prSet/>
      <dgm:spPr/>
      <dgm:t>
        <a:bodyPr/>
        <a:lstStyle/>
        <a:p>
          <a:pPr algn="ctr"/>
          <a:endParaRPr lang="en-US" sz="1000" noProof="0"/>
        </a:p>
      </dgm:t>
    </dgm:pt>
    <dgm:pt modelId="{5BFFD63B-5511-492C-9222-0156EFC4526B}">
      <dgm:prSet custT="1"/>
      <dgm:spPr>
        <a:ln w="6350"/>
      </dgm:spPr>
      <dgm:t>
        <a:bodyPr/>
        <a:lstStyle/>
        <a:p>
          <a:pPr algn="ctr"/>
          <a:r>
            <a:rPr lang="en-US" sz="700" noProof="0" dirty="0"/>
            <a:t>Technology</a:t>
          </a:r>
        </a:p>
      </dgm:t>
    </dgm:pt>
    <dgm:pt modelId="{937CFD05-A419-45AA-A7A7-87FA7D9DF5E4}" type="parTrans" cxnId="{1D22AAAC-4B45-48C9-84FC-690C449BA89D}">
      <dgm:prSet/>
      <dgm:spPr>
        <a:ln w="6350"/>
      </dgm:spPr>
      <dgm:t>
        <a:bodyPr/>
        <a:lstStyle/>
        <a:p>
          <a:pPr algn="ctr"/>
          <a:endParaRPr lang="en-US" sz="1000" noProof="0"/>
        </a:p>
      </dgm:t>
    </dgm:pt>
    <dgm:pt modelId="{D2D278E8-783F-4750-A634-8BB5EBBA1118}" type="sibTrans" cxnId="{1D22AAAC-4B45-48C9-84FC-690C449BA89D}">
      <dgm:prSet/>
      <dgm:spPr/>
      <dgm:t>
        <a:bodyPr/>
        <a:lstStyle/>
        <a:p>
          <a:pPr algn="ctr"/>
          <a:endParaRPr lang="en-US" sz="1000" noProof="0"/>
        </a:p>
      </dgm:t>
    </dgm:pt>
    <dgm:pt modelId="{1EC7473E-C38C-43F4-A078-4BF3B05DD0C5}">
      <dgm:prSet custT="1"/>
      <dgm:spPr>
        <a:ln w="6350"/>
      </dgm:spPr>
      <dgm:t>
        <a:bodyPr/>
        <a:lstStyle/>
        <a:p>
          <a:pPr algn="ctr"/>
          <a:r>
            <a:rPr lang="en-US" sz="700" noProof="0" dirty="0"/>
            <a:t>Mobile</a:t>
          </a:r>
        </a:p>
      </dgm:t>
    </dgm:pt>
    <dgm:pt modelId="{EAF9F797-4D5F-4B10-AFEF-CA31E8649317}" type="parTrans" cxnId="{02CE8D8E-E5C8-496B-98D2-6E8E867ECC46}">
      <dgm:prSet/>
      <dgm:spPr>
        <a:ln w="6350"/>
      </dgm:spPr>
      <dgm:t>
        <a:bodyPr/>
        <a:lstStyle/>
        <a:p>
          <a:pPr algn="ctr"/>
          <a:endParaRPr lang="en-US" sz="1000" noProof="0"/>
        </a:p>
      </dgm:t>
    </dgm:pt>
    <dgm:pt modelId="{39576AED-5FE2-48F6-9A6D-F66F2094B208}" type="sibTrans" cxnId="{02CE8D8E-E5C8-496B-98D2-6E8E867ECC46}">
      <dgm:prSet/>
      <dgm:spPr/>
      <dgm:t>
        <a:bodyPr/>
        <a:lstStyle/>
        <a:p>
          <a:pPr algn="ctr"/>
          <a:endParaRPr lang="en-US" sz="1000" noProof="0"/>
        </a:p>
      </dgm:t>
    </dgm:pt>
    <dgm:pt modelId="{6571645B-0BBE-4CD7-BA5A-7144F7D8C054}">
      <dgm:prSet custT="1"/>
      <dgm:spPr>
        <a:ln w="6350"/>
      </dgm:spPr>
      <dgm:t>
        <a:bodyPr/>
        <a:lstStyle/>
        <a:p>
          <a:pPr algn="ctr"/>
          <a:r>
            <a:rPr lang="en-US" sz="700" noProof="0" dirty="0"/>
            <a:t>LAN/ Clients/EUC</a:t>
          </a:r>
        </a:p>
      </dgm:t>
    </dgm:pt>
    <dgm:pt modelId="{5776B918-55DA-4C8E-B26D-7AAC670C5996}" type="parTrans" cxnId="{E5EA43C2-879E-41FF-8B34-F36E6B7FF872}">
      <dgm:prSet/>
      <dgm:spPr>
        <a:ln w="6350"/>
      </dgm:spPr>
      <dgm:t>
        <a:bodyPr/>
        <a:lstStyle/>
        <a:p>
          <a:pPr algn="ctr"/>
          <a:endParaRPr lang="en-US" sz="1000" noProof="0"/>
        </a:p>
      </dgm:t>
    </dgm:pt>
    <dgm:pt modelId="{E9BBE097-0F9A-4E77-B078-800EE8F7C4A5}" type="sibTrans" cxnId="{E5EA43C2-879E-41FF-8B34-F36E6B7FF872}">
      <dgm:prSet/>
      <dgm:spPr/>
      <dgm:t>
        <a:bodyPr/>
        <a:lstStyle/>
        <a:p>
          <a:pPr algn="ctr"/>
          <a:endParaRPr lang="en-US" sz="1000" noProof="0"/>
        </a:p>
      </dgm:t>
    </dgm:pt>
    <dgm:pt modelId="{D207AA23-E1E9-4664-8694-657CBE7F5113}">
      <dgm:prSet custT="1"/>
      <dgm:spPr>
        <a:ln w="6350"/>
      </dgm:spPr>
      <dgm:t>
        <a:bodyPr/>
        <a:lstStyle/>
        <a:p>
          <a:pPr algn="ctr"/>
          <a:r>
            <a:rPr lang="en-US" sz="700" noProof="0" dirty="0"/>
            <a:t>Servers </a:t>
          </a:r>
        </a:p>
      </dgm:t>
    </dgm:pt>
    <dgm:pt modelId="{2B811217-D6E1-4007-B8B1-74F71399FCBC}" type="parTrans" cxnId="{9DE396B4-3663-4EB0-BC77-41DA68116E8E}">
      <dgm:prSet/>
      <dgm:spPr>
        <a:ln w="6350"/>
      </dgm:spPr>
      <dgm:t>
        <a:bodyPr/>
        <a:lstStyle/>
        <a:p>
          <a:pPr algn="ctr"/>
          <a:endParaRPr lang="en-US" sz="1000" noProof="0"/>
        </a:p>
      </dgm:t>
    </dgm:pt>
    <dgm:pt modelId="{FD6F05A3-C7FA-425C-9D87-0A61C97921D3}" type="sibTrans" cxnId="{9DE396B4-3663-4EB0-BC77-41DA68116E8E}">
      <dgm:prSet/>
      <dgm:spPr/>
      <dgm:t>
        <a:bodyPr/>
        <a:lstStyle/>
        <a:p>
          <a:pPr algn="ctr"/>
          <a:endParaRPr lang="en-US" sz="1000" noProof="0"/>
        </a:p>
      </dgm:t>
    </dgm:pt>
    <dgm:pt modelId="{4BAE13AE-39F3-416E-8744-CFDB4B732C07}">
      <dgm:prSet custT="1"/>
      <dgm:spPr>
        <a:ln w="6350"/>
      </dgm:spPr>
      <dgm:t>
        <a:bodyPr/>
        <a:lstStyle/>
        <a:p>
          <a:pPr algn="ctr"/>
          <a:r>
            <a:rPr lang="en-US" sz="700" noProof="0" dirty="0"/>
            <a:t>Education/ training/ change</a:t>
          </a:r>
        </a:p>
      </dgm:t>
    </dgm:pt>
    <dgm:pt modelId="{1699D3DA-29B7-417B-98A4-5CC0FE236955}" type="parTrans" cxnId="{A671590E-F926-4AF6-91E1-AD9336EC2F46}">
      <dgm:prSet/>
      <dgm:spPr>
        <a:ln w="6350"/>
      </dgm:spPr>
      <dgm:t>
        <a:bodyPr/>
        <a:lstStyle/>
        <a:p>
          <a:pPr algn="ctr"/>
          <a:endParaRPr lang="en-US" sz="1000" noProof="0"/>
        </a:p>
      </dgm:t>
    </dgm:pt>
    <dgm:pt modelId="{306B415E-C390-4DDC-82B2-649369D5F815}" type="sibTrans" cxnId="{A671590E-F926-4AF6-91E1-AD9336EC2F46}">
      <dgm:prSet/>
      <dgm:spPr/>
      <dgm:t>
        <a:bodyPr/>
        <a:lstStyle/>
        <a:p>
          <a:pPr algn="ctr"/>
          <a:endParaRPr lang="en-US" sz="1000" noProof="0"/>
        </a:p>
      </dgm:t>
    </dgm:pt>
    <dgm:pt modelId="{851C9D6E-AC63-4942-A4BE-E6721A22670E}">
      <dgm:prSet custT="1"/>
      <dgm:spPr>
        <a:ln w="6350"/>
      </dgm:spPr>
      <dgm:t>
        <a:bodyPr/>
        <a:lstStyle/>
        <a:p>
          <a:pPr algn="ctr"/>
          <a:r>
            <a:rPr lang="en-US" sz="700" noProof="0" dirty="0"/>
            <a:t>User Test</a:t>
          </a:r>
        </a:p>
      </dgm:t>
    </dgm:pt>
    <dgm:pt modelId="{93FA9CFA-3713-4C93-B0FB-EB826ABE93C4}" type="parTrans" cxnId="{8E3F17B4-7549-4018-A69F-1C6BCD1662C9}">
      <dgm:prSet/>
      <dgm:spPr>
        <a:ln w="6350"/>
      </dgm:spPr>
      <dgm:t>
        <a:bodyPr/>
        <a:lstStyle/>
        <a:p>
          <a:endParaRPr lang="en-US" sz="1000" noProof="0"/>
        </a:p>
      </dgm:t>
    </dgm:pt>
    <dgm:pt modelId="{E67CB3FC-871F-48D3-8F22-E65AC355491E}" type="sibTrans" cxnId="{8E3F17B4-7549-4018-A69F-1C6BCD1662C9}">
      <dgm:prSet/>
      <dgm:spPr/>
      <dgm:t>
        <a:bodyPr/>
        <a:lstStyle/>
        <a:p>
          <a:endParaRPr lang="en-US" sz="1000" noProof="0"/>
        </a:p>
      </dgm:t>
    </dgm:pt>
    <dgm:pt modelId="{9C8FF474-B8E2-44A7-A2AD-9A703BBB6D91}">
      <dgm:prSet custT="1"/>
      <dgm:spPr>
        <a:ln w="6350"/>
      </dgm:spPr>
      <dgm:t>
        <a:bodyPr/>
        <a:lstStyle/>
        <a:p>
          <a:pPr algn="ctr"/>
          <a:r>
            <a:rPr lang="en-US" sz="700" noProof="0" dirty="0"/>
            <a:t>Software  platforms</a:t>
          </a:r>
        </a:p>
      </dgm:t>
    </dgm:pt>
    <dgm:pt modelId="{0B37D1B5-1459-47BD-A177-28D2DF664D5E}" type="parTrans" cxnId="{2140F080-129D-4C86-8218-197CD091D2D8}">
      <dgm:prSet/>
      <dgm:spPr>
        <a:ln w="6350"/>
      </dgm:spPr>
      <dgm:t>
        <a:bodyPr/>
        <a:lstStyle/>
        <a:p>
          <a:endParaRPr lang="it-IT" sz="800"/>
        </a:p>
      </dgm:t>
    </dgm:pt>
    <dgm:pt modelId="{5C3CF336-0E4B-44FD-80DC-25C0BADB1907}" type="sibTrans" cxnId="{2140F080-129D-4C86-8218-197CD091D2D8}">
      <dgm:prSet/>
      <dgm:spPr/>
      <dgm:t>
        <a:bodyPr/>
        <a:lstStyle/>
        <a:p>
          <a:endParaRPr lang="it-IT" sz="800"/>
        </a:p>
      </dgm:t>
    </dgm:pt>
    <dgm:pt modelId="{0D2E9F3E-3934-453E-AA19-8E3608548189}">
      <dgm:prSet custT="1"/>
      <dgm:spPr>
        <a:ln w="6350"/>
      </dgm:spPr>
      <dgm:t>
        <a:bodyPr/>
        <a:lstStyle/>
        <a:p>
          <a:pPr algn="ctr"/>
          <a:r>
            <a:rPr lang="en-US" sz="700" noProof="0" dirty="0"/>
            <a:t>Cloud services  </a:t>
          </a:r>
        </a:p>
      </dgm:t>
    </dgm:pt>
    <dgm:pt modelId="{DC618EE1-3F12-48C2-BED0-11FE9201DC61}" type="parTrans" cxnId="{4C110345-85EA-4884-9090-3DE9653BB6A6}">
      <dgm:prSet/>
      <dgm:spPr>
        <a:ln w="6350"/>
      </dgm:spPr>
      <dgm:t>
        <a:bodyPr/>
        <a:lstStyle/>
        <a:p>
          <a:endParaRPr lang="it-IT" sz="800"/>
        </a:p>
      </dgm:t>
    </dgm:pt>
    <dgm:pt modelId="{2F8E2578-FDD3-41A6-AB6F-7E0B18A2760E}" type="sibTrans" cxnId="{4C110345-85EA-4884-9090-3DE9653BB6A6}">
      <dgm:prSet/>
      <dgm:spPr/>
      <dgm:t>
        <a:bodyPr/>
        <a:lstStyle/>
        <a:p>
          <a:endParaRPr lang="it-IT" sz="80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5020A7F2-D507-45EE-A895-2DBC7AC3D771}" type="pres">
      <dgm:prSet presAssocID="{780E2C17-7959-4BE4-B5B9-2AF6E7CE28C3}" presName="hierRoot1" presStyleCnt="0">
        <dgm:presLayoutVars>
          <dgm:hierBranch val="init"/>
        </dgm:presLayoutVars>
      </dgm:prSet>
      <dgm:spPr/>
    </dgm:pt>
    <dgm:pt modelId="{D4982AEC-E392-43FF-B1E6-76981C7F4526}" type="pres">
      <dgm:prSet presAssocID="{780E2C17-7959-4BE4-B5B9-2AF6E7CE28C3}" presName="rootComposite1" presStyleCnt="0"/>
      <dgm:spPr/>
    </dgm:pt>
    <dgm:pt modelId="{B66FDA53-52AD-4777-B131-E6DE4E566FE1}" type="pres">
      <dgm:prSet presAssocID="{780E2C17-7959-4BE4-B5B9-2AF6E7CE28C3}" presName="rootText1" presStyleLbl="node0" presStyleIdx="0" presStyleCnt="1">
        <dgm:presLayoutVars>
          <dgm:chPref val="3"/>
        </dgm:presLayoutVars>
      </dgm:prSet>
      <dgm:spPr/>
    </dgm:pt>
    <dgm:pt modelId="{CC9F5843-D328-475A-834D-68A4E455C29F}" type="pres">
      <dgm:prSet presAssocID="{780E2C17-7959-4BE4-B5B9-2AF6E7CE28C3}" presName="rootConnector1" presStyleLbl="node1" presStyleIdx="0" presStyleCnt="0"/>
      <dgm:spPr/>
    </dgm:pt>
    <dgm:pt modelId="{CC41FF8D-2066-47C2-B982-E49AEB8BA42A}" type="pres">
      <dgm:prSet presAssocID="{780E2C17-7959-4BE4-B5B9-2AF6E7CE28C3}" presName="hierChild2" presStyleCnt="0"/>
      <dgm:spPr/>
    </dgm:pt>
    <dgm:pt modelId="{31CF9883-6932-443B-BE67-EA6070F735FC}" type="pres">
      <dgm:prSet presAssocID="{81AD3CE4-69FA-4B9E-BB3B-4FF1EB31E2BF}" presName="Name37" presStyleLbl="parChTrans1D2" presStyleIdx="0" presStyleCnt="4"/>
      <dgm:spPr/>
    </dgm:pt>
    <dgm:pt modelId="{13ADB56E-8FDF-491C-8B29-1722087AD486}" type="pres">
      <dgm:prSet presAssocID="{82515DFC-9938-4C9D-833B-D7B6FE74F3D6}" presName="hierRoot2" presStyleCnt="0">
        <dgm:presLayoutVars>
          <dgm:hierBranch val="init"/>
        </dgm:presLayoutVars>
      </dgm:prSet>
      <dgm:spPr/>
    </dgm:pt>
    <dgm:pt modelId="{0985C86D-1B69-41D2-8B15-597C53B6120C}" type="pres">
      <dgm:prSet presAssocID="{82515DFC-9938-4C9D-833B-D7B6FE74F3D6}" presName="rootComposite" presStyleCnt="0"/>
      <dgm:spPr/>
    </dgm:pt>
    <dgm:pt modelId="{B36F738C-DABB-499F-A586-6245E56F73A4}" type="pres">
      <dgm:prSet presAssocID="{82515DFC-9938-4C9D-833B-D7B6FE74F3D6}" presName="rootText" presStyleLbl="node2" presStyleIdx="0" presStyleCnt="4">
        <dgm:presLayoutVars>
          <dgm:chPref val="3"/>
        </dgm:presLayoutVars>
      </dgm:prSet>
      <dgm:spPr/>
    </dgm:pt>
    <dgm:pt modelId="{14012CE9-2525-49DB-825E-72030D160490}" type="pres">
      <dgm:prSet presAssocID="{82515DFC-9938-4C9D-833B-D7B6FE74F3D6}" presName="rootConnector" presStyleLbl="node2" presStyleIdx="0" presStyleCnt="4"/>
      <dgm:spPr/>
    </dgm:pt>
    <dgm:pt modelId="{342643D6-E3A6-4A57-B9DD-0781D8759EFC}" type="pres">
      <dgm:prSet presAssocID="{82515DFC-9938-4C9D-833B-D7B6FE74F3D6}" presName="hierChild4" presStyleCnt="0"/>
      <dgm:spPr/>
    </dgm:pt>
    <dgm:pt modelId="{0DD17146-0F29-4885-9376-8A5705D23D4E}" type="pres">
      <dgm:prSet presAssocID="{82515DFC-9938-4C9D-833B-D7B6FE74F3D6}" presName="hierChild5" presStyleCnt="0"/>
      <dgm:spPr/>
    </dgm:pt>
    <dgm:pt modelId="{7B5206AE-36DB-43EE-84F3-AFB823AA6253}" type="pres">
      <dgm:prSet presAssocID="{111B3508-DF67-4D45-82A6-7B60B4D41864}" presName="Name37" presStyleLbl="parChTrans1D2" presStyleIdx="1" presStyleCnt="4"/>
      <dgm:spPr/>
    </dgm:pt>
    <dgm:pt modelId="{EA46275C-D34E-4970-A919-7FB5FB0D832D}" type="pres">
      <dgm:prSet presAssocID="{22AAB52A-F50E-450E-A45B-AA76C6E60155}" presName="hierRoot2" presStyleCnt="0">
        <dgm:presLayoutVars>
          <dgm:hierBranch val="r"/>
        </dgm:presLayoutVars>
      </dgm:prSet>
      <dgm:spPr/>
    </dgm:pt>
    <dgm:pt modelId="{33111035-7874-44A3-98C1-D4AC0AF8792D}" type="pres">
      <dgm:prSet presAssocID="{22AAB52A-F50E-450E-A45B-AA76C6E60155}" presName="rootComposite" presStyleCnt="0"/>
      <dgm:spPr/>
    </dgm:pt>
    <dgm:pt modelId="{BE33DF6D-96DD-447A-A304-E5B66ED4DEA0}" type="pres">
      <dgm:prSet presAssocID="{22AAB52A-F50E-450E-A45B-AA76C6E60155}" presName="rootText" presStyleLbl="node2" presStyleIdx="1" presStyleCnt="4">
        <dgm:presLayoutVars>
          <dgm:chPref val="3"/>
        </dgm:presLayoutVars>
      </dgm:prSet>
      <dgm:spPr/>
    </dgm:pt>
    <dgm:pt modelId="{609F4C0D-78CC-42E2-8EC6-ACCF5277829F}" type="pres">
      <dgm:prSet presAssocID="{22AAB52A-F50E-450E-A45B-AA76C6E60155}" presName="rootConnector" presStyleLbl="node2" presStyleIdx="1" presStyleCnt="4"/>
      <dgm:spPr/>
    </dgm:pt>
    <dgm:pt modelId="{21DB5F9D-117E-4396-A921-BD0D18829365}" type="pres">
      <dgm:prSet presAssocID="{22AAB52A-F50E-450E-A45B-AA76C6E60155}" presName="hierChild4" presStyleCnt="0"/>
      <dgm:spPr/>
    </dgm:pt>
    <dgm:pt modelId="{2EA57C00-072F-4FEC-8998-1D5BC170FF13}" type="pres">
      <dgm:prSet presAssocID="{98E64B81-CF24-49AB-A88A-228C9A8CA780}" presName="Name50" presStyleLbl="parChTrans1D3" presStyleIdx="0" presStyleCnt="12"/>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3" presStyleIdx="0" presStyleCnt="12">
        <dgm:presLayoutVars>
          <dgm:chPref val="3"/>
        </dgm:presLayoutVars>
      </dgm:prSet>
      <dgm:spPr/>
    </dgm:pt>
    <dgm:pt modelId="{1F827E1E-DE28-4629-93A9-7862FAB5F676}" type="pres">
      <dgm:prSet presAssocID="{8423AC5B-65BB-44BA-85C8-B8F2C1D799F9}" presName="rootConnector" presStyleLbl="node3" presStyleIdx="0" presStyleCnt="12"/>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6FB8EA8A-81E4-485A-86F7-B4D5B6516230}" type="pres">
      <dgm:prSet presAssocID="{9B6515FC-BAB6-49BD-B614-8D99B5FBDBDE}" presName="Name50" presStyleLbl="parChTrans1D3" presStyleIdx="1" presStyleCnt="12"/>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3" presStyleIdx="1" presStyleCnt="12">
        <dgm:presLayoutVars>
          <dgm:chPref val="3"/>
        </dgm:presLayoutVars>
      </dgm:prSet>
      <dgm:spPr/>
    </dgm:pt>
    <dgm:pt modelId="{E2521828-141C-4DD9-A0FF-550F879D8B65}" type="pres">
      <dgm:prSet presAssocID="{1C76DC10-B192-4CB8-BDD4-43D705326175}" presName="rootConnector" presStyleLbl="node3" presStyleIdx="1" presStyleCnt="12"/>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2DAC2FC0-0925-41F0-AB23-72079D66295B}" type="pres">
      <dgm:prSet presAssocID="{8A2823D3-0319-40D7-99A2-677B9C1E7C97}" presName="Name50" presStyleLbl="parChTrans1D3" presStyleIdx="2" presStyleCnt="12"/>
      <dgm:spPr/>
    </dgm:pt>
    <dgm:pt modelId="{BAACD408-B096-4219-B995-CBE13FEF9E0C}" type="pres">
      <dgm:prSet presAssocID="{78C4697E-42E3-4CD6-8626-1B95ABCFBAEE}" presName="hierRoot2" presStyleCnt="0">
        <dgm:presLayoutVars>
          <dgm:hierBranch val="init"/>
        </dgm:presLayoutVars>
      </dgm:prSet>
      <dgm:spPr/>
    </dgm:pt>
    <dgm:pt modelId="{7C76DD35-9C28-4088-8305-CB44319A8F6B}" type="pres">
      <dgm:prSet presAssocID="{78C4697E-42E3-4CD6-8626-1B95ABCFBAEE}" presName="rootComposite" presStyleCnt="0"/>
      <dgm:spPr/>
    </dgm:pt>
    <dgm:pt modelId="{2A5F8A13-F793-4295-A576-C273F1E67E53}" type="pres">
      <dgm:prSet presAssocID="{78C4697E-42E3-4CD6-8626-1B95ABCFBAEE}" presName="rootText" presStyleLbl="node3" presStyleIdx="2" presStyleCnt="12">
        <dgm:presLayoutVars>
          <dgm:chPref val="3"/>
        </dgm:presLayoutVars>
      </dgm:prSet>
      <dgm:spPr/>
    </dgm:pt>
    <dgm:pt modelId="{DF2A5A38-E9AD-4E0D-8664-8243B6A76EE9}" type="pres">
      <dgm:prSet presAssocID="{78C4697E-42E3-4CD6-8626-1B95ABCFBAEE}" presName="rootConnector" presStyleLbl="node3" presStyleIdx="2" presStyleCnt="12"/>
      <dgm:spPr/>
    </dgm:pt>
    <dgm:pt modelId="{25DCDDB0-7223-429E-8111-32F0DC3DFAA9}" type="pres">
      <dgm:prSet presAssocID="{78C4697E-42E3-4CD6-8626-1B95ABCFBAEE}" presName="hierChild4" presStyleCnt="0"/>
      <dgm:spPr/>
    </dgm:pt>
    <dgm:pt modelId="{91C4CFE2-D764-43CD-B65A-522F70B2D2C2}" type="pres">
      <dgm:prSet presAssocID="{78C4697E-42E3-4CD6-8626-1B95ABCFBAEE}" presName="hierChild5" presStyleCnt="0"/>
      <dgm:spPr/>
    </dgm:pt>
    <dgm:pt modelId="{092B094E-72C3-4034-86B2-067607B0F8F4}" type="pres">
      <dgm:prSet presAssocID="{93FA9CFA-3713-4C93-B0FB-EB826ABE93C4}" presName="Name50" presStyleLbl="parChTrans1D3" presStyleIdx="3" presStyleCnt="12"/>
      <dgm:spPr/>
    </dgm:pt>
    <dgm:pt modelId="{A5B3533E-C7CF-46F3-81CA-B527422E6570}" type="pres">
      <dgm:prSet presAssocID="{851C9D6E-AC63-4942-A4BE-E6721A22670E}" presName="hierRoot2" presStyleCnt="0">
        <dgm:presLayoutVars>
          <dgm:hierBranch val="init"/>
        </dgm:presLayoutVars>
      </dgm:prSet>
      <dgm:spPr/>
    </dgm:pt>
    <dgm:pt modelId="{7D9836D0-FEAF-45C5-96B9-BF85B4C5E630}" type="pres">
      <dgm:prSet presAssocID="{851C9D6E-AC63-4942-A4BE-E6721A22670E}" presName="rootComposite" presStyleCnt="0"/>
      <dgm:spPr/>
    </dgm:pt>
    <dgm:pt modelId="{2907B370-BA96-40F4-A66F-C111E7FDFAAE}" type="pres">
      <dgm:prSet presAssocID="{851C9D6E-AC63-4942-A4BE-E6721A22670E}" presName="rootText" presStyleLbl="node3" presStyleIdx="3" presStyleCnt="12">
        <dgm:presLayoutVars>
          <dgm:chPref val="3"/>
        </dgm:presLayoutVars>
      </dgm:prSet>
      <dgm:spPr/>
    </dgm:pt>
    <dgm:pt modelId="{10E23348-0F19-4FD3-A71D-F48223639FF9}" type="pres">
      <dgm:prSet presAssocID="{851C9D6E-AC63-4942-A4BE-E6721A22670E}" presName="rootConnector" presStyleLbl="node3" presStyleIdx="3" presStyleCnt="12"/>
      <dgm:spPr/>
    </dgm:pt>
    <dgm:pt modelId="{3D69BB98-EFF5-452C-9AC5-11BC881590C9}" type="pres">
      <dgm:prSet presAssocID="{851C9D6E-AC63-4942-A4BE-E6721A22670E}" presName="hierChild4" presStyleCnt="0"/>
      <dgm:spPr/>
    </dgm:pt>
    <dgm:pt modelId="{7F0430B4-7899-4BA1-A17D-366D05A80803}" type="pres">
      <dgm:prSet presAssocID="{851C9D6E-AC63-4942-A4BE-E6721A22670E}" presName="hierChild5" presStyleCnt="0"/>
      <dgm:spPr/>
    </dgm:pt>
    <dgm:pt modelId="{97D7E093-B9EA-413B-A30F-D5DDB8799B63}" type="pres">
      <dgm:prSet presAssocID="{22AAB52A-F50E-450E-A45B-AA76C6E60155}" presName="hierChild5" presStyleCnt="0"/>
      <dgm:spPr/>
    </dgm:pt>
    <dgm:pt modelId="{DBB6250D-A994-4B68-83F5-3A299E01BCF0}" type="pres">
      <dgm:prSet presAssocID="{FD7AA57F-CF0E-42DE-A55F-2EC78B30B05B}" presName="Name37" presStyleLbl="parChTrans1D2" presStyleIdx="2" presStyleCnt="4"/>
      <dgm:spPr/>
    </dgm:pt>
    <dgm:pt modelId="{7C3751AC-154A-4B83-86C4-3179D2CC195A}" type="pres">
      <dgm:prSet presAssocID="{5AD51844-7667-449C-B04B-2A3775799BFF}" presName="hierRoot2" presStyleCnt="0">
        <dgm:presLayoutVars>
          <dgm:hierBranch val="r"/>
        </dgm:presLayoutVars>
      </dgm:prSet>
      <dgm:spPr/>
    </dgm:pt>
    <dgm:pt modelId="{46E2E3C6-D8C5-40B9-98A1-533B92BF7BB4}" type="pres">
      <dgm:prSet presAssocID="{5AD51844-7667-449C-B04B-2A3775799BFF}" presName="rootComposite" presStyleCnt="0"/>
      <dgm:spPr/>
    </dgm:pt>
    <dgm:pt modelId="{143639B3-181C-491B-A515-4BAB93604BCB}" type="pres">
      <dgm:prSet presAssocID="{5AD51844-7667-449C-B04B-2A3775799BFF}" presName="rootText" presStyleLbl="node2" presStyleIdx="2" presStyleCnt="4" custLinFactNeighborX="422" custLinFactNeighborY="-693">
        <dgm:presLayoutVars>
          <dgm:chPref val="3"/>
        </dgm:presLayoutVars>
      </dgm:prSet>
      <dgm:spPr/>
    </dgm:pt>
    <dgm:pt modelId="{F76DCC48-5560-4BD5-AD58-0C6CED22E5B3}" type="pres">
      <dgm:prSet presAssocID="{5AD51844-7667-449C-B04B-2A3775799BFF}" presName="rootConnector" presStyleLbl="node2" presStyleIdx="2" presStyleCnt="4"/>
      <dgm:spPr/>
    </dgm:pt>
    <dgm:pt modelId="{54D71075-D9F2-4A86-BAD0-9859B2512DDE}" type="pres">
      <dgm:prSet presAssocID="{5AD51844-7667-449C-B04B-2A3775799BFF}" presName="hierChild4" presStyleCnt="0"/>
      <dgm:spPr/>
    </dgm:pt>
    <dgm:pt modelId="{5F1CFD65-6C97-47C5-9893-8DC886E3B7AE}" type="pres">
      <dgm:prSet presAssocID="{D5FFA1D8-50D6-4A82-87E7-058D5B4962E6}" presName="Name50" presStyleLbl="parChTrans1D3" presStyleIdx="4" presStyleCnt="12"/>
      <dgm:spPr/>
    </dgm:pt>
    <dgm:pt modelId="{81F929DC-36A8-4ACF-8D49-7570E547CB89}" type="pres">
      <dgm:prSet presAssocID="{CDA72991-8516-4F67-9D7F-C6CEFB219E63}" presName="hierRoot2" presStyleCnt="0">
        <dgm:presLayoutVars>
          <dgm:hierBranch val="init"/>
        </dgm:presLayoutVars>
      </dgm:prSet>
      <dgm:spPr/>
    </dgm:pt>
    <dgm:pt modelId="{A78C8B0B-8569-41EB-ACA9-0A7D6C75355C}" type="pres">
      <dgm:prSet presAssocID="{CDA72991-8516-4F67-9D7F-C6CEFB219E63}" presName="rootComposite" presStyleCnt="0"/>
      <dgm:spPr/>
    </dgm:pt>
    <dgm:pt modelId="{30523AB1-C99C-444B-AA4F-1E73092027E9}" type="pres">
      <dgm:prSet presAssocID="{CDA72991-8516-4F67-9D7F-C6CEFB219E63}" presName="rootText" presStyleLbl="node3" presStyleIdx="4" presStyleCnt="12">
        <dgm:presLayoutVars>
          <dgm:chPref val="3"/>
        </dgm:presLayoutVars>
      </dgm:prSet>
      <dgm:spPr/>
    </dgm:pt>
    <dgm:pt modelId="{D5FDDBA5-CDD5-4793-84B5-CD9B98911702}" type="pres">
      <dgm:prSet presAssocID="{CDA72991-8516-4F67-9D7F-C6CEFB219E63}" presName="rootConnector" presStyleLbl="node3" presStyleIdx="4" presStyleCnt="12"/>
      <dgm:spPr/>
    </dgm:pt>
    <dgm:pt modelId="{590501E3-6000-4C9A-99FD-C032933B1059}" type="pres">
      <dgm:prSet presAssocID="{CDA72991-8516-4F67-9D7F-C6CEFB219E63}" presName="hierChild4" presStyleCnt="0"/>
      <dgm:spPr/>
    </dgm:pt>
    <dgm:pt modelId="{E2237E00-27D8-48FE-921B-A3E617074DE2}" type="pres">
      <dgm:prSet presAssocID="{CDA72991-8516-4F67-9D7F-C6CEFB219E63}" presName="hierChild5" presStyleCnt="0"/>
      <dgm:spPr/>
    </dgm:pt>
    <dgm:pt modelId="{F3B92755-C636-40B8-80F3-D1A0B934A050}" type="pres">
      <dgm:prSet presAssocID="{1699D3DA-29B7-417B-98A4-5CC0FE236955}" presName="Name50" presStyleLbl="parChTrans1D3" presStyleIdx="5" presStyleCnt="12"/>
      <dgm:spPr/>
    </dgm:pt>
    <dgm:pt modelId="{9DAC2D16-7E45-40EA-A631-ADEF7ACF9061}" type="pres">
      <dgm:prSet presAssocID="{4BAE13AE-39F3-416E-8744-CFDB4B732C07}" presName="hierRoot2" presStyleCnt="0">
        <dgm:presLayoutVars>
          <dgm:hierBranch val="init"/>
        </dgm:presLayoutVars>
      </dgm:prSet>
      <dgm:spPr/>
    </dgm:pt>
    <dgm:pt modelId="{B46A1F57-C788-4C8D-A2E5-6258F3978371}" type="pres">
      <dgm:prSet presAssocID="{4BAE13AE-39F3-416E-8744-CFDB4B732C07}" presName="rootComposite" presStyleCnt="0"/>
      <dgm:spPr/>
    </dgm:pt>
    <dgm:pt modelId="{72CEFB75-59D1-4656-8F8B-120522C92D35}" type="pres">
      <dgm:prSet presAssocID="{4BAE13AE-39F3-416E-8744-CFDB4B732C07}" presName="rootText" presStyleLbl="node3" presStyleIdx="5" presStyleCnt="12">
        <dgm:presLayoutVars>
          <dgm:chPref val="3"/>
        </dgm:presLayoutVars>
      </dgm:prSet>
      <dgm:spPr/>
    </dgm:pt>
    <dgm:pt modelId="{9403F216-2E13-4D0E-80E9-D493615283DE}" type="pres">
      <dgm:prSet presAssocID="{4BAE13AE-39F3-416E-8744-CFDB4B732C07}" presName="rootConnector" presStyleLbl="node3" presStyleIdx="5" presStyleCnt="12"/>
      <dgm:spPr/>
    </dgm:pt>
    <dgm:pt modelId="{7CEBB6BA-F632-432C-9EB0-7B69559DBB2F}" type="pres">
      <dgm:prSet presAssocID="{4BAE13AE-39F3-416E-8744-CFDB4B732C07}" presName="hierChild4" presStyleCnt="0"/>
      <dgm:spPr/>
    </dgm:pt>
    <dgm:pt modelId="{724760C5-47ED-4054-B00A-7E24FEBA4ACF}" type="pres">
      <dgm:prSet presAssocID="{4BAE13AE-39F3-416E-8744-CFDB4B732C07}" presName="hierChild5" presStyleCnt="0"/>
      <dgm:spPr/>
    </dgm:pt>
    <dgm:pt modelId="{9DA8BDFF-41F5-4EEC-BB45-74AACB3116B8}" type="pres">
      <dgm:prSet presAssocID="{9188C1C2-D2FA-4279-A67E-65DE3E1996EA}" presName="Name50" presStyleLbl="parChTrans1D3" presStyleIdx="6" presStyleCnt="12"/>
      <dgm:spPr/>
    </dgm:pt>
    <dgm:pt modelId="{C84C00F7-D872-4C2D-B3C3-CF49BA4B92BA}" type="pres">
      <dgm:prSet presAssocID="{10F5EF5C-5AB8-4FD6-B414-A209FCC1D3A7}" presName="hierRoot2" presStyleCnt="0">
        <dgm:presLayoutVars>
          <dgm:hierBranch val="init"/>
        </dgm:presLayoutVars>
      </dgm:prSet>
      <dgm:spPr/>
    </dgm:pt>
    <dgm:pt modelId="{69757047-B764-4D6F-AA65-514D5F517410}" type="pres">
      <dgm:prSet presAssocID="{10F5EF5C-5AB8-4FD6-B414-A209FCC1D3A7}" presName="rootComposite" presStyleCnt="0"/>
      <dgm:spPr/>
    </dgm:pt>
    <dgm:pt modelId="{1D51532B-12DB-46BA-BB30-F962FCC102BE}" type="pres">
      <dgm:prSet presAssocID="{10F5EF5C-5AB8-4FD6-B414-A209FCC1D3A7}" presName="rootText" presStyleLbl="node3" presStyleIdx="6" presStyleCnt="12">
        <dgm:presLayoutVars>
          <dgm:chPref val="3"/>
        </dgm:presLayoutVars>
      </dgm:prSet>
      <dgm:spPr/>
    </dgm:pt>
    <dgm:pt modelId="{221B10A3-49F6-4526-AF45-0781828E2BD2}" type="pres">
      <dgm:prSet presAssocID="{10F5EF5C-5AB8-4FD6-B414-A209FCC1D3A7}" presName="rootConnector" presStyleLbl="node3" presStyleIdx="6" presStyleCnt="12"/>
      <dgm:spPr/>
    </dgm:pt>
    <dgm:pt modelId="{7670D485-AA16-4308-85DD-114D1D668300}" type="pres">
      <dgm:prSet presAssocID="{10F5EF5C-5AB8-4FD6-B414-A209FCC1D3A7}" presName="hierChild4" presStyleCnt="0"/>
      <dgm:spPr/>
    </dgm:pt>
    <dgm:pt modelId="{7C070F62-59BF-49EC-BD61-9122A3F8B510}" type="pres">
      <dgm:prSet presAssocID="{10F5EF5C-5AB8-4FD6-B414-A209FCC1D3A7}" presName="hierChild5" presStyleCnt="0"/>
      <dgm:spPr/>
    </dgm:pt>
    <dgm:pt modelId="{E9CFFC85-30A2-4189-8956-70EF4403155E}" type="pres">
      <dgm:prSet presAssocID="{5AD51844-7667-449C-B04B-2A3775799BFF}" presName="hierChild5" presStyleCnt="0"/>
      <dgm:spPr/>
    </dgm:pt>
    <dgm:pt modelId="{06DDBB38-68F0-4317-9F77-306B5A4D0568}" type="pres">
      <dgm:prSet presAssocID="{937CFD05-A419-45AA-A7A7-87FA7D9DF5E4}" presName="Name37" presStyleLbl="parChTrans1D2" presStyleIdx="3" presStyleCnt="4"/>
      <dgm:spPr/>
    </dgm:pt>
    <dgm:pt modelId="{FCC89F73-75CB-4B04-8C24-E0C03F7FCC98}" type="pres">
      <dgm:prSet presAssocID="{5BFFD63B-5511-492C-9222-0156EFC4526B}" presName="hierRoot2" presStyleCnt="0">
        <dgm:presLayoutVars>
          <dgm:hierBranch val="r"/>
        </dgm:presLayoutVars>
      </dgm:prSet>
      <dgm:spPr/>
    </dgm:pt>
    <dgm:pt modelId="{51303DA3-8908-436D-83CD-FD00C3ED8F56}" type="pres">
      <dgm:prSet presAssocID="{5BFFD63B-5511-492C-9222-0156EFC4526B}" presName="rootComposite" presStyleCnt="0"/>
      <dgm:spPr/>
    </dgm:pt>
    <dgm:pt modelId="{C1E13093-8BD2-473F-9131-948EED45B322}" type="pres">
      <dgm:prSet presAssocID="{5BFFD63B-5511-492C-9222-0156EFC4526B}" presName="rootText" presStyleLbl="node2" presStyleIdx="3" presStyleCnt="4">
        <dgm:presLayoutVars>
          <dgm:chPref val="3"/>
        </dgm:presLayoutVars>
      </dgm:prSet>
      <dgm:spPr/>
    </dgm:pt>
    <dgm:pt modelId="{5CC39CA2-13D2-4B46-934E-C03FE919297A}" type="pres">
      <dgm:prSet presAssocID="{5BFFD63B-5511-492C-9222-0156EFC4526B}" presName="rootConnector" presStyleLbl="node2" presStyleIdx="3" presStyleCnt="4"/>
      <dgm:spPr/>
    </dgm:pt>
    <dgm:pt modelId="{932F9BBB-7364-461A-88DE-5DC2C9AE7C59}" type="pres">
      <dgm:prSet presAssocID="{5BFFD63B-5511-492C-9222-0156EFC4526B}" presName="hierChild4" presStyleCnt="0"/>
      <dgm:spPr/>
    </dgm:pt>
    <dgm:pt modelId="{3C1B9B21-245A-41DF-9D02-9F10BE08A40C}" type="pres">
      <dgm:prSet presAssocID="{EAF9F797-4D5F-4B10-AFEF-CA31E8649317}" presName="Name50" presStyleLbl="parChTrans1D3" presStyleIdx="7" presStyleCnt="12"/>
      <dgm:spPr/>
    </dgm:pt>
    <dgm:pt modelId="{16181FE0-8A53-4C08-BF65-5F964ADA93D5}" type="pres">
      <dgm:prSet presAssocID="{1EC7473E-C38C-43F4-A078-4BF3B05DD0C5}" presName="hierRoot2" presStyleCnt="0">
        <dgm:presLayoutVars>
          <dgm:hierBranch val="init"/>
        </dgm:presLayoutVars>
      </dgm:prSet>
      <dgm:spPr/>
    </dgm:pt>
    <dgm:pt modelId="{99625B65-92C7-4F58-A9CB-76B678225743}" type="pres">
      <dgm:prSet presAssocID="{1EC7473E-C38C-43F4-A078-4BF3B05DD0C5}" presName="rootComposite" presStyleCnt="0"/>
      <dgm:spPr/>
    </dgm:pt>
    <dgm:pt modelId="{71CFB7A4-87DA-4816-B7A4-500ED09ACC80}" type="pres">
      <dgm:prSet presAssocID="{1EC7473E-C38C-43F4-A078-4BF3B05DD0C5}" presName="rootText" presStyleLbl="node3" presStyleIdx="7" presStyleCnt="12">
        <dgm:presLayoutVars>
          <dgm:chPref val="3"/>
        </dgm:presLayoutVars>
      </dgm:prSet>
      <dgm:spPr/>
    </dgm:pt>
    <dgm:pt modelId="{B53B0E2E-0C65-44C5-B0FD-F7C54A95DCE9}" type="pres">
      <dgm:prSet presAssocID="{1EC7473E-C38C-43F4-A078-4BF3B05DD0C5}" presName="rootConnector" presStyleLbl="node3" presStyleIdx="7" presStyleCnt="12"/>
      <dgm:spPr/>
    </dgm:pt>
    <dgm:pt modelId="{158C8836-73E3-4330-BD57-40A5FB8B7D13}" type="pres">
      <dgm:prSet presAssocID="{1EC7473E-C38C-43F4-A078-4BF3B05DD0C5}" presName="hierChild4" presStyleCnt="0"/>
      <dgm:spPr/>
    </dgm:pt>
    <dgm:pt modelId="{A9099310-4F36-4C40-8C0A-94504608D6A4}" type="pres">
      <dgm:prSet presAssocID="{1EC7473E-C38C-43F4-A078-4BF3B05DD0C5}" presName="hierChild5" presStyleCnt="0"/>
      <dgm:spPr/>
    </dgm:pt>
    <dgm:pt modelId="{7C8677E8-86DC-46D7-9A8C-191458716E36}" type="pres">
      <dgm:prSet presAssocID="{5776B918-55DA-4C8E-B26D-7AAC670C5996}" presName="Name50" presStyleLbl="parChTrans1D3" presStyleIdx="8" presStyleCnt="12"/>
      <dgm:spPr/>
    </dgm:pt>
    <dgm:pt modelId="{20722B81-EAAC-4468-A8EC-1205D8353D67}" type="pres">
      <dgm:prSet presAssocID="{6571645B-0BBE-4CD7-BA5A-7144F7D8C054}" presName="hierRoot2" presStyleCnt="0">
        <dgm:presLayoutVars>
          <dgm:hierBranch val="init"/>
        </dgm:presLayoutVars>
      </dgm:prSet>
      <dgm:spPr/>
    </dgm:pt>
    <dgm:pt modelId="{0947A841-917C-4819-9955-66E1076B8159}" type="pres">
      <dgm:prSet presAssocID="{6571645B-0BBE-4CD7-BA5A-7144F7D8C054}" presName="rootComposite" presStyleCnt="0"/>
      <dgm:spPr/>
    </dgm:pt>
    <dgm:pt modelId="{EE5463CD-2007-41E8-A571-D5AD678DE2DA}" type="pres">
      <dgm:prSet presAssocID="{6571645B-0BBE-4CD7-BA5A-7144F7D8C054}" presName="rootText" presStyleLbl="node3" presStyleIdx="8" presStyleCnt="12">
        <dgm:presLayoutVars>
          <dgm:chPref val="3"/>
        </dgm:presLayoutVars>
      </dgm:prSet>
      <dgm:spPr/>
    </dgm:pt>
    <dgm:pt modelId="{47C6E814-4F2F-417A-8A11-D51E33E75DBC}" type="pres">
      <dgm:prSet presAssocID="{6571645B-0BBE-4CD7-BA5A-7144F7D8C054}" presName="rootConnector" presStyleLbl="node3" presStyleIdx="8" presStyleCnt="12"/>
      <dgm:spPr/>
    </dgm:pt>
    <dgm:pt modelId="{B33645CA-D93C-4663-BAB0-666B6DA1E7B0}" type="pres">
      <dgm:prSet presAssocID="{6571645B-0BBE-4CD7-BA5A-7144F7D8C054}" presName="hierChild4" presStyleCnt="0"/>
      <dgm:spPr/>
    </dgm:pt>
    <dgm:pt modelId="{31878899-4B56-4C7F-8016-4BD8794BA1B6}" type="pres">
      <dgm:prSet presAssocID="{6571645B-0BBE-4CD7-BA5A-7144F7D8C054}" presName="hierChild5" presStyleCnt="0"/>
      <dgm:spPr/>
    </dgm:pt>
    <dgm:pt modelId="{60D9D761-2EDF-47DA-B58C-C74631B1409B}" type="pres">
      <dgm:prSet presAssocID="{2B811217-D6E1-4007-B8B1-74F71399FCBC}" presName="Name50" presStyleLbl="parChTrans1D3" presStyleIdx="9" presStyleCnt="12"/>
      <dgm:spPr/>
    </dgm:pt>
    <dgm:pt modelId="{42D4D324-508C-4D7E-B150-8078DAC1CE38}" type="pres">
      <dgm:prSet presAssocID="{D207AA23-E1E9-4664-8694-657CBE7F5113}" presName="hierRoot2" presStyleCnt="0">
        <dgm:presLayoutVars>
          <dgm:hierBranch val="init"/>
        </dgm:presLayoutVars>
      </dgm:prSet>
      <dgm:spPr/>
    </dgm:pt>
    <dgm:pt modelId="{6CD8C304-11B9-4BF1-AEAB-608720262554}" type="pres">
      <dgm:prSet presAssocID="{D207AA23-E1E9-4664-8694-657CBE7F5113}" presName="rootComposite" presStyleCnt="0"/>
      <dgm:spPr/>
    </dgm:pt>
    <dgm:pt modelId="{1EDDC4A0-7BC2-483A-84BD-549CE25340AD}" type="pres">
      <dgm:prSet presAssocID="{D207AA23-E1E9-4664-8694-657CBE7F5113}" presName="rootText" presStyleLbl="node3" presStyleIdx="9" presStyleCnt="12">
        <dgm:presLayoutVars>
          <dgm:chPref val="3"/>
        </dgm:presLayoutVars>
      </dgm:prSet>
      <dgm:spPr/>
    </dgm:pt>
    <dgm:pt modelId="{23984141-AD1C-4E04-AE34-10AE7E9078D3}" type="pres">
      <dgm:prSet presAssocID="{D207AA23-E1E9-4664-8694-657CBE7F5113}" presName="rootConnector" presStyleLbl="node3" presStyleIdx="9" presStyleCnt="12"/>
      <dgm:spPr/>
    </dgm:pt>
    <dgm:pt modelId="{924BF449-97E6-4E2C-824D-88093D36A425}" type="pres">
      <dgm:prSet presAssocID="{D207AA23-E1E9-4664-8694-657CBE7F5113}" presName="hierChild4" presStyleCnt="0"/>
      <dgm:spPr/>
    </dgm:pt>
    <dgm:pt modelId="{15A9E67C-CF04-4FCE-810D-DC675941C07F}" type="pres">
      <dgm:prSet presAssocID="{D207AA23-E1E9-4664-8694-657CBE7F5113}" presName="hierChild5" presStyleCnt="0"/>
      <dgm:spPr/>
    </dgm:pt>
    <dgm:pt modelId="{F4AB2F6A-7F83-4B9E-A840-C36E0B6E73D7}" type="pres">
      <dgm:prSet presAssocID="{0B37D1B5-1459-47BD-A177-28D2DF664D5E}" presName="Name50" presStyleLbl="parChTrans1D3" presStyleIdx="10" presStyleCnt="12"/>
      <dgm:spPr/>
    </dgm:pt>
    <dgm:pt modelId="{2B8B302C-6148-4854-91B0-36366B172028}" type="pres">
      <dgm:prSet presAssocID="{9C8FF474-B8E2-44A7-A2AD-9A703BBB6D91}" presName="hierRoot2" presStyleCnt="0">
        <dgm:presLayoutVars>
          <dgm:hierBranch val="init"/>
        </dgm:presLayoutVars>
      </dgm:prSet>
      <dgm:spPr/>
    </dgm:pt>
    <dgm:pt modelId="{AA5456AE-F2DB-4FCB-8186-4012573FCCB6}" type="pres">
      <dgm:prSet presAssocID="{9C8FF474-B8E2-44A7-A2AD-9A703BBB6D91}" presName="rootComposite" presStyleCnt="0"/>
      <dgm:spPr/>
    </dgm:pt>
    <dgm:pt modelId="{FFA1E627-6ECF-472E-955E-042FC44114FE}" type="pres">
      <dgm:prSet presAssocID="{9C8FF474-B8E2-44A7-A2AD-9A703BBB6D91}" presName="rootText" presStyleLbl="node3" presStyleIdx="10" presStyleCnt="12">
        <dgm:presLayoutVars>
          <dgm:chPref val="3"/>
        </dgm:presLayoutVars>
      </dgm:prSet>
      <dgm:spPr/>
    </dgm:pt>
    <dgm:pt modelId="{34D520C3-DBFC-474E-90A9-03EBD3AAA234}" type="pres">
      <dgm:prSet presAssocID="{9C8FF474-B8E2-44A7-A2AD-9A703BBB6D91}" presName="rootConnector" presStyleLbl="node3" presStyleIdx="10" presStyleCnt="12"/>
      <dgm:spPr/>
    </dgm:pt>
    <dgm:pt modelId="{194BB7B6-48C8-46DC-A361-1F350D5FD829}" type="pres">
      <dgm:prSet presAssocID="{9C8FF474-B8E2-44A7-A2AD-9A703BBB6D91}" presName="hierChild4" presStyleCnt="0"/>
      <dgm:spPr/>
    </dgm:pt>
    <dgm:pt modelId="{11F18250-DC48-4873-9610-4193E3DF3827}" type="pres">
      <dgm:prSet presAssocID="{9C8FF474-B8E2-44A7-A2AD-9A703BBB6D91}" presName="hierChild5" presStyleCnt="0"/>
      <dgm:spPr/>
    </dgm:pt>
    <dgm:pt modelId="{08836EF7-154D-460A-B0E9-C87333D89D83}" type="pres">
      <dgm:prSet presAssocID="{DC618EE1-3F12-48C2-BED0-11FE9201DC61}" presName="Name50" presStyleLbl="parChTrans1D3" presStyleIdx="11" presStyleCnt="12"/>
      <dgm:spPr/>
    </dgm:pt>
    <dgm:pt modelId="{23B7D01B-CA4F-4959-AB48-7B5B38671C7B}" type="pres">
      <dgm:prSet presAssocID="{0D2E9F3E-3934-453E-AA19-8E3608548189}" presName="hierRoot2" presStyleCnt="0">
        <dgm:presLayoutVars>
          <dgm:hierBranch val="init"/>
        </dgm:presLayoutVars>
      </dgm:prSet>
      <dgm:spPr/>
    </dgm:pt>
    <dgm:pt modelId="{E432C062-C46B-4E46-87A2-1328049E542F}" type="pres">
      <dgm:prSet presAssocID="{0D2E9F3E-3934-453E-AA19-8E3608548189}" presName="rootComposite" presStyleCnt="0"/>
      <dgm:spPr/>
    </dgm:pt>
    <dgm:pt modelId="{E80ABF54-4110-4F22-9DD1-B401D5DCF6B9}" type="pres">
      <dgm:prSet presAssocID="{0D2E9F3E-3934-453E-AA19-8E3608548189}" presName="rootText" presStyleLbl="node3" presStyleIdx="11" presStyleCnt="12">
        <dgm:presLayoutVars>
          <dgm:chPref val="3"/>
        </dgm:presLayoutVars>
      </dgm:prSet>
      <dgm:spPr/>
    </dgm:pt>
    <dgm:pt modelId="{FD14E017-8EAE-4903-921F-1F033F35CD4E}" type="pres">
      <dgm:prSet presAssocID="{0D2E9F3E-3934-453E-AA19-8E3608548189}" presName="rootConnector" presStyleLbl="node3" presStyleIdx="11" presStyleCnt="12"/>
      <dgm:spPr/>
    </dgm:pt>
    <dgm:pt modelId="{F90B8D6E-A517-47F3-93A8-7CD8A73C07C2}" type="pres">
      <dgm:prSet presAssocID="{0D2E9F3E-3934-453E-AA19-8E3608548189}" presName="hierChild4" presStyleCnt="0"/>
      <dgm:spPr/>
    </dgm:pt>
    <dgm:pt modelId="{303A026D-4929-4BDA-9B2C-FDAE03F53E52}" type="pres">
      <dgm:prSet presAssocID="{0D2E9F3E-3934-453E-AA19-8E3608548189}" presName="hierChild5" presStyleCnt="0"/>
      <dgm:spPr/>
    </dgm:pt>
    <dgm:pt modelId="{95D487BC-91A7-450C-9E4C-F5D38D84DFBD}" type="pres">
      <dgm:prSet presAssocID="{5BFFD63B-5511-492C-9222-0156EFC4526B}" presName="hierChild5" presStyleCnt="0"/>
      <dgm:spPr/>
    </dgm:pt>
    <dgm:pt modelId="{2409E2CD-8A3D-4025-AF35-FDAFA4476D46}" type="pres">
      <dgm:prSet presAssocID="{780E2C17-7959-4BE4-B5B9-2AF6E7CE28C3}" presName="hierChild3" presStyleCnt="0"/>
      <dgm:spPr/>
    </dgm:pt>
  </dgm:ptLst>
  <dgm:cxnLst>
    <dgm:cxn modelId="{08FB7501-88BC-453E-BF8C-E05AF5039A96}" type="presOf" srcId="{CDA72991-8516-4F67-9D7F-C6CEFB219E63}" destId="{D5FDDBA5-CDD5-4793-84B5-CD9B98911702}" srcOrd="1" destOrd="0" presId="urn:microsoft.com/office/officeart/2005/8/layout/orgChart1"/>
    <dgm:cxn modelId="{C3BE830A-D2EF-4844-B80D-1B3C0D2DEE26}" type="presOf" srcId="{DC618EE1-3F12-48C2-BED0-11FE9201DC61}" destId="{08836EF7-154D-460A-B0E9-C87333D89D83}" srcOrd="0" destOrd="0" presId="urn:microsoft.com/office/officeart/2005/8/layout/orgChart1"/>
    <dgm:cxn modelId="{A671590E-F926-4AF6-91E1-AD9336EC2F46}" srcId="{5AD51844-7667-449C-B04B-2A3775799BFF}" destId="{4BAE13AE-39F3-416E-8744-CFDB4B732C07}" srcOrd="1" destOrd="0" parTransId="{1699D3DA-29B7-417B-98A4-5CC0FE236955}" sibTransId="{306B415E-C390-4DDC-82B2-649369D5F815}"/>
    <dgm:cxn modelId="{FD088911-4CE7-4D49-858D-3014375EF329}" type="presOf" srcId="{D207AA23-E1E9-4664-8694-657CBE7F5113}" destId="{23984141-AD1C-4E04-AE34-10AE7E9078D3}" srcOrd="1" destOrd="0" presId="urn:microsoft.com/office/officeart/2005/8/layout/orgChart1"/>
    <dgm:cxn modelId="{C388A315-2C07-483B-81FC-7001ABC857BE}" type="presOf" srcId="{9C8FF474-B8E2-44A7-A2AD-9A703BBB6D91}" destId="{34D520C3-DBFC-474E-90A9-03EBD3AAA234}" srcOrd="1" destOrd="0" presId="urn:microsoft.com/office/officeart/2005/8/layout/orgChart1"/>
    <dgm:cxn modelId="{B3895B1D-523F-48B7-9AF5-3CEBB7D6CEDD}" type="presOf" srcId="{6571645B-0BBE-4CD7-BA5A-7144F7D8C054}" destId="{47C6E814-4F2F-417A-8A11-D51E33E75DBC}" srcOrd="1" destOrd="0" presId="urn:microsoft.com/office/officeart/2005/8/layout/orgChart1"/>
    <dgm:cxn modelId="{A25C5321-2397-436D-96DF-6B1391C6D905}" srcId="{780E2C17-7959-4BE4-B5B9-2AF6E7CE28C3}" destId="{5AD51844-7667-449C-B04B-2A3775799BFF}" srcOrd="2" destOrd="0" parTransId="{FD7AA57F-CF0E-42DE-A55F-2EC78B30B05B}" sibTransId="{6896A8BC-4889-4D51-8FB9-9AB4779A3BA7}"/>
    <dgm:cxn modelId="{64ED3325-9CC8-4EA4-80BC-ED56027AE6F8}" type="presOf" srcId="{82515DFC-9938-4C9D-833B-D7B6FE74F3D6}" destId="{B36F738C-DABB-499F-A586-6245E56F73A4}" srcOrd="0" destOrd="0" presId="urn:microsoft.com/office/officeart/2005/8/layout/orgChart1"/>
    <dgm:cxn modelId="{EF3B9628-F174-4C01-B2ED-45F4A3AFB8DF}" type="presOf" srcId="{780E2C17-7959-4BE4-B5B9-2AF6E7CE28C3}" destId="{CC9F5843-D328-475A-834D-68A4E455C29F}" srcOrd="1" destOrd="0" presId="urn:microsoft.com/office/officeart/2005/8/layout/orgChart1"/>
    <dgm:cxn modelId="{0A670229-C432-41E4-A1D9-1BA413788E5E}" type="presOf" srcId="{0D2E9F3E-3934-453E-AA19-8E3608548189}" destId="{FD14E017-8EAE-4903-921F-1F033F35CD4E}" srcOrd="1" destOrd="0" presId="urn:microsoft.com/office/officeart/2005/8/layout/orgChart1"/>
    <dgm:cxn modelId="{D3C15631-C6AA-431A-8019-B6CB89E454D1}" srcId="{9806DEA8-F325-4BC2-BE52-585E2948CFB3}" destId="{780E2C17-7959-4BE4-B5B9-2AF6E7CE28C3}" srcOrd="0" destOrd="0" parTransId="{2512B4B8-6636-4906-9597-60AD45FC6AB8}" sibTransId="{DBC20B37-8FA3-4069-9306-016BCE515DEB}"/>
    <dgm:cxn modelId="{BD436734-626C-45E3-B894-38E1AC119F17}" type="presOf" srcId="{EAF9F797-4D5F-4B10-AFEF-CA31E8649317}" destId="{3C1B9B21-245A-41DF-9D02-9F10BE08A40C}" srcOrd="0" destOrd="0" presId="urn:microsoft.com/office/officeart/2005/8/layout/orgChart1"/>
    <dgm:cxn modelId="{3F535634-E9AE-4FDC-B548-BAB3D297C443}" type="presOf" srcId="{111B3508-DF67-4D45-82A6-7B60B4D41864}" destId="{7B5206AE-36DB-43EE-84F3-AFB823AA6253}" srcOrd="0" destOrd="0" presId="urn:microsoft.com/office/officeart/2005/8/layout/orgChart1"/>
    <dgm:cxn modelId="{BBDA0035-E616-434C-9F88-E63FACC5187B}" type="presOf" srcId="{0B37D1B5-1459-47BD-A177-28D2DF664D5E}" destId="{F4AB2F6A-7F83-4B9E-A840-C36E0B6E73D7}" srcOrd="0" destOrd="0" presId="urn:microsoft.com/office/officeart/2005/8/layout/orgChart1"/>
    <dgm:cxn modelId="{084C7F3B-A45D-43F7-B362-F4F7E3D3A3C4}" type="presOf" srcId="{780E2C17-7959-4BE4-B5B9-2AF6E7CE28C3}" destId="{B66FDA53-52AD-4777-B131-E6DE4E566FE1}" srcOrd="0" destOrd="0" presId="urn:microsoft.com/office/officeart/2005/8/layout/orgChart1"/>
    <dgm:cxn modelId="{EDB5443E-A59B-41A0-BCC1-E776FDCAB248}" type="presOf" srcId="{22AAB52A-F50E-450E-A45B-AA76C6E60155}" destId="{609F4C0D-78CC-42E2-8EC6-ACCF5277829F}" srcOrd="1" destOrd="0" presId="urn:microsoft.com/office/officeart/2005/8/layout/orgChart1"/>
    <dgm:cxn modelId="{5EAA0760-E0E7-4779-8D82-51D431DFA042}" type="presOf" srcId="{93FA9CFA-3713-4C93-B0FB-EB826ABE93C4}" destId="{092B094E-72C3-4034-86B2-067607B0F8F4}" srcOrd="0" destOrd="0" presId="urn:microsoft.com/office/officeart/2005/8/layout/orgChart1"/>
    <dgm:cxn modelId="{34231961-1BF9-46DF-BBC3-058EA440F074}" type="presOf" srcId="{5776B918-55DA-4C8E-B26D-7AAC670C5996}" destId="{7C8677E8-86DC-46D7-9A8C-191458716E36}" srcOrd="0" destOrd="0" presId="urn:microsoft.com/office/officeart/2005/8/layout/orgChart1"/>
    <dgm:cxn modelId="{9BAAFD63-3C39-480D-8841-1E5607FA4096}" type="presOf" srcId="{82515DFC-9938-4C9D-833B-D7B6FE74F3D6}" destId="{14012CE9-2525-49DB-825E-72030D160490}" srcOrd="1" destOrd="0" presId="urn:microsoft.com/office/officeart/2005/8/layout/orgChart1"/>
    <dgm:cxn modelId="{4C110345-85EA-4884-9090-3DE9653BB6A6}" srcId="{5BFFD63B-5511-492C-9222-0156EFC4526B}" destId="{0D2E9F3E-3934-453E-AA19-8E3608548189}" srcOrd="4" destOrd="0" parTransId="{DC618EE1-3F12-48C2-BED0-11FE9201DC61}" sibTransId="{2F8E2578-FDD3-41A6-AB6F-7E0B18A2760E}"/>
    <dgm:cxn modelId="{9E84E168-AFFE-4CB4-BB82-C1F1F5511677}" type="presOf" srcId="{78C4697E-42E3-4CD6-8626-1B95ABCFBAEE}" destId="{DF2A5A38-E9AD-4E0D-8664-8243B6A76EE9}" srcOrd="1" destOrd="0" presId="urn:microsoft.com/office/officeart/2005/8/layout/orgChart1"/>
    <dgm:cxn modelId="{AF6A9049-ED44-46C3-A7C9-2E9B4CD180A4}" type="presOf" srcId="{CDA72991-8516-4F67-9D7F-C6CEFB219E63}" destId="{30523AB1-C99C-444B-AA4F-1E73092027E9}" srcOrd="0" destOrd="0" presId="urn:microsoft.com/office/officeart/2005/8/layout/orgChart1"/>
    <dgm:cxn modelId="{9B170D4A-5B16-4879-B3E2-0070C6D538F0}" srcId="{5AD51844-7667-449C-B04B-2A3775799BFF}" destId="{10F5EF5C-5AB8-4FD6-B414-A209FCC1D3A7}" srcOrd="2" destOrd="0" parTransId="{9188C1C2-D2FA-4279-A67E-65DE3E1996EA}" sibTransId="{71484491-7247-42B6-AE31-49B22D10CA2B}"/>
    <dgm:cxn modelId="{A26A754A-4640-41B7-ABDF-8147B8703B90}" type="presOf" srcId="{78C4697E-42E3-4CD6-8626-1B95ABCFBAEE}" destId="{2A5F8A13-F793-4295-A576-C273F1E67E53}" srcOrd="0" destOrd="0" presId="urn:microsoft.com/office/officeart/2005/8/layout/orgChart1"/>
    <dgm:cxn modelId="{9FB2854A-70EA-482C-BB62-2C7D8537DAA5}" type="presOf" srcId="{8423AC5B-65BB-44BA-85C8-B8F2C1D799F9}" destId="{63AB99B0-52A9-4FD4-95B2-D1CDAD6E4D6C}" srcOrd="0" destOrd="0" presId="urn:microsoft.com/office/officeart/2005/8/layout/orgChart1"/>
    <dgm:cxn modelId="{81811C4D-EDBD-4280-92CA-D2515B2B3895}" type="presOf" srcId="{1C76DC10-B192-4CB8-BDD4-43D705326175}" destId="{152DB30B-0997-48AC-8E02-B305E6A174EA}" srcOrd="0" destOrd="0" presId="urn:microsoft.com/office/officeart/2005/8/layout/orgChart1"/>
    <dgm:cxn modelId="{76EC776D-5FA5-485B-BBB7-6ACDF331F74D}" type="presOf" srcId="{81AD3CE4-69FA-4B9E-BB3B-4FF1EB31E2BF}" destId="{31CF9883-6932-443B-BE67-EA6070F735FC}" srcOrd="0" destOrd="0" presId="urn:microsoft.com/office/officeart/2005/8/layout/orgChart1"/>
    <dgm:cxn modelId="{5771A56D-4DFE-4462-803B-39E1FE786120}" type="presOf" srcId="{1EC7473E-C38C-43F4-A078-4BF3B05DD0C5}" destId="{71CFB7A4-87DA-4816-B7A4-500ED09ACC80}" srcOrd="0" destOrd="0" presId="urn:microsoft.com/office/officeart/2005/8/layout/orgChart1"/>
    <dgm:cxn modelId="{29DEA554-347E-4AB4-9668-B5DC5153CE6F}" type="presOf" srcId="{1699D3DA-29B7-417B-98A4-5CC0FE236955}" destId="{F3B92755-C636-40B8-80F3-D1A0B934A050}" srcOrd="0" destOrd="0" presId="urn:microsoft.com/office/officeart/2005/8/layout/orgChart1"/>
    <dgm:cxn modelId="{59100B59-8942-4C62-BBA5-A0A77755260E}" type="presOf" srcId="{D5FFA1D8-50D6-4A82-87E7-058D5B4962E6}" destId="{5F1CFD65-6C97-47C5-9893-8DC886E3B7AE}" srcOrd="0" destOrd="0" presId="urn:microsoft.com/office/officeart/2005/8/layout/orgChart1"/>
    <dgm:cxn modelId="{4BC2BC59-8FED-42EB-9245-117894C409C3}" type="presOf" srcId="{1C76DC10-B192-4CB8-BDD4-43D705326175}" destId="{E2521828-141C-4DD9-A0FF-550F879D8B65}" srcOrd="1" destOrd="0" presId="urn:microsoft.com/office/officeart/2005/8/layout/orgChart1"/>
    <dgm:cxn modelId="{6AE4867A-4B4F-4790-BCC6-6B2AD12DB797}" type="presOf" srcId="{9B6515FC-BAB6-49BD-B614-8D99B5FBDBDE}" destId="{6FB8EA8A-81E4-485A-86F7-B4D5B6516230}" srcOrd="0" destOrd="0" presId="urn:microsoft.com/office/officeart/2005/8/layout/orgChart1"/>
    <dgm:cxn modelId="{80B5277C-9F2D-4DAD-9708-9EAFCCA6EC57}" type="presOf" srcId="{4BAE13AE-39F3-416E-8744-CFDB4B732C07}" destId="{72CEFB75-59D1-4656-8F8B-120522C92D35}" srcOrd="0" destOrd="0" presId="urn:microsoft.com/office/officeart/2005/8/layout/orgChart1"/>
    <dgm:cxn modelId="{2140F080-129D-4C86-8218-197CD091D2D8}" srcId="{5BFFD63B-5511-492C-9222-0156EFC4526B}" destId="{9C8FF474-B8E2-44A7-A2AD-9A703BBB6D91}" srcOrd="3" destOrd="0" parTransId="{0B37D1B5-1459-47BD-A177-28D2DF664D5E}" sibTransId="{5C3CF336-0E4B-44FD-80DC-25C0BADB1907}"/>
    <dgm:cxn modelId="{4B9AA78A-B8AA-41EF-8B77-881DD143F0E4}" type="presOf" srcId="{5AD51844-7667-449C-B04B-2A3775799BFF}" destId="{F76DCC48-5560-4BD5-AD58-0C6CED22E5B3}" srcOrd="1" destOrd="0" presId="urn:microsoft.com/office/officeart/2005/8/layout/orgChart1"/>
    <dgm:cxn modelId="{82DC7F8B-F5F7-4751-85D3-B460470952A9}" type="presOf" srcId="{10F5EF5C-5AB8-4FD6-B414-A209FCC1D3A7}" destId="{221B10A3-49F6-4526-AF45-0781828E2BD2}" srcOrd="1" destOrd="0" presId="urn:microsoft.com/office/officeart/2005/8/layout/orgChart1"/>
    <dgm:cxn modelId="{2177568D-4327-49E7-A557-8F335FFE259C}" type="presOf" srcId="{8423AC5B-65BB-44BA-85C8-B8F2C1D799F9}" destId="{1F827E1E-DE28-4629-93A9-7862FAB5F676}" srcOrd="1" destOrd="0" presId="urn:microsoft.com/office/officeart/2005/8/layout/orgChart1"/>
    <dgm:cxn modelId="{1B88CF8D-BD5C-4B38-ADCF-8962BA9FDDDA}" type="presOf" srcId="{851C9D6E-AC63-4942-A4BE-E6721A22670E}" destId="{10E23348-0F19-4FD3-A71D-F48223639FF9}" srcOrd="1" destOrd="0" presId="urn:microsoft.com/office/officeart/2005/8/layout/orgChart1"/>
    <dgm:cxn modelId="{3CE8308E-1BB1-4571-818B-B6663A87989B}" type="presOf" srcId="{0D2E9F3E-3934-453E-AA19-8E3608548189}" destId="{E80ABF54-4110-4F22-9DD1-B401D5DCF6B9}" srcOrd="0" destOrd="0" presId="urn:microsoft.com/office/officeart/2005/8/layout/orgChart1"/>
    <dgm:cxn modelId="{02CE8D8E-E5C8-496B-98D2-6E8E867ECC46}" srcId="{5BFFD63B-5511-492C-9222-0156EFC4526B}" destId="{1EC7473E-C38C-43F4-A078-4BF3B05DD0C5}" srcOrd="0" destOrd="0" parTransId="{EAF9F797-4D5F-4B10-AFEF-CA31E8649317}" sibTransId="{39576AED-5FE2-48F6-9A6D-F66F2094B208}"/>
    <dgm:cxn modelId="{73656D8F-8B2A-4989-8ADA-4D09D1B0CE91}" type="presOf" srcId="{9806DEA8-F325-4BC2-BE52-585E2948CFB3}" destId="{FC0D5DA3-7F08-40C9-A39B-512D9ACDB8BB}" srcOrd="0" destOrd="0" presId="urn:microsoft.com/office/officeart/2005/8/layout/orgChart1"/>
    <dgm:cxn modelId="{CCFB9594-6FEF-4F1B-98AC-C4D44D3D57BC}" type="presOf" srcId="{2B811217-D6E1-4007-B8B1-74F71399FCBC}" destId="{60D9D761-2EDF-47DA-B58C-C74631B1409B}" srcOrd="0" destOrd="0" presId="urn:microsoft.com/office/officeart/2005/8/layout/orgChart1"/>
    <dgm:cxn modelId="{17D83A96-E0B1-4363-AD3B-64BED67625EF}" type="presOf" srcId="{9C8FF474-B8E2-44A7-A2AD-9A703BBB6D91}" destId="{FFA1E627-6ECF-472E-955E-042FC44114FE}" srcOrd="0" destOrd="0" presId="urn:microsoft.com/office/officeart/2005/8/layout/orgChart1"/>
    <dgm:cxn modelId="{AEC67096-20FC-480D-97F0-F2F564BD9E8A}" srcId="{780E2C17-7959-4BE4-B5B9-2AF6E7CE28C3}" destId="{22AAB52A-F50E-450E-A45B-AA76C6E60155}" srcOrd="1" destOrd="0" parTransId="{111B3508-DF67-4D45-82A6-7B60B4D41864}" sibTransId="{773A98D1-1721-4740-BBBC-EE4ECE532058}"/>
    <dgm:cxn modelId="{A5DA449A-7817-4AAE-A861-F80FB541C7B9}" type="presOf" srcId="{851C9D6E-AC63-4942-A4BE-E6721A22670E}" destId="{2907B370-BA96-40F4-A66F-C111E7FDFAAE}" srcOrd="0" destOrd="0" presId="urn:microsoft.com/office/officeart/2005/8/layout/orgChart1"/>
    <dgm:cxn modelId="{544C879F-65F0-46A5-B7C0-8D1A458F62F9}" srcId="{780E2C17-7959-4BE4-B5B9-2AF6E7CE28C3}" destId="{82515DFC-9938-4C9D-833B-D7B6FE74F3D6}" srcOrd="0" destOrd="0" parTransId="{81AD3CE4-69FA-4B9E-BB3B-4FF1EB31E2BF}" sibTransId="{3ABDE96B-50C5-4FE4-A81A-4FB2FAAAAFA5}"/>
    <dgm:cxn modelId="{5FA6B9A0-0F01-450B-93E3-811AD227B08F}" type="presOf" srcId="{FD7AA57F-CF0E-42DE-A55F-2EC78B30B05B}" destId="{DBB6250D-A994-4B68-83F5-3A299E01BCF0}" srcOrd="0" destOrd="0" presId="urn:microsoft.com/office/officeart/2005/8/layout/orgChart1"/>
    <dgm:cxn modelId="{C16D60A1-CA2C-4569-9F5A-B081AD66D2CB}" type="presOf" srcId="{6571645B-0BBE-4CD7-BA5A-7144F7D8C054}" destId="{EE5463CD-2007-41E8-A571-D5AD678DE2DA}" srcOrd="0" destOrd="0" presId="urn:microsoft.com/office/officeart/2005/8/layout/orgChart1"/>
    <dgm:cxn modelId="{18D6E1A4-0440-4479-9BC3-5EFBBC49B22A}" type="presOf" srcId="{10F5EF5C-5AB8-4FD6-B414-A209FCC1D3A7}" destId="{1D51532B-12DB-46BA-BB30-F962FCC102BE}" srcOrd="0" destOrd="0" presId="urn:microsoft.com/office/officeart/2005/8/layout/orgChart1"/>
    <dgm:cxn modelId="{D937F3A4-EDB3-43AA-84CF-C914F8AD4FCB}" type="presOf" srcId="{8A2823D3-0319-40D7-99A2-677B9C1E7C97}" destId="{2DAC2FC0-0925-41F0-AB23-72079D66295B}" srcOrd="0" destOrd="0" presId="urn:microsoft.com/office/officeart/2005/8/layout/orgChart1"/>
    <dgm:cxn modelId="{D68E4CA5-2615-45AA-BC48-8892261A331E}" srcId="{5AD51844-7667-449C-B04B-2A3775799BFF}" destId="{CDA72991-8516-4F67-9D7F-C6CEFB219E63}" srcOrd="0" destOrd="0" parTransId="{D5FFA1D8-50D6-4A82-87E7-058D5B4962E6}" sibTransId="{977A6F70-64D1-479E-B160-4BA6F04720C2}"/>
    <dgm:cxn modelId="{4A4426A8-2F36-4935-9726-DFCE8F41E836}" srcId="{22AAB52A-F50E-450E-A45B-AA76C6E60155}" destId="{78C4697E-42E3-4CD6-8626-1B95ABCFBAEE}" srcOrd="2" destOrd="0" parTransId="{8A2823D3-0319-40D7-99A2-677B9C1E7C97}" sibTransId="{E49278E8-4C74-4CB2-80A2-3456757BC598}"/>
    <dgm:cxn modelId="{1D22AAAC-4B45-48C9-84FC-690C449BA89D}" srcId="{780E2C17-7959-4BE4-B5B9-2AF6E7CE28C3}" destId="{5BFFD63B-5511-492C-9222-0156EFC4526B}" srcOrd="3" destOrd="0" parTransId="{937CFD05-A419-45AA-A7A7-87FA7D9DF5E4}" sibTransId="{D2D278E8-783F-4750-A634-8BB5EBBA1118}"/>
    <dgm:cxn modelId="{871E18B0-3AA4-4CA5-A244-7BA82CD8CBE2}" type="presOf" srcId="{1EC7473E-C38C-43F4-A078-4BF3B05DD0C5}" destId="{B53B0E2E-0C65-44C5-B0FD-F7C54A95DCE9}" srcOrd="1" destOrd="0" presId="urn:microsoft.com/office/officeart/2005/8/layout/orgChart1"/>
    <dgm:cxn modelId="{8E3F17B4-7549-4018-A69F-1C6BCD1662C9}" srcId="{22AAB52A-F50E-450E-A45B-AA76C6E60155}" destId="{851C9D6E-AC63-4942-A4BE-E6721A22670E}" srcOrd="3" destOrd="0" parTransId="{93FA9CFA-3713-4C93-B0FB-EB826ABE93C4}" sibTransId="{E67CB3FC-871F-48D3-8F22-E65AC355491E}"/>
    <dgm:cxn modelId="{9DE396B4-3663-4EB0-BC77-41DA68116E8E}" srcId="{5BFFD63B-5511-492C-9222-0156EFC4526B}" destId="{D207AA23-E1E9-4664-8694-657CBE7F5113}" srcOrd="2" destOrd="0" parTransId="{2B811217-D6E1-4007-B8B1-74F71399FCBC}" sibTransId="{FD6F05A3-C7FA-425C-9D87-0A61C97921D3}"/>
    <dgm:cxn modelId="{E5EA43C2-879E-41FF-8B34-F36E6B7FF872}" srcId="{5BFFD63B-5511-492C-9222-0156EFC4526B}" destId="{6571645B-0BBE-4CD7-BA5A-7144F7D8C054}" srcOrd="1" destOrd="0" parTransId="{5776B918-55DA-4C8E-B26D-7AAC670C5996}" sibTransId="{E9BBE097-0F9A-4E77-B078-800EE8F7C4A5}"/>
    <dgm:cxn modelId="{E1E883C2-33B8-4F17-936B-BF67F2A43F67}" type="presOf" srcId="{D207AA23-E1E9-4664-8694-657CBE7F5113}" destId="{1EDDC4A0-7BC2-483A-84BD-549CE25340AD}" srcOrd="0" destOrd="0" presId="urn:microsoft.com/office/officeart/2005/8/layout/orgChart1"/>
    <dgm:cxn modelId="{CA06C0C2-5AE1-4353-BA72-1429FC5B8CB2}" type="presOf" srcId="{937CFD05-A419-45AA-A7A7-87FA7D9DF5E4}" destId="{06DDBB38-68F0-4317-9F77-306B5A4D0568}" srcOrd="0" destOrd="0" presId="urn:microsoft.com/office/officeart/2005/8/layout/orgChart1"/>
    <dgm:cxn modelId="{7B7D9FCB-9755-4ECB-A5D1-1C8397223A2A}" type="presOf" srcId="{5BFFD63B-5511-492C-9222-0156EFC4526B}" destId="{C1E13093-8BD2-473F-9131-948EED45B322}" srcOrd="0" destOrd="0" presId="urn:microsoft.com/office/officeart/2005/8/layout/orgChart1"/>
    <dgm:cxn modelId="{49F84BCF-56D4-4716-881A-8D03E4FD0021}" srcId="{22AAB52A-F50E-450E-A45B-AA76C6E60155}" destId="{1C76DC10-B192-4CB8-BDD4-43D705326175}" srcOrd="1" destOrd="0" parTransId="{9B6515FC-BAB6-49BD-B614-8D99B5FBDBDE}" sibTransId="{0F91D73B-DCE4-4F8F-9696-95E8CA55567C}"/>
    <dgm:cxn modelId="{3504CBD1-AC9E-4719-8808-1B9457CE95B9}" type="presOf" srcId="{5BFFD63B-5511-492C-9222-0156EFC4526B}" destId="{5CC39CA2-13D2-4B46-934E-C03FE919297A}" srcOrd="1" destOrd="0" presId="urn:microsoft.com/office/officeart/2005/8/layout/orgChart1"/>
    <dgm:cxn modelId="{0ACA33D9-D7D4-4974-AEA1-BE64C36EE775}" type="presOf" srcId="{9188C1C2-D2FA-4279-A67E-65DE3E1996EA}" destId="{9DA8BDFF-41F5-4EEC-BB45-74AACB3116B8}" srcOrd="0" destOrd="0" presId="urn:microsoft.com/office/officeart/2005/8/layout/orgChart1"/>
    <dgm:cxn modelId="{12752EE7-4C9A-4006-B2AE-B5551DF3FF82}" srcId="{22AAB52A-F50E-450E-A45B-AA76C6E60155}" destId="{8423AC5B-65BB-44BA-85C8-B8F2C1D799F9}" srcOrd="0" destOrd="0" parTransId="{98E64B81-CF24-49AB-A88A-228C9A8CA780}" sibTransId="{37318783-7077-401B-9007-0BCCE6BB03B7}"/>
    <dgm:cxn modelId="{923E6AE7-2067-4FF3-A7EB-643CC8D3B2A7}" type="presOf" srcId="{22AAB52A-F50E-450E-A45B-AA76C6E60155}" destId="{BE33DF6D-96DD-447A-A304-E5B66ED4DEA0}" srcOrd="0" destOrd="0" presId="urn:microsoft.com/office/officeart/2005/8/layout/orgChart1"/>
    <dgm:cxn modelId="{7992E3E9-5546-4A25-A8BB-2A77B8472482}" type="presOf" srcId="{5AD51844-7667-449C-B04B-2A3775799BFF}" destId="{143639B3-181C-491B-A515-4BAB93604BCB}" srcOrd="0" destOrd="0" presId="urn:microsoft.com/office/officeart/2005/8/layout/orgChart1"/>
    <dgm:cxn modelId="{6973EDF5-E5B9-4D36-A3C3-99FDFA82C9EF}" type="presOf" srcId="{98E64B81-CF24-49AB-A88A-228C9A8CA780}" destId="{2EA57C00-072F-4FEC-8998-1D5BC170FF13}" srcOrd="0" destOrd="0" presId="urn:microsoft.com/office/officeart/2005/8/layout/orgChart1"/>
    <dgm:cxn modelId="{8265D7F9-CD3A-4BDC-9CA5-54B2ED903C4A}" type="presOf" srcId="{4BAE13AE-39F3-416E-8744-CFDB4B732C07}" destId="{9403F216-2E13-4D0E-80E9-D493615283DE}" srcOrd="1" destOrd="0" presId="urn:microsoft.com/office/officeart/2005/8/layout/orgChart1"/>
    <dgm:cxn modelId="{0428FC16-2ABE-4A56-8144-28F6E5DA7ED7}" type="presParOf" srcId="{FC0D5DA3-7F08-40C9-A39B-512D9ACDB8BB}" destId="{5020A7F2-D507-45EE-A895-2DBC7AC3D771}" srcOrd="0" destOrd="0" presId="urn:microsoft.com/office/officeart/2005/8/layout/orgChart1"/>
    <dgm:cxn modelId="{0739A1C9-0974-46B7-81C5-95C42459366D}" type="presParOf" srcId="{5020A7F2-D507-45EE-A895-2DBC7AC3D771}" destId="{D4982AEC-E392-43FF-B1E6-76981C7F4526}" srcOrd="0" destOrd="0" presId="urn:microsoft.com/office/officeart/2005/8/layout/orgChart1"/>
    <dgm:cxn modelId="{4FE057A5-7AE9-4487-ACFD-D9D9FF01FED0}" type="presParOf" srcId="{D4982AEC-E392-43FF-B1E6-76981C7F4526}" destId="{B66FDA53-52AD-4777-B131-E6DE4E566FE1}" srcOrd="0" destOrd="0" presId="urn:microsoft.com/office/officeart/2005/8/layout/orgChart1"/>
    <dgm:cxn modelId="{A7B4C99A-50FB-4088-915E-D237F72D65D4}" type="presParOf" srcId="{D4982AEC-E392-43FF-B1E6-76981C7F4526}" destId="{CC9F5843-D328-475A-834D-68A4E455C29F}" srcOrd="1" destOrd="0" presId="urn:microsoft.com/office/officeart/2005/8/layout/orgChart1"/>
    <dgm:cxn modelId="{494A30B6-F176-47D6-AC81-1390156F8F59}" type="presParOf" srcId="{5020A7F2-D507-45EE-A895-2DBC7AC3D771}" destId="{CC41FF8D-2066-47C2-B982-E49AEB8BA42A}" srcOrd="1" destOrd="0" presId="urn:microsoft.com/office/officeart/2005/8/layout/orgChart1"/>
    <dgm:cxn modelId="{7897EC51-6E67-49E9-A9F2-B0FA699291E9}" type="presParOf" srcId="{CC41FF8D-2066-47C2-B982-E49AEB8BA42A}" destId="{31CF9883-6932-443B-BE67-EA6070F735FC}" srcOrd="0" destOrd="0" presId="urn:microsoft.com/office/officeart/2005/8/layout/orgChart1"/>
    <dgm:cxn modelId="{9925624A-9C32-4112-B6AD-97BDF95EC465}" type="presParOf" srcId="{CC41FF8D-2066-47C2-B982-E49AEB8BA42A}" destId="{13ADB56E-8FDF-491C-8B29-1722087AD486}" srcOrd="1" destOrd="0" presId="urn:microsoft.com/office/officeart/2005/8/layout/orgChart1"/>
    <dgm:cxn modelId="{608941A1-BD9B-4C89-A8B1-DE6D77895B50}" type="presParOf" srcId="{13ADB56E-8FDF-491C-8B29-1722087AD486}" destId="{0985C86D-1B69-41D2-8B15-597C53B6120C}" srcOrd="0" destOrd="0" presId="urn:microsoft.com/office/officeart/2005/8/layout/orgChart1"/>
    <dgm:cxn modelId="{6BAA2173-EFD8-453A-8575-D1F0982EE8E7}" type="presParOf" srcId="{0985C86D-1B69-41D2-8B15-597C53B6120C}" destId="{B36F738C-DABB-499F-A586-6245E56F73A4}" srcOrd="0" destOrd="0" presId="urn:microsoft.com/office/officeart/2005/8/layout/orgChart1"/>
    <dgm:cxn modelId="{F7E2BD01-CDF1-4088-834B-4E597397F2BE}" type="presParOf" srcId="{0985C86D-1B69-41D2-8B15-597C53B6120C}" destId="{14012CE9-2525-49DB-825E-72030D160490}" srcOrd="1" destOrd="0" presId="urn:microsoft.com/office/officeart/2005/8/layout/orgChart1"/>
    <dgm:cxn modelId="{C6C9B7D0-83B7-4F37-B145-5A643A3E6AE6}" type="presParOf" srcId="{13ADB56E-8FDF-491C-8B29-1722087AD486}" destId="{342643D6-E3A6-4A57-B9DD-0781D8759EFC}" srcOrd="1" destOrd="0" presId="urn:microsoft.com/office/officeart/2005/8/layout/orgChart1"/>
    <dgm:cxn modelId="{97A08C10-6E1D-453D-9730-CA68024803B8}" type="presParOf" srcId="{13ADB56E-8FDF-491C-8B29-1722087AD486}" destId="{0DD17146-0F29-4885-9376-8A5705D23D4E}" srcOrd="2" destOrd="0" presId="urn:microsoft.com/office/officeart/2005/8/layout/orgChart1"/>
    <dgm:cxn modelId="{9233E580-57D5-459C-95F6-A3C9380375BD}" type="presParOf" srcId="{CC41FF8D-2066-47C2-B982-E49AEB8BA42A}" destId="{7B5206AE-36DB-43EE-84F3-AFB823AA6253}" srcOrd="2" destOrd="0" presId="urn:microsoft.com/office/officeart/2005/8/layout/orgChart1"/>
    <dgm:cxn modelId="{E1FF9628-DA8D-49AC-BA53-C5168B75DBBB}" type="presParOf" srcId="{CC41FF8D-2066-47C2-B982-E49AEB8BA42A}" destId="{EA46275C-D34E-4970-A919-7FB5FB0D832D}" srcOrd="3" destOrd="0" presId="urn:microsoft.com/office/officeart/2005/8/layout/orgChart1"/>
    <dgm:cxn modelId="{AA9CC685-86E5-49C0-B454-2854023FD4FB}" type="presParOf" srcId="{EA46275C-D34E-4970-A919-7FB5FB0D832D}" destId="{33111035-7874-44A3-98C1-D4AC0AF8792D}" srcOrd="0" destOrd="0" presId="urn:microsoft.com/office/officeart/2005/8/layout/orgChart1"/>
    <dgm:cxn modelId="{8953F025-F0CD-484F-BAA9-41F755E102CA}" type="presParOf" srcId="{33111035-7874-44A3-98C1-D4AC0AF8792D}" destId="{BE33DF6D-96DD-447A-A304-E5B66ED4DEA0}" srcOrd="0" destOrd="0" presId="urn:microsoft.com/office/officeart/2005/8/layout/orgChart1"/>
    <dgm:cxn modelId="{5F7D2992-C563-4A82-A50F-D3FD714C03D4}" type="presParOf" srcId="{33111035-7874-44A3-98C1-D4AC0AF8792D}" destId="{609F4C0D-78CC-42E2-8EC6-ACCF5277829F}" srcOrd="1" destOrd="0" presId="urn:microsoft.com/office/officeart/2005/8/layout/orgChart1"/>
    <dgm:cxn modelId="{74077BF3-C2CC-4EF1-9A83-9739CB9CF2E1}" type="presParOf" srcId="{EA46275C-D34E-4970-A919-7FB5FB0D832D}" destId="{21DB5F9D-117E-4396-A921-BD0D18829365}" srcOrd="1" destOrd="0" presId="urn:microsoft.com/office/officeart/2005/8/layout/orgChart1"/>
    <dgm:cxn modelId="{0DC5A032-4EDD-477E-9351-FBC6D9F5904D}" type="presParOf" srcId="{21DB5F9D-117E-4396-A921-BD0D18829365}" destId="{2EA57C00-072F-4FEC-8998-1D5BC170FF13}" srcOrd="0" destOrd="0" presId="urn:microsoft.com/office/officeart/2005/8/layout/orgChart1"/>
    <dgm:cxn modelId="{11F5812B-8000-4FE0-BAFE-2A89A48C81C2}" type="presParOf" srcId="{21DB5F9D-117E-4396-A921-BD0D18829365}" destId="{91965D30-99C4-47EB-964E-C2A7F6F1CDE7}" srcOrd="1" destOrd="0" presId="urn:microsoft.com/office/officeart/2005/8/layout/orgChart1"/>
    <dgm:cxn modelId="{293C8453-C77D-4650-A342-77E955582344}" type="presParOf" srcId="{91965D30-99C4-47EB-964E-C2A7F6F1CDE7}" destId="{EFB01A80-46E4-4BD8-8088-D9D4E2FCD126}" srcOrd="0" destOrd="0" presId="urn:microsoft.com/office/officeart/2005/8/layout/orgChart1"/>
    <dgm:cxn modelId="{E9F73ED7-B919-4376-BD94-764ECE7D02B3}" type="presParOf" srcId="{EFB01A80-46E4-4BD8-8088-D9D4E2FCD126}" destId="{63AB99B0-52A9-4FD4-95B2-D1CDAD6E4D6C}" srcOrd="0" destOrd="0" presId="urn:microsoft.com/office/officeart/2005/8/layout/orgChart1"/>
    <dgm:cxn modelId="{DDF0F0FA-F58A-4D76-B86E-370853D5E034}" type="presParOf" srcId="{EFB01A80-46E4-4BD8-8088-D9D4E2FCD126}" destId="{1F827E1E-DE28-4629-93A9-7862FAB5F676}" srcOrd="1" destOrd="0" presId="urn:microsoft.com/office/officeart/2005/8/layout/orgChart1"/>
    <dgm:cxn modelId="{EE122779-741B-4BC8-A403-09999283FA1C}" type="presParOf" srcId="{91965D30-99C4-47EB-964E-C2A7F6F1CDE7}" destId="{BCDC7EB6-07A3-4F0D-B150-75C1404AAABB}" srcOrd="1" destOrd="0" presId="urn:microsoft.com/office/officeart/2005/8/layout/orgChart1"/>
    <dgm:cxn modelId="{423EC7C1-927E-46C7-B92E-3B3CF4AB3B78}" type="presParOf" srcId="{91965D30-99C4-47EB-964E-C2A7F6F1CDE7}" destId="{9827145C-FEEA-4ECA-8507-28613AB5980D}" srcOrd="2" destOrd="0" presId="urn:microsoft.com/office/officeart/2005/8/layout/orgChart1"/>
    <dgm:cxn modelId="{A86995C8-603A-42F0-94A5-97AD75081B67}" type="presParOf" srcId="{21DB5F9D-117E-4396-A921-BD0D18829365}" destId="{6FB8EA8A-81E4-485A-86F7-B4D5B6516230}" srcOrd="2" destOrd="0" presId="urn:microsoft.com/office/officeart/2005/8/layout/orgChart1"/>
    <dgm:cxn modelId="{66AC9F27-3FE5-42C1-913B-47FEE7890BC7}" type="presParOf" srcId="{21DB5F9D-117E-4396-A921-BD0D18829365}" destId="{4277993E-643A-44B6-B628-E62FD901BBEE}" srcOrd="3" destOrd="0" presId="urn:microsoft.com/office/officeart/2005/8/layout/orgChart1"/>
    <dgm:cxn modelId="{85B118C6-7960-43A6-B3F2-89EDF70A1231}" type="presParOf" srcId="{4277993E-643A-44B6-B628-E62FD901BBEE}" destId="{B4204682-EBBF-423A-A8C4-DCC9725E2DEE}" srcOrd="0" destOrd="0" presId="urn:microsoft.com/office/officeart/2005/8/layout/orgChart1"/>
    <dgm:cxn modelId="{4E413AC4-8180-4238-9661-C6377175D287}" type="presParOf" srcId="{B4204682-EBBF-423A-A8C4-DCC9725E2DEE}" destId="{152DB30B-0997-48AC-8E02-B305E6A174EA}" srcOrd="0" destOrd="0" presId="urn:microsoft.com/office/officeart/2005/8/layout/orgChart1"/>
    <dgm:cxn modelId="{7F8CB748-56FD-4F58-A794-9985AD83470B}" type="presParOf" srcId="{B4204682-EBBF-423A-A8C4-DCC9725E2DEE}" destId="{E2521828-141C-4DD9-A0FF-550F879D8B65}" srcOrd="1" destOrd="0" presId="urn:microsoft.com/office/officeart/2005/8/layout/orgChart1"/>
    <dgm:cxn modelId="{6B1F9546-9483-48D7-9FE7-1EE8EEB605E8}" type="presParOf" srcId="{4277993E-643A-44B6-B628-E62FD901BBEE}" destId="{0E1C6699-2AE5-46DA-8767-F16B8DF94467}" srcOrd="1" destOrd="0" presId="urn:microsoft.com/office/officeart/2005/8/layout/orgChart1"/>
    <dgm:cxn modelId="{8D2D40F1-CCC1-4D15-B77E-EDC8F685B13F}" type="presParOf" srcId="{4277993E-643A-44B6-B628-E62FD901BBEE}" destId="{D093C552-F2B3-4F1D-B77A-C18F5C8F8551}" srcOrd="2" destOrd="0" presId="urn:microsoft.com/office/officeart/2005/8/layout/orgChart1"/>
    <dgm:cxn modelId="{682155B6-1410-4A84-AFF5-E5D4669CBB6B}" type="presParOf" srcId="{21DB5F9D-117E-4396-A921-BD0D18829365}" destId="{2DAC2FC0-0925-41F0-AB23-72079D66295B}" srcOrd="4" destOrd="0" presId="urn:microsoft.com/office/officeart/2005/8/layout/orgChart1"/>
    <dgm:cxn modelId="{B1859B82-E06E-4E7B-B069-25510CCED71C}" type="presParOf" srcId="{21DB5F9D-117E-4396-A921-BD0D18829365}" destId="{BAACD408-B096-4219-B995-CBE13FEF9E0C}" srcOrd="5" destOrd="0" presId="urn:microsoft.com/office/officeart/2005/8/layout/orgChart1"/>
    <dgm:cxn modelId="{3DE948E5-4ADE-4EEE-8BC3-7AB7DA9D5464}" type="presParOf" srcId="{BAACD408-B096-4219-B995-CBE13FEF9E0C}" destId="{7C76DD35-9C28-4088-8305-CB44319A8F6B}" srcOrd="0" destOrd="0" presId="urn:microsoft.com/office/officeart/2005/8/layout/orgChart1"/>
    <dgm:cxn modelId="{9BBAC953-22CD-4750-9FD3-58393E14299B}" type="presParOf" srcId="{7C76DD35-9C28-4088-8305-CB44319A8F6B}" destId="{2A5F8A13-F793-4295-A576-C273F1E67E53}" srcOrd="0" destOrd="0" presId="urn:microsoft.com/office/officeart/2005/8/layout/orgChart1"/>
    <dgm:cxn modelId="{5035F8AB-D6F4-4978-A916-746310195DD2}" type="presParOf" srcId="{7C76DD35-9C28-4088-8305-CB44319A8F6B}" destId="{DF2A5A38-E9AD-4E0D-8664-8243B6A76EE9}" srcOrd="1" destOrd="0" presId="urn:microsoft.com/office/officeart/2005/8/layout/orgChart1"/>
    <dgm:cxn modelId="{0E98C2DC-79A3-4DFE-96E1-ACE08D1D3266}" type="presParOf" srcId="{BAACD408-B096-4219-B995-CBE13FEF9E0C}" destId="{25DCDDB0-7223-429E-8111-32F0DC3DFAA9}" srcOrd="1" destOrd="0" presId="urn:microsoft.com/office/officeart/2005/8/layout/orgChart1"/>
    <dgm:cxn modelId="{527FDC1C-9B3E-43E5-A5D2-FC177FC75CD7}" type="presParOf" srcId="{BAACD408-B096-4219-B995-CBE13FEF9E0C}" destId="{91C4CFE2-D764-43CD-B65A-522F70B2D2C2}" srcOrd="2" destOrd="0" presId="urn:microsoft.com/office/officeart/2005/8/layout/orgChart1"/>
    <dgm:cxn modelId="{59B8D9E9-AA14-4371-A8BE-E79A6693089B}" type="presParOf" srcId="{21DB5F9D-117E-4396-A921-BD0D18829365}" destId="{092B094E-72C3-4034-86B2-067607B0F8F4}" srcOrd="6" destOrd="0" presId="urn:microsoft.com/office/officeart/2005/8/layout/orgChart1"/>
    <dgm:cxn modelId="{35173F26-A2A6-47CB-BCBA-8B4C45783127}" type="presParOf" srcId="{21DB5F9D-117E-4396-A921-BD0D18829365}" destId="{A5B3533E-C7CF-46F3-81CA-B527422E6570}" srcOrd="7" destOrd="0" presId="urn:microsoft.com/office/officeart/2005/8/layout/orgChart1"/>
    <dgm:cxn modelId="{4C2AD776-D0CE-461A-887D-7E2FE1549AAD}" type="presParOf" srcId="{A5B3533E-C7CF-46F3-81CA-B527422E6570}" destId="{7D9836D0-FEAF-45C5-96B9-BF85B4C5E630}" srcOrd="0" destOrd="0" presId="urn:microsoft.com/office/officeart/2005/8/layout/orgChart1"/>
    <dgm:cxn modelId="{28D5A8E2-D632-430F-888B-35A807C046E0}" type="presParOf" srcId="{7D9836D0-FEAF-45C5-96B9-BF85B4C5E630}" destId="{2907B370-BA96-40F4-A66F-C111E7FDFAAE}" srcOrd="0" destOrd="0" presId="urn:microsoft.com/office/officeart/2005/8/layout/orgChart1"/>
    <dgm:cxn modelId="{0ABF3DD6-7331-4D8B-8487-5FA3BD1AA351}" type="presParOf" srcId="{7D9836D0-FEAF-45C5-96B9-BF85B4C5E630}" destId="{10E23348-0F19-4FD3-A71D-F48223639FF9}" srcOrd="1" destOrd="0" presId="urn:microsoft.com/office/officeart/2005/8/layout/orgChart1"/>
    <dgm:cxn modelId="{32C3F25C-8C07-4CFB-8A0B-C2F150DC5C4C}" type="presParOf" srcId="{A5B3533E-C7CF-46F3-81CA-B527422E6570}" destId="{3D69BB98-EFF5-452C-9AC5-11BC881590C9}" srcOrd="1" destOrd="0" presId="urn:microsoft.com/office/officeart/2005/8/layout/orgChart1"/>
    <dgm:cxn modelId="{87C8BA56-970B-45AC-96D9-050CFEC64A4C}" type="presParOf" srcId="{A5B3533E-C7CF-46F3-81CA-B527422E6570}" destId="{7F0430B4-7899-4BA1-A17D-366D05A80803}" srcOrd="2" destOrd="0" presId="urn:microsoft.com/office/officeart/2005/8/layout/orgChart1"/>
    <dgm:cxn modelId="{EC1DFC53-FE19-4861-8387-DBE9AED37175}" type="presParOf" srcId="{EA46275C-D34E-4970-A919-7FB5FB0D832D}" destId="{97D7E093-B9EA-413B-A30F-D5DDB8799B63}" srcOrd="2" destOrd="0" presId="urn:microsoft.com/office/officeart/2005/8/layout/orgChart1"/>
    <dgm:cxn modelId="{7A5C2AAE-8A14-4CF8-8638-ECC9C6BEFC1C}" type="presParOf" srcId="{CC41FF8D-2066-47C2-B982-E49AEB8BA42A}" destId="{DBB6250D-A994-4B68-83F5-3A299E01BCF0}" srcOrd="4" destOrd="0" presId="urn:microsoft.com/office/officeart/2005/8/layout/orgChart1"/>
    <dgm:cxn modelId="{EFC5DA1B-9A96-4BCD-891D-4D816598C5AA}" type="presParOf" srcId="{CC41FF8D-2066-47C2-B982-E49AEB8BA42A}" destId="{7C3751AC-154A-4B83-86C4-3179D2CC195A}" srcOrd="5" destOrd="0" presId="urn:microsoft.com/office/officeart/2005/8/layout/orgChart1"/>
    <dgm:cxn modelId="{EB3FD401-555A-49AF-A8A5-59E45A628466}" type="presParOf" srcId="{7C3751AC-154A-4B83-86C4-3179D2CC195A}" destId="{46E2E3C6-D8C5-40B9-98A1-533B92BF7BB4}" srcOrd="0" destOrd="0" presId="urn:microsoft.com/office/officeart/2005/8/layout/orgChart1"/>
    <dgm:cxn modelId="{D43D2066-B371-4720-B3FD-A81ADE345EED}" type="presParOf" srcId="{46E2E3C6-D8C5-40B9-98A1-533B92BF7BB4}" destId="{143639B3-181C-491B-A515-4BAB93604BCB}" srcOrd="0" destOrd="0" presId="urn:microsoft.com/office/officeart/2005/8/layout/orgChart1"/>
    <dgm:cxn modelId="{EF75D141-6609-419E-A01D-AF34FFA02B29}" type="presParOf" srcId="{46E2E3C6-D8C5-40B9-98A1-533B92BF7BB4}" destId="{F76DCC48-5560-4BD5-AD58-0C6CED22E5B3}" srcOrd="1" destOrd="0" presId="urn:microsoft.com/office/officeart/2005/8/layout/orgChart1"/>
    <dgm:cxn modelId="{CDC035D0-2603-4BF0-901E-F25F90A39FAC}" type="presParOf" srcId="{7C3751AC-154A-4B83-86C4-3179D2CC195A}" destId="{54D71075-D9F2-4A86-BAD0-9859B2512DDE}" srcOrd="1" destOrd="0" presId="urn:microsoft.com/office/officeart/2005/8/layout/orgChart1"/>
    <dgm:cxn modelId="{E80FD4FE-99B1-4444-AECF-6494484A3BA1}" type="presParOf" srcId="{54D71075-D9F2-4A86-BAD0-9859B2512DDE}" destId="{5F1CFD65-6C97-47C5-9893-8DC886E3B7AE}" srcOrd="0" destOrd="0" presId="urn:microsoft.com/office/officeart/2005/8/layout/orgChart1"/>
    <dgm:cxn modelId="{6F11BE8E-5483-4885-A542-5BC1F1DA640B}" type="presParOf" srcId="{54D71075-D9F2-4A86-BAD0-9859B2512DDE}" destId="{81F929DC-36A8-4ACF-8D49-7570E547CB89}" srcOrd="1" destOrd="0" presId="urn:microsoft.com/office/officeart/2005/8/layout/orgChart1"/>
    <dgm:cxn modelId="{1651F084-D40D-4C63-8EB9-DCBDAF153D99}" type="presParOf" srcId="{81F929DC-36A8-4ACF-8D49-7570E547CB89}" destId="{A78C8B0B-8569-41EB-ACA9-0A7D6C75355C}" srcOrd="0" destOrd="0" presId="urn:microsoft.com/office/officeart/2005/8/layout/orgChart1"/>
    <dgm:cxn modelId="{1C54E71E-C4EB-40F9-9C56-B72708AE17A4}" type="presParOf" srcId="{A78C8B0B-8569-41EB-ACA9-0A7D6C75355C}" destId="{30523AB1-C99C-444B-AA4F-1E73092027E9}" srcOrd="0" destOrd="0" presId="urn:microsoft.com/office/officeart/2005/8/layout/orgChart1"/>
    <dgm:cxn modelId="{E9F370E6-5C17-4AAF-9CCC-461C289E5ACA}" type="presParOf" srcId="{A78C8B0B-8569-41EB-ACA9-0A7D6C75355C}" destId="{D5FDDBA5-CDD5-4793-84B5-CD9B98911702}" srcOrd="1" destOrd="0" presId="urn:microsoft.com/office/officeart/2005/8/layout/orgChart1"/>
    <dgm:cxn modelId="{BDE8C7E0-7DCD-4887-9B7E-44F655D3D6E3}" type="presParOf" srcId="{81F929DC-36A8-4ACF-8D49-7570E547CB89}" destId="{590501E3-6000-4C9A-99FD-C032933B1059}" srcOrd="1" destOrd="0" presId="urn:microsoft.com/office/officeart/2005/8/layout/orgChart1"/>
    <dgm:cxn modelId="{A41EABE9-AD57-4C64-AB69-378C3BA3263B}" type="presParOf" srcId="{81F929DC-36A8-4ACF-8D49-7570E547CB89}" destId="{E2237E00-27D8-48FE-921B-A3E617074DE2}" srcOrd="2" destOrd="0" presId="urn:microsoft.com/office/officeart/2005/8/layout/orgChart1"/>
    <dgm:cxn modelId="{C8805756-886F-48C3-9A61-8E8A110115A5}" type="presParOf" srcId="{54D71075-D9F2-4A86-BAD0-9859B2512DDE}" destId="{F3B92755-C636-40B8-80F3-D1A0B934A050}" srcOrd="2" destOrd="0" presId="urn:microsoft.com/office/officeart/2005/8/layout/orgChart1"/>
    <dgm:cxn modelId="{F284B91B-F0EB-4D0E-935F-CEA28CC1CC24}" type="presParOf" srcId="{54D71075-D9F2-4A86-BAD0-9859B2512DDE}" destId="{9DAC2D16-7E45-40EA-A631-ADEF7ACF9061}" srcOrd="3" destOrd="0" presId="urn:microsoft.com/office/officeart/2005/8/layout/orgChart1"/>
    <dgm:cxn modelId="{2C479C88-4808-4D7F-86A7-19170E4BC3CD}" type="presParOf" srcId="{9DAC2D16-7E45-40EA-A631-ADEF7ACF9061}" destId="{B46A1F57-C788-4C8D-A2E5-6258F3978371}" srcOrd="0" destOrd="0" presId="urn:microsoft.com/office/officeart/2005/8/layout/orgChart1"/>
    <dgm:cxn modelId="{7A46CABE-5CD6-4F17-B47A-1A467A2527B6}" type="presParOf" srcId="{B46A1F57-C788-4C8D-A2E5-6258F3978371}" destId="{72CEFB75-59D1-4656-8F8B-120522C92D35}" srcOrd="0" destOrd="0" presId="urn:microsoft.com/office/officeart/2005/8/layout/orgChart1"/>
    <dgm:cxn modelId="{6D5385CC-F849-4A41-9745-EBCE28A26183}" type="presParOf" srcId="{B46A1F57-C788-4C8D-A2E5-6258F3978371}" destId="{9403F216-2E13-4D0E-80E9-D493615283DE}" srcOrd="1" destOrd="0" presId="urn:microsoft.com/office/officeart/2005/8/layout/orgChart1"/>
    <dgm:cxn modelId="{E83D0D1C-FDBE-41D9-A522-26F2B8A80B01}" type="presParOf" srcId="{9DAC2D16-7E45-40EA-A631-ADEF7ACF9061}" destId="{7CEBB6BA-F632-432C-9EB0-7B69559DBB2F}" srcOrd="1" destOrd="0" presId="urn:microsoft.com/office/officeart/2005/8/layout/orgChart1"/>
    <dgm:cxn modelId="{CFFB9210-351A-4BAF-941C-5FF8D2B97B32}" type="presParOf" srcId="{9DAC2D16-7E45-40EA-A631-ADEF7ACF9061}" destId="{724760C5-47ED-4054-B00A-7E24FEBA4ACF}" srcOrd="2" destOrd="0" presId="urn:microsoft.com/office/officeart/2005/8/layout/orgChart1"/>
    <dgm:cxn modelId="{1669F73F-84BA-4E37-81CE-B53BC5A60A45}" type="presParOf" srcId="{54D71075-D9F2-4A86-BAD0-9859B2512DDE}" destId="{9DA8BDFF-41F5-4EEC-BB45-74AACB3116B8}" srcOrd="4" destOrd="0" presId="urn:microsoft.com/office/officeart/2005/8/layout/orgChart1"/>
    <dgm:cxn modelId="{E57983E2-0240-48F6-84BC-C96F8AD5AFF9}" type="presParOf" srcId="{54D71075-D9F2-4A86-BAD0-9859B2512DDE}" destId="{C84C00F7-D872-4C2D-B3C3-CF49BA4B92BA}" srcOrd="5" destOrd="0" presId="urn:microsoft.com/office/officeart/2005/8/layout/orgChart1"/>
    <dgm:cxn modelId="{D83813C7-1882-4975-A6A0-BAD221244056}" type="presParOf" srcId="{C84C00F7-D872-4C2D-B3C3-CF49BA4B92BA}" destId="{69757047-B764-4D6F-AA65-514D5F517410}" srcOrd="0" destOrd="0" presId="urn:microsoft.com/office/officeart/2005/8/layout/orgChart1"/>
    <dgm:cxn modelId="{07284537-4823-495C-AE06-2A799CCBAB7C}" type="presParOf" srcId="{69757047-B764-4D6F-AA65-514D5F517410}" destId="{1D51532B-12DB-46BA-BB30-F962FCC102BE}" srcOrd="0" destOrd="0" presId="urn:microsoft.com/office/officeart/2005/8/layout/orgChart1"/>
    <dgm:cxn modelId="{CB0529D4-9A51-4048-9033-20D607E1713D}" type="presParOf" srcId="{69757047-B764-4D6F-AA65-514D5F517410}" destId="{221B10A3-49F6-4526-AF45-0781828E2BD2}" srcOrd="1" destOrd="0" presId="urn:microsoft.com/office/officeart/2005/8/layout/orgChart1"/>
    <dgm:cxn modelId="{328BF98D-3F26-4507-BA03-6BEF32D4DA4B}" type="presParOf" srcId="{C84C00F7-D872-4C2D-B3C3-CF49BA4B92BA}" destId="{7670D485-AA16-4308-85DD-114D1D668300}" srcOrd="1" destOrd="0" presId="urn:microsoft.com/office/officeart/2005/8/layout/orgChart1"/>
    <dgm:cxn modelId="{50B40068-93A4-4AEF-9422-ACC984B93C94}" type="presParOf" srcId="{C84C00F7-D872-4C2D-B3C3-CF49BA4B92BA}" destId="{7C070F62-59BF-49EC-BD61-9122A3F8B510}" srcOrd="2" destOrd="0" presId="urn:microsoft.com/office/officeart/2005/8/layout/orgChart1"/>
    <dgm:cxn modelId="{8E1FFF85-5BD1-4127-904C-7D1643CFC9D3}" type="presParOf" srcId="{7C3751AC-154A-4B83-86C4-3179D2CC195A}" destId="{E9CFFC85-30A2-4189-8956-70EF4403155E}" srcOrd="2" destOrd="0" presId="urn:microsoft.com/office/officeart/2005/8/layout/orgChart1"/>
    <dgm:cxn modelId="{BE57C796-B56D-4AB6-82DC-C817E3F63D98}" type="presParOf" srcId="{CC41FF8D-2066-47C2-B982-E49AEB8BA42A}" destId="{06DDBB38-68F0-4317-9F77-306B5A4D0568}" srcOrd="6" destOrd="0" presId="urn:microsoft.com/office/officeart/2005/8/layout/orgChart1"/>
    <dgm:cxn modelId="{BC62C4C2-855E-42F6-8A91-46C812592A99}" type="presParOf" srcId="{CC41FF8D-2066-47C2-B982-E49AEB8BA42A}" destId="{FCC89F73-75CB-4B04-8C24-E0C03F7FCC98}" srcOrd="7" destOrd="0" presId="urn:microsoft.com/office/officeart/2005/8/layout/orgChart1"/>
    <dgm:cxn modelId="{245627E6-4ECE-4534-A614-89D0E1CAF88A}" type="presParOf" srcId="{FCC89F73-75CB-4B04-8C24-E0C03F7FCC98}" destId="{51303DA3-8908-436D-83CD-FD00C3ED8F56}" srcOrd="0" destOrd="0" presId="urn:microsoft.com/office/officeart/2005/8/layout/orgChart1"/>
    <dgm:cxn modelId="{D0B44341-2A31-490C-8683-522872E7F3BD}" type="presParOf" srcId="{51303DA3-8908-436D-83CD-FD00C3ED8F56}" destId="{C1E13093-8BD2-473F-9131-948EED45B322}" srcOrd="0" destOrd="0" presId="urn:microsoft.com/office/officeart/2005/8/layout/orgChart1"/>
    <dgm:cxn modelId="{FB105CA0-AE1A-4B50-AF6A-B110533F770D}" type="presParOf" srcId="{51303DA3-8908-436D-83CD-FD00C3ED8F56}" destId="{5CC39CA2-13D2-4B46-934E-C03FE919297A}" srcOrd="1" destOrd="0" presId="urn:microsoft.com/office/officeart/2005/8/layout/orgChart1"/>
    <dgm:cxn modelId="{A011C659-23D0-457C-A337-C52626A2E5FE}" type="presParOf" srcId="{FCC89F73-75CB-4B04-8C24-E0C03F7FCC98}" destId="{932F9BBB-7364-461A-88DE-5DC2C9AE7C59}" srcOrd="1" destOrd="0" presId="urn:microsoft.com/office/officeart/2005/8/layout/orgChart1"/>
    <dgm:cxn modelId="{35109243-A6BE-4576-820A-7F5E1BA6D583}" type="presParOf" srcId="{932F9BBB-7364-461A-88DE-5DC2C9AE7C59}" destId="{3C1B9B21-245A-41DF-9D02-9F10BE08A40C}" srcOrd="0" destOrd="0" presId="urn:microsoft.com/office/officeart/2005/8/layout/orgChart1"/>
    <dgm:cxn modelId="{BAAC2F3E-0B87-441C-A111-7F2AF6EAC334}" type="presParOf" srcId="{932F9BBB-7364-461A-88DE-5DC2C9AE7C59}" destId="{16181FE0-8A53-4C08-BF65-5F964ADA93D5}" srcOrd="1" destOrd="0" presId="urn:microsoft.com/office/officeart/2005/8/layout/orgChart1"/>
    <dgm:cxn modelId="{15C64B89-0870-4A64-9016-8BA0A9BC863B}" type="presParOf" srcId="{16181FE0-8A53-4C08-BF65-5F964ADA93D5}" destId="{99625B65-92C7-4F58-A9CB-76B678225743}" srcOrd="0" destOrd="0" presId="urn:microsoft.com/office/officeart/2005/8/layout/orgChart1"/>
    <dgm:cxn modelId="{B05C30EC-8A6F-4DBC-9A4A-67CC1A7701C2}" type="presParOf" srcId="{99625B65-92C7-4F58-A9CB-76B678225743}" destId="{71CFB7A4-87DA-4816-B7A4-500ED09ACC80}" srcOrd="0" destOrd="0" presId="urn:microsoft.com/office/officeart/2005/8/layout/orgChart1"/>
    <dgm:cxn modelId="{5CD99583-E460-4803-BCBF-FAC538D8C950}" type="presParOf" srcId="{99625B65-92C7-4F58-A9CB-76B678225743}" destId="{B53B0E2E-0C65-44C5-B0FD-F7C54A95DCE9}" srcOrd="1" destOrd="0" presId="urn:microsoft.com/office/officeart/2005/8/layout/orgChart1"/>
    <dgm:cxn modelId="{999E163C-2927-42B0-B486-C5BC4E958113}" type="presParOf" srcId="{16181FE0-8A53-4C08-BF65-5F964ADA93D5}" destId="{158C8836-73E3-4330-BD57-40A5FB8B7D13}" srcOrd="1" destOrd="0" presId="urn:microsoft.com/office/officeart/2005/8/layout/orgChart1"/>
    <dgm:cxn modelId="{778BD204-F58F-423F-BCFA-D34591A136D7}" type="presParOf" srcId="{16181FE0-8A53-4C08-BF65-5F964ADA93D5}" destId="{A9099310-4F36-4C40-8C0A-94504608D6A4}" srcOrd="2" destOrd="0" presId="urn:microsoft.com/office/officeart/2005/8/layout/orgChart1"/>
    <dgm:cxn modelId="{B8480C8C-FEB9-4E94-85AE-8DA39413BD92}" type="presParOf" srcId="{932F9BBB-7364-461A-88DE-5DC2C9AE7C59}" destId="{7C8677E8-86DC-46D7-9A8C-191458716E36}" srcOrd="2" destOrd="0" presId="urn:microsoft.com/office/officeart/2005/8/layout/orgChart1"/>
    <dgm:cxn modelId="{DBDE9DB9-7C25-4BC5-8330-708B0C13348D}" type="presParOf" srcId="{932F9BBB-7364-461A-88DE-5DC2C9AE7C59}" destId="{20722B81-EAAC-4468-A8EC-1205D8353D67}" srcOrd="3" destOrd="0" presId="urn:microsoft.com/office/officeart/2005/8/layout/orgChart1"/>
    <dgm:cxn modelId="{CBBED226-2F86-416A-A1F4-1A88D9416457}" type="presParOf" srcId="{20722B81-EAAC-4468-A8EC-1205D8353D67}" destId="{0947A841-917C-4819-9955-66E1076B8159}" srcOrd="0" destOrd="0" presId="urn:microsoft.com/office/officeart/2005/8/layout/orgChart1"/>
    <dgm:cxn modelId="{3FFE0C07-18C8-4CC7-9ED3-3B28A6E92894}" type="presParOf" srcId="{0947A841-917C-4819-9955-66E1076B8159}" destId="{EE5463CD-2007-41E8-A571-D5AD678DE2DA}" srcOrd="0" destOrd="0" presId="urn:microsoft.com/office/officeart/2005/8/layout/orgChart1"/>
    <dgm:cxn modelId="{0795FDA1-542F-4D8C-BC10-D5EBE5883496}" type="presParOf" srcId="{0947A841-917C-4819-9955-66E1076B8159}" destId="{47C6E814-4F2F-417A-8A11-D51E33E75DBC}" srcOrd="1" destOrd="0" presId="urn:microsoft.com/office/officeart/2005/8/layout/orgChart1"/>
    <dgm:cxn modelId="{8645B8A4-E361-4464-B1F3-8E4856830B5B}" type="presParOf" srcId="{20722B81-EAAC-4468-A8EC-1205D8353D67}" destId="{B33645CA-D93C-4663-BAB0-666B6DA1E7B0}" srcOrd="1" destOrd="0" presId="urn:microsoft.com/office/officeart/2005/8/layout/orgChart1"/>
    <dgm:cxn modelId="{2B949F83-AB4F-4207-9DF6-9413C1A5C470}" type="presParOf" srcId="{20722B81-EAAC-4468-A8EC-1205D8353D67}" destId="{31878899-4B56-4C7F-8016-4BD8794BA1B6}" srcOrd="2" destOrd="0" presId="urn:microsoft.com/office/officeart/2005/8/layout/orgChart1"/>
    <dgm:cxn modelId="{96C551A5-4F20-4C37-9B13-163B5DAEBDBD}" type="presParOf" srcId="{932F9BBB-7364-461A-88DE-5DC2C9AE7C59}" destId="{60D9D761-2EDF-47DA-B58C-C74631B1409B}" srcOrd="4" destOrd="0" presId="urn:microsoft.com/office/officeart/2005/8/layout/orgChart1"/>
    <dgm:cxn modelId="{D8B6DF84-7764-4CAC-B7D7-F5E59E3717DA}" type="presParOf" srcId="{932F9BBB-7364-461A-88DE-5DC2C9AE7C59}" destId="{42D4D324-508C-4D7E-B150-8078DAC1CE38}" srcOrd="5" destOrd="0" presId="urn:microsoft.com/office/officeart/2005/8/layout/orgChart1"/>
    <dgm:cxn modelId="{51E91556-48F2-4E54-85FC-86F729099F78}" type="presParOf" srcId="{42D4D324-508C-4D7E-B150-8078DAC1CE38}" destId="{6CD8C304-11B9-4BF1-AEAB-608720262554}" srcOrd="0" destOrd="0" presId="urn:microsoft.com/office/officeart/2005/8/layout/orgChart1"/>
    <dgm:cxn modelId="{F2F77274-C267-4015-9DBF-8078BE909F99}" type="presParOf" srcId="{6CD8C304-11B9-4BF1-AEAB-608720262554}" destId="{1EDDC4A0-7BC2-483A-84BD-549CE25340AD}" srcOrd="0" destOrd="0" presId="urn:microsoft.com/office/officeart/2005/8/layout/orgChart1"/>
    <dgm:cxn modelId="{E9D96312-522C-4A1F-817C-13CCCF4A24B9}" type="presParOf" srcId="{6CD8C304-11B9-4BF1-AEAB-608720262554}" destId="{23984141-AD1C-4E04-AE34-10AE7E9078D3}" srcOrd="1" destOrd="0" presId="urn:microsoft.com/office/officeart/2005/8/layout/orgChart1"/>
    <dgm:cxn modelId="{5B06B559-28A6-4B56-A626-C83E8EC25FAA}" type="presParOf" srcId="{42D4D324-508C-4D7E-B150-8078DAC1CE38}" destId="{924BF449-97E6-4E2C-824D-88093D36A425}" srcOrd="1" destOrd="0" presId="urn:microsoft.com/office/officeart/2005/8/layout/orgChart1"/>
    <dgm:cxn modelId="{97EC5376-B131-40CE-AC2F-FF3904A64D7C}" type="presParOf" srcId="{42D4D324-508C-4D7E-B150-8078DAC1CE38}" destId="{15A9E67C-CF04-4FCE-810D-DC675941C07F}" srcOrd="2" destOrd="0" presId="urn:microsoft.com/office/officeart/2005/8/layout/orgChart1"/>
    <dgm:cxn modelId="{2DCC5A05-6DC8-4A90-B6A7-ECC24EB40B21}" type="presParOf" srcId="{932F9BBB-7364-461A-88DE-5DC2C9AE7C59}" destId="{F4AB2F6A-7F83-4B9E-A840-C36E0B6E73D7}" srcOrd="6" destOrd="0" presId="urn:microsoft.com/office/officeart/2005/8/layout/orgChart1"/>
    <dgm:cxn modelId="{3EF721A9-B08A-4DA8-8E73-0A9712D174F5}" type="presParOf" srcId="{932F9BBB-7364-461A-88DE-5DC2C9AE7C59}" destId="{2B8B302C-6148-4854-91B0-36366B172028}" srcOrd="7" destOrd="0" presId="urn:microsoft.com/office/officeart/2005/8/layout/orgChart1"/>
    <dgm:cxn modelId="{9C03BB36-D313-4CCA-8991-22E8CFE7FEEF}" type="presParOf" srcId="{2B8B302C-6148-4854-91B0-36366B172028}" destId="{AA5456AE-F2DB-4FCB-8186-4012573FCCB6}" srcOrd="0" destOrd="0" presId="urn:microsoft.com/office/officeart/2005/8/layout/orgChart1"/>
    <dgm:cxn modelId="{42656AAE-89E9-4C6C-A242-B49B9A3E2226}" type="presParOf" srcId="{AA5456AE-F2DB-4FCB-8186-4012573FCCB6}" destId="{FFA1E627-6ECF-472E-955E-042FC44114FE}" srcOrd="0" destOrd="0" presId="urn:microsoft.com/office/officeart/2005/8/layout/orgChart1"/>
    <dgm:cxn modelId="{61A7C997-F1B4-4784-985C-305E0B1BF0AA}" type="presParOf" srcId="{AA5456AE-F2DB-4FCB-8186-4012573FCCB6}" destId="{34D520C3-DBFC-474E-90A9-03EBD3AAA234}" srcOrd="1" destOrd="0" presId="urn:microsoft.com/office/officeart/2005/8/layout/orgChart1"/>
    <dgm:cxn modelId="{CD544DEB-FDA7-4643-B3ED-B8589A605E34}" type="presParOf" srcId="{2B8B302C-6148-4854-91B0-36366B172028}" destId="{194BB7B6-48C8-46DC-A361-1F350D5FD829}" srcOrd="1" destOrd="0" presId="urn:microsoft.com/office/officeart/2005/8/layout/orgChart1"/>
    <dgm:cxn modelId="{FBD0888E-8F3A-4967-B397-3340AF69D08E}" type="presParOf" srcId="{2B8B302C-6148-4854-91B0-36366B172028}" destId="{11F18250-DC48-4873-9610-4193E3DF3827}" srcOrd="2" destOrd="0" presId="urn:microsoft.com/office/officeart/2005/8/layout/orgChart1"/>
    <dgm:cxn modelId="{9DDA1DA0-089D-4D47-9836-014D542038CE}" type="presParOf" srcId="{932F9BBB-7364-461A-88DE-5DC2C9AE7C59}" destId="{08836EF7-154D-460A-B0E9-C87333D89D83}" srcOrd="8" destOrd="0" presId="urn:microsoft.com/office/officeart/2005/8/layout/orgChart1"/>
    <dgm:cxn modelId="{E5FDFCC7-2F5B-41EF-85ED-CDEE32E34AAC}" type="presParOf" srcId="{932F9BBB-7364-461A-88DE-5DC2C9AE7C59}" destId="{23B7D01B-CA4F-4959-AB48-7B5B38671C7B}" srcOrd="9" destOrd="0" presId="urn:microsoft.com/office/officeart/2005/8/layout/orgChart1"/>
    <dgm:cxn modelId="{8B82AF27-4183-4D0F-8726-36B2434A07C1}" type="presParOf" srcId="{23B7D01B-CA4F-4959-AB48-7B5B38671C7B}" destId="{E432C062-C46B-4E46-87A2-1328049E542F}" srcOrd="0" destOrd="0" presId="urn:microsoft.com/office/officeart/2005/8/layout/orgChart1"/>
    <dgm:cxn modelId="{047834FD-9DA1-4127-977C-A67F8C3A5992}" type="presParOf" srcId="{E432C062-C46B-4E46-87A2-1328049E542F}" destId="{E80ABF54-4110-4F22-9DD1-B401D5DCF6B9}" srcOrd="0" destOrd="0" presId="urn:microsoft.com/office/officeart/2005/8/layout/orgChart1"/>
    <dgm:cxn modelId="{D99BCA13-23C6-42E6-B8C8-8D93326995AD}" type="presParOf" srcId="{E432C062-C46B-4E46-87A2-1328049E542F}" destId="{FD14E017-8EAE-4903-921F-1F033F35CD4E}" srcOrd="1" destOrd="0" presId="urn:microsoft.com/office/officeart/2005/8/layout/orgChart1"/>
    <dgm:cxn modelId="{804BBD48-AB3B-4435-A9B6-A0D5A5C740AA}" type="presParOf" srcId="{23B7D01B-CA4F-4959-AB48-7B5B38671C7B}" destId="{F90B8D6E-A517-47F3-93A8-7CD8A73C07C2}" srcOrd="1" destOrd="0" presId="urn:microsoft.com/office/officeart/2005/8/layout/orgChart1"/>
    <dgm:cxn modelId="{5B14D06E-2041-4CB4-99A8-67AA76676DAA}" type="presParOf" srcId="{23B7D01B-CA4F-4959-AB48-7B5B38671C7B}" destId="{303A026D-4929-4BDA-9B2C-FDAE03F53E52}" srcOrd="2" destOrd="0" presId="urn:microsoft.com/office/officeart/2005/8/layout/orgChart1"/>
    <dgm:cxn modelId="{B39CAB61-A962-45C8-AC34-0195A36C8CB5}" type="presParOf" srcId="{FCC89F73-75CB-4B04-8C24-E0C03F7FCC98}" destId="{95D487BC-91A7-450C-9E4C-F5D38D84DFBD}" srcOrd="2" destOrd="0" presId="urn:microsoft.com/office/officeart/2005/8/layout/orgChart1"/>
    <dgm:cxn modelId="{AA0A0F31-B97B-4E94-B271-D3F7319F86E4}" type="presParOf" srcId="{5020A7F2-D507-45EE-A895-2DBC7AC3D771}" destId="{2409E2CD-8A3D-4025-AF35-FDAFA4476D46}" srcOrd="2" destOrd="0" presId="urn:microsoft.com/office/officeart/2005/8/layout/orgChart1"/>
  </dgm:cxnLst>
  <dgm:bg/>
  <dgm:whole>
    <a:ln w="9525">
      <a:solidFill>
        <a:schemeClr val="tx1"/>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780E2C17-7959-4BE4-B5B9-2AF6E7CE28C3}">
      <dgm:prSet custT="1"/>
      <dgm:spPr/>
      <dgm:t>
        <a:bodyPr/>
        <a:lstStyle/>
        <a:p>
          <a:pPr algn="ctr"/>
          <a:r>
            <a:rPr lang="en-US" sz="1400" noProof="0" dirty="0"/>
            <a:t>Project cost</a:t>
          </a:r>
        </a:p>
      </dgm:t>
    </dgm:pt>
    <dgm:pt modelId="{2512B4B8-6636-4906-9597-60AD45FC6AB8}" type="parTrans" cxnId="{D3C15631-C6AA-431A-8019-B6CB89E454D1}">
      <dgm:prSet/>
      <dgm:spPr/>
      <dgm:t>
        <a:bodyPr/>
        <a:lstStyle/>
        <a:p>
          <a:pPr algn="ctr"/>
          <a:endParaRPr lang="en-US" sz="2400" noProof="0"/>
        </a:p>
      </dgm:t>
    </dgm:pt>
    <dgm:pt modelId="{DBC20B37-8FA3-4069-9306-016BCE515DEB}" type="sibTrans" cxnId="{D3C15631-C6AA-431A-8019-B6CB89E454D1}">
      <dgm:prSet/>
      <dgm:spPr/>
      <dgm:t>
        <a:bodyPr/>
        <a:lstStyle/>
        <a:p>
          <a:pPr algn="ctr"/>
          <a:endParaRPr lang="en-US" sz="2400" noProof="0"/>
        </a:p>
      </dgm:t>
    </dgm:pt>
    <dgm:pt modelId="{82515DFC-9938-4C9D-833B-D7B6FE74F3D6}">
      <dgm:prSet custT="1"/>
      <dgm:spPr>
        <a:solidFill>
          <a:schemeClr val="bg1">
            <a:lumMod val="85000"/>
          </a:schemeClr>
        </a:solidFill>
      </dgm:spPr>
      <dgm:t>
        <a:bodyPr/>
        <a:lstStyle/>
        <a:p>
          <a:pPr algn="ctr"/>
          <a:r>
            <a:rPr lang="en-US" sz="1400" noProof="0" dirty="0"/>
            <a:t>Project management </a:t>
          </a:r>
        </a:p>
      </dgm:t>
    </dgm:pt>
    <dgm:pt modelId="{81AD3CE4-69FA-4B9E-BB3B-4FF1EB31E2BF}" type="parTrans" cxnId="{544C879F-65F0-46A5-B7C0-8D1A458F62F9}">
      <dgm:prSet/>
      <dgm:spPr/>
      <dgm:t>
        <a:bodyPr/>
        <a:lstStyle/>
        <a:p>
          <a:pPr algn="ctr"/>
          <a:endParaRPr lang="en-US" sz="2000" noProof="0"/>
        </a:p>
      </dgm:t>
    </dgm:pt>
    <dgm:pt modelId="{3ABDE96B-50C5-4FE4-A81A-4FB2FAAAAFA5}" type="sibTrans" cxnId="{544C879F-65F0-46A5-B7C0-8D1A458F62F9}">
      <dgm:prSet/>
      <dgm:spPr/>
      <dgm:t>
        <a:bodyPr/>
        <a:lstStyle/>
        <a:p>
          <a:pPr algn="ctr"/>
          <a:endParaRPr lang="en-US" sz="2400" noProof="0"/>
        </a:p>
      </dgm:t>
    </dgm:pt>
    <dgm:pt modelId="{1C76DC10-B192-4CB8-BDD4-43D705326175}">
      <dgm:prSet custT="1"/>
      <dgm:spPr>
        <a:solidFill>
          <a:schemeClr val="bg1">
            <a:lumMod val="85000"/>
          </a:schemeClr>
        </a:solidFill>
      </dgm:spPr>
      <dgm:t>
        <a:bodyPr/>
        <a:lstStyle/>
        <a:p>
          <a:pPr algn="ctr"/>
          <a:r>
            <a:rPr lang="en-US" sz="1400" noProof="0" dirty="0"/>
            <a:t>Development</a:t>
          </a:r>
        </a:p>
      </dgm:t>
    </dgm:pt>
    <dgm:pt modelId="{9B6515FC-BAB6-49BD-B614-8D99B5FBDBDE}" type="parTrans" cxnId="{49F84BCF-56D4-4716-881A-8D03E4FD0021}">
      <dgm:prSet/>
      <dgm:spPr/>
      <dgm:t>
        <a:bodyPr/>
        <a:lstStyle/>
        <a:p>
          <a:pPr algn="ctr"/>
          <a:endParaRPr lang="en-US" sz="2000" noProof="0"/>
        </a:p>
      </dgm:t>
    </dgm:pt>
    <dgm:pt modelId="{0F91D73B-DCE4-4F8F-9696-95E8CA55567C}" type="sibTrans" cxnId="{49F84BCF-56D4-4716-881A-8D03E4FD0021}">
      <dgm:prSet/>
      <dgm:spPr/>
      <dgm:t>
        <a:bodyPr/>
        <a:lstStyle/>
        <a:p>
          <a:pPr algn="ctr"/>
          <a:endParaRPr lang="en-US" sz="2400" noProof="0"/>
        </a:p>
      </dgm:t>
    </dgm:pt>
    <dgm:pt modelId="{22AAB52A-F50E-450E-A45B-AA76C6E60155}">
      <dgm:prSet custT="1"/>
      <dgm:spPr>
        <a:solidFill>
          <a:srgbClr val="92D050"/>
        </a:solidFill>
      </dgm:spPr>
      <dgm:t>
        <a:bodyPr/>
        <a:lstStyle/>
        <a:p>
          <a:pPr algn="ctr"/>
          <a:r>
            <a:rPr lang="en-US" sz="1400" noProof="0" dirty="0"/>
            <a:t>Software Project</a:t>
          </a:r>
        </a:p>
      </dgm:t>
    </dgm:pt>
    <dgm:pt modelId="{111B3508-DF67-4D45-82A6-7B60B4D41864}" type="parTrans" cxnId="{AEC67096-20FC-480D-97F0-F2F564BD9E8A}">
      <dgm:prSet/>
      <dgm:spPr/>
      <dgm:t>
        <a:bodyPr/>
        <a:lstStyle/>
        <a:p>
          <a:pPr algn="ctr"/>
          <a:endParaRPr lang="en-US" sz="2000" noProof="0"/>
        </a:p>
      </dgm:t>
    </dgm:pt>
    <dgm:pt modelId="{773A98D1-1721-4740-BBBC-EE4ECE532058}" type="sibTrans" cxnId="{AEC67096-20FC-480D-97F0-F2F564BD9E8A}">
      <dgm:prSet/>
      <dgm:spPr/>
      <dgm:t>
        <a:bodyPr/>
        <a:lstStyle/>
        <a:p>
          <a:pPr algn="ctr"/>
          <a:endParaRPr lang="en-US" sz="2400" noProof="0"/>
        </a:p>
      </dgm:t>
    </dgm:pt>
    <dgm:pt modelId="{78C4697E-42E3-4CD6-8626-1B95ABCFBAEE}">
      <dgm:prSet custT="1"/>
      <dgm:spPr>
        <a:solidFill>
          <a:schemeClr val="bg1">
            <a:lumMod val="85000"/>
          </a:schemeClr>
        </a:solidFill>
      </dgm:spPr>
      <dgm:t>
        <a:bodyPr/>
        <a:lstStyle/>
        <a:p>
          <a:pPr algn="ctr"/>
          <a:r>
            <a:rPr lang="en-US" sz="1400" noProof="0" dirty="0"/>
            <a:t>System Test</a:t>
          </a:r>
        </a:p>
      </dgm:t>
    </dgm:pt>
    <dgm:pt modelId="{8A2823D3-0319-40D7-99A2-677B9C1E7C97}" type="parTrans" cxnId="{4A4426A8-2F36-4935-9726-DFCE8F41E836}">
      <dgm:prSet/>
      <dgm:spPr/>
      <dgm:t>
        <a:bodyPr/>
        <a:lstStyle/>
        <a:p>
          <a:pPr algn="ctr"/>
          <a:endParaRPr lang="en-US" sz="2000" noProof="0"/>
        </a:p>
      </dgm:t>
    </dgm:pt>
    <dgm:pt modelId="{E49278E8-4C74-4CB2-80A2-3456757BC598}" type="sibTrans" cxnId="{4A4426A8-2F36-4935-9726-DFCE8F41E836}">
      <dgm:prSet/>
      <dgm:spPr/>
      <dgm:t>
        <a:bodyPr/>
        <a:lstStyle/>
        <a:p>
          <a:pPr algn="ctr"/>
          <a:endParaRPr lang="en-US" sz="2400" noProof="0"/>
        </a:p>
      </dgm:t>
    </dgm:pt>
    <dgm:pt modelId="{8423AC5B-65BB-44BA-85C8-B8F2C1D799F9}">
      <dgm:prSet custT="1"/>
      <dgm:spPr>
        <a:solidFill>
          <a:schemeClr val="bg1">
            <a:lumMod val="85000"/>
          </a:schemeClr>
        </a:solidFill>
      </dgm:spPr>
      <dgm:t>
        <a:bodyPr/>
        <a:lstStyle/>
        <a:p>
          <a:pPr algn="ctr"/>
          <a:r>
            <a:rPr lang="en-US" sz="1400" noProof="0" dirty="0"/>
            <a:t>Analysis (modelling) </a:t>
          </a:r>
        </a:p>
      </dgm:t>
    </dgm:pt>
    <dgm:pt modelId="{98E64B81-CF24-49AB-A88A-228C9A8CA780}" type="parTrans" cxnId="{12752EE7-4C9A-4006-B2AE-B5551DF3FF82}">
      <dgm:prSet/>
      <dgm:spPr/>
      <dgm:t>
        <a:bodyPr/>
        <a:lstStyle/>
        <a:p>
          <a:pPr algn="ctr"/>
          <a:endParaRPr lang="en-US" sz="2000" noProof="0"/>
        </a:p>
      </dgm:t>
    </dgm:pt>
    <dgm:pt modelId="{37318783-7077-401B-9007-0BCCE6BB03B7}" type="sibTrans" cxnId="{12752EE7-4C9A-4006-B2AE-B5551DF3FF82}">
      <dgm:prSet/>
      <dgm:spPr/>
      <dgm:t>
        <a:bodyPr/>
        <a:lstStyle/>
        <a:p>
          <a:pPr algn="ctr"/>
          <a:endParaRPr lang="en-US" sz="2400" noProof="0"/>
        </a:p>
      </dgm:t>
    </dgm:pt>
    <dgm:pt modelId="{5AD51844-7667-449C-B04B-2A3775799BFF}">
      <dgm:prSet custT="1"/>
      <dgm:spPr>
        <a:solidFill>
          <a:srgbClr val="92D050"/>
        </a:solidFill>
      </dgm:spPr>
      <dgm:t>
        <a:bodyPr/>
        <a:lstStyle/>
        <a:p>
          <a:pPr algn="ctr"/>
          <a:r>
            <a:rPr lang="en-US" sz="1400" noProof="0" dirty="0"/>
            <a:t>Business Project</a:t>
          </a:r>
        </a:p>
      </dgm:t>
    </dgm:pt>
    <dgm:pt modelId="{FD7AA57F-CF0E-42DE-A55F-2EC78B30B05B}" type="parTrans" cxnId="{A25C5321-2397-436D-96DF-6B1391C6D905}">
      <dgm:prSet/>
      <dgm:spPr/>
      <dgm:t>
        <a:bodyPr/>
        <a:lstStyle/>
        <a:p>
          <a:pPr algn="ctr"/>
          <a:endParaRPr lang="en-US" sz="2000" noProof="0"/>
        </a:p>
      </dgm:t>
    </dgm:pt>
    <dgm:pt modelId="{6896A8BC-4889-4D51-8FB9-9AB4779A3BA7}" type="sibTrans" cxnId="{A25C5321-2397-436D-96DF-6B1391C6D905}">
      <dgm:prSet/>
      <dgm:spPr/>
      <dgm:t>
        <a:bodyPr/>
        <a:lstStyle/>
        <a:p>
          <a:pPr algn="ctr"/>
          <a:endParaRPr lang="en-US" sz="2400" noProof="0"/>
        </a:p>
      </dgm:t>
    </dgm:pt>
    <dgm:pt modelId="{CDA72991-8516-4F67-9D7F-C6CEFB219E63}">
      <dgm:prSet custT="1"/>
      <dgm:spPr>
        <a:solidFill>
          <a:schemeClr val="bg1">
            <a:lumMod val="85000"/>
          </a:schemeClr>
        </a:solidFill>
      </dgm:spPr>
      <dgm:t>
        <a:bodyPr/>
        <a:lstStyle/>
        <a:p>
          <a:pPr algn="ctr"/>
          <a:r>
            <a:rPr lang="en-US" sz="1400" noProof="0" dirty="0"/>
            <a:t>Analysis</a:t>
          </a:r>
        </a:p>
      </dgm:t>
    </dgm:pt>
    <dgm:pt modelId="{D5FFA1D8-50D6-4A82-87E7-058D5B4962E6}" type="parTrans" cxnId="{D68E4CA5-2615-45AA-BC48-8892261A331E}">
      <dgm:prSet/>
      <dgm:spPr/>
      <dgm:t>
        <a:bodyPr/>
        <a:lstStyle/>
        <a:p>
          <a:pPr algn="ctr"/>
          <a:endParaRPr lang="en-US" sz="2000" noProof="0"/>
        </a:p>
      </dgm:t>
    </dgm:pt>
    <dgm:pt modelId="{977A6F70-64D1-479E-B160-4BA6F04720C2}" type="sibTrans" cxnId="{D68E4CA5-2615-45AA-BC48-8892261A331E}">
      <dgm:prSet/>
      <dgm:spPr/>
      <dgm:t>
        <a:bodyPr/>
        <a:lstStyle/>
        <a:p>
          <a:pPr algn="ctr"/>
          <a:endParaRPr lang="en-US" sz="2400" noProof="0"/>
        </a:p>
      </dgm:t>
    </dgm:pt>
    <dgm:pt modelId="{5BFFD63B-5511-492C-9222-0156EFC4526B}">
      <dgm:prSet custT="1"/>
      <dgm:spPr>
        <a:solidFill>
          <a:srgbClr val="92D050"/>
        </a:solidFill>
      </dgm:spPr>
      <dgm:t>
        <a:bodyPr/>
        <a:lstStyle/>
        <a:p>
          <a:pPr algn="ctr"/>
          <a:r>
            <a:rPr lang="en-US" sz="1400" noProof="0" dirty="0"/>
            <a:t>Technology Deployment</a:t>
          </a:r>
        </a:p>
      </dgm:t>
    </dgm:pt>
    <dgm:pt modelId="{937CFD05-A419-45AA-A7A7-87FA7D9DF5E4}" type="parTrans" cxnId="{1D22AAAC-4B45-48C9-84FC-690C449BA89D}">
      <dgm:prSet/>
      <dgm:spPr/>
      <dgm:t>
        <a:bodyPr/>
        <a:lstStyle/>
        <a:p>
          <a:pPr algn="ctr"/>
          <a:endParaRPr lang="en-US" sz="2000" noProof="0"/>
        </a:p>
      </dgm:t>
    </dgm:pt>
    <dgm:pt modelId="{D2D278E8-783F-4750-A634-8BB5EBBA1118}" type="sibTrans" cxnId="{1D22AAAC-4B45-48C9-84FC-690C449BA89D}">
      <dgm:prSet/>
      <dgm:spPr/>
      <dgm:t>
        <a:bodyPr/>
        <a:lstStyle/>
        <a:p>
          <a:pPr algn="ctr"/>
          <a:endParaRPr lang="en-US" sz="2400" noProof="0"/>
        </a:p>
      </dgm:t>
    </dgm:pt>
    <dgm:pt modelId="{1EC7473E-C38C-43F4-A078-4BF3B05DD0C5}">
      <dgm:prSet custT="1"/>
      <dgm:spPr/>
      <dgm:t>
        <a:bodyPr/>
        <a:lstStyle/>
        <a:p>
          <a:pPr algn="ctr"/>
          <a:r>
            <a:rPr lang="en-US" sz="1400" noProof="0" dirty="0"/>
            <a:t>Mobile</a:t>
          </a:r>
        </a:p>
      </dgm:t>
    </dgm:pt>
    <dgm:pt modelId="{EAF9F797-4D5F-4B10-AFEF-CA31E8649317}" type="parTrans" cxnId="{02CE8D8E-E5C8-496B-98D2-6E8E867ECC46}">
      <dgm:prSet/>
      <dgm:spPr/>
      <dgm:t>
        <a:bodyPr/>
        <a:lstStyle/>
        <a:p>
          <a:pPr algn="ctr"/>
          <a:endParaRPr lang="en-US" sz="2000" noProof="0"/>
        </a:p>
      </dgm:t>
    </dgm:pt>
    <dgm:pt modelId="{39576AED-5FE2-48F6-9A6D-F66F2094B208}" type="sibTrans" cxnId="{02CE8D8E-E5C8-496B-98D2-6E8E867ECC46}">
      <dgm:prSet/>
      <dgm:spPr/>
      <dgm:t>
        <a:bodyPr/>
        <a:lstStyle/>
        <a:p>
          <a:pPr algn="ctr"/>
          <a:endParaRPr lang="en-US" sz="2400" noProof="0"/>
        </a:p>
      </dgm:t>
    </dgm:pt>
    <dgm:pt modelId="{6571645B-0BBE-4CD7-BA5A-7144F7D8C054}">
      <dgm:prSet custT="1"/>
      <dgm:spPr/>
      <dgm:t>
        <a:bodyPr/>
        <a:lstStyle/>
        <a:p>
          <a:pPr algn="ctr"/>
          <a:r>
            <a:rPr lang="en-US" sz="1400" noProof="0" dirty="0"/>
            <a:t>LAN/ Clients/EUC</a:t>
          </a:r>
        </a:p>
      </dgm:t>
    </dgm:pt>
    <dgm:pt modelId="{5776B918-55DA-4C8E-B26D-7AAC670C5996}" type="parTrans" cxnId="{E5EA43C2-879E-41FF-8B34-F36E6B7FF872}">
      <dgm:prSet/>
      <dgm:spPr/>
      <dgm:t>
        <a:bodyPr/>
        <a:lstStyle/>
        <a:p>
          <a:pPr algn="ctr"/>
          <a:endParaRPr lang="en-US" sz="2000" noProof="0"/>
        </a:p>
      </dgm:t>
    </dgm:pt>
    <dgm:pt modelId="{E9BBE097-0F9A-4E77-B078-800EE8F7C4A5}" type="sibTrans" cxnId="{E5EA43C2-879E-41FF-8B34-F36E6B7FF872}">
      <dgm:prSet/>
      <dgm:spPr/>
      <dgm:t>
        <a:bodyPr/>
        <a:lstStyle/>
        <a:p>
          <a:pPr algn="ctr"/>
          <a:endParaRPr lang="en-US" sz="2400" noProof="0"/>
        </a:p>
      </dgm:t>
    </dgm:pt>
    <dgm:pt modelId="{D207AA23-E1E9-4664-8694-657CBE7F5113}">
      <dgm:prSet custT="1"/>
      <dgm:spPr>
        <a:solidFill>
          <a:schemeClr val="bg1">
            <a:lumMod val="85000"/>
          </a:schemeClr>
        </a:solidFill>
      </dgm:spPr>
      <dgm:t>
        <a:bodyPr/>
        <a:lstStyle/>
        <a:p>
          <a:pPr algn="ctr"/>
          <a:r>
            <a:rPr lang="en-US" sz="1400" noProof="0" dirty="0"/>
            <a:t>Servers </a:t>
          </a:r>
        </a:p>
      </dgm:t>
    </dgm:pt>
    <dgm:pt modelId="{2B811217-D6E1-4007-B8B1-74F71399FCBC}" type="parTrans" cxnId="{9DE396B4-3663-4EB0-BC77-41DA68116E8E}">
      <dgm:prSet/>
      <dgm:spPr/>
      <dgm:t>
        <a:bodyPr/>
        <a:lstStyle/>
        <a:p>
          <a:pPr algn="ctr"/>
          <a:endParaRPr lang="en-US" sz="2000" noProof="0"/>
        </a:p>
      </dgm:t>
    </dgm:pt>
    <dgm:pt modelId="{FD6F05A3-C7FA-425C-9D87-0A61C97921D3}" type="sibTrans" cxnId="{9DE396B4-3663-4EB0-BC77-41DA68116E8E}">
      <dgm:prSet/>
      <dgm:spPr/>
      <dgm:t>
        <a:bodyPr/>
        <a:lstStyle/>
        <a:p>
          <a:pPr algn="ctr"/>
          <a:endParaRPr lang="en-US" sz="2400" noProof="0"/>
        </a:p>
      </dgm:t>
    </dgm:pt>
    <dgm:pt modelId="{4BAE13AE-39F3-416E-8744-CFDB4B732C07}">
      <dgm:prSet custT="1"/>
      <dgm:spPr>
        <a:solidFill>
          <a:srgbClr val="92D050"/>
        </a:solidFill>
      </dgm:spPr>
      <dgm:t>
        <a:bodyPr/>
        <a:lstStyle/>
        <a:p>
          <a:pPr algn="ctr"/>
          <a:r>
            <a:rPr lang="en-US" sz="1400" noProof="0" dirty="0"/>
            <a:t>Education/ change</a:t>
          </a:r>
        </a:p>
      </dgm:t>
    </dgm:pt>
    <dgm:pt modelId="{1699D3DA-29B7-417B-98A4-5CC0FE236955}" type="parTrans" cxnId="{A671590E-F926-4AF6-91E1-AD9336EC2F46}">
      <dgm:prSet/>
      <dgm:spPr/>
      <dgm:t>
        <a:bodyPr/>
        <a:lstStyle/>
        <a:p>
          <a:pPr algn="ctr"/>
          <a:endParaRPr lang="en-US" sz="2000" noProof="0"/>
        </a:p>
      </dgm:t>
    </dgm:pt>
    <dgm:pt modelId="{306B415E-C390-4DDC-82B2-649369D5F815}" type="sibTrans" cxnId="{A671590E-F926-4AF6-91E1-AD9336EC2F46}">
      <dgm:prSet/>
      <dgm:spPr/>
      <dgm:t>
        <a:bodyPr/>
        <a:lstStyle/>
        <a:p>
          <a:pPr algn="ctr"/>
          <a:endParaRPr lang="en-US" sz="2400" noProof="0"/>
        </a:p>
      </dgm:t>
    </dgm:pt>
    <dgm:pt modelId="{851C9D6E-AC63-4942-A4BE-E6721A22670E}">
      <dgm:prSet custT="1"/>
      <dgm:spPr>
        <a:solidFill>
          <a:schemeClr val="bg1">
            <a:lumMod val="85000"/>
          </a:schemeClr>
        </a:solidFill>
      </dgm:spPr>
      <dgm:t>
        <a:bodyPr/>
        <a:lstStyle/>
        <a:p>
          <a:pPr algn="ctr"/>
          <a:r>
            <a:rPr lang="en-US" sz="1400" noProof="0" dirty="0"/>
            <a:t>User Test</a:t>
          </a:r>
        </a:p>
      </dgm:t>
    </dgm:pt>
    <dgm:pt modelId="{93FA9CFA-3713-4C93-B0FB-EB826ABE93C4}" type="parTrans" cxnId="{8E3F17B4-7549-4018-A69F-1C6BCD1662C9}">
      <dgm:prSet/>
      <dgm:spPr/>
      <dgm:t>
        <a:bodyPr/>
        <a:lstStyle/>
        <a:p>
          <a:endParaRPr lang="en-US" sz="2000" noProof="0"/>
        </a:p>
      </dgm:t>
    </dgm:pt>
    <dgm:pt modelId="{E67CB3FC-871F-48D3-8F22-E65AC355491E}" type="sibTrans" cxnId="{8E3F17B4-7549-4018-A69F-1C6BCD1662C9}">
      <dgm:prSet/>
      <dgm:spPr/>
      <dgm:t>
        <a:bodyPr/>
        <a:lstStyle/>
        <a:p>
          <a:endParaRPr lang="en-US" sz="2400" noProof="0"/>
        </a:p>
      </dgm:t>
    </dgm:pt>
    <dgm:pt modelId="{9C8FF474-B8E2-44A7-A2AD-9A703BBB6D91}">
      <dgm:prSet custT="1"/>
      <dgm:spPr>
        <a:solidFill>
          <a:schemeClr val="bg1">
            <a:lumMod val="85000"/>
          </a:schemeClr>
        </a:solidFill>
      </dgm:spPr>
      <dgm:t>
        <a:bodyPr/>
        <a:lstStyle/>
        <a:p>
          <a:pPr algn="ctr"/>
          <a:r>
            <a:rPr lang="en-US" sz="1400" noProof="0" dirty="0"/>
            <a:t>Software  platforms</a:t>
          </a:r>
        </a:p>
      </dgm:t>
    </dgm:pt>
    <dgm:pt modelId="{0B37D1B5-1459-47BD-A177-28D2DF664D5E}" type="parTrans" cxnId="{2140F080-129D-4C86-8218-197CD091D2D8}">
      <dgm:prSet/>
      <dgm:spPr/>
      <dgm:t>
        <a:bodyPr/>
        <a:lstStyle/>
        <a:p>
          <a:endParaRPr lang="it-IT" sz="1600"/>
        </a:p>
      </dgm:t>
    </dgm:pt>
    <dgm:pt modelId="{5C3CF336-0E4B-44FD-80DC-25C0BADB1907}" type="sibTrans" cxnId="{2140F080-129D-4C86-8218-197CD091D2D8}">
      <dgm:prSet/>
      <dgm:spPr/>
      <dgm:t>
        <a:bodyPr/>
        <a:lstStyle/>
        <a:p>
          <a:endParaRPr lang="it-IT"/>
        </a:p>
      </dgm:t>
    </dgm:pt>
    <dgm:pt modelId="{0D2E9F3E-3934-453E-AA19-8E3608548189}">
      <dgm:prSet custT="1"/>
      <dgm:spPr/>
      <dgm:t>
        <a:bodyPr/>
        <a:lstStyle/>
        <a:p>
          <a:pPr algn="ctr"/>
          <a:r>
            <a:rPr lang="en-US" sz="1400" noProof="0" dirty="0"/>
            <a:t>Cloud services  </a:t>
          </a:r>
        </a:p>
      </dgm:t>
    </dgm:pt>
    <dgm:pt modelId="{DC618EE1-3F12-48C2-BED0-11FE9201DC61}" type="parTrans" cxnId="{4C110345-85EA-4884-9090-3DE9653BB6A6}">
      <dgm:prSet/>
      <dgm:spPr/>
      <dgm:t>
        <a:bodyPr/>
        <a:lstStyle/>
        <a:p>
          <a:endParaRPr lang="it-IT" sz="1600"/>
        </a:p>
      </dgm:t>
    </dgm:pt>
    <dgm:pt modelId="{2F8E2578-FDD3-41A6-AB6F-7E0B18A2760E}" type="sibTrans" cxnId="{4C110345-85EA-4884-9090-3DE9653BB6A6}">
      <dgm:prSet/>
      <dgm:spPr/>
      <dgm:t>
        <a:bodyPr/>
        <a:lstStyle/>
        <a:p>
          <a:endParaRPr lang="it-IT"/>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5020A7F2-D507-45EE-A895-2DBC7AC3D771}" type="pres">
      <dgm:prSet presAssocID="{780E2C17-7959-4BE4-B5B9-2AF6E7CE28C3}" presName="hierRoot1" presStyleCnt="0">
        <dgm:presLayoutVars>
          <dgm:hierBranch val="init"/>
        </dgm:presLayoutVars>
      </dgm:prSet>
      <dgm:spPr/>
    </dgm:pt>
    <dgm:pt modelId="{D4982AEC-E392-43FF-B1E6-76981C7F4526}" type="pres">
      <dgm:prSet presAssocID="{780E2C17-7959-4BE4-B5B9-2AF6E7CE28C3}" presName="rootComposite1" presStyleCnt="0"/>
      <dgm:spPr/>
    </dgm:pt>
    <dgm:pt modelId="{B66FDA53-52AD-4777-B131-E6DE4E566FE1}" type="pres">
      <dgm:prSet presAssocID="{780E2C17-7959-4BE4-B5B9-2AF6E7CE28C3}" presName="rootText1" presStyleLbl="node0" presStyleIdx="0" presStyleCnt="1">
        <dgm:presLayoutVars>
          <dgm:chPref val="3"/>
        </dgm:presLayoutVars>
      </dgm:prSet>
      <dgm:spPr/>
    </dgm:pt>
    <dgm:pt modelId="{CC9F5843-D328-475A-834D-68A4E455C29F}" type="pres">
      <dgm:prSet presAssocID="{780E2C17-7959-4BE4-B5B9-2AF6E7CE28C3}" presName="rootConnector1" presStyleLbl="node1" presStyleIdx="0" presStyleCnt="0"/>
      <dgm:spPr/>
    </dgm:pt>
    <dgm:pt modelId="{CC41FF8D-2066-47C2-B982-E49AEB8BA42A}" type="pres">
      <dgm:prSet presAssocID="{780E2C17-7959-4BE4-B5B9-2AF6E7CE28C3}" presName="hierChild2" presStyleCnt="0"/>
      <dgm:spPr/>
    </dgm:pt>
    <dgm:pt modelId="{31CF9883-6932-443B-BE67-EA6070F735FC}" type="pres">
      <dgm:prSet presAssocID="{81AD3CE4-69FA-4B9E-BB3B-4FF1EB31E2BF}" presName="Name37" presStyleLbl="parChTrans1D2" presStyleIdx="0" presStyleCnt="4"/>
      <dgm:spPr/>
    </dgm:pt>
    <dgm:pt modelId="{13ADB56E-8FDF-491C-8B29-1722087AD486}" type="pres">
      <dgm:prSet presAssocID="{82515DFC-9938-4C9D-833B-D7B6FE74F3D6}" presName="hierRoot2" presStyleCnt="0">
        <dgm:presLayoutVars>
          <dgm:hierBranch val="init"/>
        </dgm:presLayoutVars>
      </dgm:prSet>
      <dgm:spPr/>
    </dgm:pt>
    <dgm:pt modelId="{0985C86D-1B69-41D2-8B15-597C53B6120C}" type="pres">
      <dgm:prSet presAssocID="{82515DFC-9938-4C9D-833B-D7B6FE74F3D6}" presName="rootComposite" presStyleCnt="0"/>
      <dgm:spPr/>
    </dgm:pt>
    <dgm:pt modelId="{B36F738C-DABB-499F-A586-6245E56F73A4}" type="pres">
      <dgm:prSet presAssocID="{82515DFC-9938-4C9D-833B-D7B6FE74F3D6}" presName="rootText" presStyleLbl="node2" presStyleIdx="0" presStyleCnt="4">
        <dgm:presLayoutVars>
          <dgm:chPref val="3"/>
        </dgm:presLayoutVars>
      </dgm:prSet>
      <dgm:spPr/>
    </dgm:pt>
    <dgm:pt modelId="{14012CE9-2525-49DB-825E-72030D160490}" type="pres">
      <dgm:prSet presAssocID="{82515DFC-9938-4C9D-833B-D7B6FE74F3D6}" presName="rootConnector" presStyleLbl="node2" presStyleIdx="0" presStyleCnt="4"/>
      <dgm:spPr/>
    </dgm:pt>
    <dgm:pt modelId="{342643D6-E3A6-4A57-B9DD-0781D8759EFC}" type="pres">
      <dgm:prSet presAssocID="{82515DFC-9938-4C9D-833B-D7B6FE74F3D6}" presName="hierChild4" presStyleCnt="0"/>
      <dgm:spPr/>
    </dgm:pt>
    <dgm:pt modelId="{0DD17146-0F29-4885-9376-8A5705D23D4E}" type="pres">
      <dgm:prSet presAssocID="{82515DFC-9938-4C9D-833B-D7B6FE74F3D6}" presName="hierChild5" presStyleCnt="0"/>
      <dgm:spPr/>
    </dgm:pt>
    <dgm:pt modelId="{7B5206AE-36DB-43EE-84F3-AFB823AA6253}" type="pres">
      <dgm:prSet presAssocID="{111B3508-DF67-4D45-82A6-7B60B4D41864}" presName="Name37" presStyleLbl="parChTrans1D2" presStyleIdx="1" presStyleCnt="4"/>
      <dgm:spPr/>
    </dgm:pt>
    <dgm:pt modelId="{EA46275C-D34E-4970-A919-7FB5FB0D832D}" type="pres">
      <dgm:prSet presAssocID="{22AAB52A-F50E-450E-A45B-AA76C6E60155}" presName="hierRoot2" presStyleCnt="0">
        <dgm:presLayoutVars>
          <dgm:hierBranch val="hang"/>
        </dgm:presLayoutVars>
      </dgm:prSet>
      <dgm:spPr/>
    </dgm:pt>
    <dgm:pt modelId="{33111035-7874-44A3-98C1-D4AC0AF8792D}" type="pres">
      <dgm:prSet presAssocID="{22AAB52A-F50E-450E-A45B-AA76C6E60155}" presName="rootComposite" presStyleCnt="0"/>
      <dgm:spPr/>
    </dgm:pt>
    <dgm:pt modelId="{BE33DF6D-96DD-447A-A304-E5B66ED4DEA0}" type="pres">
      <dgm:prSet presAssocID="{22AAB52A-F50E-450E-A45B-AA76C6E60155}" presName="rootText" presStyleLbl="node2" presStyleIdx="1" presStyleCnt="4">
        <dgm:presLayoutVars>
          <dgm:chPref val="3"/>
        </dgm:presLayoutVars>
      </dgm:prSet>
      <dgm:spPr/>
    </dgm:pt>
    <dgm:pt modelId="{609F4C0D-78CC-42E2-8EC6-ACCF5277829F}" type="pres">
      <dgm:prSet presAssocID="{22AAB52A-F50E-450E-A45B-AA76C6E60155}" presName="rootConnector" presStyleLbl="node2" presStyleIdx="1" presStyleCnt="4"/>
      <dgm:spPr/>
    </dgm:pt>
    <dgm:pt modelId="{21DB5F9D-117E-4396-A921-BD0D18829365}" type="pres">
      <dgm:prSet presAssocID="{22AAB52A-F50E-450E-A45B-AA76C6E60155}" presName="hierChild4" presStyleCnt="0"/>
      <dgm:spPr/>
    </dgm:pt>
    <dgm:pt modelId="{DBFAA4B1-5E18-4F52-8331-43C80B4BAD10}" type="pres">
      <dgm:prSet presAssocID="{98E64B81-CF24-49AB-A88A-228C9A8CA780}" presName="Name48" presStyleLbl="parChTrans1D3" presStyleIdx="0" presStyleCnt="11"/>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3" presStyleIdx="0" presStyleCnt="11">
        <dgm:presLayoutVars>
          <dgm:chPref val="3"/>
        </dgm:presLayoutVars>
      </dgm:prSet>
      <dgm:spPr/>
    </dgm:pt>
    <dgm:pt modelId="{1F827E1E-DE28-4629-93A9-7862FAB5F676}" type="pres">
      <dgm:prSet presAssocID="{8423AC5B-65BB-44BA-85C8-B8F2C1D799F9}" presName="rootConnector" presStyleLbl="node3" presStyleIdx="0" presStyleCnt="11"/>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6EA04B9E-A781-425B-B36A-F2E0C3396A0F}" type="pres">
      <dgm:prSet presAssocID="{9B6515FC-BAB6-49BD-B614-8D99B5FBDBDE}" presName="Name48" presStyleLbl="parChTrans1D3" presStyleIdx="1" presStyleCnt="11"/>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3" presStyleIdx="1" presStyleCnt="11">
        <dgm:presLayoutVars>
          <dgm:chPref val="3"/>
        </dgm:presLayoutVars>
      </dgm:prSet>
      <dgm:spPr/>
    </dgm:pt>
    <dgm:pt modelId="{E2521828-141C-4DD9-A0FF-550F879D8B65}" type="pres">
      <dgm:prSet presAssocID="{1C76DC10-B192-4CB8-BDD4-43D705326175}" presName="rootConnector" presStyleLbl="node3" presStyleIdx="1" presStyleCnt="11"/>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F4168C62-4C73-4FEA-B525-828302C7EE80}" type="pres">
      <dgm:prSet presAssocID="{8A2823D3-0319-40D7-99A2-677B9C1E7C97}" presName="Name48" presStyleLbl="parChTrans1D3" presStyleIdx="2" presStyleCnt="11"/>
      <dgm:spPr/>
    </dgm:pt>
    <dgm:pt modelId="{BAACD408-B096-4219-B995-CBE13FEF9E0C}" type="pres">
      <dgm:prSet presAssocID="{78C4697E-42E3-4CD6-8626-1B95ABCFBAEE}" presName="hierRoot2" presStyleCnt="0">
        <dgm:presLayoutVars>
          <dgm:hierBranch val="init"/>
        </dgm:presLayoutVars>
      </dgm:prSet>
      <dgm:spPr/>
    </dgm:pt>
    <dgm:pt modelId="{7C76DD35-9C28-4088-8305-CB44319A8F6B}" type="pres">
      <dgm:prSet presAssocID="{78C4697E-42E3-4CD6-8626-1B95ABCFBAEE}" presName="rootComposite" presStyleCnt="0"/>
      <dgm:spPr/>
    </dgm:pt>
    <dgm:pt modelId="{2A5F8A13-F793-4295-A576-C273F1E67E53}" type="pres">
      <dgm:prSet presAssocID="{78C4697E-42E3-4CD6-8626-1B95ABCFBAEE}" presName="rootText" presStyleLbl="node3" presStyleIdx="2" presStyleCnt="11">
        <dgm:presLayoutVars>
          <dgm:chPref val="3"/>
        </dgm:presLayoutVars>
      </dgm:prSet>
      <dgm:spPr/>
    </dgm:pt>
    <dgm:pt modelId="{DF2A5A38-E9AD-4E0D-8664-8243B6A76EE9}" type="pres">
      <dgm:prSet presAssocID="{78C4697E-42E3-4CD6-8626-1B95ABCFBAEE}" presName="rootConnector" presStyleLbl="node3" presStyleIdx="2" presStyleCnt="11"/>
      <dgm:spPr/>
    </dgm:pt>
    <dgm:pt modelId="{25DCDDB0-7223-429E-8111-32F0DC3DFAA9}" type="pres">
      <dgm:prSet presAssocID="{78C4697E-42E3-4CD6-8626-1B95ABCFBAEE}" presName="hierChild4" presStyleCnt="0"/>
      <dgm:spPr/>
    </dgm:pt>
    <dgm:pt modelId="{91C4CFE2-D764-43CD-B65A-522F70B2D2C2}" type="pres">
      <dgm:prSet presAssocID="{78C4697E-42E3-4CD6-8626-1B95ABCFBAEE}" presName="hierChild5" presStyleCnt="0"/>
      <dgm:spPr/>
    </dgm:pt>
    <dgm:pt modelId="{EFAB8F0C-B50C-4110-92BD-83EFA04F2A3D}" type="pres">
      <dgm:prSet presAssocID="{93FA9CFA-3713-4C93-B0FB-EB826ABE93C4}" presName="Name48" presStyleLbl="parChTrans1D3" presStyleIdx="3" presStyleCnt="11"/>
      <dgm:spPr/>
    </dgm:pt>
    <dgm:pt modelId="{A5B3533E-C7CF-46F3-81CA-B527422E6570}" type="pres">
      <dgm:prSet presAssocID="{851C9D6E-AC63-4942-A4BE-E6721A22670E}" presName="hierRoot2" presStyleCnt="0">
        <dgm:presLayoutVars>
          <dgm:hierBranch val="init"/>
        </dgm:presLayoutVars>
      </dgm:prSet>
      <dgm:spPr/>
    </dgm:pt>
    <dgm:pt modelId="{7D9836D0-FEAF-45C5-96B9-BF85B4C5E630}" type="pres">
      <dgm:prSet presAssocID="{851C9D6E-AC63-4942-A4BE-E6721A22670E}" presName="rootComposite" presStyleCnt="0"/>
      <dgm:spPr/>
    </dgm:pt>
    <dgm:pt modelId="{2907B370-BA96-40F4-A66F-C111E7FDFAAE}" type="pres">
      <dgm:prSet presAssocID="{851C9D6E-AC63-4942-A4BE-E6721A22670E}" presName="rootText" presStyleLbl="node3" presStyleIdx="3" presStyleCnt="11">
        <dgm:presLayoutVars>
          <dgm:chPref val="3"/>
        </dgm:presLayoutVars>
      </dgm:prSet>
      <dgm:spPr/>
    </dgm:pt>
    <dgm:pt modelId="{10E23348-0F19-4FD3-A71D-F48223639FF9}" type="pres">
      <dgm:prSet presAssocID="{851C9D6E-AC63-4942-A4BE-E6721A22670E}" presName="rootConnector" presStyleLbl="node3" presStyleIdx="3" presStyleCnt="11"/>
      <dgm:spPr/>
    </dgm:pt>
    <dgm:pt modelId="{3D69BB98-EFF5-452C-9AC5-11BC881590C9}" type="pres">
      <dgm:prSet presAssocID="{851C9D6E-AC63-4942-A4BE-E6721A22670E}" presName="hierChild4" presStyleCnt="0"/>
      <dgm:spPr/>
    </dgm:pt>
    <dgm:pt modelId="{7F0430B4-7899-4BA1-A17D-366D05A80803}" type="pres">
      <dgm:prSet presAssocID="{851C9D6E-AC63-4942-A4BE-E6721A22670E}" presName="hierChild5" presStyleCnt="0"/>
      <dgm:spPr/>
    </dgm:pt>
    <dgm:pt modelId="{97D7E093-B9EA-413B-A30F-D5DDB8799B63}" type="pres">
      <dgm:prSet presAssocID="{22AAB52A-F50E-450E-A45B-AA76C6E60155}" presName="hierChild5" presStyleCnt="0"/>
      <dgm:spPr/>
    </dgm:pt>
    <dgm:pt modelId="{DBB6250D-A994-4B68-83F5-3A299E01BCF0}" type="pres">
      <dgm:prSet presAssocID="{FD7AA57F-CF0E-42DE-A55F-2EC78B30B05B}" presName="Name37" presStyleLbl="parChTrans1D2" presStyleIdx="2" presStyleCnt="4"/>
      <dgm:spPr/>
    </dgm:pt>
    <dgm:pt modelId="{7C3751AC-154A-4B83-86C4-3179D2CC195A}" type="pres">
      <dgm:prSet presAssocID="{5AD51844-7667-449C-B04B-2A3775799BFF}" presName="hierRoot2" presStyleCnt="0">
        <dgm:presLayoutVars>
          <dgm:hierBranch val="init"/>
        </dgm:presLayoutVars>
      </dgm:prSet>
      <dgm:spPr/>
    </dgm:pt>
    <dgm:pt modelId="{46E2E3C6-D8C5-40B9-98A1-533B92BF7BB4}" type="pres">
      <dgm:prSet presAssocID="{5AD51844-7667-449C-B04B-2A3775799BFF}" presName="rootComposite" presStyleCnt="0"/>
      <dgm:spPr/>
    </dgm:pt>
    <dgm:pt modelId="{143639B3-181C-491B-A515-4BAB93604BCB}" type="pres">
      <dgm:prSet presAssocID="{5AD51844-7667-449C-B04B-2A3775799BFF}" presName="rootText" presStyleLbl="node2" presStyleIdx="2" presStyleCnt="4" custLinFactNeighborX="422" custLinFactNeighborY="-693">
        <dgm:presLayoutVars>
          <dgm:chPref val="3"/>
        </dgm:presLayoutVars>
      </dgm:prSet>
      <dgm:spPr/>
    </dgm:pt>
    <dgm:pt modelId="{F76DCC48-5560-4BD5-AD58-0C6CED22E5B3}" type="pres">
      <dgm:prSet presAssocID="{5AD51844-7667-449C-B04B-2A3775799BFF}" presName="rootConnector" presStyleLbl="node2" presStyleIdx="2" presStyleCnt="4"/>
      <dgm:spPr/>
    </dgm:pt>
    <dgm:pt modelId="{54D71075-D9F2-4A86-BAD0-9859B2512DDE}" type="pres">
      <dgm:prSet presAssocID="{5AD51844-7667-449C-B04B-2A3775799BFF}" presName="hierChild4" presStyleCnt="0"/>
      <dgm:spPr/>
    </dgm:pt>
    <dgm:pt modelId="{ED858471-3416-48AF-94C0-257C660D6C30}" type="pres">
      <dgm:prSet presAssocID="{D5FFA1D8-50D6-4A82-87E7-058D5B4962E6}" presName="Name37" presStyleLbl="parChTrans1D3" presStyleIdx="4" presStyleCnt="11"/>
      <dgm:spPr/>
    </dgm:pt>
    <dgm:pt modelId="{81F929DC-36A8-4ACF-8D49-7570E547CB89}" type="pres">
      <dgm:prSet presAssocID="{CDA72991-8516-4F67-9D7F-C6CEFB219E63}" presName="hierRoot2" presStyleCnt="0">
        <dgm:presLayoutVars>
          <dgm:hierBranch val="init"/>
        </dgm:presLayoutVars>
      </dgm:prSet>
      <dgm:spPr/>
    </dgm:pt>
    <dgm:pt modelId="{A78C8B0B-8569-41EB-ACA9-0A7D6C75355C}" type="pres">
      <dgm:prSet presAssocID="{CDA72991-8516-4F67-9D7F-C6CEFB219E63}" presName="rootComposite" presStyleCnt="0"/>
      <dgm:spPr/>
    </dgm:pt>
    <dgm:pt modelId="{30523AB1-C99C-444B-AA4F-1E73092027E9}" type="pres">
      <dgm:prSet presAssocID="{CDA72991-8516-4F67-9D7F-C6CEFB219E63}" presName="rootText" presStyleLbl="node3" presStyleIdx="4" presStyleCnt="11">
        <dgm:presLayoutVars>
          <dgm:chPref val="3"/>
        </dgm:presLayoutVars>
      </dgm:prSet>
      <dgm:spPr/>
    </dgm:pt>
    <dgm:pt modelId="{D5FDDBA5-CDD5-4793-84B5-CD9B98911702}" type="pres">
      <dgm:prSet presAssocID="{CDA72991-8516-4F67-9D7F-C6CEFB219E63}" presName="rootConnector" presStyleLbl="node3" presStyleIdx="4" presStyleCnt="11"/>
      <dgm:spPr/>
    </dgm:pt>
    <dgm:pt modelId="{590501E3-6000-4C9A-99FD-C032933B1059}" type="pres">
      <dgm:prSet presAssocID="{CDA72991-8516-4F67-9D7F-C6CEFB219E63}" presName="hierChild4" presStyleCnt="0"/>
      <dgm:spPr/>
    </dgm:pt>
    <dgm:pt modelId="{E2237E00-27D8-48FE-921B-A3E617074DE2}" type="pres">
      <dgm:prSet presAssocID="{CDA72991-8516-4F67-9D7F-C6CEFB219E63}" presName="hierChild5" presStyleCnt="0"/>
      <dgm:spPr/>
    </dgm:pt>
    <dgm:pt modelId="{FC66A192-41BF-4B05-9C2B-3184310FF5C6}" type="pres">
      <dgm:prSet presAssocID="{1699D3DA-29B7-417B-98A4-5CC0FE236955}" presName="Name37" presStyleLbl="parChTrans1D3" presStyleIdx="5" presStyleCnt="11"/>
      <dgm:spPr/>
    </dgm:pt>
    <dgm:pt modelId="{9DAC2D16-7E45-40EA-A631-ADEF7ACF9061}" type="pres">
      <dgm:prSet presAssocID="{4BAE13AE-39F3-416E-8744-CFDB4B732C07}" presName="hierRoot2" presStyleCnt="0">
        <dgm:presLayoutVars>
          <dgm:hierBranch val="init"/>
        </dgm:presLayoutVars>
      </dgm:prSet>
      <dgm:spPr/>
    </dgm:pt>
    <dgm:pt modelId="{B46A1F57-C788-4C8D-A2E5-6258F3978371}" type="pres">
      <dgm:prSet presAssocID="{4BAE13AE-39F3-416E-8744-CFDB4B732C07}" presName="rootComposite" presStyleCnt="0"/>
      <dgm:spPr/>
    </dgm:pt>
    <dgm:pt modelId="{72CEFB75-59D1-4656-8F8B-120522C92D35}" type="pres">
      <dgm:prSet presAssocID="{4BAE13AE-39F3-416E-8744-CFDB4B732C07}" presName="rootText" presStyleLbl="node3" presStyleIdx="5" presStyleCnt="11">
        <dgm:presLayoutVars>
          <dgm:chPref val="3"/>
        </dgm:presLayoutVars>
      </dgm:prSet>
      <dgm:spPr/>
    </dgm:pt>
    <dgm:pt modelId="{9403F216-2E13-4D0E-80E9-D493615283DE}" type="pres">
      <dgm:prSet presAssocID="{4BAE13AE-39F3-416E-8744-CFDB4B732C07}" presName="rootConnector" presStyleLbl="node3" presStyleIdx="5" presStyleCnt="11"/>
      <dgm:spPr/>
    </dgm:pt>
    <dgm:pt modelId="{7CEBB6BA-F632-432C-9EB0-7B69559DBB2F}" type="pres">
      <dgm:prSet presAssocID="{4BAE13AE-39F3-416E-8744-CFDB4B732C07}" presName="hierChild4" presStyleCnt="0"/>
      <dgm:spPr/>
    </dgm:pt>
    <dgm:pt modelId="{724760C5-47ED-4054-B00A-7E24FEBA4ACF}" type="pres">
      <dgm:prSet presAssocID="{4BAE13AE-39F3-416E-8744-CFDB4B732C07}" presName="hierChild5" presStyleCnt="0"/>
      <dgm:spPr/>
    </dgm:pt>
    <dgm:pt modelId="{E9CFFC85-30A2-4189-8956-70EF4403155E}" type="pres">
      <dgm:prSet presAssocID="{5AD51844-7667-449C-B04B-2A3775799BFF}" presName="hierChild5" presStyleCnt="0"/>
      <dgm:spPr/>
    </dgm:pt>
    <dgm:pt modelId="{06DDBB38-68F0-4317-9F77-306B5A4D0568}" type="pres">
      <dgm:prSet presAssocID="{937CFD05-A419-45AA-A7A7-87FA7D9DF5E4}" presName="Name37" presStyleLbl="parChTrans1D2" presStyleIdx="3" presStyleCnt="4"/>
      <dgm:spPr/>
    </dgm:pt>
    <dgm:pt modelId="{FCC89F73-75CB-4B04-8C24-E0C03F7FCC98}" type="pres">
      <dgm:prSet presAssocID="{5BFFD63B-5511-492C-9222-0156EFC4526B}" presName="hierRoot2" presStyleCnt="0">
        <dgm:presLayoutVars>
          <dgm:hierBranch val="hang"/>
        </dgm:presLayoutVars>
      </dgm:prSet>
      <dgm:spPr/>
    </dgm:pt>
    <dgm:pt modelId="{51303DA3-8908-436D-83CD-FD00C3ED8F56}" type="pres">
      <dgm:prSet presAssocID="{5BFFD63B-5511-492C-9222-0156EFC4526B}" presName="rootComposite" presStyleCnt="0"/>
      <dgm:spPr/>
    </dgm:pt>
    <dgm:pt modelId="{C1E13093-8BD2-473F-9131-948EED45B322}" type="pres">
      <dgm:prSet presAssocID="{5BFFD63B-5511-492C-9222-0156EFC4526B}" presName="rootText" presStyleLbl="node2" presStyleIdx="3" presStyleCnt="4">
        <dgm:presLayoutVars>
          <dgm:chPref val="3"/>
        </dgm:presLayoutVars>
      </dgm:prSet>
      <dgm:spPr/>
    </dgm:pt>
    <dgm:pt modelId="{5CC39CA2-13D2-4B46-934E-C03FE919297A}" type="pres">
      <dgm:prSet presAssocID="{5BFFD63B-5511-492C-9222-0156EFC4526B}" presName="rootConnector" presStyleLbl="node2" presStyleIdx="3" presStyleCnt="4"/>
      <dgm:spPr/>
    </dgm:pt>
    <dgm:pt modelId="{932F9BBB-7364-461A-88DE-5DC2C9AE7C59}" type="pres">
      <dgm:prSet presAssocID="{5BFFD63B-5511-492C-9222-0156EFC4526B}" presName="hierChild4" presStyleCnt="0"/>
      <dgm:spPr/>
    </dgm:pt>
    <dgm:pt modelId="{54004330-659C-421A-AA00-2A60A650D1AA}" type="pres">
      <dgm:prSet presAssocID="{EAF9F797-4D5F-4B10-AFEF-CA31E8649317}" presName="Name48" presStyleLbl="parChTrans1D3" presStyleIdx="6" presStyleCnt="11"/>
      <dgm:spPr/>
    </dgm:pt>
    <dgm:pt modelId="{16181FE0-8A53-4C08-BF65-5F964ADA93D5}" type="pres">
      <dgm:prSet presAssocID="{1EC7473E-C38C-43F4-A078-4BF3B05DD0C5}" presName="hierRoot2" presStyleCnt="0">
        <dgm:presLayoutVars>
          <dgm:hierBranch val="init"/>
        </dgm:presLayoutVars>
      </dgm:prSet>
      <dgm:spPr/>
    </dgm:pt>
    <dgm:pt modelId="{99625B65-92C7-4F58-A9CB-76B678225743}" type="pres">
      <dgm:prSet presAssocID="{1EC7473E-C38C-43F4-A078-4BF3B05DD0C5}" presName="rootComposite" presStyleCnt="0"/>
      <dgm:spPr/>
    </dgm:pt>
    <dgm:pt modelId="{71CFB7A4-87DA-4816-B7A4-500ED09ACC80}" type="pres">
      <dgm:prSet presAssocID="{1EC7473E-C38C-43F4-A078-4BF3B05DD0C5}" presName="rootText" presStyleLbl="node3" presStyleIdx="6" presStyleCnt="11">
        <dgm:presLayoutVars>
          <dgm:chPref val="3"/>
        </dgm:presLayoutVars>
      </dgm:prSet>
      <dgm:spPr/>
    </dgm:pt>
    <dgm:pt modelId="{B53B0E2E-0C65-44C5-B0FD-F7C54A95DCE9}" type="pres">
      <dgm:prSet presAssocID="{1EC7473E-C38C-43F4-A078-4BF3B05DD0C5}" presName="rootConnector" presStyleLbl="node3" presStyleIdx="6" presStyleCnt="11"/>
      <dgm:spPr/>
    </dgm:pt>
    <dgm:pt modelId="{158C8836-73E3-4330-BD57-40A5FB8B7D13}" type="pres">
      <dgm:prSet presAssocID="{1EC7473E-C38C-43F4-A078-4BF3B05DD0C5}" presName="hierChild4" presStyleCnt="0"/>
      <dgm:spPr/>
    </dgm:pt>
    <dgm:pt modelId="{A9099310-4F36-4C40-8C0A-94504608D6A4}" type="pres">
      <dgm:prSet presAssocID="{1EC7473E-C38C-43F4-A078-4BF3B05DD0C5}" presName="hierChild5" presStyleCnt="0"/>
      <dgm:spPr/>
    </dgm:pt>
    <dgm:pt modelId="{E6D3E7C7-5F9F-4403-A4C8-CCABCA206563}" type="pres">
      <dgm:prSet presAssocID="{5776B918-55DA-4C8E-B26D-7AAC670C5996}" presName="Name48" presStyleLbl="parChTrans1D3" presStyleIdx="7" presStyleCnt="11"/>
      <dgm:spPr/>
    </dgm:pt>
    <dgm:pt modelId="{20722B81-EAAC-4468-A8EC-1205D8353D67}" type="pres">
      <dgm:prSet presAssocID="{6571645B-0BBE-4CD7-BA5A-7144F7D8C054}" presName="hierRoot2" presStyleCnt="0">
        <dgm:presLayoutVars>
          <dgm:hierBranch val="init"/>
        </dgm:presLayoutVars>
      </dgm:prSet>
      <dgm:spPr/>
    </dgm:pt>
    <dgm:pt modelId="{0947A841-917C-4819-9955-66E1076B8159}" type="pres">
      <dgm:prSet presAssocID="{6571645B-0BBE-4CD7-BA5A-7144F7D8C054}" presName="rootComposite" presStyleCnt="0"/>
      <dgm:spPr/>
    </dgm:pt>
    <dgm:pt modelId="{EE5463CD-2007-41E8-A571-D5AD678DE2DA}" type="pres">
      <dgm:prSet presAssocID="{6571645B-0BBE-4CD7-BA5A-7144F7D8C054}" presName="rootText" presStyleLbl="node3" presStyleIdx="7" presStyleCnt="11">
        <dgm:presLayoutVars>
          <dgm:chPref val="3"/>
        </dgm:presLayoutVars>
      </dgm:prSet>
      <dgm:spPr/>
    </dgm:pt>
    <dgm:pt modelId="{47C6E814-4F2F-417A-8A11-D51E33E75DBC}" type="pres">
      <dgm:prSet presAssocID="{6571645B-0BBE-4CD7-BA5A-7144F7D8C054}" presName="rootConnector" presStyleLbl="node3" presStyleIdx="7" presStyleCnt="11"/>
      <dgm:spPr/>
    </dgm:pt>
    <dgm:pt modelId="{B33645CA-D93C-4663-BAB0-666B6DA1E7B0}" type="pres">
      <dgm:prSet presAssocID="{6571645B-0BBE-4CD7-BA5A-7144F7D8C054}" presName="hierChild4" presStyleCnt="0"/>
      <dgm:spPr/>
    </dgm:pt>
    <dgm:pt modelId="{31878899-4B56-4C7F-8016-4BD8794BA1B6}" type="pres">
      <dgm:prSet presAssocID="{6571645B-0BBE-4CD7-BA5A-7144F7D8C054}" presName="hierChild5" presStyleCnt="0"/>
      <dgm:spPr/>
    </dgm:pt>
    <dgm:pt modelId="{C8C37B1E-7897-4E09-B59D-DF81792129F6}" type="pres">
      <dgm:prSet presAssocID="{2B811217-D6E1-4007-B8B1-74F71399FCBC}" presName="Name48" presStyleLbl="parChTrans1D3" presStyleIdx="8" presStyleCnt="11"/>
      <dgm:spPr/>
    </dgm:pt>
    <dgm:pt modelId="{42D4D324-508C-4D7E-B150-8078DAC1CE38}" type="pres">
      <dgm:prSet presAssocID="{D207AA23-E1E9-4664-8694-657CBE7F5113}" presName="hierRoot2" presStyleCnt="0">
        <dgm:presLayoutVars>
          <dgm:hierBranch val="init"/>
        </dgm:presLayoutVars>
      </dgm:prSet>
      <dgm:spPr/>
    </dgm:pt>
    <dgm:pt modelId="{6CD8C304-11B9-4BF1-AEAB-608720262554}" type="pres">
      <dgm:prSet presAssocID="{D207AA23-E1E9-4664-8694-657CBE7F5113}" presName="rootComposite" presStyleCnt="0"/>
      <dgm:spPr/>
    </dgm:pt>
    <dgm:pt modelId="{1EDDC4A0-7BC2-483A-84BD-549CE25340AD}" type="pres">
      <dgm:prSet presAssocID="{D207AA23-E1E9-4664-8694-657CBE7F5113}" presName="rootText" presStyleLbl="node3" presStyleIdx="8" presStyleCnt="11">
        <dgm:presLayoutVars>
          <dgm:chPref val="3"/>
        </dgm:presLayoutVars>
      </dgm:prSet>
      <dgm:spPr/>
    </dgm:pt>
    <dgm:pt modelId="{23984141-AD1C-4E04-AE34-10AE7E9078D3}" type="pres">
      <dgm:prSet presAssocID="{D207AA23-E1E9-4664-8694-657CBE7F5113}" presName="rootConnector" presStyleLbl="node3" presStyleIdx="8" presStyleCnt="11"/>
      <dgm:spPr/>
    </dgm:pt>
    <dgm:pt modelId="{924BF449-97E6-4E2C-824D-88093D36A425}" type="pres">
      <dgm:prSet presAssocID="{D207AA23-E1E9-4664-8694-657CBE7F5113}" presName="hierChild4" presStyleCnt="0"/>
      <dgm:spPr/>
    </dgm:pt>
    <dgm:pt modelId="{15A9E67C-CF04-4FCE-810D-DC675941C07F}" type="pres">
      <dgm:prSet presAssocID="{D207AA23-E1E9-4664-8694-657CBE7F5113}" presName="hierChild5" presStyleCnt="0"/>
      <dgm:spPr/>
    </dgm:pt>
    <dgm:pt modelId="{20C4DE16-1EA8-4E66-8AE0-84BB1C2EADBB}" type="pres">
      <dgm:prSet presAssocID="{0B37D1B5-1459-47BD-A177-28D2DF664D5E}" presName="Name48" presStyleLbl="parChTrans1D3" presStyleIdx="9" presStyleCnt="11"/>
      <dgm:spPr/>
    </dgm:pt>
    <dgm:pt modelId="{2B8B302C-6148-4854-91B0-36366B172028}" type="pres">
      <dgm:prSet presAssocID="{9C8FF474-B8E2-44A7-A2AD-9A703BBB6D91}" presName="hierRoot2" presStyleCnt="0">
        <dgm:presLayoutVars>
          <dgm:hierBranch val="init"/>
        </dgm:presLayoutVars>
      </dgm:prSet>
      <dgm:spPr/>
    </dgm:pt>
    <dgm:pt modelId="{AA5456AE-F2DB-4FCB-8186-4012573FCCB6}" type="pres">
      <dgm:prSet presAssocID="{9C8FF474-B8E2-44A7-A2AD-9A703BBB6D91}" presName="rootComposite" presStyleCnt="0"/>
      <dgm:spPr/>
    </dgm:pt>
    <dgm:pt modelId="{FFA1E627-6ECF-472E-955E-042FC44114FE}" type="pres">
      <dgm:prSet presAssocID="{9C8FF474-B8E2-44A7-A2AD-9A703BBB6D91}" presName="rootText" presStyleLbl="node3" presStyleIdx="9" presStyleCnt="11">
        <dgm:presLayoutVars>
          <dgm:chPref val="3"/>
        </dgm:presLayoutVars>
      </dgm:prSet>
      <dgm:spPr/>
    </dgm:pt>
    <dgm:pt modelId="{34D520C3-DBFC-474E-90A9-03EBD3AAA234}" type="pres">
      <dgm:prSet presAssocID="{9C8FF474-B8E2-44A7-A2AD-9A703BBB6D91}" presName="rootConnector" presStyleLbl="node3" presStyleIdx="9" presStyleCnt="11"/>
      <dgm:spPr/>
    </dgm:pt>
    <dgm:pt modelId="{194BB7B6-48C8-46DC-A361-1F350D5FD829}" type="pres">
      <dgm:prSet presAssocID="{9C8FF474-B8E2-44A7-A2AD-9A703BBB6D91}" presName="hierChild4" presStyleCnt="0"/>
      <dgm:spPr/>
    </dgm:pt>
    <dgm:pt modelId="{11F18250-DC48-4873-9610-4193E3DF3827}" type="pres">
      <dgm:prSet presAssocID="{9C8FF474-B8E2-44A7-A2AD-9A703BBB6D91}" presName="hierChild5" presStyleCnt="0"/>
      <dgm:spPr/>
    </dgm:pt>
    <dgm:pt modelId="{0CB1DD64-8E2B-4213-A922-5172F8217136}" type="pres">
      <dgm:prSet presAssocID="{DC618EE1-3F12-48C2-BED0-11FE9201DC61}" presName="Name48" presStyleLbl="parChTrans1D3" presStyleIdx="10" presStyleCnt="11"/>
      <dgm:spPr/>
    </dgm:pt>
    <dgm:pt modelId="{23B7D01B-CA4F-4959-AB48-7B5B38671C7B}" type="pres">
      <dgm:prSet presAssocID="{0D2E9F3E-3934-453E-AA19-8E3608548189}" presName="hierRoot2" presStyleCnt="0">
        <dgm:presLayoutVars>
          <dgm:hierBranch val="init"/>
        </dgm:presLayoutVars>
      </dgm:prSet>
      <dgm:spPr/>
    </dgm:pt>
    <dgm:pt modelId="{E432C062-C46B-4E46-87A2-1328049E542F}" type="pres">
      <dgm:prSet presAssocID="{0D2E9F3E-3934-453E-AA19-8E3608548189}" presName="rootComposite" presStyleCnt="0"/>
      <dgm:spPr/>
    </dgm:pt>
    <dgm:pt modelId="{E80ABF54-4110-4F22-9DD1-B401D5DCF6B9}" type="pres">
      <dgm:prSet presAssocID="{0D2E9F3E-3934-453E-AA19-8E3608548189}" presName="rootText" presStyleLbl="node3" presStyleIdx="10" presStyleCnt="11">
        <dgm:presLayoutVars>
          <dgm:chPref val="3"/>
        </dgm:presLayoutVars>
      </dgm:prSet>
      <dgm:spPr/>
    </dgm:pt>
    <dgm:pt modelId="{FD14E017-8EAE-4903-921F-1F033F35CD4E}" type="pres">
      <dgm:prSet presAssocID="{0D2E9F3E-3934-453E-AA19-8E3608548189}" presName="rootConnector" presStyleLbl="node3" presStyleIdx="10" presStyleCnt="11"/>
      <dgm:spPr/>
    </dgm:pt>
    <dgm:pt modelId="{F90B8D6E-A517-47F3-93A8-7CD8A73C07C2}" type="pres">
      <dgm:prSet presAssocID="{0D2E9F3E-3934-453E-AA19-8E3608548189}" presName="hierChild4" presStyleCnt="0"/>
      <dgm:spPr/>
    </dgm:pt>
    <dgm:pt modelId="{303A026D-4929-4BDA-9B2C-FDAE03F53E52}" type="pres">
      <dgm:prSet presAssocID="{0D2E9F3E-3934-453E-AA19-8E3608548189}" presName="hierChild5" presStyleCnt="0"/>
      <dgm:spPr/>
    </dgm:pt>
    <dgm:pt modelId="{95D487BC-91A7-450C-9E4C-F5D38D84DFBD}" type="pres">
      <dgm:prSet presAssocID="{5BFFD63B-5511-492C-9222-0156EFC4526B}" presName="hierChild5" presStyleCnt="0"/>
      <dgm:spPr/>
    </dgm:pt>
    <dgm:pt modelId="{2409E2CD-8A3D-4025-AF35-FDAFA4476D46}" type="pres">
      <dgm:prSet presAssocID="{780E2C17-7959-4BE4-B5B9-2AF6E7CE28C3}" presName="hierChild3" presStyleCnt="0"/>
      <dgm:spPr/>
    </dgm:pt>
  </dgm:ptLst>
  <dgm:cxnLst>
    <dgm:cxn modelId="{08FB7501-88BC-453E-BF8C-E05AF5039A96}" type="presOf" srcId="{CDA72991-8516-4F67-9D7F-C6CEFB219E63}" destId="{D5FDDBA5-CDD5-4793-84B5-CD9B98911702}" srcOrd="1" destOrd="0" presId="urn:microsoft.com/office/officeart/2005/8/layout/orgChart1"/>
    <dgm:cxn modelId="{59A2AF01-BC72-4035-B2E0-E2EBBBF29E8F}" type="presOf" srcId="{93FA9CFA-3713-4C93-B0FB-EB826ABE93C4}" destId="{EFAB8F0C-B50C-4110-92BD-83EFA04F2A3D}" srcOrd="0" destOrd="0" presId="urn:microsoft.com/office/officeart/2005/8/layout/orgChart1"/>
    <dgm:cxn modelId="{95FB9504-7794-46B1-B6ED-2BB9327B5755}" type="presOf" srcId="{9B6515FC-BAB6-49BD-B614-8D99B5FBDBDE}" destId="{6EA04B9E-A781-425B-B36A-F2E0C3396A0F}" srcOrd="0" destOrd="0" presId="urn:microsoft.com/office/officeart/2005/8/layout/orgChart1"/>
    <dgm:cxn modelId="{A671590E-F926-4AF6-91E1-AD9336EC2F46}" srcId="{5AD51844-7667-449C-B04B-2A3775799BFF}" destId="{4BAE13AE-39F3-416E-8744-CFDB4B732C07}" srcOrd="1" destOrd="0" parTransId="{1699D3DA-29B7-417B-98A4-5CC0FE236955}" sibTransId="{306B415E-C390-4DDC-82B2-649369D5F815}"/>
    <dgm:cxn modelId="{FD088911-4CE7-4D49-858D-3014375EF329}" type="presOf" srcId="{D207AA23-E1E9-4664-8694-657CBE7F5113}" destId="{23984141-AD1C-4E04-AE34-10AE7E9078D3}" srcOrd="1" destOrd="0" presId="urn:microsoft.com/office/officeart/2005/8/layout/orgChart1"/>
    <dgm:cxn modelId="{C388A315-2C07-483B-81FC-7001ABC857BE}" type="presOf" srcId="{9C8FF474-B8E2-44A7-A2AD-9A703BBB6D91}" destId="{34D520C3-DBFC-474E-90A9-03EBD3AAA234}" srcOrd="1" destOrd="0" presId="urn:microsoft.com/office/officeart/2005/8/layout/orgChart1"/>
    <dgm:cxn modelId="{B3895B1D-523F-48B7-9AF5-3CEBB7D6CEDD}" type="presOf" srcId="{6571645B-0BBE-4CD7-BA5A-7144F7D8C054}" destId="{47C6E814-4F2F-417A-8A11-D51E33E75DBC}" srcOrd="1" destOrd="0" presId="urn:microsoft.com/office/officeart/2005/8/layout/orgChart1"/>
    <dgm:cxn modelId="{A25C5321-2397-436D-96DF-6B1391C6D905}" srcId="{780E2C17-7959-4BE4-B5B9-2AF6E7CE28C3}" destId="{5AD51844-7667-449C-B04B-2A3775799BFF}" srcOrd="2" destOrd="0" parTransId="{FD7AA57F-CF0E-42DE-A55F-2EC78B30B05B}" sibTransId="{6896A8BC-4889-4D51-8FB9-9AB4779A3BA7}"/>
    <dgm:cxn modelId="{64ED3325-9CC8-4EA4-80BC-ED56027AE6F8}" type="presOf" srcId="{82515DFC-9938-4C9D-833B-D7B6FE74F3D6}" destId="{B36F738C-DABB-499F-A586-6245E56F73A4}" srcOrd="0" destOrd="0" presId="urn:microsoft.com/office/officeart/2005/8/layout/orgChart1"/>
    <dgm:cxn modelId="{EF3B9628-F174-4C01-B2ED-45F4A3AFB8DF}" type="presOf" srcId="{780E2C17-7959-4BE4-B5B9-2AF6E7CE28C3}" destId="{CC9F5843-D328-475A-834D-68A4E455C29F}" srcOrd="1" destOrd="0" presId="urn:microsoft.com/office/officeart/2005/8/layout/orgChart1"/>
    <dgm:cxn modelId="{0A670229-C432-41E4-A1D9-1BA413788E5E}" type="presOf" srcId="{0D2E9F3E-3934-453E-AA19-8E3608548189}" destId="{FD14E017-8EAE-4903-921F-1F033F35CD4E}" srcOrd="1" destOrd="0" presId="urn:microsoft.com/office/officeart/2005/8/layout/orgChart1"/>
    <dgm:cxn modelId="{D3C15631-C6AA-431A-8019-B6CB89E454D1}" srcId="{9806DEA8-F325-4BC2-BE52-585E2948CFB3}" destId="{780E2C17-7959-4BE4-B5B9-2AF6E7CE28C3}" srcOrd="0" destOrd="0" parTransId="{2512B4B8-6636-4906-9597-60AD45FC6AB8}" sibTransId="{DBC20B37-8FA3-4069-9306-016BCE515DEB}"/>
    <dgm:cxn modelId="{3F535634-E9AE-4FDC-B548-BAB3D297C443}" type="presOf" srcId="{111B3508-DF67-4D45-82A6-7B60B4D41864}" destId="{7B5206AE-36DB-43EE-84F3-AFB823AA6253}" srcOrd="0" destOrd="0" presId="urn:microsoft.com/office/officeart/2005/8/layout/orgChart1"/>
    <dgm:cxn modelId="{084C7F3B-A45D-43F7-B362-F4F7E3D3A3C4}" type="presOf" srcId="{780E2C17-7959-4BE4-B5B9-2AF6E7CE28C3}" destId="{B66FDA53-52AD-4777-B131-E6DE4E566FE1}" srcOrd="0" destOrd="0" presId="urn:microsoft.com/office/officeart/2005/8/layout/orgChart1"/>
    <dgm:cxn modelId="{37BA583C-2205-4808-B3E8-B295D701EEF9}" type="presOf" srcId="{D5FFA1D8-50D6-4A82-87E7-058D5B4962E6}" destId="{ED858471-3416-48AF-94C0-257C660D6C30}" srcOrd="0" destOrd="0" presId="urn:microsoft.com/office/officeart/2005/8/layout/orgChart1"/>
    <dgm:cxn modelId="{EDB5443E-A59B-41A0-BCC1-E776FDCAB248}" type="presOf" srcId="{22AAB52A-F50E-450E-A45B-AA76C6E60155}" destId="{609F4C0D-78CC-42E2-8EC6-ACCF5277829F}" srcOrd="1" destOrd="0" presId="urn:microsoft.com/office/officeart/2005/8/layout/orgChart1"/>
    <dgm:cxn modelId="{9BAAFD63-3C39-480D-8841-1E5607FA4096}" type="presOf" srcId="{82515DFC-9938-4C9D-833B-D7B6FE74F3D6}" destId="{14012CE9-2525-49DB-825E-72030D160490}" srcOrd="1" destOrd="0" presId="urn:microsoft.com/office/officeart/2005/8/layout/orgChart1"/>
    <dgm:cxn modelId="{4C110345-85EA-4884-9090-3DE9653BB6A6}" srcId="{5BFFD63B-5511-492C-9222-0156EFC4526B}" destId="{0D2E9F3E-3934-453E-AA19-8E3608548189}" srcOrd="4" destOrd="0" parTransId="{DC618EE1-3F12-48C2-BED0-11FE9201DC61}" sibTransId="{2F8E2578-FDD3-41A6-AB6F-7E0B18A2760E}"/>
    <dgm:cxn modelId="{9E84E168-AFFE-4CB4-BB82-C1F1F5511677}" type="presOf" srcId="{78C4697E-42E3-4CD6-8626-1B95ABCFBAEE}" destId="{DF2A5A38-E9AD-4E0D-8664-8243B6A76EE9}" srcOrd="1" destOrd="0" presId="urn:microsoft.com/office/officeart/2005/8/layout/orgChart1"/>
    <dgm:cxn modelId="{AF6A9049-ED44-46C3-A7C9-2E9B4CD180A4}" type="presOf" srcId="{CDA72991-8516-4F67-9D7F-C6CEFB219E63}" destId="{30523AB1-C99C-444B-AA4F-1E73092027E9}" srcOrd="0" destOrd="0" presId="urn:microsoft.com/office/officeart/2005/8/layout/orgChart1"/>
    <dgm:cxn modelId="{A26A754A-4640-41B7-ABDF-8147B8703B90}" type="presOf" srcId="{78C4697E-42E3-4CD6-8626-1B95ABCFBAEE}" destId="{2A5F8A13-F793-4295-A576-C273F1E67E53}" srcOrd="0" destOrd="0" presId="urn:microsoft.com/office/officeart/2005/8/layout/orgChart1"/>
    <dgm:cxn modelId="{9FB2854A-70EA-482C-BB62-2C7D8537DAA5}" type="presOf" srcId="{8423AC5B-65BB-44BA-85C8-B8F2C1D799F9}" destId="{63AB99B0-52A9-4FD4-95B2-D1CDAD6E4D6C}" srcOrd="0" destOrd="0" presId="urn:microsoft.com/office/officeart/2005/8/layout/orgChart1"/>
    <dgm:cxn modelId="{81811C4D-EDBD-4280-92CA-D2515B2B3895}" type="presOf" srcId="{1C76DC10-B192-4CB8-BDD4-43D705326175}" destId="{152DB30B-0997-48AC-8E02-B305E6A174EA}" srcOrd="0" destOrd="0" presId="urn:microsoft.com/office/officeart/2005/8/layout/orgChart1"/>
    <dgm:cxn modelId="{76EC776D-5FA5-485B-BBB7-6ACDF331F74D}" type="presOf" srcId="{81AD3CE4-69FA-4B9E-BB3B-4FF1EB31E2BF}" destId="{31CF9883-6932-443B-BE67-EA6070F735FC}" srcOrd="0" destOrd="0" presId="urn:microsoft.com/office/officeart/2005/8/layout/orgChart1"/>
    <dgm:cxn modelId="{5771A56D-4DFE-4462-803B-39E1FE786120}" type="presOf" srcId="{1EC7473E-C38C-43F4-A078-4BF3B05DD0C5}" destId="{71CFB7A4-87DA-4816-B7A4-500ED09ACC80}" srcOrd="0" destOrd="0" presId="urn:microsoft.com/office/officeart/2005/8/layout/orgChart1"/>
    <dgm:cxn modelId="{4BC2BC59-8FED-42EB-9245-117894C409C3}" type="presOf" srcId="{1C76DC10-B192-4CB8-BDD4-43D705326175}" destId="{E2521828-141C-4DD9-A0FF-550F879D8B65}" srcOrd="1" destOrd="0" presId="urn:microsoft.com/office/officeart/2005/8/layout/orgChart1"/>
    <dgm:cxn modelId="{80B5277C-9F2D-4DAD-9708-9EAFCCA6EC57}" type="presOf" srcId="{4BAE13AE-39F3-416E-8744-CFDB4B732C07}" destId="{72CEFB75-59D1-4656-8F8B-120522C92D35}" srcOrd="0" destOrd="0" presId="urn:microsoft.com/office/officeart/2005/8/layout/orgChart1"/>
    <dgm:cxn modelId="{2140F080-129D-4C86-8218-197CD091D2D8}" srcId="{5BFFD63B-5511-492C-9222-0156EFC4526B}" destId="{9C8FF474-B8E2-44A7-A2AD-9A703BBB6D91}" srcOrd="3" destOrd="0" parTransId="{0B37D1B5-1459-47BD-A177-28D2DF664D5E}" sibTransId="{5C3CF336-0E4B-44FD-80DC-25C0BADB1907}"/>
    <dgm:cxn modelId="{F8C53389-D728-4BB0-884C-E4FE748A7B61}" type="presOf" srcId="{1699D3DA-29B7-417B-98A4-5CC0FE236955}" destId="{FC66A192-41BF-4B05-9C2B-3184310FF5C6}" srcOrd="0" destOrd="0" presId="urn:microsoft.com/office/officeart/2005/8/layout/orgChart1"/>
    <dgm:cxn modelId="{4B9AA78A-B8AA-41EF-8B77-881DD143F0E4}" type="presOf" srcId="{5AD51844-7667-449C-B04B-2A3775799BFF}" destId="{F76DCC48-5560-4BD5-AD58-0C6CED22E5B3}" srcOrd="1" destOrd="0" presId="urn:microsoft.com/office/officeart/2005/8/layout/orgChart1"/>
    <dgm:cxn modelId="{5D1F608C-3159-4A0F-BCAB-9AB5E2E14BE0}" type="presOf" srcId="{DC618EE1-3F12-48C2-BED0-11FE9201DC61}" destId="{0CB1DD64-8E2B-4213-A922-5172F8217136}" srcOrd="0" destOrd="0" presId="urn:microsoft.com/office/officeart/2005/8/layout/orgChart1"/>
    <dgm:cxn modelId="{2177568D-4327-49E7-A557-8F335FFE259C}" type="presOf" srcId="{8423AC5B-65BB-44BA-85C8-B8F2C1D799F9}" destId="{1F827E1E-DE28-4629-93A9-7862FAB5F676}" srcOrd="1" destOrd="0" presId="urn:microsoft.com/office/officeart/2005/8/layout/orgChart1"/>
    <dgm:cxn modelId="{1B88CF8D-BD5C-4B38-ADCF-8962BA9FDDDA}" type="presOf" srcId="{851C9D6E-AC63-4942-A4BE-E6721A22670E}" destId="{10E23348-0F19-4FD3-A71D-F48223639FF9}" srcOrd="1" destOrd="0" presId="urn:microsoft.com/office/officeart/2005/8/layout/orgChart1"/>
    <dgm:cxn modelId="{3CE8308E-1BB1-4571-818B-B6663A87989B}" type="presOf" srcId="{0D2E9F3E-3934-453E-AA19-8E3608548189}" destId="{E80ABF54-4110-4F22-9DD1-B401D5DCF6B9}" srcOrd="0" destOrd="0" presId="urn:microsoft.com/office/officeart/2005/8/layout/orgChart1"/>
    <dgm:cxn modelId="{02CE8D8E-E5C8-496B-98D2-6E8E867ECC46}" srcId="{5BFFD63B-5511-492C-9222-0156EFC4526B}" destId="{1EC7473E-C38C-43F4-A078-4BF3B05DD0C5}" srcOrd="0" destOrd="0" parTransId="{EAF9F797-4D5F-4B10-AFEF-CA31E8649317}" sibTransId="{39576AED-5FE2-48F6-9A6D-F66F2094B208}"/>
    <dgm:cxn modelId="{73656D8F-8B2A-4989-8ADA-4D09D1B0CE91}" type="presOf" srcId="{9806DEA8-F325-4BC2-BE52-585E2948CFB3}" destId="{FC0D5DA3-7F08-40C9-A39B-512D9ACDB8BB}" srcOrd="0" destOrd="0" presId="urn:microsoft.com/office/officeart/2005/8/layout/orgChart1"/>
    <dgm:cxn modelId="{17D83A96-E0B1-4363-AD3B-64BED67625EF}" type="presOf" srcId="{9C8FF474-B8E2-44A7-A2AD-9A703BBB6D91}" destId="{FFA1E627-6ECF-472E-955E-042FC44114FE}" srcOrd="0" destOrd="0" presId="urn:microsoft.com/office/officeart/2005/8/layout/orgChart1"/>
    <dgm:cxn modelId="{AEC67096-20FC-480D-97F0-F2F564BD9E8A}" srcId="{780E2C17-7959-4BE4-B5B9-2AF6E7CE28C3}" destId="{22AAB52A-F50E-450E-A45B-AA76C6E60155}" srcOrd="1" destOrd="0" parTransId="{111B3508-DF67-4D45-82A6-7B60B4D41864}" sibTransId="{773A98D1-1721-4740-BBBC-EE4ECE532058}"/>
    <dgm:cxn modelId="{A5DA449A-7817-4AAE-A861-F80FB541C7B9}" type="presOf" srcId="{851C9D6E-AC63-4942-A4BE-E6721A22670E}" destId="{2907B370-BA96-40F4-A66F-C111E7FDFAAE}" srcOrd="0" destOrd="0" presId="urn:microsoft.com/office/officeart/2005/8/layout/orgChart1"/>
    <dgm:cxn modelId="{EBEC469D-F66E-4DC3-BE08-33EEADE64981}" type="presOf" srcId="{5776B918-55DA-4C8E-B26D-7AAC670C5996}" destId="{E6D3E7C7-5F9F-4403-A4C8-CCABCA206563}" srcOrd="0" destOrd="0" presId="urn:microsoft.com/office/officeart/2005/8/layout/orgChart1"/>
    <dgm:cxn modelId="{544C879F-65F0-46A5-B7C0-8D1A458F62F9}" srcId="{780E2C17-7959-4BE4-B5B9-2AF6E7CE28C3}" destId="{82515DFC-9938-4C9D-833B-D7B6FE74F3D6}" srcOrd="0" destOrd="0" parTransId="{81AD3CE4-69FA-4B9E-BB3B-4FF1EB31E2BF}" sibTransId="{3ABDE96B-50C5-4FE4-A81A-4FB2FAAAAFA5}"/>
    <dgm:cxn modelId="{5FA6B9A0-0F01-450B-93E3-811AD227B08F}" type="presOf" srcId="{FD7AA57F-CF0E-42DE-A55F-2EC78B30B05B}" destId="{DBB6250D-A994-4B68-83F5-3A299E01BCF0}" srcOrd="0" destOrd="0" presId="urn:microsoft.com/office/officeart/2005/8/layout/orgChart1"/>
    <dgm:cxn modelId="{C16D60A1-CA2C-4569-9F5A-B081AD66D2CB}" type="presOf" srcId="{6571645B-0BBE-4CD7-BA5A-7144F7D8C054}" destId="{EE5463CD-2007-41E8-A571-D5AD678DE2DA}" srcOrd="0" destOrd="0" presId="urn:microsoft.com/office/officeart/2005/8/layout/orgChart1"/>
    <dgm:cxn modelId="{62348BA2-482C-45F1-B7B9-704789E008B9}" type="presOf" srcId="{2B811217-D6E1-4007-B8B1-74F71399FCBC}" destId="{C8C37B1E-7897-4E09-B59D-DF81792129F6}" srcOrd="0" destOrd="0" presId="urn:microsoft.com/office/officeart/2005/8/layout/orgChart1"/>
    <dgm:cxn modelId="{1C1C43A5-94AF-48A6-8E8B-D83BCF17892A}" type="presOf" srcId="{98E64B81-CF24-49AB-A88A-228C9A8CA780}" destId="{DBFAA4B1-5E18-4F52-8331-43C80B4BAD10}" srcOrd="0" destOrd="0" presId="urn:microsoft.com/office/officeart/2005/8/layout/orgChart1"/>
    <dgm:cxn modelId="{D68E4CA5-2615-45AA-BC48-8892261A331E}" srcId="{5AD51844-7667-449C-B04B-2A3775799BFF}" destId="{CDA72991-8516-4F67-9D7F-C6CEFB219E63}" srcOrd="0" destOrd="0" parTransId="{D5FFA1D8-50D6-4A82-87E7-058D5B4962E6}" sibTransId="{977A6F70-64D1-479E-B160-4BA6F04720C2}"/>
    <dgm:cxn modelId="{4A4426A8-2F36-4935-9726-DFCE8F41E836}" srcId="{22AAB52A-F50E-450E-A45B-AA76C6E60155}" destId="{78C4697E-42E3-4CD6-8626-1B95ABCFBAEE}" srcOrd="2" destOrd="0" parTransId="{8A2823D3-0319-40D7-99A2-677B9C1E7C97}" sibTransId="{E49278E8-4C74-4CB2-80A2-3456757BC598}"/>
    <dgm:cxn modelId="{1D22AAAC-4B45-48C9-84FC-690C449BA89D}" srcId="{780E2C17-7959-4BE4-B5B9-2AF6E7CE28C3}" destId="{5BFFD63B-5511-492C-9222-0156EFC4526B}" srcOrd="3" destOrd="0" parTransId="{937CFD05-A419-45AA-A7A7-87FA7D9DF5E4}" sibTransId="{D2D278E8-783F-4750-A634-8BB5EBBA1118}"/>
    <dgm:cxn modelId="{871E18B0-3AA4-4CA5-A244-7BA82CD8CBE2}" type="presOf" srcId="{1EC7473E-C38C-43F4-A078-4BF3B05DD0C5}" destId="{B53B0E2E-0C65-44C5-B0FD-F7C54A95DCE9}" srcOrd="1" destOrd="0" presId="urn:microsoft.com/office/officeart/2005/8/layout/orgChart1"/>
    <dgm:cxn modelId="{8E3F17B4-7549-4018-A69F-1C6BCD1662C9}" srcId="{22AAB52A-F50E-450E-A45B-AA76C6E60155}" destId="{851C9D6E-AC63-4942-A4BE-E6721A22670E}" srcOrd="3" destOrd="0" parTransId="{93FA9CFA-3713-4C93-B0FB-EB826ABE93C4}" sibTransId="{E67CB3FC-871F-48D3-8F22-E65AC355491E}"/>
    <dgm:cxn modelId="{9DE396B4-3663-4EB0-BC77-41DA68116E8E}" srcId="{5BFFD63B-5511-492C-9222-0156EFC4526B}" destId="{D207AA23-E1E9-4664-8694-657CBE7F5113}" srcOrd="2" destOrd="0" parTransId="{2B811217-D6E1-4007-B8B1-74F71399FCBC}" sibTransId="{FD6F05A3-C7FA-425C-9D87-0A61C97921D3}"/>
    <dgm:cxn modelId="{2CC981BF-2146-463A-8370-2C89437A39D0}" type="presOf" srcId="{8A2823D3-0319-40D7-99A2-677B9C1E7C97}" destId="{F4168C62-4C73-4FEA-B525-828302C7EE80}" srcOrd="0" destOrd="0" presId="urn:microsoft.com/office/officeart/2005/8/layout/orgChart1"/>
    <dgm:cxn modelId="{E5EA43C2-879E-41FF-8B34-F36E6B7FF872}" srcId="{5BFFD63B-5511-492C-9222-0156EFC4526B}" destId="{6571645B-0BBE-4CD7-BA5A-7144F7D8C054}" srcOrd="1" destOrd="0" parTransId="{5776B918-55DA-4C8E-B26D-7AAC670C5996}" sibTransId="{E9BBE097-0F9A-4E77-B078-800EE8F7C4A5}"/>
    <dgm:cxn modelId="{E1E883C2-33B8-4F17-936B-BF67F2A43F67}" type="presOf" srcId="{D207AA23-E1E9-4664-8694-657CBE7F5113}" destId="{1EDDC4A0-7BC2-483A-84BD-549CE25340AD}" srcOrd="0" destOrd="0" presId="urn:microsoft.com/office/officeart/2005/8/layout/orgChart1"/>
    <dgm:cxn modelId="{CA06C0C2-5AE1-4353-BA72-1429FC5B8CB2}" type="presOf" srcId="{937CFD05-A419-45AA-A7A7-87FA7D9DF5E4}" destId="{06DDBB38-68F0-4317-9F77-306B5A4D0568}" srcOrd="0" destOrd="0" presId="urn:microsoft.com/office/officeart/2005/8/layout/orgChart1"/>
    <dgm:cxn modelId="{4836D3C4-75F6-4A98-9656-491E5F684B37}" type="presOf" srcId="{EAF9F797-4D5F-4B10-AFEF-CA31E8649317}" destId="{54004330-659C-421A-AA00-2A60A650D1AA}" srcOrd="0" destOrd="0" presId="urn:microsoft.com/office/officeart/2005/8/layout/orgChart1"/>
    <dgm:cxn modelId="{7B7D9FCB-9755-4ECB-A5D1-1C8397223A2A}" type="presOf" srcId="{5BFFD63B-5511-492C-9222-0156EFC4526B}" destId="{C1E13093-8BD2-473F-9131-948EED45B322}" srcOrd="0" destOrd="0" presId="urn:microsoft.com/office/officeart/2005/8/layout/orgChart1"/>
    <dgm:cxn modelId="{49F84BCF-56D4-4716-881A-8D03E4FD0021}" srcId="{22AAB52A-F50E-450E-A45B-AA76C6E60155}" destId="{1C76DC10-B192-4CB8-BDD4-43D705326175}" srcOrd="1" destOrd="0" parTransId="{9B6515FC-BAB6-49BD-B614-8D99B5FBDBDE}" sibTransId="{0F91D73B-DCE4-4F8F-9696-95E8CA55567C}"/>
    <dgm:cxn modelId="{3504CBD1-AC9E-4719-8808-1B9457CE95B9}" type="presOf" srcId="{5BFFD63B-5511-492C-9222-0156EFC4526B}" destId="{5CC39CA2-13D2-4B46-934E-C03FE919297A}" srcOrd="1" destOrd="0" presId="urn:microsoft.com/office/officeart/2005/8/layout/orgChart1"/>
    <dgm:cxn modelId="{12752EE7-4C9A-4006-B2AE-B5551DF3FF82}" srcId="{22AAB52A-F50E-450E-A45B-AA76C6E60155}" destId="{8423AC5B-65BB-44BA-85C8-B8F2C1D799F9}" srcOrd="0" destOrd="0" parTransId="{98E64B81-CF24-49AB-A88A-228C9A8CA780}" sibTransId="{37318783-7077-401B-9007-0BCCE6BB03B7}"/>
    <dgm:cxn modelId="{923E6AE7-2067-4FF3-A7EB-643CC8D3B2A7}" type="presOf" srcId="{22AAB52A-F50E-450E-A45B-AA76C6E60155}" destId="{BE33DF6D-96DD-447A-A304-E5B66ED4DEA0}" srcOrd="0" destOrd="0" presId="urn:microsoft.com/office/officeart/2005/8/layout/orgChart1"/>
    <dgm:cxn modelId="{7992E3E9-5546-4A25-A8BB-2A77B8472482}" type="presOf" srcId="{5AD51844-7667-449C-B04B-2A3775799BFF}" destId="{143639B3-181C-491B-A515-4BAB93604BCB}" srcOrd="0" destOrd="0" presId="urn:microsoft.com/office/officeart/2005/8/layout/orgChart1"/>
    <dgm:cxn modelId="{5E3745F4-FD26-488F-8572-E36468A9CD35}" type="presOf" srcId="{0B37D1B5-1459-47BD-A177-28D2DF664D5E}" destId="{20C4DE16-1EA8-4E66-8AE0-84BB1C2EADBB}" srcOrd="0" destOrd="0" presId="urn:microsoft.com/office/officeart/2005/8/layout/orgChart1"/>
    <dgm:cxn modelId="{8265D7F9-CD3A-4BDC-9CA5-54B2ED903C4A}" type="presOf" srcId="{4BAE13AE-39F3-416E-8744-CFDB4B732C07}" destId="{9403F216-2E13-4D0E-80E9-D493615283DE}" srcOrd="1" destOrd="0" presId="urn:microsoft.com/office/officeart/2005/8/layout/orgChart1"/>
    <dgm:cxn modelId="{0428FC16-2ABE-4A56-8144-28F6E5DA7ED7}" type="presParOf" srcId="{FC0D5DA3-7F08-40C9-A39B-512D9ACDB8BB}" destId="{5020A7F2-D507-45EE-A895-2DBC7AC3D771}" srcOrd="0" destOrd="0" presId="urn:microsoft.com/office/officeart/2005/8/layout/orgChart1"/>
    <dgm:cxn modelId="{0739A1C9-0974-46B7-81C5-95C42459366D}" type="presParOf" srcId="{5020A7F2-D507-45EE-A895-2DBC7AC3D771}" destId="{D4982AEC-E392-43FF-B1E6-76981C7F4526}" srcOrd="0" destOrd="0" presId="urn:microsoft.com/office/officeart/2005/8/layout/orgChart1"/>
    <dgm:cxn modelId="{4FE057A5-7AE9-4487-ACFD-D9D9FF01FED0}" type="presParOf" srcId="{D4982AEC-E392-43FF-B1E6-76981C7F4526}" destId="{B66FDA53-52AD-4777-B131-E6DE4E566FE1}" srcOrd="0" destOrd="0" presId="urn:microsoft.com/office/officeart/2005/8/layout/orgChart1"/>
    <dgm:cxn modelId="{A7B4C99A-50FB-4088-915E-D237F72D65D4}" type="presParOf" srcId="{D4982AEC-E392-43FF-B1E6-76981C7F4526}" destId="{CC9F5843-D328-475A-834D-68A4E455C29F}" srcOrd="1" destOrd="0" presId="urn:microsoft.com/office/officeart/2005/8/layout/orgChart1"/>
    <dgm:cxn modelId="{494A30B6-F176-47D6-AC81-1390156F8F59}" type="presParOf" srcId="{5020A7F2-D507-45EE-A895-2DBC7AC3D771}" destId="{CC41FF8D-2066-47C2-B982-E49AEB8BA42A}" srcOrd="1" destOrd="0" presId="urn:microsoft.com/office/officeart/2005/8/layout/orgChart1"/>
    <dgm:cxn modelId="{7897EC51-6E67-49E9-A9F2-B0FA699291E9}" type="presParOf" srcId="{CC41FF8D-2066-47C2-B982-E49AEB8BA42A}" destId="{31CF9883-6932-443B-BE67-EA6070F735FC}" srcOrd="0" destOrd="0" presId="urn:microsoft.com/office/officeart/2005/8/layout/orgChart1"/>
    <dgm:cxn modelId="{9925624A-9C32-4112-B6AD-97BDF95EC465}" type="presParOf" srcId="{CC41FF8D-2066-47C2-B982-E49AEB8BA42A}" destId="{13ADB56E-8FDF-491C-8B29-1722087AD486}" srcOrd="1" destOrd="0" presId="urn:microsoft.com/office/officeart/2005/8/layout/orgChart1"/>
    <dgm:cxn modelId="{608941A1-BD9B-4C89-A8B1-DE6D77895B50}" type="presParOf" srcId="{13ADB56E-8FDF-491C-8B29-1722087AD486}" destId="{0985C86D-1B69-41D2-8B15-597C53B6120C}" srcOrd="0" destOrd="0" presId="urn:microsoft.com/office/officeart/2005/8/layout/orgChart1"/>
    <dgm:cxn modelId="{6BAA2173-EFD8-453A-8575-D1F0982EE8E7}" type="presParOf" srcId="{0985C86D-1B69-41D2-8B15-597C53B6120C}" destId="{B36F738C-DABB-499F-A586-6245E56F73A4}" srcOrd="0" destOrd="0" presId="urn:microsoft.com/office/officeart/2005/8/layout/orgChart1"/>
    <dgm:cxn modelId="{F7E2BD01-CDF1-4088-834B-4E597397F2BE}" type="presParOf" srcId="{0985C86D-1B69-41D2-8B15-597C53B6120C}" destId="{14012CE9-2525-49DB-825E-72030D160490}" srcOrd="1" destOrd="0" presId="urn:microsoft.com/office/officeart/2005/8/layout/orgChart1"/>
    <dgm:cxn modelId="{C6C9B7D0-83B7-4F37-B145-5A643A3E6AE6}" type="presParOf" srcId="{13ADB56E-8FDF-491C-8B29-1722087AD486}" destId="{342643D6-E3A6-4A57-B9DD-0781D8759EFC}" srcOrd="1" destOrd="0" presId="urn:microsoft.com/office/officeart/2005/8/layout/orgChart1"/>
    <dgm:cxn modelId="{97A08C10-6E1D-453D-9730-CA68024803B8}" type="presParOf" srcId="{13ADB56E-8FDF-491C-8B29-1722087AD486}" destId="{0DD17146-0F29-4885-9376-8A5705D23D4E}" srcOrd="2" destOrd="0" presId="urn:microsoft.com/office/officeart/2005/8/layout/orgChart1"/>
    <dgm:cxn modelId="{9233E580-57D5-459C-95F6-A3C9380375BD}" type="presParOf" srcId="{CC41FF8D-2066-47C2-B982-E49AEB8BA42A}" destId="{7B5206AE-36DB-43EE-84F3-AFB823AA6253}" srcOrd="2" destOrd="0" presId="urn:microsoft.com/office/officeart/2005/8/layout/orgChart1"/>
    <dgm:cxn modelId="{E1FF9628-DA8D-49AC-BA53-C5168B75DBBB}" type="presParOf" srcId="{CC41FF8D-2066-47C2-B982-E49AEB8BA42A}" destId="{EA46275C-D34E-4970-A919-7FB5FB0D832D}" srcOrd="3" destOrd="0" presId="urn:microsoft.com/office/officeart/2005/8/layout/orgChart1"/>
    <dgm:cxn modelId="{AA9CC685-86E5-49C0-B454-2854023FD4FB}" type="presParOf" srcId="{EA46275C-D34E-4970-A919-7FB5FB0D832D}" destId="{33111035-7874-44A3-98C1-D4AC0AF8792D}" srcOrd="0" destOrd="0" presId="urn:microsoft.com/office/officeart/2005/8/layout/orgChart1"/>
    <dgm:cxn modelId="{8953F025-F0CD-484F-BAA9-41F755E102CA}" type="presParOf" srcId="{33111035-7874-44A3-98C1-D4AC0AF8792D}" destId="{BE33DF6D-96DD-447A-A304-E5B66ED4DEA0}" srcOrd="0" destOrd="0" presId="urn:microsoft.com/office/officeart/2005/8/layout/orgChart1"/>
    <dgm:cxn modelId="{5F7D2992-C563-4A82-A50F-D3FD714C03D4}" type="presParOf" srcId="{33111035-7874-44A3-98C1-D4AC0AF8792D}" destId="{609F4C0D-78CC-42E2-8EC6-ACCF5277829F}" srcOrd="1" destOrd="0" presId="urn:microsoft.com/office/officeart/2005/8/layout/orgChart1"/>
    <dgm:cxn modelId="{74077BF3-C2CC-4EF1-9A83-9739CB9CF2E1}" type="presParOf" srcId="{EA46275C-D34E-4970-A919-7FB5FB0D832D}" destId="{21DB5F9D-117E-4396-A921-BD0D18829365}" srcOrd="1" destOrd="0" presId="urn:microsoft.com/office/officeart/2005/8/layout/orgChart1"/>
    <dgm:cxn modelId="{B20ADBCC-B7ED-48EC-BA1E-65CB265D5B76}" type="presParOf" srcId="{21DB5F9D-117E-4396-A921-BD0D18829365}" destId="{DBFAA4B1-5E18-4F52-8331-43C80B4BAD10}" srcOrd="0" destOrd="0" presId="urn:microsoft.com/office/officeart/2005/8/layout/orgChart1"/>
    <dgm:cxn modelId="{11F5812B-8000-4FE0-BAFE-2A89A48C81C2}" type="presParOf" srcId="{21DB5F9D-117E-4396-A921-BD0D18829365}" destId="{91965D30-99C4-47EB-964E-C2A7F6F1CDE7}" srcOrd="1" destOrd="0" presId="urn:microsoft.com/office/officeart/2005/8/layout/orgChart1"/>
    <dgm:cxn modelId="{293C8453-C77D-4650-A342-77E955582344}" type="presParOf" srcId="{91965D30-99C4-47EB-964E-C2A7F6F1CDE7}" destId="{EFB01A80-46E4-4BD8-8088-D9D4E2FCD126}" srcOrd="0" destOrd="0" presId="urn:microsoft.com/office/officeart/2005/8/layout/orgChart1"/>
    <dgm:cxn modelId="{E9F73ED7-B919-4376-BD94-764ECE7D02B3}" type="presParOf" srcId="{EFB01A80-46E4-4BD8-8088-D9D4E2FCD126}" destId="{63AB99B0-52A9-4FD4-95B2-D1CDAD6E4D6C}" srcOrd="0" destOrd="0" presId="urn:microsoft.com/office/officeart/2005/8/layout/orgChart1"/>
    <dgm:cxn modelId="{DDF0F0FA-F58A-4D76-B86E-370853D5E034}" type="presParOf" srcId="{EFB01A80-46E4-4BD8-8088-D9D4E2FCD126}" destId="{1F827E1E-DE28-4629-93A9-7862FAB5F676}" srcOrd="1" destOrd="0" presId="urn:microsoft.com/office/officeart/2005/8/layout/orgChart1"/>
    <dgm:cxn modelId="{EE122779-741B-4BC8-A403-09999283FA1C}" type="presParOf" srcId="{91965D30-99C4-47EB-964E-C2A7F6F1CDE7}" destId="{BCDC7EB6-07A3-4F0D-B150-75C1404AAABB}" srcOrd="1" destOrd="0" presId="urn:microsoft.com/office/officeart/2005/8/layout/orgChart1"/>
    <dgm:cxn modelId="{423EC7C1-927E-46C7-B92E-3B3CF4AB3B78}" type="presParOf" srcId="{91965D30-99C4-47EB-964E-C2A7F6F1CDE7}" destId="{9827145C-FEEA-4ECA-8507-28613AB5980D}" srcOrd="2" destOrd="0" presId="urn:microsoft.com/office/officeart/2005/8/layout/orgChart1"/>
    <dgm:cxn modelId="{095A2AD3-7E1E-4CE8-BC71-38712CB7DE6E}" type="presParOf" srcId="{21DB5F9D-117E-4396-A921-BD0D18829365}" destId="{6EA04B9E-A781-425B-B36A-F2E0C3396A0F}" srcOrd="2" destOrd="0" presId="urn:microsoft.com/office/officeart/2005/8/layout/orgChart1"/>
    <dgm:cxn modelId="{66AC9F27-3FE5-42C1-913B-47FEE7890BC7}" type="presParOf" srcId="{21DB5F9D-117E-4396-A921-BD0D18829365}" destId="{4277993E-643A-44B6-B628-E62FD901BBEE}" srcOrd="3" destOrd="0" presId="urn:microsoft.com/office/officeart/2005/8/layout/orgChart1"/>
    <dgm:cxn modelId="{85B118C6-7960-43A6-B3F2-89EDF70A1231}" type="presParOf" srcId="{4277993E-643A-44B6-B628-E62FD901BBEE}" destId="{B4204682-EBBF-423A-A8C4-DCC9725E2DEE}" srcOrd="0" destOrd="0" presId="urn:microsoft.com/office/officeart/2005/8/layout/orgChart1"/>
    <dgm:cxn modelId="{4E413AC4-8180-4238-9661-C6377175D287}" type="presParOf" srcId="{B4204682-EBBF-423A-A8C4-DCC9725E2DEE}" destId="{152DB30B-0997-48AC-8E02-B305E6A174EA}" srcOrd="0" destOrd="0" presId="urn:microsoft.com/office/officeart/2005/8/layout/orgChart1"/>
    <dgm:cxn modelId="{7F8CB748-56FD-4F58-A794-9985AD83470B}" type="presParOf" srcId="{B4204682-EBBF-423A-A8C4-DCC9725E2DEE}" destId="{E2521828-141C-4DD9-A0FF-550F879D8B65}" srcOrd="1" destOrd="0" presId="urn:microsoft.com/office/officeart/2005/8/layout/orgChart1"/>
    <dgm:cxn modelId="{6B1F9546-9483-48D7-9FE7-1EE8EEB605E8}" type="presParOf" srcId="{4277993E-643A-44B6-B628-E62FD901BBEE}" destId="{0E1C6699-2AE5-46DA-8767-F16B8DF94467}" srcOrd="1" destOrd="0" presId="urn:microsoft.com/office/officeart/2005/8/layout/orgChart1"/>
    <dgm:cxn modelId="{8D2D40F1-CCC1-4D15-B77E-EDC8F685B13F}" type="presParOf" srcId="{4277993E-643A-44B6-B628-E62FD901BBEE}" destId="{D093C552-F2B3-4F1D-B77A-C18F5C8F8551}" srcOrd="2" destOrd="0" presId="urn:microsoft.com/office/officeart/2005/8/layout/orgChart1"/>
    <dgm:cxn modelId="{1A523D52-9D2C-4B16-8BC2-1CB20A63D5EC}" type="presParOf" srcId="{21DB5F9D-117E-4396-A921-BD0D18829365}" destId="{F4168C62-4C73-4FEA-B525-828302C7EE80}" srcOrd="4" destOrd="0" presId="urn:microsoft.com/office/officeart/2005/8/layout/orgChart1"/>
    <dgm:cxn modelId="{B1859B82-E06E-4E7B-B069-25510CCED71C}" type="presParOf" srcId="{21DB5F9D-117E-4396-A921-BD0D18829365}" destId="{BAACD408-B096-4219-B995-CBE13FEF9E0C}" srcOrd="5" destOrd="0" presId="urn:microsoft.com/office/officeart/2005/8/layout/orgChart1"/>
    <dgm:cxn modelId="{3DE948E5-4ADE-4EEE-8BC3-7AB7DA9D5464}" type="presParOf" srcId="{BAACD408-B096-4219-B995-CBE13FEF9E0C}" destId="{7C76DD35-9C28-4088-8305-CB44319A8F6B}" srcOrd="0" destOrd="0" presId="urn:microsoft.com/office/officeart/2005/8/layout/orgChart1"/>
    <dgm:cxn modelId="{9BBAC953-22CD-4750-9FD3-58393E14299B}" type="presParOf" srcId="{7C76DD35-9C28-4088-8305-CB44319A8F6B}" destId="{2A5F8A13-F793-4295-A576-C273F1E67E53}" srcOrd="0" destOrd="0" presId="urn:microsoft.com/office/officeart/2005/8/layout/orgChart1"/>
    <dgm:cxn modelId="{5035F8AB-D6F4-4978-A916-746310195DD2}" type="presParOf" srcId="{7C76DD35-9C28-4088-8305-CB44319A8F6B}" destId="{DF2A5A38-E9AD-4E0D-8664-8243B6A76EE9}" srcOrd="1" destOrd="0" presId="urn:microsoft.com/office/officeart/2005/8/layout/orgChart1"/>
    <dgm:cxn modelId="{0E98C2DC-79A3-4DFE-96E1-ACE08D1D3266}" type="presParOf" srcId="{BAACD408-B096-4219-B995-CBE13FEF9E0C}" destId="{25DCDDB0-7223-429E-8111-32F0DC3DFAA9}" srcOrd="1" destOrd="0" presId="urn:microsoft.com/office/officeart/2005/8/layout/orgChart1"/>
    <dgm:cxn modelId="{527FDC1C-9B3E-43E5-A5D2-FC177FC75CD7}" type="presParOf" srcId="{BAACD408-B096-4219-B995-CBE13FEF9E0C}" destId="{91C4CFE2-D764-43CD-B65A-522F70B2D2C2}" srcOrd="2" destOrd="0" presId="urn:microsoft.com/office/officeart/2005/8/layout/orgChart1"/>
    <dgm:cxn modelId="{76F9F44D-A2A1-49BA-A137-8362DFB036D7}" type="presParOf" srcId="{21DB5F9D-117E-4396-A921-BD0D18829365}" destId="{EFAB8F0C-B50C-4110-92BD-83EFA04F2A3D}" srcOrd="6" destOrd="0" presId="urn:microsoft.com/office/officeart/2005/8/layout/orgChart1"/>
    <dgm:cxn modelId="{35173F26-A2A6-47CB-BCBA-8B4C45783127}" type="presParOf" srcId="{21DB5F9D-117E-4396-A921-BD0D18829365}" destId="{A5B3533E-C7CF-46F3-81CA-B527422E6570}" srcOrd="7" destOrd="0" presId="urn:microsoft.com/office/officeart/2005/8/layout/orgChart1"/>
    <dgm:cxn modelId="{4C2AD776-D0CE-461A-887D-7E2FE1549AAD}" type="presParOf" srcId="{A5B3533E-C7CF-46F3-81CA-B527422E6570}" destId="{7D9836D0-FEAF-45C5-96B9-BF85B4C5E630}" srcOrd="0" destOrd="0" presId="urn:microsoft.com/office/officeart/2005/8/layout/orgChart1"/>
    <dgm:cxn modelId="{28D5A8E2-D632-430F-888B-35A807C046E0}" type="presParOf" srcId="{7D9836D0-FEAF-45C5-96B9-BF85B4C5E630}" destId="{2907B370-BA96-40F4-A66F-C111E7FDFAAE}" srcOrd="0" destOrd="0" presId="urn:microsoft.com/office/officeart/2005/8/layout/orgChart1"/>
    <dgm:cxn modelId="{0ABF3DD6-7331-4D8B-8487-5FA3BD1AA351}" type="presParOf" srcId="{7D9836D0-FEAF-45C5-96B9-BF85B4C5E630}" destId="{10E23348-0F19-4FD3-A71D-F48223639FF9}" srcOrd="1" destOrd="0" presId="urn:microsoft.com/office/officeart/2005/8/layout/orgChart1"/>
    <dgm:cxn modelId="{32C3F25C-8C07-4CFB-8A0B-C2F150DC5C4C}" type="presParOf" srcId="{A5B3533E-C7CF-46F3-81CA-B527422E6570}" destId="{3D69BB98-EFF5-452C-9AC5-11BC881590C9}" srcOrd="1" destOrd="0" presId="urn:microsoft.com/office/officeart/2005/8/layout/orgChart1"/>
    <dgm:cxn modelId="{87C8BA56-970B-45AC-96D9-050CFEC64A4C}" type="presParOf" srcId="{A5B3533E-C7CF-46F3-81CA-B527422E6570}" destId="{7F0430B4-7899-4BA1-A17D-366D05A80803}" srcOrd="2" destOrd="0" presId="urn:microsoft.com/office/officeart/2005/8/layout/orgChart1"/>
    <dgm:cxn modelId="{EC1DFC53-FE19-4861-8387-DBE9AED37175}" type="presParOf" srcId="{EA46275C-D34E-4970-A919-7FB5FB0D832D}" destId="{97D7E093-B9EA-413B-A30F-D5DDB8799B63}" srcOrd="2" destOrd="0" presId="urn:microsoft.com/office/officeart/2005/8/layout/orgChart1"/>
    <dgm:cxn modelId="{7A5C2AAE-8A14-4CF8-8638-ECC9C6BEFC1C}" type="presParOf" srcId="{CC41FF8D-2066-47C2-B982-E49AEB8BA42A}" destId="{DBB6250D-A994-4B68-83F5-3A299E01BCF0}" srcOrd="4" destOrd="0" presId="urn:microsoft.com/office/officeart/2005/8/layout/orgChart1"/>
    <dgm:cxn modelId="{EFC5DA1B-9A96-4BCD-891D-4D816598C5AA}" type="presParOf" srcId="{CC41FF8D-2066-47C2-B982-E49AEB8BA42A}" destId="{7C3751AC-154A-4B83-86C4-3179D2CC195A}" srcOrd="5" destOrd="0" presId="urn:microsoft.com/office/officeart/2005/8/layout/orgChart1"/>
    <dgm:cxn modelId="{EB3FD401-555A-49AF-A8A5-59E45A628466}" type="presParOf" srcId="{7C3751AC-154A-4B83-86C4-3179D2CC195A}" destId="{46E2E3C6-D8C5-40B9-98A1-533B92BF7BB4}" srcOrd="0" destOrd="0" presId="urn:microsoft.com/office/officeart/2005/8/layout/orgChart1"/>
    <dgm:cxn modelId="{D43D2066-B371-4720-B3FD-A81ADE345EED}" type="presParOf" srcId="{46E2E3C6-D8C5-40B9-98A1-533B92BF7BB4}" destId="{143639B3-181C-491B-A515-4BAB93604BCB}" srcOrd="0" destOrd="0" presId="urn:microsoft.com/office/officeart/2005/8/layout/orgChart1"/>
    <dgm:cxn modelId="{EF75D141-6609-419E-A01D-AF34FFA02B29}" type="presParOf" srcId="{46E2E3C6-D8C5-40B9-98A1-533B92BF7BB4}" destId="{F76DCC48-5560-4BD5-AD58-0C6CED22E5B3}" srcOrd="1" destOrd="0" presId="urn:microsoft.com/office/officeart/2005/8/layout/orgChart1"/>
    <dgm:cxn modelId="{CDC035D0-2603-4BF0-901E-F25F90A39FAC}" type="presParOf" srcId="{7C3751AC-154A-4B83-86C4-3179D2CC195A}" destId="{54D71075-D9F2-4A86-BAD0-9859B2512DDE}" srcOrd="1" destOrd="0" presId="urn:microsoft.com/office/officeart/2005/8/layout/orgChart1"/>
    <dgm:cxn modelId="{F632B700-3D7F-4596-9869-010B3FC30F3F}" type="presParOf" srcId="{54D71075-D9F2-4A86-BAD0-9859B2512DDE}" destId="{ED858471-3416-48AF-94C0-257C660D6C30}" srcOrd="0" destOrd="0" presId="urn:microsoft.com/office/officeart/2005/8/layout/orgChart1"/>
    <dgm:cxn modelId="{6F11BE8E-5483-4885-A542-5BC1F1DA640B}" type="presParOf" srcId="{54D71075-D9F2-4A86-BAD0-9859B2512DDE}" destId="{81F929DC-36A8-4ACF-8D49-7570E547CB89}" srcOrd="1" destOrd="0" presId="urn:microsoft.com/office/officeart/2005/8/layout/orgChart1"/>
    <dgm:cxn modelId="{1651F084-D40D-4C63-8EB9-DCBDAF153D99}" type="presParOf" srcId="{81F929DC-36A8-4ACF-8D49-7570E547CB89}" destId="{A78C8B0B-8569-41EB-ACA9-0A7D6C75355C}" srcOrd="0" destOrd="0" presId="urn:microsoft.com/office/officeart/2005/8/layout/orgChart1"/>
    <dgm:cxn modelId="{1C54E71E-C4EB-40F9-9C56-B72708AE17A4}" type="presParOf" srcId="{A78C8B0B-8569-41EB-ACA9-0A7D6C75355C}" destId="{30523AB1-C99C-444B-AA4F-1E73092027E9}" srcOrd="0" destOrd="0" presId="urn:microsoft.com/office/officeart/2005/8/layout/orgChart1"/>
    <dgm:cxn modelId="{E9F370E6-5C17-4AAF-9CCC-461C289E5ACA}" type="presParOf" srcId="{A78C8B0B-8569-41EB-ACA9-0A7D6C75355C}" destId="{D5FDDBA5-CDD5-4793-84B5-CD9B98911702}" srcOrd="1" destOrd="0" presId="urn:microsoft.com/office/officeart/2005/8/layout/orgChart1"/>
    <dgm:cxn modelId="{BDE8C7E0-7DCD-4887-9B7E-44F655D3D6E3}" type="presParOf" srcId="{81F929DC-36A8-4ACF-8D49-7570E547CB89}" destId="{590501E3-6000-4C9A-99FD-C032933B1059}" srcOrd="1" destOrd="0" presId="urn:microsoft.com/office/officeart/2005/8/layout/orgChart1"/>
    <dgm:cxn modelId="{A41EABE9-AD57-4C64-AB69-378C3BA3263B}" type="presParOf" srcId="{81F929DC-36A8-4ACF-8D49-7570E547CB89}" destId="{E2237E00-27D8-48FE-921B-A3E617074DE2}" srcOrd="2" destOrd="0" presId="urn:microsoft.com/office/officeart/2005/8/layout/orgChart1"/>
    <dgm:cxn modelId="{7C95AA8A-4854-4D4C-BF8A-16C50FDD1DB3}" type="presParOf" srcId="{54D71075-D9F2-4A86-BAD0-9859B2512DDE}" destId="{FC66A192-41BF-4B05-9C2B-3184310FF5C6}" srcOrd="2" destOrd="0" presId="urn:microsoft.com/office/officeart/2005/8/layout/orgChart1"/>
    <dgm:cxn modelId="{F284B91B-F0EB-4D0E-935F-CEA28CC1CC24}" type="presParOf" srcId="{54D71075-D9F2-4A86-BAD0-9859B2512DDE}" destId="{9DAC2D16-7E45-40EA-A631-ADEF7ACF9061}" srcOrd="3" destOrd="0" presId="urn:microsoft.com/office/officeart/2005/8/layout/orgChart1"/>
    <dgm:cxn modelId="{2C479C88-4808-4D7F-86A7-19170E4BC3CD}" type="presParOf" srcId="{9DAC2D16-7E45-40EA-A631-ADEF7ACF9061}" destId="{B46A1F57-C788-4C8D-A2E5-6258F3978371}" srcOrd="0" destOrd="0" presId="urn:microsoft.com/office/officeart/2005/8/layout/orgChart1"/>
    <dgm:cxn modelId="{7A46CABE-5CD6-4F17-B47A-1A467A2527B6}" type="presParOf" srcId="{B46A1F57-C788-4C8D-A2E5-6258F3978371}" destId="{72CEFB75-59D1-4656-8F8B-120522C92D35}" srcOrd="0" destOrd="0" presId="urn:microsoft.com/office/officeart/2005/8/layout/orgChart1"/>
    <dgm:cxn modelId="{6D5385CC-F849-4A41-9745-EBCE28A26183}" type="presParOf" srcId="{B46A1F57-C788-4C8D-A2E5-6258F3978371}" destId="{9403F216-2E13-4D0E-80E9-D493615283DE}" srcOrd="1" destOrd="0" presId="urn:microsoft.com/office/officeart/2005/8/layout/orgChart1"/>
    <dgm:cxn modelId="{E83D0D1C-FDBE-41D9-A522-26F2B8A80B01}" type="presParOf" srcId="{9DAC2D16-7E45-40EA-A631-ADEF7ACF9061}" destId="{7CEBB6BA-F632-432C-9EB0-7B69559DBB2F}" srcOrd="1" destOrd="0" presId="urn:microsoft.com/office/officeart/2005/8/layout/orgChart1"/>
    <dgm:cxn modelId="{CFFB9210-351A-4BAF-941C-5FF8D2B97B32}" type="presParOf" srcId="{9DAC2D16-7E45-40EA-A631-ADEF7ACF9061}" destId="{724760C5-47ED-4054-B00A-7E24FEBA4ACF}" srcOrd="2" destOrd="0" presId="urn:microsoft.com/office/officeart/2005/8/layout/orgChart1"/>
    <dgm:cxn modelId="{8E1FFF85-5BD1-4127-904C-7D1643CFC9D3}" type="presParOf" srcId="{7C3751AC-154A-4B83-86C4-3179D2CC195A}" destId="{E9CFFC85-30A2-4189-8956-70EF4403155E}" srcOrd="2" destOrd="0" presId="urn:microsoft.com/office/officeart/2005/8/layout/orgChart1"/>
    <dgm:cxn modelId="{BE57C796-B56D-4AB6-82DC-C817E3F63D98}" type="presParOf" srcId="{CC41FF8D-2066-47C2-B982-E49AEB8BA42A}" destId="{06DDBB38-68F0-4317-9F77-306B5A4D0568}" srcOrd="6" destOrd="0" presId="urn:microsoft.com/office/officeart/2005/8/layout/orgChart1"/>
    <dgm:cxn modelId="{BC62C4C2-855E-42F6-8A91-46C812592A99}" type="presParOf" srcId="{CC41FF8D-2066-47C2-B982-E49AEB8BA42A}" destId="{FCC89F73-75CB-4B04-8C24-E0C03F7FCC98}" srcOrd="7" destOrd="0" presId="urn:microsoft.com/office/officeart/2005/8/layout/orgChart1"/>
    <dgm:cxn modelId="{245627E6-4ECE-4534-A614-89D0E1CAF88A}" type="presParOf" srcId="{FCC89F73-75CB-4B04-8C24-E0C03F7FCC98}" destId="{51303DA3-8908-436D-83CD-FD00C3ED8F56}" srcOrd="0" destOrd="0" presId="urn:microsoft.com/office/officeart/2005/8/layout/orgChart1"/>
    <dgm:cxn modelId="{D0B44341-2A31-490C-8683-522872E7F3BD}" type="presParOf" srcId="{51303DA3-8908-436D-83CD-FD00C3ED8F56}" destId="{C1E13093-8BD2-473F-9131-948EED45B322}" srcOrd="0" destOrd="0" presId="urn:microsoft.com/office/officeart/2005/8/layout/orgChart1"/>
    <dgm:cxn modelId="{FB105CA0-AE1A-4B50-AF6A-B110533F770D}" type="presParOf" srcId="{51303DA3-8908-436D-83CD-FD00C3ED8F56}" destId="{5CC39CA2-13D2-4B46-934E-C03FE919297A}" srcOrd="1" destOrd="0" presId="urn:microsoft.com/office/officeart/2005/8/layout/orgChart1"/>
    <dgm:cxn modelId="{A011C659-23D0-457C-A337-C52626A2E5FE}" type="presParOf" srcId="{FCC89F73-75CB-4B04-8C24-E0C03F7FCC98}" destId="{932F9BBB-7364-461A-88DE-5DC2C9AE7C59}" srcOrd="1" destOrd="0" presId="urn:microsoft.com/office/officeart/2005/8/layout/orgChart1"/>
    <dgm:cxn modelId="{5BABD74C-9BF3-4128-B0A6-FC7DC6F0B4FD}" type="presParOf" srcId="{932F9BBB-7364-461A-88DE-5DC2C9AE7C59}" destId="{54004330-659C-421A-AA00-2A60A650D1AA}" srcOrd="0" destOrd="0" presId="urn:microsoft.com/office/officeart/2005/8/layout/orgChart1"/>
    <dgm:cxn modelId="{BAAC2F3E-0B87-441C-A111-7F2AF6EAC334}" type="presParOf" srcId="{932F9BBB-7364-461A-88DE-5DC2C9AE7C59}" destId="{16181FE0-8A53-4C08-BF65-5F964ADA93D5}" srcOrd="1" destOrd="0" presId="urn:microsoft.com/office/officeart/2005/8/layout/orgChart1"/>
    <dgm:cxn modelId="{15C64B89-0870-4A64-9016-8BA0A9BC863B}" type="presParOf" srcId="{16181FE0-8A53-4C08-BF65-5F964ADA93D5}" destId="{99625B65-92C7-4F58-A9CB-76B678225743}" srcOrd="0" destOrd="0" presId="urn:microsoft.com/office/officeart/2005/8/layout/orgChart1"/>
    <dgm:cxn modelId="{B05C30EC-8A6F-4DBC-9A4A-67CC1A7701C2}" type="presParOf" srcId="{99625B65-92C7-4F58-A9CB-76B678225743}" destId="{71CFB7A4-87DA-4816-B7A4-500ED09ACC80}" srcOrd="0" destOrd="0" presId="urn:microsoft.com/office/officeart/2005/8/layout/orgChart1"/>
    <dgm:cxn modelId="{5CD99583-E460-4803-BCBF-FAC538D8C950}" type="presParOf" srcId="{99625B65-92C7-4F58-A9CB-76B678225743}" destId="{B53B0E2E-0C65-44C5-B0FD-F7C54A95DCE9}" srcOrd="1" destOrd="0" presId="urn:microsoft.com/office/officeart/2005/8/layout/orgChart1"/>
    <dgm:cxn modelId="{999E163C-2927-42B0-B486-C5BC4E958113}" type="presParOf" srcId="{16181FE0-8A53-4C08-BF65-5F964ADA93D5}" destId="{158C8836-73E3-4330-BD57-40A5FB8B7D13}" srcOrd="1" destOrd="0" presId="urn:microsoft.com/office/officeart/2005/8/layout/orgChart1"/>
    <dgm:cxn modelId="{778BD204-F58F-423F-BCFA-D34591A136D7}" type="presParOf" srcId="{16181FE0-8A53-4C08-BF65-5F964ADA93D5}" destId="{A9099310-4F36-4C40-8C0A-94504608D6A4}" srcOrd="2" destOrd="0" presId="urn:microsoft.com/office/officeart/2005/8/layout/orgChart1"/>
    <dgm:cxn modelId="{57DE6238-D528-4C8A-9EBD-30D13A79180E}" type="presParOf" srcId="{932F9BBB-7364-461A-88DE-5DC2C9AE7C59}" destId="{E6D3E7C7-5F9F-4403-A4C8-CCABCA206563}" srcOrd="2" destOrd="0" presId="urn:microsoft.com/office/officeart/2005/8/layout/orgChart1"/>
    <dgm:cxn modelId="{DBDE9DB9-7C25-4BC5-8330-708B0C13348D}" type="presParOf" srcId="{932F9BBB-7364-461A-88DE-5DC2C9AE7C59}" destId="{20722B81-EAAC-4468-A8EC-1205D8353D67}" srcOrd="3" destOrd="0" presId="urn:microsoft.com/office/officeart/2005/8/layout/orgChart1"/>
    <dgm:cxn modelId="{CBBED226-2F86-416A-A1F4-1A88D9416457}" type="presParOf" srcId="{20722B81-EAAC-4468-A8EC-1205D8353D67}" destId="{0947A841-917C-4819-9955-66E1076B8159}" srcOrd="0" destOrd="0" presId="urn:microsoft.com/office/officeart/2005/8/layout/orgChart1"/>
    <dgm:cxn modelId="{3FFE0C07-18C8-4CC7-9ED3-3B28A6E92894}" type="presParOf" srcId="{0947A841-917C-4819-9955-66E1076B8159}" destId="{EE5463CD-2007-41E8-A571-D5AD678DE2DA}" srcOrd="0" destOrd="0" presId="urn:microsoft.com/office/officeart/2005/8/layout/orgChart1"/>
    <dgm:cxn modelId="{0795FDA1-542F-4D8C-BC10-D5EBE5883496}" type="presParOf" srcId="{0947A841-917C-4819-9955-66E1076B8159}" destId="{47C6E814-4F2F-417A-8A11-D51E33E75DBC}" srcOrd="1" destOrd="0" presId="urn:microsoft.com/office/officeart/2005/8/layout/orgChart1"/>
    <dgm:cxn modelId="{8645B8A4-E361-4464-B1F3-8E4856830B5B}" type="presParOf" srcId="{20722B81-EAAC-4468-A8EC-1205D8353D67}" destId="{B33645CA-D93C-4663-BAB0-666B6DA1E7B0}" srcOrd="1" destOrd="0" presId="urn:microsoft.com/office/officeart/2005/8/layout/orgChart1"/>
    <dgm:cxn modelId="{2B949F83-AB4F-4207-9DF6-9413C1A5C470}" type="presParOf" srcId="{20722B81-EAAC-4468-A8EC-1205D8353D67}" destId="{31878899-4B56-4C7F-8016-4BD8794BA1B6}" srcOrd="2" destOrd="0" presId="urn:microsoft.com/office/officeart/2005/8/layout/orgChart1"/>
    <dgm:cxn modelId="{3F7F6A6C-B28F-468B-8BD6-813433932E19}" type="presParOf" srcId="{932F9BBB-7364-461A-88DE-5DC2C9AE7C59}" destId="{C8C37B1E-7897-4E09-B59D-DF81792129F6}" srcOrd="4" destOrd="0" presId="urn:microsoft.com/office/officeart/2005/8/layout/orgChart1"/>
    <dgm:cxn modelId="{D8B6DF84-7764-4CAC-B7D7-F5E59E3717DA}" type="presParOf" srcId="{932F9BBB-7364-461A-88DE-5DC2C9AE7C59}" destId="{42D4D324-508C-4D7E-B150-8078DAC1CE38}" srcOrd="5" destOrd="0" presId="urn:microsoft.com/office/officeart/2005/8/layout/orgChart1"/>
    <dgm:cxn modelId="{51E91556-48F2-4E54-85FC-86F729099F78}" type="presParOf" srcId="{42D4D324-508C-4D7E-B150-8078DAC1CE38}" destId="{6CD8C304-11B9-4BF1-AEAB-608720262554}" srcOrd="0" destOrd="0" presId="urn:microsoft.com/office/officeart/2005/8/layout/orgChart1"/>
    <dgm:cxn modelId="{F2F77274-C267-4015-9DBF-8078BE909F99}" type="presParOf" srcId="{6CD8C304-11B9-4BF1-AEAB-608720262554}" destId="{1EDDC4A0-7BC2-483A-84BD-549CE25340AD}" srcOrd="0" destOrd="0" presId="urn:microsoft.com/office/officeart/2005/8/layout/orgChart1"/>
    <dgm:cxn modelId="{E9D96312-522C-4A1F-817C-13CCCF4A24B9}" type="presParOf" srcId="{6CD8C304-11B9-4BF1-AEAB-608720262554}" destId="{23984141-AD1C-4E04-AE34-10AE7E9078D3}" srcOrd="1" destOrd="0" presId="urn:microsoft.com/office/officeart/2005/8/layout/orgChart1"/>
    <dgm:cxn modelId="{5B06B559-28A6-4B56-A626-C83E8EC25FAA}" type="presParOf" srcId="{42D4D324-508C-4D7E-B150-8078DAC1CE38}" destId="{924BF449-97E6-4E2C-824D-88093D36A425}" srcOrd="1" destOrd="0" presId="urn:microsoft.com/office/officeart/2005/8/layout/orgChart1"/>
    <dgm:cxn modelId="{97EC5376-B131-40CE-AC2F-FF3904A64D7C}" type="presParOf" srcId="{42D4D324-508C-4D7E-B150-8078DAC1CE38}" destId="{15A9E67C-CF04-4FCE-810D-DC675941C07F}" srcOrd="2" destOrd="0" presId="urn:microsoft.com/office/officeart/2005/8/layout/orgChart1"/>
    <dgm:cxn modelId="{BA4C25AC-1699-4B73-B342-120C2587366D}" type="presParOf" srcId="{932F9BBB-7364-461A-88DE-5DC2C9AE7C59}" destId="{20C4DE16-1EA8-4E66-8AE0-84BB1C2EADBB}" srcOrd="6" destOrd="0" presId="urn:microsoft.com/office/officeart/2005/8/layout/orgChart1"/>
    <dgm:cxn modelId="{3EF721A9-B08A-4DA8-8E73-0A9712D174F5}" type="presParOf" srcId="{932F9BBB-7364-461A-88DE-5DC2C9AE7C59}" destId="{2B8B302C-6148-4854-91B0-36366B172028}" srcOrd="7" destOrd="0" presId="urn:microsoft.com/office/officeart/2005/8/layout/orgChart1"/>
    <dgm:cxn modelId="{9C03BB36-D313-4CCA-8991-22E8CFE7FEEF}" type="presParOf" srcId="{2B8B302C-6148-4854-91B0-36366B172028}" destId="{AA5456AE-F2DB-4FCB-8186-4012573FCCB6}" srcOrd="0" destOrd="0" presId="urn:microsoft.com/office/officeart/2005/8/layout/orgChart1"/>
    <dgm:cxn modelId="{42656AAE-89E9-4C6C-A242-B49B9A3E2226}" type="presParOf" srcId="{AA5456AE-F2DB-4FCB-8186-4012573FCCB6}" destId="{FFA1E627-6ECF-472E-955E-042FC44114FE}" srcOrd="0" destOrd="0" presId="urn:microsoft.com/office/officeart/2005/8/layout/orgChart1"/>
    <dgm:cxn modelId="{61A7C997-F1B4-4784-985C-305E0B1BF0AA}" type="presParOf" srcId="{AA5456AE-F2DB-4FCB-8186-4012573FCCB6}" destId="{34D520C3-DBFC-474E-90A9-03EBD3AAA234}" srcOrd="1" destOrd="0" presId="urn:microsoft.com/office/officeart/2005/8/layout/orgChart1"/>
    <dgm:cxn modelId="{CD544DEB-FDA7-4643-B3ED-B8589A605E34}" type="presParOf" srcId="{2B8B302C-6148-4854-91B0-36366B172028}" destId="{194BB7B6-48C8-46DC-A361-1F350D5FD829}" srcOrd="1" destOrd="0" presId="urn:microsoft.com/office/officeart/2005/8/layout/orgChart1"/>
    <dgm:cxn modelId="{FBD0888E-8F3A-4967-B397-3340AF69D08E}" type="presParOf" srcId="{2B8B302C-6148-4854-91B0-36366B172028}" destId="{11F18250-DC48-4873-9610-4193E3DF3827}" srcOrd="2" destOrd="0" presId="urn:microsoft.com/office/officeart/2005/8/layout/orgChart1"/>
    <dgm:cxn modelId="{895BC200-20C1-4689-B304-78AC22410094}" type="presParOf" srcId="{932F9BBB-7364-461A-88DE-5DC2C9AE7C59}" destId="{0CB1DD64-8E2B-4213-A922-5172F8217136}" srcOrd="8" destOrd="0" presId="urn:microsoft.com/office/officeart/2005/8/layout/orgChart1"/>
    <dgm:cxn modelId="{E5FDFCC7-2F5B-41EF-85ED-CDEE32E34AAC}" type="presParOf" srcId="{932F9BBB-7364-461A-88DE-5DC2C9AE7C59}" destId="{23B7D01B-CA4F-4959-AB48-7B5B38671C7B}" srcOrd="9" destOrd="0" presId="urn:microsoft.com/office/officeart/2005/8/layout/orgChart1"/>
    <dgm:cxn modelId="{8B82AF27-4183-4D0F-8726-36B2434A07C1}" type="presParOf" srcId="{23B7D01B-CA4F-4959-AB48-7B5B38671C7B}" destId="{E432C062-C46B-4E46-87A2-1328049E542F}" srcOrd="0" destOrd="0" presId="urn:microsoft.com/office/officeart/2005/8/layout/orgChart1"/>
    <dgm:cxn modelId="{047834FD-9DA1-4127-977C-A67F8C3A5992}" type="presParOf" srcId="{E432C062-C46B-4E46-87A2-1328049E542F}" destId="{E80ABF54-4110-4F22-9DD1-B401D5DCF6B9}" srcOrd="0" destOrd="0" presId="urn:microsoft.com/office/officeart/2005/8/layout/orgChart1"/>
    <dgm:cxn modelId="{D99BCA13-23C6-42E6-B8C8-8D93326995AD}" type="presParOf" srcId="{E432C062-C46B-4E46-87A2-1328049E542F}" destId="{FD14E017-8EAE-4903-921F-1F033F35CD4E}" srcOrd="1" destOrd="0" presId="urn:microsoft.com/office/officeart/2005/8/layout/orgChart1"/>
    <dgm:cxn modelId="{804BBD48-AB3B-4435-A9B6-A0D5A5C740AA}" type="presParOf" srcId="{23B7D01B-CA4F-4959-AB48-7B5B38671C7B}" destId="{F90B8D6E-A517-47F3-93A8-7CD8A73C07C2}" srcOrd="1" destOrd="0" presId="urn:microsoft.com/office/officeart/2005/8/layout/orgChart1"/>
    <dgm:cxn modelId="{5B14D06E-2041-4CB4-99A8-67AA76676DAA}" type="presParOf" srcId="{23B7D01B-CA4F-4959-AB48-7B5B38671C7B}" destId="{303A026D-4929-4BDA-9B2C-FDAE03F53E52}" srcOrd="2" destOrd="0" presId="urn:microsoft.com/office/officeart/2005/8/layout/orgChart1"/>
    <dgm:cxn modelId="{B39CAB61-A962-45C8-AC34-0195A36C8CB5}" type="presParOf" srcId="{FCC89F73-75CB-4B04-8C24-E0C03F7FCC98}" destId="{95D487BC-91A7-450C-9E4C-F5D38D84DFBD}" srcOrd="2" destOrd="0" presId="urn:microsoft.com/office/officeart/2005/8/layout/orgChart1"/>
    <dgm:cxn modelId="{AA0A0F31-B97B-4E94-B271-D3F7319F86E4}" type="presParOf" srcId="{5020A7F2-D507-45EE-A895-2DBC7AC3D771}" destId="{2409E2CD-8A3D-4025-AF35-FDAFA4476D46}" srcOrd="2" destOrd="0" presId="urn:microsoft.com/office/officeart/2005/8/layout/orgChart1"/>
  </dgm:cxnLst>
  <dgm:bg/>
  <dgm:whole>
    <a:ln>
      <a:solidFill>
        <a:schemeClr val="bg1">
          <a:lumMod val="50000"/>
        </a:schemeClr>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780E2C17-7959-4BE4-B5B9-2AF6E7CE28C3}">
      <dgm:prSet custT="1"/>
      <dgm:spPr/>
      <dgm:t>
        <a:bodyPr/>
        <a:lstStyle/>
        <a:p>
          <a:pPr algn="ctr"/>
          <a:r>
            <a:rPr lang="en-US" sz="1400" noProof="0" dirty="0"/>
            <a:t>Project cost</a:t>
          </a:r>
        </a:p>
      </dgm:t>
    </dgm:pt>
    <dgm:pt modelId="{2512B4B8-6636-4906-9597-60AD45FC6AB8}" type="parTrans" cxnId="{D3C15631-C6AA-431A-8019-B6CB89E454D1}">
      <dgm:prSet/>
      <dgm:spPr/>
      <dgm:t>
        <a:bodyPr/>
        <a:lstStyle/>
        <a:p>
          <a:pPr algn="ctr"/>
          <a:endParaRPr lang="en-US" sz="2000" noProof="0"/>
        </a:p>
      </dgm:t>
    </dgm:pt>
    <dgm:pt modelId="{DBC20B37-8FA3-4069-9306-016BCE515DEB}" type="sibTrans" cxnId="{D3C15631-C6AA-431A-8019-B6CB89E454D1}">
      <dgm:prSet/>
      <dgm:spPr/>
      <dgm:t>
        <a:bodyPr/>
        <a:lstStyle/>
        <a:p>
          <a:pPr algn="ctr"/>
          <a:endParaRPr lang="en-US" sz="2000" noProof="0"/>
        </a:p>
      </dgm:t>
    </dgm:pt>
    <dgm:pt modelId="{82515DFC-9938-4C9D-833B-D7B6FE74F3D6}">
      <dgm:prSet custT="1"/>
      <dgm:spPr>
        <a:solidFill>
          <a:srgbClr val="92D050"/>
        </a:solidFill>
      </dgm:spPr>
      <dgm:t>
        <a:bodyPr/>
        <a:lstStyle/>
        <a:p>
          <a:pPr algn="ctr"/>
          <a:r>
            <a:rPr lang="en-US" sz="1400" noProof="0" dirty="0"/>
            <a:t>Project management </a:t>
          </a:r>
        </a:p>
      </dgm:t>
    </dgm:pt>
    <dgm:pt modelId="{81AD3CE4-69FA-4B9E-BB3B-4FF1EB31E2BF}" type="parTrans" cxnId="{544C879F-65F0-46A5-B7C0-8D1A458F62F9}">
      <dgm:prSet/>
      <dgm:spPr/>
      <dgm:t>
        <a:bodyPr/>
        <a:lstStyle/>
        <a:p>
          <a:pPr algn="ctr"/>
          <a:endParaRPr lang="en-US" sz="2000" noProof="0"/>
        </a:p>
      </dgm:t>
    </dgm:pt>
    <dgm:pt modelId="{3ABDE96B-50C5-4FE4-A81A-4FB2FAAAAFA5}" type="sibTrans" cxnId="{544C879F-65F0-46A5-B7C0-8D1A458F62F9}">
      <dgm:prSet/>
      <dgm:spPr/>
      <dgm:t>
        <a:bodyPr/>
        <a:lstStyle/>
        <a:p>
          <a:pPr algn="ctr"/>
          <a:endParaRPr lang="en-US" sz="2000" noProof="0"/>
        </a:p>
      </dgm:t>
    </dgm:pt>
    <dgm:pt modelId="{1C76DC10-B192-4CB8-BDD4-43D705326175}">
      <dgm:prSet custT="1"/>
      <dgm:spPr>
        <a:solidFill>
          <a:schemeClr val="bg1">
            <a:lumMod val="85000"/>
          </a:schemeClr>
        </a:solidFill>
      </dgm:spPr>
      <dgm:t>
        <a:bodyPr/>
        <a:lstStyle/>
        <a:p>
          <a:pPr algn="ctr"/>
          <a:r>
            <a:rPr lang="en-US" sz="1400" noProof="0" dirty="0"/>
            <a:t>Development</a:t>
          </a:r>
        </a:p>
      </dgm:t>
    </dgm:pt>
    <dgm:pt modelId="{9B6515FC-BAB6-49BD-B614-8D99B5FBDBDE}" type="parTrans" cxnId="{49F84BCF-56D4-4716-881A-8D03E4FD0021}">
      <dgm:prSet/>
      <dgm:spPr/>
      <dgm:t>
        <a:bodyPr/>
        <a:lstStyle/>
        <a:p>
          <a:pPr algn="ctr"/>
          <a:endParaRPr lang="en-US" sz="2000" noProof="0"/>
        </a:p>
      </dgm:t>
    </dgm:pt>
    <dgm:pt modelId="{0F91D73B-DCE4-4F8F-9696-95E8CA55567C}" type="sibTrans" cxnId="{49F84BCF-56D4-4716-881A-8D03E4FD0021}">
      <dgm:prSet/>
      <dgm:spPr/>
      <dgm:t>
        <a:bodyPr/>
        <a:lstStyle/>
        <a:p>
          <a:pPr algn="ctr"/>
          <a:endParaRPr lang="en-US" sz="2000" noProof="0"/>
        </a:p>
      </dgm:t>
    </dgm:pt>
    <dgm:pt modelId="{22AAB52A-F50E-450E-A45B-AA76C6E60155}">
      <dgm:prSet custT="1"/>
      <dgm:spPr>
        <a:solidFill>
          <a:schemeClr val="bg1">
            <a:lumMod val="85000"/>
          </a:schemeClr>
        </a:solidFill>
      </dgm:spPr>
      <dgm:t>
        <a:bodyPr/>
        <a:lstStyle/>
        <a:p>
          <a:pPr algn="ctr"/>
          <a:r>
            <a:rPr lang="en-US" sz="1400" noProof="0" dirty="0"/>
            <a:t>Software Project</a:t>
          </a:r>
        </a:p>
      </dgm:t>
    </dgm:pt>
    <dgm:pt modelId="{111B3508-DF67-4D45-82A6-7B60B4D41864}" type="parTrans" cxnId="{AEC67096-20FC-480D-97F0-F2F564BD9E8A}">
      <dgm:prSet/>
      <dgm:spPr/>
      <dgm:t>
        <a:bodyPr/>
        <a:lstStyle/>
        <a:p>
          <a:pPr algn="ctr"/>
          <a:endParaRPr lang="en-US" sz="2000" noProof="0"/>
        </a:p>
      </dgm:t>
    </dgm:pt>
    <dgm:pt modelId="{773A98D1-1721-4740-BBBC-EE4ECE532058}" type="sibTrans" cxnId="{AEC67096-20FC-480D-97F0-F2F564BD9E8A}">
      <dgm:prSet/>
      <dgm:spPr/>
      <dgm:t>
        <a:bodyPr/>
        <a:lstStyle/>
        <a:p>
          <a:pPr algn="ctr"/>
          <a:endParaRPr lang="en-US" sz="2000" noProof="0"/>
        </a:p>
      </dgm:t>
    </dgm:pt>
    <dgm:pt modelId="{78C4697E-42E3-4CD6-8626-1B95ABCFBAEE}">
      <dgm:prSet custT="1"/>
      <dgm:spPr>
        <a:solidFill>
          <a:schemeClr val="bg1">
            <a:lumMod val="85000"/>
          </a:schemeClr>
        </a:solidFill>
      </dgm:spPr>
      <dgm:t>
        <a:bodyPr/>
        <a:lstStyle/>
        <a:p>
          <a:pPr algn="ctr"/>
          <a:r>
            <a:rPr lang="en-US" sz="1400" noProof="0" dirty="0"/>
            <a:t>System Test</a:t>
          </a:r>
        </a:p>
      </dgm:t>
    </dgm:pt>
    <dgm:pt modelId="{8A2823D3-0319-40D7-99A2-677B9C1E7C97}" type="parTrans" cxnId="{4A4426A8-2F36-4935-9726-DFCE8F41E836}">
      <dgm:prSet/>
      <dgm:spPr/>
      <dgm:t>
        <a:bodyPr/>
        <a:lstStyle/>
        <a:p>
          <a:pPr algn="ctr"/>
          <a:endParaRPr lang="en-US" sz="2000" noProof="0"/>
        </a:p>
      </dgm:t>
    </dgm:pt>
    <dgm:pt modelId="{E49278E8-4C74-4CB2-80A2-3456757BC598}" type="sibTrans" cxnId="{4A4426A8-2F36-4935-9726-DFCE8F41E836}">
      <dgm:prSet/>
      <dgm:spPr/>
      <dgm:t>
        <a:bodyPr/>
        <a:lstStyle/>
        <a:p>
          <a:pPr algn="ctr"/>
          <a:endParaRPr lang="en-US" sz="2000" noProof="0"/>
        </a:p>
      </dgm:t>
    </dgm:pt>
    <dgm:pt modelId="{8423AC5B-65BB-44BA-85C8-B8F2C1D799F9}">
      <dgm:prSet custT="1"/>
      <dgm:spPr>
        <a:solidFill>
          <a:schemeClr val="bg1">
            <a:lumMod val="85000"/>
          </a:schemeClr>
        </a:solidFill>
      </dgm:spPr>
      <dgm:t>
        <a:bodyPr/>
        <a:lstStyle/>
        <a:p>
          <a:pPr algn="ctr"/>
          <a:r>
            <a:rPr lang="en-US" sz="1400" noProof="0" dirty="0"/>
            <a:t>Analysis (modelling) </a:t>
          </a:r>
        </a:p>
      </dgm:t>
    </dgm:pt>
    <dgm:pt modelId="{98E64B81-CF24-49AB-A88A-228C9A8CA780}" type="parTrans" cxnId="{12752EE7-4C9A-4006-B2AE-B5551DF3FF82}">
      <dgm:prSet/>
      <dgm:spPr/>
      <dgm:t>
        <a:bodyPr/>
        <a:lstStyle/>
        <a:p>
          <a:pPr algn="ctr"/>
          <a:endParaRPr lang="en-US" sz="2000" noProof="0"/>
        </a:p>
      </dgm:t>
    </dgm:pt>
    <dgm:pt modelId="{37318783-7077-401B-9007-0BCCE6BB03B7}" type="sibTrans" cxnId="{12752EE7-4C9A-4006-B2AE-B5551DF3FF82}">
      <dgm:prSet/>
      <dgm:spPr/>
      <dgm:t>
        <a:bodyPr/>
        <a:lstStyle/>
        <a:p>
          <a:pPr algn="ctr"/>
          <a:endParaRPr lang="en-US" sz="2000" noProof="0"/>
        </a:p>
      </dgm:t>
    </dgm:pt>
    <dgm:pt modelId="{5AD51844-7667-449C-B04B-2A3775799BFF}">
      <dgm:prSet custT="1"/>
      <dgm:spPr>
        <a:solidFill>
          <a:schemeClr val="bg1">
            <a:lumMod val="85000"/>
          </a:schemeClr>
        </a:solidFill>
        <a:ln>
          <a:solidFill>
            <a:schemeClr val="tx1"/>
          </a:solidFill>
        </a:ln>
      </dgm:spPr>
      <dgm:t>
        <a:bodyPr/>
        <a:lstStyle/>
        <a:p>
          <a:pPr algn="ctr"/>
          <a:r>
            <a:rPr lang="en-US" sz="1400" noProof="0" dirty="0"/>
            <a:t>Business Project</a:t>
          </a:r>
        </a:p>
      </dgm:t>
    </dgm:pt>
    <dgm:pt modelId="{FD7AA57F-CF0E-42DE-A55F-2EC78B30B05B}" type="parTrans" cxnId="{A25C5321-2397-436D-96DF-6B1391C6D905}">
      <dgm:prSet/>
      <dgm:spPr/>
      <dgm:t>
        <a:bodyPr/>
        <a:lstStyle/>
        <a:p>
          <a:pPr algn="ctr"/>
          <a:endParaRPr lang="en-US" sz="2000" noProof="0"/>
        </a:p>
      </dgm:t>
    </dgm:pt>
    <dgm:pt modelId="{6896A8BC-4889-4D51-8FB9-9AB4779A3BA7}" type="sibTrans" cxnId="{A25C5321-2397-436D-96DF-6B1391C6D905}">
      <dgm:prSet/>
      <dgm:spPr/>
      <dgm:t>
        <a:bodyPr/>
        <a:lstStyle/>
        <a:p>
          <a:pPr algn="ctr"/>
          <a:endParaRPr lang="en-US" sz="2000" noProof="0"/>
        </a:p>
      </dgm:t>
    </dgm:pt>
    <dgm:pt modelId="{CDA72991-8516-4F67-9D7F-C6CEFB219E63}">
      <dgm:prSet custT="1"/>
      <dgm:spPr>
        <a:solidFill>
          <a:schemeClr val="bg1">
            <a:lumMod val="85000"/>
          </a:schemeClr>
        </a:solidFill>
        <a:ln>
          <a:solidFill>
            <a:schemeClr val="tx1"/>
          </a:solidFill>
        </a:ln>
      </dgm:spPr>
      <dgm:t>
        <a:bodyPr/>
        <a:lstStyle/>
        <a:p>
          <a:pPr algn="ctr"/>
          <a:r>
            <a:rPr lang="en-US" sz="1400" noProof="0" dirty="0"/>
            <a:t>Analysis</a:t>
          </a:r>
        </a:p>
      </dgm:t>
    </dgm:pt>
    <dgm:pt modelId="{D5FFA1D8-50D6-4A82-87E7-058D5B4962E6}" type="parTrans" cxnId="{D68E4CA5-2615-45AA-BC48-8892261A331E}">
      <dgm:prSet/>
      <dgm:spPr/>
      <dgm:t>
        <a:bodyPr/>
        <a:lstStyle/>
        <a:p>
          <a:pPr algn="ctr"/>
          <a:endParaRPr lang="en-US" sz="2000" noProof="0"/>
        </a:p>
      </dgm:t>
    </dgm:pt>
    <dgm:pt modelId="{977A6F70-64D1-479E-B160-4BA6F04720C2}" type="sibTrans" cxnId="{D68E4CA5-2615-45AA-BC48-8892261A331E}">
      <dgm:prSet/>
      <dgm:spPr/>
      <dgm:t>
        <a:bodyPr/>
        <a:lstStyle/>
        <a:p>
          <a:pPr algn="ctr"/>
          <a:endParaRPr lang="en-US" sz="2000" noProof="0"/>
        </a:p>
      </dgm:t>
    </dgm:pt>
    <dgm:pt modelId="{268E09D4-B195-4285-9E77-5AF03B259B78}">
      <dgm:prSet custT="1"/>
      <dgm:spPr>
        <a:solidFill>
          <a:schemeClr val="bg1">
            <a:lumMod val="85000"/>
          </a:schemeClr>
        </a:solidFill>
      </dgm:spPr>
      <dgm:t>
        <a:bodyPr/>
        <a:lstStyle/>
        <a:p>
          <a:pPr algn="ctr"/>
          <a:r>
            <a:rPr lang="en-US" sz="1400" noProof="0" dirty="0" err="1"/>
            <a:t>Miscellaneou</a:t>
          </a:r>
          <a:endParaRPr lang="en-US" sz="1400" noProof="0" dirty="0"/>
        </a:p>
      </dgm:t>
    </dgm:pt>
    <dgm:pt modelId="{59EB9DB8-C2C7-4E9C-A643-EC131CC992EF}" type="parTrans" cxnId="{829AFB9C-CD4D-43A4-ACAB-2B18E58F94CF}">
      <dgm:prSet/>
      <dgm:spPr/>
      <dgm:t>
        <a:bodyPr/>
        <a:lstStyle/>
        <a:p>
          <a:pPr algn="ctr"/>
          <a:endParaRPr lang="en-US" sz="2000" noProof="0"/>
        </a:p>
      </dgm:t>
    </dgm:pt>
    <dgm:pt modelId="{4B1F4B06-695C-4128-B1E8-155DEDF8A7EB}" type="sibTrans" cxnId="{829AFB9C-CD4D-43A4-ACAB-2B18E58F94CF}">
      <dgm:prSet/>
      <dgm:spPr/>
      <dgm:t>
        <a:bodyPr/>
        <a:lstStyle/>
        <a:p>
          <a:pPr algn="ctr"/>
          <a:endParaRPr lang="en-US" sz="2000" noProof="0"/>
        </a:p>
      </dgm:t>
    </dgm:pt>
    <dgm:pt modelId="{5BFFD63B-5511-492C-9222-0156EFC4526B}">
      <dgm:prSet custT="1"/>
      <dgm:spPr>
        <a:solidFill>
          <a:schemeClr val="bg1">
            <a:lumMod val="85000"/>
          </a:schemeClr>
        </a:solidFill>
      </dgm:spPr>
      <dgm:t>
        <a:bodyPr/>
        <a:lstStyle/>
        <a:p>
          <a:pPr algn="ctr"/>
          <a:r>
            <a:rPr lang="en-US" sz="1400" noProof="0" dirty="0"/>
            <a:t>Technology</a:t>
          </a:r>
        </a:p>
      </dgm:t>
    </dgm:pt>
    <dgm:pt modelId="{937CFD05-A419-45AA-A7A7-87FA7D9DF5E4}" type="parTrans" cxnId="{1D22AAAC-4B45-48C9-84FC-690C449BA89D}">
      <dgm:prSet/>
      <dgm:spPr/>
      <dgm:t>
        <a:bodyPr/>
        <a:lstStyle/>
        <a:p>
          <a:pPr algn="ctr"/>
          <a:endParaRPr lang="en-US" sz="2000" noProof="0"/>
        </a:p>
      </dgm:t>
    </dgm:pt>
    <dgm:pt modelId="{D2D278E8-783F-4750-A634-8BB5EBBA1118}" type="sibTrans" cxnId="{1D22AAAC-4B45-48C9-84FC-690C449BA89D}">
      <dgm:prSet/>
      <dgm:spPr/>
      <dgm:t>
        <a:bodyPr/>
        <a:lstStyle/>
        <a:p>
          <a:pPr algn="ctr"/>
          <a:endParaRPr lang="en-US" sz="2000" noProof="0"/>
        </a:p>
      </dgm:t>
    </dgm:pt>
    <dgm:pt modelId="{1EC7473E-C38C-43F4-A078-4BF3B05DD0C5}">
      <dgm:prSet custT="1"/>
      <dgm:spPr/>
      <dgm:t>
        <a:bodyPr/>
        <a:lstStyle/>
        <a:p>
          <a:pPr algn="ctr"/>
          <a:r>
            <a:rPr lang="en-US" sz="1400" noProof="0" dirty="0"/>
            <a:t>Mobile</a:t>
          </a:r>
        </a:p>
      </dgm:t>
    </dgm:pt>
    <dgm:pt modelId="{EAF9F797-4D5F-4B10-AFEF-CA31E8649317}" type="parTrans" cxnId="{02CE8D8E-E5C8-496B-98D2-6E8E867ECC46}">
      <dgm:prSet/>
      <dgm:spPr/>
      <dgm:t>
        <a:bodyPr/>
        <a:lstStyle/>
        <a:p>
          <a:pPr algn="ctr"/>
          <a:endParaRPr lang="en-US" sz="2000" noProof="0"/>
        </a:p>
      </dgm:t>
    </dgm:pt>
    <dgm:pt modelId="{39576AED-5FE2-48F6-9A6D-F66F2094B208}" type="sibTrans" cxnId="{02CE8D8E-E5C8-496B-98D2-6E8E867ECC46}">
      <dgm:prSet/>
      <dgm:spPr/>
      <dgm:t>
        <a:bodyPr/>
        <a:lstStyle/>
        <a:p>
          <a:pPr algn="ctr"/>
          <a:endParaRPr lang="en-US" sz="2000" noProof="0"/>
        </a:p>
      </dgm:t>
    </dgm:pt>
    <dgm:pt modelId="{6571645B-0BBE-4CD7-BA5A-7144F7D8C054}">
      <dgm:prSet custT="1"/>
      <dgm:spPr>
        <a:solidFill>
          <a:schemeClr val="bg1">
            <a:lumMod val="85000"/>
          </a:schemeClr>
        </a:solidFill>
      </dgm:spPr>
      <dgm:t>
        <a:bodyPr/>
        <a:lstStyle/>
        <a:p>
          <a:pPr algn="ctr"/>
          <a:r>
            <a:rPr lang="en-US" sz="1400" noProof="0" dirty="0"/>
            <a:t>LAN/ Clients/EUC</a:t>
          </a:r>
        </a:p>
      </dgm:t>
    </dgm:pt>
    <dgm:pt modelId="{5776B918-55DA-4C8E-B26D-7AAC670C5996}" type="parTrans" cxnId="{E5EA43C2-879E-41FF-8B34-F36E6B7FF872}">
      <dgm:prSet/>
      <dgm:spPr/>
      <dgm:t>
        <a:bodyPr/>
        <a:lstStyle/>
        <a:p>
          <a:pPr algn="ctr"/>
          <a:endParaRPr lang="en-US" sz="2000" noProof="0"/>
        </a:p>
      </dgm:t>
    </dgm:pt>
    <dgm:pt modelId="{E9BBE097-0F9A-4E77-B078-800EE8F7C4A5}" type="sibTrans" cxnId="{E5EA43C2-879E-41FF-8B34-F36E6B7FF872}">
      <dgm:prSet/>
      <dgm:spPr/>
      <dgm:t>
        <a:bodyPr/>
        <a:lstStyle/>
        <a:p>
          <a:pPr algn="ctr"/>
          <a:endParaRPr lang="en-US" sz="2000" noProof="0"/>
        </a:p>
      </dgm:t>
    </dgm:pt>
    <dgm:pt modelId="{D207AA23-E1E9-4664-8694-657CBE7F5113}">
      <dgm:prSet custT="1"/>
      <dgm:spPr>
        <a:solidFill>
          <a:schemeClr val="bg1">
            <a:lumMod val="85000"/>
          </a:schemeClr>
        </a:solidFill>
      </dgm:spPr>
      <dgm:t>
        <a:bodyPr/>
        <a:lstStyle/>
        <a:p>
          <a:pPr algn="ctr"/>
          <a:r>
            <a:rPr lang="en-US" sz="1400" noProof="0" dirty="0"/>
            <a:t>Servers </a:t>
          </a:r>
        </a:p>
      </dgm:t>
    </dgm:pt>
    <dgm:pt modelId="{2B811217-D6E1-4007-B8B1-74F71399FCBC}" type="parTrans" cxnId="{9DE396B4-3663-4EB0-BC77-41DA68116E8E}">
      <dgm:prSet/>
      <dgm:spPr/>
      <dgm:t>
        <a:bodyPr/>
        <a:lstStyle/>
        <a:p>
          <a:pPr algn="ctr"/>
          <a:endParaRPr lang="en-US" sz="2000" noProof="0"/>
        </a:p>
      </dgm:t>
    </dgm:pt>
    <dgm:pt modelId="{FD6F05A3-C7FA-425C-9D87-0A61C97921D3}" type="sibTrans" cxnId="{9DE396B4-3663-4EB0-BC77-41DA68116E8E}">
      <dgm:prSet/>
      <dgm:spPr/>
      <dgm:t>
        <a:bodyPr/>
        <a:lstStyle/>
        <a:p>
          <a:pPr algn="ctr"/>
          <a:endParaRPr lang="en-US" sz="2000" noProof="0"/>
        </a:p>
      </dgm:t>
    </dgm:pt>
    <dgm:pt modelId="{4BAE13AE-39F3-416E-8744-CFDB4B732C07}">
      <dgm:prSet custT="1"/>
      <dgm:spPr>
        <a:solidFill>
          <a:srgbClr val="92D050"/>
        </a:solidFill>
        <a:ln>
          <a:solidFill>
            <a:schemeClr val="tx1"/>
          </a:solidFill>
        </a:ln>
      </dgm:spPr>
      <dgm:t>
        <a:bodyPr/>
        <a:lstStyle/>
        <a:p>
          <a:pPr algn="ctr"/>
          <a:r>
            <a:rPr lang="en-US" sz="1400" noProof="0" dirty="0"/>
            <a:t>Education/ training/ change</a:t>
          </a:r>
        </a:p>
      </dgm:t>
    </dgm:pt>
    <dgm:pt modelId="{1699D3DA-29B7-417B-98A4-5CC0FE236955}" type="parTrans" cxnId="{A671590E-F926-4AF6-91E1-AD9336EC2F46}">
      <dgm:prSet/>
      <dgm:spPr/>
      <dgm:t>
        <a:bodyPr/>
        <a:lstStyle/>
        <a:p>
          <a:pPr algn="ctr"/>
          <a:endParaRPr lang="en-US" sz="2000" noProof="0"/>
        </a:p>
      </dgm:t>
    </dgm:pt>
    <dgm:pt modelId="{306B415E-C390-4DDC-82B2-649369D5F815}" type="sibTrans" cxnId="{A671590E-F926-4AF6-91E1-AD9336EC2F46}">
      <dgm:prSet/>
      <dgm:spPr/>
      <dgm:t>
        <a:bodyPr/>
        <a:lstStyle/>
        <a:p>
          <a:pPr algn="ctr"/>
          <a:endParaRPr lang="en-US" sz="2000" noProof="0"/>
        </a:p>
      </dgm:t>
    </dgm:pt>
    <dgm:pt modelId="{851C9D6E-AC63-4942-A4BE-E6721A22670E}">
      <dgm:prSet custT="1"/>
      <dgm:spPr>
        <a:solidFill>
          <a:srgbClr val="92D050"/>
        </a:solidFill>
      </dgm:spPr>
      <dgm:t>
        <a:bodyPr/>
        <a:lstStyle/>
        <a:p>
          <a:pPr algn="ctr"/>
          <a:r>
            <a:rPr lang="en-US" sz="1400" noProof="0" dirty="0"/>
            <a:t>User Test</a:t>
          </a:r>
        </a:p>
      </dgm:t>
    </dgm:pt>
    <dgm:pt modelId="{93FA9CFA-3713-4C93-B0FB-EB826ABE93C4}" type="parTrans" cxnId="{8E3F17B4-7549-4018-A69F-1C6BCD1662C9}">
      <dgm:prSet/>
      <dgm:spPr/>
      <dgm:t>
        <a:bodyPr/>
        <a:lstStyle/>
        <a:p>
          <a:endParaRPr lang="en-US" sz="2000" noProof="0"/>
        </a:p>
      </dgm:t>
    </dgm:pt>
    <dgm:pt modelId="{E67CB3FC-871F-48D3-8F22-E65AC355491E}" type="sibTrans" cxnId="{8E3F17B4-7549-4018-A69F-1C6BCD1662C9}">
      <dgm:prSet/>
      <dgm:spPr/>
      <dgm:t>
        <a:bodyPr/>
        <a:lstStyle/>
        <a:p>
          <a:endParaRPr lang="en-US" sz="2000" noProof="0"/>
        </a:p>
      </dgm:t>
    </dgm:pt>
    <dgm:pt modelId="{9C8FF474-B8E2-44A7-A2AD-9A703BBB6D91}">
      <dgm:prSet custT="1"/>
      <dgm:spPr>
        <a:solidFill>
          <a:schemeClr val="bg1">
            <a:lumMod val="85000"/>
          </a:schemeClr>
        </a:solidFill>
      </dgm:spPr>
      <dgm:t>
        <a:bodyPr/>
        <a:lstStyle/>
        <a:p>
          <a:pPr algn="ctr"/>
          <a:r>
            <a:rPr lang="en-US" sz="1400" noProof="0" dirty="0"/>
            <a:t>Software  platforms</a:t>
          </a:r>
        </a:p>
      </dgm:t>
    </dgm:pt>
    <dgm:pt modelId="{0B37D1B5-1459-47BD-A177-28D2DF664D5E}" type="parTrans" cxnId="{2140F080-129D-4C86-8218-197CD091D2D8}">
      <dgm:prSet/>
      <dgm:spPr/>
      <dgm:t>
        <a:bodyPr/>
        <a:lstStyle/>
        <a:p>
          <a:endParaRPr lang="it-IT" sz="1600"/>
        </a:p>
      </dgm:t>
    </dgm:pt>
    <dgm:pt modelId="{5C3CF336-0E4B-44FD-80DC-25C0BADB1907}" type="sibTrans" cxnId="{2140F080-129D-4C86-8218-197CD091D2D8}">
      <dgm:prSet/>
      <dgm:spPr/>
      <dgm:t>
        <a:bodyPr/>
        <a:lstStyle/>
        <a:p>
          <a:endParaRPr lang="it-IT" sz="1600"/>
        </a:p>
      </dgm:t>
    </dgm:pt>
    <dgm:pt modelId="{0D2E9F3E-3934-453E-AA19-8E3608548189}">
      <dgm:prSet custT="1"/>
      <dgm:spPr>
        <a:solidFill>
          <a:schemeClr val="bg1">
            <a:lumMod val="85000"/>
          </a:schemeClr>
        </a:solidFill>
      </dgm:spPr>
      <dgm:t>
        <a:bodyPr/>
        <a:lstStyle/>
        <a:p>
          <a:pPr algn="ctr"/>
          <a:r>
            <a:rPr lang="en-US" sz="1400" noProof="0" dirty="0"/>
            <a:t>Cloud services  </a:t>
          </a:r>
        </a:p>
      </dgm:t>
    </dgm:pt>
    <dgm:pt modelId="{DC618EE1-3F12-48C2-BED0-11FE9201DC61}" type="parTrans" cxnId="{4C110345-85EA-4884-9090-3DE9653BB6A6}">
      <dgm:prSet/>
      <dgm:spPr/>
      <dgm:t>
        <a:bodyPr/>
        <a:lstStyle/>
        <a:p>
          <a:endParaRPr lang="it-IT" sz="1600"/>
        </a:p>
      </dgm:t>
    </dgm:pt>
    <dgm:pt modelId="{2F8E2578-FDD3-41A6-AB6F-7E0B18A2760E}" type="sibTrans" cxnId="{4C110345-85EA-4884-9090-3DE9653BB6A6}">
      <dgm:prSet/>
      <dgm:spPr/>
      <dgm:t>
        <a:bodyPr/>
        <a:lstStyle/>
        <a:p>
          <a:endParaRPr lang="it-IT" sz="160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5020A7F2-D507-45EE-A895-2DBC7AC3D771}" type="pres">
      <dgm:prSet presAssocID="{780E2C17-7959-4BE4-B5B9-2AF6E7CE28C3}" presName="hierRoot1" presStyleCnt="0">
        <dgm:presLayoutVars>
          <dgm:hierBranch val="init"/>
        </dgm:presLayoutVars>
      </dgm:prSet>
      <dgm:spPr/>
    </dgm:pt>
    <dgm:pt modelId="{D4982AEC-E392-43FF-B1E6-76981C7F4526}" type="pres">
      <dgm:prSet presAssocID="{780E2C17-7959-4BE4-B5B9-2AF6E7CE28C3}" presName="rootComposite1" presStyleCnt="0"/>
      <dgm:spPr/>
    </dgm:pt>
    <dgm:pt modelId="{B66FDA53-52AD-4777-B131-E6DE4E566FE1}" type="pres">
      <dgm:prSet presAssocID="{780E2C17-7959-4BE4-B5B9-2AF6E7CE28C3}" presName="rootText1" presStyleLbl="node0" presStyleIdx="0" presStyleCnt="1">
        <dgm:presLayoutVars>
          <dgm:chPref val="3"/>
        </dgm:presLayoutVars>
      </dgm:prSet>
      <dgm:spPr/>
    </dgm:pt>
    <dgm:pt modelId="{CC9F5843-D328-475A-834D-68A4E455C29F}" type="pres">
      <dgm:prSet presAssocID="{780E2C17-7959-4BE4-B5B9-2AF6E7CE28C3}" presName="rootConnector1" presStyleLbl="node1" presStyleIdx="0" presStyleCnt="0"/>
      <dgm:spPr/>
    </dgm:pt>
    <dgm:pt modelId="{CC41FF8D-2066-47C2-B982-E49AEB8BA42A}" type="pres">
      <dgm:prSet presAssocID="{780E2C17-7959-4BE4-B5B9-2AF6E7CE28C3}" presName="hierChild2" presStyleCnt="0"/>
      <dgm:spPr/>
    </dgm:pt>
    <dgm:pt modelId="{31CF9883-6932-443B-BE67-EA6070F735FC}" type="pres">
      <dgm:prSet presAssocID="{81AD3CE4-69FA-4B9E-BB3B-4FF1EB31E2BF}" presName="Name37" presStyleLbl="parChTrans1D2" presStyleIdx="0" presStyleCnt="4"/>
      <dgm:spPr/>
    </dgm:pt>
    <dgm:pt modelId="{13ADB56E-8FDF-491C-8B29-1722087AD486}" type="pres">
      <dgm:prSet presAssocID="{82515DFC-9938-4C9D-833B-D7B6FE74F3D6}" presName="hierRoot2" presStyleCnt="0">
        <dgm:presLayoutVars>
          <dgm:hierBranch val="init"/>
        </dgm:presLayoutVars>
      </dgm:prSet>
      <dgm:spPr/>
    </dgm:pt>
    <dgm:pt modelId="{0985C86D-1B69-41D2-8B15-597C53B6120C}" type="pres">
      <dgm:prSet presAssocID="{82515DFC-9938-4C9D-833B-D7B6FE74F3D6}" presName="rootComposite" presStyleCnt="0"/>
      <dgm:spPr/>
    </dgm:pt>
    <dgm:pt modelId="{B36F738C-DABB-499F-A586-6245E56F73A4}" type="pres">
      <dgm:prSet presAssocID="{82515DFC-9938-4C9D-833B-D7B6FE74F3D6}" presName="rootText" presStyleLbl="node2" presStyleIdx="0" presStyleCnt="4" custLinFactNeighborX="-2748">
        <dgm:presLayoutVars>
          <dgm:chPref val="3"/>
        </dgm:presLayoutVars>
      </dgm:prSet>
      <dgm:spPr/>
    </dgm:pt>
    <dgm:pt modelId="{14012CE9-2525-49DB-825E-72030D160490}" type="pres">
      <dgm:prSet presAssocID="{82515DFC-9938-4C9D-833B-D7B6FE74F3D6}" presName="rootConnector" presStyleLbl="node2" presStyleIdx="0" presStyleCnt="4"/>
      <dgm:spPr/>
    </dgm:pt>
    <dgm:pt modelId="{342643D6-E3A6-4A57-B9DD-0781D8759EFC}" type="pres">
      <dgm:prSet presAssocID="{82515DFC-9938-4C9D-833B-D7B6FE74F3D6}" presName="hierChild4" presStyleCnt="0"/>
      <dgm:spPr/>
    </dgm:pt>
    <dgm:pt modelId="{0DD17146-0F29-4885-9376-8A5705D23D4E}" type="pres">
      <dgm:prSet presAssocID="{82515DFC-9938-4C9D-833B-D7B6FE74F3D6}" presName="hierChild5" presStyleCnt="0"/>
      <dgm:spPr/>
    </dgm:pt>
    <dgm:pt modelId="{7B5206AE-36DB-43EE-84F3-AFB823AA6253}" type="pres">
      <dgm:prSet presAssocID="{111B3508-DF67-4D45-82A6-7B60B4D41864}" presName="Name37" presStyleLbl="parChTrans1D2" presStyleIdx="1" presStyleCnt="4"/>
      <dgm:spPr/>
    </dgm:pt>
    <dgm:pt modelId="{EA46275C-D34E-4970-A919-7FB5FB0D832D}" type="pres">
      <dgm:prSet presAssocID="{22AAB52A-F50E-450E-A45B-AA76C6E60155}" presName="hierRoot2" presStyleCnt="0">
        <dgm:presLayoutVars>
          <dgm:hierBranch val="hang"/>
        </dgm:presLayoutVars>
      </dgm:prSet>
      <dgm:spPr/>
    </dgm:pt>
    <dgm:pt modelId="{33111035-7874-44A3-98C1-D4AC0AF8792D}" type="pres">
      <dgm:prSet presAssocID="{22AAB52A-F50E-450E-A45B-AA76C6E60155}" presName="rootComposite" presStyleCnt="0"/>
      <dgm:spPr/>
    </dgm:pt>
    <dgm:pt modelId="{BE33DF6D-96DD-447A-A304-E5B66ED4DEA0}" type="pres">
      <dgm:prSet presAssocID="{22AAB52A-F50E-450E-A45B-AA76C6E60155}" presName="rootText" presStyleLbl="node2" presStyleIdx="1" presStyleCnt="4">
        <dgm:presLayoutVars>
          <dgm:chPref val="3"/>
        </dgm:presLayoutVars>
      </dgm:prSet>
      <dgm:spPr/>
    </dgm:pt>
    <dgm:pt modelId="{609F4C0D-78CC-42E2-8EC6-ACCF5277829F}" type="pres">
      <dgm:prSet presAssocID="{22AAB52A-F50E-450E-A45B-AA76C6E60155}" presName="rootConnector" presStyleLbl="node2" presStyleIdx="1" presStyleCnt="4"/>
      <dgm:spPr/>
    </dgm:pt>
    <dgm:pt modelId="{21DB5F9D-117E-4396-A921-BD0D18829365}" type="pres">
      <dgm:prSet presAssocID="{22AAB52A-F50E-450E-A45B-AA76C6E60155}" presName="hierChild4" presStyleCnt="0"/>
      <dgm:spPr/>
    </dgm:pt>
    <dgm:pt modelId="{DBFAA4B1-5E18-4F52-8331-43C80B4BAD10}" type="pres">
      <dgm:prSet presAssocID="{98E64B81-CF24-49AB-A88A-228C9A8CA780}" presName="Name48" presStyleLbl="parChTrans1D3" presStyleIdx="0" presStyleCnt="12"/>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3" presStyleIdx="0" presStyleCnt="12" custLinFactNeighborX="-2748">
        <dgm:presLayoutVars>
          <dgm:chPref val="3"/>
        </dgm:presLayoutVars>
      </dgm:prSet>
      <dgm:spPr/>
    </dgm:pt>
    <dgm:pt modelId="{1F827E1E-DE28-4629-93A9-7862FAB5F676}" type="pres">
      <dgm:prSet presAssocID="{8423AC5B-65BB-44BA-85C8-B8F2C1D799F9}" presName="rootConnector" presStyleLbl="node3" presStyleIdx="0" presStyleCnt="12"/>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6EA04B9E-A781-425B-B36A-F2E0C3396A0F}" type="pres">
      <dgm:prSet presAssocID="{9B6515FC-BAB6-49BD-B614-8D99B5FBDBDE}" presName="Name48" presStyleLbl="parChTrans1D3" presStyleIdx="1" presStyleCnt="12"/>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3" presStyleIdx="1" presStyleCnt="12">
        <dgm:presLayoutVars>
          <dgm:chPref val="3"/>
        </dgm:presLayoutVars>
      </dgm:prSet>
      <dgm:spPr/>
    </dgm:pt>
    <dgm:pt modelId="{E2521828-141C-4DD9-A0FF-550F879D8B65}" type="pres">
      <dgm:prSet presAssocID="{1C76DC10-B192-4CB8-BDD4-43D705326175}" presName="rootConnector" presStyleLbl="node3" presStyleIdx="1" presStyleCnt="12"/>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F4168C62-4C73-4FEA-B525-828302C7EE80}" type="pres">
      <dgm:prSet presAssocID="{8A2823D3-0319-40D7-99A2-677B9C1E7C97}" presName="Name48" presStyleLbl="parChTrans1D3" presStyleIdx="2" presStyleCnt="12"/>
      <dgm:spPr/>
    </dgm:pt>
    <dgm:pt modelId="{BAACD408-B096-4219-B995-CBE13FEF9E0C}" type="pres">
      <dgm:prSet presAssocID="{78C4697E-42E3-4CD6-8626-1B95ABCFBAEE}" presName="hierRoot2" presStyleCnt="0">
        <dgm:presLayoutVars>
          <dgm:hierBranch val="init"/>
        </dgm:presLayoutVars>
      </dgm:prSet>
      <dgm:spPr/>
    </dgm:pt>
    <dgm:pt modelId="{7C76DD35-9C28-4088-8305-CB44319A8F6B}" type="pres">
      <dgm:prSet presAssocID="{78C4697E-42E3-4CD6-8626-1B95ABCFBAEE}" presName="rootComposite" presStyleCnt="0"/>
      <dgm:spPr/>
    </dgm:pt>
    <dgm:pt modelId="{2A5F8A13-F793-4295-A576-C273F1E67E53}" type="pres">
      <dgm:prSet presAssocID="{78C4697E-42E3-4CD6-8626-1B95ABCFBAEE}" presName="rootText" presStyleLbl="node3" presStyleIdx="2" presStyleCnt="12">
        <dgm:presLayoutVars>
          <dgm:chPref val="3"/>
        </dgm:presLayoutVars>
      </dgm:prSet>
      <dgm:spPr/>
    </dgm:pt>
    <dgm:pt modelId="{DF2A5A38-E9AD-4E0D-8664-8243B6A76EE9}" type="pres">
      <dgm:prSet presAssocID="{78C4697E-42E3-4CD6-8626-1B95ABCFBAEE}" presName="rootConnector" presStyleLbl="node3" presStyleIdx="2" presStyleCnt="12"/>
      <dgm:spPr/>
    </dgm:pt>
    <dgm:pt modelId="{25DCDDB0-7223-429E-8111-32F0DC3DFAA9}" type="pres">
      <dgm:prSet presAssocID="{78C4697E-42E3-4CD6-8626-1B95ABCFBAEE}" presName="hierChild4" presStyleCnt="0"/>
      <dgm:spPr/>
    </dgm:pt>
    <dgm:pt modelId="{91C4CFE2-D764-43CD-B65A-522F70B2D2C2}" type="pres">
      <dgm:prSet presAssocID="{78C4697E-42E3-4CD6-8626-1B95ABCFBAEE}" presName="hierChild5" presStyleCnt="0"/>
      <dgm:spPr/>
    </dgm:pt>
    <dgm:pt modelId="{EFAB8F0C-B50C-4110-92BD-83EFA04F2A3D}" type="pres">
      <dgm:prSet presAssocID="{93FA9CFA-3713-4C93-B0FB-EB826ABE93C4}" presName="Name48" presStyleLbl="parChTrans1D3" presStyleIdx="3" presStyleCnt="12"/>
      <dgm:spPr/>
    </dgm:pt>
    <dgm:pt modelId="{A5B3533E-C7CF-46F3-81CA-B527422E6570}" type="pres">
      <dgm:prSet presAssocID="{851C9D6E-AC63-4942-A4BE-E6721A22670E}" presName="hierRoot2" presStyleCnt="0">
        <dgm:presLayoutVars>
          <dgm:hierBranch val="init"/>
        </dgm:presLayoutVars>
      </dgm:prSet>
      <dgm:spPr/>
    </dgm:pt>
    <dgm:pt modelId="{7D9836D0-FEAF-45C5-96B9-BF85B4C5E630}" type="pres">
      <dgm:prSet presAssocID="{851C9D6E-AC63-4942-A4BE-E6721A22670E}" presName="rootComposite" presStyleCnt="0"/>
      <dgm:spPr/>
    </dgm:pt>
    <dgm:pt modelId="{2907B370-BA96-40F4-A66F-C111E7FDFAAE}" type="pres">
      <dgm:prSet presAssocID="{851C9D6E-AC63-4942-A4BE-E6721A22670E}" presName="rootText" presStyleLbl="node3" presStyleIdx="3" presStyleCnt="12">
        <dgm:presLayoutVars>
          <dgm:chPref val="3"/>
        </dgm:presLayoutVars>
      </dgm:prSet>
      <dgm:spPr/>
    </dgm:pt>
    <dgm:pt modelId="{10E23348-0F19-4FD3-A71D-F48223639FF9}" type="pres">
      <dgm:prSet presAssocID="{851C9D6E-AC63-4942-A4BE-E6721A22670E}" presName="rootConnector" presStyleLbl="node3" presStyleIdx="3" presStyleCnt="12"/>
      <dgm:spPr/>
    </dgm:pt>
    <dgm:pt modelId="{3D69BB98-EFF5-452C-9AC5-11BC881590C9}" type="pres">
      <dgm:prSet presAssocID="{851C9D6E-AC63-4942-A4BE-E6721A22670E}" presName="hierChild4" presStyleCnt="0"/>
      <dgm:spPr/>
    </dgm:pt>
    <dgm:pt modelId="{7F0430B4-7899-4BA1-A17D-366D05A80803}" type="pres">
      <dgm:prSet presAssocID="{851C9D6E-AC63-4942-A4BE-E6721A22670E}" presName="hierChild5" presStyleCnt="0"/>
      <dgm:spPr/>
    </dgm:pt>
    <dgm:pt modelId="{1E07A4B4-19E6-4D2D-AAEC-EB1A31A1A96B}" type="pres">
      <dgm:prSet presAssocID="{59EB9DB8-C2C7-4E9C-A643-EC131CC992EF}" presName="Name48" presStyleLbl="parChTrans1D3" presStyleIdx="4" presStyleCnt="12"/>
      <dgm:spPr/>
    </dgm:pt>
    <dgm:pt modelId="{E6BE0463-F71A-4C3D-B8A4-3E45757C3D76}" type="pres">
      <dgm:prSet presAssocID="{268E09D4-B195-4285-9E77-5AF03B259B78}" presName="hierRoot2" presStyleCnt="0">
        <dgm:presLayoutVars>
          <dgm:hierBranch val="init"/>
        </dgm:presLayoutVars>
      </dgm:prSet>
      <dgm:spPr/>
    </dgm:pt>
    <dgm:pt modelId="{E95B49CA-2456-4C0C-A33C-0A5A67DFA6B5}" type="pres">
      <dgm:prSet presAssocID="{268E09D4-B195-4285-9E77-5AF03B259B78}" presName="rootComposite" presStyleCnt="0"/>
      <dgm:spPr/>
    </dgm:pt>
    <dgm:pt modelId="{9CAAEC64-6ADE-4DAC-BE74-9BCA6018D400}" type="pres">
      <dgm:prSet presAssocID="{268E09D4-B195-4285-9E77-5AF03B259B78}" presName="rootText" presStyleLbl="node3" presStyleIdx="4" presStyleCnt="12">
        <dgm:presLayoutVars>
          <dgm:chPref val="3"/>
        </dgm:presLayoutVars>
      </dgm:prSet>
      <dgm:spPr/>
    </dgm:pt>
    <dgm:pt modelId="{94D5B0F4-9D2A-458E-9B88-FC8AAF20F7B6}" type="pres">
      <dgm:prSet presAssocID="{268E09D4-B195-4285-9E77-5AF03B259B78}" presName="rootConnector" presStyleLbl="node3" presStyleIdx="4" presStyleCnt="12"/>
      <dgm:spPr/>
    </dgm:pt>
    <dgm:pt modelId="{0C10DD0F-90CF-4DEB-AA67-F08B332467F1}" type="pres">
      <dgm:prSet presAssocID="{268E09D4-B195-4285-9E77-5AF03B259B78}" presName="hierChild4" presStyleCnt="0"/>
      <dgm:spPr/>
    </dgm:pt>
    <dgm:pt modelId="{768A947B-E41E-418F-BEA9-99599E6C8BA8}" type="pres">
      <dgm:prSet presAssocID="{268E09D4-B195-4285-9E77-5AF03B259B78}" presName="hierChild5" presStyleCnt="0"/>
      <dgm:spPr/>
    </dgm:pt>
    <dgm:pt modelId="{97D7E093-B9EA-413B-A30F-D5DDB8799B63}" type="pres">
      <dgm:prSet presAssocID="{22AAB52A-F50E-450E-A45B-AA76C6E60155}" presName="hierChild5" presStyleCnt="0"/>
      <dgm:spPr/>
    </dgm:pt>
    <dgm:pt modelId="{DBB6250D-A994-4B68-83F5-3A299E01BCF0}" type="pres">
      <dgm:prSet presAssocID="{FD7AA57F-CF0E-42DE-A55F-2EC78B30B05B}" presName="Name37" presStyleLbl="parChTrans1D2" presStyleIdx="2" presStyleCnt="4"/>
      <dgm:spPr/>
    </dgm:pt>
    <dgm:pt modelId="{7C3751AC-154A-4B83-86C4-3179D2CC195A}" type="pres">
      <dgm:prSet presAssocID="{5AD51844-7667-449C-B04B-2A3775799BFF}" presName="hierRoot2" presStyleCnt="0">
        <dgm:presLayoutVars>
          <dgm:hierBranch val="init"/>
        </dgm:presLayoutVars>
      </dgm:prSet>
      <dgm:spPr/>
    </dgm:pt>
    <dgm:pt modelId="{46E2E3C6-D8C5-40B9-98A1-533B92BF7BB4}" type="pres">
      <dgm:prSet presAssocID="{5AD51844-7667-449C-B04B-2A3775799BFF}" presName="rootComposite" presStyleCnt="0"/>
      <dgm:spPr/>
    </dgm:pt>
    <dgm:pt modelId="{143639B3-181C-491B-A515-4BAB93604BCB}" type="pres">
      <dgm:prSet presAssocID="{5AD51844-7667-449C-B04B-2A3775799BFF}" presName="rootText" presStyleLbl="node2" presStyleIdx="2" presStyleCnt="4" custLinFactNeighborX="422" custLinFactNeighborY="-693">
        <dgm:presLayoutVars>
          <dgm:chPref val="3"/>
        </dgm:presLayoutVars>
      </dgm:prSet>
      <dgm:spPr/>
    </dgm:pt>
    <dgm:pt modelId="{F76DCC48-5560-4BD5-AD58-0C6CED22E5B3}" type="pres">
      <dgm:prSet presAssocID="{5AD51844-7667-449C-B04B-2A3775799BFF}" presName="rootConnector" presStyleLbl="node2" presStyleIdx="2" presStyleCnt="4"/>
      <dgm:spPr/>
    </dgm:pt>
    <dgm:pt modelId="{54D71075-D9F2-4A86-BAD0-9859B2512DDE}" type="pres">
      <dgm:prSet presAssocID="{5AD51844-7667-449C-B04B-2A3775799BFF}" presName="hierChild4" presStyleCnt="0"/>
      <dgm:spPr/>
    </dgm:pt>
    <dgm:pt modelId="{ED858471-3416-48AF-94C0-257C660D6C30}" type="pres">
      <dgm:prSet presAssocID="{D5FFA1D8-50D6-4A82-87E7-058D5B4962E6}" presName="Name37" presStyleLbl="parChTrans1D3" presStyleIdx="5" presStyleCnt="12"/>
      <dgm:spPr/>
    </dgm:pt>
    <dgm:pt modelId="{81F929DC-36A8-4ACF-8D49-7570E547CB89}" type="pres">
      <dgm:prSet presAssocID="{CDA72991-8516-4F67-9D7F-C6CEFB219E63}" presName="hierRoot2" presStyleCnt="0">
        <dgm:presLayoutVars>
          <dgm:hierBranch val="init"/>
        </dgm:presLayoutVars>
      </dgm:prSet>
      <dgm:spPr/>
    </dgm:pt>
    <dgm:pt modelId="{A78C8B0B-8569-41EB-ACA9-0A7D6C75355C}" type="pres">
      <dgm:prSet presAssocID="{CDA72991-8516-4F67-9D7F-C6CEFB219E63}" presName="rootComposite" presStyleCnt="0"/>
      <dgm:spPr/>
    </dgm:pt>
    <dgm:pt modelId="{30523AB1-C99C-444B-AA4F-1E73092027E9}" type="pres">
      <dgm:prSet presAssocID="{CDA72991-8516-4F67-9D7F-C6CEFB219E63}" presName="rootText" presStyleLbl="node3" presStyleIdx="5" presStyleCnt="12">
        <dgm:presLayoutVars>
          <dgm:chPref val="3"/>
        </dgm:presLayoutVars>
      </dgm:prSet>
      <dgm:spPr/>
    </dgm:pt>
    <dgm:pt modelId="{D5FDDBA5-CDD5-4793-84B5-CD9B98911702}" type="pres">
      <dgm:prSet presAssocID="{CDA72991-8516-4F67-9D7F-C6CEFB219E63}" presName="rootConnector" presStyleLbl="node3" presStyleIdx="5" presStyleCnt="12"/>
      <dgm:spPr/>
    </dgm:pt>
    <dgm:pt modelId="{590501E3-6000-4C9A-99FD-C032933B1059}" type="pres">
      <dgm:prSet presAssocID="{CDA72991-8516-4F67-9D7F-C6CEFB219E63}" presName="hierChild4" presStyleCnt="0"/>
      <dgm:spPr/>
    </dgm:pt>
    <dgm:pt modelId="{E2237E00-27D8-48FE-921B-A3E617074DE2}" type="pres">
      <dgm:prSet presAssocID="{CDA72991-8516-4F67-9D7F-C6CEFB219E63}" presName="hierChild5" presStyleCnt="0"/>
      <dgm:spPr/>
    </dgm:pt>
    <dgm:pt modelId="{FC66A192-41BF-4B05-9C2B-3184310FF5C6}" type="pres">
      <dgm:prSet presAssocID="{1699D3DA-29B7-417B-98A4-5CC0FE236955}" presName="Name37" presStyleLbl="parChTrans1D3" presStyleIdx="6" presStyleCnt="12"/>
      <dgm:spPr/>
    </dgm:pt>
    <dgm:pt modelId="{9DAC2D16-7E45-40EA-A631-ADEF7ACF9061}" type="pres">
      <dgm:prSet presAssocID="{4BAE13AE-39F3-416E-8744-CFDB4B732C07}" presName="hierRoot2" presStyleCnt="0">
        <dgm:presLayoutVars>
          <dgm:hierBranch val="init"/>
        </dgm:presLayoutVars>
      </dgm:prSet>
      <dgm:spPr/>
    </dgm:pt>
    <dgm:pt modelId="{B46A1F57-C788-4C8D-A2E5-6258F3978371}" type="pres">
      <dgm:prSet presAssocID="{4BAE13AE-39F3-416E-8744-CFDB4B732C07}" presName="rootComposite" presStyleCnt="0"/>
      <dgm:spPr/>
    </dgm:pt>
    <dgm:pt modelId="{72CEFB75-59D1-4656-8F8B-120522C92D35}" type="pres">
      <dgm:prSet presAssocID="{4BAE13AE-39F3-416E-8744-CFDB4B732C07}" presName="rootText" presStyleLbl="node3" presStyleIdx="6" presStyleCnt="12">
        <dgm:presLayoutVars>
          <dgm:chPref val="3"/>
        </dgm:presLayoutVars>
      </dgm:prSet>
      <dgm:spPr/>
    </dgm:pt>
    <dgm:pt modelId="{9403F216-2E13-4D0E-80E9-D493615283DE}" type="pres">
      <dgm:prSet presAssocID="{4BAE13AE-39F3-416E-8744-CFDB4B732C07}" presName="rootConnector" presStyleLbl="node3" presStyleIdx="6" presStyleCnt="12"/>
      <dgm:spPr/>
    </dgm:pt>
    <dgm:pt modelId="{7CEBB6BA-F632-432C-9EB0-7B69559DBB2F}" type="pres">
      <dgm:prSet presAssocID="{4BAE13AE-39F3-416E-8744-CFDB4B732C07}" presName="hierChild4" presStyleCnt="0"/>
      <dgm:spPr/>
    </dgm:pt>
    <dgm:pt modelId="{724760C5-47ED-4054-B00A-7E24FEBA4ACF}" type="pres">
      <dgm:prSet presAssocID="{4BAE13AE-39F3-416E-8744-CFDB4B732C07}" presName="hierChild5" presStyleCnt="0"/>
      <dgm:spPr/>
    </dgm:pt>
    <dgm:pt modelId="{E9CFFC85-30A2-4189-8956-70EF4403155E}" type="pres">
      <dgm:prSet presAssocID="{5AD51844-7667-449C-B04B-2A3775799BFF}" presName="hierChild5" presStyleCnt="0"/>
      <dgm:spPr/>
    </dgm:pt>
    <dgm:pt modelId="{06DDBB38-68F0-4317-9F77-306B5A4D0568}" type="pres">
      <dgm:prSet presAssocID="{937CFD05-A419-45AA-A7A7-87FA7D9DF5E4}" presName="Name37" presStyleLbl="parChTrans1D2" presStyleIdx="3" presStyleCnt="4"/>
      <dgm:spPr/>
    </dgm:pt>
    <dgm:pt modelId="{FCC89F73-75CB-4B04-8C24-E0C03F7FCC98}" type="pres">
      <dgm:prSet presAssocID="{5BFFD63B-5511-492C-9222-0156EFC4526B}" presName="hierRoot2" presStyleCnt="0">
        <dgm:presLayoutVars>
          <dgm:hierBranch val="hang"/>
        </dgm:presLayoutVars>
      </dgm:prSet>
      <dgm:spPr/>
    </dgm:pt>
    <dgm:pt modelId="{51303DA3-8908-436D-83CD-FD00C3ED8F56}" type="pres">
      <dgm:prSet presAssocID="{5BFFD63B-5511-492C-9222-0156EFC4526B}" presName="rootComposite" presStyleCnt="0"/>
      <dgm:spPr/>
    </dgm:pt>
    <dgm:pt modelId="{C1E13093-8BD2-473F-9131-948EED45B322}" type="pres">
      <dgm:prSet presAssocID="{5BFFD63B-5511-492C-9222-0156EFC4526B}" presName="rootText" presStyleLbl="node2" presStyleIdx="3" presStyleCnt="4">
        <dgm:presLayoutVars>
          <dgm:chPref val="3"/>
        </dgm:presLayoutVars>
      </dgm:prSet>
      <dgm:spPr/>
    </dgm:pt>
    <dgm:pt modelId="{5CC39CA2-13D2-4B46-934E-C03FE919297A}" type="pres">
      <dgm:prSet presAssocID="{5BFFD63B-5511-492C-9222-0156EFC4526B}" presName="rootConnector" presStyleLbl="node2" presStyleIdx="3" presStyleCnt="4"/>
      <dgm:spPr/>
    </dgm:pt>
    <dgm:pt modelId="{932F9BBB-7364-461A-88DE-5DC2C9AE7C59}" type="pres">
      <dgm:prSet presAssocID="{5BFFD63B-5511-492C-9222-0156EFC4526B}" presName="hierChild4" presStyleCnt="0"/>
      <dgm:spPr/>
    </dgm:pt>
    <dgm:pt modelId="{54004330-659C-421A-AA00-2A60A650D1AA}" type="pres">
      <dgm:prSet presAssocID="{EAF9F797-4D5F-4B10-AFEF-CA31E8649317}" presName="Name48" presStyleLbl="parChTrans1D3" presStyleIdx="7" presStyleCnt="12"/>
      <dgm:spPr/>
    </dgm:pt>
    <dgm:pt modelId="{16181FE0-8A53-4C08-BF65-5F964ADA93D5}" type="pres">
      <dgm:prSet presAssocID="{1EC7473E-C38C-43F4-A078-4BF3B05DD0C5}" presName="hierRoot2" presStyleCnt="0">
        <dgm:presLayoutVars>
          <dgm:hierBranch val="init"/>
        </dgm:presLayoutVars>
      </dgm:prSet>
      <dgm:spPr/>
    </dgm:pt>
    <dgm:pt modelId="{99625B65-92C7-4F58-A9CB-76B678225743}" type="pres">
      <dgm:prSet presAssocID="{1EC7473E-C38C-43F4-A078-4BF3B05DD0C5}" presName="rootComposite" presStyleCnt="0"/>
      <dgm:spPr/>
    </dgm:pt>
    <dgm:pt modelId="{71CFB7A4-87DA-4816-B7A4-500ED09ACC80}" type="pres">
      <dgm:prSet presAssocID="{1EC7473E-C38C-43F4-A078-4BF3B05DD0C5}" presName="rootText" presStyleLbl="node3" presStyleIdx="7" presStyleCnt="12">
        <dgm:presLayoutVars>
          <dgm:chPref val="3"/>
        </dgm:presLayoutVars>
      </dgm:prSet>
      <dgm:spPr/>
    </dgm:pt>
    <dgm:pt modelId="{B53B0E2E-0C65-44C5-B0FD-F7C54A95DCE9}" type="pres">
      <dgm:prSet presAssocID="{1EC7473E-C38C-43F4-A078-4BF3B05DD0C5}" presName="rootConnector" presStyleLbl="node3" presStyleIdx="7" presStyleCnt="12"/>
      <dgm:spPr/>
    </dgm:pt>
    <dgm:pt modelId="{158C8836-73E3-4330-BD57-40A5FB8B7D13}" type="pres">
      <dgm:prSet presAssocID="{1EC7473E-C38C-43F4-A078-4BF3B05DD0C5}" presName="hierChild4" presStyleCnt="0"/>
      <dgm:spPr/>
    </dgm:pt>
    <dgm:pt modelId="{A9099310-4F36-4C40-8C0A-94504608D6A4}" type="pres">
      <dgm:prSet presAssocID="{1EC7473E-C38C-43F4-A078-4BF3B05DD0C5}" presName="hierChild5" presStyleCnt="0"/>
      <dgm:spPr/>
    </dgm:pt>
    <dgm:pt modelId="{E6D3E7C7-5F9F-4403-A4C8-CCABCA206563}" type="pres">
      <dgm:prSet presAssocID="{5776B918-55DA-4C8E-B26D-7AAC670C5996}" presName="Name48" presStyleLbl="parChTrans1D3" presStyleIdx="8" presStyleCnt="12"/>
      <dgm:spPr/>
    </dgm:pt>
    <dgm:pt modelId="{20722B81-EAAC-4468-A8EC-1205D8353D67}" type="pres">
      <dgm:prSet presAssocID="{6571645B-0BBE-4CD7-BA5A-7144F7D8C054}" presName="hierRoot2" presStyleCnt="0">
        <dgm:presLayoutVars>
          <dgm:hierBranch val="init"/>
        </dgm:presLayoutVars>
      </dgm:prSet>
      <dgm:spPr/>
    </dgm:pt>
    <dgm:pt modelId="{0947A841-917C-4819-9955-66E1076B8159}" type="pres">
      <dgm:prSet presAssocID="{6571645B-0BBE-4CD7-BA5A-7144F7D8C054}" presName="rootComposite" presStyleCnt="0"/>
      <dgm:spPr/>
    </dgm:pt>
    <dgm:pt modelId="{EE5463CD-2007-41E8-A571-D5AD678DE2DA}" type="pres">
      <dgm:prSet presAssocID="{6571645B-0BBE-4CD7-BA5A-7144F7D8C054}" presName="rootText" presStyleLbl="node3" presStyleIdx="8" presStyleCnt="12">
        <dgm:presLayoutVars>
          <dgm:chPref val="3"/>
        </dgm:presLayoutVars>
      </dgm:prSet>
      <dgm:spPr/>
    </dgm:pt>
    <dgm:pt modelId="{47C6E814-4F2F-417A-8A11-D51E33E75DBC}" type="pres">
      <dgm:prSet presAssocID="{6571645B-0BBE-4CD7-BA5A-7144F7D8C054}" presName="rootConnector" presStyleLbl="node3" presStyleIdx="8" presStyleCnt="12"/>
      <dgm:spPr/>
    </dgm:pt>
    <dgm:pt modelId="{B33645CA-D93C-4663-BAB0-666B6DA1E7B0}" type="pres">
      <dgm:prSet presAssocID="{6571645B-0BBE-4CD7-BA5A-7144F7D8C054}" presName="hierChild4" presStyleCnt="0"/>
      <dgm:spPr/>
    </dgm:pt>
    <dgm:pt modelId="{31878899-4B56-4C7F-8016-4BD8794BA1B6}" type="pres">
      <dgm:prSet presAssocID="{6571645B-0BBE-4CD7-BA5A-7144F7D8C054}" presName="hierChild5" presStyleCnt="0"/>
      <dgm:spPr/>
    </dgm:pt>
    <dgm:pt modelId="{C8C37B1E-7897-4E09-B59D-DF81792129F6}" type="pres">
      <dgm:prSet presAssocID="{2B811217-D6E1-4007-B8B1-74F71399FCBC}" presName="Name48" presStyleLbl="parChTrans1D3" presStyleIdx="9" presStyleCnt="12"/>
      <dgm:spPr/>
    </dgm:pt>
    <dgm:pt modelId="{42D4D324-508C-4D7E-B150-8078DAC1CE38}" type="pres">
      <dgm:prSet presAssocID="{D207AA23-E1E9-4664-8694-657CBE7F5113}" presName="hierRoot2" presStyleCnt="0">
        <dgm:presLayoutVars>
          <dgm:hierBranch val="init"/>
        </dgm:presLayoutVars>
      </dgm:prSet>
      <dgm:spPr/>
    </dgm:pt>
    <dgm:pt modelId="{6CD8C304-11B9-4BF1-AEAB-608720262554}" type="pres">
      <dgm:prSet presAssocID="{D207AA23-E1E9-4664-8694-657CBE7F5113}" presName="rootComposite" presStyleCnt="0"/>
      <dgm:spPr/>
    </dgm:pt>
    <dgm:pt modelId="{1EDDC4A0-7BC2-483A-84BD-549CE25340AD}" type="pres">
      <dgm:prSet presAssocID="{D207AA23-E1E9-4664-8694-657CBE7F5113}" presName="rootText" presStyleLbl="node3" presStyleIdx="9" presStyleCnt="12">
        <dgm:presLayoutVars>
          <dgm:chPref val="3"/>
        </dgm:presLayoutVars>
      </dgm:prSet>
      <dgm:spPr/>
    </dgm:pt>
    <dgm:pt modelId="{23984141-AD1C-4E04-AE34-10AE7E9078D3}" type="pres">
      <dgm:prSet presAssocID="{D207AA23-E1E9-4664-8694-657CBE7F5113}" presName="rootConnector" presStyleLbl="node3" presStyleIdx="9" presStyleCnt="12"/>
      <dgm:spPr/>
    </dgm:pt>
    <dgm:pt modelId="{924BF449-97E6-4E2C-824D-88093D36A425}" type="pres">
      <dgm:prSet presAssocID="{D207AA23-E1E9-4664-8694-657CBE7F5113}" presName="hierChild4" presStyleCnt="0"/>
      <dgm:spPr/>
    </dgm:pt>
    <dgm:pt modelId="{15A9E67C-CF04-4FCE-810D-DC675941C07F}" type="pres">
      <dgm:prSet presAssocID="{D207AA23-E1E9-4664-8694-657CBE7F5113}" presName="hierChild5" presStyleCnt="0"/>
      <dgm:spPr/>
    </dgm:pt>
    <dgm:pt modelId="{20C4DE16-1EA8-4E66-8AE0-84BB1C2EADBB}" type="pres">
      <dgm:prSet presAssocID="{0B37D1B5-1459-47BD-A177-28D2DF664D5E}" presName="Name48" presStyleLbl="parChTrans1D3" presStyleIdx="10" presStyleCnt="12"/>
      <dgm:spPr/>
    </dgm:pt>
    <dgm:pt modelId="{2B8B302C-6148-4854-91B0-36366B172028}" type="pres">
      <dgm:prSet presAssocID="{9C8FF474-B8E2-44A7-A2AD-9A703BBB6D91}" presName="hierRoot2" presStyleCnt="0">
        <dgm:presLayoutVars>
          <dgm:hierBranch val="init"/>
        </dgm:presLayoutVars>
      </dgm:prSet>
      <dgm:spPr/>
    </dgm:pt>
    <dgm:pt modelId="{AA5456AE-F2DB-4FCB-8186-4012573FCCB6}" type="pres">
      <dgm:prSet presAssocID="{9C8FF474-B8E2-44A7-A2AD-9A703BBB6D91}" presName="rootComposite" presStyleCnt="0"/>
      <dgm:spPr/>
    </dgm:pt>
    <dgm:pt modelId="{FFA1E627-6ECF-472E-955E-042FC44114FE}" type="pres">
      <dgm:prSet presAssocID="{9C8FF474-B8E2-44A7-A2AD-9A703BBB6D91}" presName="rootText" presStyleLbl="node3" presStyleIdx="10" presStyleCnt="12">
        <dgm:presLayoutVars>
          <dgm:chPref val="3"/>
        </dgm:presLayoutVars>
      </dgm:prSet>
      <dgm:spPr/>
    </dgm:pt>
    <dgm:pt modelId="{34D520C3-DBFC-474E-90A9-03EBD3AAA234}" type="pres">
      <dgm:prSet presAssocID="{9C8FF474-B8E2-44A7-A2AD-9A703BBB6D91}" presName="rootConnector" presStyleLbl="node3" presStyleIdx="10" presStyleCnt="12"/>
      <dgm:spPr/>
    </dgm:pt>
    <dgm:pt modelId="{194BB7B6-48C8-46DC-A361-1F350D5FD829}" type="pres">
      <dgm:prSet presAssocID="{9C8FF474-B8E2-44A7-A2AD-9A703BBB6D91}" presName="hierChild4" presStyleCnt="0"/>
      <dgm:spPr/>
    </dgm:pt>
    <dgm:pt modelId="{11F18250-DC48-4873-9610-4193E3DF3827}" type="pres">
      <dgm:prSet presAssocID="{9C8FF474-B8E2-44A7-A2AD-9A703BBB6D91}" presName="hierChild5" presStyleCnt="0"/>
      <dgm:spPr/>
    </dgm:pt>
    <dgm:pt modelId="{0CB1DD64-8E2B-4213-A922-5172F8217136}" type="pres">
      <dgm:prSet presAssocID="{DC618EE1-3F12-48C2-BED0-11FE9201DC61}" presName="Name48" presStyleLbl="parChTrans1D3" presStyleIdx="11" presStyleCnt="12"/>
      <dgm:spPr/>
    </dgm:pt>
    <dgm:pt modelId="{23B7D01B-CA4F-4959-AB48-7B5B38671C7B}" type="pres">
      <dgm:prSet presAssocID="{0D2E9F3E-3934-453E-AA19-8E3608548189}" presName="hierRoot2" presStyleCnt="0">
        <dgm:presLayoutVars>
          <dgm:hierBranch val="init"/>
        </dgm:presLayoutVars>
      </dgm:prSet>
      <dgm:spPr/>
    </dgm:pt>
    <dgm:pt modelId="{E432C062-C46B-4E46-87A2-1328049E542F}" type="pres">
      <dgm:prSet presAssocID="{0D2E9F3E-3934-453E-AA19-8E3608548189}" presName="rootComposite" presStyleCnt="0"/>
      <dgm:spPr/>
    </dgm:pt>
    <dgm:pt modelId="{E80ABF54-4110-4F22-9DD1-B401D5DCF6B9}" type="pres">
      <dgm:prSet presAssocID="{0D2E9F3E-3934-453E-AA19-8E3608548189}" presName="rootText" presStyleLbl="node3" presStyleIdx="11" presStyleCnt="12">
        <dgm:presLayoutVars>
          <dgm:chPref val="3"/>
        </dgm:presLayoutVars>
      </dgm:prSet>
      <dgm:spPr/>
    </dgm:pt>
    <dgm:pt modelId="{FD14E017-8EAE-4903-921F-1F033F35CD4E}" type="pres">
      <dgm:prSet presAssocID="{0D2E9F3E-3934-453E-AA19-8E3608548189}" presName="rootConnector" presStyleLbl="node3" presStyleIdx="11" presStyleCnt="12"/>
      <dgm:spPr/>
    </dgm:pt>
    <dgm:pt modelId="{F90B8D6E-A517-47F3-93A8-7CD8A73C07C2}" type="pres">
      <dgm:prSet presAssocID="{0D2E9F3E-3934-453E-AA19-8E3608548189}" presName="hierChild4" presStyleCnt="0"/>
      <dgm:spPr/>
    </dgm:pt>
    <dgm:pt modelId="{303A026D-4929-4BDA-9B2C-FDAE03F53E52}" type="pres">
      <dgm:prSet presAssocID="{0D2E9F3E-3934-453E-AA19-8E3608548189}" presName="hierChild5" presStyleCnt="0"/>
      <dgm:spPr/>
    </dgm:pt>
    <dgm:pt modelId="{95D487BC-91A7-450C-9E4C-F5D38D84DFBD}" type="pres">
      <dgm:prSet presAssocID="{5BFFD63B-5511-492C-9222-0156EFC4526B}" presName="hierChild5" presStyleCnt="0"/>
      <dgm:spPr/>
    </dgm:pt>
    <dgm:pt modelId="{2409E2CD-8A3D-4025-AF35-FDAFA4476D46}" type="pres">
      <dgm:prSet presAssocID="{780E2C17-7959-4BE4-B5B9-2AF6E7CE28C3}" presName="hierChild3" presStyleCnt="0"/>
      <dgm:spPr/>
    </dgm:pt>
  </dgm:ptLst>
  <dgm:cxnLst>
    <dgm:cxn modelId="{08FB7501-88BC-453E-BF8C-E05AF5039A96}" type="presOf" srcId="{CDA72991-8516-4F67-9D7F-C6CEFB219E63}" destId="{D5FDDBA5-CDD5-4793-84B5-CD9B98911702}" srcOrd="1" destOrd="0" presId="urn:microsoft.com/office/officeart/2005/8/layout/orgChart1"/>
    <dgm:cxn modelId="{59A2AF01-BC72-4035-B2E0-E2EBBBF29E8F}" type="presOf" srcId="{93FA9CFA-3713-4C93-B0FB-EB826ABE93C4}" destId="{EFAB8F0C-B50C-4110-92BD-83EFA04F2A3D}" srcOrd="0" destOrd="0" presId="urn:microsoft.com/office/officeart/2005/8/layout/orgChart1"/>
    <dgm:cxn modelId="{95FB9504-7794-46B1-B6ED-2BB9327B5755}" type="presOf" srcId="{9B6515FC-BAB6-49BD-B614-8D99B5FBDBDE}" destId="{6EA04B9E-A781-425B-B36A-F2E0C3396A0F}" srcOrd="0" destOrd="0" presId="urn:microsoft.com/office/officeart/2005/8/layout/orgChart1"/>
    <dgm:cxn modelId="{A671590E-F926-4AF6-91E1-AD9336EC2F46}" srcId="{5AD51844-7667-449C-B04B-2A3775799BFF}" destId="{4BAE13AE-39F3-416E-8744-CFDB4B732C07}" srcOrd="1" destOrd="0" parTransId="{1699D3DA-29B7-417B-98A4-5CC0FE236955}" sibTransId="{306B415E-C390-4DDC-82B2-649369D5F815}"/>
    <dgm:cxn modelId="{FD088911-4CE7-4D49-858D-3014375EF329}" type="presOf" srcId="{D207AA23-E1E9-4664-8694-657CBE7F5113}" destId="{23984141-AD1C-4E04-AE34-10AE7E9078D3}" srcOrd="1" destOrd="0" presId="urn:microsoft.com/office/officeart/2005/8/layout/orgChart1"/>
    <dgm:cxn modelId="{C388A315-2C07-483B-81FC-7001ABC857BE}" type="presOf" srcId="{9C8FF474-B8E2-44A7-A2AD-9A703BBB6D91}" destId="{34D520C3-DBFC-474E-90A9-03EBD3AAA234}" srcOrd="1" destOrd="0" presId="urn:microsoft.com/office/officeart/2005/8/layout/orgChart1"/>
    <dgm:cxn modelId="{B3895B1D-523F-48B7-9AF5-3CEBB7D6CEDD}" type="presOf" srcId="{6571645B-0BBE-4CD7-BA5A-7144F7D8C054}" destId="{47C6E814-4F2F-417A-8A11-D51E33E75DBC}" srcOrd="1" destOrd="0" presId="urn:microsoft.com/office/officeart/2005/8/layout/orgChart1"/>
    <dgm:cxn modelId="{A25C5321-2397-436D-96DF-6B1391C6D905}" srcId="{780E2C17-7959-4BE4-B5B9-2AF6E7CE28C3}" destId="{5AD51844-7667-449C-B04B-2A3775799BFF}" srcOrd="2" destOrd="0" parTransId="{FD7AA57F-CF0E-42DE-A55F-2EC78B30B05B}" sibTransId="{6896A8BC-4889-4D51-8FB9-9AB4779A3BA7}"/>
    <dgm:cxn modelId="{64ED3325-9CC8-4EA4-80BC-ED56027AE6F8}" type="presOf" srcId="{82515DFC-9938-4C9D-833B-D7B6FE74F3D6}" destId="{B36F738C-DABB-499F-A586-6245E56F73A4}" srcOrd="0" destOrd="0" presId="urn:microsoft.com/office/officeart/2005/8/layout/orgChart1"/>
    <dgm:cxn modelId="{EF3B9628-F174-4C01-B2ED-45F4A3AFB8DF}" type="presOf" srcId="{780E2C17-7959-4BE4-B5B9-2AF6E7CE28C3}" destId="{CC9F5843-D328-475A-834D-68A4E455C29F}" srcOrd="1" destOrd="0" presId="urn:microsoft.com/office/officeart/2005/8/layout/orgChart1"/>
    <dgm:cxn modelId="{0A670229-C432-41E4-A1D9-1BA413788E5E}" type="presOf" srcId="{0D2E9F3E-3934-453E-AA19-8E3608548189}" destId="{FD14E017-8EAE-4903-921F-1F033F35CD4E}" srcOrd="1" destOrd="0" presId="urn:microsoft.com/office/officeart/2005/8/layout/orgChart1"/>
    <dgm:cxn modelId="{D3C15631-C6AA-431A-8019-B6CB89E454D1}" srcId="{9806DEA8-F325-4BC2-BE52-585E2948CFB3}" destId="{780E2C17-7959-4BE4-B5B9-2AF6E7CE28C3}" srcOrd="0" destOrd="0" parTransId="{2512B4B8-6636-4906-9597-60AD45FC6AB8}" sibTransId="{DBC20B37-8FA3-4069-9306-016BCE515DEB}"/>
    <dgm:cxn modelId="{3F535634-E9AE-4FDC-B548-BAB3D297C443}" type="presOf" srcId="{111B3508-DF67-4D45-82A6-7B60B4D41864}" destId="{7B5206AE-36DB-43EE-84F3-AFB823AA6253}" srcOrd="0" destOrd="0" presId="urn:microsoft.com/office/officeart/2005/8/layout/orgChart1"/>
    <dgm:cxn modelId="{084C7F3B-A45D-43F7-B362-F4F7E3D3A3C4}" type="presOf" srcId="{780E2C17-7959-4BE4-B5B9-2AF6E7CE28C3}" destId="{B66FDA53-52AD-4777-B131-E6DE4E566FE1}" srcOrd="0" destOrd="0" presId="urn:microsoft.com/office/officeart/2005/8/layout/orgChart1"/>
    <dgm:cxn modelId="{37BA583C-2205-4808-B3E8-B295D701EEF9}" type="presOf" srcId="{D5FFA1D8-50D6-4A82-87E7-058D5B4962E6}" destId="{ED858471-3416-48AF-94C0-257C660D6C30}" srcOrd="0" destOrd="0" presId="urn:microsoft.com/office/officeart/2005/8/layout/orgChart1"/>
    <dgm:cxn modelId="{EDB5443E-A59B-41A0-BCC1-E776FDCAB248}" type="presOf" srcId="{22AAB52A-F50E-450E-A45B-AA76C6E60155}" destId="{609F4C0D-78CC-42E2-8EC6-ACCF5277829F}" srcOrd="1" destOrd="0" presId="urn:microsoft.com/office/officeart/2005/8/layout/orgChart1"/>
    <dgm:cxn modelId="{9BAAFD63-3C39-480D-8841-1E5607FA4096}" type="presOf" srcId="{82515DFC-9938-4C9D-833B-D7B6FE74F3D6}" destId="{14012CE9-2525-49DB-825E-72030D160490}" srcOrd="1" destOrd="0" presId="urn:microsoft.com/office/officeart/2005/8/layout/orgChart1"/>
    <dgm:cxn modelId="{4C110345-85EA-4884-9090-3DE9653BB6A6}" srcId="{5BFFD63B-5511-492C-9222-0156EFC4526B}" destId="{0D2E9F3E-3934-453E-AA19-8E3608548189}" srcOrd="4" destOrd="0" parTransId="{DC618EE1-3F12-48C2-BED0-11FE9201DC61}" sibTransId="{2F8E2578-FDD3-41A6-AB6F-7E0B18A2760E}"/>
    <dgm:cxn modelId="{9E84E168-AFFE-4CB4-BB82-C1F1F5511677}" type="presOf" srcId="{78C4697E-42E3-4CD6-8626-1B95ABCFBAEE}" destId="{DF2A5A38-E9AD-4E0D-8664-8243B6A76EE9}" srcOrd="1" destOrd="0" presId="urn:microsoft.com/office/officeart/2005/8/layout/orgChart1"/>
    <dgm:cxn modelId="{AF6A9049-ED44-46C3-A7C9-2E9B4CD180A4}" type="presOf" srcId="{CDA72991-8516-4F67-9D7F-C6CEFB219E63}" destId="{30523AB1-C99C-444B-AA4F-1E73092027E9}" srcOrd="0" destOrd="0" presId="urn:microsoft.com/office/officeart/2005/8/layout/orgChart1"/>
    <dgm:cxn modelId="{A26A754A-4640-41B7-ABDF-8147B8703B90}" type="presOf" srcId="{78C4697E-42E3-4CD6-8626-1B95ABCFBAEE}" destId="{2A5F8A13-F793-4295-A576-C273F1E67E53}" srcOrd="0" destOrd="0" presId="urn:microsoft.com/office/officeart/2005/8/layout/orgChart1"/>
    <dgm:cxn modelId="{9FB2854A-70EA-482C-BB62-2C7D8537DAA5}" type="presOf" srcId="{8423AC5B-65BB-44BA-85C8-B8F2C1D799F9}" destId="{63AB99B0-52A9-4FD4-95B2-D1CDAD6E4D6C}" srcOrd="0" destOrd="0" presId="urn:microsoft.com/office/officeart/2005/8/layout/orgChart1"/>
    <dgm:cxn modelId="{81811C4D-EDBD-4280-92CA-D2515B2B3895}" type="presOf" srcId="{1C76DC10-B192-4CB8-BDD4-43D705326175}" destId="{152DB30B-0997-48AC-8E02-B305E6A174EA}" srcOrd="0" destOrd="0" presId="urn:microsoft.com/office/officeart/2005/8/layout/orgChart1"/>
    <dgm:cxn modelId="{76EC776D-5FA5-485B-BBB7-6ACDF331F74D}" type="presOf" srcId="{81AD3CE4-69FA-4B9E-BB3B-4FF1EB31E2BF}" destId="{31CF9883-6932-443B-BE67-EA6070F735FC}" srcOrd="0" destOrd="0" presId="urn:microsoft.com/office/officeart/2005/8/layout/orgChart1"/>
    <dgm:cxn modelId="{5771A56D-4DFE-4462-803B-39E1FE786120}" type="presOf" srcId="{1EC7473E-C38C-43F4-A078-4BF3B05DD0C5}" destId="{71CFB7A4-87DA-4816-B7A4-500ED09ACC80}" srcOrd="0" destOrd="0" presId="urn:microsoft.com/office/officeart/2005/8/layout/orgChart1"/>
    <dgm:cxn modelId="{4BC2BC59-8FED-42EB-9245-117894C409C3}" type="presOf" srcId="{1C76DC10-B192-4CB8-BDD4-43D705326175}" destId="{E2521828-141C-4DD9-A0FF-550F879D8B65}" srcOrd="1" destOrd="0" presId="urn:microsoft.com/office/officeart/2005/8/layout/orgChart1"/>
    <dgm:cxn modelId="{80B5277C-9F2D-4DAD-9708-9EAFCCA6EC57}" type="presOf" srcId="{4BAE13AE-39F3-416E-8744-CFDB4B732C07}" destId="{72CEFB75-59D1-4656-8F8B-120522C92D35}" srcOrd="0" destOrd="0" presId="urn:microsoft.com/office/officeart/2005/8/layout/orgChart1"/>
    <dgm:cxn modelId="{38F6777D-701B-4AFD-B018-576D3988FA5C}" type="presOf" srcId="{59EB9DB8-C2C7-4E9C-A643-EC131CC992EF}" destId="{1E07A4B4-19E6-4D2D-AAEC-EB1A31A1A96B}" srcOrd="0" destOrd="0" presId="urn:microsoft.com/office/officeart/2005/8/layout/orgChart1"/>
    <dgm:cxn modelId="{2140F080-129D-4C86-8218-197CD091D2D8}" srcId="{5BFFD63B-5511-492C-9222-0156EFC4526B}" destId="{9C8FF474-B8E2-44A7-A2AD-9A703BBB6D91}" srcOrd="3" destOrd="0" parTransId="{0B37D1B5-1459-47BD-A177-28D2DF664D5E}" sibTransId="{5C3CF336-0E4B-44FD-80DC-25C0BADB1907}"/>
    <dgm:cxn modelId="{F8C53389-D728-4BB0-884C-E4FE748A7B61}" type="presOf" srcId="{1699D3DA-29B7-417B-98A4-5CC0FE236955}" destId="{FC66A192-41BF-4B05-9C2B-3184310FF5C6}" srcOrd="0" destOrd="0" presId="urn:microsoft.com/office/officeart/2005/8/layout/orgChart1"/>
    <dgm:cxn modelId="{4B9AA78A-B8AA-41EF-8B77-881DD143F0E4}" type="presOf" srcId="{5AD51844-7667-449C-B04B-2A3775799BFF}" destId="{F76DCC48-5560-4BD5-AD58-0C6CED22E5B3}" srcOrd="1" destOrd="0" presId="urn:microsoft.com/office/officeart/2005/8/layout/orgChart1"/>
    <dgm:cxn modelId="{5D1F608C-3159-4A0F-BCAB-9AB5E2E14BE0}" type="presOf" srcId="{DC618EE1-3F12-48C2-BED0-11FE9201DC61}" destId="{0CB1DD64-8E2B-4213-A922-5172F8217136}" srcOrd="0" destOrd="0" presId="urn:microsoft.com/office/officeart/2005/8/layout/orgChart1"/>
    <dgm:cxn modelId="{2177568D-4327-49E7-A557-8F335FFE259C}" type="presOf" srcId="{8423AC5B-65BB-44BA-85C8-B8F2C1D799F9}" destId="{1F827E1E-DE28-4629-93A9-7862FAB5F676}" srcOrd="1" destOrd="0" presId="urn:microsoft.com/office/officeart/2005/8/layout/orgChart1"/>
    <dgm:cxn modelId="{1B88CF8D-BD5C-4B38-ADCF-8962BA9FDDDA}" type="presOf" srcId="{851C9D6E-AC63-4942-A4BE-E6721A22670E}" destId="{10E23348-0F19-4FD3-A71D-F48223639FF9}" srcOrd="1" destOrd="0" presId="urn:microsoft.com/office/officeart/2005/8/layout/orgChart1"/>
    <dgm:cxn modelId="{3CE8308E-1BB1-4571-818B-B6663A87989B}" type="presOf" srcId="{0D2E9F3E-3934-453E-AA19-8E3608548189}" destId="{E80ABF54-4110-4F22-9DD1-B401D5DCF6B9}" srcOrd="0" destOrd="0" presId="urn:microsoft.com/office/officeart/2005/8/layout/orgChart1"/>
    <dgm:cxn modelId="{B52C6B8E-B61F-472B-BF4C-7A050016264C}" type="presOf" srcId="{268E09D4-B195-4285-9E77-5AF03B259B78}" destId="{94D5B0F4-9D2A-458E-9B88-FC8AAF20F7B6}" srcOrd="1" destOrd="0" presId="urn:microsoft.com/office/officeart/2005/8/layout/orgChart1"/>
    <dgm:cxn modelId="{02CE8D8E-E5C8-496B-98D2-6E8E867ECC46}" srcId="{5BFFD63B-5511-492C-9222-0156EFC4526B}" destId="{1EC7473E-C38C-43F4-A078-4BF3B05DD0C5}" srcOrd="0" destOrd="0" parTransId="{EAF9F797-4D5F-4B10-AFEF-CA31E8649317}" sibTransId="{39576AED-5FE2-48F6-9A6D-F66F2094B208}"/>
    <dgm:cxn modelId="{73656D8F-8B2A-4989-8ADA-4D09D1B0CE91}" type="presOf" srcId="{9806DEA8-F325-4BC2-BE52-585E2948CFB3}" destId="{FC0D5DA3-7F08-40C9-A39B-512D9ACDB8BB}" srcOrd="0" destOrd="0" presId="urn:microsoft.com/office/officeart/2005/8/layout/orgChart1"/>
    <dgm:cxn modelId="{17D83A96-E0B1-4363-AD3B-64BED67625EF}" type="presOf" srcId="{9C8FF474-B8E2-44A7-A2AD-9A703BBB6D91}" destId="{FFA1E627-6ECF-472E-955E-042FC44114FE}" srcOrd="0" destOrd="0" presId="urn:microsoft.com/office/officeart/2005/8/layout/orgChart1"/>
    <dgm:cxn modelId="{AEC67096-20FC-480D-97F0-F2F564BD9E8A}" srcId="{780E2C17-7959-4BE4-B5B9-2AF6E7CE28C3}" destId="{22AAB52A-F50E-450E-A45B-AA76C6E60155}" srcOrd="1" destOrd="0" parTransId="{111B3508-DF67-4D45-82A6-7B60B4D41864}" sibTransId="{773A98D1-1721-4740-BBBC-EE4ECE532058}"/>
    <dgm:cxn modelId="{A5DA449A-7817-4AAE-A861-F80FB541C7B9}" type="presOf" srcId="{851C9D6E-AC63-4942-A4BE-E6721A22670E}" destId="{2907B370-BA96-40F4-A66F-C111E7FDFAAE}" srcOrd="0" destOrd="0" presId="urn:microsoft.com/office/officeart/2005/8/layout/orgChart1"/>
    <dgm:cxn modelId="{829AFB9C-CD4D-43A4-ACAB-2B18E58F94CF}" srcId="{22AAB52A-F50E-450E-A45B-AA76C6E60155}" destId="{268E09D4-B195-4285-9E77-5AF03B259B78}" srcOrd="4" destOrd="0" parTransId="{59EB9DB8-C2C7-4E9C-A643-EC131CC992EF}" sibTransId="{4B1F4B06-695C-4128-B1E8-155DEDF8A7EB}"/>
    <dgm:cxn modelId="{EBEC469D-F66E-4DC3-BE08-33EEADE64981}" type="presOf" srcId="{5776B918-55DA-4C8E-B26D-7AAC670C5996}" destId="{E6D3E7C7-5F9F-4403-A4C8-CCABCA206563}" srcOrd="0" destOrd="0" presId="urn:microsoft.com/office/officeart/2005/8/layout/orgChart1"/>
    <dgm:cxn modelId="{544C879F-65F0-46A5-B7C0-8D1A458F62F9}" srcId="{780E2C17-7959-4BE4-B5B9-2AF6E7CE28C3}" destId="{82515DFC-9938-4C9D-833B-D7B6FE74F3D6}" srcOrd="0" destOrd="0" parTransId="{81AD3CE4-69FA-4B9E-BB3B-4FF1EB31E2BF}" sibTransId="{3ABDE96B-50C5-4FE4-A81A-4FB2FAAAAFA5}"/>
    <dgm:cxn modelId="{5FA6B9A0-0F01-450B-93E3-811AD227B08F}" type="presOf" srcId="{FD7AA57F-CF0E-42DE-A55F-2EC78B30B05B}" destId="{DBB6250D-A994-4B68-83F5-3A299E01BCF0}" srcOrd="0" destOrd="0" presId="urn:microsoft.com/office/officeart/2005/8/layout/orgChart1"/>
    <dgm:cxn modelId="{C16D60A1-CA2C-4569-9F5A-B081AD66D2CB}" type="presOf" srcId="{6571645B-0BBE-4CD7-BA5A-7144F7D8C054}" destId="{EE5463CD-2007-41E8-A571-D5AD678DE2DA}" srcOrd="0" destOrd="0" presId="urn:microsoft.com/office/officeart/2005/8/layout/orgChart1"/>
    <dgm:cxn modelId="{62348BA2-482C-45F1-B7B9-704789E008B9}" type="presOf" srcId="{2B811217-D6E1-4007-B8B1-74F71399FCBC}" destId="{C8C37B1E-7897-4E09-B59D-DF81792129F6}" srcOrd="0" destOrd="0" presId="urn:microsoft.com/office/officeart/2005/8/layout/orgChart1"/>
    <dgm:cxn modelId="{1C1C43A5-94AF-48A6-8E8B-D83BCF17892A}" type="presOf" srcId="{98E64B81-CF24-49AB-A88A-228C9A8CA780}" destId="{DBFAA4B1-5E18-4F52-8331-43C80B4BAD10}" srcOrd="0" destOrd="0" presId="urn:microsoft.com/office/officeart/2005/8/layout/orgChart1"/>
    <dgm:cxn modelId="{D68E4CA5-2615-45AA-BC48-8892261A331E}" srcId="{5AD51844-7667-449C-B04B-2A3775799BFF}" destId="{CDA72991-8516-4F67-9D7F-C6CEFB219E63}" srcOrd="0" destOrd="0" parTransId="{D5FFA1D8-50D6-4A82-87E7-058D5B4962E6}" sibTransId="{977A6F70-64D1-479E-B160-4BA6F04720C2}"/>
    <dgm:cxn modelId="{4A4426A8-2F36-4935-9726-DFCE8F41E836}" srcId="{22AAB52A-F50E-450E-A45B-AA76C6E60155}" destId="{78C4697E-42E3-4CD6-8626-1B95ABCFBAEE}" srcOrd="2" destOrd="0" parTransId="{8A2823D3-0319-40D7-99A2-677B9C1E7C97}" sibTransId="{E49278E8-4C74-4CB2-80A2-3456757BC598}"/>
    <dgm:cxn modelId="{1D22AAAC-4B45-48C9-84FC-690C449BA89D}" srcId="{780E2C17-7959-4BE4-B5B9-2AF6E7CE28C3}" destId="{5BFFD63B-5511-492C-9222-0156EFC4526B}" srcOrd="3" destOrd="0" parTransId="{937CFD05-A419-45AA-A7A7-87FA7D9DF5E4}" sibTransId="{D2D278E8-783F-4750-A634-8BB5EBBA1118}"/>
    <dgm:cxn modelId="{871E18B0-3AA4-4CA5-A244-7BA82CD8CBE2}" type="presOf" srcId="{1EC7473E-C38C-43F4-A078-4BF3B05DD0C5}" destId="{B53B0E2E-0C65-44C5-B0FD-F7C54A95DCE9}" srcOrd="1" destOrd="0" presId="urn:microsoft.com/office/officeart/2005/8/layout/orgChart1"/>
    <dgm:cxn modelId="{119926B0-9AB6-4CF8-AE8D-B8D1E8F46F5D}" type="presOf" srcId="{268E09D4-B195-4285-9E77-5AF03B259B78}" destId="{9CAAEC64-6ADE-4DAC-BE74-9BCA6018D400}" srcOrd="0" destOrd="0" presId="urn:microsoft.com/office/officeart/2005/8/layout/orgChart1"/>
    <dgm:cxn modelId="{8E3F17B4-7549-4018-A69F-1C6BCD1662C9}" srcId="{22AAB52A-F50E-450E-A45B-AA76C6E60155}" destId="{851C9D6E-AC63-4942-A4BE-E6721A22670E}" srcOrd="3" destOrd="0" parTransId="{93FA9CFA-3713-4C93-B0FB-EB826ABE93C4}" sibTransId="{E67CB3FC-871F-48D3-8F22-E65AC355491E}"/>
    <dgm:cxn modelId="{9DE396B4-3663-4EB0-BC77-41DA68116E8E}" srcId="{5BFFD63B-5511-492C-9222-0156EFC4526B}" destId="{D207AA23-E1E9-4664-8694-657CBE7F5113}" srcOrd="2" destOrd="0" parTransId="{2B811217-D6E1-4007-B8B1-74F71399FCBC}" sibTransId="{FD6F05A3-C7FA-425C-9D87-0A61C97921D3}"/>
    <dgm:cxn modelId="{2CC981BF-2146-463A-8370-2C89437A39D0}" type="presOf" srcId="{8A2823D3-0319-40D7-99A2-677B9C1E7C97}" destId="{F4168C62-4C73-4FEA-B525-828302C7EE80}" srcOrd="0" destOrd="0" presId="urn:microsoft.com/office/officeart/2005/8/layout/orgChart1"/>
    <dgm:cxn modelId="{E5EA43C2-879E-41FF-8B34-F36E6B7FF872}" srcId="{5BFFD63B-5511-492C-9222-0156EFC4526B}" destId="{6571645B-0BBE-4CD7-BA5A-7144F7D8C054}" srcOrd="1" destOrd="0" parTransId="{5776B918-55DA-4C8E-B26D-7AAC670C5996}" sibTransId="{E9BBE097-0F9A-4E77-B078-800EE8F7C4A5}"/>
    <dgm:cxn modelId="{E1E883C2-33B8-4F17-936B-BF67F2A43F67}" type="presOf" srcId="{D207AA23-E1E9-4664-8694-657CBE7F5113}" destId="{1EDDC4A0-7BC2-483A-84BD-549CE25340AD}" srcOrd="0" destOrd="0" presId="urn:microsoft.com/office/officeart/2005/8/layout/orgChart1"/>
    <dgm:cxn modelId="{CA06C0C2-5AE1-4353-BA72-1429FC5B8CB2}" type="presOf" srcId="{937CFD05-A419-45AA-A7A7-87FA7D9DF5E4}" destId="{06DDBB38-68F0-4317-9F77-306B5A4D0568}" srcOrd="0" destOrd="0" presId="urn:microsoft.com/office/officeart/2005/8/layout/orgChart1"/>
    <dgm:cxn modelId="{4836D3C4-75F6-4A98-9656-491E5F684B37}" type="presOf" srcId="{EAF9F797-4D5F-4B10-AFEF-CA31E8649317}" destId="{54004330-659C-421A-AA00-2A60A650D1AA}" srcOrd="0" destOrd="0" presId="urn:microsoft.com/office/officeart/2005/8/layout/orgChart1"/>
    <dgm:cxn modelId="{7B7D9FCB-9755-4ECB-A5D1-1C8397223A2A}" type="presOf" srcId="{5BFFD63B-5511-492C-9222-0156EFC4526B}" destId="{C1E13093-8BD2-473F-9131-948EED45B322}" srcOrd="0" destOrd="0" presId="urn:microsoft.com/office/officeart/2005/8/layout/orgChart1"/>
    <dgm:cxn modelId="{49F84BCF-56D4-4716-881A-8D03E4FD0021}" srcId="{22AAB52A-F50E-450E-A45B-AA76C6E60155}" destId="{1C76DC10-B192-4CB8-BDD4-43D705326175}" srcOrd="1" destOrd="0" parTransId="{9B6515FC-BAB6-49BD-B614-8D99B5FBDBDE}" sibTransId="{0F91D73B-DCE4-4F8F-9696-95E8CA55567C}"/>
    <dgm:cxn modelId="{3504CBD1-AC9E-4719-8808-1B9457CE95B9}" type="presOf" srcId="{5BFFD63B-5511-492C-9222-0156EFC4526B}" destId="{5CC39CA2-13D2-4B46-934E-C03FE919297A}" srcOrd="1" destOrd="0" presId="urn:microsoft.com/office/officeart/2005/8/layout/orgChart1"/>
    <dgm:cxn modelId="{12752EE7-4C9A-4006-B2AE-B5551DF3FF82}" srcId="{22AAB52A-F50E-450E-A45B-AA76C6E60155}" destId="{8423AC5B-65BB-44BA-85C8-B8F2C1D799F9}" srcOrd="0" destOrd="0" parTransId="{98E64B81-CF24-49AB-A88A-228C9A8CA780}" sibTransId="{37318783-7077-401B-9007-0BCCE6BB03B7}"/>
    <dgm:cxn modelId="{923E6AE7-2067-4FF3-A7EB-643CC8D3B2A7}" type="presOf" srcId="{22AAB52A-F50E-450E-A45B-AA76C6E60155}" destId="{BE33DF6D-96DD-447A-A304-E5B66ED4DEA0}" srcOrd="0" destOrd="0" presId="urn:microsoft.com/office/officeart/2005/8/layout/orgChart1"/>
    <dgm:cxn modelId="{7992E3E9-5546-4A25-A8BB-2A77B8472482}" type="presOf" srcId="{5AD51844-7667-449C-B04B-2A3775799BFF}" destId="{143639B3-181C-491B-A515-4BAB93604BCB}" srcOrd="0" destOrd="0" presId="urn:microsoft.com/office/officeart/2005/8/layout/orgChart1"/>
    <dgm:cxn modelId="{5E3745F4-FD26-488F-8572-E36468A9CD35}" type="presOf" srcId="{0B37D1B5-1459-47BD-A177-28D2DF664D5E}" destId="{20C4DE16-1EA8-4E66-8AE0-84BB1C2EADBB}" srcOrd="0" destOrd="0" presId="urn:microsoft.com/office/officeart/2005/8/layout/orgChart1"/>
    <dgm:cxn modelId="{8265D7F9-CD3A-4BDC-9CA5-54B2ED903C4A}" type="presOf" srcId="{4BAE13AE-39F3-416E-8744-CFDB4B732C07}" destId="{9403F216-2E13-4D0E-80E9-D493615283DE}" srcOrd="1" destOrd="0" presId="urn:microsoft.com/office/officeart/2005/8/layout/orgChart1"/>
    <dgm:cxn modelId="{0428FC16-2ABE-4A56-8144-28F6E5DA7ED7}" type="presParOf" srcId="{FC0D5DA3-7F08-40C9-A39B-512D9ACDB8BB}" destId="{5020A7F2-D507-45EE-A895-2DBC7AC3D771}" srcOrd="0" destOrd="0" presId="urn:microsoft.com/office/officeart/2005/8/layout/orgChart1"/>
    <dgm:cxn modelId="{0739A1C9-0974-46B7-81C5-95C42459366D}" type="presParOf" srcId="{5020A7F2-D507-45EE-A895-2DBC7AC3D771}" destId="{D4982AEC-E392-43FF-B1E6-76981C7F4526}" srcOrd="0" destOrd="0" presId="urn:microsoft.com/office/officeart/2005/8/layout/orgChart1"/>
    <dgm:cxn modelId="{4FE057A5-7AE9-4487-ACFD-D9D9FF01FED0}" type="presParOf" srcId="{D4982AEC-E392-43FF-B1E6-76981C7F4526}" destId="{B66FDA53-52AD-4777-B131-E6DE4E566FE1}" srcOrd="0" destOrd="0" presId="urn:microsoft.com/office/officeart/2005/8/layout/orgChart1"/>
    <dgm:cxn modelId="{A7B4C99A-50FB-4088-915E-D237F72D65D4}" type="presParOf" srcId="{D4982AEC-E392-43FF-B1E6-76981C7F4526}" destId="{CC9F5843-D328-475A-834D-68A4E455C29F}" srcOrd="1" destOrd="0" presId="urn:microsoft.com/office/officeart/2005/8/layout/orgChart1"/>
    <dgm:cxn modelId="{494A30B6-F176-47D6-AC81-1390156F8F59}" type="presParOf" srcId="{5020A7F2-D507-45EE-A895-2DBC7AC3D771}" destId="{CC41FF8D-2066-47C2-B982-E49AEB8BA42A}" srcOrd="1" destOrd="0" presId="urn:microsoft.com/office/officeart/2005/8/layout/orgChart1"/>
    <dgm:cxn modelId="{7897EC51-6E67-49E9-A9F2-B0FA699291E9}" type="presParOf" srcId="{CC41FF8D-2066-47C2-B982-E49AEB8BA42A}" destId="{31CF9883-6932-443B-BE67-EA6070F735FC}" srcOrd="0" destOrd="0" presId="urn:microsoft.com/office/officeart/2005/8/layout/orgChart1"/>
    <dgm:cxn modelId="{9925624A-9C32-4112-B6AD-97BDF95EC465}" type="presParOf" srcId="{CC41FF8D-2066-47C2-B982-E49AEB8BA42A}" destId="{13ADB56E-8FDF-491C-8B29-1722087AD486}" srcOrd="1" destOrd="0" presId="urn:microsoft.com/office/officeart/2005/8/layout/orgChart1"/>
    <dgm:cxn modelId="{608941A1-BD9B-4C89-A8B1-DE6D77895B50}" type="presParOf" srcId="{13ADB56E-8FDF-491C-8B29-1722087AD486}" destId="{0985C86D-1B69-41D2-8B15-597C53B6120C}" srcOrd="0" destOrd="0" presId="urn:microsoft.com/office/officeart/2005/8/layout/orgChart1"/>
    <dgm:cxn modelId="{6BAA2173-EFD8-453A-8575-D1F0982EE8E7}" type="presParOf" srcId="{0985C86D-1B69-41D2-8B15-597C53B6120C}" destId="{B36F738C-DABB-499F-A586-6245E56F73A4}" srcOrd="0" destOrd="0" presId="urn:microsoft.com/office/officeart/2005/8/layout/orgChart1"/>
    <dgm:cxn modelId="{F7E2BD01-CDF1-4088-834B-4E597397F2BE}" type="presParOf" srcId="{0985C86D-1B69-41D2-8B15-597C53B6120C}" destId="{14012CE9-2525-49DB-825E-72030D160490}" srcOrd="1" destOrd="0" presId="urn:microsoft.com/office/officeart/2005/8/layout/orgChart1"/>
    <dgm:cxn modelId="{C6C9B7D0-83B7-4F37-B145-5A643A3E6AE6}" type="presParOf" srcId="{13ADB56E-8FDF-491C-8B29-1722087AD486}" destId="{342643D6-E3A6-4A57-B9DD-0781D8759EFC}" srcOrd="1" destOrd="0" presId="urn:microsoft.com/office/officeart/2005/8/layout/orgChart1"/>
    <dgm:cxn modelId="{97A08C10-6E1D-453D-9730-CA68024803B8}" type="presParOf" srcId="{13ADB56E-8FDF-491C-8B29-1722087AD486}" destId="{0DD17146-0F29-4885-9376-8A5705D23D4E}" srcOrd="2" destOrd="0" presId="urn:microsoft.com/office/officeart/2005/8/layout/orgChart1"/>
    <dgm:cxn modelId="{9233E580-57D5-459C-95F6-A3C9380375BD}" type="presParOf" srcId="{CC41FF8D-2066-47C2-B982-E49AEB8BA42A}" destId="{7B5206AE-36DB-43EE-84F3-AFB823AA6253}" srcOrd="2" destOrd="0" presId="urn:microsoft.com/office/officeart/2005/8/layout/orgChart1"/>
    <dgm:cxn modelId="{E1FF9628-DA8D-49AC-BA53-C5168B75DBBB}" type="presParOf" srcId="{CC41FF8D-2066-47C2-B982-E49AEB8BA42A}" destId="{EA46275C-D34E-4970-A919-7FB5FB0D832D}" srcOrd="3" destOrd="0" presId="urn:microsoft.com/office/officeart/2005/8/layout/orgChart1"/>
    <dgm:cxn modelId="{AA9CC685-86E5-49C0-B454-2854023FD4FB}" type="presParOf" srcId="{EA46275C-D34E-4970-A919-7FB5FB0D832D}" destId="{33111035-7874-44A3-98C1-D4AC0AF8792D}" srcOrd="0" destOrd="0" presId="urn:microsoft.com/office/officeart/2005/8/layout/orgChart1"/>
    <dgm:cxn modelId="{8953F025-F0CD-484F-BAA9-41F755E102CA}" type="presParOf" srcId="{33111035-7874-44A3-98C1-D4AC0AF8792D}" destId="{BE33DF6D-96DD-447A-A304-E5B66ED4DEA0}" srcOrd="0" destOrd="0" presId="urn:microsoft.com/office/officeart/2005/8/layout/orgChart1"/>
    <dgm:cxn modelId="{5F7D2992-C563-4A82-A50F-D3FD714C03D4}" type="presParOf" srcId="{33111035-7874-44A3-98C1-D4AC0AF8792D}" destId="{609F4C0D-78CC-42E2-8EC6-ACCF5277829F}" srcOrd="1" destOrd="0" presId="urn:microsoft.com/office/officeart/2005/8/layout/orgChart1"/>
    <dgm:cxn modelId="{74077BF3-C2CC-4EF1-9A83-9739CB9CF2E1}" type="presParOf" srcId="{EA46275C-D34E-4970-A919-7FB5FB0D832D}" destId="{21DB5F9D-117E-4396-A921-BD0D18829365}" srcOrd="1" destOrd="0" presId="urn:microsoft.com/office/officeart/2005/8/layout/orgChart1"/>
    <dgm:cxn modelId="{B20ADBCC-B7ED-48EC-BA1E-65CB265D5B76}" type="presParOf" srcId="{21DB5F9D-117E-4396-A921-BD0D18829365}" destId="{DBFAA4B1-5E18-4F52-8331-43C80B4BAD10}" srcOrd="0" destOrd="0" presId="urn:microsoft.com/office/officeart/2005/8/layout/orgChart1"/>
    <dgm:cxn modelId="{11F5812B-8000-4FE0-BAFE-2A89A48C81C2}" type="presParOf" srcId="{21DB5F9D-117E-4396-A921-BD0D18829365}" destId="{91965D30-99C4-47EB-964E-C2A7F6F1CDE7}" srcOrd="1" destOrd="0" presId="urn:microsoft.com/office/officeart/2005/8/layout/orgChart1"/>
    <dgm:cxn modelId="{293C8453-C77D-4650-A342-77E955582344}" type="presParOf" srcId="{91965D30-99C4-47EB-964E-C2A7F6F1CDE7}" destId="{EFB01A80-46E4-4BD8-8088-D9D4E2FCD126}" srcOrd="0" destOrd="0" presId="urn:microsoft.com/office/officeart/2005/8/layout/orgChart1"/>
    <dgm:cxn modelId="{E9F73ED7-B919-4376-BD94-764ECE7D02B3}" type="presParOf" srcId="{EFB01A80-46E4-4BD8-8088-D9D4E2FCD126}" destId="{63AB99B0-52A9-4FD4-95B2-D1CDAD6E4D6C}" srcOrd="0" destOrd="0" presId="urn:microsoft.com/office/officeart/2005/8/layout/orgChart1"/>
    <dgm:cxn modelId="{DDF0F0FA-F58A-4D76-B86E-370853D5E034}" type="presParOf" srcId="{EFB01A80-46E4-4BD8-8088-D9D4E2FCD126}" destId="{1F827E1E-DE28-4629-93A9-7862FAB5F676}" srcOrd="1" destOrd="0" presId="urn:microsoft.com/office/officeart/2005/8/layout/orgChart1"/>
    <dgm:cxn modelId="{EE122779-741B-4BC8-A403-09999283FA1C}" type="presParOf" srcId="{91965D30-99C4-47EB-964E-C2A7F6F1CDE7}" destId="{BCDC7EB6-07A3-4F0D-B150-75C1404AAABB}" srcOrd="1" destOrd="0" presId="urn:microsoft.com/office/officeart/2005/8/layout/orgChart1"/>
    <dgm:cxn modelId="{423EC7C1-927E-46C7-B92E-3B3CF4AB3B78}" type="presParOf" srcId="{91965D30-99C4-47EB-964E-C2A7F6F1CDE7}" destId="{9827145C-FEEA-4ECA-8507-28613AB5980D}" srcOrd="2" destOrd="0" presId="urn:microsoft.com/office/officeart/2005/8/layout/orgChart1"/>
    <dgm:cxn modelId="{095A2AD3-7E1E-4CE8-BC71-38712CB7DE6E}" type="presParOf" srcId="{21DB5F9D-117E-4396-A921-BD0D18829365}" destId="{6EA04B9E-A781-425B-B36A-F2E0C3396A0F}" srcOrd="2" destOrd="0" presId="urn:microsoft.com/office/officeart/2005/8/layout/orgChart1"/>
    <dgm:cxn modelId="{66AC9F27-3FE5-42C1-913B-47FEE7890BC7}" type="presParOf" srcId="{21DB5F9D-117E-4396-A921-BD0D18829365}" destId="{4277993E-643A-44B6-B628-E62FD901BBEE}" srcOrd="3" destOrd="0" presId="urn:microsoft.com/office/officeart/2005/8/layout/orgChart1"/>
    <dgm:cxn modelId="{85B118C6-7960-43A6-B3F2-89EDF70A1231}" type="presParOf" srcId="{4277993E-643A-44B6-B628-E62FD901BBEE}" destId="{B4204682-EBBF-423A-A8C4-DCC9725E2DEE}" srcOrd="0" destOrd="0" presId="urn:microsoft.com/office/officeart/2005/8/layout/orgChart1"/>
    <dgm:cxn modelId="{4E413AC4-8180-4238-9661-C6377175D287}" type="presParOf" srcId="{B4204682-EBBF-423A-A8C4-DCC9725E2DEE}" destId="{152DB30B-0997-48AC-8E02-B305E6A174EA}" srcOrd="0" destOrd="0" presId="urn:microsoft.com/office/officeart/2005/8/layout/orgChart1"/>
    <dgm:cxn modelId="{7F8CB748-56FD-4F58-A794-9985AD83470B}" type="presParOf" srcId="{B4204682-EBBF-423A-A8C4-DCC9725E2DEE}" destId="{E2521828-141C-4DD9-A0FF-550F879D8B65}" srcOrd="1" destOrd="0" presId="urn:microsoft.com/office/officeart/2005/8/layout/orgChart1"/>
    <dgm:cxn modelId="{6B1F9546-9483-48D7-9FE7-1EE8EEB605E8}" type="presParOf" srcId="{4277993E-643A-44B6-B628-E62FD901BBEE}" destId="{0E1C6699-2AE5-46DA-8767-F16B8DF94467}" srcOrd="1" destOrd="0" presId="urn:microsoft.com/office/officeart/2005/8/layout/orgChart1"/>
    <dgm:cxn modelId="{8D2D40F1-CCC1-4D15-B77E-EDC8F685B13F}" type="presParOf" srcId="{4277993E-643A-44B6-B628-E62FD901BBEE}" destId="{D093C552-F2B3-4F1D-B77A-C18F5C8F8551}" srcOrd="2" destOrd="0" presId="urn:microsoft.com/office/officeart/2005/8/layout/orgChart1"/>
    <dgm:cxn modelId="{1A523D52-9D2C-4B16-8BC2-1CB20A63D5EC}" type="presParOf" srcId="{21DB5F9D-117E-4396-A921-BD0D18829365}" destId="{F4168C62-4C73-4FEA-B525-828302C7EE80}" srcOrd="4" destOrd="0" presId="urn:microsoft.com/office/officeart/2005/8/layout/orgChart1"/>
    <dgm:cxn modelId="{B1859B82-E06E-4E7B-B069-25510CCED71C}" type="presParOf" srcId="{21DB5F9D-117E-4396-A921-BD0D18829365}" destId="{BAACD408-B096-4219-B995-CBE13FEF9E0C}" srcOrd="5" destOrd="0" presId="urn:microsoft.com/office/officeart/2005/8/layout/orgChart1"/>
    <dgm:cxn modelId="{3DE948E5-4ADE-4EEE-8BC3-7AB7DA9D5464}" type="presParOf" srcId="{BAACD408-B096-4219-B995-CBE13FEF9E0C}" destId="{7C76DD35-9C28-4088-8305-CB44319A8F6B}" srcOrd="0" destOrd="0" presId="urn:microsoft.com/office/officeart/2005/8/layout/orgChart1"/>
    <dgm:cxn modelId="{9BBAC953-22CD-4750-9FD3-58393E14299B}" type="presParOf" srcId="{7C76DD35-9C28-4088-8305-CB44319A8F6B}" destId="{2A5F8A13-F793-4295-A576-C273F1E67E53}" srcOrd="0" destOrd="0" presId="urn:microsoft.com/office/officeart/2005/8/layout/orgChart1"/>
    <dgm:cxn modelId="{5035F8AB-D6F4-4978-A916-746310195DD2}" type="presParOf" srcId="{7C76DD35-9C28-4088-8305-CB44319A8F6B}" destId="{DF2A5A38-E9AD-4E0D-8664-8243B6A76EE9}" srcOrd="1" destOrd="0" presId="urn:microsoft.com/office/officeart/2005/8/layout/orgChart1"/>
    <dgm:cxn modelId="{0E98C2DC-79A3-4DFE-96E1-ACE08D1D3266}" type="presParOf" srcId="{BAACD408-B096-4219-B995-CBE13FEF9E0C}" destId="{25DCDDB0-7223-429E-8111-32F0DC3DFAA9}" srcOrd="1" destOrd="0" presId="urn:microsoft.com/office/officeart/2005/8/layout/orgChart1"/>
    <dgm:cxn modelId="{527FDC1C-9B3E-43E5-A5D2-FC177FC75CD7}" type="presParOf" srcId="{BAACD408-B096-4219-B995-CBE13FEF9E0C}" destId="{91C4CFE2-D764-43CD-B65A-522F70B2D2C2}" srcOrd="2" destOrd="0" presId="urn:microsoft.com/office/officeart/2005/8/layout/orgChart1"/>
    <dgm:cxn modelId="{76F9F44D-A2A1-49BA-A137-8362DFB036D7}" type="presParOf" srcId="{21DB5F9D-117E-4396-A921-BD0D18829365}" destId="{EFAB8F0C-B50C-4110-92BD-83EFA04F2A3D}" srcOrd="6" destOrd="0" presId="urn:microsoft.com/office/officeart/2005/8/layout/orgChart1"/>
    <dgm:cxn modelId="{35173F26-A2A6-47CB-BCBA-8B4C45783127}" type="presParOf" srcId="{21DB5F9D-117E-4396-A921-BD0D18829365}" destId="{A5B3533E-C7CF-46F3-81CA-B527422E6570}" srcOrd="7" destOrd="0" presId="urn:microsoft.com/office/officeart/2005/8/layout/orgChart1"/>
    <dgm:cxn modelId="{4C2AD776-D0CE-461A-887D-7E2FE1549AAD}" type="presParOf" srcId="{A5B3533E-C7CF-46F3-81CA-B527422E6570}" destId="{7D9836D0-FEAF-45C5-96B9-BF85B4C5E630}" srcOrd="0" destOrd="0" presId="urn:microsoft.com/office/officeart/2005/8/layout/orgChart1"/>
    <dgm:cxn modelId="{28D5A8E2-D632-430F-888B-35A807C046E0}" type="presParOf" srcId="{7D9836D0-FEAF-45C5-96B9-BF85B4C5E630}" destId="{2907B370-BA96-40F4-A66F-C111E7FDFAAE}" srcOrd="0" destOrd="0" presId="urn:microsoft.com/office/officeart/2005/8/layout/orgChart1"/>
    <dgm:cxn modelId="{0ABF3DD6-7331-4D8B-8487-5FA3BD1AA351}" type="presParOf" srcId="{7D9836D0-FEAF-45C5-96B9-BF85B4C5E630}" destId="{10E23348-0F19-4FD3-A71D-F48223639FF9}" srcOrd="1" destOrd="0" presId="urn:microsoft.com/office/officeart/2005/8/layout/orgChart1"/>
    <dgm:cxn modelId="{32C3F25C-8C07-4CFB-8A0B-C2F150DC5C4C}" type="presParOf" srcId="{A5B3533E-C7CF-46F3-81CA-B527422E6570}" destId="{3D69BB98-EFF5-452C-9AC5-11BC881590C9}" srcOrd="1" destOrd="0" presId="urn:microsoft.com/office/officeart/2005/8/layout/orgChart1"/>
    <dgm:cxn modelId="{87C8BA56-970B-45AC-96D9-050CFEC64A4C}" type="presParOf" srcId="{A5B3533E-C7CF-46F3-81CA-B527422E6570}" destId="{7F0430B4-7899-4BA1-A17D-366D05A80803}" srcOrd="2" destOrd="0" presId="urn:microsoft.com/office/officeart/2005/8/layout/orgChart1"/>
    <dgm:cxn modelId="{C9C4237A-958C-414A-AE60-3517731834E3}" type="presParOf" srcId="{21DB5F9D-117E-4396-A921-BD0D18829365}" destId="{1E07A4B4-19E6-4D2D-AAEC-EB1A31A1A96B}" srcOrd="8" destOrd="0" presId="urn:microsoft.com/office/officeart/2005/8/layout/orgChart1"/>
    <dgm:cxn modelId="{C54D139D-6158-49D1-8882-0A7ADA5B4053}" type="presParOf" srcId="{21DB5F9D-117E-4396-A921-BD0D18829365}" destId="{E6BE0463-F71A-4C3D-B8A4-3E45757C3D76}" srcOrd="9" destOrd="0" presId="urn:microsoft.com/office/officeart/2005/8/layout/orgChart1"/>
    <dgm:cxn modelId="{8CB0552E-553D-46B3-8ED9-3A45E3ACA294}" type="presParOf" srcId="{E6BE0463-F71A-4C3D-B8A4-3E45757C3D76}" destId="{E95B49CA-2456-4C0C-A33C-0A5A67DFA6B5}" srcOrd="0" destOrd="0" presId="urn:microsoft.com/office/officeart/2005/8/layout/orgChart1"/>
    <dgm:cxn modelId="{15BABBCF-4DAC-435E-BC99-279A32FF2465}" type="presParOf" srcId="{E95B49CA-2456-4C0C-A33C-0A5A67DFA6B5}" destId="{9CAAEC64-6ADE-4DAC-BE74-9BCA6018D400}" srcOrd="0" destOrd="0" presId="urn:microsoft.com/office/officeart/2005/8/layout/orgChart1"/>
    <dgm:cxn modelId="{152BD7F3-3FD4-495E-A0E3-4F881625D552}" type="presParOf" srcId="{E95B49CA-2456-4C0C-A33C-0A5A67DFA6B5}" destId="{94D5B0F4-9D2A-458E-9B88-FC8AAF20F7B6}" srcOrd="1" destOrd="0" presId="urn:microsoft.com/office/officeart/2005/8/layout/orgChart1"/>
    <dgm:cxn modelId="{AD94B03C-2564-4FDD-89B5-01412220E5DE}" type="presParOf" srcId="{E6BE0463-F71A-4C3D-B8A4-3E45757C3D76}" destId="{0C10DD0F-90CF-4DEB-AA67-F08B332467F1}" srcOrd="1" destOrd="0" presId="urn:microsoft.com/office/officeart/2005/8/layout/orgChart1"/>
    <dgm:cxn modelId="{D5E4C3B1-C6AF-495B-805A-E83932072D56}" type="presParOf" srcId="{E6BE0463-F71A-4C3D-B8A4-3E45757C3D76}" destId="{768A947B-E41E-418F-BEA9-99599E6C8BA8}" srcOrd="2" destOrd="0" presId="urn:microsoft.com/office/officeart/2005/8/layout/orgChart1"/>
    <dgm:cxn modelId="{EC1DFC53-FE19-4861-8387-DBE9AED37175}" type="presParOf" srcId="{EA46275C-D34E-4970-A919-7FB5FB0D832D}" destId="{97D7E093-B9EA-413B-A30F-D5DDB8799B63}" srcOrd="2" destOrd="0" presId="urn:microsoft.com/office/officeart/2005/8/layout/orgChart1"/>
    <dgm:cxn modelId="{7A5C2AAE-8A14-4CF8-8638-ECC9C6BEFC1C}" type="presParOf" srcId="{CC41FF8D-2066-47C2-B982-E49AEB8BA42A}" destId="{DBB6250D-A994-4B68-83F5-3A299E01BCF0}" srcOrd="4" destOrd="0" presId="urn:microsoft.com/office/officeart/2005/8/layout/orgChart1"/>
    <dgm:cxn modelId="{EFC5DA1B-9A96-4BCD-891D-4D816598C5AA}" type="presParOf" srcId="{CC41FF8D-2066-47C2-B982-E49AEB8BA42A}" destId="{7C3751AC-154A-4B83-86C4-3179D2CC195A}" srcOrd="5" destOrd="0" presId="urn:microsoft.com/office/officeart/2005/8/layout/orgChart1"/>
    <dgm:cxn modelId="{EB3FD401-555A-49AF-A8A5-59E45A628466}" type="presParOf" srcId="{7C3751AC-154A-4B83-86C4-3179D2CC195A}" destId="{46E2E3C6-D8C5-40B9-98A1-533B92BF7BB4}" srcOrd="0" destOrd="0" presId="urn:microsoft.com/office/officeart/2005/8/layout/orgChart1"/>
    <dgm:cxn modelId="{D43D2066-B371-4720-B3FD-A81ADE345EED}" type="presParOf" srcId="{46E2E3C6-D8C5-40B9-98A1-533B92BF7BB4}" destId="{143639B3-181C-491B-A515-4BAB93604BCB}" srcOrd="0" destOrd="0" presId="urn:microsoft.com/office/officeart/2005/8/layout/orgChart1"/>
    <dgm:cxn modelId="{EF75D141-6609-419E-A01D-AF34FFA02B29}" type="presParOf" srcId="{46E2E3C6-D8C5-40B9-98A1-533B92BF7BB4}" destId="{F76DCC48-5560-4BD5-AD58-0C6CED22E5B3}" srcOrd="1" destOrd="0" presId="urn:microsoft.com/office/officeart/2005/8/layout/orgChart1"/>
    <dgm:cxn modelId="{CDC035D0-2603-4BF0-901E-F25F90A39FAC}" type="presParOf" srcId="{7C3751AC-154A-4B83-86C4-3179D2CC195A}" destId="{54D71075-D9F2-4A86-BAD0-9859B2512DDE}" srcOrd="1" destOrd="0" presId="urn:microsoft.com/office/officeart/2005/8/layout/orgChart1"/>
    <dgm:cxn modelId="{F632B700-3D7F-4596-9869-010B3FC30F3F}" type="presParOf" srcId="{54D71075-D9F2-4A86-BAD0-9859B2512DDE}" destId="{ED858471-3416-48AF-94C0-257C660D6C30}" srcOrd="0" destOrd="0" presId="urn:microsoft.com/office/officeart/2005/8/layout/orgChart1"/>
    <dgm:cxn modelId="{6F11BE8E-5483-4885-A542-5BC1F1DA640B}" type="presParOf" srcId="{54D71075-D9F2-4A86-BAD0-9859B2512DDE}" destId="{81F929DC-36A8-4ACF-8D49-7570E547CB89}" srcOrd="1" destOrd="0" presId="urn:microsoft.com/office/officeart/2005/8/layout/orgChart1"/>
    <dgm:cxn modelId="{1651F084-D40D-4C63-8EB9-DCBDAF153D99}" type="presParOf" srcId="{81F929DC-36A8-4ACF-8D49-7570E547CB89}" destId="{A78C8B0B-8569-41EB-ACA9-0A7D6C75355C}" srcOrd="0" destOrd="0" presId="urn:microsoft.com/office/officeart/2005/8/layout/orgChart1"/>
    <dgm:cxn modelId="{1C54E71E-C4EB-40F9-9C56-B72708AE17A4}" type="presParOf" srcId="{A78C8B0B-8569-41EB-ACA9-0A7D6C75355C}" destId="{30523AB1-C99C-444B-AA4F-1E73092027E9}" srcOrd="0" destOrd="0" presId="urn:microsoft.com/office/officeart/2005/8/layout/orgChart1"/>
    <dgm:cxn modelId="{E9F370E6-5C17-4AAF-9CCC-461C289E5ACA}" type="presParOf" srcId="{A78C8B0B-8569-41EB-ACA9-0A7D6C75355C}" destId="{D5FDDBA5-CDD5-4793-84B5-CD9B98911702}" srcOrd="1" destOrd="0" presId="urn:microsoft.com/office/officeart/2005/8/layout/orgChart1"/>
    <dgm:cxn modelId="{BDE8C7E0-7DCD-4887-9B7E-44F655D3D6E3}" type="presParOf" srcId="{81F929DC-36A8-4ACF-8D49-7570E547CB89}" destId="{590501E3-6000-4C9A-99FD-C032933B1059}" srcOrd="1" destOrd="0" presId="urn:microsoft.com/office/officeart/2005/8/layout/orgChart1"/>
    <dgm:cxn modelId="{A41EABE9-AD57-4C64-AB69-378C3BA3263B}" type="presParOf" srcId="{81F929DC-36A8-4ACF-8D49-7570E547CB89}" destId="{E2237E00-27D8-48FE-921B-A3E617074DE2}" srcOrd="2" destOrd="0" presId="urn:microsoft.com/office/officeart/2005/8/layout/orgChart1"/>
    <dgm:cxn modelId="{7C95AA8A-4854-4D4C-BF8A-16C50FDD1DB3}" type="presParOf" srcId="{54D71075-D9F2-4A86-BAD0-9859B2512DDE}" destId="{FC66A192-41BF-4B05-9C2B-3184310FF5C6}" srcOrd="2" destOrd="0" presId="urn:microsoft.com/office/officeart/2005/8/layout/orgChart1"/>
    <dgm:cxn modelId="{F284B91B-F0EB-4D0E-935F-CEA28CC1CC24}" type="presParOf" srcId="{54D71075-D9F2-4A86-BAD0-9859B2512DDE}" destId="{9DAC2D16-7E45-40EA-A631-ADEF7ACF9061}" srcOrd="3" destOrd="0" presId="urn:microsoft.com/office/officeart/2005/8/layout/orgChart1"/>
    <dgm:cxn modelId="{2C479C88-4808-4D7F-86A7-19170E4BC3CD}" type="presParOf" srcId="{9DAC2D16-7E45-40EA-A631-ADEF7ACF9061}" destId="{B46A1F57-C788-4C8D-A2E5-6258F3978371}" srcOrd="0" destOrd="0" presId="urn:microsoft.com/office/officeart/2005/8/layout/orgChart1"/>
    <dgm:cxn modelId="{7A46CABE-5CD6-4F17-B47A-1A467A2527B6}" type="presParOf" srcId="{B46A1F57-C788-4C8D-A2E5-6258F3978371}" destId="{72CEFB75-59D1-4656-8F8B-120522C92D35}" srcOrd="0" destOrd="0" presId="urn:microsoft.com/office/officeart/2005/8/layout/orgChart1"/>
    <dgm:cxn modelId="{6D5385CC-F849-4A41-9745-EBCE28A26183}" type="presParOf" srcId="{B46A1F57-C788-4C8D-A2E5-6258F3978371}" destId="{9403F216-2E13-4D0E-80E9-D493615283DE}" srcOrd="1" destOrd="0" presId="urn:microsoft.com/office/officeart/2005/8/layout/orgChart1"/>
    <dgm:cxn modelId="{E83D0D1C-FDBE-41D9-A522-26F2B8A80B01}" type="presParOf" srcId="{9DAC2D16-7E45-40EA-A631-ADEF7ACF9061}" destId="{7CEBB6BA-F632-432C-9EB0-7B69559DBB2F}" srcOrd="1" destOrd="0" presId="urn:microsoft.com/office/officeart/2005/8/layout/orgChart1"/>
    <dgm:cxn modelId="{CFFB9210-351A-4BAF-941C-5FF8D2B97B32}" type="presParOf" srcId="{9DAC2D16-7E45-40EA-A631-ADEF7ACF9061}" destId="{724760C5-47ED-4054-B00A-7E24FEBA4ACF}" srcOrd="2" destOrd="0" presId="urn:microsoft.com/office/officeart/2005/8/layout/orgChart1"/>
    <dgm:cxn modelId="{8E1FFF85-5BD1-4127-904C-7D1643CFC9D3}" type="presParOf" srcId="{7C3751AC-154A-4B83-86C4-3179D2CC195A}" destId="{E9CFFC85-30A2-4189-8956-70EF4403155E}" srcOrd="2" destOrd="0" presId="urn:microsoft.com/office/officeart/2005/8/layout/orgChart1"/>
    <dgm:cxn modelId="{BE57C796-B56D-4AB6-82DC-C817E3F63D98}" type="presParOf" srcId="{CC41FF8D-2066-47C2-B982-E49AEB8BA42A}" destId="{06DDBB38-68F0-4317-9F77-306B5A4D0568}" srcOrd="6" destOrd="0" presId="urn:microsoft.com/office/officeart/2005/8/layout/orgChart1"/>
    <dgm:cxn modelId="{BC62C4C2-855E-42F6-8A91-46C812592A99}" type="presParOf" srcId="{CC41FF8D-2066-47C2-B982-E49AEB8BA42A}" destId="{FCC89F73-75CB-4B04-8C24-E0C03F7FCC98}" srcOrd="7" destOrd="0" presId="urn:microsoft.com/office/officeart/2005/8/layout/orgChart1"/>
    <dgm:cxn modelId="{245627E6-4ECE-4534-A614-89D0E1CAF88A}" type="presParOf" srcId="{FCC89F73-75CB-4B04-8C24-E0C03F7FCC98}" destId="{51303DA3-8908-436D-83CD-FD00C3ED8F56}" srcOrd="0" destOrd="0" presId="urn:microsoft.com/office/officeart/2005/8/layout/orgChart1"/>
    <dgm:cxn modelId="{D0B44341-2A31-490C-8683-522872E7F3BD}" type="presParOf" srcId="{51303DA3-8908-436D-83CD-FD00C3ED8F56}" destId="{C1E13093-8BD2-473F-9131-948EED45B322}" srcOrd="0" destOrd="0" presId="urn:microsoft.com/office/officeart/2005/8/layout/orgChart1"/>
    <dgm:cxn modelId="{FB105CA0-AE1A-4B50-AF6A-B110533F770D}" type="presParOf" srcId="{51303DA3-8908-436D-83CD-FD00C3ED8F56}" destId="{5CC39CA2-13D2-4B46-934E-C03FE919297A}" srcOrd="1" destOrd="0" presId="urn:microsoft.com/office/officeart/2005/8/layout/orgChart1"/>
    <dgm:cxn modelId="{A011C659-23D0-457C-A337-C52626A2E5FE}" type="presParOf" srcId="{FCC89F73-75CB-4B04-8C24-E0C03F7FCC98}" destId="{932F9BBB-7364-461A-88DE-5DC2C9AE7C59}" srcOrd="1" destOrd="0" presId="urn:microsoft.com/office/officeart/2005/8/layout/orgChart1"/>
    <dgm:cxn modelId="{5BABD74C-9BF3-4128-B0A6-FC7DC6F0B4FD}" type="presParOf" srcId="{932F9BBB-7364-461A-88DE-5DC2C9AE7C59}" destId="{54004330-659C-421A-AA00-2A60A650D1AA}" srcOrd="0" destOrd="0" presId="urn:microsoft.com/office/officeart/2005/8/layout/orgChart1"/>
    <dgm:cxn modelId="{BAAC2F3E-0B87-441C-A111-7F2AF6EAC334}" type="presParOf" srcId="{932F9BBB-7364-461A-88DE-5DC2C9AE7C59}" destId="{16181FE0-8A53-4C08-BF65-5F964ADA93D5}" srcOrd="1" destOrd="0" presId="urn:microsoft.com/office/officeart/2005/8/layout/orgChart1"/>
    <dgm:cxn modelId="{15C64B89-0870-4A64-9016-8BA0A9BC863B}" type="presParOf" srcId="{16181FE0-8A53-4C08-BF65-5F964ADA93D5}" destId="{99625B65-92C7-4F58-A9CB-76B678225743}" srcOrd="0" destOrd="0" presId="urn:microsoft.com/office/officeart/2005/8/layout/orgChart1"/>
    <dgm:cxn modelId="{B05C30EC-8A6F-4DBC-9A4A-67CC1A7701C2}" type="presParOf" srcId="{99625B65-92C7-4F58-A9CB-76B678225743}" destId="{71CFB7A4-87DA-4816-B7A4-500ED09ACC80}" srcOrd="0" destOrd="0" presId="urn:microsoft.com/office/officeart/2005/8/layout/orgChart1"/>
    <dgm:cxn modelId="{5CD99583-E460-4803-BCBF-FAC538D8C950}" type="presParOf" srcId="{99625B65-92C7-4F58-A9CB-76B678225743}" destId="{B53B0E2E-0C65-44C5-B0FD-F7C54A95DCE9}" srcOrd="1" destOrd="0" presId="urn:microsoft.com/office/officeart/2005/8/layout/orgChart1"/>
    <dgm:cxn modelId="{999E163C-2927-42B0-B486-C5BC4E958113}" type="presParOf" srcId="{16181FE0-8A53-4C08-BF65-5F964ADA93D5}" destId="{158C8836-73E3-4330-BD57-40A5FB8B7D13}" srcOrd="1" destOrd="0" presId="urn:microsoft.com/office/officeart/2005/8/layout/orgChart1"/>
    <dgm:cxn modelId="{778BD204-F58F-423F-BCFA-D34591A136D7}" type="presParOf" srcId="{16181FE0-8A53-4C08-BF65-5F964ADA93D5}" destId="{A9099310-4F36-4C40-8C0A-94504608D6A4}" srcOrd="2" destOrd="0" presId="urn:microsoft.com/office/officeart/2005/8/layout/orgChart1"/>
    <dgm:cxn modelId="{57DE6238-D528-4C8A-9EBD-30D13A79180E}" type="presParOf" srcId="{932F9BBB-7364-461A-88DE-5DC2C9AE7C59}" destId="{E6D3E7C7-5F9F-4403-A4C8-CCABCA206563}" srcOrd="2" destOrd="0" presId="urn:microsoft.com/office/officeart/2005/8/layout/orgChart1"/>
    <dgm:cxn modelId="{DBDE9DB9-7C25-4BC5-8330-708B0C13348D}" type="presParOf" srcId="{932F9BBB-7364-461A-88DE-5DC2C9AE7C59}" destId="{20722B81-EAAC-4468-A8EC-1205D8353D67}" srcOrd="3" destOrd="0" presId="urn:microsoft.com/office/officeart/2005/8/layout/orgChart1"/>
    <dgm:cxn modelId="{CBBED226-2F86-416A-A1F4-1A88D9416457}" type="presParOf" srcId="{20722B81-EAAC-4468-A8EC-1205D8353D67}" destId="{0947A841-917C-4819-9955-66E1076B8159}" srcOrd="0" destOrd="0" presId="urn:microsoft.com/office/officeart/2005/8/layout/orgChart1"/>
    <dgm:cxn modelId="{3FFE0C07-18C8-4CC7-9ED3-3B28A6E92894}" type="presParOf" srcId="{0947A841-917C-4819-9955-66E1076B8159}" destId="{EE5463CD-2007-41E8-A571-D5AD678DE2DA}" srcOrd="0" destOrd="0" presId="urn:microsoft.com/office/officeart/2005/8/layout/orgChart1"/>
    <dgm:cxn modelId="{0795FDA1-542F-4D8C-BC10-D5EBE5883496}" type="presParOf" srcId="{0947A841-917C-4819-9955-66E1076B8159}" destId="{47C6E814-4F2F-417A-8A11-D51E33E75DBC}" srcOrd="1" destOrd="0" presId="urn:microsoft.com/office/officeart/2005/8/layout/orgChart1"/>
    <dgm:cxn modelId="{8645B8A4-E361-4464-B1F3-8E4856830B5B}" type="presParOf" srcId="{20722B81-EAAC-4468-A8EC-1205D8353D67}" destId="{B33645CA-D93C-4663-BAB0-666B6DA1E7B0}" srcOrd="1" destOrd="0" presId="urn:microsoft.com/office/officeart/2005/8/layout/orgChart1"/>
    <dgm:cxn modelId="{2B949F83-AB4F-4207-9DF6-9413C1A5C470}" type="presParOf" srcId="{20722B81-EAAC-4468-A8EC-1205D8353D67}" destId="{31878899-4B56-4C7F-8016-4BD8794BA1B6}" srcOrd="2" destOrd="0" presId="urn:microsoft.com/office/officeart/2005/8/layout/orgChart1"/>
    <dgm:cxn modelId="{3F7F6A6C-B28F-468B-8BD6-813433932E19}" type="presParOf" srcId="{932F9BBB-7364-461A-88DE-5DC2C9AE7C59}" destId="{C8C37B1E-7897-4E09-B59D-DF81792129F6}" srcOrd="4" destOrd="0" presId="urn:microsoft.com/office/officeart/2005/8/layout/orgChart1"/>
    <dgm:cxn modelId="{D8B6DF84-7764-4CAC-B7D7-F5E59E3717DA}" type="presParOf" srcId="{932F9BBB-7364-461A-88DE-5DC2C9AE7C59}" destId="{42D4D324-508C-4D7E-B150-8078DAC1CE38}" srcOrd="5" destOrd="0" presId="urn:microsoft.com/office/officeart/2005/8/layout/orgChart1"/>
    <dgm:cxn modelId="{51E91556-48F2-4E54-85FC-86F729099F78}" type="presParOf" srcId="{42D4D324-508C-4D7E-B150-8078DAC1CE38}" destId="{6CD8C304-11B9-4BF1-AEAB-608720262554}" srcOrd="0" destOrd="0" presId="urn:microsoft.com/office/officeart/2005/8/layout/orgChart1"/>
    <dgm:cxn modelId="{F2F77274-C267-4015-9DBF-8078BE909F99}" type="presParOf" srcId="{6CD8C304-11B9-4BF1-AEAB-608720262554}" destId="{1EDDC4A0-7BC2-483A-84BD-549CE25340AD}" srcOrd="0" destOrd="0" presId="urn:microsoft.com/office/officeart/2005/8/layout/orgChart1"/>
    <dgm:cxn modelId="{E9D96312-522C-4A1F-817C-13CCCF4A24B9}" type="presParOf" srcId="{6CD8C304-11B9-4BF1-AEAB-608720262554}" destId="{23984141-AD1C-4E04-AE34-10AE7E9078D3}" srcOrd="1" destOrd="0" presId="urn:microsoft.com/office/officeart/2005/8/layout/orgChart1"/>
    <dgm:cxn modelId="{5B06B559-28A6-4B56-A626-C83E8EC25FAA}" type="presParOf" srcId="{42D4D324-508C-4D7E-B150-8078DAC1CE38}" destId="{924BF449-97E6-4E2C-824D-88093D36A425}" srcOrd="1" destOrd="0" presId="urn:microsoft.com/office/officeart/2005/8/layout/orgChart1"/>
    <dgm:cxn modelId="{97EC5376-B131-40CE-AC2F-FF3904A64D7C}" type="presParOf" srcId="{42D4D324-508C-4D7E-B150-8078DAC1CE38}" destId="{15A9E67C-CF04-4FCE-810D-DC675941C07F}" srcOrd="2" destOrd="0" presId="urn:microsoft.com/office/officeart/2005/8/layout/orgChart1"/>
    <dgm:cxn modelId="{BA4C25AC-1699-4B73-B342-120C2587366D}" type="presParOf" srcId="{932F9BBB-7364-461A-88DE-5DC2C9AE7C59}" destId="{20C4DE16-1EA8-4E66-8AE0-84BB1C2EADBB}" srcOrd="6" destOrd="0" presId="urn:microsoft.com/office/officeart/2005/8/layout/orgChart1"/>
    <dgm:cxn modelId="{3EF721A9-B08A-4DA8-8E73-0A9712D174F5}" type="presParOf" srcId="{932F9BBB-7364-461A-88DE-5DC2C9AE7C59}" destId="{2B8B302C-6148-4854-91B0-36366B172028}" srcOrd="7" destOrd="0" presId="urn:microsoft.com/office/officeart/2005/8/layout/orgChart1"/>
    <dgm:cxn modelId="{9C03BB36-D313-4CCA-8991-22E8CFE7FEEF}" type="presParOf" srcId="{2B8B302C-6148-4854-91B0-36366B172028}" destId="{AA5456AE-F2DB-4FCB-8186-4012573FCCB6}" srcOrd="0" destOrd="0" presId="urn:microsoft.com/office/officeart/2005/8/layout/orgChart1"/>
    <dgm:cxn modelId="{42656AAE-89E9-4C6C-A242-B49B9A3E2226}" type="presParOf" srcId="{AA5456AE-F2DB-4FCB-8186-4012573FCCB6}" destId="{FFA1E627-6ECF-472E-955E-042FC44114FE}" srcOrd="0" destOrd="0" presId="urn:microsoft.com/office/officeart/2005/8/layout/orgChart1"/>
    <dgm:cxn modelId="{61A7C997-F1B4-4784-985C-305E0B1BF0AA}" type="presParOf" srcId="{AA5456AE-F2DB-4FCB-8186-4012573FCCB6}" destId="{34D520C3-DBFC-474E-90A9-03EBD3AAA234}" srcOrd="1" destOrd="0" presId="urn:microsoft.com/office/officeart/2005/8/layout/orgChart1"/>
    <dgm:cxn modelId="{CD544DEB-FDA7-4643-B3ED-B8589A605E34}" type="presParOf" srcId="{2B8B302C-6148-4854-91B0-36366B172028}" destId="{194BB7B6-48C8-46DC-A361-1F350D5FD829}" srcOrd="1" destOrd="0" presId="urn:microsoft.com/office/officeart/2005/8/layout/orgChart1"/>
    <dgm:cxn modelId="{FBD0888E-8F3A-4967-B397-3340AF69D08E}" type="presParOf" srcId="{2B8B302C-6148-4854-91B0-36366B172028}" destId="{11F18250-DC48-4873-9610-4193E3DF3827}" srcOrd="2" destOrd="0" presId="urn:microsoft.com/office/officeart/2005/8/layout/orgChart1"/>
    <dgm:cxn modelId="{895BC200-20C1-4689-B304-78AC22410094}" type="presParOf" srcId="{932F9BBB-7364-461A-88DE-5DC2C9AE7C59}" destId="{0CB1DD64-8E2B-4213-A922-5172F8217136}" srcOrd="8" destOrd="0" presId="urn:microsoft.com/office/officeart/2005/8/layout/orgChart1"/>
    <dgm:cxn modelId="{E5FDFCC7-2F5B-41EF-85ED-CDEE32E34AAC}" type="presParOf" srcId="{932F9BBB-7364-461A-88DE-5DC2C9AE7C59}" destId="{23B7D01B-CA4F-4959-AB48-7B5B38671C7B}" srcOrd="9" destOrd="0" presId="urn:microsoft.com/office/officeart/2005/8/layout/orgChart1"/>
    <dgm:cxn modelId="{8B82AF27-4183-4D0F-8726-36B2434A07C1}" type="presParOf" srcId="{23B7D01B-CA4F-4959-AB48-7B5B38671C7B}" destId="{E432C062-C46B-4E46-87A2-1328049E542F}" srcOrd="0" destOrd="0" presId="urn:microsoft.com/office/officeart/2005/8/layout/orgChart1"/>
    <dgm:cxn modelId="{047834FD-9DA1-4127-977C-A67F8C3A5992}" type="presParOf" srcId="{E432C062-C46B-4E46-87A2-1328049E542F}" destId="{E80ABF54-4110-4F22-9DD1-B401D5DCF6B9}" srcOrd="0" destOrd="0" presId="urn:microsoft.com/office/officeart/2005/8/layout/orgChart1"/>
    <dgm:cxn modelId="{D99BCA13-23C6-42E6-B8C8-8D93326995AD}" type="presParOf" srcId="{E432C062-C46B-4E46-87A2-1328049E542F}" destId="{FD14E017-8EAE-4903-921F-1F033F35CD4E}" srcOrd="1" destOrd="0" presId="urn:microsoft.com/office/officeart/2005/8/layout/orgChart1"/>
    <dgm:cxn modelId="{804BBD48-AB3B-4435-A9B6-A0D5A5C740AA}" type="presParOf" srcId="{23B7D01B-CA4F-4959-AB48-7B5B38671C7B}" destId="{F90B8D6E-A517-47F3-93A8-7CD8A73C07C2}" srcOrd="1" destOrd="0" presId="urn:microsoft.com/office/officeart/2005/8/layout/orgChart1"/>
    <dgm:cxn modelId="{5B14D06E-2041-4CB4-99A8-67AA76676DAA}" type="presParOf" srcId="{23B7D01B-CA4F-4959-AB48-7B5B38671C7B}" destId="{303A026D-4929-4BDA-9B2C-FDAE03F53E52}" srcOrd="2" destOrd="0" presId="urn:microsoft.com/office/officeart/2005/8/layout/orgChart1"/>
    <dgm:cxn modelId="{B39CAB61-A962-45C8-AC34-0195A36C8CB5}" type="presParOf" srcId="{FCC89F73-75CB-4B04-8C24-E0C03F7FCC98}" destId="{95D487BC-91A7-450C-9E4C-F5D38D84DFBD}" srcOrd="2" destOrd="0" presId="urn:microsoft.com/office/officeart/2005/8/layout/orgChart1"/>
    <dgm:cxn modelId="{AA0A0F31-B97B-4E94-B271-D3F7319F86E4}" type="presParOf" srcId="{5020A7F2-D507-45EE-A895-2DBC7AC3D771}" destId="{2409E2CD-8A3D-4025-AF35-FDAFA4476D46}" srcOrd="2" destOrd="0" presId="urn:microsoft.com/office/officeart/2005/8/layout/orgChart1"/>
  </dgm:cxnLst>
  <dgm:bg/>
  <dgm:whole>
    <a:ln>
      <a:solidFill>
        <a:schemeClr val="bg1">
          <a:lumMod val="50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780E2C17-7959-4BE4-B5B9-2AF6E7CE28C3}">
      <dgm:prSet custT="1"/>
      <dgm:spPr/>
      <dgm:t>
        <a:bodyPr/>
        <a:lstStyle/>
        <a:p>
          <a:pPr algn="ctr"/>
          <a:r>
            <a:rPr lang="en-US" sz="1400" noProof="0" dirty="0"/>
            <a:t>Project cost</a:t>
          </a:r>
        </a:p>
      </dgm:t>
    </dgm:pt>
    <dgm:pt modelId="{2512B4B8-6636-4906-9597-60AD45FC6AB8}" type="parTrans" cxnId="{D3C15631-C6AA-431A-8019-B6CB89E454D1}">
      <dgm:prSet/>
      <dgm:spPr/>
      <dgm:t>
        <a:bodyPr/>
        <a:lstStyle/>
        <a:p>
          <a:pPr algn="ctr"/>
          <a:endParaRPr lang="en-US" sz="2000" noProof="0"/>
        </a:p>
      </dgm:t>
    </dgm:pt>
    <dgm:pt modelId="{DBC20B37-8FA3-4069-9306-016BCE515DEB}" type="sibTrans" cxnId="{D3C15631-C6AA-431A-8019-B6CB89E454D1}">
      <dgm:prSet/>
      <dgm:spPr/>
      <dgm:t>
        <a:bodyPr/>
        <a:lstStyle/>
        <a:p>
          <a:pPr algn="ctr"/>
          <a:endParaRPr lang="en-US" sz="2000" noProof="0"/>
        </a:p>
      </dgm:t>
    </dgm:pt>
    <dgm:pt modelId="{82515DFC-9938-4C9D-833B-D7B6FE74F3D6}">
      <dgm:prSet custT="1"/>
      <dgm:spPr>
        <a:solidFill>
          <a:schemeClr val="bg1">
            <a:lumMod val="85000"/>
          </a:schemeClr>
        </a:solidFill>
      </dgm:spPr>
      <dgm:t>
        <a:bodyPr/>
        <a:lstStyle/>
        <a:p>
          <a:pPr algn="ctr"/>
          <a:r>
            <a:rPr lang="en-US" sz="1400" noProof="0" dirty="0"/>
            <a:t>Project management </a:t>
          </a:r>
        </a:p>
      </dgm:t>
    </dgm:pt>
    <dgm:pt modelId="{81AD3CE4-69FA-4B9E-BB3B-4FF1EB31E2BF}" type="parTrans" cxnId="{544C879F-65F0-46A5-B7C0-8D1A458F62F9}">
      <dgm:prSet/>
      <dgm:spPr/>
      <dgm:t>
        <a:bodyPr/>
        <a:lstStyle/>
        <a:p>
          <a:pPr algn="ctr"/>
          <a:endParaRPr lang="en-US" sz="2000" noProof="0"/>
        </a:p>
      </dgm:t>
    </dgm:pt>
    <dgm:pt modelId="{3ABDE96B-50C5-4FE4-A81A-4FB2FAAAAFA5}" type="sibTrans" cxnId="{544C879F-65F0-46A5-B7C0-8D1A458F62F9}">
      <dgm:prSet/>
      <dgm:spPr/>
      <dgm:t>
        <a:bodyPr/>
        <a:lstStyle/>
        <a:p>
          <a:pPr algn="ctr"/>
          <a:endParaRPr lang="en-US" sz="2000" noProof="0"/>
        </a:p>
      </dgm:t>
    </dgm:pt>
    <dgm:pt modelId="{1C76DC10-B192-4CB8-BDD4-43D705326175}">
      <dgm:prSet custT="1"/>
      <dgm:spPr>
        <a:solidFill>
          <a:srgbClr val="92D050"/>
        </a:solidFill>
      </dgm:spPr>
      <dgm:t>
        <a:bodyPr/>
        <a:lstStyle/>
        <a:p>
          <a:pPr algn="ctr"/>
          <a:r>
            <a:rPr lang="en-US" sz="1400" noProof="0" dirty="0"/>
            <a:t>Development</a:t>
          </a:r>
        </a:p>
      </dgm:t>
    </dgm:pt>
    <dgm:pt modelId="{9B6515FC-BAB6-49BD-B614-8D99B5FBDBDE}" type="parTrans" cxnId="{49F84BCF-56D4-4716-881A-8D03E4FD0021}">
      <dgm:prSet/>
      <dgm:spPr/>
      <dgm:t>
        <a:bodyPr/>
        <a:lstStyle/>
        <a:p>
          <a:pPr algn="ctr"/>
          <a:endParaRPr lang="en-US" sz="2000" noProof="0"/>
        </a:p>
      </dgm:t>
    </dgm:pt>
    <dgm:pt modelId="{0F91D73B-DCE4-4F8F-9696-95E8CA55567C}" type="sibTrans" cxnId="{49F84BCF-56D4-4716-881A-8D03E4FD0021}">
      <dgm:prSet/>
      <dgm:spPr/>
      <dgm:t>
        <a:bodyPr/>
        <a:lstStyle/>
        <a:p>
          <a:pPr algn="ctr"/>
          <a:endParaRPr lang="en-US" sz="2000" noProof="0"/>
        </a:p>
      </dgm:t>
    </dgm:pt>
    <dgm:pt modelId="{22AAB52A-F50E-450E-A45B-AA76C6E60155}">
      <dgm:prSet custT="1"/>
      <dgm:spPr>
        <a:solidFill>
          <a:srgbClr val="92D050"/>
        </a:solidFill>
      </dgm:spPr>
      <dgm:t>
        <a:bodyPr/>
        <a:lstStyle/>
        <a:p>
          <a:pPr algn="ctr"/>
          <a:r>
            <a:rPr lang="en-US" sz="1400" noProof="0" dirty="0"/>
            <a:t>Software Project</a:t>
          </a:r>
        </a:p>
      </dgm:t>
    </dgm:pt>
    <dgm:pt modelId="{111B3508-DF67-4D45-82A6-7B60B4D41864}" type="parTrans" cxnId="{AEC67096-20FC-480D-97F0-F2F564BD9E8A}">
      <dgm:prSet/>
      <dgm:spPr/>
      <dgm:t>
        <a:bodyPr/>
        <a:lstStyle/>
        <a:p>
          <a:pPr algn="ctr"/>
          <a:endParaRPr lang="en-US" sz="2000" noProof="0"/>
        </a:p>
      </dgm:t>
    </dgm:pt>
    <dgm:pt modelId="{773A98D1-1721-4740-BBBC-EE4ECE532058}" type="sibTrans" cxnId="{AEC67096-20FC-480D-97F0-F2F564BD9E8A}">
      <dgm:prSet/>
      <dgm:spPr/>
      <dgm:t>
        <a:bodyPr/>
        <a:lstStyle/>
        <a:p>
          <a:pPr algn="ctr"/>
          <a:endParaRPr lang="en-US" sz="2000" noProof="0"/>
        </a:p>
      </dgm:t>
    </dgm:pt>
    <dgm:pt modelId="{78C4697E-42E3-4CD6-8626-1B95ABCFBAEE}">
      <dgm:prSet custT="1"/>
      <dgm:spPr>
        <a:solidFill>
          <a:srgbClr val="92D050"/>
        </a:solidFill>
      </dgm:spPr>
      <dgm:t>
        <a:bodyPr/>
        <a:lstStyle/>
        <a:p>
          <a:pPr algn="ctr"/>
          <a:r>
            <a:rPr lang="en-US" sz="1400" noProof="0" dirty="0"/>
            <a:t>System Test</a:t>
          </a:r>
        </a:p>
      </dgm:t>
    </dgm:pt>
    <dgm:pt modelId="{8A2823D3-0319-40D7-99A2-677B9C1E7C97}" type="parTrans" cxnId="{4A4426A8-2F36-4935-9726-DFCE8F41E836}">
      <dgm:prSet/>
      <dgm:spPr/>
      <dgm:t>
        <a:bodyPr/>
        <a:lstStyle/>
        <a:p>
          <a:pPr algn="ctr"/>
          <a:endParaRPr lang="en-US" sz="2000" noProof="0"/>
        </a:p>
      </dgm:t>
    </dgm:pt>
    <dgm:pt modelId="{E49278E8-4C74-4CB2-80A2-3456757BC598}" type="sibTrans" cxnId="{4A4426A8-2F36-4935-9726-DFCE8F41E836}">
      <dgm:prSet/>
      <dgm:spPr/>
      <dgm:t>
        <a:bodyPr/>
        <a:lstStyle/>
        <a:p>
          <a:pPr algn="ctr"/>
          <a:endParaRPr lang="en-US" sz="2000" noProof="0"/>
        </a:p>
      </dgm:t>
    </dgm:pt>
    <dgm:pt modelId="{8423AC5B-65BB-44BA-85C8-B8F2C1D799F9}">
      <dgm:prSet custT="1"/>
      <dgm:spPr>
        <a:solidFill>
          <a:schemeClr val="bg1">
            <a:lumMod val="85000"/>
          </a:schemeClr>
        </a:solidFill>
      </dgm:spPr>
      <dgm:t>
        <a:bodyPr/>
        <a:lstStyle/>
        <a:p>
          <a:pPr algn="ctr"/>
          <a:r>
            <a:rPr lang="en-US" sz="1400" noProof="0" dirty="0"/>
            <a:t>Analysis (modelling) </a:t>
          </a:r>
        </a:p>
      </dgm:t>
    </dgm:pt>
    <dgm:pt modelId="{98E64B81-CF24-49AB-A88A-228C9A8CA780}" type="parTrans" cxnId="{12752EE7-4C9A-4006-B2AE-B5551DF3FF82}">
      <dgm:prSet/>
      <dgm:spPr/>
      <dgm:t>
        <a:bodyPr/>
        <a:lstStyle/>
        <a:p>
          <a:pPr algn="ctr"/>
          <a:endParaRPr lang="en-US" sz="2000" noProof="0"/>
        </a:p>
      </dgm:t>
    </dgm:pt>
    <dgm:pt modelId="{37318783-7077-401B-9007-0BCCE6BB03B7}" type="sibTrans" cxnId="{12752EE7-4C9A-4006-B2AE-B5551DF3FF82}">
      <dgm:prSet/>
      <dgm:spPr/>
      <dgm:t>
        <a:bodyPr/>
        <a:lstStyle/>
        <a:p>
          <a:pPr algn="ctr"/>
          <a:endParaRPr lang="en-US" sz="2000" noProof="0"/>
        </a:p>
      </dgm:t>
    </dgm:pt>
    <dgm:pt modelId="{5AD51844-7667-449C-B04B-2A3775799BFF}">
      <dgm:prSet custT="1"/>
      <dgm:spPr>
        <a:solidFill>
          <a:srgbClr val="92D050"/>
        </a:solidFill>
        <a:ln>
          <a:solidFill>
            <a:schemeClr val="tx1"/>
          </a:solidFill>
        </a:ln>
      </dgm:spPr>
      <dgm:t>
        <a:bodyPr/>
        <a:lstStyle/>
        <a:p>
          <a:pPr algn="ctr"/>
          <a:r>
            <a:rPr lang="en-US" sz="1400" noProof="0" dirty="0"/>
            <a:t>Business Project</a:t>
          </a:r>
        </a:p>
      </dgm:t>
    </dgm:pt>
    <dgm:pt modelId="{FD7AA57F-CF0E-42DE-A55F-2EC78B30B05B}" type="parTrans" cxnId="{A25C5321-2397-436D-96DF-6B1391C6D905}">
      <dgm:prSet/>
      <dgm:spPr/>
      <dgm:t>
        <a:bodyPr/>
        <a:lstStyle/>
        <a:p>
          <a:pPr algn="ctr"/>
          <a:endParaRPr lang="en-US" sz="2000" noProof="0"/>
        </a:p>
      </dgm:t>
    </dgm:pt>
    <dgm:pt modelId="{6896A8BC-4889-4D51-8FB9-9AB4779A3BA7}" type="sibTrans" cxnId="{A25C5321-2397-436D-96DF-6B1391C6D905}">
      <dgm:prSet/>
      <dgm:spPr/>
      <dgm:t>
        <a:bodyPr/>
        <a:lstStyle/>
        <a:p>
          <a:pPr algn="ctr"/>
          <a:endParaRPr lang="en-US" sz="2000" noProof="0"/>
        </a:p>
      </dgm:t>
    </dgm:pt>
    <dgm:pt modelId="{CDA72991-8516-4F67-9D7F-C6CEFB219E63}">
      <dgm:prSet custT="1"/>
      <dgm:spPr>
        <a:solidFill>
          <a:srgbClr val="92D050"/>
        </a:solidFill>
        <a:ln>
          <a:solidFill>
            <a:schemeClr val="tx1"/>
          </a:solidFill>
        </a:ln>
      </dgm:spPr>
      <dgm:t>
        <a:bodyPr/>
        <a:lstStyle/>
        <a:p>
          <a:pPr algn="ctr"/>
          <a:r>
            <a:rPr lang="en-US" sz="1400" noProof="0" dirty="0"/>
            <a:t>Analysis</a:t>
          </a:r>
        </a:p>
      </dgm:t>
    </dgm:pt>
    <dgm:pt modelId="{D5FFA1D8-50D6-4A82-87E7-058D5B4962E6}" type="parTrans" cxnId="{D68E4CA5-2615-45AA-BC48-8892261A331E}">
      <dgm:prSet/>
      <dgm:spPr/>
      <dgm:t>
        <a:bodyPr/>
        <a:lstStyle/>
        <a:p>
          <a:pPr algn="ctr"/>
          <a:endParaRPr lang="en-US" sz="2000" noProof="0"/>
        </a:p>
      </dgm:t>
    </dgm:pt>
    <dgm:pt modelId="{977A6F70-64D1-479E-B160-4BA6F04720C2}" type="sibTrans" cxnId="{D68E4CA5-2615-45AA-BC48-8892261A331E}">
      <dgm:prSet/>
      <dgm:spPr/>
      <dgm:t>
        <a:bodyPr/>
        <a:lstStyle/>
        <a:p>
          <a:pPr algn="ctr"/>
          <a:endParaRPr lang="en-US" sz="2000" noProof="0"/>
        </a:p>
      </dgm:t>
    </dgm:pt>
    <dgm:pt modelId="{5BFFD63B-5511-492C-9222-0156EFC4526B}">
      <dgm:prSet custT="1"/>
      <dgm:spPr>
        <a:solidFill>
          <a:srgbClr val="92D050"/>
        </a:solidFill>
      </dgm:spPr>
      <dgm:t>
        <a:bodyPr/>
        <a:lstStyle/>
        <a:p>
          <a:pPr algn="ctr"/>
          <a:r>
            <a:rPr lang="en-US" sz="1400" noProof="0" dirty="0"/>
            <a:t>Technology Deployment</a:t>
          </a:r>
        </a:p>
      </dgm:t>
    </dgm:pt>
    <dgm:pt modelId="{937CFD05-A419-45AA-A7A7-87FA7D9DF5E4}" type="parTrans" cxnId="{1D22AAAC-4B45-48C9-84FC-690C449BA89D}">
      <dgm:prSet/>
      <dgm:spPr/>
      <dgm:t>
        <a:bodyPr/>
        <a:lstStyle/>
        <a:p>
          <a:pPr algn="ctr"/>
          <a:endParaRPr lang="en-US" sz="2000" noProof="0"/>
        </a:p>
      </dgm:t>
    </dgm:pt>
    <dgm:pt modelId="{D2D278E8-783F-4750-A634-8BB5EBBA1118}" type="sibTrans" cxnId="{1D22AAAC-4B45-48C9-84FC-690C449BA89D}">
      <dgm:prSet/>
      <dgm:spPr/>
      <dgm:t>
        <a:bodyPr/>
        <a:lstStyle/>
        <a:p>
          <a:pPr algn="ctr"/>
          <a:endParaRPr lang="en-US" sz="2000" noProof="0"/>
        </a:p>
      </dgm:t>
    </dgm:pt>
    <dgm:pt modelId="{1EC7473E-C38C-43F4-A078-4BF3B05DD0C5}">
      <dgm:prSet custT="1"/>
      <dgm:spPr/>
      <dgm:t>
        <a:bodyPr/>
        <a:lstStyle/>
        <a:p>
          <a:pPr algn="ctr"/>
          <a:r>
            <a:rPr lang="en-US" sz="1400" noProof="0" dirty="0"/>
            <a:t>Mobile</a:t>
          </a:r>
        </a:p>
      </dgm:t>
    </dgm:pt>
    <dgm:pt modelId="{EAF9F797-4D5F-4B10-AFEF-CA31E8649317}" type="parTrans" cxnId="{02CE8D8E-E5C8-496B-98D2-6E8E867ECC46}">
      <dgm:prSet/>
      <dgm:spPr/>
      <dgm:t>
        <a:bodyPr/>
        <a:lstStyle/>
        <a:p>
          <a:pPr algn="ctr"/>
          <a:endParaRPr lang="en-US" sz="2000" noProof="0"/>
        </a:p>
      </dgm:t>
    </dgm:pt>
    <dgm:pt modelId="{39576AED-5FE2-48F6-9A6D-F66F2094B208}" type="sibTrans" cxnId="{02CE8D8E-E5C8-496B-98D2-6E8E867ECC46}">
      <dgm:prSet/>
      <dgm:spPr/>
      <dgm:t>
        <a:bodyPr/>
        <a:lstStyle/>
        <a:p>
          <a:pPr algn="ctr"/>
          <a:endParaRPr lang="en-US" sz="2000" noProof="0"/>
        </a:p>
      </dgm:t>
    </dgm:pt>
    <dgm:pt modelId="{6571645B-0BBE-4CD7-BA5A-7144F7D8C054}">
      <dgm:prSet custT="1"/>
      <dgm:spPr>
        <a:solidFill>
          <a:schemeClr val="bg1"/>
        </a:solidFill>
      </dgm:spPr>
      <dgm:t>
        <a:bodyPr/>
        <a:lstStyle/>
        <a:p>
          <a:pPr algn="ctr"/>
          <a:r>
            <a:rPr lang="en-US" sz="1400" noProof="0" dirty="0"/>
            <a:t>LAN/ Clients/EUC</a:t>
          </a:r>
        </a:p>
      </dgm:t>
    </dgm:pt>
    <dgm:pt modelId="{5776B918-55DA-4C8E-B26D-7AAC670C5996}" type="parTrans" cxnId="{E5EA43C2-879E-41FF-8B34-F36E6B7FF872}">
      <dgm:prSet/>
      <dgm:spPr/>
      <dgm:t>
        <a:bodyPr/>
        <a:lstStyle/>
        <a:p>
          <a:pPr algn="ctr"/>
          <a:endParaRPr lang="en-US" sz="2000" noProof="0"/>
        </a:p>
      </dgm:t>
    </dgm:pt>
    <dgm:pt modelId="{E9BBE097-0F9A-4E77-B078-800EE8F7C4A5}" type="sibTrans" cxnId="{E5EA43C2-879E-41FF-8B34-F36E6B7FF872}">
      <dgm:prSet/>
      <dgm:spPr/>
      <dgm:t>
        <a:bodyPr/>
        <a:lstStyle/>
        <a:p>
          <a:pPr algn="ctr"/>
          <a:endParaRPr lang="en-US" sz="2000" noProof="0"/>
        </a:p>
      </dgm:t>
    </dgm:pt>
    <dgm:pt modelId="{D207AA23-E1E9-4664-8694-657CBE7F5113}">
      <dgm:prSet custT="1"/>
      <dgm:spPr>
        <a:solidFill>
          <a:srgbClr val="92D050"/>
        </a:solidFill>
      </dgm:spPr>
      <dgm:t>
        <a:bodyPr/>
        <a:lstStyle/>
        <a:p>
          <a:pPr algn="ctr"/>
          <a:r>
            <a:rPr lang="en-US" sz="1400" noProof="0" dirty="0"/>
            <a:t>Servers </a:t>
          </a:r>
        </a:p>
      </dgm:t>
    </dgm:pt>
    <dgm:pt modelId="{2B811217-D6E1-4007-B8B1-74F71399FCBC}" type="parTrans" cxnId="{9DE396B4-3663-4EB0-BC77-41DA68116E8E}">
      <dgm:prSet/>
      <dgm:spPr/>
      <dgm:t>
        <a:bodyPr/>
        <a:lstStyle/>
        <a:p>
          <a:pPr algn="ctr"/>
          <a:endParaRPr lang="en-US" sz="2000" noProof="0"/>
        </a:p>
      </dgm:t>
    </dgm:pt>
    <dgm:pt modelId="{FD6F05A3-C7FA-425C-9D87-0A61C97921D3}" type="sibTrans" cxnId="{9DE396B4-3663-4EB0-BC77-41DA68116E8E}">
      <dgm:prSet/>
      <dgm:spPr/>
      <dgm:t>
        <a:bodyPr/>
        <a:lstStyle/>
        <a:p>
          <a:pPr algn="ctr"/>
          <a:endParaRPr lang="en-US" sz="2000" noProof="0"/>
        </a:p>
      </dgm:t>
    </dgm:pt>
    <dgm:pt modelId="{4BAE13AE-39F3-416E-8744-CFDB4B732C07}">
      <dgm:prSet custT="1"/>
      <dgm:spPr>
        <a:solidFill>
          <a:schemeClr val="bg1"/>
        </a:solidFill>
        <a:ln>
          <a:solidFill>
            <a:schemeClr val="tx1"/>
          </a:solidFill>
        </a:ln>
      </dgm:spPr>
      <dgm:t>
        <a:bodyPr/>
        <a:lstStyle/>
        <a:p>
          <a:pPr algn="ctr"/>
          <a:r>
            <a:rPr lang="en-US" sz="1400" noProof="0" dirty="0"/>
            <a:t>Education/ change</a:t>
          </a:r>
        </a:p>
      </dgm:t>
    </dgm:pt>
    <dgm:pt modelId="{1699D3DA-29B7-417B-98A4-5CC0FE236955}" type="parTrans" cxnId="{A671590E-F926-4AF6-91E1-AD9336EC2F46}">
      <dgm:prSet/>
      <dgm:spPr/>
      <dgm:t>
        <a:bodyPr/>
        <a:lstStyle/>
        <a:p>
          <a:pPr algn="ctr"/>
          <a:endParaRPr lang="en-US" sz="2000" noProof="0"/>
        </a:p>
      </dgm:t>
    </dgm:pt>
    <dgm:pt modelId="{306B415E-C390-4DDC-82B2-649369D5F815}" type="sibTrans" cxnId="{A671590E-F926-4AF6-91E1-AD9336EC2F46}">
      <dgm:prSet/>
      <dgm:spPr/>
      <dgm:t>
        <a:bodyPr/>
        <a:lstStyle/>
        <a:p>
          <a:pPr algn="ctr"/>
          <a:endParaRPr lang="en-US" sz="2000" noProof="0"/>
        </a:p>
      </dgm:t>
    </dgm:pt>
    <dgm:pt modelId="{851C9D6E-AC63-4942-A4BE-E6721A22670E}">
      <dgm:prSet custT="1"/>
      <dgm:spPr>
        <a:solidFill>
          <a:schemeClr val="bg1">
            <a:lumMod val="85000"/>
          </a:schemeClr>
        </a:solidFill>
      </dgm:spPr>
      <dgm:t>
        <a:bodyPr/>
        <a:lstStyle/>
        <a:p>
          <a:pPr algn="ctr"/>
          <a:r>
            <a:rPr lang="en-US" sz="1400" noProof="0" dirty="0"/>
            <a:t>User Test</a:t>
          </a:r>
        </a:p>
      </dgm:t>
    </dgm:pt>
    <dgm:pt modelId="{93FA9CFA-3713-4C93-B0FB-EB826ABE93C4}" type="parTrans" cxnId="{8E3F17B4-7549-4018-A69F-1C6BCD1662C9}">
      <dgm:prSet/>
      <dgm:spPr/>
      <dgm:t>
        <a:bodyPr/>
        <a:lstStyle/>
        <a:p>
          <a:endParaRPr lang="en-US" sz="2000" noProof="0"/>
        </a:p>
      </dgm:t>
    </dgm:pt>
    <dgm:pt modelId="{E67CB3FC-871F-48D3-8F22-E65AC355491E}" type="sibTrans" cxnId="{8E3F17B4-7549-4018-A69F-1C6BCD1662C9}">
      <dgm:prSet/>
      <dgm:spPr/>
      <dgm:t>
        <a:bodyPr/>
        <a:lstStyle/>
        <a:p>
          <a:endParaRPr lang="en-US" sz="2000" noProof="0"/>
        </a:p>
      </dgm:t>
    </dgm:pt>
    <dgm:pt modelId="{9C8FF474-B8E2-44A7-A2AD-9A703BBB6D91}">
      <dgm:prSet custT="1"/>
      <dgm:spPr>
        <a:solidFill>
          <a:srgbClr val="92D050"/>
        </a:solidFill>
      </dgm:spPr>
      <dgm:t>
        <a:bodyPr/>
        <a:lstStyle/>
        <a:p>
          <a:pPr algn="ctr"/>
          <a:r>
            <a:rPr lang="en-US" sz="1400" noProof="0" dirty="0"/>
            <a:t>Software  platforms</a:t>
          </a:r>
        </a:p>
      </dgm:t>
    </dgm:pt>
    <dgm:pt modelId="{0B37D1B5-1459-47BD-A177-28D2DF664D5E}" type="parTrans" cxnId="{2140F080-129D-4C86-8218-197CD091D2D8}">
      <dgm:prSet/>
      <dgm:spPr/>
      <dgm:t>
        <a:bodyPr/>
        <a:lstStyle/>
        <a:p>
          <a:endParaRPr lang="it-IT" sz="1600"/>
        </a:p>
      </dgm:t>
    </dgm:pt>
    <dgm:pt modelId="{5C3CF336-0E4B-44FD-80DC-25C0BADB1907}" type="sibTrans" cxnId="{2140F080-129D-4C86-8218-197CD091D2D8}">
      <dgm:prSet/>
      <dgm:spPr/>
      <dgm:t>
        <a:bodyPr/>
        <a:lstStyle/>
        <a:p>
          <a:endParaRPr lang="it-IT" sz="1600"/>
        </a:p>
      </dgm:t>
    </dgm:pt>
    <dgm:pt modelId="{0D2E9F3E-3934-453E-AA19-8E3608548189}">
      <dgm:prSet custT="1"/>
      <dgm:spPr>
        <a:solidFill>
          <a:schemeClr val="bg1"/>
        </a:solidFill>
      </dgm:spPr>
      <dgm:t>
        <a:bodyPr/>
        <a:lstStyle/>
        <a:p>
          <a:pPr algn="ctr"/>
          <a:r>
            <a:rPr lang="en-US" sz="1400" noProof="0" dirty="0"/>
            <a:t>Cloud services  </a:t>
          </a:r>
        </a:p>
      </dgm:t>
    </dgm:pt>
    <dgm:pt modelId="{DC618EE1-3F12-48C2-BED0-11FE9201DC61}" type="parTrans" cxnId="{4C110345-85EA-4884-9090-3DE9653BB6A6}">
      <dgm:prSet/>
      <dgm:spPr/>
      <dgm:t>
        <a:bodyPr/>
        <a:lstStyle/>
        <a:p>
          <a:endParaRPr lang="it-IT" sz="1600"/>
        </a:p>
      </dgm:t>
    </dgm:pt>
    <dgm:pt modelId="{2F8E2578-FDD3-41A6-AB6F-7E0B18A2760E}" type="sibTrans" cxnId="{4C110345-85EA-4884-9090-3DE9653BB6A6}">
      <dgm:prSet/>
      <dgm:spPr/>
      <dgm:t>
        <a:bodyPr/>
        <a:lstStyle/>
        <a:p>
          <a:endParaRPr lang="it-IT" sz="160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5020A7F2-D507-45EE-A895-2DBC7AC3D771}" type="pres">
      <dgm:prSet presAssocID="{780E2C17-7959-4BE4-B5B9-2AF6E7CE28C3}" presName="hierRoot1" presStyleCnt="0">
        <dgm:presLayoutVars>
          <dgm:hierBranch val="init"/>
        </dgm:presLayoutVars>
      </dgm:prSet>
      <dgm:spPr/>
    </dgm:pt>
    <dgm:pt modelId="{D4982AEC-E392-43FF-B1E6-76981C7F4526}" type="pres">
      <dgm:prSet presAssocID="{780E2C17-7959-4BE4-B5B9-2AF6E7CE28C3}" presName="rootComposite1" presStyleCnt="0"/>
      <dgm:spPr/>
    </dgm:pt>
    <dgm:pt modelId="{B66FDA53-52AD-4777-B131-E6DE4E566FE1}" type="pres">
      <dgm:prSet presAssocID="{780E2C17-7959-4BE4-B5B9-2AF6E7CE28C3}" presName="rootText1" presStyleLbl="node0" presStyleIdx="0" presStyleCnt="1">
        <dgm:presLayoutVars>
          <dgm:chPref val="3"/>
        </dgm:presLayoutVars>
      </dgm:prSet>
      <dgm:spPr/>
    </dgm:pt>
    <dgm:pt modelId="{CC9F5843-D328-475A-834D-68A4E455C29F}" type="pres">
      <dgm:prSet presAssocID="{780E2C17-7959-4BE4-B5B9-2AF6E7CE28C3}" presName="rootConnector1" presStyleLbl="node1" presStyleIdx="0" presStyleCnt="0"/>
      <dgm:spPr/>
    </dgm:pt>
    <dgm:pt modelId="{CC41FF8D-2066-47C2-B982-E49AEB8BA42A}" type="pres">
      <dgm:prSet presAssocID="{780E2C17-7959-4BE4-B5B9-2AF6E7CE28C3}" presName="hierChild2" presStyleCnt="0"/>
      <dgm:spPr/>
    </dgm:pt>
    <dgm:pt modelId="{31CF9883-6932-443B-BE67-EA6070F735FC}" type="pres">
      <dgm:prSet presAssocID="{81AD3CE4-69FA-4B9E-BB3B-4FF1EB31E2BF}" presName="Name37" presStyleLbl="parChTrans1D2" presStyleIdx="0" presStyleCnt="4"/>
      <dgm:spPr/>
    </dgm:pt>
    <dgm:pt modelId="{13ADB56E-8FDF-491C-8B29-1722087AD486}" type="pres">
      <dgm:prSet presAssocID="{82515DFC-9938-4C9D-833B-D7B6FE74F3D6}" presName="hierRoot2" presStyleCnt="0">
        <dgm:presLayoutVars>
          <dgm:hierBranch val="init"/>
        </dgm:presLayoutVars>
      </dgm:prSet>
      <dgm:spPr/>
    </dgm:pt>
    <dgm:pt modelId="{0985C86D-1B69-41D2-8B15-597C53B6120C}" type="pres">
      <dgm:prSet presAssocID="{82515DFC-9938-4C9D-833B-D7B6FE74F3D6}" presName="rootComposite" presStyleCnt="0"/>
      <dgm:spPr/>
    </dgm:pt>
    <dgm:pt modelId="{B36F738C-DABB-499F-A586-6245E56F73A4}" type="pres">
      <dgm:prSet presAssocID="{82515DFC-9938-4C9D-833B-D7B6FE74F3D6}" presName="rootText" presStyleLbl="node2" presStyleIdx="0" presStyleCnt="4" custLinFactNeighborX="-2748">
        <dgm:presLayoutVars>
          <dgm:chPref val="3"/>
        </dgm:presLayoutVars>
      </dgm:prSet>
      <dgm:spPr/>
    </dgm:pt>
    <dgm:pt modelId="{14012CE9-2525-49DB-825E-72030D160490}" type="pres">
      <dgm:prSet presAssocID="{82515DFC-9938-4C9D-833B-D7B6FE74F3D6}" presName="rootConnector" presStyleLbl="node2" presStyleIdx="0" presStyleCnt="4"/>
      <dgm:spPr/>
    </dgm:pt>
    <dgm:pt modelId="{342643D6-E3A6-4A57-B9DD-0781D8759EFC}" type="pres">
      <dgm:prSet presAssocID="{82515DFC-9938-4C9D-833B-D7B6FE74F3D6}" presName="hierChild4" presStyleCnt="0"/>
      <dgm:spPr/>
    </dgm:pt>
    <dgm:pt modelId="{0DD17146-0F29-4885-9376-8A5705D23D4E}" type="pres">
      <dgm:prSet presAssocID="{82515DFC-9938-4C9D-833B-D7B6FE74F3D6}" presName="hierChild5" presStyleCnt="0"/>
      <dgm:spPr/>
    </dgm:pt>
    <dgm:pt modelId="{7B5206AE-36DB-43EE-84F3-AFB823AA6253}" type="pres">
      <dgm:prSet presAssocID="{111B3508-DF67-4D45-82A6-7B60B4D41864}" presName="Name37" presStyleLbl="parChTrans1D2" presStyleIdx="1" presStyleCnt="4"/>
      <dgm:spPr/>
    </dgm:pt>
    <dgm:pt modelId="{EA46275C-D34E-4970-A919-7FB5FB0D832D}" type="pres">
      <dgm:prSet presAssocID="{22AAB52A-F50E-450E-A45B-AA76C6E60155}" presName="hierRoot2" presStyleCnt="0">
        <dgm:presLayoutVars>
          <dgm:hierBranch val="hang"/>
        </dgm:presLayoutVars>
      </dgm:prSet>
      <dgm:spPr/>
    </dgm:pt>
    <dgm:pt modelId="{33111035-7874-44A3-98C1-D4AC0AF8792D}" type="pres">
      <dgm:prSet presAssocID="{22AAB52A-F50E-450E-A45B-AA76C6E60155}" presName="rootComposite" presStyleCnt="0"/>
      <dgm:spPr/>
    </dgm:pt>
    <dgm:pt modelId="{BE33DF6D-96DD-447A-A304-E5B66ED4DEA0}" type="pres">
      <dgm:prSet presAssocID="{22AAB52A-F50E-450E-A45B-AA76C6E60155}" presName="rootText" presStyleLbl="node2" presStyleIdx="1" presStyleCnt="4">
        <dgm:presLayoutVars>
          <dgm:chPref val="3"/>
        </dgm:presLayoutVars>
      </dgm:prSet>
      <dgm:spPr/>
    </dgm:pt>
    <dgm:pt modelId="{609F4C0D-78CC-42E2-8EC6-ACCF5277829F}" type="pres">
      <dgm:prSet presAssocID="{22AAB52A-F50E-450E-A45B-AA76C6E60155}" presName="rootConnector" presStyleLbl="node2" presStyleIdx="1" presStyleCnt="4"/>
      <dgm:spPr/>
    </dgm:pt>
    <dgm:pt modelId="{21DB5F9D-117E-4396-A921-BD0D18829365}" type="pres">
      <dgm:prSet presAssocID="{22AAB52A-F50E-450E-A45B-AA76C6E60155}" presName="hierChild4" presStyleCnt="0"/>
      <dgm:spPr/>
    </dgm:pt>
    <dgm:pt modelId="{DBFAA4B1-5E18-4F52-8331-43C80B4BAD10}" type="pres">
      <dgm:prSet presAssocID="{98E64B81-CF24-49AB-A88A-228C9A8CA780}" presName="Name48" presStyleLbl="parChTrans1D3" presStyleIdx="0" presStyleCnt="11"/>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3" presStyleIdx="0" presStyleCnt="11" custLinFactNeighborX="-2748">
        <dgm:presLayoutVars>
          <dgm:chPref val="3"/>
        </dgm:presLayoutVars>
      </dgm:prSet>
      <dgm:spPr/>
    </dgm:pt>
    <dgm:pt modelId="{1F827E1E-DE28-4629-93A9-7862FAB5F676}" type="pres">
      <dgm:prSet presAssocID="{8423AC5B-65BB-44BA-85C8-B8F2C1D799F9}" presName="rootConnector" presStyleLbl="node3" presStyleIdx="0" presStyleCnt="11"/>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6EA04B9E-A781-425B-B36A-F2E0C3396A0F}" type="pres">
      <dgm:prSet presAssocID="{9B6515FC-BAB6-49BD-B614-8D99B5FBDBDE}" presName="Name48" presStyleLbl="parChTrans1D3" presStyleIdx="1" presStyleCnt="11"/>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3" presStyleIdx="1" presStyleCnt="11">
        <dgm:presLayoutVars>
          <dgm:chPref val="3"/>
        </dgm:presLayoutVars>
      </dgm:prSet>
      <dgm:spPr/>
    </dgm:pt>
    <dgm:pt modelId="{E2521828-141C-4DD9-A0FF-550F879D8B65}" type="pres">
      <dgm:prSet presAssocID="{1C76DC10-B192-4CB8-BDD4-43D705326175}" presName="rootConnector" presStyleLbl="node3" presStyleIdx="1" presStyleCnt="11"/>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F4168C62-4C73-4FEA-B525-828302C7EE80}" type="pres">
      <dgm:prSet presAssocID="{8A2823D3-0319-40D7-99A2-677B9C1E7C97}" presName="Name48" presStyleLbl="parChTrans1D3" presStyleIdx="2" presStyleCnt="11"/>
      <dgm:spPr/>
    </dgm:pt>
    <dgm:pt modelId="{BAACD408-B096-4219-B995-CBE13FEF9E0C}" type="pres">
      <dgm:prSet presAssocID="{78C4697E-42E3-4CD6-8626-1B95ABCFBAEE}" presName="hierRoot2" presStyleCnt="0">
        <dgm:presLayoutVars>
          <dgm:hierBranch val="init"/>
        </dgm:presLayoutVars>
      </dgm:prSet>
      <dgm:spPr/>
    </dgm:pt>
    <dgm:pt modelId="{7C76DD35-9C28-4088-8305-CB44319A8F6B}" type="pres">
      <dgm:prSet presAssocID="{78C4697E-42E3-4CD6-8626-1B95ABCFBAEE}" presName="rootComposite" presStyleCnt="0"/>
      <dgm:spPr/>
    </dgm:pt>
    <dgm:pt modelId="{2A5F8A13-F793-4295-A576-C273F1E67E53}" type="pres">
      <dgm:prSet presAssocID="{78C4697E-42E3-4CD6-8626-1B95ABCFBAEE}" presName="rootText" presStyleLbl="node3" presStyleIdx="2" presStyleCnt="11">
        <dgm:presLayoutVars>
          <dgm:chPref val="3"/>
        </dgm:presLayoutVars>
      </dgm:prSet>
      <dgm:spPr/>
    </dgm:pt>
    <dgm:pt modelId="{DF2A5A38-E9AD-4E0D-8664-8243B6A76EE9}" type="pres">
      <dgm:prSet presAssocID="{78C4697E-42E3-4CD6-8626-1B95ABCFBAEE}" presName="rootConnector" presStyleLbl="node3" presStyleIdx="2" presStyleCnt="11"/>
      <dgm:spPr/>
    </dgm:pt>
    <dgm:pt modelId="{25DCDDB0-7223-429E-8111-32F0DC3DFAA9}" type="pres">
      <dgm:prSet presAssocID="{78C4697E-42E3-4CD6-8626-1B95ABCFBAEE}" presName="hierChild4" presStyleCnt="0"/>
      <dgm:spPr/>
    </dgm:pt>
    <dgm:pt modelId="{91C4CFE2-D764-43CD-B65A-522F70B2D2C2}" type="pres">
      <dgm:prSet presAssocID="{78C4697E-42E3-4CD6-8626-1B95ABCFBAEE}" presName="hierChild5" presStyleCnt="0"/>
      <dgm:spPr/>
    </dgm:pt>
    <dgm:pt modelId="{EFAB8F0C-B50C-4110-92BD-83EFA04F2A3D}" type="pres">
      <dgm:prSet presAssocID="{93FA9CFA-3713-4C93-B0FB-EB826ABE93C4}" presName="Name48" presStyleLbl="parChTrans1D3" presStyleIdx="3" presStyleCnt="11"/>
      <dgm:spPr/>
    </dgm:pt>
    <dgm:pt modelId="{A5B3533E-C7CF-46F3-81CA-B527422E6570}" type="pres">
      <dgm:prSet presAssocID="{851C9D6E-AC63-4942-A4BE-E6721A22670E}" presName="hierRoot2" presStyleCnt="0">
        <dgm:presLayoutVars>
          <dgm:hierBranch val="init"/>
        </dgm:presLayoutVars>
      </dgm:prSet>
      <dgm:spPr/>
    </dgm:pt>
    <dgm:pt modelId="{7D9836D0-FEAF-45C5-96B9-BF85B4C5E630}" type="pres">
      <dgm:prSet presAssocID="{851C9D6E-AC63-4942-A4BE-E6721A22670E}" presName="rootComposite" presStyleCnt="0"/>
      <dgm:spPr/>
    </dgm:pt>
    <dgm:pt modelId="{2907B370-BA96-40F4-A66F-C111E7FDFAAE}" type="pres">
      <dgm:prSet presAssocID="{851C9D6E-AC63-4942-A4BE-E6721A22670E}" presName="rootText" presStyleLbl="node3" presStyleIdx="3" presStyleCnt="11">
        <dgm:presLayoutVars>
          <dgm:chPref val="3"/>
        </dgm:presLayoutVars>
      </dgm:prSet>
      <dgm:spPr/>
    </dgm:pt>
    <dgm:pt modelId="{10E23348-0F19-4FD3-A71D-F48223639FF9}" type="pres">
      <dgm:prSet presAssocID="{851C9D6E-AC63-4942-A4BE-E6721A22670E}" presName="rootConnector" presStyleLbl="node3" presStyleIdx="3" presStyleCnt="11"/>
      <dgm:spPr/>
    </dgm:pt>
    <dgm:pt modelId="{3D69BB98-EFF5-452C-9AC5-11BC881590C9}" type="pres">
      <dgm:prSet presAssocID="{851C9D6E-AC63-4942-A4BE-E6721A22670E}" presName="hierChild4" presStyleCnt="0"/>
      <dgm:spPr/>
    </dgm:pt>
    <dgm:pt modelId="{7F0430B4-7899-4BA1-A17D-366D05A80803}" type="pres">
      <dgm:prSet presAssocID="{851C9D6E-AC63-4942-A4BE-E6721A22670E}" presName="hierChild5" presStyleCnt="0"/>
      <dgm:spPr/>
    </dgm:pt>
    <dgm:pt modelId="{97D7E093-B9EA-413B-A30F-D5DDB8799B63}" type="pres">
      <dgm:prSet presAssocID="{22AAB52A-F50E-450E-A45B-AA76C6E60155}" presName="hierChild5" presStyleCnt="0"/>
      <dgm:spPr/>
    </dgm:pt>
    <dgm:pt modelId="{DBB6250D-A994-4B68-83F5-3A299E01BCF0}" type="pres">
      <dgm:prSet presAssocID="{FD7AA57F-CF0E-42DE-A55F-2EC78B30B05B}" presName="Name37" presStyleLbl="parChTrans1D2" presStyleIdx="2" presStyleCnt="4"/>
      <dgm:spPr/>
    </dgm:pt>
    <dgm:pt modelId="{7C3751AC-154A-4B83-86C4-3179D2CC195A}" type="pres">
      <dgm:prSet presAssocID="{5AD51844-7667-449C-B04B-2A3775799BFF}" presName="hierRoot2" presStyleCnt="0">
        <dgm:presLayoutVars>
          <dgm:hierBranch val="init"/>
        </dgm:presLayoutVars>
      </dgm:prSet>
      <dgm:spPr/>
    </dgm:pt>
    <dgm:pt modelId="{46E2E3C6-D8C5-40B9-98A1-533B92BF7BB4}" type="pres">
      <dgm:prSet presAssocID="{5AD51844-7667-449C-B04B-2A3775799BFF}" presName="rootComposite" presStyleCnt="0"/>
      <dgm:spPr/>
    </dgm:pt>
    <dgm:pt modelId="{143639B3-181C-491B-A515-4BAB93604BCB}" type="pres">
      <dgm:prSet presAssocID="{5AD51844-7667-449C-B04B-2A3775799BFF}" presName="rootText" presStyleLbl="node2" presStyleIdx="2" presStyleCnt="4" custLinFactNeighborX="422" custLinFactNeighborY="-693">
        <dgm:presLayoutVars>
          <dgm:chPref val="3"/>
        </dgm:presLayoutVars>
      </dgm:prSet>
      <dgm:spPr/>
    </dgm:pt>
    <dgm:pt modelId="{F76DCC48-5560-4BD5-AD58-0C6CED22E5B3}" type="pres">
      <dgm:prSet presAssocID="{5AD51844-7667-449C-B04B-2A3775799BFF}" presName="rootConnector" presStyleLbl="node2" presStyleIdx="2" presStyleCnt="4"/>
      <dgm:spPr/>
    </dgm:pt>
    <dgm:pt modelId="{54D71075-D9F2-4A86-BAD0-9859B2512DDE}" type="pres">
      <dgm:prSet presAssocID="{5AD51844-7667-449C-B04B-2A3775799BFF}" presName="hierChild4" presStyleCnt="0"/>
      <dgm:spPr/>
    </dgm:pt>
    <dgm:pt modelId="{ED858471-3416-48AF-94C0-257C660D6C30}" type="pres">
      <dgm:prSet presAssocID="{D5FFA1D8-50D6-4A82-87E7-058D5B4962E6}" presName="Name37" presStyleLbl="parChTrans1D3" presStyleIdx="4" presStyleCnt="11"/>
      <dgm:spPr/>
    </dgm:pt>
    <dgm:pt modelId="{81F929DC-36A8-4ACF-8D49-7570E547CB89}" type="pres">
      <dgm:prSet presAssocID="{CDA72991-8516-4F67-9D7F-C6CEFB219E63}" presName="hierRoot2" presStyleCnt="0">
        <dgm:presLayoutVars>
          <dgm:hierBranch val="init"/>
        </dgm:presLayoutVars>
      </dgm:prSet>
      <dgm:spPr/>
    </dgm:pt>
    <dgm:pt modelId="{A78C8B0B-8569-41EB-ACA9-0A7D6C75355C}" type="pres">
      <dgm:prSet presAssocID="{CDA72991-8516-4F67-9D7F-C6CEFB219E63}" presName="rootComposite" presStyleCnt="0"/>
      <dgm:spPr/>
    </dgm:pt>
    <dgm:pt modelId="{30523AB1-C99C-444B-AA4F-1E73092027E9}" type="pres">
      <dgm:prSet presAssocID="{CDA72991-8516-4F67-9D7F-C6CEFB219E63}" presName="rootText" presStyleLbl="node3" presStyleIdx="4" presStyleCnt="11">
        <dgm:presLayoutVars>
          <dgm:chPref val="3"/>
        </dgm:presLayoutVars>
      </dgm:prSet>
      <dgm:spPr/>
    </dgm:pt>
    <dgm:pt modelId="{D5FDDBA5-CDD5-4793-84B5-CD9B98911702}" type="pres">
      <dgm:prSet presAssocID="{CDA72991-8516-4F67-9D7F-C6CEFB219E63}" presName="rootConnector" presStyleLbl="node3" presStyleIdx="4" presStyleCnt="11"/>
      <dgm:spPr/>
    </dgm:pt>
    <dgm:pt modelId="{590501E3-6000-4C9A-99FD-C032933B1059}" type="pres">
      <dgm:prSet presAssocID="{CDA72991-8516-4F67-9D7F-C6CEFB219E63}" presName="hierChild4" presStyleCnt="0"/>
      <dgm:spPr/>
    </dgm:pt>
    <dgm:pt modelId="{E2237E00-27D8-48FE-921B-A3E617074DE2}" type="pres">
      <dgm:prSet presAssocID="{CDA72991-8516-4F67-9D7F-C6CEFB219E63}" presName="hierChild5" presStyleCnt="0"/>
      <dgm:spPr/>
    </dgm:pt>
    <dgm:pt modelId="{FC66A192-41BF-4B05-9C2B-3184310FF5C6}" type="pres">
      <dgm:prSet presAssocID="{1699D3DA-29B7-417B-98A4-5CC0FE236955}" presName="Name37" presStyleLbl="parChTrans1D3" presStyleIdx="5" presStyleCnt="11"/>
      <dgm:spPr/>
    </dgm:pt>
    <dgm:pt modelId="{9DAC2D16-7E45-40EA-A631-ADEF7ACF9061}" type="pres">
      <dgm:prSet presAssocID="{4BAE13AE-39F3-416E-8744-CFDB4B732C07}" presName="hierRoot2" presStyleCnt="0">
        <dgm:presLayoutVars>
          <dgm:hierBranch val="init"/>
        </dgm:presLayoutVars>
      </dgm:prSet>
      <dgm:spPr/>
    </dgm:pt>
    <dgm:pt modelId="{B46A1F57-C788-4C8D-A2E5-6258F3978371}" type="pres">
      <dgm:prSet presAssocID="{4BAE13AE-39F3-416E-8744-CFDB4B732C07}" presName="rootComposite" presStyleCnt="0"/>
      <dgm:spPr/>
    </dgm:pt>
    <dgm:pt modelId="{72CEFB75-59D1-4656-8F8B-120522C92D35}" type="pres">
      <dgm:prSet presAssocID="{4BAE13AE-39F3-416E-8744-CFDB4B732C07}" presName="rootText" presStyleLbl="node3" presStyleIdx="5" presStyleCnt="11">
        <dgm:presLayoutVars>
          <dgm:chPref val="3"/>
        </dgm:presLayoutVars>
      </dgm:prSet>
      <dgm:spPr/>
    </dgm:pt>
    <dgm:pt modelId="{9403F216-2E13-4D0E-80E9-D493615283DE}" type="pres">
      <dgm:prSet presAssocID="{4BAE13AE-39F3-416E-8744-CFDB4B732C07}" presName="rootConnector" presStyleLbl="node3" presStyleIdx="5" presStyleCnt="11"/>
      <dgm:spPr/>
    </dgm:pt>
    <dgm:pt modelId="{7CEBB6BA-F632-432C-9EB0-7B69559DBB2F}" type="pres">
      <dgm:prSet presAssocID="{4BAE13AE-39F3-416E-8744-CFDB4B732C07}" presName="hierChild4" presStyleCnt="0"/>
      <dgm:spPr/>
    </dgm:pt>
    <dgm:pt modelId="{724760C5-47ED-4054-B00A-7E24FEBA4ACF}" type="pres">
      <dgm:prSet presAssocID="{4BAE13AE-39F3-416E-8744-CFDB4B732C07}" presName="hierChild5" presStyleCnt="0"/>
      <dgm:spPr/>
    </dgm:pt>
    <dgm:pt modelId="{E9CFFC85-30A2-4189-8956-70EF4403155E}" type="pres">
      <dgm:prSet presAssocID="{5AD51844-7667-449C-B04B-2A3775799BFF}" presName="hierChild5" presStyleCnt="0"/>
      <dgm:spPr/>
    </dgm:pt>
    <dgm:pt modelId="{06DDBB38-68F0-4317-9F77-306B5A4D0568}" type="pres">
      <dgm:prSet presAssocID="{937CFD05-A419-45AA-A7A7-87FA7D9DF5E4}" presName="Name37" presStyleLbl="parChTrans1D2" presStyleIdx="3" presStyleCnt="4"/>
      <dgm:spPr/>
    </dgm:pt>
    <dgm:pt modelId="{FCC89F73-75CB-4B04-8C24-E0C03F7FCC98}" type="pres">
      <dgm:prSet presAssocID="{5BFFD63B-5511-492C-9222-0156EFC4526B}" presName="hierRoot2" presStyleCnt="0">
        <dgm:presLayoutVars>
          <dgm:hierBranch val="hang"/>
        </dgm:presLayoutVars>
      </dgm:prSet>
      <dgm:spPr/>
    </dgm:pt>
    <dgm:pt modelId="{51303DA3-8908-436D-83CD-FD00C3ED8F56}" type="pres">
      <dgm:prSet presAssocID="{5BFFD63B-5511-492C-9222-0156EFC4526B}" presName="rootComposite" presStyleCnt="0"/>
      <dgm:spPr/>
    </dgm:pt>
    <dgm:pt modelId="{C1E13093-8BD2-473F-9131-948EED45B322}" type="pres">
      <dgm:prSet presAssocID="{5BFFD63B-5511-492C-9222-0156EFC4526B}" presName="rootText" presStyleLbl="node2" presStyleIdx="3" presStyleCnt="4">
        <dgm:presLayoutVars>
          <dgm:chPref val="3"/>
        </dgm:presLayoutVars>
      </dgm:prSet>
      <dgm:spPr/>
    </dgm:pt>
    <dgm:pt modelId="{5CC39CA2-13D2-4B46-934E-C03FE919297A}" type="pres">
      <dgm:prSet presAssocID="{5BFFD63B-5511-492C-9222-0156EFC4526B}" presName="rootConnector" presStyleLbl="node2" presStyleIdx="3" presStyleCnt="4"/>
      <dgm:spPr/>
    </dgm:pt>
    <dgm:pt modelId="{932F9BBB-7364-461A-88DE-5DC2C9AE7C59}" type="pres">
      <dgm:prSet presAssocID="{5BFFD63B-5511-492C-9222-0156EFC4526B}" presName="hierChild4" presStyleCnt="0"/>
      <dgm:spPr/>
    </dgm:pt>
    <dgm:pt modelId="{54004330-659C-421A-AA00-2A60A650D1AA}" type="pres">
      <dgm:prSet presAssocID="{EAF9F797-4D5F-4B10-AFEF-CA31E8649317}" presName="Name48" presStyleLbl="parChTrans1D3" presStyleIdx="6" presStyleCnt="11"/>
      <dgm:spPr/>
    </dgm:pt>
    <dgm:pt modelId="{16181FE0-8A53-4C08-BF65-5F964ADA93D5}" type="pres">
      <dgm:prSet presAssocID="{1EC7473E-C38C-43F4-A078-4BF3B05DD0C5}" presName="hierRoot2" presStyleCnt="0">
        <dgm:presLayoutVars>
          <dgm:hierBranch val="init"/>
        </dgm:presLayoutVars>
      </dgm:prSet>
      <dgm:spPr/>
    </dgm:pt>
    <dgm:pt modelId="{99625B65-92C7-4F58-A9CB-76B678225743}" type="pres">
      <dgm:prSet presAssocID="{1EC7473E-C38C-43F4-A078-4BF3B05DD0C5}" presName="rootComposite" presStyleCnt="0"/>
      <dgm:spPr/>
    </dgm:pt>
    <dgm:pt modelId="{71CFB7A4-87DA-4816-B7A4-500ED09ACC80}" type="pres">
      <dgm:prSet presAssocID="{1EC7473E-C38C-43F4-A078-4BF3B05DD0C5}" presName="rootText" presStyleLbl="node3" presStyleIdx="6" presStyleCnt="11">
        <dgm:presLayoutVars>
          <dgm:chPref val="3"/>
        </dgm:presLayoutVars>
      </dgm:prSet>
      <dgm:spPr/>
    </dgm:pt>
    <dgm:pt modelId="{B53B0E2E-0C65-44C5-B0FD-F7C54A95DCE9}" type="pres">
      <dgm:prSet presAssocID="{1EC7473E-C38C-43F4-A078-4BF3B05DD0C5}" presName="rootConnector" presStyleLbl="node3" presStyleIdx="6" presStyleCnt="11"/>
      <dgm:spPr/>
    </dgm:pt>
    <dgm:pt modelId="{158C8836-73E3-4330-BD57-40A5FB8B7D13}" type="pres">
      <dgm:prSet presAssocID="{1EC7473E-C38C-43F4-A078-4BF3B05DD0C5}" presName="hierChild4" presStyleCnt="0"/>
      <dgm:spPr/>
    </dgm:pt>
    <dgm:pt modelId="{A9099310-4F36-4C40-8C0A-94504608D6A4}" type="pres">
      <dgm:prSet presAssocID="{1EC7473E-C38C-43F4-A078-4BF3B05DD0C5}" presName="hierChild5" presStyleCnt="0"/>
      <dgm:spPr/>
    </dgm:pt>
    <dgm:pt modelId="{E6D3E7C7-5F9F-4403-A4C8-CCABCA206563}" type="pres">
      <dgm:prSet presAssocID="{5776B918-55DA-4C8E-B26D-7AAC670C5996}" presName="Name48" presStyleLbl="parChTrans1D3" presStyleIdx="7" presStyleCnt="11"/>
      <dgm:spPr/>
    </dgm:pt>
    <dgm:pt modelId="{20722B81-EAAC-4468-A8EC-1205D8353D67}" type="pres">
      <dgm:prSet presAssocID="{6571645B-0BBE-4CD7-BA5A-7144F7D8C054}" presName="hierRoot2" presStyleCnt="0">
        <dgm:presLayoutVars>
          <dgm:hierBranch val="init"/>
        </dgm:presLayoutVars>
      </dgm:prSet>
      <dgm:spPr/>
    </dgm:pt>
    <dgm:pt modelId="{0947A841-917C-4819-9955-66E1076B8159}" type="pres">
      <dgm:prSet presAssocID="{6571645B-0BBE-4CD7-BA5A-7144F7D8C054}" presName="rootComposite" presStyleCnt="0"/>
      <dgm:spPr/>
    </dgm:pt>
    <dgm:pt modelId="{EE5463CD-2007-41E8-A571-D5AD678DE2DA}" type="pres">
      <dgm:prSet presAssocID="{6571645B-0BBE-4CD7-BA5A-7144F7D8C054}" presName="rootText" presStyleLbl="node3" presStyleIdx="7" presStyleCnt="11">
        <dgm:presLayoutVars>
          <dgm:chPref val="3"/>
        </dgm:presLayoutVars>
      </dgm:prSet>
      <dgm:spPr/>
    </dgm:pt>
    <dgm:pt modelId="{47C6E814-4F2F-417A-8A11-D51E33E75DBC}" type="pres">
      <dgm:prSet presAssocID="{6571645B-0BBE-4CD7-BA5A-7144F7D8C054}" presName="rootConnector" presStyleLbl="node3" presStyleIdx="7" presStyleCnt="11"/>
      <dgm:spPr/>
    </dgm:pt>
    <dgm:pt modelId="{B33645CA-D93C-4663-BAB0-666B6DA1E7B0}" type="pres">
      <dgm:prSet presAssocID="{6571645B-0BBE-4CD7-BA5A-7144F7D8C054}" presName="hierChild4" presStyleCnt="0"/>
      <dgm:spPr/>
    </dgm:pt>
    <dgm:pt modelId="{31878899-4B56-4C7F-8016-4BD8794BA1B6}" type="pres">
      <dgm:prSet presAssocID="{6571645B-0BBE-4CD7-BA5A-7144F7D8C054}" presName="hierChild5" presStyleCnt="0"/>
      <dgm:spPr/>
    </dgm:pt>
    <dgm:pt modelId="{C8C37B1E-7897-4E09-B59D-DF81792129F6}" type="pres">
      <dgm:prSet presAssocID="{2B811217-D6E1-4007-B8B1-74F71399FCBC}" presName="Name48" presStyleLbl="parChTrans1D3" presStyleIdx="8" presStyleCnt="11"/>
      <dgm:spPr/>
    </dgm:pt>
    <dgm:pt modelId="{42D4D324-508C-4D7E-B150-8078DAC1CE38}" type="pres">
      <dgm:prSet presAssocID="{D207AA23-E1E9-4664-8694-657CBE7F5113}" presName="hierRoot2" presStyleCnt="0">
        <dgm:presLayoutVars>
          <dgm:hierBranch val="init"/>
        </dgm:presLayoutVars>
      </dgm:prSet>
      <dgm:spPr/>
    </dgm:pt>
    <dgm:pt modelId="{6CD8C304-11B9-4BF1-AEAB-608720262554}" type="pres">
      <dgm:prSet presAssocID="{D207AA23-E1E9-4664-8694-657CBE7F5113}" presName="rootComposite" presStyleCnt="0"/>
      <dgm:spPr/>
    </dgm:pt>
    <dgm:pt modelId="{1EDDC4A0-7BC2-483A-84BD-549CE25340AD}" type="pres">
      <dgm:prSet presAssocID="{D207AA23-E1E9-4664-8694-657CBE7F5113}" presName="rootText" presStyleLbl="node3" presStyleIdx="8" presStyleCnt="11">
        <dgm:presLayoutVars>
          <dgm:chPref val="3"/>
        </dgm:presLayoutVars>
      </dgm:prSet>
      <dgm:spPr/>
    </dgm:pt>
    <dgm:pt modelId="{23984141-AD1C-4E04-AE34-10AE7E9078D3}" type="pres">
      <dgm:prSet presAssocID="{D207AA23-E1E9-4664-8694-657CBE7F5113}" presName="rootConnector" presStyleLbl="node3" presStyleIdx="8" presStyleCnt="11"/>
      <dgm:spPr/>
    </dgm:pt>
    <dgm:pt modelId="{924BF449-97E6-4E2C-824D-88093D36A425}" type="pres">
      <dgm:prSet presAssocID="{D207AA23-E1E9-4664-8694-657CBE7F5113}" presName="hierChild4" presStyleCnt="0"/>
      <dgm:spPr/>
    </dgm:pt>
    <dgm:pt modelId="{15A9E67C-CF04-4FCE-810D-DC675941C07F}" type="pres">
      <dgm:prSet presAssocID="{D207AA23-E1E9-4664-8694-657CBE7F5113}" presName="hierChild5" presStyleCnt="0"/>
      <dgm:spPr/>
    </dgm:pt>
    <dgm:pt modelId="{20C4DE16-1EA8-4E66-8AE0-84BB1C2EADBB}" type="pres">
      <dgm:prSet presAssocID="{0B37D1B5-1459-47BD-A177-28D2DF664D5E}" presName="Name48" presStyleLbl="parChTrans1D3" presStyleIdx="9" presStyleCnt="11"/>
      <dgm:spPr/>
    </dgm:pt>
    <dgm:pt modelId="{2B8B302C-6148-4854-91B0-36366B172028}" type="pres">
      <dgm:prSet presAssocID="{9C8FF474-B8E2-44A7-A2AD-9A703BBB6D91}" presName="hierRoot2" presStyleCnt="0">
        <dgm:presLayoutVars>
          <dgm:hierBranch val="init"/>
        </dgm:presLayoutVars>
      </dgm:prSet>
      <dgm:spPr/>
    </dgm:pt>
    <dgm:pt modelId="{AA5456AE-F2DB-4FCB-8186-4012573FCCB6}" type="pres">
      <dgm:prSet presAssocID="{9C8FF474-B8E2-44A7-A2AD-9A703BBB6D91}" presName="rootComposite" presStyleCnt="0"/>
      <dgm:spPr/>
    </dgm:pt>
    <dgm:pt modelId="{FFA1E627-6ECF-472E-955E-042FC44114FE}" type="pres">
      <dgm:prSet presAssocID="{9C8FF474-B8E2-44A7-A2AD-9A703BBB6D91}" presName="rootText" presStyleLbl="node3" presStyleIdx="9" presStyleCnt="11">
        <dgm:presLayoutVars>
          <dgm:chPref val="3"/>
        </dgm:presLayoutVars>
      </dgm:prSet>
      <dgm:spPr/>
    </dgm:pt>
    <dgm:pt modelId="{34D520C3-DBFC-474E-90A9-03EBD3AAA234}" type="pres">
      <dgm:prSet presAssocID="{9C8FF474-B8E2-44A7-A2AD-9A703BBB6D91}" presName="rootConnector" presStyleLbl="node3" presStyleIdx="9" presStyleCnt="11"/>
      <dgm:spPr/>
    </dgm:pt>
    <dgm:pt modelId="{194BB7B6-48C8-46DC-A361-1F350D5FD829}" type="pres">
      <dgm:prSet presAssocID="{9C8FF474-B8E2-44A7-A2AD-9A703BBB6D91}" presName="hierChild4" presStyleCnt="0"/>
      <dgm:spPr/>
    </dgm:pt>
    <dgm:pt modelId="{11F18250-DC48-4873-9610-4193E3DF3827}" type="pres">
      <dgm:prSet presAssocID="{9C8FF474-B8E2-44A7-A2AD-9A703BBB6D91}" presName="hierChild5" presStyleCnt="0"/>
      <dgm:spPr/>
    </dgm:pt>
    <dgm:pt modelId="{0CB1DD64-8E2B-4213-A922-5172F8217136}" type="pres">
      <dgm:prSet presAssocID="{DC618EE1-3F12-48C2-BED0-11FE9201DC61}" presName="Name48" presStyleLbl="parChTrans1D3" presStyleIdx="10" presStyleCnt="11"/>
      <dgm:spPr/>
    </dgm:pt>
    <dgm:pt modelId="{23B7D01B-CA4F-4959-AB48-7B5B38671C7B}" type="pres">
      <dgm:prSet presAssocID="{0D2E9F3E-3934-453E-AA19-8E3608548189}" presName="hierRoot2" presStyleCnt="0">
        <dgm:presLayoutVars>
          <dgm:hierBranch val="init"/>
        </dgm:presLayoutVars>
      </dgm:prSet>
      <dgm:spPr/>
    </dgm:pt>
    <dgm:pt modelId="{E432C062-C46B-4E46-87A2-1328049E542F}" type="pres">
      <dgm:prSet presAssocID="{0D2E9F3E-3934-453E-AA19-8E3608548189}" presName="rootComposite" presStyleCnt="0"/>
      <dgm:spPr/>
    </dgm:pt>
    <dgm:pt modelId="{E80ABF54-4110-4F22-9DD1-B401D5DCF6B9}" type="pres">
      <dgm:prSet presAssocID="{0D2E9F3E-3934-453E-AA19-8E3608548189}" presName="rootText" presStyleLbl="node3" presStyleIdx="10" presStyleCnt="11">
        <dgm:presLayoutVars>
          <dgm:chPref val="3"/>
        </dgm:presLayoutVars>
      </dgm:prSet>
      <dgm:spPr/>
    </dgm:pt>
    <dgm:pt modelId="{FD14E017-8EAE-4903-921F-1F033F35CD4E}" type="pres">
      <dgm:prSet presAssocID="{0D2E9F3E-3934-453E-AA19-8E3608548189}" presName="rootConnector" presStyleLbl="node3" presStyleIdx="10" presStyleCnt="11"/>
      <dgm:spPr/>
    </dgm:pt>
    <dgm:pt modelId="{F90B8D6E-A517-47F3-93A8-7CD8A73C07C2}" type="pres">
      <dgm:prSet presAssocID="{0D2E9F3E-3934-453E-AA19-8E3608548189}" presName="hierChild4" presStyleCnt="0"/>
      <dgm:spPr/>
    </dgm:pt>
    <dgm:pt modelId="{303A026D-4929-4BDA-9B2C-FDAE03F53E52}" type="pres">
      <dgm:prSet presAssocID="{0D2E9F3E-3934-453E-AA19-8E3608548189}" presName="hierChild5" presStyleCnt="0"/>
      <dgm:spPr/>
    </dgm:pt>
    <dgm:pt modelId="{95D487BC-91A7-450C-9E4C-F5D38D84DFBD}" type="pres">
      <dgm:prSet presAssocID="{5BFFD63B-5511-492C-9222-0156EFC4526B}" presName="hierChild5" presStyleCnt="0"/>
      <dgm:spPr/>
    </dgm:pt>
    <dgm:pt modelId="{2409E2CD-8A3D-4025-AF35-FDAFA4476D46}" type="pres">
      <dgm:prSet presAssocID="{780E2C17-7959-4BE4-B5B9-2AF6E7CE28C3}" presName="hierChild3" presStyleCnt="0"/>
      <dgm:spPr/>
    </dgm:pt>
  </dgm:ptLst>
  <dgm:cxnLst>
    <dgm:cxn modelId="{08FB7501-88BC-453E-BF8C-E05AF5039A96}" type="presOf" srcId="{CDA72991-8516-4F67-9D7F-C6CEFB219E63}" destId="{D5FDDBA5-CDD5-4793-84B5-CD9B98911702}" srcOrd="1" destOrd="0" presId="urn:microsoft.com/office/officeart/2005/8/layout/orgChart1"/>
    <dgm:cxn modelId="{59A2AF01-BC72-4035-B2E0-E2EBBBF29E8F}" type="presOf" srcId="{93FA9CFA-3713-4C93-B0FB-EB826ABE93C4}" destId="{EFAB8F0C-B50C-4110-92BD-83EFA04F2A3D}" srcOrd="0" destOrd="0" presId="urn:microsoft.com/office/officeart/2005/8/layout/orgChart1"/>
    <dgm:cxn modelId="{95FB9504-7794-46B1-B6ED-2BB9327B5755}" type="presOf" srcId="{9B6515FC-BAB6-49BD-B614-8D99B5FBDBDE}" destId="{6EA04B9E-A781-425B-B36A-F2E0C3396A0F}" srcOrd="0" destOrd="0" presId="urn:microsoft.com/office/officeart/2005/8/layout/orgChart1"/>
    <dgm:cxn modelId="{A671590E-F926-4AF6-91E1-AD9336EC2F46}" srcId="{5AD51844-7667-449C-B04B-2A3775799BFF}" destId="{4BAE13AE-39F3-416E-8744-CFDB4B732C07}" srcOrd="1" destOrd="0" parTransId="{1699D3DA-29B7-417B-98A4-5CC0FE236955}" sibTransId="{306B415E-C390-4DDC-82B2-649369D5F815}"/>
    <dgm:cxn modelId="{FD088911-4CE7-4D49-858D-3014375EF329}" type="presOf" srcId="{D207AA23-E1E9-4664-8694-657CBE7F5113}" destId="{23984141-AD1C-4E04-AE34-10AE7E9078D3}" srcOrd="1" destOrd="0" presId="urn:microsoft.com/office/officeart/2005/8/layout/orgChart1"/>
    <dgm:cxn modelId="{C388A315-2C07-483B-81FC-7001ABC857BE}" type="presOf" srcId="{9C8FF474-B8E2-44A7-A2AD-9A703BBB6D91}" destId="{34D520C3-DBFC-474E-90A9-03EBD3AAA234}" srcOrd="1" destOrd="0" presId="urn:microsoft.com/office/officeart/2005/8/layout/orgChart1"/>
    <dgm:cxn modelId="{B3895B1D-523F-48B7-9AF5-3CEBB7D6CEDD}" type="presOf" srcId="{6571645B-0BBE-4CD7-BA5A-7144F7D8C054}" destId="{47C6E814-4F2F-417A-8A11-D51E33E75DBC}" srcOrd="1" destOrd="0" presId="urn:microsoft.com/office/officeart/2005/8/layout/orgChart1"/>
    <dgm:cxn modelId="{A25C5321-2397-436D-96DF-6B1391C6D905}" srcId="{780E2C17-7959-4BE4-B5B9-2AF6E7CE28C3}" destId="{5AD51844-7667-449C-B04B-2A3775799BFF}" srcOrd="2" destOrd="0" parTransId="{FD7AA57F-CF0E-42DE-A55F-2EC78B30B05B}" sibTransId="{6896A8BC-4889-4D51-8FB9-9AB4779A3BA7}"/>
    <dgm:cxn modelId="{64ED3325-9CC8-4EA4-80BC-ED56027AE6F8}" type="presOf" srcId="{82515DFC-9938-4C9D-833B-D7B6FE74F3D6}" destId="{B36F738C-DABB-499F-A586-6245E56F73A4}" srcOrd="0" destOrd="0" presId="urn:microsoft.com/office/officeart/2005/8/layout/orgChart1"/>
    <dgm:cxn modelId="{EF3B9628-F174-4C01-B2ED-45F4A3AFB8DF}" type="presOf" srcId="{780E2C17-7959-4BE4-B5B9-2AF6E7CE28C3}" destId="{CC9F5843-D328-475A-834D-68A4E455C29F}" srcOrd="1" destOrd="0" presId="urn:microsoft.com/office/officeart/2005/8/layout/orgChart1"/>
    <dgm:cxn modelId="{0A670229-C432-41E4-A1D9-1BA413788E5E}" type="presOf" srcId="{0D2E9F3E-3934-453E-AA19-8E3608548189}" destId="{FD14E017-8EAE-4903-921F-1F033F35CD4E}" srcOrd="1" destOrd="0" presId="urn:microsoft.com/office/officeart/2005/8/layout/orgChart1"/>
    <dgm:cxn modelId="{D3C15631-C6AA-431A-8019-B6CB89E454D1}" srcId="{9806DEA8-F325-4BC2-BE52-585E2948CFB3}" destId="{780E2C17-7959-4BE4-B5B9-2AF6E7CE28C3}" srcOrd="0" destOrd="0" parTransId="{2512B4B8-6636-4906-9597-60AD45FC6AB8}" sibTransId="{DBC20B37-8FA3-4069-9306-016BCE515DEB}"/>
    <dgm:cxn modelId="{3F535634-E9AE-4FDC-B548-BAB3D297C443}" type="presOf" srcId="{111B3508-DF67-4D45-82A6-7B60B4D41864}" destId="{7B5206AE-36DB-43EE-84F3-AFB823AA6253}" srcOrd="0" destOrd="0" presId="urn:microsoft.com/office/officeart/2005/8/layout/orgChart1"/>
    <dgm:cxn modelId="{084C7F3B-A45D-43F7-B362-F4F7E3D3A3C4}" type="presOf" srcId="{780E2C17-7959-4BE4-B5B9-2AF6E7CE28C3}" destId="{B66FDA53-52AD-4777-B131-E6DE4E566FE1}" srcOrd="0" destOrd="0" presId="urn:microsoft.com/office/officeart/2005/8/layout/orgChart1"/>
    <dgm:cxn modelId="{37BA583C-2205-4808-B3E8-B295D701EEF9}" type="presOf" srcId="{D5FFA1D8-50D6-4A82-87E7-058D5B4962E6}" destId="{ED858471-3416-48AF-94C0-257C660D6C30}" srcOrd="0" destOrd="0" presId="urn:microsoft.com/office/officeart/2005/8/layout/orgChart1"/>
    <dgm:cxn modelId="{EDB5443E-A59B-41A0-BCC1-E776FDCAB248}" type="presOf" srcId="{22AAB52A-F50E-450E-A45B-AA76C6E60155}" destId="{609F4C0D-78CC-42E2-8EC6-ACCF5277829F}" srcOrd="1" destOrd="0" presId="urn:microsoft.com/office/officeart/2005/8/layout/orgChart1"/>
    <dgm:cxn modelId="{9BAAFD63-3C39-480D-8841-1E5607FA4096}" type="presOf" srcId="{82515DFC-9938-4C9D-833B-D7B6FE74F3D6}" destId="{14012CE9-2525-49DB-825E-72030D160490}" srcOrd="1" destOrd="0" presId="urn:microsoft.com/office/officeart/2005/8/layout/orgChart1"/>
    <dgm:cxn modelId="{4C110345-85EA-4884-9090-3DE9653BB6A6}" srcId="{5BFFD63B-5511-492C-9222-0156EFC4526B}" destId="{0D2E9F3E-3934-453E-AA19-8E3608548189}" srcOrd="4" destOrd="0" parTransId="{DC618EE1-3F12-48C2-BED0-11FE9201DC61}" sibTransId="{2F8E2578-FDD3-41A6-AB6F-7E0B18A2760E}"/>
    <dgm:cxn modelId="{9E84E168-AFFE-4CB4-BB82-C1F1F5511677}" type="presOf" srcId="{78C4697E-42E3-4CD6-8626-1B95ABCFBAEE}" destId="{DF2A5A38-E9AD-4E0D-8664-8243B6A76EE9}" srcOrd="1" destOrd="0" presId="urn:microsoft.com/office/officeart/2005/8/layout/orgChart1"/>
    <dgm:cxn modelId="{AF6A9049-ED44-46C3-A7C9-2E9B4CD180A4}" type="presOf" srcId="{CDA72991-8516-4F67-9D7F-C6CEFB219E63}" destId="{30523AB1-C99C-444B-AA4F-1E73092027E9}" srcOrd="0" destOrd="0" presId="urn:microsoft.com/office/officeart/2005/8/layout/orgChart1"/>
    <dgm:cxn modelId="{A26A754A-4640-41B7-ABDF-8147B8703B90}" type="presOf" srcId="{78C4697E-42E3-4CD6-8626-1B95ABCFBAEE}" destId="{2A5F8A13-F793-4295-A576-C273F1E67E53}" srcOrd="0" destOrd="0" presId="urn:microsoft.com/office/officeart/2005/8/layout/orgChart1"/>
    <dgm:cxn modelId="{9FB2854A-70EA-482C-BB62-2C7D8537DAA5}" type="presOf" srcId="{8423AC5B-65BB-44BA-85C8-B8F2C1D799F9}" destId="{63AB99B0-52A9-4FD4-95B2-D1CDAD6E4D6C}" srcOrd="0" destOrd="0" presId="urn:microsoft.com/office/officeart/2005/8/layout/orgChart1"/>
    <dgm:cxn modelId="{81811C4D-EDBD-4280-92CA-D2515B2B3895}" type="presOf" srcId="{1C76DC10-B192-4CB8-BDD4-43D705326175}" destId="{152DB30B-0997-48AC-8E02-B305E6A174EA}" srcOrd="0" destOrd="0" presId="urn:microsoft.com/office/officeart/2005/8/layout/orgChart1"/>
    <dgm:cxn modelId="{76EC776D-5FA5-485B-BBB7-6ACDF331F74D}" type="presOf" srcId="{81AD3CE4-69FA-4B9E-BB3B-4FF1EB31E2BF}" destId="{31CF9883-6932-443B-BE67-EA6070F735FC}" srcOrd="0" destOrd="0" presId="urn:microsoft.com/office/officeart/2005/8/layout/orgChart1"/>
    <dgm:cxn modelId="{5771A56D-4DFE-4462-803B-39E1FE786120}" type="presOf" srcId="{1EC7473E-C38C-43F4-A078-4BF3B05DD0C5}" destId="{71CFB7A4-87DA-4816-B7A4-500ED09ACC80}" srcOrd="0" destOrd="0" presId="urn:microsoft.com/office/officeart/2005/8/layout/orgChart1"/>
    <dgm:cxn modelId="{4BC2BC59-8FED-42EB-9245-117894C409C3}" type="presOf" srcId="{1C76DC10-B192-4CB8-BDD4-43D705326175}" destId="{E2521828-141C-4DD9-A0FF-550F879D8B65}" srcOrd="1" destOrd="0" presId="urn:microsoft.com/office/officeart/2005/8/layout/orgChart1"/>
    <dgm:cxn modelId="{80B5277C-9F2D-4DAD-9708-9EAFCCA6EC57}" type="presOf" srcId="{4BAE13AE-39F3-416E-8744-CFDB4B732C07}" destId="{72CEFB75-59D1-4656-8F8B-120522C92D35}" srcOrd="0" destOrd="0" presId="urn:microsoft.com/office/officeart/2005/8/layout/orgChart1"/>
    <dgm:cxn modelId="{2140F080-129D-4C86-8218-197CD091D2D8}" srcId="{5BFFD63B-5511-492C-9222-0156EFC4526B}" destId="{9C8FF474-B8E2-44A7-A2AD-9A703BBB6D91}" srcOrd="3" destOrd="0" parTransId="{0B37D1B5-1459-47BD-A177-28D2DF664D5E}" sibTransId="{5C3CF336-0E4B-44FD-80DC-25C0BADB1907}"/>
    <dgm:cxn modelId="{F8C53389-D728-4BB0-884C-E4FE748A7B61}" type="presOf" srcId="{1699D3DA-29B7-417B-98A4-5CC0FE236955}" destId="{FC66A192-41BF-4B05-9C2B-3184310FF5C6}" srcOrd="0" destOrd="0" presId="urn:microsoft.com/office/officeart/2005/8/layout/orgChart1"/>
    <dgm:cxn modelId="{4B9AA78A-B8AA-41EF-8B77-881DD143F0E4}" type="presOf" srcId="{5AD51844-7667-449C-B04B-2A3775799BFF}" destId="{F76DCC48-5560-4BD5-AD58-0C6CED22E5B3}" srcOrd="1" destOrd="0" presId="urn:microsoft.com/office/officeart/2005/8/layout/orgChart1"/>
    <dgm:cxn modelId="{5D1F608C-3159-4A0F-BCAB-9AB5E2E14BE0}" type="presOf" srcId="{DC618EE1-3F12-48C2-BED0-11FE9201DC61}" destId="{0CB1DD64-8E2B-4213-A922-5172F8217136}" srcOrd="0" destOrd="0" presId="urn:microsoft.com/office/officeart/2005/8/layout/orgChart1"/>
    <dgm:cxn modelId="{2177568D-4327-49E7-A557-8F335FFE259C}" type="presOf" srcId="{8423AC5B-65BB-44BA-85C8-B8F2C1D799F9}" destId="{1F827E1E-DE28-4629-93A9-7862FAB5F676}" srcOrd="1" destOrd="0" presId="urn:microsoft.com/office/officeart/2005/8/layout/orgChart1"/>
    <dgm:cxn modelId="{1B88CF8D-BD5C-4B38-ADCF-8962BA9FDDDA}" type="presOf" srcId="{851C9D6E-AC63-4942-A4BE-E6721A22670E}" destId="{10E23348-0F19-4FD3-A71D-F48223639FF9}" srcOrd="1" destOrd="0" presId="urn:microsoft.com/office/officeart/2005/8/layout/orgChart1"/>
    <dgm:cxn modelId="{3CE8308E-1BB1-4571-818B-B6663A87989B}" type="presOf" srcId="{0D2E9F3E-3934-453E-AA19-8E3608548189}" destId="{E80ABF54-4110-4F22-9DD1-B401D5DCF6B9}" srcOrd="0" destOrd="0" presId="urn:microsoft.com/office/officeart/2005/8/layout/orgChart1"/>
    <dgm:cxn modelId="{02CE8D8E-E5C8-496B-98D2-6E8E867ECC46}" srcId="{5BFFD63B-5511-492C-9222-0156EFC4526B}" destId="{1EC7473E-C38C-43F4-A078-4BF3B05DD0C5}" srcOrd="0" destOrd="0" parTransId="{EAF9F797-4D5F-4B10-AFEF-CA31E8649317}" sibTransId="{39576AED-5FE2-48F6-9A6D-F66F2094B208}"/>
    <dgm:cxn modelId="{73656D8F-8B2A-4989-8ADA-4D09D1B0CE91}" type="presOf" srcId="{9806DEA8-F325-4BC2-BE52-585E2948CFB3}" destId="{FC0D5DA3-7F08-40C9-A39B-512D9ACDB8BB}" srcOrd="0" destOrd="0" presId="urn:microsoft.com/office/officeart/2005/8/layout/orgChart1"/>
    <dgm:cxn modelId="{17D83A96-E0B1-4363-AD3B-64BED67625EF}" type="presOf" srcId="{9C8FF474-B8E2-44A7-A2AD-9A703BBB6D91}" destId="{FFA1E627-6ECF-472E-955E-042FC44114FE}" srcOrd="0" destOrd="0" presId="urn:microsoft.com/office/officeart/2005/8/layout/orgChart1"/>
    <dgm:cxn modelId="{AEC67096-20FC-480D-97F0-F2F564BD9E8A}" srcId="{780E2C17-7959-4BE4-B5B9-2AF6E7CE28C3}" destId="{22AAB52A-F50E-450E-A45B-AA76C6E60155}" srcOrd="1" destOrd="0" parTransId="{111B3508-DF67-4D45-82A6-7B60B4D41864}" sibTransId="{773A98D1-1721-4740-BBBC-EE4ECE532058}"/>
    <dgm:cxn modelId="{A5DA449A-7817-4AAE-A861-F80FB541C7B9}" type="presOf" srcId="{851C9D6E-AC63-4942-A4BE-E6721A22670E}" destId="{2907B370-BA96-40F4-A66F-C111E7FDFAAE}" srcOrd="0" destOrd="0" presId="urn:microsoft.com/office/officeart/2005/8/layout/orgChart1"/>
    <dgm:cxn modelId="{EBEC469D-F66E-4DC3-BE08-33EEADE64981}" type="presOf" srcId="{5776B918-55DA-4C8E-B26D-7AAC670C5996}" destId="{E6D3E7C7-5F9F-4403-A4C8-CCABCA206563}" srcOrd="0" destOrd="0" presId="urn:microsoft.com/office/officeart/2005/8/layout/orgChart1"/>
    <dgm:cxn modelId="{544C879F-65F0-46A5-B7C0-8D1A458F62F9}" srcId="{780E2C17-7959-4BE4-B5B9-2AF6E7CE28C3}" destId="{82515DFC-9938-4C9D-833B-D7B6FE74F3D6}" srcOrd="0" destOrd="0" parTransId="{81AD3CE4-69FA-4B9E-BB3B-4FF1EB31E2BF}" sibTransId="{3ABDE96B-50C5-4FE4-A81A-4FB2FAAAAFA5}"/>
    <dgm:cxn modelId="{5FA6B9A0-0F01-450B-93E3-811AD227B08F}" type="presOf" srcId="{FD7AA57F-CF0E-42DE-A55F-2EC78B30B05B}" destId="{DBB6250D-A994-4B68-83F5-3A299E01BCF0}" srcOrd="0" destOrd="0" presId="urn:microsoft.com/office/officeart/2005/8/layout/orgChart1"/>
    <dgm:cxn modelId="{C16D60A1-CA2C-4569-9F5A-B081AD66D2CB}" type="presOf" srcId="{6571645B-0BBE-4CD7-BA5A-7144F7D8C054}" destId="{EE5463CD-2007-41E8-A571-D5AD678DE2DA}" srcOrd="0" destOrd="0" presId="urn:microsoft.com/office/officeart/2005/8/layout/orgChart1"/>
    <dgm:cxn modelId="{62348BA2-482C-45F1-B7B9-704789E008B9}" type="presOf" srcId="{2B811217-D6E1-4007-B8B1-74F71399FCBC}" destId="{C8C37B1E-7897-4E09-B59D-DF81792129F6}" srcOrd="0" destOrd="0" presId="urn:microsoft.com/office/officeart/2005/8/layout/orgChart1"/>
    <dgm:cxn modelId="{1C1C43A5-94AF-48A6-8E8B-D83BCF17892A}" type="presOf" srcId="{98E64B81-CF24-49AB-A88A-228C9A8CA780}" destId="{DBFAA4B1-5E18-4F52-8331-43C80B4BAD10}" srcOrd="0" destOrd="0" presId="urn:microsoft.com/office/officeart/2005/8/layout/orgChart1"/>
    <dgm:cxn modelId="{D68E4CA5-2615-45AA-BC48-8892261A331E}" srcId="{5AD51844-7667-449C-B04B-2A3775799BFF}" destId="{CDA72991-8516-4F67-9D7F-C6CEFB219E63}" srcOrd="0" destOrd="0" parTransId="{D5FFA1D8-50D6-4A82-87E7-058D5B4962E6}" sibTransId="{977A6F70-64D1-479E-B160-4BA6F04720C2}"/>
    <dgm:cxn modelId="{4A4426A8-2F36-4935-9726-DFCE8F41E836}" srcId="{22AAB52A-F50E-450E-A45B-AA76C6E60155}" destId="{78C4697E-42E3-4CD6-8626-1B95ABCFBAEE}" srcOrd="2" destOrd="0" parTransId="{8A2823D3-0319-40D7-99A2-677B9C1E7C97}" sibTransId="{E49278E8-4C74-4CB2-80A2-3456757BC598}"/>
    <dgm:cxn modelId="{1D22AAAC-4B45-48C9-84FC-690C449BA89D}" srcId="{780E2C17-7959-4BE4-B5B9-2AF6E7CE28C3}" destId="{5BFFD63B-5511-492C-9222-0156EFC4526B}" srcOrd="3" destOrd="0" parTransId="{937CFD05-A419-45AA-A7A7-87FA7D9DF5E4}" sibTransId="{D2D278E8-783F-4750-A634-8BB5EBBA1118}"/>
    <dgm:cxn modelId="{871E18B0-3AA4-4CA5-A244-7BA82CD8CBE2}" type="presOf" srcId="{1EC7473E-C38C-43F4-A078-4BF3B05DD0C5}" destId="{B53B0E2E-0C65-44C5-B0FD-F7C54A95DCE9}" srcOrd="1" destOrd="0" presId="urn:microsoft.com/office/officeart/2005/8/layout/orgChart1"/>
    <dgm:cxn modelId="{8E3F17B4-7549-4018-A69F-1C6BCD1662C9}" srcId="{22AAB52A-F50E-450E-A45B-AA76C6E60155}" destId="{851C9D6E-AC63-4942-A4BE-E6721A22670E}" srcOrd="3" destOrd="0" parTransId="{93FA9CFA-3713-4C93-B0FB-EB826ABE93C4}" sibTransId="{E67CB3FC-871F-48D3-8F22-E65AC355491E}"/>
    <dgm:cxn modelId="{9DE396B4-3663-4EB0-BC77-41DA68116E8E}" srcId="{5BFFD63B-5511-492C-9222-0156EFC4526B}" destId="{D207AA23-E1E9-4664-8694-657CBE7F5113}" srcOrd="2" destOrd="0" parTransId="{2B811217-D6E1-4007-B8B1-74F71399FCBC}" sibTransId="{FD6F05A3-C7FA-425C-9D87-0A61C97921D3}"/>
    <dgm:cxn modelId="{2CC981BF-2146-463A-8370-2C89437A39D0}" type="presOf" srcId="{8A2823D3-0319-40D7-99A2-677B9C1E7C97}" destId="{F4168C62-4C73-4FEA-B525-828302C7EE80}" srcOrd="0" destOrd="0" presId="urn:microsoft.com/office/officeart/2005/8/layout/orgChart1"/>
    <dgm:cxn modelId="{E5EA43C2-879E-41FF-8B34-F36E6B7FF872}" srcId="{5BFFD63B-5511-492C-9222-0156EFC4526B}" destId="{6571645B-0BBE-4CD7-BA5A-7144F7D8C054}" srcOrd="1" destOrd="0" parTransId="{5776B918-55DA-4C8E-B26D-7AAC670C5996}" sibTransId="{E9BBE097-0F9A-4E77-B078-800EE8F7C4A5}"/>
    <dgm:cxn modelId="{E1E883C2-33B8-4F17-936B-BF67F2A43F67}" type="presOf" srcId="{D207AA23-E1E9-4664-8694-657CBE7F5113}" destId="{1EDDC4A0-7BC2-483A-84BD-549CE25340AD}" srcOrd="0" destOrd="0" presId="urn:microsoft.com/office/officeart/2005/8/layout/orgChart1"/>
    <dgm:cxn modelId="{CA06C0C2-5AE1-4353-BA72-1429FC5B8CB2}" type="presOf" srcId="{937CFD05-A419-45AA-A7A7-87FA7D9DF5E4}" destId="{06DDBB38-68F0-4317-9F77-306B5A4D0568}" srcOrd="0" destOrd="0" presId="urn:microsoft.com/office/officeart/2005/8/layout/orgChart1"/>
    <dgm:cxn modelId="{4836D3C4-75F6-4A98-9656-491E5F684B37}" type="presOf" srcId="{EAF9F797-4D5F-4B10-AFEF-CA31E8649317}" destId="{54004330-659C-421A-AA00-2A60A650D1AA}" srcOrd="0" destOrd="0" presId="urn:microsoft.com/office/officeart/2005/8/layout/orgChart1"/>
    <dgm:cxn modelId="{7B7D9FCB-9755-4ECB-A5D1-1C8397223A2A}" type="presOf" srcId="{5BFFD63B-5511-492C-9222-0156EFC4526B}" destId="{C1E13093-8BD2-473F-9131-948EED45B322}" srcOrd="0" destOrd="0" presId="urn:microsoft.com/office/officeart/2005/8/layout/orgChart1"/>
    <dgm:cxn modelId="{49F84BCF-56D4-4716-881A-8D03E4FD0021}" srcId="{22AAB52A-F50E-450E-A45B-AA76C6E60155}" destId="{1C76DC10-B192-4CB8-BDD4-43D705326175}" srcOrd="1" destOrd="0" parTransId="{9B6515FC-BAB6-49BD-B614-8D99B5FBDBDE}" sibTransId="{0F91D73B-DCE4-4F8F-9696-95E8CA55567C}"/>
    <dgm:cxn modelId="{3504CBD1-AC9E-4719-8808-1B9457CE95B9}" type="presOf" srcId="{5BFFD63B-5511-492C-9222-0156EFC4526B}" destId="{5CC39CA2-13D2-4B46-934E-C03FE919297A}" srcOrd="1" destOrd="0" presId="urn:microsoft.com/office/officeart/2005/8/layout/orgChart1"/>
    <dgm:cxn modelId="{12752EE7-4C9A-4006-B2AE-B5551DF3FF82}" srcId="{22AAB52A-F50E-450E-A45B-AA76C6E60155}" destId="{8423AC5B-65BB-44BA-85C8-B8F2C1D799F9}" srcOrd="0" destOrd="0" parTransId="{98E64B81-CF24-49AB-A88A-228C9A8CA780}" sibTransId="{37318783-7077-401B-9007-0BCCE6BB03B7}"/>
    <dgm:cxn modelId="{923E6AE7-2067-4FF3-A7EB-643CC8D3B2A7}" type="presOf" srcId="{22AAB52A-F50E-450E-A45B-AA76C6E60155}" destId="{BE33DF6D-96DD-447A-A304-E5B66ED4DEA0}" srcOrd="0" destOrd="0" presId="urn:microsoft.com/office/officeart/2005/8/layout/orgChart1"/>
    <dgm:cxn modelId="{7992E3E9-5546-4A25-A8BB-2A77B8472482}" type="presOf" srcId="{5AD51844-7667-449C-B04B-2A3775799BFF}" destId="{143639B3-181C-491B-A515-4BAB93604BCB}" srcOrd="0" destOrd="0" presId="urn:microsoft.com/office/officeart/2005/8/layout/orgChart1"/>
    <dgm:cxn modelId="{5E3745F4-FD26-488F-8572-E36468A9CD35}" type="presOf" srcId="{0B37D1B5-1459-47BD-A177-28D2DF664D5E}" destId="{20C4DE16-1EA8-4E66-8AE0-84BB1C2EADBB}" srcOrd="0" destOrd="0" presId="urn:microsoft.com/office/officeart/2005/8/layout/orgChart1"/>
    <dgm:cxn modelId="{8265D7F9-CD3A-4BDC-9CA5-54B2ED903C4A}" type="presOf" srcId="{4BAE13AE-39F3-416E-8744-CFDB4B732C07}" destId="{9403F216-2E13-4D0E-80E9-D493615283DE}" srcOrd="1" destOrd="0" presId="urn:microsoft.com/office/officeart/2005/8/layout/orgChart1"/>
    <dgm:cxn modelId="{0428FC16-2ABE-4A56-8144-28F6E5DA7ED7}" type="presParOf" srcId="{FC0D5DA3-7F08-40C9-A39B-512D9ACDB8BB}" destId="{5020A7F2-D507-45EE-A895-2DBC7AC3D771}" srcOrd="0" destOrd="0" presId="urn:microsoft.com/office/officeart/2005/8/layout/orgChart1"/>
    <dgm:cxn modelId="{0739A1C9-0974-46B7-81C5-95C42459366D}" type="presParOf" srcId="{5020A7F2-D507-45EE-A895-2DBC7AC3D771}" destId="{D4982AEC-E392-43FF-B1E6-76981C7F4526}" srcOrd="0" destOrd="0" presId="urn:microsoft.com/office/officeart/2005/8/layout/orgChart1"/>
    <dgm:cxn modelId="{4FE057A5-7AE9-4487-ACFD-D9D9FF01FED0}" type="presParOf" srcId="{D4982AEC-E392-43FF-B1E6-76981C7F4526}" destId="{B66FDA53-52AD-4777-B131-E6DE4E566FE1}" srcOrd="0" destOrd="0" presId="urn:microsoft.com/office/officeart/2005/8/layout/orgChart1"/>
    <dgm:cxn modelId="{A7B4C99A-50FB-4088-915E-D237F72D65D4}" type="presParOf" srcId="{D4982AEC-E392-43FF-B1E6-76981C7F4526}" destId="{CC9F5843-D328-475A-834D-68A4E455C29F}" srcOrd="1" destOrd="0" presId="urn:microsoft.com/office/officeart/2005/8/layout/orgChart1"/>
    <dgm:cxn modelId="{494A30B6-F176-47D6-AC81-1390156F8F59}" type="presParOf" srcId="{5020A7F2-D507-45EE-A895-2DBC7AC3D771}" destId="{CC41FF8D-2066-47C2-B982-E49AEB8BA42A}" srcOrd="1" destOrd="0" presId="urn:microsoft.com/office/officeart/2005/8/layout/orgChart1"/>
    <dgm:cxn modelId="{7897EC51-6E67-49E9-A9F2-B0FA699291E9}" type="presParOf" srcId="{CC41FF8D-2066-47C2-B982-E49AEB8BA42A}" destId="{31CF9883-6932-443B-BE67-EA6070F735FC}" srcOrd="0" destOrd="0" presId="urn:microsoft.com/office/officeart/2005/8/layout/orgChart1"/>
    <dgm:cxn modelId="{9925624A-9C32-4112-B6AD-97BDF95EC465}" type="presParOf" srcId="{CC41FF8D-2066-47C2-B982-E49AEB8BA42A}" destId="{13ADB56E-8FDF-491C-8B29-1722087AD486}" srcOrd="1" destOrd="0" presId="urn:microsoft.com/office/officeart/2005/8/layout/orgChart1"/>
    <dgm:cxn modelId="{608941A1-BD9B-4C89-A8B1-DE6D77895B50}" type="presParOf" srcId="{13ADB56E-8FDF-491C-8B29-1722087AD486}" destId="{0985C86D-1B69-41D2-8B15-597C53B6120C}" srcOrd="0" destOrd="0" presId="urn:microsoft.com/office/officeart/2005/8/layout/orgChart1"/>
    <dgm:cxn modelId="{6BAA2173-EFD8-453A-8575-D1F0982EE8E7}" type="presParOf" srcId="{0985C86D-1B69-41D2-8B15-597C53B6120C}" destId="{B36F738C-DABB-499F-A586-6245E56F73A4}" srcOrd="0" destOrd="0" presId="urn:microsoft.com/office/officeart/2005/8/layout/orgChart1"/>
    <dgm:cxn modelId="{F7E2BD01-CDF1-4088-834B-4E597397F2BE}" type="presParOf" srcId="{0985C86D-1B69-41D2-8B15-597C53B6120C}" destId="{14012CE9-2525-49DB-825E-72030D160490}" srcOrd="1" destOrd="0" presId="urn:microsoft.com/office/officeart/2005/8/layout/orgChart1"/>
    <dgm:cxn modelId="{C6C9B7D0-83B7-4F37-B145-5A643A3E6AE6}" type="presParOf" srcId="{13ADB56E-8FDF-491C-8B29-1722087AD486}" destId="{342643D6-E3A6-4A57-B9DD-0781D8759EFC}" srcOrd="1" destOrd="0" presId="urn:microsoft.com/office/officeart/2005/8/layout/orgChart1"/>
    <dgm:cxn modelId="{97A08C10-6E1D-453D-9730-CA68024803B8}" type="presParOf" srcId="{13ADB56E-8FDF-491C-8B29-1722087AD486}" destId="{0DD17146-0F29-4885-9376-8A5705D23D4E}" srcOrd="2" destOrd="0" presId="urn:microsoft.com/office/officeart/2005/8/layout/orgChart1"/>
    <dgm:cxn modelId="{9233E580-57D5-459C-95F6-A3C9380375BD}" type="presParOf" srcId="{CC41FF8D-2066-47C2-B982-E49AEB8BA42A}" destId="{7B5206AE-36DB-43EE-84F3-AFB823AA6253}" srcOrd="2" destOrd="0" presId="urn:microsoft.com/office/officeart/2005/8/layout/orgChart1"/>
    <dgm:cxn modelId="{E1FF9628-DA8D-49AC-BA53-C5168B75DBBB}" type="presParOf" srcId="{CC41FF8D-2066-47C2-B982-E49AEB8BA42A}" destId="{EA46275C-D34E-4970-A919-7FB5FB0D832D}" srcOrd="3" destOrd="0" presId="urn:microsoft.com/office/officeart/2005/8/layout/orgChart1"/>
    <dgm:cxn modelId="{AA9CC685-86E5-49C0-B454-2854023FD4FB}" type="presParOf" srcId="{EA46275C-D34E-4970-A919-7FB5FB0D832D}" destId="{33111035-7874-44A3-98C1-D4AC0AF8792D}" srcOrd="0" destOrd="0" presId="urn:microsoft.com/office/officeart/2005/8/layout/orgChart1"/>
    <dgm:cxn modelId="{8953F025-F0CD-484F-BAA9-41F755E102CA}" type="presParOf" srcId="{33111035-7874-44A3-98C1-D4AC0AF8792D}" destId="{BE33DF6D-96DD-447A-A304-E5B66ED4DEA0}" srcOrd="0" destOrd="0" presId="urn:microsoft.com/office/officeart/2005/8/layout/orgChart1"/>
    <dgm:cxn modelId="{5F7D2992-C563-4A82-A50F-D3FD714C03D4}" type="presParOf" srcId="{33111035-7874-44A3-98C1-D4AC0AF8792D}" destId="{609F4C0D-78CC-42E2-8EC6-ACCF5277829F}" srcOrd="1" destOrd="0" presId="urn:microsoft.com/office/officeart/2005/8/layout/orgChart1"/>
    <dgm:cxn modelId="{74077BF3-C2CC-4EF1-9A83-9739CB9CF2E1}" type="presParOf" srcId="{EA46275C-D34E-4970-A919-7FB5FB0D832D}" destId="{21DB5F9D-117E-4396-A921-BD0D18829365}" srcOrd="1" destOrd="0" presId="urn:microsoft.com/office/officeart/2005/8/layout/orgChart1"/>
    <dgm:cxn modelId="{B20ADBCC-B7ED-48EC-BA1E-65CB265D5B76}" type="presParOf" srcId="{21DB5F9D-117E-4396-A921-BD0D18829365}" destId="{DBFAA4B1-5E18-4F52-8331-43C80B4BAD10}" srcOrd="0" destOrd="0" presId="urn:microsoft.com/office/officeart/2005/8/layout/orgChart1"/>
    <dgm:cxn modelId="{11F5812B-8000-4FE0-BAFE-2A89A48C81C2}" type="presParOf" srcId="{21DB5F9D-117E-4396-A921-BD0D18829365}" destId="{91965D30-99C4-47EB-964E-C2A7F6F1CDE7}" srcOrd="1" destOrd="0" presId="urn:microsoft.com/office/officeart/2005/8/layout/orgChart1"/>
    <dgm:cxn modelId="{293C8453-C77D-4650-A342-77E955582344}" type="presParOf" srcId="{91965D30-99C4-47EB-964E-C2A7F6F1CDE7}" destId="{EFB01A80-46E4-4BD8-8088-D9D4E2FCD126}" srcOrd="0" destOrd="0" presId="urn:microsoft.com/office/officeart/2005/8/layout/orgChart1"/>
    <dgm:cxn modelId="{E9F73ED7-B919-4376-BD94-764ECE7D02B3}" type="presParOf" srcId="{EFB01A80-46E4-4BD8-8088-D9D4E2FCD126}" destId="{63AB99B0-52A9-4FD4-95B2-D1CDAD6E4D6C}" srcOrd="0" destOrd="0" presId="urn:microsoft.com/office/officeart/2005/8/layout/orgChart1"/>
    <dgm:cxn modelId="{DDF0F0FA-F58A-4D76-B86E-370853D5E034}" type="presParOf" srcId="{EFB01A80-46E4-4BD8-8088-D9D4E2FCD126}" destId="{1F827E1E-DE28-4629-93A9-7862FAB5F676}" srcOrd="1" destOrd="0" presId="urn:microsoft.com/office/officeart/2005/8/layout/orgChart1"/>
    <dgm:cxn modelId="{EE122779-741B-4BC8-A403-09999283FA1C}" type="presParOf" srcId="{91965D30-99C4-47EB-964E-C2A7F6F1CDE7}" destId="{BCDC7EB6-07A3-4F0D-B150-75C1404AAABB}" srcOrd="1" destOrd="0" presId="urn:microsoft.com/office/officeart/2005/8/layout/orgChart1"/>
    <dgm:cxn modelId="{423EC7C1-927E-46C7-B92E-3B3CF4AB3B78}" type="presParOf" srcId="{91965D30-99C4-47EB-964E-C2A7F6F1CDE7}" destId="{9827145C-FEEA-4ECA-8507-28613AB5980D}" srcOrd="2" destOrd="0" presId="urn:microsoft.com/office/officeart/2005/8/layout/orgChart1"/>
    <dgm:cxn modelId="{095A2AD3-7E1E-4CE8-BC71-38712CB7DE6E}" type="presParOf" srcId="{21DB5F9D-117E-4396-A921-BD0D18829365}" destId="{6EA04B9E-A781-425B-B36A-F2E0C3396A0F}" srcOrd="2" destOrd="0" presId="urn:microsoft.com/office/officeart/2005/8/layout/orgChart1"/>
    <dgm:cxn modelId="{66AC9F27-3FE5-42C1-913B-47FEE7890BC7}" type="presParOf" srcId="{21DB5F9D-117E-4396-A921-BD0D18829365}" destId="{4277993E-643A-44B6-B628-E62FD901BBEE}" srcOrd="3" destOrd="0" presId="urn:microsoft.com/office/officeart/2005/8/layout/orgChart1"/>
    <dgm:cxn modelId="{85B118C6-7960-43A6-B3F2-89EDF70A1231}" type="presParOf" srcId="{4277993E-643A-44B6-B628-E62FD901BBEE}" destId="{B4204682-EBBF-423A-A8C4-DCC9725E2DEE}" srcOrd="0" destOrd="0" presId="urn:microsoft.com/office/officeart/2005/8/layout/orgChart1"/>
    <dgm:cxn modelId="{4E413AC4-8180-4238-9661-C6377175D287}" type="presParOf" srcId="{B4204682-EBBF-423A-A8C4-DCC9725E2DEE}" destId="{152DB30B-0997-48AC-8E02-B305E6A174EA}" srcOrd="0" destOrd="0" presId="urn:microsoft.com/office/officeart/2005/8/layout/orgChart1"/>
    <dgm:cxn modelId="{7F8CB748-56FD-4F58-A794-9985AD83470B}" type="presParOf" srcId="{B4204682-EBBF-423A-A8C4-DCC9725E2DEE}" destId="{E2521828-141C-4DD9-A0FF-550F879D8B65}" srcOrd="1" destOrd="0" presId="urn:microsoft.com/office/officeart/2005/8/layout/orgChart1"/>
    <dgm:cxn modelId="{6B1F9546-9483-48D7-9FE7-1EE8EEB605E8}" type="presParOf" srcId="{4277993E-643A-44B6-B628-E62FD901BBEE}" destId="{0E1C6699-2AE5-46DA-8767-F16B8DF94467}" srcOrd="1" destOrd="0" presId="urn:microsoft.com/office/officeart/2005/8/layout/orgChart1"/>
    <dgm:cxn modelId="{8D2D40F1-CCC1-4D15-B77E-EDC8F685B13F}" type="presParOf" srcId="{4277993E-643A-44B6-B628-E62FD901BBEE}" destId="{D093C552-F2B3-4F1D-B77A-C18F5C8F8551}" srcOrd="2" destOrd="0" presId="urn:microsoft.com/office/officeart/2005/8/layout/orgChart1"/>
    <dgm:cxn modelId="{1A523D52-9D2C-4B16-8BC2-1CB20A63D5EC}" type="presParOf" srcId="{21DB5F9D-117E-4396-A921-BD0D18829365}" destId="{F4168C62-4C73-4FEA-B525-828302C7EE80}" srcOrd="4" destOrd="0" presId="urn:microsoft.com/office/officeart/2005/8/layout/orgChart1"/>
    <dgm:cxn modelId="{B1859B82-E06E-4E7B-B069-25510CCED71C}" type="presParOf" srcId="{21DB5F9D-117E-4396-A921-BD0D18829365}" destId="{BAACD408-B096-4219-B995-CBE13FEF9E0C}" srcOrd="5" destOrd="0" presId="urn:microsoft.com/office/officeart/2005/8/layout/orgChart1"/>
    <dgm:cxn modelId="{3DE948E5-4ADE-4EEE-8BC3-7AB7DA9D5464}" type="presParOf" srcId="{BAACD408-B096-4219-B995-CBE13FEF9E0C}" destId="{7C76DD35-9C28-4088-8305-CB44319A8F6B}" srcOrd="0" destOrd="0" presId="urn:microsoft.com/office/officeart/2005/8/layout/orgChart1"/>
    <dgm:cxn modelId="{9BBAC953-22CD-4750-9FD3-58393E14299B}" type="presParOf" srcId="{7C76DD35-9C28-4088-8305-CB44319A8F6B}" destId="{2A5F8A13-F793-4295-A576-C273F1E67E53}" srcOrd="0" destOrd="0" presId="urn:microsoft.com/office/officeart/2005/8/layout/orgChart1"/>
    <dgm:cxn modelId="{5035F8AB-D6F4-4978-A916-746310195DD2}" type="presParOf" srcId="{7C76DD35-9C28-4088-8305-CB44319A8F6B}" destId="{DF2A5A38-E9AD-4E0D-8664-8243B6A76EE9}" srcOrd="1" destOrd="0" presId="urn:microsoft.com/office/officeart/2005/8/layout/orgChart1"/>
    <dgm:cxn modelId="{0E98C2DC-79A3-4DFE-96E1-ACE08D1D3266}" type="presParOf" srcId="{BAACD408-B096-4219-B995-CBE13FEF9E0C}" destId="{25DCDDB0-7223-429E-8111-32F0DC3DFAA9}" srcOrd="1" destOrd="0" presId="urn:microsoft.com/office/officeart/2005/8/layout/orgChart1"/>
    <dgm:cxn modelId="{527FDC1C-9B3E-43E5-A5D2-FC177FC75CD7}" type="presParOf" srcId="{BAACD408-B096-4219-B995-CBE13FEF9E0C}" destId="{91C4CFE2-D764-43CD-B65A-522F70B2D2C2}" srcOrd="2" destOrd="0" presId="urn:microsoft.com/office/officeart/2005/8/layout/orgChart1"/>
    <dgm:cxn modelId="{76F9F44D-A2A1-49BA-A137-8362DFB036D7}" type="presParOf" srcId="{21DB5F9D-117E-4396-A921-BD0D18829365}" destId="{EFAB8F0C-B50C-4110-92BD-83EFA04F2A3D}" srcOrd="6" destOrd="0" presId="urn:microsoft.com/office/officeart/2005/8/layout/orgChart1"/>
    <dgm:cxn modelId="{35173F26-A2A6-47CB-BCBA-8B4C45783127}" type="presParOf" srcId="{21DB5F9D-117E-4396-A921-BD0D18829365}" destId="{A5B3533E-C7CF-46F3-81CA-B527422E6570}" srcOrd="7" destOrd="0" presId="urn:microsoft.com/office/officeart/2005/8/layout/orgChart1"/>
    <dgm:cxn modelId="{4C2AD776-D0CE-461A-887D-7E2FE1549AAD}" type="presParOf" srcId="{A5B3533E-C7CF-46F3-81CA-B527422E6570}" destId="{7D9836D0-FEAF-45C5-96B9-BF85B4C5E630}" srcOrd="0" destOrd="0" presId="urn:microsoft.com/office/officeart/2005/8/layout/orgChart1"/>
    <dgm:cxn modelId="{28D5A8E2-D632-430F-888B-35A807C046E0}" type="presParOf" srcId="{7D9836D0-FEAF-45C5-96B9-BF85B4C5E630}" destId="{2907B370-BA96-40F4-A66F-C111E7FDFAAE}" srcOrd="0" destOrd="0" presId="urn:microsoft.com/office/officeart/2005/8/layout/orgChart1"/>
    <dgm:cxn modelId="{0ABF3DD6-7331-4D8B-8487-5FA3BD1AA351}" type="presParOf" srcId="{7D9836D0-FEAF-45C5-96B9-BF85B4C5E630}" destId="{10E23348-0F19-4FD3-A71D-F48223639FF9}" srcOrd="1" destOrd="0" presId="urn:microsoft.com/office/officeart/2005/8/layout/orgChart1"/>
    <dgm:cxn modelId="{32C3F25C-8C07-4CFB-8A0B-C2F150DC5C4C}" type="presParOf" srcId="{A5B3533E-C7CF-46F3-81CA-B527422E6570}" destId="{3D69BB98-EFF5-452C-9AC5-11BC881590C9}" srcOrd="1" destOrd="0" presId="urn:microsoft.com/office/officeart/2005/8/layout/orgChart1"/>
    <dgm:cxn modelId="{87C8BA56-970B-45AC-96D9-050CFEC64A4C}" type="presParOf" srcId="{A5B3533E-C7CF-46F3-81CA-B527422E6570}" destId="{7F0430B4-7899-4BA1-A17D-366D05A80803}" srcOrd="2" destOrd="0" presId="urn:microsoft.com/office/officeart/2005/8/layout/orgChart1"/>
    <dgm:cxn modelId="{EC1DFC53-FE19-4861-8387-DBE9AED37175}" type="presParOf" srcId="{EA46275C-D34E-4970-A919-7FB5FB0D832D}" destId="{97D7E093-B9EA-413B-A30F-D5DDB8799B63}" srcOrd="2" destOrd="0" presId="urn:microsoft.com/office/officeart/2005/8/layout/orgChart1"/>
    <dgm:cxn modelId="{7A5C2AAE-8A14-4CF8-8638-ECC9C6BEFC1C}" type="presParOf" srcId="{CC41FF8D-2066-47C2-B982-E49AEB8BA42A}" destId="{DBB6250D-A994-4B68-83F5-3A299E01BCF0}" srcOrd="4" destOrd="0" presId="urn:microsoft.com/office/officeart/2005/8/layout/orgChart1"/>
    <dgm:cxn modelId="{EFC5DA1B-9A96-4BCD-891D-4D816598C5AA}" type="presParOf" srcId="{CC41FF8D-2066-47C2-B982-E49AEB8BA42A}" destId="{7C3751AC-154A-4B83-86C4-3179D2CC195A}" srcOrd="5" destOrd="0" presId="urn:microsoft.com/office/officeart/2005/8/layout/orgChart1"/>
    <dgm:cxn modelId="{EB3FD401-555A-49AF-A8A5-59E45A628466}" type="presParOf" srcId="{7C3751AC-154A-4B83-86C4-3179D2CC195A}" destId="{46E2E3C6-D8C5-40B9-98A1-533B92BF7BB4}" srcOrd="0" destOrd="0" presId="urn:microsoft.com/office/officeart/2005/8/layout/orgChart1"/>
    <dgm:cxn modelId="{D43D2066-B371-4720-B3FD-A81ADE345EED}" type="presParOf" srcId="{46E2E3C6-D8C5-40B9-98A1-533B92BF7BB4}" destId="{143639B3-181C-491B-A515-4BAB93604BCB}" srcOrd="0" destOrd="0" presId="urn:microsoft.com/office/officeart/2005/8/layout/orgChart1"/>
    <dgm:cxn modelId="{EF75D141-6609-419E-A01D-AF34FFA02B29}" type="presParOf" srcId="{46E2E3C6-D8C5-40B9-98A1-533B92BF7BB4}" destId="{F76DCC48-5560-4BD5-AD58-0C6CED22E5B3}" srcOrd="1" destOrd="0" presId="urn:microsoft.com/office/officeart/2005/8/layout/orgChart1"/>
    <dgm:cxn modelId="{CDC035D0-2603-4BF0-901E-F25F90A39FAC}" type="presParOf" srcId="{7C3751AC-154A-4B83-86C4-3179D2CC195A}" destId="{54D71075-D9F2-4A86-BAD0-9859B2512DDE}" srcOrd="1" destOrd="0" presId="urn:microsoft.com/office/officeart/2005/8/layout/orgChart1"/>
    <dgm:cxn modelId="{F632B700-3D7F-4596-9869-010B3FC30F3F}" type="presParOf" srcId="{54D71075-D9F2-4A86-BAD0-9859B2512DDE}" destId="{ED858471-3416-48AF-94C0-257C660D6C30}" srcOrd="0" destOrd="0" presId="urn:microsoft.com/office/officeart/2005/8/layout/orgChart1"/>
    <dgm:cxn modelId="{6F11BE8E-5483-4885-A542-5BC1F1DA640B}" type="presParOf" srcId="{54D71075-D9F2-4A86-BAD0-9859B2512DDE}" destId="{81F929DC-36A8-4ACF-8D49-7570E547CB89}" srcOrd="1" destOrd="0" presId="urn:microsoft.com/office/officeart/2005/8/layout/orgChart1"/>
    <dgm:cxn modelId="{1651F084-D40D-4C63-8EB9-DCBDAF153D99}" type="presParOf" srcId="{81F929DC-36A8-4ACF-8D49-7570E547CB89}" destId="{A78C8B0B-8569-41EB-ACA9-0A7D6C75355C}" srcOrd="0" destOrd="0" presId="urn:microsoft.com/office/officeart/2005/8/layout/orgChart1"/>
    <dgm:cxn modelId="{1C54E71E-C4EB-40F9-9C56-B72708AE17A4}" type="presParOf" srcId="{A78C8B0B-8569-41EB-ACA9-0A7D6C75355C}" destId="{30523AB1-C99C-444B-AA4F-1E73092027E9}" srcOrd="0" destOrd="0" presId="urn:microsoft.com/office/officeart/2005/8/layout/orgChart1"/>
    <dgm:cxn modelId="{E9F370E6-5C17-4AAF-9CCC-461C289E5ACA}" type="presParOf" srcId="{A78C8B0B-8569-41EB-ACA9-0A7D6C75355C}" destId="{D5FDDBA5-CDD5-4793-84B5-CD9B98911702}" srcOrd="1" destOrd="0" presId="urn:microsoft.com/office/officeart/2005/8/layout/orgChart1"/>
    <dgm:cxn modelId="{BDE8C7E0-7DCD-4887-9B7E-44F655D3D6E3}" type="presParOf" srcId="{81F929DC-36A8-4ACF-8D49-7570E547CB89}" destId="{590501E3-6000-4C9A-99FD-C032933B1059}" srcOrd="1" destOrd="0" presId="urn:microsoft.com/office/officeart/2005/8/layout/orgChart1"/>
    <dgm:cxn modelId="{A41EABE9-AD57-4C64-AB69-378C3BA3263B}" type="presParOf" srcId="{81F929DC-36A8-4ACF-8D49-7570E547CB89}" destId="{E2237E00-27D8-48FE-921B-A3E617074DE2}" srcOrd="2" destOrd="0" presId="urn:microsoft.com/office/officeart/2005/8/layout/orgChart1"/>
    <dgm:cxn modelId="{7C95AA8A-4854-4D4C-BF8A-16C50FDD1DB3}" type="presParOf" srcId="{54D71075-D9F2-4A86-BAD0-9859B2512DDE}" destId="{FC66A192-41BF-4B05-9C2B-3184310FF5C6}" srcOrd="2" destOrd="0" presId="urn:microsoft.com/office/officeart/2005/8/layout/orgChart1"/>
    <dgm:cxn modelId="{F284B91B-F0EB-4D0E-935F-CEA28CC1CC24}" type="presParOf" srcId="{54D71075-D9F2-4A86-BAD0-9859B2512DDE}" destId="{9DAC2D16-7E45-40EA-A631-ADEF7ACF9061}" srcOrd="3" destOrd="0" presId="urn:microsoft.com/office/officeart/2005/8/layout/orgChart1"/>
    <dgm:cxn modelId="{2C479C88-4808-4D7F-86A7-19170E4BC3CD}" type="presParOf" srcId="{9DAC2D16-7E45-40EA-A631-ADEF7ACF9061}" destId="{B46A1F57-C788-4C8D-A2E5-6258F3978371}" srcOrd="0" destOrd="0" presId="urn:microsoft.com/office/officeart/2005/8/layout/orgChart1"/>
    <dgm:cxn modelId="{7A46CABE-5CD6-4F17-B47A-1A467A2527B6}" type="presParOf" srcId="{B46A1F57-C788-4C8D-A2E5-6258F3978371}" destId="{72CEFB75-59D1-4656-8F8B-120522C92D35}" srcOrd="0" destOrd="0" presId="urn:microsoft.com/office/officeart/2005/8/layout/orgChart1"/>
    <dgm:cxn modelId="{6D5385CC-F849-4A41-9745-EBCE28A26183}" type="presParOf" srcId="{B46A1F57-C788-4C8D-A2E5-6258F3978371}" destId="{9403F216-2E13-4D0E-80E9-D493615283DE}" srcOrd="1" destOrd="0" presId="urn:microsoft.com/office/officeart/2005/8/layout/orgChart1"/>
    <dgm:cxn modelId="{E83D0D1C-FDBE-41D9-A522-26F2B8A80B01}" type="presParOf" srcId="{9DAC2D16-7E45-40EA-A631-ADEF7ACF9061}" destId="{7CEBB6BA-F632-432C-9EB0-7B69559DBB2F}" srcOrd="1" destOrd="0" presId="urn:microsoft.com/office/officeart/2005/8/layout/orgChart1"/>
    <dgm:cxn modelId="{CFFB9210-351A-4BAF-941C-5FF8D2B97B32}" type="presParOf" srcId="{9DAC2D16-7E45-40EA-A631-ADEF7ACF9061}" destId="{724760C5-47ED-4054-B00A-7E24FEBA4ACF}" srcOrd="2" destOrd="0" presId="urn:microsoft.com/office/officeart/2005/8/layout/orgChart1"/>
    <dgm:cxn modelId="{8E1FFF85-5BD1-4127-904C-7D1643CFC9D3}" type="presParOf" srcId="{7C3751AC-154A-4B83-86C4-3179D2CC195A}" destId="{E9CFFC85-30A2-4189-8956-70EF4403155E}" srcOrd="2" destOrd="0" presId="urn:microsoft.com/office/officeart/2005/8/layout/orgChart1"/>
    <dgm:cxn modelId="{BE57C796-B56D-4AB6-82DC-C817E3F63D98}" type="presParOf" srcId="{CC41FF8D-2066-47C2-B982-E49AEB8BA42A}" destId="{06DDBB38-68F0-4317-9F77-306B5A4D0568}" srcOrd="6" destOrd="0" presId="urn:microsoft.com/office/officeart/2005/8/layout/orgChart1"/>
    <dgm:cxn modelId="{BC62C4C2-855E-42F6-8A91-46C812592A99}" type="presParOf" srcId="{CC41FF8D-2066-47C2-B982-E49AEB8BA42A}" destId="{FCC89F73-75CB-4B04-8C24-E0C03F7FCC98}" srcOrd="7" destOrd="0" presId="urn:microsoft.com/office/officeart/2005/8/layout/orgChart1"/>
    <dgm:cxn modelId="{245627E6-4ECE-4534-A614-89D0E1CAF88A}" type="presParOf" srcId="{FCC89F73-75CB-4B04-8C24-E0C03F7FCC98}" destId="{51303DA3-8908-436D-83CD-FD00C3ED8F56}" srcOrd="0" destOrd="0" presId="urn:microsoft.com/office/officeart/2005/8/layout/orgChart1"/>
    <dgm:cxn modelId="{D0B44341-2A31-490C-8683-522872E7F3BD}" type="presParOf" srcId="{51303DA3-8908-436D-83CD-FD00C3ED8F56}" destId="{C1E13093-8BD2-473F-9131-948EED45B322}" srcOrd="0" destOrd="0" presId="urn:microsoft.com/office/officeart/2005/8/layout/orgChart1"/>
    <dgm:cxn modelId="{FB105CA0-AE1A-4B50-AF6A-B110533F770D}" type="presParOf" srcId="{51303DA3-8908-436D-83CD-FD00C3ED8F56}" destId="{5CC39CA2-13D2-4B46-934E-C03FE919297A}" srcOrd="1" destOrd="0" presId="urn:microsoft.com/office/officeart/2005/8/layout/orgChart1"/>
    <dgm:cxn modelId="{A011C659-23D0-457C-A337-C52626A2E5FE}" type="presParOf" srcId="{FCC89F73-75CB-4B04-8C24-E0C03F7FCC98}" destId="{932F9BBB-7364-461A-88DE-5DC2C9AE7C59}" srcOrd="1" destOrd="0" presId="urn:microsoft.com/office/officeart/2005/8/layout/orgChart1"/>
    <dgm:cxn modelId="{5BABD74C-9BF3-4128-B0A6-FC7DC6F0B4FD}" type="presParOf" srcId="{932F9BBB-7364-461A-88DE-5DC2C9AE7C59}" destId="{54004330-659C-421A-AA00-2A60A650D1AA}" srcOrd="0" destOrd="0" presId="urn:microsoft.com/office/officeart/2005/8/layout/orgChart1"/>
    <dgm:cxn modelId="{BAAC2F3E-0B87-441C-A111-7F2AF6EAC334}" type="presParOf" srcId="{932F9BBB-7364-461A-88DE-5DC2C9AE7C59}" destId="{16181FE0-8A53-4C08-BF65-5F964ADA93D5}" srcOrd="1" destOrd="0" presId="urn:microsoft.com/office/officeart/2005/8/layout/orgChart1"/>
    <dgm:cxn modelId="{15C64B89-0870-4A64-9016-8BA0A9BC863B}" type="presParOf" srcId="{16181FE0-8A53-4C08-BF65-5F964ADA93D5}" destId="{99625B65-92C7-4F58-A9CB-76B678225743}" srcOrd="0" destOrd="0" presId="urn:microsoft.com/office/officeart/2005/8/layout/orgChart1"/>
    <dgm:cxn modelId="{B05C30EC-8A6F-4DBC-9A4A-67CC1A7701C2}" type="presParOf" srcId="{99625B65-92C7-4F58-A9CB-76B678225743}" destId="{71CFB7A4-87DA-4816-B7A4-500ED09ACC80}" srcOrd="0" destOrd="0" presId="urn:microsoft.com/office/officeart/2005/8/layout/orgChart1"/>
    <dgm:cxn modelId="{5CD99583-E460-4803-BCBF-FAC538D8C950}" type="presParOf" srcId="{99625B65-92C7-4F58-A9CB-76B678225743}" destId="{B53B0E2E-0C65-44C5-B0FD-F7C54A95DCE9}" srcOrd="1" destOrd="0" presId="urn:microsoft.com/office/officeart/2005/8/layout/orgChart1"/>
    <dgm:cxn modelId="{999E163C-2927-42B0-B486-C5BC4E958113}" type="presParOf" srcId="{16181FE0-8A53-4C08-BF65-5F964ADA93D5}" destId="{158C8836-73E3-4330-BD57-40A5FB8B7D13}" srcOrd="1" destOrd="0" presId="urn:microsoft.com/office/officeart/2005/8/layout/orgChart1"/>
    <dgm:cxn modelId="{778BD204-F58F-423F-BCFA-D34591A136D7}" type="presParOf" srcId="{16181FE0-8A53-4C08-BF65-5F964ADA93D5}" destId="{A9099310-4F36-4C40-8C0A-94504608D6A4}" srcOrd="2" destOrd="0" presId="urn:microsoft.com/office/officeart/2005/8/layout/orgChart1"/>
    <dgm:cxn modelId="{57DE6238-D528-4C8A-9EBD-30D13A79180E}" type="presParOf" srcId="{932F9BBB-7364-461A-88DE-5DC2C9AE7C59}" destId="{E6D3E7C7-5F9F-4403-A4C8-CCABCA206563}" srcOrd="2" destOrd="0" presId="urn:microsoft.com/office/officeart/2005/8/layout/orgChart1"/>
    <dgm:cxn modelId="{DBDE9DB9-7C25-4BC5-8330-708B0C13348D}" type="presParOf" srcId="{932F9BBB-7364-461A-88DE-5DC2C9AE7C59}" destId="{20722B81-EAAC-4468-A8EC-1205D8353D67}" srcOrd="3" destOrd="0" presId="urn:microsoft.com/office/officeart/2005/8/layout/orgChart1"/>
    <dgm:cxn modelId="{CBBED226-2F86-416A-A1F4-1A88D9416457}" type="presParOf" srcId="{20722B81-EAAC-4468-A8EC-1205D8353D67}" destId="{0947A841-917C-4819-9955-66E1076B8159}" srcOrd="0" destOrd="0" presId="urn:microsoft.com/office/officeart/2005/8/layout/orgChart1"/>
    <dgm:cxn modelId="{3FFE0C07-18C8-4CC7-9ED3-3B28A6E92894}" type="presParOf" srcId="{0947A841-917C-4819-9955-66E1076B8159}" destId="{EE5463CD-2007-41E8-A571-D5AD678DE2DA}" srcOrd="0" destOrd="0" presId="urn:microsoft.com/office/officeart/2005/8/layout/orgChart1"/>
    <dgm:cxn modelId="{0795FDA1-542F-4D8C-BC10-D5EBE5883496}" type="presParOf" srcId="{0947A841-917C-4819-9955-66E1076B8159}" destId="{47C6E814-4F2F-417A-8A11-D51E33E75DBC}" srcOrd="1" destOrd="0" presId="urn:microsoft.com/office/officeart/2005/8/layout/orgChart1"/>
    <dgm:cxn modelId="{8645B8A4-E361-4464-B1F3-8E4856830B5B}" type="presParOf" srcId="{20722B81-EAAC-4468-A8EC-1205D8353D67}" destId="{B33645CA-D93C-4663-BAB0-666B6DA1E7B0}" srcOrd="1" destOrd="0" presId="urn:microsoft.com/office/officeart/2005/8/layout/orgChart1"/>
    <dgm:cxn modelId="{2B949F83-AB4F-4207-9DF6-9413C1A5C470}" type="presParOf" srcId="{20722B81-EAAC-4468-A8EC-1205D8353D67}" destId="{31878899-4B56-4C7F-8016-4BD8794BA1B6}" srcOrd="2" destOrd="0" presId="urn:microsoft.com/office/officeart/2005/8/layout/orgChart1"/>
    <dgm:cxn modelId="{3F7F6A6C-B28F-468B-8BD6-813433932E19}" type="presParOf" srcId="{932F9BBB-7364-461A-88DE-5DC2C9AE7C59}" destId="{C8C37B1E-7897-4E09-B59D-DF81792129F6}" srcOrd="4" destOrd="0" presId="urn:microsoft.com/office/officeart/2005/8/layout/orgChart1"/>
    <dgm:cxn modelId="{D8B6DF84-7764-4CAC-B7D7-F5E59E3717DA}" type="presParOf" srcId="{932F9BBB-7364-461A-88DE-5DC2C9AE7C59}" destId="{42D4D324-508C-4D7E-B150-8078DAC1CE38}" srcOrd="5" destOrd="0" presId="urn:microsoft.com/office/officeart/2005/8/layout/orgChart1"/>
    <dgm:cxn modelId="{51E91556-48F2-4E54-85FC-86F729099F78}" type="presParOf" srcId="{42D4D324-508C-4D7E-B150-8078DAC1CE38}" destId="{6CD8C304-11B9-4BF1-AEAB-608720262554}" srcOrd="0" destOrd="0" presId="urn:microsoft.com/office/officeart/2005/8/layout/orgChart1"/>
    <dgm:cxn modelId="{F2F77274-C267-4015-9DBF-8078BE909F99}" type="presParOf" srcId="{6CD8C304-11B9-4BF1-AEAB-608720262554}" destId="{1EDDC4A0-7BC2-483A-84BD-549CE25340AD}" srcOrd="0" destOrd="0" presId="urn:microsoft.com/office/officeart/2005/8/layout/orgChart1"/>
    <dgm:cxn modelId="{E9D96312-522C-4A1F-817C-13CCCF4A24B9}" type="presParOf" srcId="{6CD8C304-11B9-4BF1-AEAB-608720262554}" destId="{23984141-AD1C-4E04-AE34-10AE7E9078D3}" srcOrd="1" destOrd="0" presId="urn:microsoft.com/office/officeart/2005/8/layout/orgChart1"/>
    <dgm:cxn modelId="{5B06B559-28A6-4B56-A626-C83E8EC25FAA}" type="presParOf" srcId="{42D4D324-508C-4D7E-B150-8078DAC1CE38}" destId="{924BF449-97E6-4E2C-824D-88093D36A425}" srcOrd="1" destOrd="0" presId="urn:microsoft.com/office/officeart/2005/8/layout/orgChart1"/>
    <dgm:cxn modelId="{97EC5376-B131-40CE-AC2F-FF3904A64D7C}" type="presParOf" srcId="{42D4D324-508C-4D7E-B150-8078DAC1CE38}" destId="{15A9E67C-CF04-4FCE-810D-DC675941C07F}" srcOrd="2" destOrd="0" presId="urn:microsoft.com/office/officeart/2005/8/layout/orgChart1"/>
    <dgm:cxn modelId="{BA4C25AC-1699-4B73-B342-120C2587366D}" type="presParOf" srcId="{932F9BBB-7364-461A-88DE-5DC2C9AE7C59}" destId="{20C4DE16-1EA8-4E66-8AE0-84BB1C2EADBB}" srcOrd="6" destOrd="0" presId="urn:microsoft.com/office/officeart/2005/8/layout/orgChart1"/>
    <dgm:cxn modelId="{3EF721A9-B08A-4DA8-8E73-0A9712D174F5}" type="presParOf" srcId="{932F9BBB-7364-461A-88DE-5DC2C9AE7C59}" destId="{2B8B302C-6148-4854-91B0-36366B172028}" srcOrd="7" destOrd="0" presId="urn:microsoft.com/office/officeart/2005/8/layout/orgChart1"/>
    <dgm:cxn modelId="{9C03BB36-D313-4CCA-8991-22E8CFE7FEEF}" type="presParOf" srcId="{2B8B302C-6148-4854-91B0-36366B172028}" destId="{AA5456AE-F2DB-4FCB-8186-4012573FCCB6}" srcOrd="0" destOrd="0" presId="urn:microsoft.com/office/officeart/2005/8/layout/orgChart1"/>
    <dgm:cxn modelId="{42656AAE-89E9-4C6C-A242-B49B9A3E2226}" type="presParOf" srcId="{AA5456AE-F2DB-4FCB-8186-4012573FCCB6}" destId="{FFA1E627-6ECF-472E-955E-042FC44114FE}" srcOrd="0" destOrd="0" presId="urn:microsoft.com/office/officeart/2005/8/layout/orgChart1"/>
    <dgm:cxn modelId="{61A7C997-F1B4-4784-985C-305E0B1BF0AA}" type="presParOf" srcId="{AA5456AE-F2DB-4FCB-8186-4012573FCCB6}" destId="{34D520C3-DBFC-474E-90A9-03EBD3AAA234}" srcOrd="1" destOrd="0" presId="urn:microsoft.com/office/officeart/2005/8/layout/orgChart1"/>
    <dgm:cxn modelId="{CD544DEB-FDA7-4643-B3ED-B8589A605E34}" type="presParOf" srcId="{2B8B302C-6148-4854-91B0-36366B172028}" destId="{194BB7B6-48C8-46DC-A361-1F350D5FD829}" srcOrd="1" destOrd="0" presId="urn:microsoft.com/office/officeart/2005/8/layout/orgChart1"/>
    <dgm:cxn modelId="{FBD0888E-8F3A-4967-B397-3340AF69D08E}" type="presParOf" srcId="{2B8B302C-6148-4854-91B0-36366B172028}" destId="{11F18250-DC48-4873-9610-4193E3DF3827}" srcOrd="2" destOrd="0" presId="urn:microsoft.com/office/officeart/2005/8/layout/orgChart1"/>
    <dgm:cxn modelId="{895BC200-20C1-4689-B304-78AC22410094}" type="presParOf" srcId="{932F9BBB-7364-461A-88DE-5DC2C9AE7C59}" destId="{0CB1DD64-8E2B-4213-A922-5172F8217136}" srcOrd="8" destOrd="0" presId="urn:microsoft.com/office/officeart/2005/8/layout/orgChart1"/>
    <dgm:cxn modelId="{E5FDFCC7-2F5B-41EF-85ED-CDEE32E34AAC}" type="presParOf" srcId="{932F9BBB-7364-461A-88DE-5DC2C9AE7C59}" destId="{23B7D01B-CA4F-4959-AB48-7B5B38671C7B}" srcOrd="9" destOrd="0" presId="urn:microsoft.com/office/officeart/2005/8/layout/orgChart1"/>
    <dgm:cxn modelId="{8B82AF27-4183-4D0F-8726-36B2434A07C1}" type="presParOf" srcId="{23B7D01B-CA4F-4959-AB48-7B5B38671C7B}" destId="{E432C062-C46B-4E46-87A2-1328049E542F}" srcOrd="0" destOrd="0" presId="urn:microsoft.com/office/officeart/2005/8/layout/orgChart1"/>
    <dgm:cxn modelId="{047834FD-9DA1-4127-977C-A67F8C3A5992}" type="presParOf" srcId="{E432C062-C46B-4E46-87A2-1328049E542F}" destId="{E80ABF54-4110-4F22-9DD1-B401D5DCF6B9}" srcOrd="0" destOrd="0" presId="urn:microsoft.com/office/officeart/2005/8/layout/orgChart1"/>
    <dgm:cxn modelId="{D99BCA13-23C6-42E6-B8C8-8D93326995AD}" type="presParOf" srcId="{E432C062-C46B-4E46-87A2-1328049E542F}" destId="{FD14E017-8EAE-4903-921F-1F033F35CD4E}" srcOrd="1" destOrd="0" presId="urn:microsoft.com/office/officeart/2005/8/layout/orgChart1"/>
    <dgm:cxn modelId="{804BBD48-AB3B-4435-A9B6-A0D5A5C740AA}" type="presParOf" srcId="{23B7D01B-CA4F-4959-AB48-7B5B38671C7B}" destId="{F90B8D6E-A517-47F3-93A8-7CD8A73C07C2}" srcOrd="1" destOrd="0" presId="urn:microsoft.com/office/officeart/2005/8/layout/orgChart1"/>
    <dgm:cxn modelId="{5B14D06E-2041-4CB4-99A8-67AA76676DAA}" type="presParOf" srcId="{23B7D01B-CA4F-4959-AB48-7B5B38671C7B}" destId="{303A026D-4929-4BDA-9B2C-FDAE03F53E52}" srcOrd="2" destOrd="0" presId="urn:microsoft.com/office/officeart/2005/8/layout/orgChart1"/>
    <dgm:cxn modelId="{B39CAB61-A962-45C8-AC34-0195A36C8CB5}" type="presParOf" srcId="{FCC89F73-75CB-4B04-8C24-E0C03F7FCC98}" destId="{95D487BC-91A7-450C-9E4C-F5D38D84DFBD}" srcOrd="2" destOrd="0" presId="urn:microsoft.com/office/officeart/2005/8/layout/orgChart1"/>
    <dgm:cxn modelId="{AA0A0F31-B97B-4E94-B271-D3F7319F86E4}" type="presParOf" srcId="{5020A7F2-D507-45EE-A895-2DBC7AC3D771}" destId="{2409E2CD-8A3D-4025-AF35-FDAFA4476D46}" srcOrd="2" destOrd="0" presId="urn:microsoft.com/office/officeart/2005/8/layout/orgChart1"/>
  </dgm:cxnLst>
  <dgm:bg/>
  <dgm:whole>
    <a:ln>
      <a:solidFill>
        <a:schemeClr val="bg1">
          <a:lumMod val="50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780E2C17-7959-4BE4-B5B9-2AF6E7CE28C3}">
      <dgm:prSet custT="1"/>
      <dgm:spPr/>
      <dgm:t>
        <a:bodyPr/>
        <a:lstStyle/>
        <a:p>
          <a:pPr algn="ctr"/>
          <a:r>
            <a:rPr lang="en-US" sz="1400" noProof="0" dirty="0"/>
            <a:t>Project cost</a:t>
          </a:r>
        </a:p>
      </dgm:t>
    </dgm:pt>
    <dgm:pt modelId="{2512B4B8-6636-4906-9597-60AD45FC6AB8}" type="parTrans" cxnId="{D3C15631-C6AA-431A-8019-B6CB89E454D1}">
      <dgm:prSet/>
      <dgm:spPr/>
      <dgm:t>
        <a:bodyPr/>
        <a:lstStyle/>
        <a:p>
          <a:pPr algn="ctr"/>
          <a:endParaRPr lang="en-US" sz="2000" noProof="0"/>
        </a:p>
      </dgm:t>
    </dgm:pt>
    <dgm:pt modelId="{DBC20B37-8FA3-4069-9306-016BCE515DEB}" type="sibTrans" cxnId="{D3C15631-C6AA-431A-8019-B6CB89E454D1}">
      <dgm:prSet/>
      <dgm:spPr/>
      <dgm:t>
        <a:bodyPr/>
        <a:lstStyle/>
        <a:p>
          <a:pPr algn="ctr"/>
          <a:endParaRPr lang="en-US" sz="2000" noProof="0"/>
        </a:p>
      </dgm:t>
    </dgm:pt>
    <dgm:pt modelId="{82515DFC-9938-4C9D-833B-D7B6FE74F3D6}">
      <dgm:prSet custT="1"/>
      <dgm:spPr>
        <a:solidFill>
          <a:schemeClr val="bg1">
            <a:lumMod val="85000"/>
          </a:schemeClr>
        </a:solidFill>
      </dgm:spPr>
      <dgm:t>
        <a:bodyPr/>
        <a:lstStyle/>
        <a:p>
          <a:pPr algn="ctr"/>
          <a:r>
            <a:rPr lang="en-US" sz="1400" noProof="0" dirty="0"/>
            <a:t>Project management </a:t>
          </a:r>
        </a:p>
      </dgm:t>
    </dgm:pt>
    <dgm:pt modelId="{81AD3CE4-69FA-4B9E-BB3B-4FF1EB31E2BF}" type="parTrans" cxnId="{544C879F-65F0-46A5-B7C0-8D1A458F62F9}">
      <dgm:prSet/>
      <dgm:spPr/>
      <dgm:t>
        <a:bodyPr/>
        <a:lstStyle/>
        <a:p>
          <a:pPr algn="ctr"/>
          <a:endParaRPr lang="en-US" sz="2000" noProof="0"/>
        </a:p>
      </dgm:t>
    </dgm:pt>
    <dgm:pt modelId="{3ABDE96B-50C5-4FE4-A81A-4FB2FAAAAFA5}" type="sibTrans" cxnId="{544C879F-65F0-46A5-B7C0-8D1A458F62F9}">
      <dgm:prSet/>
      <dgm:spPr/>
      <dgm:t>
        <a:bodyPr/>
        <a:lstStyle/>
        <a:p>
          <a:pPr algn="ctr"/>
          <a:endParaRPr lang="en-US" sz="2000" noProof="0"/>
        </a:p>
      </dgm:t>
    </dgm:pt>
    <dgm:pt modelId="{1C76DC10-B192-4CB8-BDD4-43D705326175}">
      <dgm:prSet custT="1"/>
      <dgm:spPr>
        <a:solidFill>
          <a:schemeClr val="bg1">
            <a:lumMod val="85000"/>
          </a:schemeClr>
        </a:solidFill>
      </dgm:spPr>
      <dgm:t>
        <a:bodyPr/>
        <a:lstStyle/>
        <a:p>
          <a:pPr algn="ctr"/>
          <a:r>
            <a:rPr lang="en-US" sz="1400" noProof="0" dirty="0"/>
            <a:t>Development</a:t>
          </a:r>
        </a:p>
      </dgm:t>
    </dgm:pt>
    <dgm:pt modelId="{9B6515FC-BAB6-49BD-B614-8D99B5FBDBDE}" type="parTrans" cxnId="{49F84BCF-56D4-4716-881A-8D03E4FD0021}">
      <dgm:prSet/>
      <dgm:spPr/>
      <dgm:t>
        <a:bodyPr/>
        <a:lstStyle/>
        <a:p>
          <a:pPr algn="ctr"/>
          <a:endParaRPr lang="en-US" sz="2000" noProof="0"/>
        </a:p>
      </dgm:t>
    </dgm:pt>
    <dgm:pt modelId="{0F91D73B-DCE4-4F8F-9696-95E8CA55567C}" type="sibTrans" cxnId="{49F84BCF-56D4-4716-881A-8D03E4FD0021}">
      <dgm:prSet/>
      <dgm:spPr/>
      <dgm:t>
        <a:bodyPr/>
        <a:lstStyle/>
        <a:p>
          <a:pPr algn="ctr"/>
          <a:endParaRPr lang="en-US" sz="2000" noProof="0"/>
        </a:p>
      </dgm:t>
    </dgm:pt>
    <dgm:pt modelId="{22AAB52A-F50E-450E-A45B-AA76C6E60155}">
      <dgm:prSet custT="1"/>
      <dgm:spPr>
        <a:solidFill>
          <a:schemeClr val="bg1">
            <a:lumMod val="85000"/>
          </a:schemeClr>
        </a:solidFill>
      </dgm:spPr>
      <dgm:t>
        <a:bodyPr/>
        <a:lstStyle/>
        <a:p>
          <a:pPr algn="ctr"/>
          <a:r>
            <a:rPr lang="en-US" sz="1400" noProof="0" dirty="0"/>
            <a:t>Software Project</a:t>
          </a:r>
        </a:p>
      </dgm:t>
    </dgm:pt>
    <dgm:pt modelId="{111B3508-DF67-4D45-82A6-7B60B4D41864}" type="parTrans" cxnId="{AEC67096-20FC-480D-97F0-F2F564BD9E8A}">
      <dgm:prSet/>
      <dgm:spPr/>
      <dgm:t>
        <a:bodyPr/>
        <a:lstStyle/>
        <a:p>
          <a:pPr algn="ctr"/>
          <a:endParaRPr lang="en-US" sz="2000" noProof="0"/>
        </a:p>
      </dgm:t>
    </dgm:pt>
    <dgm:pt modelId="{773A98D1-1721-4740-BBBC-EE4ECE532058}" type="sibTrans" cxnId="{AEC67096-20FC-480D-97F0-F2F564BD9E8A}">
      <dgm:prSet/>
      <dgm:spPr/>
      <dgm:t>
        <a:bodyPr/>
        <a:lstStyle/>
        <a:p>
          <a:pPr algn="ctr"/>
          <a:endParaRPr lang="en-US" sz="2000" noProof="0"/>
        </a:p>
      </dgm:t>
    </dgm:pt>
    <dgm:pt modelId="{78C4697E-42E3-4CD6-8626-1B95ABCFBAEE}">
      <dgm:prSet custT="1"/>
      <dgm:spPr>
        <a:solidFill>
          <a:schemeClr val="bg1">
            <a:lumMod val="85000"/>
          </a:schemeClr>
        </a:solidFill>
      </dgm:spPr>
      <dgm:t>
        <a:bodyPr/>
        <a:lstStyle/>
        <a:p>
          <a:pPr algn="ctr"/>
          <a:r>
            <a:rPr lang="en-US" sz="1400" noProof="0" dirty="0"/>
            <a:t>System Test</a:t>
          </a:r>
        </a:p>
      </dgm:t>
    </dgm:pt>
    <dgm:pt modelId="{8A2823D3-0319-40D7-99A2-677B9C1E7C97}" type="parTrans" cxnId="{4A4426A8-2F36-4935-9726-DFCE8F41E836}">
      <dgm:prSet/>
      <dgm:spPr/>
      <dgm:t>
        <a:bodyPr/>
        <a:lstStyle/>
        <a:p>
          <a:pPr algn="ctr"/>
          <a:endParaRPr lang="en-US" sz="2000" noProof="0"/>
        </a:p>
      </dgm:t>
    </dgm:pt>
    <dgm:pt modelId="{E49278E8-4C74-4CB2-80A2-3456757BC598}" type="sibTrans" cxnId="{4A4426A8-2F36-4935-9726-DFCE8F41E836}">
      <dgm:prSet/>
      <dgm:spPr/>
      <dgm:t>
        <a:bodyPr/>
        <a:lstStyle/>
        <a:p>
          <a:pPr algn="ctr"/>
          <a:endParaRPr lang="en-US" sz="2000" noProof="0"/>
        </a:p>
      </dgm:t>
    </dgm:pt>
    <dgm:pt modelId="{8423AC5B-65BB-44BA-85C8-B8F2C1D799F9}">
      <dgm:prSet custT="1"/>
      <dgm:spPr>
        <a:solidFill>
          <a:schemeClr val="bg1">
            <a:lumMod val="85000"/>
          </a:schemeClr>
        </a:solidFill>
      </dgm:spPr>
      <dgm:t>
        <a:bodyPr/>
        <a:lstStyle/>
        <a:p>
          <a:pPr algn="ctr"/>
          <a:r>
            <a:rPr lang="en-US" sz="1400" noProof="0" dirty="0"/>
            <a:t>Analysis (modelling) </a:t>
          </a:r>
        </a:p>
      </dgm:t>
    </dgm:pt>
    <dgm:pt modelId="{98E64B81-CF24-49AB-A88A-228C9A8CA780}" type="parTrans" cxnId="{12752EE7-4C9A-4006-B2AE-B5551DF3FF82}">
      <dgm:prSet/>
      <dgm:spPr/>
      <dgm:t>
        <a:bodyPr/>
        <a:lstStyle/>
        <a:p>
          <a:pPr algn="ctr"/>
          <a:endParaRPr lang="en-US" sz="2000" noProof="0"/>
        </a:p>
      </dgm:t>
    </dgm:pt>
    <dgm:pt modelId="{37318783-7077-401B-9007-0BCCE6BB03B7}" type="sibTrans" cxnId="{12752EE7-4C9A-4006-B2AE-B5551DF3FF82}">
      <dgm:prSet/>
      <dgm:spPr/>
      <dgm:t>
        <a:bodyPr/>
        <a:lstStyle/>
        <a:p>
          <a:pPr algn="ctr"/>
          <a:endParaRPr lang="en-US" sz="2000" noProof="0"/>
        </a:p>
      </dgm:t>
    </dgm:pt>
    <dgm:pt modelId="{5AD51844-7667-449C-B04B-2A3775799BFF}">
      <dgm:prSet custT="1"/>
      <dgm:spPr>
        <a:solidFill>
          <a:schemeClr val="bg1">
            <a:lumMod val="85000"/>
          </a:schemeClr>
        </a:solidFill>
        <a:ln>
          <a:solidFill>
            <a:schemeClr val="tx1"/>
          </a:solidFill>
        </a:ln>
      </dgm:spPr>
      <dgm:t>
        <a:bodyPr/>
        <a:lstStyle/>
        <a:p>
          <a:pPr algn="ctr"/>
          <a:r>
            <a:rPr lang="en-US" sz="1400" noProof="0" dirty="0"/>
            <a:t>Business Project</a:t>
          </a:r>
        </a:p>
      </dgm:t>
    </dgm:pt>
    <dgm:pt modelId="{FD7AA57F-CF0E-42DE-A55F-2EC78B30B05B}" type="parTrans" cxnId="{A25C5321-2397-436D-96DF-6B1391C6D905}">
      <dgm:prSet/>
      <dgm:spPr/>
      <dgm:t>
        <a:bodyPr/>
        <a:lstStyle/>
        <a:p>
          <a:pPr algn="ctr"/>
          <a:endParaRPr lang="en-US" sz="2000" noProof="0"/>
        </a:p>
      </dgm:t>
    </dgm:pt>
    <dgm:pt modelId="{6896A8BC-4889-4D51-8FB9-9AB4779A3BA7}" type="sibTrans" cxnId="{A25C5321-2397-436D-96DF-6B1391C6D905}">
      <dgm:prSet/>
      <dgm:spPr/>
      <dgm:t>
        <a:bodyPr/>
        <a:lstStyle/>
        <a:p>
          <a:pPr algn="ctr"/>
          <a:endParaRPr lang="en-US" sz="2000" noProof="0"/>
        </a:p>
      </dgm:t>
    </dgm:pt>
    <dgm:pt modelId="{CDA72991-8516-4F67-9D7F-C6CEFB219E63}">
      <dgm:prSet custT="1"/>
      <dgm:spPr>
        <a:solidFill>
          <a:schemeClr val="bg1">
            <a:lumMod val="85000"/>
          </a:schemeClr>
        </a:solidFill>
        <a:ln>
          <a:solidFill>
            <a:schemeClr val="tx1"/>
          </a:solidFill>
        </a:ln>
      </dgm:spPr>
      <dgm:t>
        <a:bodyPr/>
        <a:lstStyle/>
        <a:p>
          <a:pPr algn="ctr"/>
          <a:r>
            <a:rPr lang="en-US" sz="1400" noProof="0" dirty="0"/>
            <a:t>Analysis</a:t>
          </a:r>
        </a:p>
      </dgm:t>
    </dgm:pt>
    <dgm:pt modelId="{D5FFA1D8-50D6-4A82-87E7-058D5B4962E6}" type="parTrans" cxnId="{D68E4CA5-2615-45AA-BC48-8892261A331E}">
      <dgm:prSet/>
      <dgm:spPr/>
      <dgm:t>
        <a:bodyPr/>
        <a:lstStyle/>
        <a:p>
          <a:pPr algn="ctr"/>
          <a:endParaRPr lang="en-US" sz="2000" noProof="0"/>
        </a:p>
      </dgm:t>
    </dgm:pt>
    <dgm:pt modelId="{977A6F70-64D1-479E-B160-4BA6F04720C2}" type="sibTrans" cxnId="{D68E4CA5-2615-45AA-BC48-8892261A331E}">
      <dgm:prSet/>
      <dgm:spPr/>
      <dgm:t>
        <a:bodyPr/>
        <a:lstStyle/>
        <a:p>
          <a:pPr algn="ctr"/>
          <a:endParaRPr lang="en-US" sz="2000" noProof="0"/>
        </a:p>
      </dgm:t>
    </dgm:pt>
    <dgm:pt modelId="{5BFFD63B-5511-492C-9222-0156EFC4526B}">
      <dgm:prSet custT="1"/>
      <dgm:spPr>
        <a:solidFill>
          <a:schemeClr val="bg1">
            <a:lumMod val="85000"/>
          </a:schemeClr>
        </a:solidFill>
      </dgm:spPr>
      <dgm:t>
        <a:bodyPr/>
        <a:lstStyle/>
        <a:p>
          <a:pPr algn="ctr"/>
          <a:r>
            <a:rPr lang="en-US" sz="1400" noProof="0" dirty="0"/>
            <a:t>Technology Deployment</a:t>
          </a:r>
        </a:p>
      </dgm:t>
    </dgm:pt>
    <dgm:pt modelId="{937CFD05-A419-45AA-A7A7-87FA7D9DF5E4}" type="parTrans" cxnId="{1D22AAAC-4B45-48C9-84FC-690C449BA89D}">
      <dgm:prSet/>
      <dgm:spPr/>
      <dgm:t>
        <a:bodyPr/>
        <a:lstStyle/>
        <a:p>
          <a:pPr algn="ctr"/>
          <a:endParaRPr lang="en-US" sz="2000" noProof="0"/>
        </a:p>
      </dgm:t>
    </dgm:pt>
    <dgm:pt modelId="{D2D278E8-783F-4750-A634-8BB5EBBA1118}" type="sibTrans" cxnId="{1D22AAAC-4B45-48C9-84FC-690C449BA89D}">
      <dgm:prSet/>
      <dgm:spPr/>
      <dgm:t>
        <a:bodyPr/>
        <a:lstStyle/>
        <a:p>
          <a:pPr algn="ctr"/>
          <a:endParaRPr lang="en-US" sz="2000" noProof="0"/>
        </a:p>
      </dgm:t>
    </dgm:pt>
    <dgm:pt modelId="{1EC7473E-C38C-43F4-A078-4BF3B05DD0C5}">
      <dgm:prSet custT="1"/>
      <dgm:spPr/>
      <dgm:t>
        <a:bodyPr/>
        <a:lstStyle/>
        <a:p>
          <a:pPr algn="ctr"/>
          <a:r>
            <a:rPr lang="en-US" sz="1400" noProof="0" dirty="0"/>
            <a:t>Mobile</a:t>
          </a:r>
        </a:p>
      </dgm:t>
    </dgm:pt>
    <dgm:pt modelId="{EAF9F797-4D5F-4B10-AFEF-CA31E8649317}" type="parTrans" cxnId="{02CE8D8E-E5C8-496B-98D2-6E8E867ECC46}">
      <dgm:prSet/>
      <dgm:spPr/>
      <dgm:t>
        <a:bodyPr/>
        <a:lstStyle/>
        <a:p>
          <a:pPr algn="ctr"/>
          <a:endParaRPr lang="en-US" sz="2000" noProof="0"/>
        </a:p>
      </dgm:t>
    </dgm:pt>
    <dgm:pt modelId="{39576AED-5FE2-48F6-9A6D-F66F2094B208}" type="sibTrans" cxnId="{02CE8D8E-E5C8-496B-98D2-6E8E867ECC46}">
      <dgm:prSet/>
      <dgm:spPr/>
      <dgm:t>
        <a:bodyPr/>
        <a:lstStyle/>
        <a:p>
          <a:pPr algn="ctr"/>
          <a:endParaRPr lang="en-US" sz="2000" noProof="0"/>
        </a:p>
      </dgm:t>
    </dgm:pt>
    <dgm:pt modelId="{6571645B-0BBE-4CD7-BA5A-7144F7D8C054}">
      <dgm:prSet custT="1"/>
      <dgm:spPr>
        <a:solidFill>
          <a:schemeClr val="bg1"/>
        </a:solidFill>
      </dgm:spPr>
      <dgm:t>
        <a:bodyPr/>
        <a:lstStyle/>
        <a:p>
          <a:pPr algn="ctr"/>
          <a:r>
            <a:rPr lang="en-US" sz="1400" noProof="0" dirty="0"/>
            <a:t>LAN/ Clients/EUC</a:t>
          </a:r>
        </a:p>
      </dgm:t>
    </dgm:pt>
    <dgm:pt modelId="{5776B918-55DA-4C8E-B26D-7AAC670C5996}" type="parTrans" cxnId="{E5EA43C2-879E-41FF-8B34-F36E6B7FF872}">
      <dgm:prSet/>
      <dgm:spPr/>
      <dgm:t>
        <a:bodyPr/>
        <a:lstStyle/>
        <a:p>
          <a:pPr algn="ctr"/>
          <a:endParaRPr lang="en-US" sz="2000" noProof="0"/>
        </a:p>
      </dgm:t>
    </dgm:pt>
    <dgm:pt modelId="{E9BBE097-0F9A-4E77-B078-800EE8F7C4A5}" type="sibTrans" cxnId="{E5EA43C2-879E-41FF-8B34-F36E6B7FF872}">
      <dgm:prSet/>
      <dgm:spPr/>
      <dgm:t>
        <a:bodyPr/>
        <a:lstStyle/>
        <a:p>
          <a:pPr algn="ctr"/>
          <a:endParaRPr lang="en-US" sz="2000" noProof="0"/>
        </a:p>
      </dgm:t>
    </dgm:pt>
    <dgm:pt modelId="{D207AA23-E1E9-4664-8694-657CBE7F5113}">
      <dgm:prSet custT="1"/>
      <dgm:spPr>
        <a:solidFill>
          <a:schemeClr val="bg1">
            <a:lumMod val="85000"/>
          </a:schemeClr>
        </a:solidFill>
      </dgm:spPr>
      <dgm:t>
        <a:bodyPr/>
        <a:lstStyle/>
        <a:p>
          <a:pPr algn="ctr"/>
          <a:r>
            <a:rPr lang="en-US" sz="1400" noProof="0" dirty="0"/>
            <a:t>Servers </a:t>
          </a:r>
        </a:p>
      </dgm:t>
    </dgm:pt>
    <dgm:pt modelId="{2B811217-D6E1-4007-B8B1-74F71399FCBC}" type="parTrans" cxnId="{9DE396B4-3663-4EB0-BC77-41DA68116E8E}">
      <dgm:prSet/>
      <dgm:spPr/>
      <dgm:t>
        <a:bodyPr/>
        <a:lstStyle/>
        <a:p>
          <a:pPr algn="ctr"/>
          <a:endParaRPr lang="en-US" sz="2000" noProof="0"/>
        </a:p>
      </dgm:t>
    </dgm:pt>
    <dgm:pt modelId="{FD6F05A3-C7FA-425C-9D87-0A61C97921D3}" type="sibTrans" cxnId="{9DE396B4-3663-4EB0-BC77-41DA68116E8E}">
      <dgm:prSet/>
      <dgm:spPr/>
      <dgm:t>
        <a:bodyPr/>
        <a:lstStyle/>
        <a:p>
          <a:pPr algn="ctr"/>
          <a:endParaRPr lang="en-US" sz="2000" noProof="0"/>
        </a:p>
      </dgm:t>
    </dgm:pt>
    <dgm:pt modelId="{4BAE13AE-39F3-416E-8744-CFDB4B732C07}">
      <dgm:prSet custT="1"/>
      <dgm:spPr>
        <a:solidFill>
          <a:schemeClr val="bg1">
            <a:lumMod val="85000"/>
          </a:schemeClr>
        </a:solidFill>
        <a:ln>
          <a:solidFill>
            <a:schemeClr val="tx1"/>
          </a:solidFill>
        </a:ln>
      </dgm:spPr>
      <dgm:t>
        <a:bodyPr/>
        <a:lstStyle/>
        <a:p>
          <a:pPr algn="ctr"/>
          <a:r>
            <a:rPr lang="en-US" sz="1400" noProof="0" dirty="0"/>
            <a:t>Education/ change</a:t>
          </a:r>
        </a:p>
      </dgm:t>
    </dgm:pt>
    <dgm:pt modelId="{1699D3DA-29B7-417B-98A4-5CC0FE236955}" type="parTrans" cxnId="{A671590E-F926-4AF6-91E1-AD9336EC2F46}">
      <dgm:prSet/>
      <dgm:spPr/>
      <dgm:t>
        <a:bodyPr/>
        <a:lstStyle/>
        <a:p>
          <a:pPr algn="ctr"/>
          <a:endParaRPr lang="en-US" sz="2000" noProof="0"/>
        </a:p>
      </dgm:t>
    </dgm:pt>
    <dgm:pt modelId="{306B415E-C390-4DDC-82B2-649369D5F815}" type="sibTrans" cxnId="{A671590E-F926-4AF6-91E1-AD9336EC2F46}">
      <dgm:prSet/>
      <dgm:spPr/>
      <dgm:t>
        <a:bodyPr/>
        <a:lstStyle/>
        <a:p>
          <a:pPr algn="ctr"/>
          <a:endParaRPr lang="en-US" sz="2000" noProof="0"/>
        </a:p>
      </dgm:t>
    </dgm:pt>
    <dgm:pt modelId="{851C9D6E-AC63-4942-A4BE-E6721A22670E}">
      <dgm:prSet custT="1"/>
      <dgm:spPr>
        <a:solidFill>
          <a:schemeClr val="bg1">
            <a:lumMod val="85000"/>
          </a:schemeClr>
        </a:solidFill>
      </dgm:spPr>
      <dgm:t>
        <a:bodyPr/>
        <a:lstStyle/>
        <a:p>
          <a:pPr algn="ctr"/>
          <a:r>
            <a:rPr lang="en-US" sz="1400" noProof="0" dirty="0"/>
            <a:t>User Test</a:t>
          </a:r>
        </a:p>
      </dgm:t>
    </dgm:pt>
    <dgm:pt modelId="{93FA9CFA-3713-4C93-B0FB-EB826ABE93C4}" type="parTrans" cxnId="{8E3F17B4-7549-4018-A69F-1C6BCD1662C9}">
      <dgm:prSet/>
      <dgm:spPr/>
      <dgm:t>
        <a:bodyPr/>
        <a:lstStyle/>
        <a:p>
          <a:endParaRPr lang="en-US" sz="2000" noProof="0"/>
        </a:p>
      </dgm:t>
    </dgm:pt>
    <dgm:pt modelId="{E67CB3FC-871F-48D3-8F22-E65AC355491E}" type="sibTrans" cxnId="{8E3F17B4-7549-4018-A69F-1C6BCD1662C9}">
      <dgm:prSet/>
      <dgm:spPr/>
      <dgm:t>
        <a:bodyPr/>
        <a:lstStyle/>
        <a:p>
          <a:endParaRPr lang="en-US" sz="2000" noProof="0"/>
        </a:p>
      </dgm:t>
    </dgm:pt>
    <dgm:pt modelId="{9C8FF474-B8E2-44A7-A2AD-9A703BBB6D91}">
      <dgm:prSet custT="1"/>
      <dgm:spPr>
        <a:solidFill>
          <a:schemeClr val="bg1">
            <a:lumMod val="85000"/>
          </a:schemeClr>
        </a:solidFill>
      </dgm:spPr>
      <dgm:t>
        <a:bodyPr/>
        <a:lstStyle/>
        <a:p>
          <a:pPr algn="ctr"/>
          <a:r>
            <a:rPr lang="en-US" sz="1400" noProof="0" dirty="0"/>
            <a:t>Software  platforms</a:t>
          </a:r>
        </a:p>
      </dgm:t>
    </dgm:pt>
    <dgm:pt modelId="{0B37D1B5-1459-47BD-A177-28D2DF664D5E}" type="parTrans" cxnId="{2140F080-129D-4C86-8218-197CD091D2D8}">
      <dgm:prSet/>
      <dgm:spPr/>
      <dgm:t>
        <a:bodyPr/>
        <a:lstStyle/>
        <a:p>
          <a:endParaRPr lang="it-IT" sz="1600"/>
        </a:p>
      </dgm:t>
    </dgm:pt>
    <dgm:pt modelId="{5C3CF336-0E4B-44FD-80DC-25C0BADB1907}" type="sibTrans" cxnId="{2140F080-129D-4C86-8218-197CD091D2D8}">
      <dgm:prSet/>
      <dgm:spPr/>
      <dgm:t>
        <a:bodyPr/>
        <a:lstStyle/>
        <a:p>
          <a:endParaRPr lang="it-IT" sz="1600"/>
        </a:p>
      </dgm:t>
    </dgm:pt>
    <dgm:pt modelId="{0D2E9F3E-3934-453E-AA19-8E3608548189}">
      <dgm:prSet custT="1"/>
      <dgm:spPr>
        <a:solidFill>
          <a:schemeClr val="bg1">
            <a:lumMod val="85000"/>
          </a:schemeClr>
        </a:solidFill>
      </dgm:spPr>
      <dgm:t>
        <a:bodyPr/>
        <a:lstStyle/>
        <a:p>
          <a:pPr algn="ctr"/>
          <a:r>
            <a:rPr lang="en-US" sz="1400" noProof="0" dirty="0"/>
            <a:t>Cloud services  </a:t>
          </a:r>
        </a:p>
      </dgm:t>
    </dgm:pt>
    <dgm:pt modelId="{DC618EE1-3F12-48C2-BED0-11FE9201DC61}" type="parTrans" cxnId="{4C110345-85EA-4884-9090-3DE9653BB6A6}">
      <dgm:prSet/>
      <dgm:spPr/>
      <dgm:t>
        <a:bodyPr/>
        <a:lstStyle/>
        <a:p>
          <a:endParaRPr lang="it-IT" sz="1600"/>
        </a:p>
      </dgm:t>
    </dgm:pt>
    <dgm:pt modelId="{2F8E2578-FDD3-41A6-AB6F-7E0B18A2760E}" type="sibTrans" cxnId="{4C110345-85EA-4884-9090-3DE9653BB6A6}">
      <dgm:prSet/>
      <dgm:spPr/>
      <dgm:t>
        <a:bodyPr/>
        <a:lstStyle/>
        <a:p>
          <a:endParaRPr lang="it-IT" sz="160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5020A7F2-D507-45EE-A895-2DBC7AC3D771}" type="pres">
      <dgm:prSet presAssocID="{780E2C17-7959-4BE4-B5B9-2AF6E7CE28C3}" presName="hierRoot1" presStyleCnt="0">
        <dgm:presLayoutVars>
          <dgm:hierBranch val="init"/>
        </dgm:presLayoutVars>
      </dgm:prSet>
      <dgm:spPr/>
    </dgm:pt>
    <dgm:pt modelId="{D4982AEC-E392-43FF-B1E6-76981C7F4526}" type="pres">
      <dgm:prSet presAssocID="{780E2C17-7959-4BE4-B5B9-2AF6E7CE28C3}" presName="rootComposite1" presStyleCnt="0"/>
      <dgm:spPr/>
    </dgm:pt>
    <dgm:pt modelId="{B66FDA53-52AD-4777-B131-E6DE4E566FE1}" type="pres">
      <dgm:prSet presAssocID="{780E2C17-7959-4BE4-B5B9-2AF6E7CE28C3}" presName="rootText1" presStyleLbl="node0" presStyleIdx="0" presStyleCnt="1">
        <dgm:presLayoutVars>
          <dgm:chPref val="3"/>
        </dgm:presLayoutVars>
      </dgm:prSet>
      <dgm:spPr/>
    </dgm:pt>
    <dgm:pt modelId="{CC9F5843-D328-475A-834D-68A4E455C29F}" type="pres">
      <dgm:prSet presAssocID="{780E2C17-7959-4BE4-B5B9-2AF6E7CE28C3}" presName="rootConnector1" presStyleLbl="node1" presStyleIdx="0" presStyleCnt="0"/>
      <dgm:spPr/>
    </dgm:pt>
    <dgm:pt modelId="{CC41FF8D-2066-47C2-B982-E49AEB8BA42A}" type="pres">
      <dgm:prSet presAssocID="{780E2C17-7959-4BE4-B5B9-2AF6E7CE28C3}" presName="hierChild2" presStyleCnt="0"/>
      <dgm:spPr/>
    </dgm:pt>
    <dgm:pt modelId="{31CF9883-6932-443B-BE67-EA6070F735FC}" type="pres">
      <dgm:prSet presAssocID="{81AD3CE4-69FA-4B9E-BB3B-4FF1EB31E2BF}" presName="Name37" presStyleLbl="parChTrans1D2" presStyleIdx="0" presStyleCnt="4"/>
      <dgm:spPr/>
    </dgm:pt>
    <dgm:pt modelId="{13ADB56E-8FDF-491C-8B29-1722087AD486}" type="pres">
      <dgm:prSet presAssocID="{82515DFC-9938-4C9D-833B-D7B6FE74F3D6}" presName="hierRoot2" presStyleCnt="0">
        <dgm:presLayoutVars>
          <dgm:hierBranch val="init"/>
        </dgm:presLayoutVars>
      </dgm:prSet>
      <dgm:spPr/>
    </dgm:pt>
    <dgm:pt modelId="{0985C86D-1B69-41D2-8B15-597C53B6120C}" type="pres">
      <dgm:prSet presAssocID="{82515DFC-9938-4C9D-833B-D7B6FE74F3D6}" presName="rootComposite" presStyleCnt="0"/>
      <dgm:spPr/>
    </dgm:pt>
    <dgm:pt modelId="{B36F738C-DABB-499F-A586-6245E56F73A4}" type="pres">
      <dgm:prSet presAssocID="{82515DFC-9938-4C9D-833B-D7B6FE74F3D6}" presName="rootText" presStyleLbl="node2" presStyleIdx="0" presStyleCnt="4" custLinFactNeighborX="-2748">
        <dgm:presLayoutVars>
          <dgm:chPref val="3"/>
        </dgm:presLayoutVars>
      </dgm:prSet>
      <dgm:spPr/>
    </dgm:pt>
    <dgm:pt modelId="{14012CE9-2525-49DB-825E-72030D160490}" type="pres">
      <dgm:prSet presAssocID="{82515DFC-9938-4C9D-833B-D7B6FE74F3D6}" presName="rootConnector" presStyleLbl="node2" presStyleIdx="0" presStyleCnt="4"/>
      <dgm:spPr/>
    </dgm:pt>
    <dgm:pt modelId="{342643D6-E3A6-4A57-B9DD-0781D8759EFC}" type="pres">
      <dgm:prSet presAssocID="{82515DFC-9938-4C9D-833B-D7B6FE74F3D6}" presName="hierChild4" presStyleCnt="0"/>
      <dgm:spPr/>
    </dgm:pt>
    <dgm:pt modelId="{0DD17146-0F29-4885-9376-8A5705D23D4E}" type="pres">
      <dgm:prSet presAssocID="{82515DFC-9938-4C9D-833B-D7B6FE74F3D6}" presName="hierChild5" presStyleCnt="0"/>
      <dgm:spPr/>
    </dgm:pt>
    <dgm:pt modelId="{7B5206AE-36DB-43EE-84F3-AFB823AA6253}" type="pres">
      <dgm:prSet presAssocID="{111B3508-DF67-4D45-82A6-7B60B4D41864}" presName="Name37" presStyleLbl="parChTrans1D2" presStyleIdx="1" presStyleCnt="4"/>
      <dgm:spPr/>
    </dgm:pt>
    <dgm:pt modelId="{EA46275C-D34E-4970-A919-7FB5FB0D832D}" type="pres">
      <dgm:prSet presAssocID="{22AAB52A-F50E-450E-A45B-AA76C6E60155}" presName="hierRoot2" presStyleCnt="0">
        <dgm:presLayoutVars>
          <dgm:hierBranch val="hang"/>
        </dgm:presLayoutVars>
      </dgm:prSet>
      <dgm:spPr/>
    </dgm:pt>
    <dgm:pt modelId="{33111035-7874-44A3-98C1-D4AC0AF8792D}" type="pres">
      <dgm:prSet presAssocID="{22AAB52A-F50E-450E-A45B-AA76C6E60155}" presName="rootComposite" presStyleCnt="0"/>
      <dgm:spPr/>
    </dgm:pt>
    <dgm:pt modelId="{BE33DF6D-96DD-447A-A304-E5B66ED4DEA0}" type="pres">
      <dgm:prSet presAssocID="{22AAB52A-F50E-450E-A45B-AA76C6E60155}" presName="rootText" presStyleLbl="node2" presStyleIdx="1" presStyleCnt="4">
        <dgm:presLayoutVars>
          <dgm:chPref val="3"/>
        </dgm:presLayoutVars>
      </dgm:prSet>
      <dgm:spPr/>
    </dgm:pt>
    <dgm:pt modelId="{609F4C0D-78CC-42E2-8EC6-ACCF5277829F}" type="pres">
      <dgm:prSet presAssocID="{22AAB52A-F50E-450E-A45B-AA76C6E60155}" presName="rootConnector" presStyleLbl="node2" presStyleIdx="1" presStyleCnt="4"/>
      <dgm:spPr/>
    </dgm:pt>
    <dgm:pt modelId="{21DB5F9D-117E-4396-A921-BD0D18829365}" type="pres">
      <dgm:prSet presAssocID="{22AAB52A-F50E-450E-A45B-AA76C6E60155}" presName="hierChild4" presStyleCnt="0"/>
      <dgm:spPr/>
    </dgm:pt>
    <dgm:pt modelId="{DBFAA4B1-5E18-4F52-8331-43C80B4BAD10}" type="pres">
      <dgm:prSet presAssocID="{98E64B81-CF24-49AB-A88A-228C9A8CA780}" presName="Name48" presStyleLbl="parChTrans1D3" presStyleIdx="0" presStyleCnt="11"/>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3" presStyleIdx="0" presStyleCnt="11" custLinFactNeighborX="-2748">
        <dgm:presLayoutVars>
          <dgm:chPref val="3"/>
        </dgm:presLayoutVars>
      </dgm:prSet>
      <dgm:spPr/>
    </dgm:pt>
    <dgm:pt modelId="{1F827E1E-DE28-4629-93A9-7862FAB5F676}" type="pres">
      <dgm:prSet presAssocID="{8423AC5B-65BB-44BA-85C8-B8F2C1D799F9}" presName="rootConnector" presStyleLbl="node3" presStyleIdx="0" presStyleCnt="11"/>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6EA04B9E-A781-425B-B36A-F2E0C3396A0F}" type="pres">
      <dgm:prSet presAssocID="{9B6515FC-BAB6-49BD-B614-8D99B5FBDBDE}" presName="Name48" presStyleLbl="parChTrans1D3" presStyleIdx="1" presStyleCnt="11"/>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3" presStyleIdx="1" presStyleCnt="11">
        <dgm:presLayoutVars>
          <dgm:chPref val="3"/>
        </dgm:presLayoutVars>
      </dgm:prSet>
      <dgm:spPr/>
    </dgm:pt>
    <dgm:pt modelId="{E2521828-141C-4DD9-A0FF-550F879D8B65}" type="pres">
      <dgm:prSet presAssocID="{1C76DC10-B192-4CB8-BDD4-43D705326175}" presName="rootConnector" presStyleLbl="node3" presStyleIdx="1" presStyleCnt="11"/>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F4168C62-4C73-4FEA-B525-828302C7EE80}" type="pres">
      <dgm:prSet presAssocID="{8A2823D3-0319-40D7-99A2-677B9C1E7C97}" presName="Name48" presStyleLbl="parChTrans1D3" presStyleIdx="2" presStyleCnt="11"/>
      <dgm:spPr/>
    </dgm:pt>
    <dgm:pt modelId="{BAACD408-B096-4219-B995-CBE13FEF9E0C}" type="pres">
      <dgm:prSet presAssocID="{78C4697E-42E3-4CD6-8626-1B95ABCFBAEE}" presName="hierRoot2" presStyleCnt="0">
        <dgm:presLayoutVars>
          <dgm:hierBranch val="init"/>
        </dgm:presLayoutVars>
      </dgm:prSet>
      <dgm:spPr/>
    </dgm:pt>
    <dgm:pt modelId="{7C76DD35-9C28-4088-8305-CB44319A8F6B}" type="pres">
      <dgm:prSet presAssocID="{78C4697E-42E3-4CD6-8626-1B95ABCFBAEE}" presName="rootComposite" presStyleCnt="0"/>
      <dgm:spPr/>
    </dgm:pt>
    <dgm:pt modelId="{2A5F8A13-F793-4295-A576-C273F1E67E53}" type="pres">
      <dgm:prSet presAssocID="{78C4697E-42E3-4CD6-8626-1B95ABCFBAEE}" presName="rootText" presStyleLbl="node3" presStyleIdx="2" presStyleCnt="11">
        <dgm:presLayoutVars>
          <dgm:chPref val="3"/>
        </dgm:presLayoutVars>
      </dgm:prSet>
      <dgm:spPr/>
    </dgm:pt>
    <dgm:pt modelId="{DF2A5A38-E9AD-4E0D-8664-8243B6A76EE9}" type="pres">
      <dgm:prSet presAssocID="{78C4697E-42E3-4CD6-8626-1B95ABCFBAEE}" presName="rootConnector" presStyleLbl="node3" presStyleIdx="2" presStyleCnt="11"/>
      <dgm:spPr/>
    </dgm:pt>
    <dgm:pt modelId="{25DCDDB0-7223-429E-8111-32F0DC3DFAA9}" type="pres">
      <dgm:prSet presAssocID="{78C4697E-42E3-4CD6-8626-1B95ABCFBAEE}" presName="hierChild4" presStyleCnt="0"/>
      <dgm:spPr/>
    </dgm:pt>
    <dgm:pt modelId="{91C4CFE2-D764-43CD-B65A-522F70B2D2C2}" type="pres">
      <dgm:prSet presAssocID="{78C4697E-42E3-4CD6-8626-1B95ABCFBAEE}" presName="hierChild5" presStyleCnt="0"/>
      <dgm:spPr/>
    </dgm:pt>
    <dgm:pt modelId="{EFAB8F0C-B50C-4110-92BD-83EFA04F2A3D}" type="pres">
      <dgm:prSet presAssocID="{93FA9CFA-3713-4C93-B0FB-EB826ABE93C4}" presName="Name48" presStyleLbl="parChTrans1D3" presStyleIdx="3" presStyleCnt="11"/>
      <dgm:spPr/>
    </dgm:pt>
    <dgm:pt modelId="{A5B3533E-C7CF-46F3-81CA-B527422E6570}" type="pres">
      <dgm:prSet presAssocID="{851C9D6E-AC63-4942-A4BE-E6721A22670E}" presName="hierRoot2" presStyleCnt="0">
        <dgm:presLayoutVars>
          <dgm:hierBranch val="init"/>
        </dgm:presLayoutVars>
      </dgm:prSet>
      <dgm:spPr/>
    </dgm:pt>
    <dgm:pt modelId="{7D9836D0-FEAF-45C5-96B9-BF85B4C5E630}" type="pres">
      <dgm:prSet presAssocID="{851C9D6E-AC63-4942-A4BE-E6721A22670E}" presName="rootComposite" presStyleCnt="0"/>
      <dgm:spPr/>
    </dgm:pt>
    <dgm:pt modelId="{2907B370-BA96-40F4-A66F-C111E7FDFAAE}" type="pres">
      <dgm:prSet presAssocID="{851C9D6E-AC63-4942-A4BE-E6721A22670E}" presName="rootText" presStyleLbl="node3" presStyleIdx="3" presStyleCnt="11">
        <dgm:presLayoutVars>
          <dgm:chPref val="3"/>
        </dgm:presLayoutVars>
      </dgm:prSet>
      <dgm:spPr/>
    </dgm:pt>
    <dgm:pt modelId="{10E23348-0F19-4FD3-A71D-F48223639FF9}" type="pres">
      <dgm:prSet presAssocID="{851C9D6E-AC63-4942-A4BE-E6721A22670E}" presName="rootConnector" presStyleLbl="node3" presStyleIdx="3" presStyleCnt="11"/>
      <dgm:spPr/>
    </dgm:pt>
    <dgm:pt modelId="{3D69BB98-EFF5-452C-9AC5-11BC881590C9}" type="pres">
      <dgm:prSet presAssocID="{851C9D6E-AC63-4942-A4BE-E6721A22670E}" presName="hierChild4" presStyleCnt="0"/>
      <dgm:spPr/>
    </dgm:pt>
    <dgm:pt modelId="{7F0430B4-7899-4BA1-A17D-366D05A80803}" type="pres">
      <dgm:prSet presAssocID="{851C9D6E-AC63-4942-A4BE-E6721A22670E}" presName="hierChild5" presStyleCnt="0"/>
      <dgm:spPr/>
    </dgm:pt>
    <dgm:pt modelId="{97D7E093-B9EA-413B-A30F-D5DDB8799B63}" type="pres">
      <dgm:prSet presAssocID="{22AAB52A-F50E-450E-A45B-AA76C6E60155}" presName="hierChild5" presStyleCnt="0"/>
      <dgm:spPr/>
    </dgm:pt>
    <dgm:pt modelId="{DBB6250D-A994-4B68-83F5-3A299E01BCF0}" type="pres">
      <dgm:prSet presAssocID="{FD7AA57F-CF0E-42DE-A55F-2EC78B30B05B}" presName="Name37" presStyleLbl="parChTrans1D2" presStyleIdx="2" presStyleCnt="4"/>
      <dgm:spPr/>
    </dgm:pt>
    <dgm:pt modelId="{7C3751AC-154A-4B83-86C4-3179D2CC195A}" type="pres">
      <dgm:prSet presAssocID="{5AD51844-7667-449C-B04B-2A3775799BFF}" presName="hierRoot2" presStyleCnt="0">
        <dgm:presLayoutVars>
          <dgm:hierBranch val="init"/>
        </dgm:presLayoutVars>
      </dgm:prSet>
      <dgm:spPr/>
    </dgm:pt>
    <dgm:pt modelId="{46E2E3C6-D8C5-40B9-98A1-533B92BF7BB4}" type="pres">
      <dgm:prSet presAssocID="{5AD51844-7667-449C-B04B-2A3775799BFF}" presName="rootComposite" presStyleCnt="0"/>
      <dgm:spPr/>
    </dgm:pt>
    <dgm:pt modelId="{143639B3-181C-491B-A515-4BAB93604BCB}" type="pres">
      <dgm:prSet presAssocID="{5AD51844-7667-449C-B04B-2A3775799BFF}" presName="rootText" presStyleLbl="node2" presStyleIdx="2" presStyleCnt="4" custLinFactNeighborX="422" custLinFactNeighborY="-693">
        <dgm:presLayoutVars>
          <dgm:chPref val="3"/>
        </dgm:presLayoutVars>
      </dgm:prSet>
      <dgm:spPr/>
    </dgm:pt>
    <dgm:pt modelId="{F76DCC48-5560-4BD5-AD58-0C6CED22E5B3}" type="pres">
      <dgm:prSet presAssocID="{5AD51844-7667-449C-B04B-2A3775799BFF}" presName="rootConnector" presStyleLbl="node2" presStyleIdx="2" presStyleCnt="4"/>
      <dgm:spPr/>
    </dgm:pt>
    <dgm:pt modelId="{54D71075-D9F2-4A86-BAD0-9859B2512DDE}" type="pres">
      <dgm:prSet presAssocID="{5AD51844-7667-449C-B04B-2A3775799BFF}" presName="hierChild4" presStyleCnt="0"/>
      <dgm:spPr/>
    </dgm:pt>
    <dgm:pt modelId="{ED858471-3416-48AF-94C0-257C660D6C30}" type="pres">
      <dgm:prSet presAssocID="{D5FFA1D8-50D6-4A82-87E7-058D5B4962E6}" presName="Name37" presStyleLbl="parChTrans1D3" presStyleIdx="4" presStyleCnt="11"/>
      <dgm:spPr/>
    </dgm:pt>
    <dgm:pt modelId="{81F929DC-36A8-4ACF-8D49-7570E547CB89}" type="pres">
      <dgm:prSet presAssocID="{CDA72991-8516-4F67-9D7F-C6CEFB219E63}" presName="hierRoot2" presStyleCnt="0">
        <dgm:presLayoutVars>
          <dgm:hierBranch val="init"/>
        </dgm:presLayoutVars>
      </dgm:prSet>
      <dgm:spPr/>
    </dgm:pt>
    <dgm:pt modelId="{A78C8B0B-8569-41EB-ACA9-0A7D6C75355C}" type="pres">
      <dgm:prSet presAssocID="{CDA72991-8516-4F67-9D7F-C6CEFB219E63}" presName="rootComposite" presStyleCnt="0"/>
      <dgm:spPr/>
    </dgm:pt>
    <dgm:pt modelId="{30523AB1-C99C-444B-AA4F-1E73092027E9}" type="pres">
      <dgm:prSet presAssocID="{CDA72991-8516-4F67-9D7F-C6CEFB219E63}" presName="rootText" presStyleLbl="node3" presStyleIdx="4" presStyleCnt="11">
        <dgm:presLayoutVars>
          <dgm:chPref val="3"/>
        </dgm:presLayoutVars>
      </dgm:prSet>
      <dgm:spPr/>
    </dgm:pt>
    <dgm:pt modelId="{D5FDDBA5-CDD5-4793-84B5-CD9B98911702}" type="pres">
      <dgm:prSet presAssocID="{CDA72991-8516-4F67-9D7F-C6CEFB219E63}" presName="rootConnector" presStyleLbl="node3" presStyleIdx="4" presStyleCnt="11"/>
      <dgm:spPr/>
    </dgm:pt>
    <dgm:pt modelId="{590501E3-6000-4C9A-99FD-C032933B1059}" type="pres">
      <dgm:prSet presAssocID="{CDA72991-8516-4F67-9D7F-C6CEFB219E63}" presName="hierChild4" presStyleCnt="0"/>
      <dgm:spPr/>
    </dgm:pt>
    <dgm:pt modelId="{E2237E00-27D8-48FE-921B-A3E617074DE2}" type="pres">
      <dgm:prSet presAssocID="{CDA72991-8516-4F67-9D7F-C6CEFB219E63}" presName="hierChild5" presStyleCnt="0"/>
      <dgm:spPr/>
    </dgm:pt>
    <dgm:pt modelId="{FC66A192-41BF-4B05-9C2B-3184310FF5C6}" type="pres">
      <dgm:prSet presAssocID="{1699D3DA-29B7-417B-98A4-5CC0FE236955}" presName="Name37" presStyleLbl="parChTrans1D3" presStyleIdx="5" presStyleCnt="11"/>
      <dgm:spPr/>
    </dgm:pt>
    <dgm:pt modelId="{9DAC2D16-7E45-40EA-A631-ADEF7ACF9061}" type="pres">
      <dgm:prSet presAssocID="{4BAE13AE-39F3-416E-8744-CFDB4B732C07}" presName="hierRoot2" presStyleCnt="0">
        <dgm:presLayoutVars>
          <dgm:hierBranch val="init"/>
        </dgm:presLayoutVars>
      </dgm:prSet>
      <dgm:spPr/>
    </dgm:pt>
    <dgm:pt modelId="{B46A1F57-C788-4C8D-A2E5-6258F3978371}" type="pres">
      <dgm:prSet presAssocID="{4BAE13AE-39F3-416E-8744-CFDB4B732C07}" presName="rootComposite" presStyleCnt="0"/>
      <dgm:spPr/>
    </dgm:pt>
    <dgm:pt modelId="{72CEFB75-59D1-4656-8F8B-120522C92D35}" type="pres">
      <dgm:prSet presAssocID="{4BAE13AE-39F3-416E-8744-CFDB4B732C07}" presName="rootText" presStyleLbl="node3" presStyleIdx="5" presStyleCnt="11">
        <dgm:presLayoutVars>
          <dgm:chPref val="3"/>
        </dgm:presLayoutVars>
      </dgm:prSet>
      <dgm:spPr/>
    </dgm:pt>
    <dgm:pt modelId="{9403F216-2E13-4D0E-80E9-D493615283DE}" type="pres">
      <dgm:prSet presAssocID="{4BAE13AE-39F3-416E-8744-CFDB4B732C07}" presName="rootConnector" presStyleLbl="node3" presStyleIdx="5" presStyleCnt="11"/>
      <dgm:spPr/>
    </dgm:pt>
    <dgm:pt modelId="{7CEBB6BA-F632-432C-9EB0-7B69559DBB2F}" type="pres">
      <dgm:prSet presAssocID="{4BAE13AE-39F3-416E-8744-CFDB4B732C07}" presName="hierChild4" presStyleCnt="0"/>
      <dgm:spPr/>
    </dgm:pt>
    <dgm:pt modelId="{724760C5-47ED-4054-B00A-7E24FEBA4ACF}" type="pres">
      <dgm:prSet presAssocID="{4BAE13AE-39F3-416E-8744-CFDB4B732C07}" presName="hierChild5" presStyleCnt="0"/>
      <dgm:spPr/>
    </dgm:pt>
    <dgm:pt modelId="{E9CFFC85-30A2-4189-8956-70EF4403155E}" type="pres">
      <dgm:prSet presAssocID="{5AD51844-7667-449C-B04B-2A3775799BFF}" presName="hierChild5" presStyleCnt="0"/>
      <dgm:spPr/>
    </dgm:pt>
    <dgm:pt modelId="{06DDBB38-68F0-4317-9F77-306B5A4D0568}" type="pres">
      <dgm:prSet presAssocID="{937CFD05-A419-45AA-A7A7-87FA7D9DF5E4}" presName="Name37" presStyleLbl="parChTrans1D2" presStyleIdx="3" presStyleCnt="4"/>
      <dgm:spPr/>
    </dgm:pt>
    <dgm:pt modelId="{FCC89F73-75CB-4B04-8C24-E0C03F7FCC98}" type="pres">
      <dgm:prSet presAssocID="{5BFFD63B-5511-492C-9222-0156EFC4526B}" presName="hierRoot2" presStyleCnt="0">
        <dgm:presLayoutVars>
          <dgm:hierBranch val="hang"/>
        </dgm:presLayoutVars>
      </dgm:prSet>
      <dgm:spPr/>
    </dgm:pt>
    <dgm:pt modelId="{51303DA3-8908-436D-83CD-FD00C3ED8F56}" type="pres">
      <dgm:prSet presAssocID="{5BFFD63B-5511-492C-9222-0156EFC4526B}" presName="rootComposite" presStyleCnt="0"/>
      <dgm:spPr/>
    </dgm:pt>
    <dgm:pt modelId="{C1E13093-8BD2-473F-9131-948EED45B322}" type="pres">
      <dgm:prSet presAssocID="{5BFFD63B-5511-492C-9222-0156EFC4526B}" presName="rootText" presStyleLbl="node2" presStyleIdx="3" presStyleCnt="4">
        <dgm:presLayoutVars>
          <dgm:chPref val="3"/>
        </dgm:presLayoutVars>
      </dgm:prSet>
      <dgm:spPr/>
    </dgm:pt>
    <dgm:pt modelId="{5CC39CA2-13D2-4B46-934E-C03FE919297A}" type="pres">
      <dgm:prSet presAssocID="{5BFFD63B-5511-492C-9222-0156EFC4526B}" presName="rootConnector" presStyleLbl="node2" presStyleIdx="3" presStyleCnt="4"/>
      <dgm:spPr/>
    </dgm:pt>
    <dgm:pt modelId="{932F9BBB-7364-461A-88DE-5DC2C9AE7C59}" type="pres">
      <dgm:prSet presAssocID="{5BFFD63B-5511-492C-9222-0156EFC4526B}" presName="hierChild4" presStyleCnt="0"/>
      <dgm:spPr/>
    </dgm:pt>
    <dgm:pt modelId="{54004330-659C-421A-AA00-2A60A650D1AA}" type="pres">
      <dgm:prSet presAssocID="{EAF9F797-4D5F-4B10-AFEF-CA31E8649317}" presName="Name48" presStyleLbl="parChTrans1D3" presStyleIdx="6" presStyleCnt="11"/>
      <dgm:spPr/>
    </dgm:pt>
    <dgm:pt modelId="{16181FE0-8A53-4C08-BF65-5F964ADA93D5}" type="pres">
      <dgm:prSet presAssocID="{1EC7473E-C38C-43F4-A078-4BF3B05DD0C5}" presName="hierRoot2" presStyleCnt="0">
        <dgm:presLayoutVars>
          <dgm:hierBranch val="init"/>
        </dgm:presLayoutVars>
      </dgm:prSet>
      <dgm:spPr/>
    </dgm:pt>
    <dgm:pt modelId="{99625B65-92C7-4F58-A9CB-76B678225743}" type="pres">
      <dgm:prSet presAssocID="{1EC7473E-C38C-43F4-A078-4BF3B05DD0C5}" presName="rootComposite" presStyleCnt="0"/>
      <dgm:spPr/>
    </dgm:pt>
    <dgm:pt modelId="{71CFB7A4-87DA-4816-B7A4-500ED09ACC80}" type="pres">
      <dgm:prSet presAssocID="{1EC7473E-C38C-43F4-A078-4BF3B05DD0C5}" presName="rootText" presStyleLbl="node3" presStyleIdx="6" presStyleCnt="11">
        <dgm:presLayoutVars>
          <dgm:chPref val="3"/>
        </dgm:presLayoutVars>
      </dgm:prSet>
      <dgm:spPr/>
    </dgm:pt>
    <dgm:pt modelId="{B53B0E2E-0C65-44C5-B0FD-F7C54A95DCE9}" type="pres">
      <dgm:prSet presAssocID="{1EC7473E-C38C-43F4-A078-4BF3B05DD0C5}" presName="rootConnector" presStyleLbl="node3" presStyleIdx="6" presStyleCnt="11"/>
      <dgm:spPr/>
    </dgm:pt>
    <dgm:pt modelId="{158C8836-73E3-4330-BD57-40A5FB8B7D13}" type="pres">
      <dgm:prSet presAssocID="{1EC7473E-C38C-43F4-A078-4BF3B05DD0C5}" presName="hierChild4" presStyleCnt="0"/>
      <dgm:spPr/>
    </dgm:pt>
    <dgm:pt modelId="{A9099310-4F36-4C40-8C0A-94504608D6A4}" type="pres">
      <dgm:prSet presAssocID="{1EC7473E-C38C-43F4-A078-4BF3B05DD0C5}" presName="hierChild5" presStyleCnt="0"/>
      <dgm:spPr/>
    </dgm:pt>
    <dgm:pt modelId="{E6D3E7C7-5F9F-4403-A4C8-CCABCA206563}" type="pres">
      <dgm:prSet presAssocID="{5776B918-55DA-4C8E-B26D-7AAC670C5996}" presName="Name48" presStyleLbl="parChTrans1D3" presStyleIdx="7" presStyleCnt="11"/>
      <dgm:spPr/>
    </dgm:pt>
    <dgm:pt modelId="{20722B81-EAAC-4468-A8EC-1205D8353D67}" type="pres">
      <dgm:prSet presAssocID="{6571645B-0BBE-4CD7-BA5A-7144F7D8C054}" presName="hierRoot2" presStyleCnt="0">
        <dgm:presLayoutVars>
          <dgm:hierBranch val="init"/>
        </dgm:presLayoutVars>
      </dgm:prSet>
      <dgm:spPr/>
    </dgm:pt>
    <dgm:pt modelId="{0947A841-917C-4819-9955-66E1076B8159}" type="pres">
      <dgm:prSet presAssocID="{6571645B-0BBE-4CD7-BA5A-7144F7D8C054}" presName="rootComposite" presStyleCnt="0"/>
      <dgm:spPr/>
    </dgm:pt>
    <dgm:pt modelId="{EE5463CD-2007-41E8-A571-D5AD678DE2DA}" type="pres">
      <dgm:prSet presAssocID="{6571645B-0BBE-4CD7-BA5A-7144F7D8C054}" presName="rootText" presStyleLbl="node3" presStyleIdx="7" presStyleCnt="11">
        <dgm:presLayoutVars>
          <dgm:chPref val="3"/>
        </dgm:presLayoutVars>
      </dgm:prSet>
      <dgm:spPr/>
    </dgm:pt>
    <dgm:pt modelId="{47C6E814-4F2F-417A-8A11-D51E33E75DBC}" type="pres">
      <dgm:prSet presAssocID="{6571645B-0BBE-4CD7-BA5A-7144F7D8C054}" presName="rootConnector" presStyleLbl="node3" presStyleIdx="7" presStyleCnt="11"/>
      <dgm:spPr/>
    </dgm:pt>
    <dgm:pt modelId="{B33645CA-D93C-4663-BAB0-666B6DA1E7B0}" type="pres">
      <dgm:prSet presAssocID="{6571645B-0BBE-4CD7-BA5A-7144F7D8C054}" presName="hierChild4" presStyleCnt="0"/>
      <dgm:spPr/>
    </dgm:pt>
    <dgm:pt modelId="{31878899-4B56-4C7F-8016-4BD8794BA1B6}" type="pres">
      <dgm:prSet presAssocID="{6571645B-0BBE-4CD7-BA5A-7144F7D8C054}" presName="hierChild5" presStyleCnt="0"/>
      <dgm:spPr/>
    </dgm:pt>
    <dgm:pt modelId="{C8C37B1E-7897-4E09-B59D-DF81792129F6}" type="pres">
      <dgm:prSet presAssocID="{2B811217-D6E1-4007-B8B1-74F71399FCBC}" presName="Name48" presStyleLbl="parChTrans1D3" presStyleIdx="8" presStyleCnt="11"/>
      <dgm:spPr/>
    </dgm:pt>
    <dgm:pt modelId="{42D4D324-508C-4D7E-B150-8078DAC1CE38}" type="pres">
      <dgm:prSet presAssocID="{D207AA23-E1E9-4664-8694-657CBE7F5113}" presName="hierRoot2" presStyleCnt="0">
        <dgm:presLayoutVars>
          <dgm:hierBranch val="init"/>
        </dgm:presLayoutVars>
      </dgm:prSet>
      <dgm:spPr/>
    </dgm:pt>
    <dgm:pt modelId="{6CD8C304-11B9-4BF1-AEAB-608720262554}" type="pres">
      <dgm:prSet presAssocID="{D207AA23-E1E9-4664-8694-657CBE7F5113}" presName="rootComposite" presStyleCnt="0"/>
      <dgm:spPr/>
    </dgm:pt>
    <dgm:pt modelId="{1EDDC4A0-7BC2-483A-84BD-549CE25340AD}" type="pres">
      <dgm:prSet presAssocID="{D207AA23-E1E9-4664-8694-657CBE7F5113}" presName="rootText" presStyleLbl="node3" presStyleIdx="8" presStyleCnt="11">
        <dgm:presLayoutVars>
          <dgm:chPref val="3"/>
        </dgm:presLayoutVars>
      </dgm:prSet>
      <dgm:spPr/>
    </dgm:pt>
    <dgm:pt modelId="{23984141-AD1C-4E04-AE34-10AE7E9078D3}" type="pres">
      <dgm:prSet presAssocID="{D207AA23-E1E9-4664-8694-657CBE7F5113}" presName="rootConnector" presStyleLbl="node3" presStyleIdx="8" presStyleCnt="11"/>
      <dgm:spPr/>
    </dgm:pt>
    <dgm:pt modelId="{924BF449-97E6-4E2C-824D-88093D36A425}" type="pres">
      <dgm:prSet presAssocID="{D207AA23-E1E9-4664-8694-657CBE7F5113}" presName="hierChild4" presStyleCnt="0"/>
      <dgm:spPr/>
    </dgm:pt>
    <dgm:pt modelId="{15A9E67C-CF04-4FCE-810D-DC675941C07F}" type="pres">
      <dgm:prSet presAssocID="{D207AA23-E1E9-4664-8694-657CBE7F5113}" presName="hierChild5" presStyleCnt="0"/>
      <dgm:spPr/>
    </dgm:pt>
    <dgm:pt modelId="{20C4DE16-1EA8-4E66-8AE0-84BB1C2EADBB}" type="pres">
      <dgm:prSet presAssocID="{0B37D1B5-1459-47BD-A177-28D2DF664D5E}" presName="Name48" presStyleLbl="parChTrans1D3" presStyleIdx="9" presStyleCnt="11"/>
      <dgm:spPr/>
    </dgm:pt>
    <dgm:pt modelId="{2B8B302C-6148-4854-91B0-36366B172028}" type="pres">
      <dgm:prSet presAssocID="{9C8FF474-B8E2-44A7-A2AD-9A703BBB6D91}" presName="hierRoot2" presStyleCnt="0">
        <dgm:presLayoutVars>
          <dgm:hierBranch val="init"/>
        </dgm:presLayoutVars>
      </dgm:prSet>
      <dgm:spPr/>
    </dgm:pt>
    <dgm:pt modelId="{AA5456AE-F2DB-4FCB-8186-4012573FCCB6}" type="pres">
      <dgm:prSet presAssocID="{9C8FF474-B8E2-44A7-A2AD-9A703BBB6D91}" presName="rootComposite" presStyleCnt="0"/>
      <dgm:spPr/>
    </dgm:pt>
    <dgm:pt modelId="{FFA1E627-6ECF-472E-955E-042FC44114FE}" type="pres">
      <dgm:prSet presAssocID="{9C8FF474-B8E2-44A7-A2AD-9A703BBB6D91}" presName="rootText" presStyleLbl="node3" presStyleIdx="9" presStyleCnt="11">
        <dgm:presLayoutVars>
          <dgm:chPref val="3"/>
        </dgm:presLayoutVars>
      </dgm:prSet>
      <dgm:spPr/>
    </dgm:pt>
    <dgm:pt modelId="{34D520C3-DBFC-474E-90A9-03EBD3AAA234}" type="pres">
      <dgm:prSet presAssocID="{9C8FF474-B8E2-44A7-A2AD-9A703BBB6D91}" presName="rootConnector" presStyleLbl="node3" presStyleIdx="9" presStyleCnt="11"/>
      <dgm:spPr/>
    </dgm:pt>
    <dgm:pt modelId="{194BB7B6-48C8-46DC-A361-1F350D5FD829}" type="pres">
      <dgm:prSet presAssocID="{9C8FF474-B8E2-44A7-A2AD-9A703BBB6D91}" presName="hierChild4" presStyleCnt="0"/>
      <dgm:spPr/>
    </dgm:pt>
    <dgm:pt modelId="{11F18250-DC48-4873-9610-4193E3DF3827}" type="pres">
      <dgm:prSet presAssocID="{9C8FF474-B8E2-44A7-A2AD-9A703BBB6D91}" presName="hierChild5" presStyleCnt="0"/>
      <dgm:spPr/>
    </dgm:pt>
    <dgm:pt modelId="{0CB1DD64-8E2B-4213-A922-5172F8217136}" type="pres">
      <dgm:prSet presAssocID="{DC618EE1-3F12-48C2-BED0-11FE9201DC61}" presName="Name48" presStyleLbl="parChTrans1D3" presStyleIdx="10" presStyleCnt="11"/>
      <dgm:spPr/>
    </dgm:pt>
    <dgm:pt modelId="{23B7D01B-CA4F-4959-AB48-7B5B38671C7B}" type="pres">
      <dgm:prSet presAssocID="{0D2E9F3E-3934-453E-AA19-8E3608548189}" presName="hierRoot2" presStyleCnt="0">
        <dgm:presLayoutVars>
          <dgm:hierBranch val="init"/>
        </dgm:presLayoutVars>
      </dgm:prSet>
      <dgm:spPr/>
    </dgm:pt>
    <dgm:pt modelId="{E432C062-C46B-4E46-87A2-1328049E542F}" type="pres">
      <dgm:prSet presAssocID="{0D2E9F3E-3934-453E-AA19-8E3608548189}" presName="rootComposite" presStyleCnt="0"/>
      <dgm:spPr/>
    </dgm:pt>
    <dgm:pt modelId="{E80ABF54-4110-4F22-9DD1-B401D5DCF6B9}" type="pres">
      <dgm:prSet presAssocID="{0D2E9F3E-3934-453E-AA19-8E3608548189}" presName="rootText" presStyleLbl="node3" presStyleIdx="10" presStyleCnt="11">
        <dgm:presLayoutVars>
          <dgm:chPref val="3"/>
        </dgm:presLayoutVars>
      </dgm:prSet>
      <dgm:spPr/>
    </dgm:pt>
    <dgm:pt modelId="{FD14E017-8EAE-4903-921F-1F033F35CD4E}" type="pres">
      <dgm:prSet presAssocID="{0D2E9F3E-3934-453E-AA19-8E3608548189}" presName="rootConnector" presStyleLbl="node3" presStyleIdx="10" presStyleCnt="11"/>
      <dgm:spPr/>
    </dgm:pt>
    <dgm:pt modelId="{F90B8D6E-A517-47F3-93A8-7CD8A73C07C2}" type="pres">
      <dgm:prSet presAssocID="{0D2E9F3E-3934-453E-AA19-8E3608548189}" presName="hierChild4" presStyleCnt="0"/>
      <dgm:spPr/>
    </dgm:pt>
    <dgm:pt modelId="{303A026D-4929-4BDA-9B2C-FDAE03F53E52}" type="pres">
      <dgm:prSet presAssocID="{0D2E9F3E-3934-453E-AA19-8E3608548189}" presName="hierChild5" presStyleCnt="0"/>
      <dgm:spPr/>
    </dgm:pt>
    <dgm:pt modelId="{95D487BC-91A7-450C-9E4C-F5D38D84DFBD}" type="pres">
      <dgm:prSet presAssocID="{5BFFD63B-5511-492C-9222-0156EFC4526B}" presName="hierChild5" presStyleCnt="0"/>
      <dgm:spPr/>
    </dgm:pt>
    <dgm:pt modelId="{2409E2CD-8A3D-4025-AF35-FDAFA4476D46}" type="pres">
      <dgm:prSet presAssocID="{780E2C17-7959-4BE4-B5B9-2AF6E7CE28C3}" presName="hierChild3" presStyleCnt="0"/>
      <dgm:spPr/>
    </dgm:pt>
  </dgm:ptLst>
  <dgm:cxnLst>
    <dgm:cxn modelId="{08FB7501-88BC-453E-BF8C-E05AF5039A96}" type="presOf" srcId="{CDA72991-8516-4F67-9D7F-C6CEFB219E63}" destId="{D5FDDBA5-CDD5-4793-84B5-CD9B98911702}" srcOrd="1" destOrd="0" presId="urn:microsoft.com/office/officeart/2005/8/layout/orgChart1"/>
    <dgm:cxn modelId="{59A2AF01-BC72-4035-B2E0-E2EBBBF29E8F}" type="presOf" srcId="{93FA9CFA-3713-4C93-B0FB-EB826ABE93C4}" destId="{EFAB8F0C-B50C-4110-92BD-83EFA04F2A3D}" srcOrd="0" destOrd="0" presId="urn:microsoft.com/office/officeart/2005/8/layout/orgChart1"/>
    <dgm:cxn modelId="{95FB9504-7794-46B1-B6ED-2BB9327B5755}" type="presOf" srcId="{9B6515FC-BAB6-49BD-B614-8D99B5FBDBDE}" destId="{6EA04B9E-A781-425B-B36A-F2E0C3396A0F}" srcOrd="0" destOrd="0" presId="urn:microsoft.com/office/officeart/2005/8/layout/orgChart1"/>
    <dgm:cxn modelId="{A671590E-F926-4AF6-91E1-AD9336EC2F46}" srcId="{5AD51844-7667-449C-B04B-2A3775799BFF}" destId="{4BAE13AE-39F3-416E-8744-CFDB4B732C07}" srcOrd="1" destOrd="0" parTransId="{1699D3DA-29B7-417B-98A4-5CC0FE236955}" sibTransId="{306B415E-C390-4DDC-82B2-649369D5F815}"/>
    <dgm:cxn modelId="{FD088911-4CE7-4D49-858D-3014375EF329}" type="presOf" srcId="{D207AA23-E1E9-4664-8694-657CBE7F5113}" destId="{23984141-AD1C-4E04-AE34-10AE7E9078D3}" srcOrd="1" destOrd="0" presId="urn:microsoft.com/office/officeart/2005/8/layout/orgChart1"/>
    <dgm:cxn modelId="{C388A315-2C07-483B-81FC-7001ABC857BE}" type="presOf" srcId="{9C8FF474-B8E2-44A7-A2AD-9A703BBB6D91}" destId="{34D520C3-DBFC-474E-90A9-03EBD3AAA234}" srcOrd="1" destOrd="0" presId="urn:microsoft.com/office/officeart/2005/8/layout/orgChart1"/>
    <dgm:cxn modelId="{B3895B1D-523F-48B7-9AF5-3CEBB7D6CEDD}" type="presOf" srcId="{6571645B-0BBE-4CD7-BA5A-7144F7D8C054}" destId="{47C6E814-4F2F-417A-8A11-D51E33E75DBC}" srcOrd="1" destOrd="0" presId="urn:microsoft.com/office/officeart/2005/8/layout/orgChart1"/>
    <dgm:cxn modelId="{A25C5321-2397-436D-96DF-6B1391C6D905}" srcId="{780E2C17-7959-4BE4-B5B9-2AF6E7CE28C3}" destId="{5AD51844-7667-449C-B04B-2A3775799BFF}" srcOrd="2" destOrd="0" parTransId="{FD7AA57F-CF0E-42DE-A55F-2EC78B30B05B}" sibTransId="{6896A8BC-4889-4D51-8FB9-9AB4779A3BA7}"/>
    <dgm:cxn modelId="{64ED3325-9CC8-4EA4-80BC-ED56027AE6F8}" type="presOf" srcId="{82515DFC-9938-4C9D-833B-D7B6FE74F3D6}" destId="{B36F738C-DABB-499F-A586-6245E56F73A4}" srcOrd="0" destOrd="0" presId="urn:microsoft.com/office/officeart/2005/8/layout/orgChart1"/>
    <dgm:cxn modelId="{EF3B9628-F174-4C01-B2ED-45F4A3AFB8DF}" type="presOf" srcId="{780E2C17-7959-4BE4-B5B9-2AF6E7CE28C3}" destId="{CC9F5843-D328-475A-834D-68A4E455C29F}" srcOrd="1" destOrd="0" presId="urn:microsoft.com/office/officeart/2005/8/layout/orgChart1"/>
    <dgm:cxn modelId="{0A670229-C432-41E4-A1D9-1BA413788E5E}" type="presOf" srcId="{0D2E9F3E-3934-453E-AA19-8E3608548189}" destId="{FD14E017-8EAE-4903-921F-1F033F35CD4E}" srcOrd="1" destOrd="0" presId="urn:microsoft.com/office/officeart/2005/8/layout/orgChart1"/>
    <dgm:cxn modelId="{D3C15631-C6AA-431A-8019-B6CB89E454D1}" srcId="{9806DEA8-F325-4BC2-BE52-585E2948CFB3}" destId="{780E2C17-7959-4BE4-B5B9-2AF6E7CE28C3}" srcOrd="0" destOrd="0" parTransId="{2512B4B8-6636-4906-9597-60AD45FC6AB8}" sibTransId="{DBC20B37-8FA3-4069-9306-016BCE515DEB}"/>
    <dgm:cxn modelId="{3F535634-E9AE-4FDC-B548-BAB3D297C443}" type="presOf" srcId="{111B3508-DF67-4D45-82A6-7B60B4D41864}" destId="{7B5206AE-36DB-43EE-84F3-AFB823AA6253}" srcOrd="0" destOrd="0" presId="urn:microsoft.com/office/officeart/2005/8/layout/orgChart1"/>
    <dgm:cxn modelId="{084C7F3B-A45D-43F7-B362-F4F7E3D3A3C4}" type="presOf" srcId="{780E2C17-7959-4BE4-B5B9-2AF6E7CE28C3}" destId="{B66FDA53-52AD-4777-B131-E6DE4E566FE1}" srcOrd="0" destOrd="0" presId="urn:microsoft.com/office/officeart/2005/8/layout/orgChart1"/>
    <dgm:cxn modelId="{37BA583C-2205-4808-B3E8-B295D701EEF9}" type="presOf" srcId="{D5FFA1D8-50D6-4A82-87E7-058D5B4962E6}" destId="{ED858471-3416-48AF-94C0-257C660D6C30}" srcOrd="0" destOrd="0" presId="urn:microsoft.com/office/officeart/2005/8/layout/orgChart1"/>
    <dgm:cxn modelId="{EDB5443E-A59B-41A0-BCC1-E776FDCAB248}" type="presOf" srcId="{22AAB52A-F50E-450E-A45B-AA76C6E60155}" destId="{609F4C0D-78CC-42E2-8EC6-ACCF5277829F}" srcOrd="1" destOrd="0" presId="urn:microsoft.com/office/officeart/2005/8/layout/orgChart1"/>
    <dgm:cxn modelId="{9BAAFD63-3C39-480D-8841-1E5607FA4096}" type="presOf" srcId="{82515DFC-9938-4C9D-833B-D7B6FE74F3D6}" destId="{14012CE9-2525-49DB-825E-72030D160490}" srcOrd="1" destOrd="0" presId="urn:microsoft.com/office/officeart/2005/8/layout/orgChart1"/>
    <dgm:cxn modelId="{4C110345-85EA-4884-9090-3DE9653BB6A6}" srcId="{5BFFD63B-5511-492C-9222-0156EFC4526B}" destId="{0D2E9F3E-3934-453E-AA19-8E3608548189}" srcOrd="4" destOrd="0" parTransId="{DC618EE1-3F12-48C2-BED0-11FE9201DC61}" sibTransId="{2F8E2578-FDD3-41A6-AB6F-7E0B18A2760E}"/>
    <dgm:cxn modelId="{9E84E168-AFFE-4CB4-BB82-C1F1F5511677}" type="presOf" srcId="{78C4697E-42E3-4CD6-8626-1B95ABCFBAEE}" destId="{DF2A5A38-E9AD-4E0D-8664-8243B6A76EE9}" srcOrd="1" destOrd="0" presId="urn:microsoft.com/office/officeart/2005/8/layout/orgChart1"/>
    <dgm:cxn modelId="{AF6A9049-ED44-46C3-A7C9-2E9B4CD180A4}" type="presOf" srcId="{CDA72991-8516-4F67-9D7F-C6CEFB219E63}" destId="{30523AB1-C99C-444B-AA4F-1E73092027E9}" srcOrd="0" destOrd="0" presId="urn:microsoft.com/office/officeart/2005/8/layout/orgChart1"/>
    <dgm:cxn modelId="{A26A754A-4640-41B7-ABDF-8147B8703B90}" type="presOf" srcId="{78C4697E-42E3-4CD6-8626-1B95ABCFBAEE}" destId="{2A5F8A13-F793-4295-A576-C273F1E67E53}" srcOrd="0" destOrd="0" presId="urn:microsoft.com/office/officeart/2005/8/layout/orgChart1"/>
    <dgm:cxn modelId="{9FB2854A-70EA-482C-BB62-2C7D8537DAA5}" type="presOf" srcId="{8423AC5B-65BB-44BA-85C8-B8F2C1D799F9}" destId="{63AB99B0-52A9-4FD4-95B2-D1CDAD6E4D6C}" srcOrd="0" destOrd="0" presId="urn:microsoft.com/office/officeart/2005/8/layout/orgChart1"/>
    <dgm:cxn modelId="{81811C4D-EDBD-4280-92CA-D2515B2B3895}" type="presOf" srcId="{1C76DC10-B192-4CB8-BDD4-43D705326175}" destId="{152DB30B-0997-48AC-8E02-B305E6A174EA}" srcOrd="0" destOrd="0" presId="urn:microsoft.com/office/officeart/2005/8/layout/orgChart1"/>
    <dgm:cxn modelId="{76EC776D-5FA5-485B-BBB7-6ACDF331F74D}" type="presOf" srcId="{81AD3CE4-69FA-4B9E-BB3B-4FF1EB31E2BF}" destId="{31CF9883-6932-443B-BE67-EA6070F735FC}" srcOrd="0" destOrd="0" presId="urn:microsoft.com/office/officeart/2005/8/layout/orgChart1"/>
    <dgm:cxn modelId="{5771A56D-4DFE-4462-803B-39E1FE786120}" type="presOf" srcId="{1EC7473E-C38C-43F4-A078-4BF3B05DD0C5}" destId="{71CFB7A4-87DA-4816-B7A4-500ED09ACC80}" srcOrd="0" destOrd="0" presId="urn:microsoft.com/office/officeart/2005/8/layout/orgChart1"/>
    <dgm:cxn modelId="{4BC2BC59-8FED-42EB-9245-117894C409C3}" type="presOf" srcId="{1C76DC10-B192-4CB8-BDD4-43D705326175}" destId="{E2521828-141C-4DD9-A0FF-550F879D8B65}" srcOrd="1" destOrd="0" presId="urn:microsoft.com/office/officeart/2005/8/layout/orgChart1"/>
    <dgm:cxn modelId="{80B5277C-9F2D-4DAD-9708-9EAFCCA6EC57}" type="presOf" srcId="{4BAE13AE-39F3-416E-8744-CFDB4B732C07}" destId="{72CEFB75-59D1-4656-8F8B-120522C92D35}" srcOrd="0" destOrd="0" presId="urn:microsoft.com/office/officeart/2005/8/layout/orgChart1"/>
    <dgm:cxn modelId="{2140F080-129D-4C86-8218-197CD091D2D8}" srcId="{5BFFD63B-5511-492C-9222-0156EFC4526B}" destId="{9C8FF474-B8E2-44A7-A2AD-9A703BBB6D91}" srcOrd="3" destOrd="0" parTransId="{0B37D1B5-1459-47BD-A177-28D2DF664D5E}" sibTransId="{5C3CF336-0E4B-44FD-80DC-25C0BADB1907}"/>
    <dgm:cxn modelId="{F8C53389-D728-4BB0-884C-E4FE748A7B61}" type="presOf" srcId="{1699D3DA-29B7-417B-98A4-5CC0FE236955}" destId="{FC66A192-41BF-4B05-9C2B-3184310FF5C6}" srcOrd="0" destOrd="0" presId="urn:microsoft.com/office/officeart/2005/8/layout/orgChart1"/>
    <dgm:cxn modelId="{4B9AA78A-B8AA-41EF-8B77-881DD143F0E4}" type="presOf" srcId="{5AD51844-7667-449C-B04B-2A3775799BFF}" destId="{F76DCC48-5560-4BD5-AD58-0C6CED22E5B3}" srcOrd="1" destOrd="0" presId="urn:microsoft.com/office/officeart/2005/8/layout/orgChart1"/>
    <dgm:cxn modelId="{5D1F608C-3159-4A0F-BCAB-9AB5E2E14BE0}" type="presOf" srcId="{DC618EE1-3F12-48C2-BED0-11FE9201DC61}" destId="{0CB1DD64-8E2B-4213-A922-5172F8217136}" srcOrd="0" destOrd="0" presId="urn:microsoft.com/office/officeart/2005/8/layout/orgChart1"/>
    <dgm:cxn modelId="{2177568D-4327-49E7-A557-8F335FFE259C}" type="presOf" srcId="{8423AC5B-65BB-44BA-85C8-B8F2C1D799F9}" destId="{1F827E1E-DE28-4629-93A9-7862FAB5F676}" srcOrd="1" destOrd="0" presId="urn:microsoft.com/office/officeart/2005/8/layout/orgChart1"/>
    <dgm:cxn modelId="{1B88CF8D-BD5C-4B38-ADCF-8962BA9FDDDA}" type="presOf" srcId="{851C9D6E-AC63-4942-A4BE-E6721A22670E}" destId="{10E23348-0F19-4FD3-A71D-F48223639FF9}" srcOrd="1" destOrd="0" presId="urn:microsoft.com/office/officeart/2005/8/layout/orgChart1"/>
    <dgm:cxn modelId="{3CE8308E-1BB1-4571-818B-B6663A87989B}" type="presOf" srcId="{0D2E9F3E-3934-453E-AA19-8E3608548189}" destId="{E80ABF54-4110-4F22-9DD1-B401D5DCF6B9}" srcOrd="0" destOrd="0" presId="urn:microsoft.com/office/officeart/2005/8/layout/orgChart1"/>
    <dgm:cxn modelId="{02CE8D8E-E5C8-496B-98D2-6E8E867ECC46}" srcId="{5BFFD63B-5511-492C-9222-0156EFC4526B}" destId="{1EC7473E-C38C-43F4-A078-4BF3B05DD0C5}" srcOrd="0" destOrd="0" parTransId="{EAF9F797-4D5F-4B10-AFEF-CA31E8649317}" sibTransId="{39576AED-5FE2-48F6-9A6D-F66F2094B208}"/>
    <dgm:cxn modelId="{73656D8F-8B2A-4989-8ADA-4D09D1B0CE91}" type="presOf" srcId="{9806DEA8-F325-4BC2-BE52-585E2948CFB3}" destId="{FC0D5DA3-7F08-40C9-A39B-512D9ACDB8BB}" srcOrd="0" destOrd="0" presId="urn:microsoft.com/office/officeart/2005/8/layout/orgChart1"/>
    <dgm:cxn modelId="{17D83A96-E0B1-4363-AD3B-64BED67625EF}" type="presOf" srcId="{9C8FF474-B8E2-44A7-A2AD-9A703BBB6D91}" destId="{FFA1E627-6ECF-472E-955E-042FC44114FE}" srcOrd="0" destOrd="0" presId="urn:microsoft.com/office/officeart/2005/8/layout/orgChart1"/>
    <dgm:cxn modelId="{AEC67096-20FC-480D-97F0-F2F564BD9E8A}" srcId="{780E2C17-7959-4BE4-B5B9-2AF6E7CE28C3}" destId="{22AAB52A-F50E-450E-A45B-AA76C6E60155}" srcOrd="1" destOrd="0" parTransId="{111B3508-DF67-4D45-82A6-7B60B4D41864}" sibTransId="{773A98D1-1721-4740-BBBC-EE4ECE532058}"/>
    <dgm:cxn modelId="{A5DA449A-7817-4AAE-A861-F80FB541C7B9}" type="presOf" srcId="{851C9D6E-AC63-4942-A4BE-E6721A22670E}" destId="{2907B370-BA96-40F4-A66F-C111E7FDFAAE}" srcOrd="0" destOrd="0" presId="urn:microsoft.com/office/officeart/2005/8/layout/orgChart1"/>
    <dgm:cxn modelId="{EBEC469D-F66E-4DC3-BE08-33EEADE64981}" type="presOf" srcId="{5776B918-55DA-4C8E-B26D-7AAC670C5996}" destId="{E6D3E7C7-5F9F-4403-A4C8-CCABCA206563}" srcOrd="0" destOrd="0" presId="urn:microsoft.com/office/officeart/2005/8/layout/orgChart1"/>
    <dgm:cxn modelId="{544C879F-65F0-46A5-B7C0-8D1A458F62F9}" srcId="{780E2C17-7959-4BE4-B5B9-2AF6E7CE28C3}" destId="{82515DFC-9938-4C9D-833B-D7B6FE74F3D6}" srcOrd="0" destOrd="0" parTransId="{81AD3CE4-69FA-4B9E-BB3B-4FF1EB31E2BF}" sibTransId="{3ABDE96B-50C5-4FE4-A81A-4FB2FAAAAFA5}"/>
    <dgm:cxn modelId="{5FA6B9A0-0F01-450B-93E3-811AD227B08F}" type="presOf" srcId="{FD7AA57F-CF0E-42DE-A55F-2EC78B30B05B}" destId="{DBB6250D-A994-4B68-83F5-3A299E01BCF0}" srcOrd="0" destOrd="0" presId="urn:microsoft.com/office/officeart/2005/8/layout/orgChart1"/>
    <dgm:cxn modelId="{C16D60A1-CA2C-4569-9F5A-B081AD66D2CB}" type="presOf" srcId="{6571645B-0BBE-4CD7-BA5A-7144F7D8C054}" destId="{EE5463CD-2007-41E8-A571-D5AD678DE2DA}" srcOrd="0" destOrd="0" presId="urn:microsoft.com/office/officeart/2005/8/layout/orgChart1"/>
    <dgm:cxn modelId="{62348BA2-482C-45F1-B7B9-704789E008B9}" type="presOf" srcId="{2B811217-D6E1-4007-B8B1-74F71399FCBC}" destId="{C8C37B1E-7897-4E09-B59D-DF81792129F6}" srcOrd="0" destOrd="0" presId="urn:microsoft.com/office/officeart/2005/8/layout/orgChart1"/>
    <dgm:cxn modelId="{1C1C43A5-94AF-48A6-8E8B-D83BCF17892A}" type="presOf" srcId="{98E64B81-CF24-49AB-A88A-228C9A8CA780}" destId="{DBFAA4B1-5E18-4F52-8331-43C80B4BAD10}" srcOrd="0" destOrd="0" presId="urn:microsoft.com/office/officeart/2005/8/layout/orgChart1"/>
    <dgm:cxn modelId="{D68E4CA5-2615-45AA-BC48-8892261A331E}" srcId="{5AD51844-7667-449C-B04B-2A3775799BFF}" destId="{CDA72991-8516-4F67-9D7F-C6CEFB219E63}" srcOrd="0" destOrd="0" parTransId="{D5FFA1D8-50D6-4A82-87E7-058D5B4962E6}" sibTransId="{977A6F70-64D1-479E-B160-4BA6F04720C2}"/>
    <dgm:cxn modelId="{4A4426A8-2F36-4935-9726-DFCE8F41E836}" srcId="{22AAB52A-F50E-450E-A45B-AA76C6E60155}" destId="{78C4697E-42E3-4CD6-8626-1B95ABCFBAEE}" srcOrd="2" destOrd="0" parTransId="{8A2823D3-0319-40D7-99A2-677B9C1E7C97}" sibTransId="{E49278E8-4C74-4CB2-80A2-3456757BC598}"/>
    <dgm:cxn modelId="{1D22AAAC-4B45-48C9-84FC-690C449BA89D}" srcId="{780E2C17-7959-4BE4-B5B9-2AF6E7CE28C3}" destId="{5BFFD63B-5511-492C-9222-0156EFC4526B}" srcOrd="3" destOrd="0" parTransId="{937CFD05-A419-45AA-A7A7-87FA7D9DF5E4}" sibTransId="{D2D278E8-783F-4750-A634-8BB5EBBA1118}"/>
    <dgm:cxn modelId="{871E18B0-3AA4-4CA5-A244-7BA82CD8CBE2}" type="presOf" srcId="{1EC7473E-C38C-43F4-A078-4BF3B05DD0C5}" destId="{B53B0E2E-0C65-44C5-B0FD-F7C54A95DCE9}" srcOrd="1" destOrd="0" presId="urn:microsoft.com/office/officeart/2005/8/layout/orgChart1"/>
    <dgm:cxn modelId="{8E3F17B4-7549-4018-A69F-1C6BCD1662C9}" srcId="{22AAB52A-F50E-450E-A45B-AA76C6E60155}" destId="{851C9D6E-AC63-4942-A4BE-E6721A22670E}" srcOrd="3" destOrd="0" parTransId="{93FA9CFA-3713-4C93-B0FB-EB826ABE93C4}" sibTransId="{E67CB3FC-871F-48D3-8F22-E65AC355491E}"/>
    <dgm:cxn modelId="{9DE396B4-3663-4EB0-BC77-41DA68116E8E}" srcId="{5BFFD63B-5511-492C-9222-0156EFC4526B}" destId="{D207AA23-E1E9-4664-8694-657CBE7F5113}" srcOrd="2" destOrd="0" parTransId="{2B811217-D6E1-4007-B8B1-74F71399FCBC}" sibTransId="{FD6F05A3-C7FA-425C-9D87-0A61C97921D3}"/>
    <dgm:cxn modelId="{2CC981BF-2146-463A-8370-2C89437A39D0}" type="presOf" srcId="{8A2823D3-0319-40D7-99A2-677B9C1E7C97}" destId="{F4168C62-4C73-4FEA-B525-828302C7EE80}" srcOrd="0" destOrd="0" presId="urn:microsoft.com/office/officeart/2005/8/layout/orgChart1"/>
    <dgm:cxn modelId="{E5EA43C2-879E-41FF-8B34-F36E6B7FF872}" srcId="{5BFFD63B-5511-492C-9222-0156EFC4526B}" destId="{6571645B-0BBE-4CD7-BA5A-7144F7D8C054}" srcOrd="1" destOrd="0" parTransId="{5776B918-55DA-4C8E-B26D-7AAC670C5996}" sibTransId="{E9BBE097-0F9A-4E77-B078-800EE8F7C4A5}"/>
    <dgm:cxn modelId="{E1E883C2-33B8-4F17-936B-BF67F2A43F67}" type="presOf" srcId="{D207AA23-E1E9-4664-8694-657CBE7F5113}" destId="{1EDDC4A0-7BC2-483A-84BD-549CE25340AD}" srcOrd="0" destOrd="0" presId="urn:microsoft.com/office/officeart/2005/8/layout/orgChart1"/>
    <dgm:cxn modelId="{CA06C0C2-5AE1-4353-BA72-1429FC5B8CB2}" type="presOf" srcId="{937CFD05-A419-45AA-A7A7-87FA7D9DF5E4}" destId="{06DDBB38-68F0-4317-9F77-306B5A4D0568}" srcOrd="0" destOrd="0" presId="urn:microsoft.com/office/officeart/2005/8/layout/orgChart1"/>
    <dgm:cxn modelId="{4836D3C4-75F6-4A98-9656-491E5F684B37}" type="presOf" srcId="{EAF9F797-4D5F-4B10-AFEF-CA31E8649317}" destId="{54004330-659C-421A-AA00-2A60A650D1AA}" srcOrd="0" destOrd="0" presId="urn:microsoft.com/office/officeart/2005/8/layout/orgChart1"/>
    <dgm:cxn modelId="{7B7D9FCB-9755-4ECB-A5D1-1C8397223A2A}" type="presOf" srcId="{5BFFD63B-5511-492C-9222-0156EFC4526B}" destId="{C1E13093-8BD2-473F-9131-948EED45B322}" srcOrd="0" destOrd="0" presId="urn:microsoft.com/office/officeart/2005/8/layout/orgChart1"/>
    <dgm:cxn modelId="{49F84BCF-56D4-4716-881A-8D03E4FD0021}" srcId="{22AAB52A-F50E-450E-A45B-AA76C6E60155}" destId="{1C76DC10-B192-4CB8-BDD4-43D705326175}" srcOrd="1" destOrd="0" parTransId="{9B6515FC-BAB6-49BD-B614-8D99B5FBDBDE}" sibTransId="{0F91D73B-DCE4-4F8F-9696-95E8CA55567C}"/>
    <dgm:cxn modelId="{3504CBD1-AC9E-4719-8808-1B9457CE95B9}" type="presOf" srcId="{5BFFD63B-5511-492C-9222-0156EFC4526B}" destId="{5CC39CA2-13D2-4B46-934E-C03FE919297A}" srcOrd="1" destOrd="0" presId="urn:microsoft.com/office/officeart/2005/8/layout/orgChart1"/>
    <dgm:cxn modelId="{12752EE7-4C9A-4006-B2AE-B5551DF3FF82}" srcId="{22AAB52A-F50E-450E-A45B-AA76C6E60155}" destId="{8423AC5B-65BB-44BA-85C8-B8F2C1D799F9}" srcOrd="0" destOrd="0" parTransId="{98E64B81-CF24-49AB-A88A-228C9A8CA780}" sibTransId="{37318783-7077-401B-9007-0BCCE6BB03B7}"/>
    <dgm:cxn modelId="{923E6AE7-2067-4FF3-A7EB-643CC8D3B2A7}" type="presOf" srcId="{22AAB52A-F50E-450E-A45B-AA76C6E60155}" destId="{BE33DF6D-96DD-447A-A304-E5B66ED4DEA0}" srcOrd="0" destOrd="0" presId="urn:microsoft.com/office/officeart/2005/8/layout/orgChart1"/>
    <dgm:cxn modelId="{7992E3E9-5546-4A25-A8BB-2A77B8472482}" type="presOf" srcId="{5AD51844-7667-449C-B04B-2A3775799BFF}" destId="{143639B3-181C-491B-A515-4BAB93604BCB}" srcOrd="0" destOrd="0" presId="urn:microsoft.com/office/officeart/2005/8/layout/orgChart1"/>
    <dgm:cxn modelId="{5E3745F4-FD26-488F-8572-E36468A9CD35}" type="presOf" srcId="{0B37D1B5-1459-47BD-A177-28D2DF664D5E}" destId="{20C4DE16-1EA8-4E66-8AE0-84BB1C2EADBB}" srcOrd="0" destOrd="0" presId="urn:microsoft.com/office/officeart/2005/8/layout/orgChart1"/>
    <dgm:cxn modelId="{8265D7F9-CD3A-4BDC-9CA5-54B2ED903C4A}" type="presOf" srcId="{4BAE13AE-39F3-416E-8744-CFDB4B732C07}" destId="{9403F216-2E13-4D0E-80E9-D493615283DE}" srcOrd="1" destOrd="0" presId="urn:microsoft.com/office/officeart/2005/8/layout/orgChart1"/>
    <dgm:cxn modelId="{0428FC16-2ABE-4A56-8144-28F6E5DA7ED7}" type="presParOf" srcId="{FC0D5DA3-7F08-40C9-A39B-512D9ACDB8BB}" destId="{5020A7F2-D507-45EE-A895-2DBC7AC3D771}" srcOrd="0" destOrd="0" presId="urn:microsoft.com/office/officeart/2005/8/layout/orgChart1"/>
    <dgm:cxn modelId="{0739A1C9-0974-46B7-81C5-95C42459366D}" type="presParOf" srcId="{5020A7F2-D507-45EE-A895-2DBC7AC3D771}" destId="{D4982AEC-E392-43FF-B1E6-76981C7F4526}" srcOrd="0" destOrd="0" presId="urn:microsoft.com/office/officeart/2005/8/layout/orgChart1"/>
    <dgm:cxn modelId="{4FE057A5-7AE9-4487-ACFD-D9D9FF01FED0}" type="presParOf" srcId="{D4982AEC-E392-43FF-B1E6-76981C7F4526}" destId="{B66FDA53-52AD-4777-B131-E6DE4E566FE1}" srcOrd="0" destOrd="0" presId="urn:microsoft.com/office/officeart/2005/8/layout/orgChart1"/>
    <dgm:cxn modelId="{A7B4C99A-50FB-4088-915E-D237F72D65D4}" type="presParOf" srcId="{D4982AEC-E392-43FF-B1E6-76981C7F4526}" destId="{CC9F5843-D328-475A-834D-68A4E455C29F}" srcOrd="1" destOrd="0" presId="urn:microsoft.com/office/officeart/2005/8/layout/orgChart1"/>
    <dgm:cxn modelId="{494A30B6-F176-47D6-AC81-1390156F8F59}" type="presParOf" srcId="{5020A7F2-D507-45EE-A895-2DBC7AC3D771}" destId="{CC41FF8D-2066-47C2-B982-E49AEB8BA42A}" srcOrd="1" destOrd="0" presId="urn:microsoft.com/office/officeart/2005/8/layout/orgChart1"/>
    <dgm:cxn modelId="{7897EC51-6E67-49E9-A9F2-B0FA699291E9}" type="presParOf" srcId="{CC41FF8D-2066-47C2-B982-E49AEB8BA42A}" destId="{31CF9883-6932-443B-BE67-EA6070F735FC}" srcOrd="0" destOrd="0" presId="urn:microsoft.com/office/officeart/2005/8/layout/orgChart1"/>
    <dgm:cxn modelId="{9925624A-9C32-4112-B6AD-97BDF95EC465}" type="presParOf" srcId="{CC41FF8D-2066-47C2-B982-E49AEB8BA42A}" destId="{13ADB56E-8FDF-491C-8B29-1722087AD486}" srcOrd="1" destOrd="0" presId="urn:microsoft.com/office/officeart/2005/8/layout/orgChart1"/>
    <dgm:cxn modelId="{608941A1-BD9B-4C89-A8B1-DE6D77895B50}" type="presParOf" srcId="{13ADB56E-8FDF-491C-8B29-1722087AD486}" destId="{0985C86D-1B69-41D2-8B15-597C53B6120C}" srcOrd="0" destOrd="0" presId="urn:microsoft.com/office/officeart/2005/8/layout/orgChart1"/>
    <dgm:cxn modelId="{6BAA2173-EFD8-453A-8575-D1F0982EE8E7}" type="presParOf" srcId="{0985C86D-1B69-41D2-8B15-597C53B6120C}" destId="{B36F738C-DABB-499F-A586-6245E56F73A4}" srcOrd="0" destOrd="0" presId="urn:microsoft.com/office/officeart/2005/8/layout/orgChart1"/>
    <dgm:cxn modelId="{F7E2BD01-CDF1-4088-834B-4E597397F2BE}" type="presParOf" srcId="{0985C86D-1B69-41D2-8B15-597C53B6120C}" destId="{14012CE9-2525-49DB-825E-72030D160490}" srcOrd="1" destOrd="0" presId="urn:microsoft.com/office/officeart/2005/8/layout/orgChart1"/>
    <dgm:cxn modelId="{C6C9B7D0-83B7-4F37-B145-5A643A3E6AE6}" type="presParOf" srcId="{13ADB56E-8FDF-491C-8B29-1722087AD486}" destId="{342643D6-E3A6-4A57-B9DD-0781D8759EFC}" srcOrd="1" destOrd="0" presId="urn:microsoft.com/office/officeart/2005/8/layout/orgChart1"/>
    <dgm:cxn modelId="{97A08C10-6E1D-453D-9730-CA68024803B8}" type="presParOf" srcId="{13ADB56E-8FDF-491C-8B29-1722087AD486}" destId="{0DD17146-0F29-4885-9376-8A5705D23D4E}" srcOrd="2" destOrd="0" presId="urn:microsoft.com/office/officeart/2005/8/layout/orgChart1"/>
    <dgm:cxn modelId="{9233E580-57D5-459C-95F6-A3C9380375BD}" type="presParOf" srcId="{CC41FF8D-2066-47C2-B982-E49AEB8BA42A}" destId="{7B5206AE-36DB-43EE-84F3-AFB823AA6253}" srcOrd="2" destOrd="0" presId="urn:microsoft.com/office/officeart/2005/8/layout/orgChart1"/>
    <dgm:cxn modelId="{E1FF9628-DA8D-49AC-BA53-C5168B75DBBB}" type="presParOf" srcId="{CC41FF8D-2066-47C2-B982-E49AEB8BA42A}" destId="{EA46275C-D34E-4970-A919-7FB5FB0D832D}" srcOrd="3" destOrd="0" presId="urn:microsoft.com/office/officeart/2005/8/layout/orgChart1"/>
    <dgm:cxn modelId="{AA9CC685-86E5-49C0-B454-2854023FD4FB}" type="presParOf" srcId="{EA46275C-D34E-4970-A919-7FB5FB0D832D}" destId="{33111035-7874-44A3-98C1-D4AC0AF8792D}" srcOrd="0" destOrd="0" presId="urn:microsoft.com/office/officeart/2005/8/layout/orgChart1"/>
    <dgm:cxn modelId="{8953F025-F0CD-484F-BAA9-41F755E102CA}" type="presParOf" srcId="{33111035-7874-44A3-98C1-D4AC0AF8792D}" destId="{BE33DF6D-96DD-447A-A304-E5B66ED4DEA0}" srcOrd="0" destOrd="0" presId="urn:microsoft.com/office/officeart/2005/8/layout/orgChart1"/>
    <dgm:cxn modelId="{5F7D2992-C563-4A82-A50F-D3FD714C03D4}" type="presParOf" srcId="{33111035-7874-44A3-98C1-D4AC0AF8792D}" destId="{609F4C0D-78CC-42E2-8EC6-ACCF5277829F}" srcOrd="1" destOrd="0" presId="urn:microsoft.com/office/officeart/2005/8/layout/orgChart1"/>
    <dgm:cxn modelId="{74077BF3-C2CC-4EF1-9A83-9739CB9CF2E1}" type="presParOf" srcId="{EA46275C-D34E-4970-A919-7FB5FB0D832D}" destId="{21DB5F9D-117E-4396-A921-BD0D18829365}" srcOrd="1" destOrd="0" presId="urn:microsoft.com/office/officeart/2005/8/layout/orgChart1"/>
    <dgm:cxn modelId="{B20ADBCC-B7ED-48EC-BA1E-65CB265D5B76}" type="presParOf" srcId="{21DB5F9D-117E-4396-A921-BD0D18829365}" destId="{DBFAA4B1-5E18-4F52-8331-43C80B4BAD10}" srcOrd="0" destOrd="0" presId="urn:microsoft.com/office/officeart/2005/8/layout/orgChart1"/>
    <dgm:cxn modelId="{11F5812B-8000-4FE0-BAFE-2A89A48C81C2}" type="presParOf" srcId="{21DB5F9D-117E-4396-A921-BD0D18829365}" destId="{91965D30-99C4-47EB-964E-C2A7F6F1CDE7}" srcOrd="1" destOrd="0" presId="urn:microsoft.com/office/officeart/2005/8/layout/orgChart1"/>
    <dgm:cxn modelId="{293C8453-C77D-4650-A342-77E955582344}" type="presParOf" srcId="{91965D30-99C4-47EB-964E-C2A7F6F1CDE7}" destId="{EFB01A80-46E4-4BD8-8088-D9D4E2FCD126}" srcOrd="0" destOrd="0" presId="urn:microsoft.com/office/officeart/2005/8/layout/orgChart1"/>
    <dgm:cxn modelId="{E9F73ED7-B919-4376-BD94-764ECE7D02B3}" type="presParOf" srcId="{EFB01A80-46E4-4BD8-8088-D9D4E2FCD126}" destId="{63AB99B0-52A9-4FD4-95B2-D1CDAD6E4D6C}" srcOrd="0" destOrd="0" presId="urn:microsoft.com/office/officeart/2005/8/layout/orgChart1"/>
    <dgm:cxn modelId="{DDF0F0FA-F58A-4D76-B86E-370853D5E034}" type="presParOf" srcId="{EFB01A80-46E4-4BD8-8088-D9D4E2FCD126}" destId="{1F827E1E-DE28-4629-93A9-7862FAB5F676}" srcOrd="1" destOrd="0" presId="urn:microsoft.com/office/officeart/2005/8/layout/orgChart1"/>
    <dgm:cxn modelId="{EE122779-741B-4BC8-A403-09999283FA1C}" type="presParOf" srcId="{91965D30-99C4-47EB-964E-C2A7F6F1CDE7}" destId="{BCDC7EB6-07A3-4F0D-B150-75C1404AAABB}" srcOrd="1" destOrd="0" presId="urn:microsoft.com/office/officeart/2005/8/layout/orgChart1"/>
    <dgm:cxn modelId="{423EC7C1-927E-46C7-B92E-3B3CF4AB3B78}" type="presParOf" srcId="{91965D30-99C4-47EB-964E-C2A7F6F1CDE7}" destId="{9827145C-FEEA-4ECA-8507-28613AB5980D}" srcOrd="2" destOrd="0" presId="urn:microsoft.com/office/officeart/2005/8/layout/orgChart1"/>
    <dgm:cxn modelId="{095A2AD3-7E1E-4CE8-BC71-38712CB7DE6E}" type="presParOf" srcId="{21DB5F9D-117E-4396-A921-BD0D18829365}" destId="{6EA04B9E-A781-425B-B36A-F2E0C3396A0F}" srcOrd="2" destOrd="0" presId="urn:microsoft.com/office/officeart/2005/8/layout/orgChart1"/>
    <dgm:cxn modelId="{66AC9F27-3FE5-42C1-913B-47FEE7890BC7}" type="presParOf" srcId="{21DB5F9D-117E-4396-A921-BD0D18829365}" destId="{4277993E-643A-44B6-B628-E62FD901BBEE}" srcOrd="3" destOrd="0" presId="urn:microsoft.com/office/officeart/2005/8/layout/orgChart1"/>
    <dgm:cxn modelId="{85B118C6-7960-43A6-B3F2-89EDF70A1231}" type="presParOf" srcId="{4277993E-643A-44B6-B628-E62FD901BBEE}" destId="{B4204682-EBBF-423A-A8C4-DCC9725E2DEE}" srcOrd="0" destOrd="0" presId="urn:microsoft.com/office/officeart/2005/8/layout/orgChart1"/>
    <dgm:cxn modelId="{4E413AC4-8180-4238-9661-C6377175D287}" type="presParOf" srcId="{B4204682-EBBF-423A-A8C4-DCC9725E2DEE}" destId="{152DB30B-0997-48AC-8E02-B305E6A174EA}" srcOrd="0" destOrd="0" presId="urn:microsoft.com/office/officeart/2005/8/layout/orgChart1"/>
    <dgm:cxn modelId="{7F8CB748-56FD-4F58-A794-9985AD83470B}" type="presParOf" srcId="{B4204682-EBBF-423A-A8C4-DCC9725E2DEE}" destId="{E2521828-141C-4DD9-A0FF-550F879D8B65}" srcOrd="1" destOrd="0" presId="urn:microsoft.com/office/officeart/2005/8/layout/orgChart1"/>
    <dgm:cxn modelId="{6B1F9546-9483-48D7-9FE7-1EE8EEB605E8}" type="presParOf" srcId="{4277993E-643A-44B6-B628-E62FD901BBEE}" destId="{0E1C6699-2AE5-46DA-8767-F16B8DF94467}" srcOrd="1" destOrd="0" presId="urn:microsoft.com/office/officeart/2005/8/layout/orgChart1"/>
    <dgm:cxn modelId="{8D2D40F1-CCC1-4D15-B77E-EDC8F685B13F}" type="presParOf" srcId="{4277993E-643A-44B6-B628-E62FD901BBEE}" destId="{D093C552-F2B3-4F1D-B77A-C18F5C8F8551}" srcOrd="2" destOrd="0" presId="urn:microsoft.com/office/officeart/2005/8/layout/orgChart1"/>
    <dgm:cxn modelId="{1A523D52-9D2C-4B16-8BC2-1CB20A63D5EC}" type="presParOf" srcId="{21DB5F9D-117E-4396-A921-BD0D18829365}" destId="{F4168C62-4C73-4FEA-B525-828302C7EE80}" srcOrd="4" destOrd="0" presId="urn:microsoft.com/office/officeart/2005/8/layout/orgChart1"/>
    <dgm:cxn modelId="{B1859B82-E06E-4E7B-B069-25510CCED71C}" type="presParOf" srcId="{21DB5F9D-117E-4396-A921-BD0D18829365}" destId="{BAACD408-B096-4219-B995-CBE13FEF9E0C}" srcOrd="5" destOrd="0" presId="urn:microsoft.com/office/officeart/2005/8/layout/orgChart1"/>
    <dgm:cxn modelId="{3DE948E5-4ADE-4EEE-8BC3-7AB7DA9D5464}" type="presParOf" srcId="{BAACD408-B096-4219-B995-CBE13FEF9E0C}" destId="{7C76DD35-9C28-4088-8305-CB44319A8F6B}" srcOrd="0" destOrd="0" presId="urn:microsoft.com/office/officeart/2005/8/layout/orgChart1"/>
    <dgm:cxn modelId="{9BBAC953-22CD-4750-9FD3-58393E14299B}" type="presParOf" srcId="{7C76DD35-9C28-4088-8305-CB44319A8F6B}" destId="{2A5F8A13-F793-4295-A576-C273F1E67E53}" srcOrd="0" destOrd="0" presId="urn:microsoft.com/office/officeart/2005/8/layout/orgChart1"/>
    <dgm:cxn modelId="{5035F8AB-D6F4-4978-A916-746310195DD2}" type="presParOf" srcId="{7C76DD35-9C28-4088-8305-CB44319A8F6B}" destId="{DF2A5A38-E9AD-4E0D-8664-8243B6A76EE9}" srcOrd="1" destOrd="0" presId="urn:microsoft.com/office/officeart/2005/8/layout/orgChart1"/>
    <dgm:cxn modelId="{0E98C2DC-79A3-4DFE-96E1-ACE08D1D3266}" type="presParOf" srcId="{BAACD408-B096-4219-B995-CBE13FEF9E0C}" destId="{25DCDDB0-7223-429E-8111-32F0DC3DFAA9}" srcOrd="1" destOrd="0" presId="urn:microsoft.com/office/officeart/2005/8/layout/orgChart1"/>
    <dgm:cxn modelId="{527FDC1C-9B3E-43E5-A5D2-FC177FC75CD7}" type="presParOf" srcId="{BAACD408-B096-4219-B995-CBE13FEF9E0C}" destId="{91C4CFE2-D764-43CD-B65A-522F70B2D2C2}" srcOrd="2" destOrd="0" presId="urn:microsoft.com/office/officeart/2005/8/layout/orgChart1"/>
    <dgm:cxn modelId="{76F9F44D-A2A1-49BA-A137-8362DFB036D7}" type="presParOf" srcId="{21DB5F9D-117E-4396-A921-BD0D18829365}" destId="{EFAB8F0C-B50C-4110-92BD-83EFA04F2A3D}" srcOrd="6" destOrd="0" presId="urn:microsoft.com/office/officeart/2005/8/layout/orgChart1"/>
    <dgm:cxn modelId="{35173F26-A2A6-47CB-BCBA-8B4C45783127}" type="presParOf" srcId="{21DB5F9D-117E-4396-A921-BD0D18829365}" destId="{A5B3533E-C7CF-46F3-81CA-B527422E6570}" srcOrd="7" destOrd="0" presId="urn:microsoft.com/office/officeart/2005/8/layout/orgChart1"/>
    <dgm:cxn modelId="{4C2AD776-D0CE-461A-887D-7E2FE1549AAD}" type="presParOf" srcId="{A5B3533E-C7CF-46F3-81CA-B527422E6570}" destId="{7D9836D0-FEAF-45C5-96B9-BF85B4C5E630}" srcOrd="0" destOrd="0" presId="urn:microsoft.com/office/officeart/2005/8/layout/orgChart1"/>
    <dgm:cxn modelId="{28D5A8E2-D632-430F-888B-35A807C046E0}" type="presParOf" srcId="{7D9836D0-FEAF-45C5-96B9-BF85B4C5E630}" destId="{2907B370-BA96-40F4-A66F-C111E7FDFAAE}" srcOrd="0" destOrd="0" presId="urn:microsoft.com/office/officeart/2005/8/layout/orgChart1"/>
    <dgm:cxn modelId="{0ABF3DD6-7331-4D8B-8487-5FA3BD1AA351}" type="presParOf" srcId="{7D9836D0-FEAF-45C5-96B9-BF85B4C5E630}" destId="{10E23348-0F19-4FD3-A71D-F48223639FF9}" srcOrd="1" destOrd="0" presId="urn:microsoft.com/office/officeart/2005/8/layout/orgChart1"/>
    <dgm:cxn modelId="{32C3F25C-8C07-4CFB-8A0B-C2F150DC5C4C}" type="presParOf" srcId="{A5B3533E-C7CF-46F3-81CA-B527422E6570}" destId="{3D69BB98-EFF5-452C-9AC5-11BC881590C9}" srcOrd="1" destOrd="0" presId="urn:microsoft.com/office/officeart/2005/8/layout/orgChart1"/>
    <dgm:cxn modelId="{87C8BA56-970B-45AC-96D9-050CFEC64A4C}" type="presParOf" srcId="{A5B3533E-C7CF-46F3-81CA-B527422E6570}" destId="{7F0430B4-7899-4BA1-A17D-366D05A80803}" srcOrd="2" destOrd="0" presId="urn:microsoft.com/office/officeart/2005/8/layout/orgChart1"/>
    <dgm:cxn modelId="{EC1DFC53-FE19-4861-8387-DBE9AED37175}" type="presParOf" srcId="{EA46275C-D34E-4970-A919-7FB5FB0D832D}" destId="{97D7E093-B9EA-413B-A30F-D5DDB8799B63}" srcOrd="2" destOrd="0" presId="urn:microsoft.com/office/officeart/2005/8/layout/orgChart1"/>
    <dgm:cxn modelId="{7A5C2AAE-8A14-4CF8-8638-ECC9C6BEFC1C}" type="presParOf" srcId="{CC41FF8D-2066-47C2-B982-E49AEB8BA42A}" destId="{DBB6250D-A994-4B68-83F5-3A299E01BCF0}" srcOrd="4" destOrd="0" presId="urn:microsoft.com/office/officeart/2005/8/layout/orgChart1"/>
    <dgm:cxn modelId="{EFC5DA1B-9A96-4BCD-891D-4D816598C5AA}" type="presParOf" srcId="{CC41FF8D-2066-47C2-B982-E49AEB8BA42A}" destId="{7C3751AC-154A-4B83-86C4-3179D2CC195A}" srcOrd="5" destOrd="0" presId="urn:microsoft.com/office/officeart/2005/8/layout/orgChart1"/>
    <dgm:cxn modelId="{EB3FD401-555A-49AF-A8A5-59E45A628466}" type="presParOf" srcId="{7C3751AC-154A-4B83-86C4-3179D2CC195A}" destId="{46E2E3C6-D8C5-40B9-98A1-533B92BF7BB4}" srcOrd="0" destOrd="0" presId="urn:microsoft.com/office/officeart/2005/8/layout/orgChart1"/>
    <dgm:cxn modelId="{D43D2066-B371-4720-B3FD-A81ADE345EED}" type="presParOf" srcId="{46E2E3C6-D8C5-40B9-98A1-533B92BF7BB4}" destId="{143639B3-181C-491B-A515-4BAB93604BCB}" srcOrd="0" destOrd="0" presId="urn:microsoft.com/office/officeart/2005/8/layout/orgChart1"/>
    <dgm:cxn modelId="{EF75D141-6609-419E-A01D-AF34FFA02B29}" type="presParOf" srcId="{46E2E3C6-D8C5-40B9-98A1-533B92BF7BB4}" destId="{F76DCC48-5560-4BD5-AD58-0C6CED22E5B3}" srcOrd="1" destOrd="0" presId="urn:microsoft.com/office/officeart/2005/8/layout/orgChart1"/>
    <dgm:cxn modelId="{CDC035D0-2603-4BF0-901E-F25F90A39FAC}" type="presParOf" srcId="{7C3751AC-154A-4B83-86C4-3179D2CC195A}" destId="{54D71075-D9F2-4A86-BAD0-9859B2512DDE}" srcOrd="1" destOrd="0" presId="urn:microsoft.com/office/officeart/2005/8/layout/orgChart1"/>
    <dgm:cxn modelId="{F632B700-3D7F-4596-9869-010B3FC30F3F}" type="presParOf" srcId="{54D71075-D9F2-4A86-BAD0-9859B2512DDE}" destId="{ED858471-3416-48AF-94C0-257C660D6C30}" srcOrd="0" destOrd="0" presId="urn:microsoft.com/office/officeart/2005/8/layout/orgChart1"/>
    <dgm:cxn modelId="{6F11BE8E-5483-4885-A542-5BC1F1DA640B}" type="presParOf" srcId="{54D71075-D9F2-4A86-BAD0-9859B2512DDE}" destId="{81F929DC-36A8-4ACF-8D49-7570E547CB89}" srcOrd="1" destOrd="0" presId="urn:microsoft.com/office/officeart/2005/8/layout/orgChart1"/>
    <dgm:cxn modelId="{1651F084-D40D-4C63-8EB9-DCBDAF153D99}" type="presParOf" srcId="{81F929DC-36A8-4ACF-8D49-7570E547CB89}" destId="{A78C8B0B-8569-41EB-ACA9-0A7D6C75355C}" srcOrd="0" destOrd="0" presId="urn:microsoft.com/office/officeart/2005/8/layout/orgChart1"/>
    <dgm:cxn modelId="{1C54E71E-C4EB-40F9-9C56-B72708AE17A4}" type="presParOf" srcId="{A78C8B0B-8569-41EB-ACA9-0A7D6C75355C}" destId="{30523AB1-C99C-444B-AA4F-1E73092027E9}" srcOrd="0" destOrd="0" presId="urn:microsoft.com/office/officeart/2005/8/layout/orgChart1"/>
    <dgm:cxn modelId="{E9F370E6-5C17-4AAF-9CCC-461C289E5ACA}" type="presParOf" srcId="{A78C8B0B-8569-41EB-ACA9-0A7D6C75355C}" destId="{D5FDDBA5-CDD5-4793-84B5-CD9B98911702}" srcOrd="1" destOrd="0" presId="urn:microsoft.com/office/officeart/2005/8/layout/orgChart1"/>
    <dgm:cxn modelId="{BDE8C7E0-7DCD-4887-9B7E-44F655D3D6E3}" type="presParOf" srcId="{81F929DC-36A8-4ACF-8D49-7570E547CB89}" destId="{590501E3-6000-4C9A-99FD-C032933B1059}" srcOrd="1" destOrd="0" presId="urn:microsoft.com/office/officeart/2005/8/layout/orgChart1"/>
    <dgm:cxn modelId="{A41EABE9-AD57-4C64-AB69-378C3BA3263B}" type="presParOf" srcId="{81F929DC-36A8-4ACF-8D49-7570E547CB89}" destId="{E2237E00-27D8-48FE-921B-A3E617074DE2}" srcOrd="2" destOrd="0" presId="urn:microsoft.com/office/officeart/2005/8/layout/orgChart1"/>
    <dgm:cxn modelId="{7C95AA8A-4854-4D4C-BF8A-16C50FDD1DB3}" type="presParOf" srcId="{54D71075-D9F2-4A86-BAD0-9859B2512DDE}" destId="{FC66A192-41BF-4B05-9C2B-3184310FF5C6}" srcOrd="2" destOrd="0" presId="urn:microsoft.com/office/officeart/2005/8/layout/orgChart1"/>
    <dgm:cxn modelId="{F284B91B-F0EB-4D0E-935F-CEA28CC1CC24}" type="presParOf" srcId="{54D71075-D9F2-4A86-BAD0-9859B2512DDE}" destId="{9DAC2D16-7E45-40EA-A631-ADEF7ACF9061}" srcOrd="3" destOrd="0" presId="urn:microsoft.com/office/officeart/2005/8/layout/orgChart1"/>
    <dgm:cxn modelId="{2C479C88-4808-4D7F-86A7-19170E4BC3CD}" type="presParOf" srcId="{9DAC2D16-7E45-40EA-A631-ADEF7ACF9061}" destId="{B46A1F57-C788-4C8D-A2E5-6258F3978371}" srcOrd="0" destOrd="0" presId="urn:microsoft.com/office/officeart/2005/8/layout/orgChart1"/>
    <dgm:cxn modelId="{7A46CABE-5CD6-4F17-B47A-1A467A2527B6}" type="presParOf" srcId="{B46A1F57-C788-4C8D-A2E5-6258F3978371}" destId="{72CEFB75-59D1-4656-8F8B-120522C92D35}" srcOrd="0" destOrd="0" presId="urn:microsoft.com/office/officeart/2005/8/layout/orgChart1"/>
    <dgm:cxn modelId="{6D5385CC-F849-4A41-9745-EBCE28A26183}" type="presParOf" srcId="{B46A1F57-C788-4C8D-A2E5-6258F3978371}" destId="{9403F216-2E13-4D0E-80E9-D493615283DE}" srcOrd="1" destOrd="0" presId="urn:microsoft.com/office/officeart/2005/8/layout/orgChart1"/>
    <dgm:cxn modelId="{E83D0D1C-FDBE-41D9-A522-26F2B8A80B01}" type="presParOf" srcId="{9DAC2D16-7E45-40EA-A631-ADEF7ACF9061}" destId="{7CEBB6BA-F632-432C-9EB0-7B69559DBB2F}" srcOrd="1" destOrd="0" presId="urn:microsoft.com/office/officeart/2005/8/layout/orgChart1"/>
    <dgm:cxn modelId="{CFFB9210-351A-4BAF-941C-5FF8D2B97B32}" type="presParOf" srcId="{9DAC2D16-7E45-40EA-A631-ADEF7ACF9061}" destId="{724760C5-47ED-4054-B00A-7E24FEBA4ACF}" srcOrd="2" destOrd="0" presId="urn:microsoft.com/office/officeart/2005/8/layout/orgChart1"/>
    <dgm:cxn modelId="{8E1FFF85-5BD1-4127-904C-7D1643CFC9D3}" type="presParOf" srcId="{7C3751AC-154A-4B83-86C4-3179D2CC195A}" destId="{E9CFFC85-30A2-4189-8956-70EF4403155E}" srcOrd="2" destOrd="0" presId="urn:microsoft.com/office/officeart/2005/8/layout/orgChart1"/>
    <dgm:cxn modelId="{BE57C796-B56D-4AB6-82DC-C817E3F63D98}" type="presParOf" srcId="{CC41FF8D-2066-47C2-B982-E49AEB8BA42A}" destId="{06DDBB38-68F0-4317-9F77-306B5A4D0568}" srcOrd="6" destOrd="0" presId="urn:microsoft.com/office/officeart/2005/8/layout/orgChart1"/>
    <dgm:cxn modelId="{BC62C4C2-855E-42F6-8A91-46C812592A99}" type="presParOf" srcId="{CC41FF8D-2066-47C2-B982-E49AEB8BA42A}" destId="{FCC89F73-75CB-4B04-8C24-E0C03F7FCC98}" srcOrd="7" destOrd="0" presId="urn:microsoft.com/office/officeart/2005/8/layout/orgChart1"/>
    <dgm:cxn modelId="{245627E6-4ECE-4534-A614-89D0E1CAF88A}" type="presParOf" srcId="{FCC89F73-75CB-4B04-8C24-E0C03F7FCC98}" destId="{51303DA3-8908-436D-83CD-FD00C3ED8F56}" srcOrd="0" destOrd="0" presId="urn:microsoft.com/office/officeart/2005/8/layout/orgChart1"/>
    <dgm:cxn modelId="{D0B44341-2A31-490C-8683-522872E7F3BD}" type="presParOf" srcId="{51303DA3-8908-436D-83CD-FD00C3ED8F56}" destId="{C1E13093-8BD2-473F-9131-948EED45B322}" srcOrd="0" destOrd="0" presId="urn:microsoft.com/office/officeart/2005/8/layout/orgChart1"/>
    <dgm:cxn modelId="{FB105CA0-AE1A-4B50-AF6A-B110533F770D}" type="presParOf" srcId="{51303DA3-8908-436D-83CD-FD00C3ED8F56}" destId="{5CC39CA2-13D2-4B46-934E-C03FE919297A}" srcOrd="1" destOrd="0" presId="urn:microsoft.com/office/officeart/2005/8/layout/orgChart1"/>
    <dgm:cxn modelId="{A011C659-23D0-457C-A337-C52626A2E5FE}" type="presParOf" srcId="{FCC89F73-75CB-4B04-8C24-E0C03F7FCC98}" destId="{932F9BBB-7364-461A-88DE-5DC2C9AE7C59}" srcOrd="1" destOrd="0" presId="urn:microsoft.com/office/officeart/2005/8/layout/orgChart1"/>
    <dgm:cxn modelId="{5BABD74C-9BF3-4128-B0A6-FC7DC6F0B4FD}" type="presParOf" srcId="{932F9BBB-7364-461A-88DE-5DC2C9AE7C59}" destId="{54004330-659C-421A-AA00-2A60A650D1AA}" srcOrd="0" destOrd="0" presId="urn:microsoft.com/office/officeart/2005/8/layout/orgChart1"/>
    <dgm:cxn modelId="{BAAC2F3E-0B87-441C-A111-7F2AF6EAC334}" type="presParOf" srcId="{932F9BBB-7364-461A-88DE-5DC2C9AE7C59}" destId="{16181FE0-8A53-4C08-BF65-5F964ADA93D5}" srcOrd="1" destOrd="0" presId="urn:microsoft.com/office/officeart/2005/8/layout/orgChart1"/>
    <dgm:cxn modelId="{15C64B89-0870-4A64-9016-8BA0A9BC863B}" type="presParOf" srcId="{16181FE0-8A53-4C08-BF65-5F964ADA93D5}" destId="{99625B65-92C7-4F58-A9CB-76B678225743}" srcOrd="0" destOrd="0" presId="urn:microsoft.com/office/officeart/2005/8/layout/orgChart1"/>
    <dgm:cxn modelId="{B05C30EC-8A6F-4DBC-9A4A-67CC1A7701C2}" type="presParOf" srcId="{99625B65-92C7-4F58-A9CB-76B678225743}" destId="{71CFB7A4-87DA-4816-B7A4-500ED09ACC80}" srcOrd="0" destOrd="0" presId="urn:microsoft.com/office/officeart/2005/8/layout/orgChart1"/>
    <dgm:cxn modelId="{5CD99583-E460-4803-BCBF-FAC538D8C950}" type="presParOf" srcId="{99625B65-92C7-4F58-A9CB-76B678225743}" destId="{B53B0E2E-0C65-44C5-B0FD-F7C54A95DCE9}" srcOrd="1" destOrd="0" presId="urn:microsoft.com/office/officeart/2005/8/layout/orgChart1"/>
    <dgm:cxn modelId="{999E163C-2927-42B0-B486-C5BC4E958113}" type="presParOf" srcId="{16181FE0-8A53-4C08-BF65-5F964ADA93D5}" destId="{158C8836-73E3-4330-BD57-40A5FB8B7D13}" srcOrd="1" destOrd="0" presId="urn:microsoft.com/office/officeart/2005/8/layout/orgChart1"/>
    <dgm:cxn modelId="{778BD204-F58F-423F-BCFA-D34591A136D7}" type="presParOf" srcId="{16181FE0-8A53-4C08-BF65-5F964ADA93D5}" destId="{A9099310-4F36-4C40-8C0A-94504608D6A4}" srcOrd="2" destOrd="0" presId="urn:microsoft.com/office/officeart/2005/8/layout/orgChart1"/>
    <dgm:cxn modelId="{57DE6238-D528-4C8A-9EBD-30D13A79180E}" type="presParOf" srcId="{932F9BBB-7364-461A-88DE-5DC2C9AE7C59}" destId="{E6D3E7C7-5F9F-4403-A4C8-CCABCA206563}" srcOrd="2" destOrd="0" presId="urn:microsoft.com/office/officeart/2005/8/layout/orgChart1"/>
    <dgm:cxn modelId="{DBDE9DB9-7C25-4BC5-8330-708B0C13348D}" type="presParOf" srcId="{932F9BBB-7364-461A-88DE-5DC2C9AE7C59}" destId="{20722B81-EAAC-4468-A8EC-1205D8353D67}" srcOrd="3" destOrd="0" presId="urn:microsoft.com/office/officeart/2005/8/layout/orgChart1"/>
    <dgm:cxn modelId="{CBBED226-2F86-416A-A1F4-1A88D9416457}" type="presParOf" srcId="{20722B81-EAAC-4468-A8EC-1205D8353D67}" destId="{0947A841-917C-4819-9955-66E1076B8159}" srcOrd="0" destOrd="0" presId="urn:microsoft.com/office/officeart/2005/8/layout/orgChart1"/>
    <dgm:cxn modelId="{3FFE0C07-18C8-4CC7-9ED3-3B28A6E92894}" type="presParOf" srcId="{0947A841-917C-4819-9955-66E1076B8159}" destId="{EE5463CD-2007-41E8-A571-D5AD678DE2DA}" srcOrd="0" destOrd="0" presId="urn:microsoft.com/office/officeart/2005/8/layout/orgChart1"/>
    <dgm:cxn modelId="{0795FDA1-542F-4D8C-BC10-D5EBE5883496}" type="presParOf" srcId="{0947A841-917C-4819-9955-66E1076B8159}" destId="{47C6E814-4F2F-417A-8A11-D51E33E75DBC}" srcOrd="1" destOrd="0" presId="urn:microsoft.com/office/officeart/2005/8/layout/orgChart1"/>
    <dgm:cxn modelId="{8645B8A4-E361-4464-B1F3-8E4856830B5B}" type="presParOf" srcId="{20722B81-EAAC-4468-A8EC-1205D8353D67}" destId="{B33645CA-D93C-4663-BAB0-666B6DA1E7B0}" srcOrd="1" destOrd="0" presId="urn:microsoft.com/office/officeart/2005/8/layout/orgChart1"/>
    <dgm:cxn modelId="{2B949F83-AB4F-4207-9DF6-9413C1A5C470}" type="presParOf" srcId="{20722B81-EAAC-4468-A8EC-1205D8353D67}" destId="{31878899-4B56-4C7F-8016-4BD8794BA1B6}" srcOrd="2" destOrd="0" presId="urn:microsoft.com/office/officeart/2005/8/layout/orgChart1"/>
    <dgm:cxn modelId="{3F7F6A6C-B28F-468B-8BD6-813433932E19}" type="presParOf" srcId="{932F9BBB-7364-461A-88DE-5DC2C9AE7C59}" destId="{C8C37B1E-7897-4E09-B59D-DF81792129F6}" srcOrd="4" destOrd="0" presId="urn:microsoft.com/office/officeart/2005/8/layout/orgChart1"/>
    <dgm:cxn modelId="{D8B6DF84-7764-4CAC-B7D7-F5E59E3717DA}" type="presParOf" srcId="{932F9BBB-7364-461A-88DE-5DC2C9AE7C59}" destId="{42D4D324-508C-4D7E-B150-8078DAC1CE38}" srcOrd="5" destOrd="0" presId="urn:microsoft.com/office/officeart/2005/8/layout/orgChart1"/>
    <dgm:cxn modelId="{51E91556-48F2-4E54-85FC-86F729099F78}" type="presParOf" srcId="{42D4D324-508C-4D7E-B150-8078DAC1CE38}" destId="{6CD8C304-11B9-4BF1-AEAB-608720262554}" srcOrd="0" destOrd="0" presId="urn:microsoft.com/office/officeart/2005/8/layout/orgChart1"/>
    <dgm:cxn modelId="{F2F77274-C267-4015-9DBF-8078BE909F99}" type="presParOf" srcId="{6CD8C304-11B9-4BF1-AEAB-608720262554}" destId="{1EDDC4A0-7BC2-483A-84BD-549CE25340AD}" srcOrd="0" destOrd="0" presId="urn:microsoft.com/office/officeart/2005/8/layout/orgChart1"/>
    <dgm:cxn modelId="{E9D96312-522C-4A1F-817C-13CCCF4A24B9}" type="presParOf" srcId="{6CD8C304-11B9-4BF1-AEAB-608720262554}" destId="{23984141-AD1C-4E04-AE34-10AE7E9078D3}" srcOrd="1" destOrd="0" presId="urn:microsoft.com/office/officeart/2005/8/layout/orgChart1"/>
    <dgm:cxn modelId="{5B06B559-28A6-4B56-A626-C83E8EC25FAA}" type="presParOf" srcId="{42D4D324-508C-4D7E-B150-8078DAC1CE38}" destId="{924BF449-97E6-4E2C-824D-88093D36A425}" srcOrd="1" destOrd="0" presId="urn:microsoft.com/office/officeart/2005/8/layout/orgChart1"/>
    <dgm:cxn modelId="{97EC5376-B131-40CE-AC2F-FF3904A64D7C}" type="presParOf" srcId="{42D4D324-508C-4D7E-B150-8078DAC1CE38}" destId="{15A9E67C-CF04-4FCE-810D-DC675941C07F}" srcOrd="2" destOrd="0" presId="urn:microsoft.com/office/officeart/2005/8/layout/orgChart1"/>
    <dgm:cxn modelId="{BA4C25AC-1699-4B73-B342-120C2587366D}" type="presParOf" srcId="{932F9BBB-7364-461A-88DE-5DC2C9AE7C59}" destId="{20C4DE16-1EA8-4E66-8AE0-84BB1C2EADBB}" srcOrd="6" destOrd="0" presId="urn:microsoft.com/office/officeart/2005/8/layout/orgChart1"/>
    <dgm:cxn modelId="{3EF721A9-B08A-4DA8-8E73-0A9712D174F5}" type="presParOf" srcId="{932F9BBB-7364-461A-88DE-5DC2C9AE7C59}" destId="{2B8B302C-6148-4854-91B0-36366B172028}" srcOrd="7" destOrd="0" presId="urn:microsoft.com/office/officeart/2005/8/layout/orgChart1"/>
    <dgm:cxn modelId="{9C03BB36-D313-4CCA-8991-22E8CFE7FEEF}" type="presParOf" srcId="{2B8B302C-6148-4854-91B0-36366B172028}" destId="{AA5456AE-F2DB-4FCB-8186-4012573FCCB6}" srcOrd="0" destOrd="0" presId="urn:microsoft.com/office/officeart/2005/8/layout/orgChart1"/>
    <dgm:cxn modelId="{42656AAE-89E9-4C6C-A242-B49B9A3E2226}" type="presParOf" srcId="{AA5456AE-F2DB-4FCB-8186-4012573FCCB6}" destId="{FFA1E627-6ECF-472E-955E-042FC44114FE}" srcOrd="0" destOrd="0" presId="urn:microsoft.com/office/officeart/2005/8/layout/orgChart1"/>
    <dgm:cxn modelId="{61A7C997-F1B4-4784-985C-305E0B1BF0AA}" type="presParOf" srcId="{AA5456AE-F2DB-4FCB-8186-4012573FCCB6}" destId="{34D520C3-DBFC-474E-90A9-03EBD3AAA234}" srcOrd="1" destOrd="0" presId="urn:microsoft.com/office/officeart/2005/8/layout/orgChart1"/>
    <dgm:cxn modelId="{CD544DEB-FDA7-4643-B3ED-B8589A605E34}" type="presParOf" srcId="{2B8B302C-6148-4854-91B0-36366B172028}" destId="{194BB7B6-48C8-46DC-A361-1F350D5FD829}" srcOrd="1" destOrd="0" presId="urn:microsoft.com/office/officeart/2005/8/layout/orgChart1"/>
    <dgm:cxn modelId="{FBD0888E-8F3A-4967-B397-3340AF69D08E}" type="presParOf" srcId="{2B8B302C-6148-4854-91B0-36366B172028}" destId="{11F18250-DC48-4873-9610-4193E3DF3827}" srcOrd="2" destOrd="0" presId="urn:microsoft.com/office/officeart/2005/8/layout/orgChart1"/>
    <dgm:cxn modelId="{895BC200-20C1-4689-B304-78AC22410094}" type="presParOf" srcId="{932F9BBB-7364-461A-88DE-5DC2C9AE7C59}" destId="{0CB1DD64-8E2B-4213-A922-5172F8217136}" srcOrd="8" destOrd="0" presId="urn:microsoft.com/office/officeart/2005/8/layout/orgChart1"/>
    <dgm:cxn modelId="{E5FDFCC7-2F5B-41EF-85ED-CDEE32E34AAC}" type="presParOf" srcId="{932F9BBB-7364-461A-88DE-5DC2C9AE7C59}" destId="{23B7D01B-CA4F-4959-AB48-7B5B38671C7B}" srcOrd="9" destOrd="0" presId="urn:microsoft.com/office/officeart/2005/8/layout/orgChart1"/>
    <dgm:cxn modelId="{8B82AF27-4183-4D0F-8726-36B2434A07C1}" type="presParOf" srcId="{23B7D01B-CA4F-4959-AB48-7B5B38671C7B}" destId="{E432C062-C46B-4E46-87A2-1328049E542F}" srcOrd="0" destOrd="0" presId="urn:microsoft.com/office/officeart/2005/8/layout/orgChart1"/>
    <dgm:cxn modelId="{047834FD-9DA1-4127-977C-A67F8C3A5992}" type="presParOf" srcId="{E432C062-C46B-4E46-87A2-1328049E542F}" destId="{E80ABF54-4110-4F22-9DD1-B401D5DCF6B9}" srcOrd="0" destOrd="0" presId="urn:microsoft.com/office/officeart/2005/8/layout/orgChart1"/>
    <dgm:cxn modelId="{D99BCA13-23C6-42E6-B8C8-8D93326995AD}" type="presParOf" srcId="{E432C062-C46B-4E46-87A2-1328049E542F}" destId="{FD14E017-8EAE-4903-921F-1F033F35CD4E}" srcOrd="1" destOrd="0" presId="urn:microsoft.com/office/officeart/2005/8/layout/orgChart1"/>
    <dgm:cxn modelId="{804BBD48-AB3B-4435-A9B6-A0D5A5C740AA}" type="presParOf" srcId="{23B7D01B-CA4F-4959-AB48-7B5B38671C7B}" destId="{F90B8D6E-A517-47F3-93A8-7CD8A73C07C2}" srcOrd="1" destOrd="0" presId="urn:microsoft.com/office/officeart/2005/8/layout/orgChart1"/>
    <dgm:cxn modelId="{5B14D06E-2041-4CB4-99A8-67AA76676DAA}" type="presParOf" srcId="{23B7D01B-CA4F-4959-AB48-7B5B38671C7B}" destId="{303A026D-4929-4BDA-9B2C-FDAE03F53E52}" srcOrd="2" destOrd="0" presId="urn:microsoft.com/office/officeart/2005/8/layout/orgChart1"/>
    <dgm:cxn modelId="{B39CAB61-A962-45C8-AC34-0195A36C8CB5}" type="presParOf" srcId="{FCC89F73-75CB-4B04-8C24-E0C03F7FCC98}" destId="{95D487BC-91A7-450C-9E4C-F5D38D84DFBD}" srcOrd="2" destOrd="0" presId="urn:microsoft.com/office/officeart/2005/8/layout/orgChart1"/>
    <dgm:cxn modelId="{AA0A0F31-B97B-4E94-B271-D3F7319F86E4}" type="presParOf" srcId="{5020A7F2-D507-45EE-A895-2DBC7AC3D771}" destId="{2409E2CD-8A3D-4025-AF35-FDAFA4476D46}" srcOrd="2" destOrd="0" presId="urn:microsoft.com/office/officeart/2005/8/layout/orgChart1"/>
  </dgm:cxnLst>
  <dgm:bg/>
  <dgm:whole>
    <a:ln>
      <a:solidFill>
        <a:schemeClr val="bg1">
          <a:lumMod val="50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780E2C17-7959-4BE4-B5B9-2AF6E7CE28C3}">
      <dgm:prSet custT="1"/>
      <dgm:spPr/>
      <dgm:t>
        <a:bodyPr/>
        <a:lstStyle/>
        <a:p>
          <a:pPr algn="ctr"/>
          <a:r>
            <a:rPr lang="en-US" sz="1400" noProof="0" dirty="0"/>
            <a:t>Project cost</a:t>
          </a:r>
        </a:p>
      </dgm:t>
    </dgm:pt>
    <dgm:pt modelId="{2512B4B8-6636-4906-9597-60AD45FC6AB8}" type="parTrans" cxnId="{D3C15631-C6AA-431A-8019-B6CB89E454D1}">
      <dgm:prSet/>
      <dgm:spPr/>
      <dgm:t>
        <a:bodyPr/>
        <a:lstStyle/>
        <a:p>
          <a:pPr algn="ctr"/>
          <a:endParaRPr lang="en-US" sz="2000" noProof="0"/>
        </a:p>
      </dgm:t>
    </dgm:pt>
    <dgm:pt modelId="{DBC20B37-8FA3-4069-9306-016BCE515DEB}" type="sibTrans" cxnId="{D3C15631-C6AA-431A-8019-B6CB89E454D1}">
      <dgm:prSet/>
      <dgm:spPr/>
      <dgm:t>
        <a:bodyPr/>
        <a:lstStyle/>
        <a:p>
          <a:pPr algn="ctr"/>
          <a:endParaRPr lang="en-US" sz="2000" noProof="0"/>
        </a:p>
      </dgm:t>
    </dgm:pt>
    <dgm:pt modelId="{82515DFC-9938-4C9D-833B-D7B6FE74F3D6}">
      <dgm:prSet custT="1"/>
      <dgm:spPr/>
      <dgm:t>
        <a:bodyPr/>
        <a:lstStyle/>
        <a:p>
          <a:pPr algn="ctr"/>
          <a:r>
            <a:rPr lang="en-US" sz="1400" noProof="0" dirty="0"/>
            <a:t>Project management </a:t>
          </a:r>
        </a:p>
      </dgm:t>
    </dgm:pt>
    <dgm:pt modelId="{81AD3CE4-69FA-4B9E-BB3B-4FF1EB31E2BF}" type="parTrans" cxnId="{544C879F-65F0-46A5-B7C0-8D1A458F62F9}">
      <dgm:prSet/>
      <dgm:spPr/>
      <dgm:t>
        <a:bodyPr/>
        <a:lstStyle/>
        <a:p>
          <a:pPr algn="ctr"/>
          <a:endParaRPr lang="en-US" sz="2000" noProof="0"/>
        </a:p>
      </dgm:t>
    </dgm:pt>
    <dgm:pt modelId="{3ABDE96B-50C5-4FE4-A81A-4FB2FAAAAFA5}" type="sibTrans" cxnId="{544C879F-65F0-46A5-B7C0-8D1A458F62F9}">
      <dgm:prSet/>
      <dgm:spPr/>
      <dgm:t>
        <a:bodyPr/>
        <a:lstStyle/>
        <a:p>
          <a:pPr algn="ctr"/>
          <a:endParaRPr lang="en-US" sz="2000" noProof="0"/>
        </a:p>
      </dgm:t>
    </dgm:pt>
    <dgm:pt modelId="{1C76DC10-B192-4CB8-BDD4-43D705326175}">
      <dgm:prSet custT="1"/>
      <dgm:spPr/>
      <dgm:t>
        <a:bodyPr/>
        <a:lstStyle/>
        <a:p>
          <a:pPr algn="ctr"/>
          <a:r>
            <a:rPr lang="en-US" sz="1400" noProof="0" dirty="0"/>
            <a:t>Development</a:t>
          </a:r>
        </a:p>
      </dgm:t>
    </dgm:pt>
    <dgm:pt modelId="{9B6515FC-BAB6-49BD-B614-8D99B5FBDBDE}" type="parTrans" cxnId="{49F84BCF-56D4-4716-881A-8D03E4FD0021}">
      <dgm:prSet/>
      <dgm:spPr/>
      <dgm:t>
        <a:bodyPr/>
        <a:lstStyle/>
        <a:p>
          <a:pPr algn="ctr"/>
          <a:endParaRPr lang="en-US" sz="2000" noProof="0"/>
        </a:p>
      </dgm:t>
    </dgm:pt>
    <dgm:pt modelId="{0F91D73B-DCE4-4F8F-9696-95E8CA55567C}" type="sibTrans" cxnId="{49F84BCF-56D4-4716-881A-8D03E4FD0021}">
      <dgm:prSet/>
      <dgm:spPr/>
      <dgm:t>
        <a:bodyPr/>
        <a:lstStyle/>
        <a:p>
          <a:pPr algn="ctr"/>
          <a:endParaRPr lang="en-US" sz="2000" noProof="0"/>
        </a:p>
      </dgm:t>
    </dgm:pt>
    <dgm:pt modelId="{22AAB52A-F50E-450E-A45B-AA76C6E60155}">
      <dgm:prSet custT="1"/>
      <dgm:spPr/>
      <dgm:t>
        <a:bodyPr/>
        <a:lstStyle/>
        <a:p>
          <a:pPr algn="ctr"/>
          <a:r>
            <a:rPr lang="en-US" sz="1400" noProof="0" dirty="0"/>
            <a:t>Software Project</a:t>
          </a:r>
        </a:p>
      </dgm:t>
    </dgm:pt>
    <dgm:pt modelId="{111B3508-DF67-4D45-82A6-7B60B4D41864}" type="parTrans" cxnId="{AEC67096-20FC-480D-97F0-F2F564BD9E8A}">
      <dgm:prSet/>
      <dgm:spPr/>
      <dgm:t>
        <a:bodyPr/>
        <a:lstStyle/>
        <a:p>
          <a:pPr algn="ctr"/>
          <a:endParaRPr lang="en-US" sz="2000" noProof="0"/>
        </a:p>
      </dgm:t>
    </dgm:pt>
    <dgm:pt modelId="{773A98D1-1721-4740-BBBC-EE4ECE532058}" type="sibTrans" cxnId="{AEC67096-20FC-480D-97F0-F2F564BD9E8A}">
      <dgm:prSet/>
      <dgm:spPr/>
      <dgm:t>
        <a:bodyPr/>
        <a:lstStyle/>
        <a:p>
          <a:pPr algn="ctr"/>
          <a:endParaRPr lang="en-US" sz="2000" noProof="0"/>
        </a:p>
      </dgm:t>
    </dgm:pt>
    <dgm:pt modelId="{78C4697E-42E3-4CD6-8626-1B95ABCFBAEE}">
      <dgm:prSet custT="1"/>
      <dgm:spPr/>
      <dgm:t>
        <a:bodyPr/>
        <a:lstStyle/>
        <a:p>
          <a:pPr algn="ctr"/>
          <a:r>
            <a:rPr lang="en-US" sz="1400" noProof="0" dirty="0"/>
            <a:t>System Test</a:t>
          </a:r>
        </a:p>
      </dgm:t>
    </dgm:pt>
    <dgm:pt modelId="{8A2823D3-0319-40D7-99A2-677B9C1E7C97}" type="parTrans" cxnId="{4A4426A8-2F36-4935-9726-DFCE8F41E836}">
      <dgm:prSet/>
      <dgm:spPr/>
      <dgm:t>
        <a:bodyPr/>
        <a:lstStyle/>
        <a:p>
          <a:pPr algn="ctr"/>
          <a:endParaRPr lang="en-US" sz="2000" noProof="0"/>
        </a:p>
      </dgm:t>
    </dgm:pt>
    <dgm:pt modelId="{E49278E8-4C74-4CB2-80A2-3456757BC598}" type="sibTrans" cxnId="{4A4426A8-2F36-4935-9726-DFCE8F41E836}">
      <dgm:prSet/>
      <dgm:spPr/>
      <dgm:t>
        <a:bodyPr/>
        <a:lstStyle/>
        <a:p>
          <a:pPr algn="ctr"/>
          <a:endParaRPr lang="en-US" sz="2000" noProof="0"/>
        </a:p>
      </dgm:t>
    </dgm:pt>
    <dgm:pt modelId="{8423AC5B-65BB-44BA-85C8-B8F2C1D799F9}">
      <dgm:prSet custT="1"/>
      <dgm:spPr/>
      <dgm:t>
        <a:bodyPr/>
        <a:lstStyle/>
        <a:p>
          <a:pPr algn="ctr"/>
          <a:r>
            <a:rPr lang="en-US" sz="1400" noProof="0" dirty="0"/>
            <a:t>Analysis (modelling) </a:t>
          </a:r>
        </a:p>
      </dgm:t>
    </dgm:pt>
    <dgm:pt modelId="{98E64B81-CF24-49AB-A88A-228C9A8CA780}" type="parTrans" cxnId="{12752EE7-4C9A-4006-B2AE-B5551DF3FF82}">
      <dgm:prSet/>
      <dgm:spPr/>
      <dgm:t>
        <a:bodyPr/>
        <a:lstStyle/>
        <a:p>
          <a:pPr algn="ctr"/>
          <a:endParaRPr lang="en-US" sz="2000" noProof="0"/>
        </a:p>
      </dgm:t>
    </dgm:pt>
    <dgm:pt modelId="{37318783-7077-401B-9007-0BCCE6BB03B7}" type="sibTrans" cxnId="{12752EE7-4C9A-4006-B2AE-B5551DF3FF82}">
      <dgm:prSet/>
      <dgm:spPr/>
      <dgm:t>
        <a:bodyPr/>
        <a:lstStyle/>
        <a:p>
          <a:pPr algn="ctr"/>
          <a:endParaRPr lang="en-US" sz="2000" noProof="0"/>
        </a:p>
      </dgm:t>
    </dgm:pt>
    <dgm:pt modelId="{5AD51844-7667-449C-B04B-2A3775799BFF}">
      <dgm:prSet custT="1"/>
      <dgm:spPr/>
      <dgm:t>
        <a:bodyPr/>
        <a:lstStyle/>
        <a:p>
          <a:pPr algn="ctr"/>
          <a:r>
            <a:rPr lang="en-US" sz="1400" noProof="0" dirty="0"/>
            <a:t>Business Project</a:t>
          </a:r>
        </a:p>
      </dgm:t>
    </dgm:pt>
    <dgm:pt modelId="{FD7AA57F-CF0E-42DE-A55F-2EC78B30B05B}" type="parTrans" cxnId="{A25C5321-2397-436D-96DF-6B1391C6D905}">
      <dgm:prSet/>
      <dgm:spPr/>
      <dgm:t>
        <a:bodyPr/>
        <a:lstStyle/>
        <a:p>
          <a:pPr algn="ctr"/>
          <a:endParaRPr lang="en-US" sz="2000" noProof="0"/>
        </a:p>
      </dgm:t>
    </dgm:pt>
    <dgm:pt modelId="{6896A8BC-4889-4D51-8FB9-9AB4779A3BA7}" type="sibTrans" cxnId="{A25C5321-2397-436D-96DF-6B1391C6D905}">
      <dgm:prSet/>
      <dgm:spPr/>
      <dgm:t>
        <a:bodyPr/>
        <a:lstStyle/>
        <a:p>
          <a:pPr algn="ctr"/>
          <a:endParaRPr lang="en-US" sz="2000" noProof="0"/>
        </a:p>
      </dgm:t>
    </dgm:pt>
    <dgm:pt modelId="{CDA72991-8516-4F67-9D7F-C6CEFB219E63}">
      <dgm:prSet custT="1"/>
      <dgm:spPr/>
      <dgm:t>
        <a:bodyPr/>
        <a:lstStyle/>
        <a:p>
          <a:pPr algn="ctr"/>
          <a:r>
            <a:rPr lang="en-US" sz="1400" noProof="0" dirty="0"/>
            <a:t>Analysis</a:t>
          </a:r>
        </a:p>
      </dgm:t>
    </dgm:pt>
    <dgm:pt modelId="{D5FFA1D8-50D6-4A82-87E7-058D5B4962E6}" type="parTrans" cxnId="{D68E4CA5-2615-45AA-BC48-8892261A331E}">
      <dgm:prSet/>
      <dgm:spPr/>
      <dgm:t>
        <a:bodyPr/>
        <a:lstStyle/>
        <a:p>
          <a:pPr algn="ctr"/>
          <a:endParaRPr lang="en-US" sz="2000" noProof="0"/>
        </a:p>
      </dgm:t>
    </dgm:pt>
    <dgm:pt modelId="{977A6F70-64D1-479E-B160-4BA6F04720C2}" type="sibTrans" cxnId="{D68E4CA5-2615-45AA-BC48-8892261A331E}">
      <dgm:prSet/>
      <dgm:spPr/>
      <dgm:t>
        <a:bodyPr/>
        <a:lstStyle/>
        <a:p>
          <a:pPr algn="ctr"/>
          <a:endParaRPr lang="en-US" sz="2000" noProof="0"/>
        </a:p>
      </dgm:t>
    </dgm:pt>
    <dgm:pt modelId="{5BFFD63B-5511-492C-9222-0156EFC4526B}">
      <dgm:prSet custT="1"/>
      <dgm:spPr/>
      <dgm:t>
        <a:bodyPr/>
        <a:lstStyle/>
        <a:p>
          <a:pPr algn="ctr"/>
          <a:r>
            <a:rPr lang="en-US" sz="1400" noProof="0" dirty="0"/>
            <a:t>Technology Deployment</a:t>
          </a:r>
        </a:p>
      </dgm:t>
    </dgm:pt>
    <dgm:pt modelId="{937CFD05-A419-45AA-A7A7-87FA7D9DF5E4}" type="parTrans" cxnId="{1D22AAAC-4B45-48C9-84FC-690C449BA89D}">
      <dgm:prSet/>
      <dgm:spPr/>
      <dgm:t>
        <a:bodyPr/>
        <a:lstStyle/>
        <a:p>
          <a:pPr algn="ctr"/>
          <a:endParaRPr lang="en-US" sz="2000" noProof="0"/>
        </a:p>
      </dgm:t>
    </dgm:pt>
    <dgm:pt modelId="{D2D278E8-783F-4750-A634-8BB5EBBA1118}" type="sibTrans" cxnId="{1D22AAAC-4B45-48C9-84FC-690C449BA89D}">
      <dgm:prSet/>
      <dgm:spPr/>
      <dgm:t>
        <a:bodyPr/>
        <a:lstStyle/>
        <a:p>
          <a:pPr algn="ctr"/>
          <a:endParaRPr lang="en-US" sz="2000" noProof="0"/>
        </a:p>
      </dgm:t>
    </dgm:pt>
    <dgm:pt modelId="{1EC7473E-C38C-43F4-A078-4BF3B05DD0C5}">
      <dgm:prSet custT="1"/>
      <dgm:spPr/>
      <dgm:t>
        <a:bodyPr/>
        <a:lstStyle/>
        <a:p>
          <a:pPr algn="ctr"/>
          <a:r>
            <a:rPr lang="en-US" sz="1400" noProof="0" dirty="0"/>
            <a:t>Mobile</a:t>
          </a:r>
        </a:p>
      </dgm:t>
    </dgm:pt>
    <dgm:pt modelId="{EAF9F797-4D5F-4B10-AFEF-CA31E8649317}" type="parTrans" cxnId="{02CE8D8E-E5C8-496B-98D2-6E8E867ECC46}">
      <dgm:prSet/>
      <dgm:spPr/>
      <dgm:t>
        <a:bodyPr/>
        <a:lstStyle/>
        <a:p>
          <a:pPr algn="ctr"/>
          <a:endParaRPr lang="en-US" sz="2000" noProof="0"/>
        </a:p>
      </dgm:t>
    </dgm:pt>
    <dgm:pt modelId="{39576AED-5FE2-48F6-9A6D-F66F2094B208}" type="sibTrans" cxnId="{02CE8D8E-E5C8-496B-98D2-6E8E867ECC46}">
      <dgm:prSet/>
      <dgm:spPr/>
      <dgm:t>
        <a:bodyPr/>
        <a:lstStyle/>
        <a:p>
          <a:pPr algn="ctr"/>
          <a:endParaRPr lang="en-US" sz="2000" noProof="0"/>
        </a:p>
      </dgm:t>
    </dgm:pt>
    <dgm:pt modelId="{6571645B-0BBE-4CD7-BA5A-7144F7D8C054}">
      <dgm:prSet custT="1"/>
      <dgm:spPr/>
      <dgm:t>
        <a:bodyPr/>
        <a:lstStyle/>
        <a:p>
          <a:pPr algn="ctr"/>
          <a:r>
            <a:rPr lang="en-US" sz="1400" noProof="0" dirty="0"/>
            <a:t>LAN/ Clients/EUC</a:t>
          </a:r>
        </a:p>
      </dgm:t>
    </dgm:pt>
    <dgm:pt modelId="{5776B918-55DA-4C8E-B26D-7AAC670C5996}" type="parTrans" cxnId="{E5EA43C2-879E-41FF-8B34-F36E6B7FF872}">
      <dgm:prSet/>
      <dgm:spPr/>
      <dgm:t>
        <a:bodyPr/>
        <a:lstStyle/>
        <a:p>
          <a:pPr algn="ctr"/>
          <a:endParaRPr lang="en-US" sz="2000" noProof="0"/>
        </a:p>
      </dgm:t>
    </dgm:pt>
    <dgm:pt modelId="{E9BBE097-0F9A-4E77-B078-800EE8F7C4A5}" type="sibTrans" cxnId="{E5EA43C2-879E-41FF-8B34-F36E6B7FF872}">
      <dgm:prSet/>
      <dgm:spPr/>
      <dgm:t>
        <a:bodyPr/>
        <a:lstStyle/>
        <a:p>
          <a:pPr algn="ctr"/>
          <a:endParaRPr lang="en-US" sz="2000" noProof="0"/>
        </a:p>
      </dgm:t>
    </dgm:pt>
    <dgm:pt modelId="{D207AA23-E1E9-4664-8694-657CBE7F5113}">
      <dgm:prSet custT="1"/>
      <dgm:spPr/>
      <dgm:t>
        <a:bodyPr/>
        <a:lstStyle/>
        <a:p>
          <a:pPr algn="ctr"/>
          <a:r>
            <a:rPr lang="en-US" sz="1400" noProof="0" dirty="0"/>
            <a:t>Servers </a:t>
          </a:r>
        </a:p>
      </dgm:t>
    </dgm:pt>
    <dgm:pt modelId="{2B811217-D6E1-4007-B8B1-74F71399FCBC}" type="parTrans" cxnId="{9DE396B4-3663-4EB0-BC77-41DA68116E8E}">
      <dgm:prSet/>
      <dgm:spPr/>
      <dgm:t>
        <a:bodyPr/>
        <a:lstStyle/>
        <a:p>
          <a:pPr algn="ctr"/>
          <a:endParaRPr lang="en-US" sz="2000" noProof="0"/>
        </a:p>
      </dgm:t>
    </dgm:pt>
    <dgm:pt modelId="{FD6F05A3-C7FA-425C-9D87-0A61C97921D3}" type="sibTrans" cxnId="{9DE396B4-3663-4EB0-BC77-41DA68116E8E}">
      <dgm:prSet/>
      <dgm:spPr/>
      <dgm:t>
        <a:bodyPr/>
        <a:lstStyle/>
        <a:p>
          <a:pPr algn="ctr"/>
          <a:endParaRPr lang="en-US" sz="2000" noProof="0"/>
        </a:p>
      </dgm:t>
    </dgm:pt>
    <dgm:pt modelId="{4BAE13AE-39F3-416E-8744-CFDB4B732C07}">
      <dgm:prSet custT="1"/>
      <dgm:spPr/>
      <dgm:t>
        <a:bodyPr/>
        <a:lstStyle/>
        <a:p>
          <a:pPr algn="ctr"/>
          <a:r>
            <a:rPr lang="en-US" sz="1400" noProof="0" dirty="0"/>
            <a:t>Education/ training/ change</a:t>
          </a:r>
        </a:p>
      </dgm:t>
    </dgm:pt>
    <dgm:pt modelId="{1699D3DA-29B7-417B-98A4-5CC0FE236955}" type="parTrans" cxnId="{A671590E-F926-4AF6-91E1-AD9336EC2F46}">
      <dgm:prSet/>
      <dgm:spPr/>
      <dgm:t>
        <a:bodyPr/>
        <a:lstStyle/>
        <a:p>
          <a:pPr algn="ctr"/>
          <a:endParaRPr lang="en-US" sz="2000" noProof="0"/>
        </a:p>
      </dgm:t>
    </dgm:pt>
    <dgm:pt modelId="{306B415E-C390-4DDC-82B2-649369D5F815}" type="sibTrans" cxnId="{A671590E-F926-4AF6-91E1-AD9336EC2F46}">
      <dgm:prSet/>
      <dgm:spPr/>
      <dgm:t>
        <a:bodyPr/>
        <a:lstStyle/>
        <a:p>
          <a:pPr algn="ctr"/>
          <a:endParaRPr lang="en-US" sz="2000" noProof="0"/>
        </a:p>
      </dgm:t>
    </dgm:pt>
    <dgm:pt modelId="{851C9D6E-AC63-4942-A4BE-E6721A22670E}">
      <dgm:prSet custT="1"/>
      <dgm:spPr/>
      <dgm:t>
        <a:bodyPr/>
        <a:lstStyle/>
        <a:p>
          <a:pPr algn="ctr"/>
          <a:r>
            <a:rPr lang="en-US" sz="1400" noProof="0" dirty="0"/>
            <a:t>User Test</a:t>
          </a:r>
        </a:p>
      </dgm:t>
    </dgm:pt>
    <dgm:pt modelId="{93FA9CFA-3713-4C93-B0FB-EB826ABE93C4}" type="parTrans" cxnId="{8E3F17B4-7549-4018-A69F-1C6BCD1662C9}">
      <dgm:prSet/>
      <dgm:spPr/>
      <dgm:t>
        <a:bodyPr/>
        <a:lstStyle/>
        <a:p>
          <a:endParaRPr lang="en-US" sz="2000" noProof="0"/>
        </a:p>
      </dgm:t>
    </dgm:pt>
    <dgm:pt modelId="{E67CB3FC-871F-48D3-8F22-E65AC355491E}" type="sibTrans" cxnId="{8E3F17B4-7549-4018-A69F-1C6BCD1662C9}">
      <dgm:prSet/>
      <dgm:spPr/>
      <dgm:t>
        <a:bodyPr/>
        <a:lstStyle/>
        <a:p>
          <a:endParaRPr lang="en-US" sz="2000" noProof="0"/>
        </a:p>
      </dgm:t>
    </dgm:pt>
    <dgm:pt modelId="{9C8FF474-B8E2-44A7-A2AD-9A703BBB6D91}">
      <dgm:prSet custT="1"/>
      <dgm:spPr/>
      <dgm:t>
        <a:bodyPr/>
        <a:lstStyle/>
        <a:p>
          <a:pPr algn="ctr"/>
          <a:r>
            <a:rPr lang="en-US" sz="1400" noProof="0" dirty="0"/>
            <a:t>Software  platforms</a:t>
          </a:r>
        </a:p>
      </dgm:t>
    </dgm:pt>
    <dgm:pt modelId="{0B37D1B5-1459-47BD-A177-28D2DF664D5E}" type="parTrans" cxnId="{2140F080-129D-4C86-8218-197CD091D2D8}">
      <dgm:prSet/>
      <dgm:spPr/>
      <dgm:t>
        <a:bodyPr/>
        <a:lstStyle/>
        <a:p>
          <a:endParaRPr lang="it-IT" sz="1600"/>
        </a:p>
      </dgm:t>
    </dgm:pt>
    <dgm:pt modelId="{5C3CF336-0E4B-44FD-80DC-25C0BADB1907}" type="sibTrans" cxnId="{2140F080-129D-4C86-8218-197CD091D2D8}">
      <dgm:prSet/>
      <dgm:spPr/>
      <dgm:t>
        <a:bodyPr/>
        <a:lstStyle/>
        <a:p>
          <a:endParaRPr lang="it-IT" sz="1600"/>
        </a:p>
      </dgm:t>
    </dgm:pt>
    <dgm:pt modelId="{0D2E9F3E-3934-453E-AA19-8E3608548189}">
      <dgm:prSet custT="1"/>
      <dgm:spPr/>
      <dgm:t>
        <a:bodyPr/>
        <a:lstStyle/>
        <a:p>
          <a:pPr algn="ctr"/>
          <a:r>
            <a:rPr lang="en-US" sz="1400" noProof="0" dirty="0"/>
            <a:t>Cloud services  </a:t>
          </a:r>
        </a:p>
      </dgm:t>
    </dgm:pt>
    <dgm:pt modelId="{DC618EE1-3F12-48C2-BED0-11FE9201DC61}" type="parTrans" cxnId="{4C110345-85EA-4884-9090-3DE9653BB6A6}">
      <dgm:prSet/>
      <dgm:spPr/>
      <dgm:t>
        <a:bodyPr/>
        <a:lstStyle/>
        <a:p>
          <a:endParaRPr lang="it-IT" sz="1600"/>
        </a:p>
      </dgm:t>
    </dgm:pt>
    <dgm:pt modelId="{2F8E2578-FDD3-41A6-AB6F-7E0B18A2760E}" type="sibTrans" cxnId="{4C110345-85EA-4884-9090-3DE9653BB6A6}">
      <dgm:prSet/>
      <dgm:spPr/>
      <dgm:t>
        <a:bodyPr/>
        <a:lstStyle/>
        <a:p>
          <a:endParaRPr lang="it-IT" sz="160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5020A7F2-D507-45EE-A895-2DBC7AC3D771}" type="pres">
      <dgm:prSet presAssocID="{780E2C17-7959-4BE4-B5B9-2AF6E7CE28C3}" presName="hierRoot1" presStyleCnt="0">
        <dgm:presLayoutVars>
          <dgm:hierBranch val="init"/>
        </dgm:presLayoutVars>
      </dgm:prSet>
      <dgm:spPr/>
    </dgm:pt>
    <dgm:pt modelId="{D4982AEC-E392-43FF-B1E6-76981C7F4526}" type="pres">
      <dgm:prSet presAssocID="{780E2C17-7959-4BE4-B5B9-2AF6E7CE28C3}" presName="rootComposite1" presStyleCnt="0"/>
      <dgm:spPr/>
    </dgm:pt>
    <dgm:pt modelId="{B66FDA53-52AD-4777-B131-E6DE4E566FE1}" type="pres">
      <dgm:prSet presAssocID="{780E2C17-7959-4BE4-B5B9-2AF6E7CE28C3}" presName="rootText1" presStyleLbl="node0" presStyleIdx="0" presStyleCnt="1">
        <dgm:presLayoutVars>
          <dgm:chPref val="3"/>
        </dgm:presLayoutVars>
      </dgm:prSet>
      <dgm:spPr/>
    </dgm:pt>
    <dgm:pt modelId="{CC9F5843-D328-475A-834D-68A4E455C29F}" type="pres">
      <dgm:prSet presAssocID="{780E2C17-7959-4BE4-B5B9-2AF6E7CE28C3}" presName="rootConnector1" presStyleLbl="node1" presStyleIdx="0" presStyleCnt="0"/>
      <dgm:spPr/>
    </dgm:pt>
    <dgm:pt modelId="{CC41FF8D-2066-47C2-B982-E49AEB8BA42A}" type="pres">
      <dgm:prSet presAssocID="{780E2C17-7959-4BE4-B5B9-2AF6E7CE28C3}" presName="hierChild2" presStyleCnt="0"/>
      <dgm:spPr/>
    </dgm:pt>
    <dgm:pt modelId="{31CF9883-6932-443B-BE67-EA6070F735FC}" type="pres">
      <dgm:prSet presAssocID="{81AD3CE4-69FA-4B9E-BB3B-4FF1EB31E2BF}" presName="Name37" presStyleLbl="parChTrans1D2" presStyleIdx="0" presStyleCnt="4"/>
      <dgm:spPr/>
    </dgm:pt>
    <dgm:pt modelId="{13ADB56E-8FDF-491C-8B29-1722087AD486}" type="pres">
      <dgm:prSet presAssocID="{82515DFC-9938-4C9D-833B-D7B6FE74F3D6}" presName="hierRoot2" presStyleCnt="0">
        <dgm:presLayoutVars>
          <dgm:hierBranch val="init"/>
        </dgm:presLayoutVars>
      </dgm:prSet>
      <dgm:spPr/>
    </dgm:pt>
    <dgm:pt modelId="{0985C86D-1B69-41D2-8B15-597C53B6120C}" type="pres">
      <dgm:prSet presAssocID="{82515DFC-9938-4C9D-833B-D7B6FE74F3D6}" presName="rootComposite" presStyleCnt="0"/>
      <dgm:spPr/>
    </dgm:pt>
    <dgm:pt modelId="{B36F738C-DABB-499F-A586-6245E56F73A4}" type="pres">
      <dgm:prSet presAssocID="{82515DFC-9938-4C9D-833B-D7B6FE74F3D6}" presName="rootText" presStyleLbl="node2" presStyleIdx="0" presStyleCnt="4">
        <dgm:presLayoutVars>
          <dgm:chPref val="3"/>
        </dgm:presLayoutVars>
      </dgm:prSet>
      <dgm:spPr/>
    </dgm:pt>
    <dgm:pt modelId="{14012CE9-2525-49DB-825E-72030D160490}" type="pres">
      <dgm:prSet presAssocID="{82515DFC-9938-4C9D-833B-D7B6FE74F3D6}" presName="rootConnector" presStyleLbl="node2" presStyleIdx="0" presStyleCnt="4"/>
      <dgm:spPr/>
    </dgm:pt>
    <dgm:pt modelId="{342643D6-E3A6-4A57-B9DD-0781D8759EFC}" type="pres">
      <dgm:prSet presAssocID="{82515DFC-9938-4C9D-833B-D7B6FE74F3D6}" presName="hierChild4" presStyleCnt="0"/>
      <dgm:spPr/>
    </dgm:pt>
    <dgm:pt modelId="{0DD17146-0F29-4885-9376-8A5705D23D4E}" type="pres">
      <dgm:prSet presAssocID="{82515DFC-9938-4C9D-833B-D7B6FE74F3D6}" presName="hierChild5" presStyleCnt="0"/>
      <dgm:spPr/>
    </dgm:pt>
    <dgm:pt modelId="{7B5206AE-36DB-43EE-84F3-AFB823AA6253}" type="pres">
      <dgm:prSet presAssocID="{111B3508-DF67-4D45-82A6-7B60B4D41864}" presName="Name37" presStyleLbl="parChTrans1D2" presStyleIdx="1" presStyleCnt="4"/>
      <dgm:spPr/>
    </dgm:pt>
    <dgm:pt modelId="{EA46275C-D34E-4970-A919-7FB5FB0D832D}" type="pres">
      <dgm:prSet presAssocID="{22AAB52A-F50E-450E-A45B-AA76C6E60155}" presName="hierRoot2" presStyleCnt="0">
        <dgm:presLayoutVars>
          <dgm:hierBranch val="hang"/>
        </dgm:presLayoutVars>
      </dgm:prSet>
      <dgm:spPr/>
    </dgm:pt>
    <dgm:pt modelId="{33111035-7874-44A3-98C1-D4AC0AF8792D}" type="pres">
      <dgm:prSet presAssocID="{22AAB52A-F50E-450E-A45B-AA76C6E60155}" presName="rootComposite" presStyleCnt="0"/>
      <dgm:spPr/>
    </dgm:pt>
    <dgm:pt modelId="{BE33DF6D-96DD-447A-A304-E5B66ED4DEA0}" type="pres">
      <dgm:prSet presAssocID="{22AAB52A-F50E-450E-A45B-AA76C6E60155}" presName="rootText" presStyleLbl="node2" presStyleIdx="1" presStyleCnt="4">
        <dgm:presLayoutVars>
          <dgm:chPref val="3"/>
        </dgm:presLayoutVars>
      </dgm:prSet>
      <dgm:spPr/>
    </dgm:pt>
    <dgm:pt modelId="{609F4C0D-78CC-42E2-8EC6-ACCF5277829F}" type="pres">
      <dgm:prSet presAssocID="{22AAB52A-F50E-450E-A45B-AA76C6E60155}" presName="rootConnector" presStyleLbl="node2" presStyleIdx="1" presStyleCnt="4"/>
      <dgm:spPr/>
    </dgm:pt>
    <dgm:pt modelId="{21DB5F9D-117E-4396-A921-BD0D18829365}" type="pres">
      <dgm:prSet presAssocID="{22AAB52A-F50E-450E-A45B-AA76C6E60155}" presName="hierChild4" presStyleCnt="0"/>
      <dgm:spPr/>
    </dgm:pt>
    <dgm:pt modelId="{DBFAA4B1-5E18-4F52-8331-43C80B4BAD10}" type="pres">
      <dgm:prSet presAssocID="{98E64B81-CF24-49AB-A88A-228C9A8CA780}" presName="Name48" presStyleLbl="parChTrans1D3" presStyleIdx="0" presStyleCnt="11"/>
      <dgm:spPr/>
    </dgm:pt>
    <dgm:pt modelId="{91965D30-99C4-47EB-964E-C2A7F6F1CDE7}" type="pres">
      <dgm:prSet presAssocID="{8423AC5B-65BB-44BA-85C8-B8F2C1D799F9}" presName="hierRoot2" presStyleCnt="0">
        <dgm:presLayoutVars>
          <dgm:hierBranch val="init"/>
        </dgm:presLayoutVars>
      </dgm:prSet>
      <dgm:spPr/>
    </dgm:pt>
    <dgm:pt modelId="{EFB01A80-46E4-4BD8-8088-D9D4E2FCD126}" type="pres">
      <dgm:prSet presAssocID="{8423AC5B-65BB-44BA-85C8-B8F2C1D799F9}" presName="rootComposite" presStyleCnt="0"/>
      <dgm:spPr/>
    </dgm:pt>
    <dgm:pt modelId="{63AB99B0-52A9-4FD4-95B2-D1CDAD6E4D6C}" type="pres">
      <dgm:prSet presAssocID="{8423AC5B-65BB-44BA-85C8-B8F2C1D799F9}" presName="rootText" presStyleLbl="node3" presStyleIdx="0" presStyleCnt="11">
        <dgm:presLayoutVars>
          <dgm:chPref val="3"/>
        </dgm:presLayoutVars>
      </dgm:prSet>
      <dgm:spPr/>
    </dgm:pt>
    <dgm:pt modelId="{1F827E1E-DE28-4629-93A9-7862FAB5F676}" type="pres">
      <dgm:prSet presAssocID="{8423AC5B-65BB-44BA-85C8-B8F2C1D799F9}" presName="rootConnector" presStyleLbl="node3" presStyleIdx="0" presStyleCnt="11"/>
      <dgm:spPr/>
    </dgm:pt>
    <dgm:pt modelId="{BCDC7EB6-07A3-4F0D-B150-75C1404AAABB}" type="pres">
      <dgm:prSet presAssocID="{8423AC5B-65BB-44BA-85C8-B8F2C1D799F9}" presName="hierChild4" presStyleCnt="0"/>
      <dgm:spPr/>
    </dgm:pt>
    <dgm:pt modelId="{9827145C-FEEA-4ECA-8507-28613AB5980D}" type="pres">
      <dgm:prSet presAssocID="{8423AC5B-65BB-44BA-85C8-B8F2C1D799F9}" presName="hierChild5" presStyleCnt="0"/>
      <dgm:spPr/>
    </dgm:pt>
    <dgm:pt modelId="{6EA04B9E-A781-425B-B36A-F2E0C3396A0F}" type="pres">
      <dgm:prSet presAssocID="{9B6515FC-BAB6-49BD-B614-8D99B5FBDBDE}" presName="Name48" presStyleLbl="parChTrans1D3" presStyleIdx="1" presStyleCnt="11"/>
      <dgm:spPr/>
    </dgm:pt>
    <dgm:pt modelId="{4277993E-643A-44B6-B628-E62FD901BBEE}" type="pres">
      <dgm:prSet presAssocID="{1C76DC10-B192-4CB8-BDD4-43D705326175}" presName="hierRoot2" presStyleCnt="0">
        <dgm:presLayoutVars>
          <dgm:hierBranch val="init"/>
        </dgm:presLayoutVars>
      </dgm:prSet>
      <dgm:spPr/>
    </dgm:pt>
    <dgm:pt modelId="{B4204682-EBBF-423A-A8C4-DCC9725E2DEE}" type="pres">
      <dgm:prSet presAssocID="{1C76DC10-B192-4CB8-BDD4-43D705326175}" presName="rootComposite" presStyleCnt="0"/>
      <dgm:spPr/>
    </dgm:pt>
    <dgm:pt modelId="{152DB30B-0997-48AC-8E02-B305E6A174EA}" type="pres">
      <dgm:prSet presAssocID="{1C76DC10-B192-4CB8-BDD4-43D705326175}" presName="rootText" presStyleLbl="node3" presStyleIdx="1" presStyleCnt="11">
        <dgm:presLayoutVars>
          <dgm:chPref val="3"/>
        </dgm:presLayoutVars>
      </dgm:prSet>
      <dgm:spPr/>
    </dgm:pt>
    <dgm:pt modelId="{E2521828-141C-4DD9-A0FF-550F879D8B65}" type="pres">
      <dgm:prSet presAssocID="{1C76DC10-B192-4CB8-BDD4-43D705326175}" presName="rootConnector" presStyleLbl="node3" presStyleIdx="1" presStyleCnt="11"/>
      <dgm:spPr/>
    </dgm:pt>
    <dgm:pt modelId="{0E1C6699-2AE5-46DA-8767-F16B8DF94467}" type="pres">
      <dgm:prSet presAssocID="{1C76DC10-B192-4CB8-BDD4-43D705326175}" presName="hierChild4" presStyleCnt="0"/>
      <dgm:spPr/>
    </dgm:pt>
    <dgm:pt modelId="{D093C552-F2B3-4F1D-B77A-C18F5C8F8551}" type="pres">
      <dgm:prSet presAssocID="{1C76DC10-B192-4CB8-BDD4-43D705326175}" presName="hierChild5" presStyleCnt="0"/>
      <dgm:spPr/>
    </dgm:pt>
    <dgm:pt modelId="{F4168C62-4C73-4FEA-B525-828302C7EE80}" type="pres">
      <dgm:prSet presAssocID="{8A2823D3-0319-40D7-99A2-677B9C1E7C97}" presName="Name48" presStyleLbl="parChTrans1D3" presStyleIdx="2" presStyleCnt="11"/>
      <dgm:spPr/>
    </dgm:pt>
    <dgm:pt modelId="{BAACD408-B096-4219-B995-CBE13FEF9E0C}" type="pres">
      <dgm:prSet presAssocID="{78C4697E-42E3-4CD6-8626-1B95ABCFBAEE}" presName="hierRoot2" presStyleCnt="0">
        <dgm:presLayoutVars>
          <dgm:hierBranch val="init"/>
        </dgm:presLayoutVars>
      </dgm:prSet>
      <dgm:spPr/>
    </dgm:pt>
    <dgm:pt modelId="{7C76DD35-9C28-4088-8305-CB44319A8F6B}" type="pres">
      <dgm:prSet presAssocID="{78C4697E-42E3-4CD6-8626-1B95ABCFBAEE}" presName="rootComposite" presStyleCnt="0"/>
      <dgm:spPr/>
    </dgm:pt>
    <dgm:pt modelId="{2A5F8A13-F793-4295-A576-C273F1E67E53}" type="pres">
      <dgm:prSet presAssocID="{78C4697E-42E3-4CD6-8626-1B95ABCFBAEE}" presName="rootText" presStyleLbl="node3" presStyleIdx="2" presStyleCnt="11">
        <dgm:presLayoutVars>
          <dgm:chPref val="3"/>
        </dgm:presLayoutVars>
      </dgm:prSet>
      <dgm:spPr/>
    </dgm:pt>
    <dgm:pt modelId="{DF2A5A38-E9AD-4E0D-8664-8243B6A76EE9}" type="pres">
      <dgm:prSet presAssocID="{78C4697E-42E3-4CD6-8626-1B95ABCFBAEE}" presName="rootConnector" presStyleLbl="node3" presStyleIdx="2" presStyleCnt="11"/>
      <dgm:spPr/>
    </dgm:pt>
    <dgm:pt modelId="{25DCDDB0-7223-429E-8111-32F0DC3DFAA9}" type="pres">
      <dgm:prSet presAssocID="{78C4697E-42E3-4CD6-8626-1B95ABCFBAEE}" presName="hierChild4" presStyleCnt="0"/>
      <dgm:spPr/>
    </dgm:pt>
    <dgm:pt modelId="{91C4CFE2-D764-43CD-B65A-522F70B2D2C2}" type="pres">
      <dgm:prSet presAssocID="{78C4697E-42E3-4CD6-8626-1B95ABCFBAEE}" presName="hierChild5" presStyleCnt="0"/>
      <dgm:spPr/>
    </dgm:pt>
    <dgm:pt modelId="{EFAB8F0C-B50C-4110-92BD-83EFA04F2A3D}" type="pres">
      <dgm:prSet presAssocID="{93FA9CFA-3713-4C93-B0FB-EB826ABE93C4}" presName="Name48" presStyleLbl="parChTrans1D3" presStyleIdx="3" presStyleCnt="11"/>
      <dgm:spPr/>
    </dgm:pt>
    <dgm:pt modelId="{A5B3533E-C7CF-46F3-81CA-B527422E6570}" type="pres">
      <dgm:prSet presAssocID="{851C9D6E-AC63-4942-A4BE-E6721A22670E}" presName="hierRoot2" presStyleCnt="0">
        <dgm:presLayoutVars>
          <dgm:hierBranch val="init"/>
        </dgm:presLayoutVars>
      </dgm:prSet>
      <dgm:spPr/>
    </dgm:pt>
    <dgm:pt modelId="{7D9836D0-FEAF-45C5-96B9-BF85B4C5E630}" type="pres">
      <dgm:prSet presAssocID="{851C9D6E-AC63-4942-A4BE-E6721A22670E}" presName="rootComposite" presStyleCnt="0"/>
      <dgm:spPr/>
    </dgm:pt>
    <dgm:pt modelId="{2907B370-BA96-40F4-A66F-C111E7FDFAAE}" type="pres">
      <dgm:prSet presAssocID="{851C9D6E-AC63-4942-A4BE-E6721A22670E}" presName="rootText" presStyleLbl="node3" presStyleIdx="3" presStyleCnt="11">
        <dgm:presLayoutVars>
          <dgm:chPref val="3"/>
        </dgm:presLayoutVars>
      </dgm:prSet>
      <dgm:spPr/>
    </dgm:pt>
    <dgm:pt modelId="{10E23348-0F19-4FD3-A71D-F48223639FF9}" type="pres">
      <dgm:prSet presAssocID="{851C9D6E-AC63-4942-A4BE-E6721A22670E}" presName="rootConnector" presStyleLbl="node3" presStyleIdx="3" presStyleCnt="11"/>
      <dgm:spPr/>
    </dgm:pt>
    <dgm:pt modelId="{3D69BB98-EFF5-452C-9AC5-11BC881590C9}" type="pres">
      <dgm:prSet presAssocID="{851C9D6E-AC63-4942-A4BE-E6721A22670E}" presName="hierChild4" presStyleCnt="0"/>
      <dgm:spPr/>
    </dgm:pt>
    <dgm:pt modelId="{7F0430B4-7899-4BA1-A17D-366D05A80803}" type="pres">
      <dgm:prSet presAssocID="{851C9D6E-AC63-4942-A4BE-E6721A22670E}" presName="hierChild5" presStyleCnt="0"/>
      <dgm:spPr/>
    </dgm:pt>
    <dgm:pt modelId="{97D7E093-B9EA-413B-A30F-D5DDB8799B63}" type="pres">
      <dgm:prSet presAssocID="{22AAB52A-F50E-450E-A45B-AA76C6E60155}" presName="hierChild5" presStyleCnt="0"/>
      <dgm:spPr/>
    </dgm:pt>
    <dgm:pt modelId="{DBB6250D-A994-4B68-83F5-3A299E01BCF0}" type="pres">
      <dgm:prSet presAssocID="{FD7AA57F-CF0E-42DE-A55F-2EC78B30B05B}" presName="Name37" presStyleLbl="parChTrans1D2" presStyleIdx="2" presStyleCnt="4"/>
      <dgm:spPr/>
    </dgm:pt>
    <dgm:pt modelId="{7C3751AC-154A-4B83-86C4-3179D2CC195A}" type="pres">
      <dgm:prSet presAssocID="{5AD51844-7667-449C-B04B-2A3775799BFF}" presName="hierRoot2" presStyleCnt="0">
        <dgm:presLayoutVars>
          <dgm:hierBranch val="init"/>
        </dgm:presLayoutVars>
      </dgm:prSet>
      <dgm:spPr/>
    </dgm:pt>
    <dgm:pt modelId="{46E2E3C6-D8C5-40B9-98A1-533B92BF7BB4}" type="pres">
      <dgm:prSet presAssocID="{5AD51844-7667-449C-B04B-2A3775799BFF}" presName="rootComposite" presStyleCnt="0"/>
      <dgm:spPr/>
    </dgm:pt>
    <dgm:pt modelId="{143639B3-181C-491B-A515-4BAB93604BCB}" type="pres">
      <dgm:prSet presAssocID="{5AD51844-7667-449C-B04B-2A3775799BFF}" presName="rootText" presStyleLbl="node2" presStyleIdx="2" presStyleCnt="4" custLinFactNeighborX="422" custLinFactNeighborY="-693">
        <dgm:presLayoutVars>
          <dgm:chPref val="3"/>
        </dgm:presLayoutVars>
      </dgm:prSet>
      <dgm:spPr/>
    </dgm:pt>
    <dgm:pt modelId="{F76DCC48-5560-4BD5-AD58-0C6CED22E5B3}" type="pres">
      <dgm:prSet presAssocID="{5AD51844-7667-449C-B04B-2A3775799BFF}" presName="rootConnector" presStyleLbl="node2" presStyleIdx="2" presStyleCnt="4"/>
      <dgm:spPr/>
    </dgm:pt>
    <dgm:pt modelId="{54D71075-D9F2-4A86-BAD0-9859B2512DDE}" type="pres">
      <dgm:prSet presAssocID="{5AD51844-7667-449C-B04B-2A3775799BFF}" presName="hierChild4" presStyleCnt="0"/>
      <dgm:spPr/>
    </dgm:pt>
    <dgm:pt modelId="{ED858471-3416-48AF-94C0-257C660D6C30}" type="pres">
      <dgm:prSet presAssocID="{D5FFA1D8-50D6-4A82-87E7-058D5B4962E6}" presName="Name37" presStyleLbl="parChTrans1D3" presStyleIdx="4" presStyleCnt="11"/>
      <dgm:spPr/>
    </dgm:pt>
    <dgm:pt modelId="{81F929DC-36A8-4ACF-8D49-7570E547CB89}" type="pres">
      <dgm:prSet presAssocID="{CDA72991-8516-4F67-9D7F-C6CEFB219E63}" presName="hierRoot2" presStyleCnt="0">
        <dgm:presLayoutVars>
          <dgm:hierBranch val="init"/>
        </dgm:presLayoutVars>
      </dgm:prSet>
      <dgm:spPr/>
    </dgm:pt>
    <dgm:pt modelId="{A78C8B0B-8569-41EB-ACA9-0A7D6C75355C}" type="pres">
      <dgm:prSet presAssocID="{CDA72991-8516-4F67-9D7F-C6CEFB219E63}" presName="rootComposite" presStyleCnt="0"/>
      <dgm:spPr/>
    </dgm:pt>
    <dgm:pt modelId="{30523AB1-C99C-444B-AA4F-1E73092027E9}" type="pres">
      <dgm:prSet presAssocID="{CDA72991-8516-4F67-9D7F-C6CEFB219E63}" presName="rootText" presStyleLbl="node3" presStyleIdx="4" presStyleCnt="11">
        <dgm:presLayoutVars>
          <dgm:chPref val="3"/>
        </dgm:presLayoutVars>
      </dgm:prSet>
      <dgm:spPr/>
    </dgm:pt>
    <dgm:pt modelId="{D5FDDBA5-CDD5-4793-84B5-CD9B98911702}" type="pres">
      <dgm:prSet presAssocID="{CDA72991-8516-4F67-9D7F-C6CEFB219E63}" presName="rootConnector" presStyleLbl="node3" presStyleIdx="4" presStyleCnt="11"/>
      <dgm:spPr/>
    </dgm:pt>
    <dgm:pt modelId="{590501E3-6000-4C9A-99FD-C032933B1059}" type="pres">
      <dgm:prSet presAssocID="{CDA72991-8516-4F67-9D7F-C6CEFB219E63}" presName="hierChild4" presStyleCnt="0"/>
      <dgm:spPr/>
    </dgm:pt>
    <dgm:pt modelId="{E2237E00-27D8-48FE-921B-A3E617074DE2}" type="pres">
      <dgm:prSet presAssocID="{CDA72991-8516-4F67-9D7F-C6CEFB219E63}" presName="hierChild5" presStyleCnt="0"/>
      <dgm:spPr/>
    </dgm:pt>
    <dgm:pt modelId="{FC66A192-41BF-4B05-9C2B-3184310FF5C6}" type="pres">
      <dgm:prSet presAssocID="{1699D3DA-29B7-417B-98A4-5CC0FE236955}" presName="Name37" presStyleLbl="parChTrans1D3" presStyleIdx="5" presStyleCnt="11"/>
      <dgm:spPr/>
    </dgm:pt>
    <dgm:pt modelId="{9DAC2D16-7E45-40EA-A631-ADEF7ACF9061}" type="pres">
      <dgm:prSet presAssocID="{4BAE13AE-39F3-416E-8744-CFDB4B732C07}" presName="hierRoot2" presStyleCnt="0">
        <dgm:presLayoutVars>
          <dgm:hierBranch val="init"/>
        </dgm:presLayoutVars>
      </dgm:prSet>
      <dgm:spPr/>
    </dgm:pt>
    <dgm:pt modelId="{B46A1F57-C788-4C8D-A2E5-6258F3978371}" type="pres">
      <dgm:prSet presAssocID="{4BAE13AE-39F3-416E-8744-CFDB4B732C07}" presName="rootComposite" presStyleCnt="0"/>
      <dgm:spPr/>
    </dgm:pt>
    <dgm:pt modelId="{72CEFB75-59D1-4656-8F8B-120522C92D35}" type="pres">
      <dgm:prSet presAssocID="{4BAE13AE-39F3-416E-8744-CFDB4B732C07}" presName="rootText" presStyleLbl="node3" presStyleIdx="5" presStyleCnt="11">
        <dgm:presLayoutVars>
          <dgm:chPref val="3"/>
        </dgm:presLayoutVars>
      </dgm:prSet>
      <dgm:spPr/>
    </dgm:pt>
    <dgm:pt modelId="{9403F216-2E13-4D0E-80E9-D493615283DE}" type="pres">
      <dgm:prSet presAssocID="{4BAE13AE-39F3-416E-8744-CFDB4B732C07}" presName="rootConnector" presStyleLbl="node3" presStyleIdx="5" presStyleCnt="11"/>
      <dgm:spPr/>
    </dgm:pt>
    <dgm:pt modelId="{7CEBB6BA-F632-432C-9EB0-7B69559DBB2F}" type="pres">
      <dgm:prSet presAssocID="{4BAE13AE-39F3-416E-8744-CFDB4B732C07}" presName="hierChild4" presStyleCnt="0"/>
      <dgm:spPr/>
    </dgm:pt>
    <dgm:pt modelId="{724760C5-47ED-4054-B00A-7E24FEBA4ACF}" type="pres">
      <dgm:prSet presAssocID="{4BAE13AE-39F3-416E-8744-CFDB4B732C07}" presName="hierChild5" presStyleCnt="0"/>
      <dgm:spPr/>
    </dgm:pt>
    <dgm:pt modelId="{E9CFFC85-30A2-4189-8956-70EF4403155E}" type="pres">
      <dgm:prSet presAssocID="{5AD51844-7667-449C-B04B-2A3775799BFF}" presName="hierChild5" presStyleCnt="0"/>
      <dgm:spPr/>
    </dgm:pt>
    <dgm:pt modelId="{06DDBB38-68F0-4317-9F77-306B5A4D0568}" type="pres">
      <dgm:prSet presAssocID="{937CFD05-A419-45AA-A7A7-87FA7D9DF5E4}" presName="Name37" presStyleLbl="parChTrans1D2" presStyleIdx="3" presStyleCnt="4"/>
      <dgm:spPr/>
    </dgm:pt>
    <dgm:pt modelId="{FCC89F73-75CB-4B04-8C24-E0C03F7FCC98}" type="pres">
      <dgm:prSet presAssocID="{5BFFD63B-5511-492C-9222-0156EFC4526B}" presName="hierRoot2" presStyleCnt="0">
        <dgm:presLayoutVars>
          <dgm:hierBranch val="hang"/>
        </dgm:presLayoutVars>
      </dgm:prSet>
      <dgm:spPr/>
    </dgm:pt>
    <dgm:pt modelId="{51303DA3-8908-436D-83CD-FD00C3ED8F56}" type="pres">
      <dgm:prSet presAssocID="{5BFFD63B-5511-492C-9222-0156EFC4526B}" presName="rootComposite" presStyleCnt="0"/>
      <dgm:spPr/>
    </dgm:pt>
    <dgm:pt modelId="{C1E13093-8BD2-473F-9131-948EED45B322}" type="pres">
      <dgm:prSet presAssocID="{5BFFD63B-5511-492C-9222-0156EFC4526B}" presName="rootText" presStyleLbl="node2" presStyleIdx="3" presStyleCnt="4">
        <dgm:presLayoutVars>
          <dgm:chPref val="3"/>
        </dgm:presLayoutVars>
      </dgm:prSet>
      <dgm:spPr/>
    </dgm:pt>
    <dgm:pt modelId="{5CC39CA2-13D2-4B46-934E-C03FE919297A}" type="pres">
      <dgm:prSet presAssocID="{5BFFD63B-5511-492C-9222-0156EFC4526B}" presName="rootConnector" presStyleLbl="node2" presStyleIdx="3" presStyleCnt="4"/>
      <dgm:spPr/>
    </dgm:pt>
    <dgm:pt modelId="{932F9BBB-7364-461A-88DE-5DC2C9AE7C59}" type="pres">
      <dgm:prSet presAssocID="{5BFFD63B-5511-492C-9222-0156EFC4526B}" presName="hierChild4" presStyleCnt="0"/>
      <dgm:spPr/>
    </dgm:pt>
    <dgm:pt modelId="{54004330-659C-421A-AA00-2A60A650D1AA}" type="pres">
      <dgm:prSet presAssocID="{EAF9F797-4D5F-4B10-AFEF-CA31E8649317}" presName="Name48" presStyleLbl="parChTrans1D3" presStyleIdx="6" presStyleCnt="11"/>
      <dgm:spPr/>
    </dgm:pt>
    <dgm:pt modelId="{16181FE0-8A53-4C08-BF65-5F964ADA93D5}" type="pres">
      <dgm:prSet presAssocID="{1EC7473E-C38C-43F4-A078-4BF3B05DD0C5}" presName="hierRoot2" presStyleCnt="0">
        <dgm:presLayoutVars>
          <dgm:hierBranch val="init"/>
        </dgm:presLayoutVars>
      </dgm:prSet>
      <dgm:spPr/>
    </dgm:pt>
    <dgm:pt modelId="{99625B65-92C7-4F58-A9CB-76B678225743}" type="pres">
      <dgm:prSet presAssocID="{1EC7473E-C38C-43F4-A078-4BF3B05DD0C5}" presName="rootComposite" presStyleCnt="0"/>
      <dgm:spPr/>
    </dgm:pt>
    <dgm:pt modelId="{71CFB7A4-87DA-4816-B7A4-500ED09ACC80}" type="pres">
      <dgm:prSet presAssocID="{1EC7473E-C38C-43F4-A078-4BF3B05DD0C5}" presName="rootText" presStyleLbl="node3" presStyleIdx="6" presStyleCnt="11">
        <dgm:presLayoutVars>
          <dgm:chPref val="3"/>
        </dgm:presLayoutVars>
      </dgm:prSet>
      <dgm:spPr/>
    </dgm:pt>
    <dgm:pt modelId="{B53B0E2E-0C65-44C5-B0FD-F7C54A95DCE9}" type="pres">
      <dgm:prSet presAssocID="{1EC7473E-C38C-43F4-A078-4BF3B05DD0C5}" presName="rootConnector" presStyleLbl="node3" presStyleIdx="6" presStyleCnt="11"/>
      <dgm:spPr/>
    </dgm:pt>
    <dgm:pt modelId="{158C8836-73E3-4330-BD57-40A5FB8B7D13}" type="pres">
      <dgm:prSet presAssocID="{1EC7473E-C38C-43F4-A078-4BF3B05DD0C5}" presName="hierChild4" presStyleCnt="0"/>
      <dgm:spPr/>
    </dgm:pt>
    <dgm:pt modelId="{A9099310-4F36-4C40-8C0A-94504608D6A4}" type="pres">
      <dgm:prSet presAssocID="{1EC7473E-C38C-43F4-A078-4BF3B05DD0C5}" presName="hierChild5" presStyleCnt="0"/>
      <dgm:spPr/>
    </dgm:pt>
    <dgm:pt modelId="{E6D3E7C7-5F9F-4403-A4C8-CCABCA206563}" type="pres">
      <dgm:prSet presAssocID="{5776B918-55DA-4C8E-B26D-7AAC670C5996}" presName="Name48" presStyleLbl="parChTrans1D3" presStyleIdx="7" presStyleCnt="11"/>
      <dgm:spPr/>
    </dgm:pt>
    <dgm:pt modelId="{20722B81-EAAC-4468-A8EC-1205D8353D67}" type="pres">
      <dgm:prSet presAssocID="{6571645B-0BBE-4CD7-BA5A-7144F7D8C054}" presName="hierRoot2" presStyleCnt="0">
        <dgm:presLayoutVars>
          <dgm:hierBranch val="init"/>
        </dgm:presLayoutVars>
      </dgm:prSet>
      <dgm:spPr/>
    </dgm:pt>
    <dgm:pt modelId="{0947A841-917C-4819-9955-66E1076B8159}" type="pres">
      <dgm:prSet presAssocID="{6571645B-0BBE-4CD7-BA5A-7144F7D8C054}" presName="rootComposite" presStyleCnt="0"/>
      <dgm:spPr/>
    </dgm:pt>
    <dgm:pt modelId="{EE5463CD-2007-41E8-A571-D5AD678DE2DA}" type="pres">
      <dgm:prSet presAssocID="{6571645B-0BBE-4CD7-BA5A-7144F7D8C054}" presName="rootText" presStyleLbl="node3" presStyleIdx="7" presStyleCnt="11">
        <dgm:presLayoutVars>
          <dgm:chPref val="3"/>
        </dgm:presLayoutVars>
      </dgm:prSet>
      <dgm:spPr/>
    </dgm:pt>
    <dgm:pt modelId="{47C6E814-4F2F-417A-8A11-D51E33E75DBC}" type="pres">
      <dgm:prSet presAssocID="{6571645B-0BBE-4CD7-BA5A-7144F7D8C054}" presName="rootConnector" presStyleLbl="node3" presStyleIdx="7" presStyleCnt="11"/>
      <dgm:spPr/>
    </dgm:pt>
    <dgm:pt modelId="{B33645CA-D93C-4663-BAB0-666B6DA1E7B0}" type="pres">
      <dgm:prSet presAssocID="{6571645B-0BBE-4CD7-BA5A-7144F7D8C054}" presName="hierChild4" presStyleCnt="0"/>
      <dgm:spPr/>
    </dgm:pt>
    <dgm:pt modelId="{31878899-4B56-4C7F-8016-4BD8794BA1B6}" type="pres">
      <dgm:prSet presAssocID="{6571645B-0BBE-4CD7-BA5A-7144F7D8C054}" presName="hierChild5" presStyleCnt="0"/>
      <dgm:spPr/>
    </dgm:pt>
    <dgm:pt modelId="{C8C37B1E-7897-4E09-B59D-DF81792129F6}" type="pres">
      <dgm:prSet presAssocID="{2B811217-D6E1-4007-B8B1-74F71399FCBC}" presName="Name48" presStyleLbl="parChTrans1D3" presStyleIdx="8" presStyleCnt="11"/>
      <dgm:spPr/>
    </dgm:pt>
    <dgm:pt modelId="{42D4D324-508C-4D7E-B150-8078DAC1CE38}" type="pres">
      <dgm:prSet presAssocID="{D207AA23-E1E9-4664-8694-657CBE7F5113}" presName="hierRoot2" presStyleCnt="0">
        <dgm:presLayoutVars>
          <dgm:hierBranch val="init"/>
        </dgm:presLayoutVars>
      </dgm:prSet>
      <dgm:spPr/>
    </dgm:pt>
    <dgm:pt modelId="{6CD8C304-11B9-4BF1-AEAB-608720262554}" type="pres">
      <dgm:prSet presAssocID="{D207AA23-E1E9-4664-8694-657CBE7F5113}" presName="rootComposite" presStyleCnt="0"/>
      <dgm:spPr/>
    </dgm:pt>
    <dgm:pt modelId="{1EDDC4A0-7BC2-483A-84BD-549CE25340AD}" type="pres">
      <dgm:prSet presAssocID="{D207AA23-E1E9-4664-8694-657CBE7F5113}" presName="rootText" presStyleLbl="node3" presStyleIdx="8" presStyleCnt="11">
        <dgm:presLayoutVars>
          <dgm:chPref val="3"/>
        </dgm:presLayoutVars>
      </dgm:prSet>
      <dgm:spPr/>
    </dgm:pt>
    <dgm:pt modelId="{23984141-AD1C-4E04-AE34-10AE7E9078D3}" type="pres">
      <dgm:prSet presAssocID="{D207AA23-E1E9-4664-8694-657CBE7F5113}" presName="rootConnector" presStyleLbl="node3" presStyleIdx="8" presStyleCnt="11"/>
      <dgm:spPr/>
    </dgm:pt>
    <dgm:pt modelId="{924BF449-97E6-4E2C-824D-88093D36A425}" type="pres">
      <dgm:prSet presAssocID="{D207AA23-E1E9-4664-8694-657CBE7F5113}" presName="hierChild4" presStyleCnt="0"/>
      <dgm:spPr/>
    </dgm:pt>
    <dgm:pt modelId="{15A9E67C-CF04-4FCE-810D-DC675941C07F}" type="pres">
      <dgm:prSet presAssocID="{D207AA23-E1E9-4664-8694-657CBE7F5113}" presName="hierChild5" presStyleCnt="0"/>
      <dgm:spPr/>
    </dgm:pt>
    <dgm:pt modelId="{20C4DE16-1EA8-4E66-8AE0-84BB1C2EADBB}" type="pres">
      <dgm:prSet presAssocID="{0B37D1B5-1459-47BD-A177-28D2DF664D5E}" presName="Name48" presStyleLbl="parChTrans1D3" presStyleIdx="9" presStyleCnt="11"/>
      <dgm:spPr/>
    </dgm:pt>
    <dgm:pt modelId="{2B8B302C-6148-4854-91B0-36366B172028}" type="pres">
      <dgm:prSet presAssocID="{9C8FF474-B8E2-44A7-A2AD-9A703BBB6D91}" presName="hierRoot2" presStyleCnt="0">
        <dgm:presLayoutVars>
          <dgm:hierBranch val="init"/>
        </dgm:presLayoutVars>
      </dgm:prSet>
      <dgm:spPr/>
    </dgm:pt>
    <dgm:pt modelId="{AA5456AE-F2DB-4FCB-8186-4012573FCCB6}" type="pres">
      <dgm:prSet presAssocID="{9C8FF474-B8E2-44A7-A2AD-9A703BBB6D91}" presName="rootComposite" presStyleCnt="0"/>
      <dgm:spPr/>
    </dgm:pt>
    <dgm:pt modelId="{FFA1E627-6ECF-472E-955E-042FC44114FE}" type="pres">
      <dgm:prSet presAssocID="{9C8FF474-B8E2-44A7-A2AD-9A703BBB6D91}" presName="rootText" presStyleLbl="node3" presStyleIdx="9" presStyleCnt="11">
        <dgm:presLayoutVars>
          <dgm:chPref val="3"/>
        </dgm:presLayoutVars>
      </dgm:prSet>
      <dgm:spPr/>
    </dgm:pt>
    <dgm:pt modelId="{34D520C3-DBFC-474E-90A9-03EBD3AAA234}" type="pres">
      <dgm:prSet presAssocID="{9C8FF474-B8E2-44A7-A2AD-9A703BBB6D91}" presName="rootConnector" presStyleLbl="node3" presStyleIdx="9" presStyleCnt="11"/>
      <dgm:spPr/>
    </dgm:pt>
    <dgm:pt modelId="{194BB7B6-48C8-46DC-A361-1F350D5FD829}" type="pres">
      <dgm:prSet presAssocID="{9C8FF474-B8E2-44A7-A2AD-9A703BBB6D91}" presName="hierChild4" presStyleCnt="0"/>
      <dgm:spPr/>
    </dgm:pt>
    <dgm:pt modelId="{11F18250-DC48-4873-9610-4193E3DF3827}" type="pres">
      <dgm:prSet presAssocID="{9C8FF474-B8E2-44A7-A2AD-9A703BBB6D91}" presName="hierChild5" presStyleCnt="0"/>
      <dgm:spPr/>
    </dgm:pt>
    <dgm:pt modelId="{0CB1DD64-8E2B-4213-A922-5172F8217136}" type="pres">
      <dgm:prSet presAssocID="{DC618EE1-3F12-48C2-BED0-11FE9201DC61}" presName="Name48" presStyleLbl="parChTrans1D3" presStyleIdx="10" presStyleCnt="11"/>
      <dgm:spPr/>
    </dgm:pt>
    <dgm:pt modelId="{23B7D01B-CA4F-4959-AB48-7B5B38671C7B}" type="pres">
      <dgm:prSet presAssocID="{0D2E9F3E-3934-453E-AA19-8E3608548189}" presName="hierRoot2" presStyleCnt="0">
        <dgm:presLayoutVars>
          <dgm:hierBranch val="init"/>
        </dgm:presLayoutVars>
      </dgm:prSet>
      <dgm:spPr/>
    </dgm:pt>
    <dgm:pt modelId="{E432C062-C46B-4E46-87A2-1328049E542F}" type="pres">
      <dgm:prSet presAssocID="{0D2E9F3E-3934-453E-AA19-8E3608548189}" presName="rootComposite" presStyleCnt="0"/>
      <dgm:spPr/>
    </dgm:pt>
    <dgm:pt modelId="{E80ABF54-4110-4F22-9DD1-B401D5DCF6B9}" type="pres">
      <dgm:prSet presAssocID="{0D2E9F3E-3934-453E-AA19-8E3608548189}" presName="rootText" presStyleLbl="node3" presStyleIdx="10" presStyleCnt="11">
        <dgm:presLayoutVars>
          <dgm:chPref val="3"/>
        </dgm:presLayoutVars>
      </dgm:prSet>
      <dgm:spPr/>
    </dgm:pt>
    <dgm:pt modelId="{FD14E017-8EAE-4903-921F-1F033F35CD4E}" type="pres">
      <dgm:prSet presAssocID="{0D2E9F3E-3934-453E-AA19-8E3608548189}" presName="rootConnector" presStyleLbl="node3" presStyleIdx="10" presStyleCnt="11"/>
      <dgm:spPr/>
    </dgm:pt>
    <dgm:pt modelId="{F90B8D6E-A517-47F3-93A8-7CD8A73C07C2}" type="pres">
      <dgm:prSet presAssocID="{0D2E9F3E-3934-453E-AA19-8E3608548189}" presName="hierChild4" presStyleCnt="0"/>
      <dgm:spPr/>
    </dgm:pt>
    <dgm:pt modelId="{303A026D-4929-4BDA-9B2C-FDAE03F53E52}" type="pres">
      <dgm:prSet presAssocID="{0D2E9F3E-3934-453E-AA19-8E3608548189}" presName="hierChild5" presStyleCnt="0"/>
      <dgm:spPr/>
    </dgm:pt>
    <dgm:pt modelId="{95D487BC-91A7-450C-9E4C-F5D38D84DFBD}" type="pres">
      <dgm:prSet presAssocID="{5BFFD63B-5511-492C-9222-0156EFC4526B}" presName="hierChild5" presStyleCnt="0"/>
      <dgm:spPr/>
    </dgm:pt>
    <dgm:pt modelId="{2409E2CD-8A3D-4025-AF35-FDAFA4476D46}" type="pres">
      <dgm:prSet presAssocID="{780E2C17-7959-4BE4-B5B9-2AF6E7CE28C3}" presName="hierChild3" presStyleCnt="0"/>
      <dgm:spPr/>
    </dgm:pt>
  </dgm:ptLst>
  <dgm:cxnLst>
    <dgm:cxn modelId="{08FB7501-88BC-453E-BF8C-E05AF5039A96}" type="presOf" srcId="{CDA72991-8516-4F67-9D7F-C6CEFB219E63}" destId="{D5FDDBA5-CDD5-4793-84B5-CD9B98911702}" srcOrd="1" destOrd="0" presId="urn:microsoft.com/office/officeart/2005/8/layout/orgChart1"/>
    <dgm:cxn modelId="{59A2AF01-BC72-4035-B2E0-E2EBBBF29E8F}" type="presOf" srcId="{93FA9CFA-3713-4C93-B0FB-EB826ABE93C4}" destId="{EFAB8F0C-B50C-4110-92BD-83EFA04F2A3D}" srcOrd="0" destOrd="0" presId="urn:microsoft.com/office/officeart/2005/8/layout/orgChart1"/>
    <dgm:cxn modelId="{95FB9504-7794-46B1-B6ED-2BB9327B5755}" type="presOf" srcId="{9B6515FC-BAB6-49BD-B614-8D99B5FBDBDE}" destId="{6EA04B9E-A781-425B-B36A-F2E0C3396A0F}" srcOrd="0" destOrd="0" presId="urn:microsoft.com/office/officeart/2005/8/layout/orgChart1"/>
    <dgm:cxn modelId="{A671590E-F926-4AF6-91E1-AD9336EC2F46}" srcId="{5AD51844-7667-449C-B04B-2A3775799BFF}" destId="{4BAE13AE-39F3-416E-8744-CFDB4B732C07}" srcOrd="1" destOrd="0" parTransId="{1699D3DA-29B7-417B-98A4-5CC0FE236955}" sibTransId="{306B415E-C390-4DDC-82B2-649369D5F815}"/>
    <dgm:cxn modelId="{FD088911-4CE7-4D49-858D-3014375EF329}" type="presOf" srcId="{D207AA23-E1E9-4664-8694-657CBE7F5113}" destId="{23984141-AD1C-4E04-AE34-10AE7E9078D3}" srcOrd="1" destOrd="0" presId="urn:microsoft.com/office/officeart/2005/8/layout/orgChart1"/>
    <dgm:cxn modelId="{C388A315-2C07-483B-81FC-7001ABC857BE}" type="presOf" srcId="{9C8FF474-B8E2-44A7-A2AD-9A703BBB6D91}" destId="{34D520C3-DBFC-474E-90A9-03EBD3AAA234}" srcOrd="1" destOrd="0" presId="urn:microsoft.com/office/officeart/2005/8/layout/orgChart1"/>
    <dgm:cxn modelId="{B3895B1D-523F-48B7-9AF5-3CEBB7D6CEDD}" type="presOf" srcId="{6571645B-0BBE-4CD7-BA5A-7144F7D8C054}" destId="{47C6E814-4F2F-417A-8A11-D51E33E75DBC}" srcOrd="1" destOrd="0" presId="urn:microsoft.com/office/officeart/2005/8/layout/orgChart1"/>
    <dgm:cxn modelId="{A25C5321-2397-436D-96DF-6B1391C6D905}" srcId="{780E2C17-7959-4BE4-B5B9-2AF6E7CE28C3}" destId="{5AD51844-7667-449C-B04B-2A3775799BFF}" srcOrd="2" destOrd="0" parTransId="{FD7AA57F-CF0E-42DE-A55F-2EC78B30B05B}" sibTransId="{6896A8BC-4889-4D51-8FB9-9AB4779A3BA7}"/>
    <dgm:cxn modelId="{64ED3325-9CC8-4EA4-80BC-ED56027AE6F8}" type="presOf" srcId="{82515DFC-9938-4C9D-833B-D7B6FE74F3D6}" destId="{B36F738C-DABB-499F-A586-6245E56F73A4}" srcOrd="0" destOrd="0" presId="urn:microsoft.com/office/officeart/2005/8/layout/orgChart1"/>
    <dgm:cxn modelId="{EF3B9628-F174-4C01-B2ED-45F4A3AFB8DF}" type="presOf" srcId="{780E2C17-7959-4BE4-B5B9-2AF6E7CE28C3}" destId="{CC9F5843-D328-475A-834D-68A4E455C29F}" srcOrd="1" destOrd="0" presId="urn:microsoft.com/office/officeart/2005/8/layout/orgChart1"/>
    <dgm:cxn modelId="{0A670229-C432-41E4-A1D9-1BA413788E5E}" type="presOf" srcId="{0D2E9F3E-3934-453E-AA19-8E3608548189}" destId="{FD14E017-8EAE-4903-921F-1F033F35CD4E}" srcOrd="1" destOrd="0" presId="urn:microsoft.com/office/officeart/2005/8/layout/orgChart1"/>
    <dgm:cxn modelId="{D3C15631-C6AA-431A-8019-B6CB89E454D1}" srcId="{9806DEA8-F325-4BC2-BE52-585E2948CFB3}" destId="{780E2C17-7959-4BE4-B5B9-2AF6E7CE28C3}" srcOrd="0" destOrd="0" parTransId="{2512B4B8-6636-4906-9597-60AD45FC6AB8}" sibTransId="{DBC20B37-8FA3-4069-9306-016BCE515DEB}"/>
    <dgm:cxn modelId="{3F535634-E9AE-4FDC-B548-BAB3D297C443}" type="presOf" srcId="{111B3508-DF67-4D45-82A6-7B60B4D41864}" destId="{7B5206AE-36DB-43EE-84F3-AFB823AA6253}" srcOrd="0" destOrd="0" presId="urn:microsoft.com/office/officeart/2005/8/layout/orgChart1"/>
    <dgm:cxn modelId="{084C7F3B-A45D-43F7-B362-F4F7E3D3A3C4}" type="presOf" srcId="{780E2C17-7959-4BE4-B5B9-2AF6E7CE28C3}" destId="{B66FDA53-52AD-4777-B131-E6DE4E566FE1}" srcOrd="0" destOrd="0" presId="urn:microsoft.com/office/officeart/2005/8/layout/orgChart1"/>
    <dgm:cxn modelId="{37BA583C-2205-4808-B3E8-B295D701EEF9}" type="presOf" srcId="{D5FFA1D8-50D6-4A82-87E7-058D5B4962E6}" destId="{ED858471-3416-48AF-94C0-257C660D6C30}" srcOrd="0" destOrd="0" presId="urn:microsoft.com/office/officeart/2005/8/layout/orgChart1"/>
    <dgm:cxn modelId="{EDB5443E-A59B-41A0-BCC1-E776FDCAB248}" type="presOf" srcId="{22AAB52A-F50E-450E-A45B-AA76C6E60155}" destId="{609F4C0D-78CC-42E2-8EC6-ACCF5277829F}" srcOrd="1" destOrd="0" presId="urn:microsoft.com/office/officeart/2005/8/layout/orgChart1"/>
    <dgm:cxn modelId="{9BAAFD63-3C39-480D-8841-1E5607FA4096}" type="presOf" srcId="{82515DFC-9938-4C9D-833B-D7B6FE74F3D6}" destId="{14012CE9-2525-49DB-825E-72030D160490}" srcOrd="1" destOrd="0" presId="urn:microsoft.com/office/officeart/2005/8/layout/orgChart1"/>
    <dgm:cxn modelId="{4C110345-85EA-4884-9090-3DE9653BB6A6}" srcId="{5BFFD63B-5511-492C-9222-0156EFC4526B}" destId="{0D2E9F3E-3934-453E-AA19-8E3608548189}" srcOrd="4" destOrd="0" parTransId="{DC618EE1-3F12-48C2-BED0-11FE9201DC61}" sibTransId="{2F8E2578-FDD3-41A6-AB6F-7E0B18A2760E}"/>
    <dgm:cxn modelId="{9E84E168-AFFE-4CB4-BB82-C1F1F5511677}" type="presOf" srcId="{78C4697E-42E3-4CD6-8626-1B95ABCFBAEE}" destId="{DF2A5A38-E9AD-4E0D-8664-8243B6A76EE9}" srcOrd="1" destOrd="0" presId="urn:microsoft.com/office/officeart/2005/8/layout/orgChart1"/>
    <dgm:cxn modelId="{AF6A9049-ED44-46C3-A7C9-2E9B4CD180A4}" type="presOf" srcId="{CDA72991-8516-4F67-9D7F-C6CEFB219E63}" destId="{30523AB1-C99C-444B-AA4F-1E73092027E9}" srcOrd="0" destOrd="0" presId="urn:microsoft.com/office/officeart/2005/8/layout/orgChart1"/>
    <dgm:cxn modelId="{A26A754A-4640-41B7-ABDF-8147B8703B90}" type="presOf" srcId="{78C4697E-42E3-4CD6-8626-1B95ABCFBAEE}" destId="{2A5F8A13-F793-4295-A576-C273F1E67E53}" srcOrd="0" destOrd="0" presId="urn:microsoft.com/office/officeart/2005/8/layout/orgChart1"/>
    <dgm:cxn modelId="{9FB2854A-70EA-482C-BB62-2C7D8537DAA5}" type="presOf" srcId="{8423AC5B-65BB-44BA-85C8-B8F2C1D799F9}" destId="{63AB99B0-52A9-4FD4-95B2-D1CDAD6E4D6C}" srcOrd="0" destOrd="0" presId="urn:microsoft.com/office/officeart/2005/8/layout/orgChart1"/>
    <dgm:cxn modelId="{81811C4D-EDBD-4280-92CA-D2515B2B3895}" type="presOf" srcId="{1C76DC10-B192-4CB8-BDD4-43D705326175}" destId="{152DB30B-0997-48AC-8E02-B305E6A174EA}" srcOrd="0" destOrd="0" presId="urn:microsoft.com/office/officeart/2005/8/layout/orgChart1"/>
    <dgm:cxn modelId="{76EC776D-5FA5-485B-BBB7-6ACDF331F74D}" type="presOf" srcId="{81AD3CE4-69FA-4B9E-BB3B-4FF1EB31E2BF}" destId="{31CF9883-6932-443B-BE67-EA6070F735FC}" srcOrd="0" destOrd="0" presId="urn:microsoft.com/office/officeart/2005/8/layout/orgChart1"/>
    <dgm:cxn modelId="{5771A56D-4DFE-4462-803B-39E1FE786120}" type="presOf" srcId="{1EC7473E-C38C-43F4-A078-4BF3B05DD0C5}" destId="{71CFB7A4-87DA-4816-B7A4-500ED09ACC80}" srcOrd="0" destOrd="0" presId="urn:microsoft.com/office/officeart/2005/8/layout/orgChart1"/>
    <dgm:cxn modelId="{4BC2BC59-8FED-42EB-9245-117894C409C3}" type="presOf" srcId="{1C76DC10-B192-4CB8-BDD4-43D705326175}" destId="{E2521828-141C-4DD9-A0FF-550F879D8B65}" srcOrd="1" destOrd="0" presId="urn:microsoft.com/office/officeart/2005/8/layout/orgChart1"/>
    <dgm:cxn modelId="{80B5277C-9F2D-4DAD-9708-9EAFCCA6EC57}" type="presOf" srcId="{4BAE13AE-39F3-416E-8744-CFDB4B732C07}" destId="{72CEFB75-59D1-4656-8F8B-120522C92D35}" srcOrd="0" destOrd="0" presId="urn:microsoft.com/office/officeart/2005/8/layout/orgChart1"/>
    <dgm:cxn modelId="{2140F080-129D-4C86-8218-197CD091D2D8}" srcId="{5BFFD63B-5511-492C-9222-0156EFC4526B}" destId="{9C8FF474-B8E2-44A7-A2AD-9A703BBB6D91}" srcOrd="3" destOrd="0" parTransId="{0B37D1B5-1459-47BD-A177-28D2DF664D5E}" sibTransId="{5C3CF336-0E4B-44FD-80DC-25C0BADB1907}"/>
    <dgm:cxn modelId="{F8C53389-D728-4BB0-884C-E4FE748A7B61}" type="presOf" srcId="{1699D3DA-29B7-417B-98A4-5CC0FE236955}" destId="{FC66A192-41BF-4B05-9C2B-3184310FF5C6}" srcOrd="0" destOrd="0" presId="urn:microsoft.com/office/officeart/2005/8/layout/orgChart1"/>
    <dgm:cxn modelId="{4B9AA78A-B8AA-41EF-8B77-881DD143F0E4}" type="presOf" srcId="{5AD51844-7667-449C-B04B-2A3775799BFF}" destId="{F76DCC48-5560-4BD5-AD58-0C6CED22E5B3}" srcOrd="1" destOrd="0" presId="urn:microsoft.com/office/officeart/2005/8/layout/orgChart1"/>
    <dgm:cxn modelId="{5D1F608C-3159-4A0F-BCAB-9AB5E2E14BE0}" type="presOf" srcId="{DC618EE1-3F12-48C2-BED0-11FE9201DC61}" destId="{0CB1DD64-8E2B-4213-A922-5172F8217136}" srcOrd="0" destOrd="0" presId="urn:microsoft.com/office/officeart/2005/8/layout/orgChart1"/>
    <dgm:cxn modelId="{2177568D-4327-49E7-A557-8F335FFE259C}" type="presOf" srcId="{8423AC5B-65BB-44BA-85C8-B8F2C1D799F9}" destId="{1F827E1E-DE28-4629-93A9-7862FAB5F676}" srcOrd="1" destOrd="0" presId="urn:microsoft.com/office/officeart/2005/8/layout/orgChart1"/>
    <dgm:cxn modelId="{1B88CF8D-BD5C-4B38-ADCF-8962BA9FDDDA}" type="presOf" srcId="{851C9D6E-AC63-4942-A4BE-E6721A22670E}" destId="{10E23348-0F19-4FD3-A71D-F48223639FF9}" srcOrd="1" destOrd="0" presId="urn:microsoft.com/office/officeart/2005/8/layout/orgChart1"/>
    <dgm:cxn modelId="{3CE8308E-1BB1-4571-818B-B6663A87989B}" type="presOf" srcId="{0D2E9F3E-3934-453E-AA19-8E3608548189}" destId="{E80ABF54-4110-4F22-9DD1-B401D5DCF6B9}" srcOrd="0" destOrd="0" presId="urn:microsoft.com/office/officeart/2005/8/layout/orgChart1"/>
    <dgm:cxn modelId="{02CE8D8E-E5C8-496B-98D2-6E8E867ECC46}" srcId="{5BFFD63B-5511-492C-9222-0156EFC4526B}" destId="{1EC7473E-C38C-43F4-A078-4BF3B05DD0C5}" srcOrd="0" destOrd="0" parTransId="{EAF9F797-4D5F-4B10-AFEF-CA31E8649317}" sibTransId="{39576AED-5FE2-48F6-9A6D-F66F2094B208}"/>
    <dgm:cxn modelId="{73656D8F-8B2A-4989-8ADA-4D09D1B0CE91}" type="presOf" srcId="{9806DEA8-F325-4BC2-BE52-585E2948CFB3}" destId="{FC0D5DA3-7F08-40C9-A39B-512D9ACDB8BB}" srcOrd="0" destOrd="0" presId="urn:microsoft.com/office/officeart/2005/8/layout/orgChart1"/>
    <dgm:cxn modelId="{17D83A96-E0B1-4363-AD3B-64BED67625EF}" type="presOf" srcId="{9C8FF474-B8E2-44A7-A2AD-9A703BBB6D91}" destId="{FFA1E627-6ECF-472E-955E-042FC44114FE}" srcOrd="0" destOrd="0" presId="urn:microsoft.com/office/officeart/2005/8/layout/orgChart1"/>
    <dgm:cxn modelId="{AEC67096-20FC-480D-97F0-F2F564BD9E8A}" srcId="{780E2C17-7959-4BE4-B5B9-2AF6E7CE28C3}" destId="{22AAB52A-F50E-450E-A45B-AA76C6E60155}" srcOrd="1" destOrd="0" parTransId="{111B3508-DF67-4D45-82A6-7B60B4D41864}" sibTransId="{773A98D1-1721-4740-BBBC-EE4ECE532058}"/>
    <dgm:cxn modelId="{A5DA449A-7817-4AAE-A861-F80FB541C7B9}" type="presOf" srcId="{851C9D6E-AC63-4942-A4BE-E6721A22670E}" destId="{2907B370-BA96-40F4-A66F-C111E7FDFAAE}" srcOrd="0" destOrd="0" presId="urn:microsoft.com/office/officeart/2005/8/layout/orgChart1"/>
    <dgm:cxn modelId="{EBEC469D-F66E-4DC3-BE08-33EEADE64981}" type="presOf" srcId="{5776B918-55DA-4C8E-B26D-7AAC670C5996}" destId="{E6D3E7C7-5F9F-4403-A4C8-CCABCA206563}" srcOrd="0" destOrd="0" presId="urn:microsoft.com/office/officeart/2005/8/layout/orgChart1"/>
    <dgm:cxn modelId="{544C879F-65F0-46A5-B7C0-8D1A458F62F9}" srcId="{780E2C17-7959-4BE4-B5B9-2AF6E7CE28C3}" destId="{82515DFC-9938-4C9D-833B-D7B6FE74F3D6}" srcOrd="0" destOrd="0" parTransId="{81AD3CE4-69FA-4B9E-BB3B-4FF1EB31E2BF}" sibTransId="{3ABDE96B-50C5-4FE4-A81A-4FB2FAAAAFA5}"/>
    <dgm:cxn modelId="{5FA6B9A0-0F01-450B-93E3-811AD227B08F}" type="presOf" srcId="{FD7AA57F-CF0E-42DE-A55F-2EC78B30B05B}" destId="{DBB6250D-A994-4B68-83F5-3A299E01BCF0}" srcOrd="0" destOrd="0" presId="urn:microsoft.com/office/officeart/2005/8/layout/orgChart1"/>
    <dgm:cxn modelId="{C16D60A1-CA2C-4569-9F5A-B081AD66D2CB}" type="presOf" srcId="{6571645B-0BBE-4CD7-BA5A-7144F7D8C054}" destId="{EE5463CD-2007-41E8-A571-D5AD678DE2DA}" srcOrd="0" destOrd="0" presId="urn:microsoft.com/office/officeart/2005/8/layout/orgChart1"/>
    <dgm:cxn modelId="{62348BA2-482C-45F1-B7B9-704789E008B9}" type="presOf" srcId="{2B811217-D6E1-4007-B8B1-74F71399FCBC}" destId="{C8C37B1E-7897-4E09-B59D-DF81792129F6}" srcOrd="0" destOrd="0" presId="urn:microsoft.com/office/officeart/2005/8/layout/orgChart1"/>
    <dgm:cxn modelId="{1C1C43A5-94AF-48A6-8E8B-D83BCF17892A}" type="presOf" srcId="{98E64B81-CF24-49AB-A88A-228C9A8CA780}" destId="{DBFAA4B1-5E18-4F52-8331-43C80B4BAD10}" srcOrd="0" destOrd="0" presId="urn:microsoft.com/office/officeart/2005/8/layout/orgChart1"/>
    <dgm:cxn modelId="{D68E4CA5-2615-45AA-BC48-8892261A331E}" srcId="{5AD51844-7667-449C-B04B-2A3775799BFF}" destId="{CDA72991-8516-4F67-9D7F-C6CEFB219E63}" srcOrd="0" destOrd="0" parTransId="{D5FFA1D8-50D6-4A82-87E7-058D5B4962E6}" sibTransId="{977A6F70-64D1-479E-B160-4BA6F04720C2}"/>
    <dgm:cxn modelId="{4A4426A8-2F36-4935-9726-DFCE8F41E836}" srcId="{22AAB52A-F50E-450E-A45B-AA76C6E60155}" destId="{78C4697E-42E3-4CD6-8626-1B95ABCFBAEE}" srcOrd="2" destOrd="0" parTransId="{8A2823D3-0319-40D7-99A2-677B9C1E7C97}" sibTransId="{E49278E8-4C74-4CB2-80A2-3456757BC598}"/>
    <dgm:cxn modelId="{1D22AAAC-4B45-48C9-84FC-690C449BA89D}" srcId="{780E2C17-7959-4BE4-B5B9-2AF6E7CE28C3}" destId="{5BFFD63B-5511-492C-9222-0156EFC4526B}" srcOrd="3" destOrd="0" parTransId="{937CFD05-A419-45AA-A7A7-87FA7D9DF5E4}" sibTransId="{D2D278E8-783F-4750-A634-8BB5EBBA1118}"/>
    <dgm:cxn modelId="{871E18B0-3AA4-4CA5-A244-7BA82CD8CBE2}" type="presOf" srcId="{1EC7473E-C38C-43F4-A078-4BF3B05DD0C5}" destId="{B53B0E2E-0C65-44C5-B0FD-F7C54A95DCE9}" srcOrd="1" destOrd="0" presId="urn:microsoft.com/office/officeart/2005/8/layout/orgChart1"/>
    <dgm:cxn modelId="{8E3F17B4-7549-4018-A69F-1C6BCD1662C9}" srcId="{22AAB52A-F50E-450E-A45B-AA76C6E60155}" destId="{851C9D6E-AC63-4942-A4BE-E6721A22670E}" srcOrd="3" destOrd="0" parTransId="{93FA9CFA-3713-4C93-B0FB-EB826ABE93C4}" sibTransId="{E67CB3FC-871F-48D3-8F22-E65AC355491E}"/>
    <dgm:cxn modelId="{9DE396B4-3663-4EB0-BC77-41DA68116E8E}" srcId="{5BFFD63B-5511-492C-9222-0156EFC4526B}" destId="{D207AA23-E1E9-4664-8694-657CBE7F5113}" srcOrd="2" destOrd="0" parTransId="{2B811217-D6E1-4007-B8B1-74F71399FCBC}" sibTransId="{FD6F05A3-C7FA-425C-9D87-0A61C97921D3}"/>
    <dgm:cxn modelId="{2CC981BF-2146-463A-8370-2C89437A39D0}" type="presOf" srcId="{8A2823D3-0319-40D7-99A2-677B9C1E7C97}" destId="{F4168C62-4C73-4FEA-B525-828302C7EE80}" srcOrd="0" destOrd="0" presId="urn:microsoft.com/office/officeart/2005/8/layout/orgChart1"/>
    <dgm:cxn modelId="{E5EA43C2-879E-41FF-8B34-F36E6B7FF872}" srcId="{5BFFD63B-5511-492C-9222-0156EFC4526B}" destId="{6571645B-0BBE-4CD7-BA5A-7144F7D8C054}" srcOrd="1" destOrd="0" parTransId="{5776B918-55DA-4C8E-B26D-7AAC670C5996}" sibTransId="{E9BBE097-0F9A-4E77-B078-800EE8F7C4A5}"/>
    <dgm:cxn modelId="{E1E883C2-33B8-4F17-936B-BF67F2A43F67}" type="presOf" srcId="{D207AA23-E1E9-4664-8694-657CBE7F5113}" destId="{1EDDC4A0-7BC2-483A-84BD-549CE25340AD}" srcOrd="0" destOrd="0" presId="urn:microsoft.com/office/officeart/2005/8/layout/orgChart1"/>
    <dgm:cxn modelId="{CA06C0C2-5AE1-4353-BA72-1429FC5B8CB2}" type="presOf" srcId="{937CFD05-A419-45AA-A7A7-87FA7D9DF5E4}" destId="{06DDBB38-68F0-4317-9F77-306B5A4D0568}" srcOrd="0" destOrd="0" presId="urn:microsoft.com/office/officeart/2005/8/layout/orgChart1"/>
    <dgm:cxn modelId="{4836D3C4-75F6-4A98-9656-491E5F684B37}" type="presOf" srcId="{EAF9F797-4D5F-4B10-AFEF-CA31E8649317}" destId="{54004330-659C-421A-AA00-2A60A650D1AA}" srcOrd="0" destOrd="0" presId="urn:microsoft.com/office/officeart/2005/8/layout/orgChart1"/>
    <dgm:cxn modelId="{7B7D9FCB-9755-4ECB-A5D1-1C8397223A2A}" type="presOf" srcId="{5BFFD63B-5511-492C-9222-0156EFC4526B}" destId="{C1E13093-8BD2-473F-9131-948EED45B322}" srcOrd="0" destOrd="0" presId="urn:microsoft.com/office/officeart/2005/8/layout/orgChart1"/>
    <dgm:cxn modelId="{49F84BCF-56D4-4716-881A-8D03E4FD0021}" srcId="{22AAB52A-F50E-450E-A45B-AA76C6E60155}" destId="{1C76DC10-B192-4CB8-BDD4-43D705326175}" srcOrd="1" destOrd="0" parTransId="{9B6515FC-BAB6-49BD-B614-8D99B5FBDBDE}" sibTransId="{0F91D73B-DCE4-4F8F-9696-95E8CA55567C}"/>
    <dgm:cxn modelId="{3504CBD1-AC9E-4719-8808-1B9457CE95B9}" type="presOf" srcId="{5BFFD63B-5511-492C-9222-0156EFC4526B}" destId="{5CC39CA2-13D2-4B46-934E-C03FE919297A}" srcOrd="1" destOrd="0" presId="urn:microsoft.com/office/officeart/2005/8/layout/orgChart1"/>
    <dgm:cxn modelId="{12752EE7-4C9A-4006-B2AE-B5551DF3FF82}" srcId="{22AAB52A-F50E-450E-A45B-AA76C6E60155}" destId="{8423AC5B-65BB-44BA-85C8-B8F2C1D799F9}" srcOrd="0" destOrd="0" parTransId="{98E64B81-CF24-49AB-A88A-228C9A8CA780}" sibTransId="{37318783-7077-401B-9007-0BCCE6BB03B7}"/>
    <dgm:cxn modelId="{923E6AE7-2067-4FF3-A7EB-643CC8D3B2A7}" type="presOf" srcId="{22AAB52A-F50E-450E-A45B-AA76C6E60155}" destId="{BE33DF6D-96DD-447A-A304-E5B66ED4DEA0}" srcOrd="0" destOrd="0" presId="urn:microsoft.com/office/officeart/2005/8/layout/orgChart1"/>
    <dgm:cxn modelId="{7992E3E9-5546-4A25-A8BB-2A77B8472482}" type="presOf" srcId="{5AD51844-7667-449C-B04B-2A3775799BFF}" destId="{143639B3-181C-491B-A515-4BAB93604BCB}" srcOrd="0" destOrd="0" presId="urn:microsoft.com/office/officeart/2005/8/layout/orgChart1"/>
    <dgm:cxn modelId="{5E3745F4-FD26-488F-8572-E36468A9CD35}" type="presOf" srcId="{0B37D1B5-1459-47BD-A177-28D2DF664D5E}" destId="{20C4DE16-1EA8-4E66-8AE0-84BB1C2EADBB}" srcOrd="0" destOrd="0" presId="urn:microsoft.com/office/officeart/2005/8/layout/orgChart1"/>
    <dgm:cxn modelId="{8265D7F9-CD3A-4BDC-9CA5-54B2ED903C4A}" type="presOf" srcId="{4BAE13AE-39F3-416E-8744-CFDB4B732C07}" destId="{9403F216-2E13-4D0E-80E9-D493615283DE}" srcOrd="1" destOrd="0" presId="urn:microsoft.com/office/officeart/2005/8/layout/orgChart1"/>
    <dgm:cxn modelId="{0428FC16-2ABE-4A56-8144-28F6E5DA7ED7}" type="presParOf" srcId="{FC0D5DA3-7F08-40C9-A39B-512D9ACDB8BB}" destId="{5020A7F2-D507-45EE-A895-2DBC7AC3D771}" srcOrd="0" destOrd="0" presId="urn:microsoft.com/office/officeart/2005/8/layout/orgChart1"/>
    <dgm:cxn modelId="{0739A1C9-0974-46B7-81C5-95C42459366D}" type="presParOf" srcId="{5020A7F2-D507-45EE-A895-2DBC7AC3D771}" destId="{D4982AEC-E392-43FF-B1E6-76981C7F4526}" srcOrd="0" destOrd="0" presId="urn:microsoft.com/office/officeart/2005/8/layout/orgChart1"/>
    <dgm:cxn modelId="{4FE057A5-7AE9-4487-ACFD-D9D9FF01FED0}" type="presParOf" srcId="{D4982AEC-E392-43FF-B1E6-76981C7F4526}" destId="{B66FDA53-52AD-4777-B131-E6DE4E566FE1}" srcOrd="0" destOrd="0" presId="urn:microsoft.com/office/officeart/2005/8/layout/orgChart1"/>
    <dgm:cxn modelId="{A7B4C99A-50FB-4088-915E-D237F72D65D4}" type="presParOf" srcId="{D4982AEC-E392-43FF-B1E6-76981C7F4526}" destId="{CC9F5843-D328-475A-834D-68A4E455C29F}" srcOrd="1" destOrd="0" presId="urn:microsoft.com/office/officeart/2005/8/layout/orgChart1"/>
    <dgm:cxn modelId="{494A30B6-F176-47D6-AC81-1390156F8F59}" type="presParOf" srcId="{5020A7F2-D507-45EE-A895-2DBC7AC3D771}" destId="{CC41FF8D-2066-47C2-B982-E49AEB8BA42A}" srcOrd="1" destOrd="0" presId="urn:microsoft.com/office/officeart/2005/8/layout/orgChart1"/>
    <dgm:cxn modelId="{7897EC51-6E67-49E9-A9F2-B0FA699291E9}" type="presParOf" srcId="{CC41FF8D-2066-47C2-B982-E49AEB8BA42A}" destId="{31CF9883-6932-443B-BE67-EA6070F735FC}" srcOrd="0" destOrd="0" presId="urn:microsoft.com/office/officeart/2005/8/layout/orgChart1"/>
    <dgm:cxn modelId="{9925624A-9C32-4112-B6AD-97BDF95EC465}" type="presParOf" srcId="{CC41FF8D-2066-47C2-B982-E49AEB8BA42A}" destId="{13ADB56E-8FDF-491C-8B29-1722087AD486}" srcOrd="1" destOrd="0" presId="urn:microsoft.com/office/officeart/2005/8/layout/orgChart1"/>
    <dgm:cxn modelId="{608941A1-BD9B-4C89-A8B1-DE6D77895B50}" type="presParOf" srcId="{13ADB56E-8FDF-491C-8B29-1722087AD486}" destId="{0985C86D-1B69-41D2-8B15-597C53B6120C}" srcOrd="0" destOrd="0" presId="urn:microsoft.com/office/officeart/2005/8/layout/orgChart1"/>
    <dgm:cxn modelId="{6BAA2173-EFD8-453A-8575-D1F0982EE8E7}" type="presParOf" srcId="{0985C86D-1B69-41D2-8B15-597C53B6120C}" destId="{B36F738C-DABB-499F-A586-6245E56F73A4}" srcOrd="0" destOrd="0" presId="urn:microsoft.com/office/officeart/2005/8/layout/orgChart1"/>
    <dgm:cxn modelId="{F7E2BD01-CDF1-4088-834B-4E597397F2BE}" type="presParOf" srcId="{0985C86D-1B69-41D2-8B15-597C53B6120C}" destId="{14012CE9-2525-49DB-825E-72030D160490}" srcOrd="1" destOrd="0" presId="urn:microsoft.com/office/officeart/2005/8/layout/orgChart1"/>
    <dgm:cxn modelId="{C6C9B7D0-83B7-4F37-B145-5A643A3E6AE6}" type="presParOf" srcId="{13ADB56E-8FDF-491C-8B29-1722087AD486}" destId="{342643D6-E3A6-4A57-B9DD-0781D8759EFC}" srcOrd="1" destOrd="0" presId="urn:microsoft.com/office/officeart/2005/8/layout/orgChart1"/>
    <dgm:cxn modelId="{97A08C10-6E1D-453D-9730-CA68024803B8}" type="presParOf" srcId="{13ADB56E-8FDF-491C-8B29-1722087AD486}" destId="{0DD17146-0F29-4885-9376-8A5705D23D4E}" srcOrd="2" destOrd="0" presId="urn:microsoft.com/office/officeart/2005/8/layout/orgChart1"/>
    <dgm:cxn modelId="{9233E580-57D5-459C-95F6-A3C9380375BD}" type="presParOf" srcId="{CC41FF8D-2066-47C2-B982-E49AEB8BA42A}" destId="{7B5206AE-36DB-43EE-84F3-AFB823AA6253}" srcOrd="2" destOrd="0" presId="urn:microsoft.com/office/officeart/2005/8/layout/orgChart1"/>
    <dgm:cxn modelId="{E1FF9628-DA8D-49AC-BA53-C5168B75DBBB}" type="presParOf" srcId="{CC41FF8D-2066-47C2-B982-E49AEB8BA42A}" destId="{EA46275C-D34E-4970-A919-7FB5FB0D832D}" srcOrd="3" destOrd="0" presId="urn:microsoft.com/office/officeart/2005/8/layout/orgChart1"/>
    <dgm:cxn modelId="{AA9CC685-86E5-49C0-B454-2854023FD4FB}" type="presParOf" srcId="{EA46275C-D34E-4970-A919-7FB5FB0D832D}" destId="{33111035-7874-44A3-98C1-D4AC0AF8792D}" srcOrd="0" destOrd="0" presId="urn:microsoft.com/office/officeart/2005/8/layout/orgChart1"/>
    <dgm:cxn modelId="{8953F025-F0CD-484F-BAA9-41F755E102CA}" type="presParOf" srcId="{33111035-7874-44A3-98C1-D4AC0AF8792D}" destId="{BE33DF6D-96DD-447A-A304-E5B66ED4DEA0}" srcOrd="0" destOrd="0" presId="urn:microsoft.com/office/officeart/2005/8/layout/orgChart1"/>
    <dgm:cxn modelId="{5F7D2992-C563-4A82-A50F-D3FD714C03D4}" type="presParOf" srcId="{33111035-7874-44A3-98C1-D4AC0AF8792D}" destId="{609F4C0D-78CC-42E2-8EC6-ACCF5277829F}" srcOrd="1" destOrd="0" presId="urn:microsoft.com/office/officeart/2005/8/layout/orgChart1"/>
    <dgm:cxn modelId="{74077BF3-C2CC-4EF1-9A83-9739CB9CF2E1}" type="presParOf" srcId="{EA46275C-D34E-4970-A919-7FB5FB0D832D}" destId="{21DB5F9D-117E-4396-A921-BD0D18829365}" srcOrd="1" destOrd="0" presId="urn:microsoft.com/office/officeart/2005/8/layout/orgChart1"/>
    <dgm:cxn modelId="{B20ADBCC-B7ED-48EC-BA1E-65CB265D5B76}" type="presParOf" srcId="{21DB5F9D-117E-4396-A921-BD0D18829365}" destId="{DBFAA4B1-5E18-4F52-8331-43C80B4BAD10}" srcOrd="0" destOrd="0" presId="urn:microsoft.com/office/officeart/2005/8/layout/orgChart1"/>
    <dgm:cxn modelId="{11F5812B-8000-4FE0-BAFE-2A89A48C81C2}" type="presParOf" srcId="{21DB5F9D-117E-4396-A921-BD0D18829365}" destId="{91965D30-99C4-47EB-964E-C2A7F6F1CDE7}" srcOrd="1" destOrd="0" presId="urn:microsoft.com/office/officeart/2005/8/layout/orgChart1"/>
    <dgm:cxn modelId="{293C8453-C77D-4650-A342-77E955582344}" type="presParOf" srcId="{91965D30-99C4-47EB-964E-C2A7F6F1CDE7}" destId="{EFB01A80-46E4-4BD8-8088-D9D4E2FCD126}" srcOrd="0" destOrd="0" presId="urn:microsoft.com/office/officeart/2005/8/layout/orgChart1"/>
    <dgm:cxn modelId="{E9F73ED7-B919-4376-BD94-764ECE7D02B3}" type="presParOf" srcId="{EFB01A80-46E4-4BD8-8088-D9D4E2FCD126}" destId="{63AB99B0-52A9-4FD4-95B2-D1CDAD6E4D6C}" srcOrd="0" destOrd="0" presId="urn:microsoft.com/office/officeart/2005/8/layout/orgChart1"/>
    <dgm:cxn modelId="{DDF0F0FA-F58A-4D76-B86E-370853D5E034}" type="presParOf" srcId="{EFB01A80-46E4-4BD8-8088-D9D4E2FCD126}" destId="{1F827E1E-DE28-4629-93A9-7862FAB5F676}" srcOrd="1" destOrd="0" presId="urn:microsoft.com/office/officeart/2005/8/layout/orgChart1"/>
    <dgm:cxn modelId="{EE122779-741B-4BC8-A403-09999283FA1C}" type="presParOf" srcId="{91965D30-99C4-47EB-964E-C2A7F6F1CDE7}" destId="{BCDC7EB6-07A3-4F0D-B150-75C1404AAABB}" srcOrd="1" destOrd="0" presId="urn:microsoft.com/office/officeart/2005/8/layout/orgChart1"/>
    <dgm:cxn modelId="{423EC7C1-927E-46C7-B92E-3B3CF4AB3B78}" type="presParOf" srcId="{91965D30-99C4-47EB-964E-C2A7F6F1CDE7}" destId="{9827145C-FEEA-4ECA-8507-28613AB5980D}" srcOrd="2" destOrd="0" presId="urn:microsoft.com/office/officeart/2005/8/layout/orgChart1"/>
    <dgm:cxn modelId="{095A2AD3-7E1E-4CE8-BC71-38712CB7DE6E}" type="presParOf" srcId="{21DB5F9D-117E-4396-A921-BD0D18829365}" destId="{6EA04B9E-A781-425B-B36A-F2E0C3396A0F}" srcOrd="2" destOrd="0" presId="urn:microsoft.com/office/officeart/2005/8/layout/orgChart1"/>
    <dgm:cxn modelId="{66AC9F27-3FE5-42C1-913B-47FEE7890BC7}" type="presParOf" srcId="{21DB5F9D-117E-4396-A921-BD0D18829365}" destId="{4277993E-643A-44B6-B628-E62FD901BBEE}" srcOrd="3" destOrd="0" presId="urn:microsoft.com/office/officeart/2005/8/layout/orgChart1"/>
    <dgm:cxn modelId="{85B118C6-7960-43A6-B3F2-89EDF70A1231}" type="presParOf" srcId="{4277993E-643A-44B6-B628-E62FD901BBEE}" destId="{B4204682-EBBF-423A-A8C4-DCC9725E2DEE}" srcOrd="0" destOrd="0" presId="urn:microsoft.com/office/officeart/2005/8/layout/orgChart1"/>
    <dgm:cxn modelId="{4E413AC4-8180-4238-9661-C6377175D287}" type="presParOf" srcId="{B4204682-EBBF-423A-A8C4-DCC9725E2DEE}" destId="{152DB30B-0997-48AC-8E02-B305E6A174EA}" srcOrd="0" destOrd="0" presId="urn:microsoft.com/office/officeart/2005/8/layout/orgChart1"/>
    <dgm:cxn modelId="{7F8CB748-56FD-4F58-A794-9985AD83470B}" type="presParOf" srcId="{B4204682-EBBF-423A-A8C4-DCC9725E2DEE}" destId="{E2521828-141C-4DD9-A0FF-550F879D8B65}" srcOrd="1" destOrd="0" presId="urn:microsoft.com/office/officeart/2005/8/layout/orgChart1"/>
    <dgm:cxn modelId="{6B1F9546-9483-48D7-9FE7-1EE8EEB605E8}" type="presParOf" srcId="{4277993E-643A-44B6-B628-E62FD901BBEE}" destId="{0E1C6699-2AE5-46DA-8767-F16B8DF94467}" srcOrd="1" destOrd="0" presId="urn:microsoft.com/office/officeart/2005/8/layout/orgChart1"/>
    <dgm:cxn modelId="{8D2D40F1-CCC1-4D15-B77E-EDC8F685B13F}" type="presParOf" srcId="{4277993E-643A-44B6-B628-E62FD901BBEE}" destId="{D093C552-F2B3-4F1D-B77A-C18F5C8F8551}" srcOrd="2" destOrd="0" presId="urn:microsoft.com/office/officeart/2005/8/layout/orgChart1"/>
    <dgm:cxn modelId="{1A523D52-9D2C-4B16-8BC2-1CB20A63D5EC}" type="presParOf" srcId="{21DB5F9D-117E-4396-A921-BD0D18829365}" destId="{F4168C62-4C73-4FEA-B525-828302C7EE80}" srcOrd="4" destOrd="0" presId="urn:microsoft.com/office/officeart/2005/8/layout/orgChart1"/>
    <dgm:cxn modelId="{B1859B82-E06E-4E7B-B069-25510CCED71C}" type="presParOf" srcId="{21DB5F9D-117E-4396-A921-BD0D18829365}" destId="{BAACD408-B096-4219-B995-CBE13FEF9E0C}" srcOrd="5" destOrd="0" presId="urn:microsoft.com/office/officeart/2005/8/layout/orgChart1"/>
    <dgm:cxn modelId="{3DE948E5-4ADE-4EEE-8BC3-7AB7DA9D5464}" type="presParOf" srcId="{BAACD408-B096-4219-B995-CBE13FEF9E0C}" destId="{7C76DD35-9C28-4088-8305-CB44319A8F6B}" srcOrd="0" destOrd="0" presId="urn:microsoft.com/office/officeart/2005/8/layout/orgChart1"/>
    <dgm:cxn modelId="{9BBAC953-22CD-4750-9FD3-58393E14299B}" type="presParOf" srcId="{7C76DD35-9C28-4088-8305-CB44319A8F6B}" destId="{2A5F8A13-F793-4295-A576-C273F1E67E53}" srcOrd="0" destOrd="0" presId="urn:microsoft.com/office/officeart/2005/8/layout/orgChart1"/>
    <dgm:cxn modelId="{5035F8AB-D6F4-4978-A916-746310195DD2}" type="presParOf" srcId="{7C76DD35-9C28-4088-8305-CB44319A8F6B}" destId="{DF2A5A38-E9AD-4E0D-8664-8243B6A76EE9}" srcOrd="1" destOrd="0" presId="urn:microsoft.com/office/officeart/2005/8/layout/orgChart1"/>
    <dgm:cxn modelId="{0E98C2DC-79A3-4DFE-96E1-ACE08D1D3266}" type="presParOf" srcId="{BAACD408-B096-4219-B995-CBE13FEF9E0C}" destId="{25DCDDB0-7223-429E-8111-32F0DC3DFAA9}" srcOrd="1" destOrd="0" presId="urn:microsoft.com/office/officeart/2005/8/layout/orgChart1"/>
    <dgm:cxn modelId="{527FDC1C-9B3E-43E5-A5D2-FC177FC75CD7}" type="presParOf" srcId="{BAACD408-B096-4219-B995-CBE13FEF9E0C}" destId="{91C4CFE2-D764-43CD-B65A-522F70B2D2C2}" srcOrd="2" destOrd="0" presId="urn:microsoft.com/office/officeart/2005/8/layout/orgChart1"/>
    <dgm:cxn modelId="{76F9F44D-A2A1-49BA-A137-8362DFB036D7}" type="presParOf" srcId="{21DB5F9D-117E-4396-A921-BD0D18829365}" destId="{EFAB8F0C-B50C-4110-92BD-83EFA04F2A3D}" srcOrd="6" destOrd="0" presId="urn:microsoft.com/office/officeart/2005/8/layout/orgChart1"/>
    <dgm:cxn modelId="{35173F26-A2A6-47CB-BCBA-8B4C45783127}" type="presParOf" srcId="{21DB5F9D-117E-4396-A921-BD0D18829365}" destId="{A5B3533E-C7CF-46F3-81CA-B527422E6570}" srcOrd="7" destOrd="0" presId="urn:microsoft.com/office/officeart/2005/8/layout/orgChart1"/>
    <dgm:cxn modelId="{4C2AD776-D0CE-461A-887D-7E2FE1549AAD}" type="presParOf" srcId="{A5B3533E-C7CF-46F3-81CA-B527422E6570}" destId="{7D9836D0-FEAF-45C5-96B9-BF85B4C5E630}" srcOrd="0" destOrd="0" presId="urn:microsoft.com/office/officeart/2005/8/layout/orgChart1"/>
    <dgm:cxn modelId="{28D5A8E2-D632-430F-888B-35A807C046E0}" type="presParOf" srcId="{7D9836D0-FEAF-45C5-96B9-BF85B4C5E630}" destId="{2907B370-BA96-40F4-A66F-C111E7FDFAAE}" srcOrd="0" destOrd="0" presId="urn:microsoft.com/office/officeart/2005/8/layout/orgChart1"/>
    <dgm:cxn modelId="{0ABF3DD6-7331-4D8B-8487-5FA3BD1AA351}" type="presParOf" srcId="{7D9836D0-FEAF-45C5-96B9-BF85B4C5E630}" destId="{10E23348-0F19-4FD3-A71D-F48223639FF9}" srcOrd="1" destOrd="0" presId="urn:microsoft.com/office/officeart/2005/8/layout/orgChart1"/>
    <dgm:cxn modelId="{32C3F25C-8C07-4CFB-8A0B-C2F150DC5C4C}" type="presParOf" srcId="{A5B3533E-C7CF-46F3-81CA-B527422E6570}" destId="{3D69BB98-EFF5-452C-9AC5-11BC881590C9}" srcOrd="1" destOrd="0" presId="urn:microsoft.com/office/officeart/2005/8/layout/orgChart1"/>
    <dgm:cxn modelId="{87C8BA56-970B-45AC-96D9-050CFEC64A4C}" type="presParOf" srcId="{A5B3533E-C7CF-46F3-81CA-B527422E6570}" destId="{7F0430B4-7899-4BA1-A17D-366D05A80803}" srcOrd="2" destOrd="0" presId="urn:microsoft.com/office/officeart/2005/8/layout/orgChart1"/>
    <dgm:cxn modelId="{EC1DFC53-FE19-4861-8387-DBE9AED37175}" type="presParOf" srcId="{EA46275C-D34E-4970-A919-7FB5FB0D832D}" destId="{97D7E093-B9EA-413B-A30F-D5DDB8799B63}" srcOrd="2" destOrd="0" presId="urn:microsoft.com/office/officeart/2005/8/layout/orgChart1"/>
    <dgm:cxn modelId="{7A5C2AAE-8A14-4CF8-8638-ECC9C6BEFC1C}" type="presParOf" srcId="{CC41FF8D-2066-47C2-B982-E49AEB8BA42A}" destId="{DBB6250D-A994-4B68-83F5-3A299E01BCF0}" srcOrd="4" destOrd="0" presId="urn:microsoft.com/office/officeart/2005/8/layout/orgChart1"/>
    <dgm:cxn modelId="{EFC5DA1B-9A96-4BCD-891D-4D816598C5AA}" type="presParOf" srcId="{CC41FF8D-2066-47C2-B982-E49AEB8BA42A}" destId="{7C3751AC-154A-4B83-86C4-3179D2CC195A}" srcOrd="5" destOrd="0" presId="urn:microsoft.com/office/officeart/2005/8/layout/orgChart1"/>
    <dgm:cxn modelId="{EB3FD401-555A-49AF-A8A5-59E45A628466}" type="presParOf" srcId="{7C3751AC-154A-4B83-86C4-3179D2CC195A}" destId="{46E2E3C6-D8C5-40B9-98A1-533B92BF7BB4}" srcOrd="0" destOrd="0" presId="urn:microsoft.com/office/officeart/2005/8/layout/orgChart1"/>
    <dgm:cxn modelId="{D43D2066-B371-4720-B3FD-A81ADE345EED}" type="presParOf" srcId="{46E2E3C6-D8C5-40B9-98A1-533B92BF7BB4}" destId="{143639B3-181C-491B-A515-4BAB93604BCB}" srcOrd="0" destOrd="0" presId="urn:microsoft.com/office/officeart/2005/8/layout/orgChart1"/>
    <dgm:cxn modelId="{EF75D141-6609-419E-A01D-AF34FFA02B29}" type="presParOf" srcId="{46E2E3C6-D8C5-40B9-98A1-533B92BF7BB4}" destId="{F76DCC48-5560-4BD5-AD58-0C6CED22E5B3}" srcOrd="1" destOrd="0" presId="urn:microsoft.com/office/officeart/2005/8/layout/orgChart1"/>
    <dgm:cxn modelId="{CDC035D0-2603-4BF0-901E-F25F90A39FAC}" type="presParOf" srcId="{7C3751AC-154A-4B83-86C4-3179D2CC195A}" destId="{54D71075-D9F2-4A86-BAD0-9859B2512DDE}" srcOrd="1" destOrd="0" presId="urn:microsoft.com/office/officeart/2005/8/layout/orgChart1"/>
    <dgm:cxn modelId="{F632B700-3D7F-4596-9869-010B3FC30F3F}" type="presParOf" srcId="{54D71075-D9F2-4A86-BAD0-9859B2512DDE}" destId="{ED858471-3416-48AF-94C0-257C660D6C30}" srcOrd="0" destOrd="0" presId="urn:microsoft.com/office/officeart/2005/8/layout/orgChart1"/>
    <dgm:cxn modelId="{6F11BE8E-5483-4885-A542-5BC1F1DA640B}" type="presParOf" srcId="{54D71075-D9F2-4A86-BAD0-9859B2512DDE}" destId="{81F929DC-36A8-4ACF-8D49-7570E547CB89}" srcOrd="1" destOrd="0" presId="urn:microsoft.com/office/officeart/2005/8/layout/orgChart1"/>
    <dgm:cxn modelId="{1651F084-D40D-4C63-8EB9-DCBDAF153D99}" type="presParOf" srcId="{81F929DC-36A8-4ACF-8D49-7570E547CB89}" destId="{A78C8B0B-8569-41EB-ACA9-0A7D6C75355C}" srcOrd="0" destOrd="0" presId="urn:microsoft.com/office/officeart/2005/8/layout/orgChart1"/>
    <dgm:cxn modelId="{1C54E71E-C4EB-40F9-9C56-B72708AE17A4}" type="presParOf" srcId="{A78C8B0B-8569-41EB-ACA9-0A7D6C75355C}" destId="{30523AB1-C99C-444B-AA4F-1E73092027E9}" srcOrd="0" destOrd="0" presId="urn:microsoft.com/office/officeart/2005/8/layout/orgChart1"/>
    <dgm:cxn modelId="{E9F370E6-5C17-4AAF-9CCC-461C289E5ACA}" type="presParOf" srcId="{A78C8B0B-8569-41EB-ACA9-0A7D6C75355C}" destId="{D5FDDBA5-CDD5-4793-84B5-CD9B98911702}" srcOrd="1" destOrd="0" presId="urn:microsoft.com/office/officeart/2005/8/layout/orgChart1"/>
    <dgm:cxn modelId="{BDE8C7E0-7DCD-4887-9B7E-44F655D3D6E3}" type="presParOf" srcId="{81F929DC-36A8-4ACF-8D49-7570E547CB89}" destId="{590501E3-6000-4C9A-99FD-C032933B1059}" srcOrd="1" destOrd="0" presId="urn:microsoft.com/office/officeart/2005/8/layout/orgChart1"/>
    <dgm:cxn modelId="{A41EABE9-AD57-4C64-AB69-378C3BA3263B}" type="presParOf" srcId="{81F929DC-36A8-4ACF-8D49-7570E547CB89}" destId="{E2237E00-27D8-48FE-921B-A3E617074DE2}" srcOrd="2" destOrd="0" presId="urn:microsoft.com/office/officeart/2005/8/layout/orgChart1"/>
    <dgm:cxn modelId="{7C95AA8A-4854-4D4C-BF8A-16C50FDD1DB3}" type="presParOf" srcId="{54D71075-D9F2-4A86-BAD0-9859B2512DDE}" destId="{FC66A192-41BF-4B05-9C2B-3184310FF5C6}" srcOrd="2" destOrd="0" presId="urn:microsoft.com/office/officeart/2005/8/layout/orgChart1"/>
    <dgm:cxn modelId="{F284B91B-F0EB-4D0E-935F-CEA28CC1CC24}" type="presParOf" srcId="{54D71075-D9F2-4A86-BAD0-9859B2512DDE}" destId="{9DAC2D16-7E45-40EA-A631-ADEF7ACF9061}" srcOrd="3" destOrd="0" presId="urn:microsoft.com/office/officeart/2005/8/layout/orgChart1"/>
    <dgm:cxn modelId="{2C479C88-4808-4D7F-86A7-19170E4BC3CD}" type="presParOf" srcId="{9DAC2D16-7E45-40EA-A631-ADEF7ACF9061}" destId="{B46A1F57-C788-4C8D-A2E5-6258F3978371}" srcOrd="0" destOrd="0" presId="urn:microsoft.com/office/officeart/2005/8/layout/orgChart1"/>
    <dgm:cxn modelId="{7A46CABE-5CD6-4F17-B47A-1A467A2527B6}" type="presParOf" srcId="{B46A1F57-C788-4C8D-A2E5-6258F3978371}" destId="{72CEFB75-59D1-4656-8F8B-120522C92D35}" srcOrd="0" destOrd="0" presId="urn:microsoft.com/office/officeart/2005/8/layout/orgChart1"/>
    <dgm:cxn modelId="{6D5385CC-F849-4A41-9745-EBCE28A26183}" type="presParOf" srcId="{B46A1F57-C788-4C8D-A2E5-6258F3978371}" destId="{9403F216-2E13-4D0E-80E9-D493615283DE}" srcOrd="1" destOrd="0" presId="urn:microsoft.com/office/officeart/2005/8/layout/orgChart1"/>
    <dgm:cxn modelId="{E83D0D1C-FDBE-41D9-A522-26F2B8A80B01}" type="presParOf" srcId="{9DAC2D16-7E45-40EA-A631-ADEF7ACF9061}" destId="{7CEBB6BA-F632-432C-9EB0-7B69559DBB2F}" srcOrd="1" destOrd="0" presId="urn:microsoft.com/office/officeart/2005/8/layout/orgChart1"/>
    <dgm:cxn modelId="{CFFB9210-351A-4BAF-941C-5FF8D2B97B32}" type="presParOf" srcId="{9DAC2D16-7E45-40EA-A631-ADEF7ACF9061}" destId="{724760C5-47ED-4054-B00A-7E24FEBA4ACF}" srcOrd="2" destOrd="0" presId="urn:microsoft.com/office/officeart/2005/8/layout/orgChart1"/>
    <dgm:cxn modelId="{8E1FFF85-5BD1-4127-904C-7D1643CFC9D3}" type="presParOf" srcId="{7C3751AC-154A-4B83-86C4-3179D2CC195A}" destId="{E9CFFC85-30A2-4189-8956-70EF4403155E}" srcOrd="2" destOrd="0" presId="urn:microsoft.com/office/officeart/2005/8/layout/orgChart1"/>
    <dgm:cxn modelId="{BE57C796-B56D-4AB6-82DC-C817E3F63D98}" type="presParOf" srcId="{CC41FF8D-2066-47C2-B982-E49AEB8BA42A}" destId="{06DDBB38-68F0-4317-9F77-306B5A4D0568}" srcOrd="6" destOrd="0" presId="urn:microsoft.com/office/officeart/2005/8/layout/orgChart1"/>
    <dgm:cxn modelId="{BC62C4C2-855E-42F6-8A91-46C812592A99}" type="presParOf" srcId="{CC41FF8D-2066-47C2-B982-E49AEB8BA42A}" destId="{FCC89F73-75CB-4B04-8C24-E0C03F7FCC98}" srcOrd="7" destOrd="0" presId="urn:microsoft.com/office/officeart/2005/8/layout/orgChart1"/>
    <dgm:cxn modelId="{245627E6-4ECE-4534-A614-89D0E1CAF88A}" type="presParOf" srcId="{FCC89F73-75CB-4B04-8C24-E0C03F7FCC98}" destId="{51303DA3-8908-436D-83CD-FD00C3ED8F56}" srcOrd="0" destOrd="0" presId="urn:microsoft.com/office/officeart/2005/8/layout/orgChart1"/>
    <dgm:cxn modelId="{D0B44341-2A31-490C-8683-522872E7F3BD}" type="presParOf" srcId="{51303DA3-8908-436D-83CD-FD00C3ED8F56}" destId="{C1E13093-8BD2-473F-9131-948EED45B322}" srcOrd="0" destOrd="0" presId="urn:microsoft.com/office/officeart/2005/8/layout/orgChart1"/>
    <dgm:cxn modelId="{FB105CA0-AE1A-4B50-AF6A-B110533F770D}" type="presParOf" srcId="{51303DA3-8908-436D-83CD-FD00C3ED8F56}" destId="{5CC39CA2-13D2-4B46-934E-C03FE919297A}" srcOrd="1" destOrd="0" presId="urn:microsoft.com/office/officeart/2005/8/layout/orgChart1"/>
    <dgm:cxn modelId="{A011C659-23D0-457C-A337-C52626A2E5FE}" type="presParOf" srcId="{FCC89F73-75CB-4B04-8C24-E0C03F7FCC98}" destId="{932F9BBB-7364-461A-88DE-5DC2C9AE7C59}" srcOrd="1" destOrd="0" presId="urn:microsoft.com/office/officeart/2005/8/layout/orgChart1"/>
    <dgm:cxn modelId="{5BABD74C-9BF3-4128-B0A6-FC7DC6F0B4FD}" type="presParOf" srcId="{932F9BBB-7364-461A-88DE-5DC2C9AE7C59}" destId="{54004330-659C-421A-AA00-2A60A650D1AA}" srcOrd="0" destOrd="0" presId="urn:microsoft.com/office/officeart/2005/8/layout/orgChart1"/>
    <dgm:cxn modelId="{BAAC2F3E-0B87-441C-A111-7F2AF6EAC334}" type="presParOf" srcId="{932F9BBB-7364-461A-88DE-5DC2C9AE7C59}" destId="{16181FE0-8A53-4C08-BF65-5F964ADA93D5}" srcOrd="1" destOrd="0" presId="urn:microsoft.com/office/officeart/2005/8/layout/orgChart1"/>
    <dgm:cxn modelId="{15C64B89-0870-4A64-9016-8BA0A9BC863B}" type="presParOf" srcId="{16181FE0-8A53-4C08-BF65-5F964ADA93D5}" destId="{99625B65-92C7-4F58-A9CB-76B678225743}" srcOrd="0" destOrd="0" presId="urn:microsoft.com/office/officeart/2005/8/layout/orgChart1"/>
    <dgm:cxn modelId="{B05C30EC-8A6F-4DBC-9A4A-67CC1A7701C2}" type="presParOf" srcId="{99625B65-92C7-4F58-A9CB-76B678225743}" destId="{71CFB7A4-87DA-4816-B7A4-500ED09ACC80}" srcOrd="0" destOrd="0" presId="urn:microsoft.com/office/officeart/2005/8/layout/orgChart1"/>
    <dgm:cxn modelId="{5CD99583-E460-4803-BCBF-FAC538D8C950}" type="presParOf" srcId="{99625B65-92C7-4F58-A9CB-76B678225743}" destId="{B53B0E2E-0C65-44C5-B0FD-F7C54A95DCE9}" srcOrd="1" destOrd="0" presId="urn:microsoft.com/office/officeart/2005/8/layout/orgChart1"/>
    <dgm:cxn modelId="{999E163C-2927-42B0-B486-C5BC4E958113}" type="presParOf" srcId="{16181FE0-8A53-4C08-BF65-5F964ADA93D5}" destId="{158C8836-73E3-4330-BD57-40A5FB8B7D13}" srcOrd="1" destOrd="0" presId="urn:microsoft.com/office/officeart/2005/8/layout/orgChart1"/>
    <dgm:cxn modelId="{778BD204-F58F-423F-BCFA-D34591A136D7}" type="presParOf" srcId="{16181FE0-8A53-4C08-BF65-5F964ADA93D5}" destId="{A9099310-4F36-4C40-8C0A-94504608D6A4}" srcOrd="2" destOrd="0" presId="urn:microsoft.com/office/officeart/2005/8/layout/orgChart1"/>
    <dgm:cxn modelId="{57DE6238-D528-4C8A-9EBD-30D13A79180E}" type="presParOf" srcId="{932F9BBB-7364-461A-88DE-5DC2C9AE7C59}" destId="{E6D3E7C7-5F9F-4403-A4C8-CCABCA206563}" srcOrd="2" destOrd="0" presId="urn:microsoft.com/office/officeart/2005/8/layout/orgChart1"/>
    <dgm:cxn modelId="{DBDE9DB9-7C25-4BC5-8330-708B0C13348D}" type="presParOf" srcId="{932F9BBB-7364-461A-88DE-5DC2C9AE7C59}" destId="{20722B81-EAAC-4468-A8EC-1205D8353D67}" srcOrd="3" destOrd="0" presId="urn:microsoft.com/office/officeart/2005/8/layout/orgChart1"/>
    <dgm:cxn modelId="{CBBED226-2F86-416A-A1F4-1A88D9416457}" type="presParOf" srcId="{20722B81-EAAC-4468-A8EC-1205D8353D67}" destId="{0947A841-917C-4819-9955-66E1076B8159}" srcOrd="0" destOrd="0" presId="urn:microsoft.com/office/officeart/2005/8/layout/orgChart1"/>
    <dgm:cxn modelId="{3FFE0C07-18C8-4CC7-9ED3-3B28A6E92894}" type="presParOf" srcId="{0947A841-917C-4819-9955-66E1076B8159}" destId="{EE5463CD-2007-41E8-A571-D5AD678DE2DA}" srcOrd="0" destOrd="0" presId="urn:microsoft.com/office/officeart/2005/8/layout/orgChart1"/>
    <dgm:cxn modelId="{0795FDA1-542F-4D8C-BC10-D5EBE5883496}" type="presParOf" srcId="{0947A841-917C-4819-9955-66E1076B8159}" destId="{47C6E814-4F2F-417A-8A11-D51E33E75DBC}" srcOrd="1" destOrd="0" presId="urn:microsoft.com/office/officeart/2005/8/layout/orgChart1"/>
    <dgm:cxn modelId="{8645B8A4-E361-4464-B1F3-8E4856830B5B}" type="presParOf" srcId="{20722B81-EAAC-4468-A8EC-1205D8353D67}" destId="{B33645CA-D93C-4663-BAB0-666B6DA1E7B0}" srcOrd="1" destOrd="0" presId="urn:microsoft.com/office/officeart/2005/8/layout/orgChart1"/>
    <dgm:cxn modelId="{2B949F83-AB4F-4207-9DF6-9413C1A5C470}" type="presParOf" srcId="{20722B81-EAAC-4468-A8EC-1205D8353D67}" destId="{31878899-4B56-4C7F-8016-4BD8794BA1B6}" srcOrd="2" destOrd="0" presId="urn:microsoft.com/office/officeart/2005/8/layout/orgChart1"/>
    <dgm:cxn modelId="{3F7F6A6C-B28F-468B-8BD6-813433932E19}" type="presParOf" srcId="{932F9BBB-7364-461A-88DE-5DC2C9AE7C59}" destId="{C8C37B1E-7897-4E09-B59D-DF81792129F6}" srcOrd="4" destOrd="0" presId="urn:microsoft.com/office/officeart/2005/8/layout/orgChart1"/>
    <dgm:cxn modelId="{D8B6DF84-7764-4CAC-B7D7-F5E59E3717DA}" type="presParOf" srcId="{932F9BBB-7364-461A-88DE-5DC2C9AE7C59}" destId="{42D4D324-508C-4D7E-B150-8078DAC1CE38}" srcOrd="5" destOrd="0" presId="urn:microsoft.com/office/officeart/2005/8/layout/orgChart1"/>
    <dgm:cxn modelId="{51E91556-48F2-4E54-85FC-86F729099F78}" type="presParOf" srcId="{42D4D324-508C-4D7E-B150-8078DAC1CE38}" destId="{6CD8C304-11B9-4BF1-AEAB-608720262554}" srcOrd="0" destOrd="0" presId="urn:microsoft.com/office/officeart/2005/8/layout/orgChart1"/>
    <dgm:cxn modelId="{F2F77274-C267-4015-9DBF-8078BE909F99}" type="presParOf" srcId="{6CD8C304-11B9-4BF1-AEAB-608720262554}" destId="{1EDDC4A0-7BC2-483A-84BD-549CE25340AD}" srcOrd="0" destOrd="0" presId="urn:microsoft.com/office/officeart/2005/8/layout/orgChart1"/>
    <dgm:cxn modelId="{E9D96312-522C-4A1F-817C-13CCCF4A24B9}" type="presParOf" srcId="{6CD8C304-11B9-4BF1-AEAB-608720262554}" destId="{23984141-AD1C-4E04-AE34-10AE7E9078D3}" srcOrd="1" destOrd="0" presId="urn:microsoft.com/office/officeart/2005/8/layout/orgChart1"/>
    <dgm:cxn modelId="{5B06B559-28A6-4B56-A626-C83E8EC25FAA}" type="presParOf" srcId="{42D4D324-508C-4D7E-B150-8078DAC1CE38}" destId="{924BF449-97E6-4E2C-824D-88093D36A425}" srcOrd="1" destOrd="0" presId="urn:microsoft.com/office/officeart/2005/8/layout/orgChart1"/>
    <dgm:cxn modelId="{97EC5376-B131-40CE-AC2F-FF3904A64D7C}" type="presParOf" srcId="{42D4D324-508C-4D7E-B150-8078DAC1CE38}" destId="{15A9E67C-CF04-4FCE-810D-DC675941C07F}" srcOrd="2" destOrd="0" presId="urn:microsoft.com/office/officeart/2005/8/layout/orgChart1"/>
    <dgm:cxn modelId="{BA4C25AC-1699-4B73-B342-120C2587366D}" type="presParOf" srcId="{932F9BBB-7364-461A-88DE-5DC2C9AE7C59}" destId="{20C4DE16-1EA8-4E66-8AE0-84BB1C2EADBB}" srcOrd="6" destOrd="0" presId="urn:microsoft.com/office/officeart/2005/8/layout/orgChart1"/>
    <dgm:cxn modelId="{3EF721A9-B08A-4DA8-8E73-0A9712D174F5}" type="presParOf" srcId="{932F9BBB-7364-461A-88DE-5DC2C9AE7C59}" destId="{2B8B302C-6148-4854-91B0-36366B172028}" srcOrd="7" destOrd="0" presId="urn:microsoft.com/office/officeart/2005/8/layout/orgChart1"/>
    <dgm:cxn modelId="{9C03BB36-D313-4CCA-8991-22E8CFE7FEEF}" type="presParOf" srcId="{2B8B302C-6148-4854-91B0-36366B172028}" destId="{AA5456AE-F2DB-4FCB-8186-4012573FCCB6}" srcOrd="0" destOrd="0" presId="urn:microsoft.com/office/officeart/2005/8/layout/orgChart1"/>
    <dgm:cxn modelId="{42656AAE-89E9-4C6C-A242-B49B9A3E2226}" type="presParOf" srcId="{AA5456AE-F2DB-4FCB-8186-4012573FCCB6}" destId="{FFA1E627-6ECF-472E-955E-042FC44114FE}" srcOrd="0" destOrd="0" presId="urn:microsoft.com/office/officeart/2005/8/layout/orgChart1"/>
    <dgm:cxn modelId="{61A7C997-F1B4-4784-985C-305E0B1BF0AA}" type="presParOf" srcId="{AA5456AE-F2DB-4FCB-8186-4012573FCCB6}" destId="{34D520C3-DBFC-474E-90A9-03EBD3AAA234}" srcOrd="1" destOrd="0" presId="urn:microsoft.com/office/officeart/2005/8/layout/orgChart1"/>
    <dgm:cxn modelId="{CD544DEB-FDA7-4643-B3ED-B8589A605E34}" type="presParOf" srcId="{2B8B302C-6148-4854-91B0-36366B172028}" destId="{194BB7B6-48C8-46DC-A361-1F350D5FD829}" srcOrd="1" destOrd="0" presId="urn:microsoft.com/office/officeart/2005/8/layout/orgChart1"/>
    <dgm:cxn modelId="{FBD0888E-8F3A-4967-B397-3340AF69D08E}" type="presParOf" srcId="{2B8B302C-6148-4854-91B0-36366B172028}" destId="{11F18250-DC48-4873-9610-4193E3DF3827}" srcOrd="2" destOrd="0" presId="urn:microsoft.com/office/officeart/2005/8/layout/orgChart1"/>
    <dgm:cxn modelId="{895BC200-20C1-4689-B304-78AC22410094}" type="presParOf" srcId="{932F9BBB-7364-461A-88DE-5DC2C9AE7C59}" destId="{0CB1DD64-8E2B-4213-A922-5172F8217136}" srcOrd="8" destOrd="0" presId="urn:microsoft.com/office/officeart/2005/8/layout/orgChart1"/>
    <dgm:cxn modelId="{E5FDFCC7-2F5B-41EF-85ED-CDEE32E34AAC}" type="presParOf" srcId="{932F9BBB-7364-461A-88DE-5DC2C9AE7C59}" destId="{23B7D01B-CA4F-4959-AB48-7B5B38671C7B}" srcOrd="9" destOrd="0" presId="urn:microsoft.com/office/officeart/2005/8/layout/orgChart1"/>
    <dgm:cxn modelId="{8B82AF27-4183-4D0F-8726-36B2434A07C1}" type="presParOf" srcId="{23B7D01B-CA4F-4959-AB48-7B5B38671C7B}" destId="{E432C062-C46B-4E46-87A2-1328049E542F}" srcOrd="0" destOrd="0" presId="urn:microsoft.com/office/officeart/2005/8/layout/orgChart1"/>
    <dgm:cxn modelId="{047834FD-9DA1-4127-977C-A67F8C3A5992}" type="presParOf" srcId="{E432C062-C46B-4E46-87A2-1328049E542F}" destId="{E80ABF54-4110-4F22-9DD1-B401D5DCF6B9}" srcOrd="0" destOrd="0" presId="urn:microsoft.com/office/officeart/2005/8/layout/orgChart1"/>
    <dgm:cxn modelId="{D99BCA13-23C6-42E6-B8C8-8D93326995AD}" type="presParOf" srcId="{E432C062-C46B-4E46-87A2-1328049E542F}" destId="{FD14E017-8EAE-4903-921F-1F033F35CD4E}" srcOrd="1" destOrd="0" presId="urn:microsoft.com/office/officeart/2005/8/layout/orgChart1"/>
    <dgm:cxn modelId="{804BBD48-AB3B-4435-A9B6-A0D5A5C740AA}" type="presParOf" srcId="{23B7D01B-CA4F-4959-AB48-7B5B38671C7B}" destId="{F90B8D6E-A517-47F3-93A8-7CD8A73C07C2}" srcOrd="1" destOrd="0" presId="urn:microsoft.com/office/officeart/2005/8/layout/orgChart1"/>
    <dgm:cxn modelId="{5B14D06E-2041-4CB4-99A8-67AA76676DAA}" type="presParOf" srcId="{23B7D01B-CA4F-4959-AB48-7B5B38671C7B}" destId="{303A026D-4929-4BDA-9B2C-FDAE03F53E52}" srcOrd="2" destOrd="0" presId="urn:microsoft.com/office/officeart/2005/8/layout/orgChart1"/>
    <dgm:cxn modelId="{B39CAB61-A962-45C8-AC34-0195A36C8CB5}" type="presParOf" srcId="{FCC89F73-75CB-4B04-8C24-E0C03F7FCC98}" destId="{95D487BC-91A7-450C-9E4C-F5D38D84DFBD}" srcOrd="2" destOrd="0" presId="urn:microsoft.com/office/officeart/2005/8/layout/orgChart1"/>
    <dgm:cxn modelId="{AA0A0F31-B97B-4E94-B271-D3F7319F86E4}" type="presParOf" srcId="{5020A7F2-D507-45EE-A895-2DBC7AC3D771}" destId="{2409E2CD-8A3D-4025-AF35-FDAFA4476D46}" srcOrd="2" destOrd="0" presId="urn:microsoft.com/office/officeart/2005/8/layout/orgChart1"/>
  </dgm:cxnLst>
  <dgm:bg/>
  <dgm:whole>
    <a:ln>
      <a:solidFill>
        <a:schemeClr val="bg1">
          <a:lumMod val="50000"/>
        </a:schemeClr>
      </a:solidFill>
    </a:ln>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63E24B07-8023-4E9F-8558-D5757EF64B7C}"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84CE331B-A2F1-4994-A2C0-B65489AF8510}">
      <dgm:prSet/>
      <dgm:spPr>
        <a:solidFill>
          <a:schemeClr val="bg1"/>
        </a:solidFill>
      </dgm:spPr>
      <dgm:t>
        <a:bodyPr/>
        <a:lstStyle/>
        <a:p>
          <a:r>
            <a:rPr lang="it-IT" noProof="0" dirty="0"/>
            <a:t>SUMMARY</a:t>
          </a:r>
          <a:endParaRPr lang="en-US" noProof="0" dirty="0"/>
        </a:p>
      </dgm:t>
    </dgm:pt>
    <dgm:pt modelId="{CC435F49-3F9A-47FC-88AE-935FC54B5CCD}" type="parTrans" cxnId="{97D164E1-ACE2-4B9F-B4DD-72A46629E42C}">
      <dgm:prSet/>
      <dgm:spPr/>
      <dgm:t>
        <a:bodyPr/>
        <a:lstStyle/>
        <a:p>
          <a:endParaRPr lang="en-US"/>
        </a:p>
      </dgm:t>
    </dgm:pt>
    <dgm:pt modelId="{9C795862-B258-406F-AD2D-407A4D17CDDB}" type="sibTrans" cxnId="{97D164E1-ACE2-4B9F-B4DD-72A46629E42C}">
      <dgm:prSet/>
      <dgm:spPr/>
      <dgm:t>
        <a:bodyPr/>
        <a:lstStyle/>
        <a:p>
          <a:endParaRPr lang="en-US"/>
        </a:p>
      </dgm:t>
    </dgm:pt>
    <dgm:pt modelId="{C6F996E9-5985-4AE7-B223-2F0FA1F94499}">
      <dgm:prSet custT="1"/>
      <dgm:spPr>
        <a:solidFill>
          <a:srgbClr val="FF9933"/>
        </a:solidFill>
        <a:ln w="25400" cap="flat" cmpd="sng" algn="ctr">
          <a:solidFill>
            <a:srgbClr val="000000">
              <a:shade val="80000"/>
              <a:hueOff val="0"/>
              <a:satOff val="0"/>
              <a:lumOff val="0"/>
              <a:alphaOff val="0"/>
            </a:srgbClr>
          </a:solidFill>
          <a:prstDash val="solid"/>
        </a:ln>
        <a:effectLst/>
      </dgm:spPr>
      <dgm:t>
        <a:bodyPr spcFirstLastPara="0" vert="horz" wrap="square" lIns="17780" tIns="17780" rIns="17780" bIns="17780" numCol="1" spcCol="1270" anchor="ctr" anchorCtr="0"/>
        <a:lstStyle/>
        <a:p>
          <a:pPr marL="0" lvl="0" indent="0" algn="ctr" defTabSz="1244600">
            <a:lnSpc>
              <a:spcPct val="90000"/>
            </a:lnSpc>
            <a:spcBef>
              <a:spcPct val="0"/>
            </a:spcBef>
            <a:spcAft>
              <a:spcPct val="35000"/>
            </a:spcAft>
            <a:buNone/>
          </a:pPr>
          <a:r>
            <a:rPr lang="en-US" sz="2800" kern="1200" noProof="0" dirty="0">
              <a:solidFill>
                <a:srgbClr val="000000">
                  <a:hueOff val="0"/>
                  <a:satOff val="0"/>
                  <a:lumOff val="0"/>
                  <a:alphaOff val="0"/>
                </a:srgbClr>
              </a:solidFill>
              <a:latin typeface="Times New Roman"/>
              <a:ea typeface="+mn-ea"/>
              <a:cs typeface="+mn-cs"/>
            </a:rPr>
            <a:t>BENEFIT MAP</a:t>
          </a:r>
        </a:p>
      </dgm:t>
    </dgm:pt>
    <dgm:pt modelId="{B1590632-4859-40DB-9BD3-A6B996329AFF}" type="parTrans" cxnId="{5A103ACB-3012-4C67-AA5D-685D0AA17E2D}">
      <dgm:prSet/>
      <dgm:spPr/>
      <dgm:t>
        <a:bodyPr/>
        <a:lstStyle/>
        <a:p>
          <a:endParaRPr lang="en-US"/>
        </a:p>
      </dgm:t>
    </dgm:pt>
    <dgm:pt modelId="{30A4A628-A0EB-4568-98A5-63C9817D006B}" type="sibTrans" cxnId="{5A103ACB-3012-4C67-AA5D-685D0AA17E2D}">
      <dgm:prSet/>
      <dgm:spPr/>
      <dgm:t>
        <a:bodyPr/>
        <a:lstStyle/>
        <a:p>
          <a:endParaRPr lang="en-US"/>
        </a:p>
      </dgm:t>
    </dgm:pt>
    <dgm:pt modelId="{8900369D-2544-4282-B2F5-434020914D80}">
      <dgm:prSet custT="1"/>
      <dgm:spPr>
        <a:solidFill>
          <a:srgbClr val="FF9933"/>
        </a:solidFill>
        <a:ln w="25400" cap="flat" cmpd="sng" algn="ctr">
          <a:solidFill>
            <a:srgbClr val="000000">
              <a:shade val="80000"/>
              <a:hueOff val="0"/>
              <a:satOff val="0"/>
              <a:lumOff val="0"/>
              <a:alphaOff val="0"/>
            </a:srgbClr>
          </a:solidFill>
          <a:prstDash val="solid"/>
        </a:ln>
        <a:effectLst/>
      </dgm:spPr>
      <dgm:t>
        <a:bodyPr spcFirstLastPara="0" vert="horz" wrap="square" lIns="17780" tIns="17780" rIns="17780" bIns="17780" numCol="1" spcCol="1270" anchor="ctr" anchorCtr="0"/>
        <a:lstStyle/>
        <a:p>
          <a:pPr marL="0" lvl="0" indent="0" algn="ctr" defTabSz="1244600">
            <a:lnSpc>
              <a:spcPct val="90000"/>
            </a:lnSpc>
            <a:spcBef>
              <a:spcPct val="0"/>
            </a:spcBef>
            <a:spcAft>
              <a:spcPct val="35000"/>
            </a:spcAft>
            <a:buNone/>
          </a:pPr>
          <a:r>
            <a:rPr lang="en-US" sz="2800" kern="1200" noProof="0" dirty="0">
              <a:solidFill>
                <a:srgbClr val="000000">
                  <a:hueOff val="0"/>
                  <a:satOff val="0"/>
                  <a:lumOff val="0"/>
                  <a:alphaOff val="0"/>
                </a:srgbClr>
              </a:solidFill>
              <a:latin typeface="Times New Roman"/>
              <a:ea typeface="+mn-ea"/>
              <a:cs typeface="+mn-cs"/>
            </a:rPr>
            <a:t>SENSITIVITY ANALYSIS</a:t>
          </a:r>
        </a:p>
      </dgm:t>
    </dgm:pt>
    <dgm:pt modelId="{903D01E4-1E95-463F-A01B-275115D5D118}" type="parTrans" cxnId="{DDE85CA9-B7BD-4F20-99C7-8D74C3C22845}">
      <dgm:prSet/>
      <dgm:spPr/>
      <dgm:t>
        <a:bodyPr/>
        <a:lstStyle/>
        <a:p>
          <a:endParaRPr lang="en-US"/>
        </a:p>
      </dgm:t>
    </dgm:pt>
    <dgm:pt modelId="{57F3BF74-AA03-43E6-8CE1-D5CDC70743FD}" type="sibTrans" cxnId="{DDE85CA9-B7BD-4F20-99C7-8D74C3C22845}">
      <dgm:prSet/>
      <dgm:spPr/>
      <dgm:t>
        <a:bodyPr/>
        <a:lstStyle/>
        <a:p>
          <a:endParaRPr lang="en-US"/>
        </a:p>
      </dgm:t>
    </dgm:pt>
    <dgm:pt modelId="{75732081-60CC-4B15-9B66-8337E6A5269E}">
      <dgm:prSet/>
      <dgm:spPr>
        <a:solidFill>
          <a:schemeClr val="bg1"/>
        </a:solidFill>
        <a:ln w="25400" cap="flat" cmpd="sng" algn="ctr">
          <a:solidFill>
            <a:srgbClr val="000000">
              <a:shade val="80000"/>
              <a:hueOff val="0"/>
              <a:satOff val="0"/>
              <a:lumOff val="0"/>
              <a:alphaOff val="0"/>
            </a:srgbClr>
          </a:solidFill>
          <a:prstDash val="solid"/>
        </a:ln>
        <a:effectLst/>
      </dgm:spPr>
      <dgm:t>
        <a:bodyPr spcFirstLastPara="0" vert="horz" wrap="square" lIns="17780" tIns="17780" rIns="17780" bIns="17780" numCol="1" spcCol="1270" anchor="ctr" anchorCtr="0"/>
        <a:lstStyle/>
        <a:p>
          <a:r>
            <a:rPr lang="en-US" noProof="0" dirty="0"/>
            <a:t>PROJECT COST</a:t>
          </a:r>
        </a:p>
      </dgm:t>
    </dgm:pt>
    <dgm:pt modelId="{2B3C7197-A15F-461F-9659-365653F9EA10}" type="parTrans" cxnId="{983694C3-1176-48AA-862E-010040CFB45E}">
      <dgm:prSet/>
      <dgm:spPr/>
      <dgm:t>
        <a:bodyPr/>
        <a:lstStyle/>
        <a:p>
          <a:endParaRPr lang="en-US"/>
        </a:p>
      </dgm:t>
    </dgm:pt>
    <dgm:pt modelId="{B3C1C00B-EF2C-4112-A76E-542167469372}" type="sibTrans" cxnId="{983694C3-1176-48AA-862E-010040CFB45E}">
      <dgm:prSet/>
      <dgm:spPr/>
      <dgm:t>
        <a:bodyPr/>
        <a:lstStyle/>
        <a:p>
          <a:endParaRPr lang="en-US"/>
        </a:p>
      </dgm:t>
    </dgm:pt>
    <dgm:pt modelId="{D6623F11-B6DD-4799-8D1F-28B3876BD098}">
      <dgm:prSet/>
      <dgm:spPr>
        <a:solidFill>
          <a:schemeClr val="bg1"/>
        </a:solidFill>
      </dgm:spPr>
      <dgm:t>
        <a:bodyPr/>
        <a:lstStyle/>
        <a:p>
          <a:r>
            <a:rPr lang="en-US" noProof="0" dirty="0"/>
            <a:t>COST BENEFIT TREE</a:t>
          </a:r>
        </a:p>
      </dgm:t>
    </dgm:pt>
    <dgm:pt modelId="{8EB596D1-576B-430B-8880-0F34D7926CB8}" type="parTrans" cxnId="{6CCDD3B2-D575-42FA-B063-6C4D9156BC3E}">
      <dgm:prSet/>
      <dgm:spPr/>
      <dgm:t>
        <a:bodyPr/>
        <a:lstStyle/>
        <a:p>
          <a:endParaRPr lang="en-US"/>
        </a:p>
      </dgm:t>
    </dgm:pt>
    <dgm:pt modelId="{25C9561D-BAAD-411B-9B0F-B2C4600177BE}" type="sibTrans" cxnId="{6CCDD3B2-D575-42FA-B063-6C4D9156BC3E}">
      <dgm:prSet/>
      <dgm:spPr/>
      <dgm:t>
        <a:bodyPr/>
        <a:lstStyle/>
        <a:p>
          <a:endParaRPr lang="en-US"/>
        </a:p>
      </dgm:t>
    </dgm:pt>
    <dgm:pt modelId="{1AD13B7A-E548-4639-A9DC-08ABEF550FA9}">
      <dgm:prSet/>
      <dgm:spPr>
        <a:solidFill>
          <a:schemeClr val="bg1"/>
        </a:solidFill>
      </dgm:spPr>
      <dgm:t>
        <a:bodyPr/>
        <a:lstStyle/>
        <a:p>
          <a:r>
            <a:rPr lang="en-US" noProof="0" dirty="0"/>
            <a:t>REVIEW QUESTIONS</a:t>
          </a:r>
        </a:p>
      </dgm:t>
    </dgm:pt>
    <dgm:pt modelId="{388368B9-5D65-4F33-AFCF-057BE5AFBD3C}" type="parTrans" cxnId="{640294D1-FE27-4806-992C-87C3DD812700}">
      <dgm:prSet/>
      <dgm:spPr/>
      <dgm:t>
        <a:bodyPr/>
        <a:lstStyle/>
        <a:p>
          <a:endParaRPr lang="en-US"/>
        </a:p>
      </dgm:t>
    </dgm:pt>
    <dgm:pt modelId="{849948A2-ABA2-4D2F-93A2-CBB05AFBA675}" type="sibTrans" cxnId="{640294D1-FE27-4806-992C-87C3DD812700}">
      <dgm:prSet/>
      <dgm:spPr/>
      <dgm:t>
        <a:bodyPr/>
        <a:lstStyle/>
        <a:p>
          <a:endParaRPr lang="en-US"/>
        </a:p>
      </dgm:t>
    </dgm:pt>
    <dgm:pt modelId="{485770F7-6F6D-41BE-A8E6-3F43790F5527}">
      <dgm:prSet custT="1"/>
      <dgm:spPr>
        <a:solidFill>
          <a:schemeClr val="bg1"/>
        </a:solidFill>
        <a:ln w="25400" cap="flat" cmpd="sng" algn="ctr">
          <a:solidFill>
            <a:srgbClr val="000000">
              <a:shade val="80000"/>
              <a:hueOff val="0"/>
              <a:satOff val="0"/>
              <a:lumOff val="0"/>
              <a:alphaOff val="0"/>
            </a:srgbClr>
          </a:solidFill>
          <a:prstDash val="solid"/>
        </a:ln>
        <a:effectLst/>
      </dgm:spPr>
      <dgm:t>
        <a:bodyPr spcFirstLastPara="0" vert="horz" wrap="square" lIns="17780" tIns="17780" rIns="17780" bIns="17780" numCol="1" spcCol="1270" anchor="ctr" anchorCtr="0"/>
        <a:lstStyle/>
        <a:p>
          <a:pPr marL="0" lvl="0" indent="0" algn="ctr" defTabSz="1244600">
            <a:lnSpc>
              <a:spcPct val="90000"/>
            </a:lnSpc>
            <a:spcBef>
              <a:spcPct val="0"/>
            </a:spcBef>
            <a:spcAft>
              <a:spcPct val="35000"/>
            </a:spcAft>
            <a:buNone/>
          </a:pPr>
          <a:r>
            <a:rPr lang="en-US" sz="2800" kern="1200" noProof="0" dirty="0">
              <a:solidFill>
                <a:srgbClr val="000000">
                  <a:hueOff val="0"/>
                  <a:satOff val="0"/>
                  <a:lumOff val="0"/>
                  <a:alphaOff val="0"/>
                </a:srgbClr>
              </a:solidFill>
              <a:latin typeface="Times New Roman"/>
              <a:ea typeface="+mn-ea"/>
              <a:cs typeface="+mn-cs"/>
            </a:rPr>
            <a:t>COST MAP</a:t>
          </a:r>
        </a:p>
      </dgm:t>
    </dgm:pt>
    <dgm:pt modelId="{FB4B0A1C-C78B-44A6-9EFA-C5D51A723A3B}" type="parTrans" cxnId="{FDFE7E1A-FA94-4428-8379-49812C3B7779}">
      <dgm:prSet/>
      <dgm:spPr/>
      <dgm:t>
        <a:bodyPr/>
        <a:lstStyle/>
        <a:p>
          <a:endParaRPr lang="en-US"/>
        </a:p>
      </dgm:t>
    </dgm:pt>
    <dgm:pt modelId="{E4B87A78-B693-439D-B71A-9053BCAB9CF6}" type="sibTrans" cxnId="{FDFE7E1A-FA94-4428-8379-49812C3B7779}">
      <dgm:prSet/>
      <dgm:spPr/>
      <dgm:t>
        <a:bodyPr/>
        <a:lstStyle/>
        <a:p>
          <a:endParaRPr lang="en-US"/>
        </a:p>
      </dgm:t>
    </dgm:pt>
    <dgm:pt modelId="{BB85CBC8-B821-4466-9E1E-E04E75128A08}">
      <dgm:prSet custT="1"/>
      <dgm:spPr>
        <a:solidFill>
          <a:schemeClr val="bg1"/>
        </a:solidFill>
        <a:ln w="25400" cap="flat" cmpd="sng" algn="ctr">
          <a:solidFill>
            <a:srgbClr val="000000">
              <a:shade val="80000"/>
              <a:hueOff val="0"/>
              <a:satOff val="0"/>
              <a:lumOff val="0"/>
              <a:alphaOff val="0"/>
            </a:srgbClr>
          </a:solidFill>
          <a:prstDash val="solid"/>
        </a:ln>
        <a:effectLst/>
      </dgm:spPr>
      <dgm:t>
        <a:bodyPr spcFirstLastPara="0" vert="horz" wrap="square" lIns="17780" tIns="17780" rIns="17780" bIns="17780" numCol="1" spcCol="1270" anchor="ctr" anchorCtr="0"/>
        <a:lstStyle/>
        <a:p>
          <a:pPr marL="0" lvl="0" indent="0" algn="ctr" defTabSz="1244600">
            <a:lnSpc>
              <a:spcPct val="90000"/>
            </a:lnSpc>
            <a:spcBef>
              <a:spcPct val="0"/>
            </a:spcBef>
            <a:spcAft>
              <a:spcPct val="35000"/>
            </a:spcAft>
            <a:buNone/>
          </a:pPr>
          <a:r>
            <a:rPr lang="en-US" sz="2800" kern="1200" noProof="0" dirty="0">
              <a:solidFill>
                <a:srgbClr val="000000">
                  <a:hueOff val="0"/>
                  <a:satOff val="0"/>
                  <a:lumOff val="0"/>
                  <a:alphaOff val="0"/>
                </a:srgbClr>
              </a:solidFill>
              <a:latin typeface="Times New Roman"/>
              <a:ea typeface="+mn-ea"/>
              <a:cs typeface="+mn-cs"/>
            </a:rPr>
            <a:t>SENSITIVITY ANALYSIS</a:t>
          </a:r>
        </a:p>
      </dgm:t>
    </dgm:pt>
    <dgm:pt modelId="{22A4DD3C-489B-42CB-8EC5-1CBEBE251CBE}" type="parTrans" cxnId="{A09840B2-105E-4CFC-BABE-9F52B3F3E885}">
      <dgm:prSet/>
      <dgm:spPr/>
      <dgm:t>
        <a:bodyPr/>
        <a:lstStyle/>
        <a:p>
          <a:endParaRPr lang="en-US"/>
        </a:p>
      </dgm:t>
    </dgm:pt>
    <dgm:pt modelId="{B9001B45-F76D-4C78-B997-9701FDB9E22D}" type="sibTrans" cxnId="{A09840B2-105E-4CFC-BABE-9F52B3F3E885}">
      <dgm:prSet/>
      <dgm:spPr/>
      <dgm:t>
        <a:bodyPr/>
        <a:lstStyle/>
        <a:p>
          <a:endParaRPr lang="en-US"/>
        </a:p>
      </dgm:t>
    </dgm:pt>
    <dgm:pt modelId="{8B778A37-E4D9-4A79-8B11-2B80224D20E7}">
      <dgm:prSet custT="1"/>
      <dgm:spPr>
        <a:solidFill>
          <a:srgbClr val="FF9933"/>
        </a:solidFill>
        <a:ln w="25400" cap="flat" cmpd="sng" algn="ctr">
          <a:solidFill>
            <a:srgbClr val="000000">
              <a:shade val="80000"/>
              <a:hueOff val="0"/>
              <a:satOff val="0"/>
              <a:lumOff val="0"/>
              <a:alphaOff val="0"/>
            </a:srgbClr>
          </a:solidFill>
          <a:prstDash val="solid"/>
        </a:ln>
        <a:effectLst/>
      </dgm:spPr>
      <dgm:t>
        <a:bodyPr spcFirstLastPara="0" vert="horz" wrap="square" lIns="17780" tIns="17780" rIns="17780" bIns="17780" numCol="1" spcCol="1270" anchor="ctr" anchorCtr="0"/>
        <a:lstStyle/>
        <a:p>
          <a:pPr marL="0" lvl="0" indent="0" algn="ctr" defTabSz="1244600">
            <a:lnSpc>
              <a:spcPct val="90000"/>
            </a:lnSpc>
            <a:spcBef>
              <a:spcPct val="0"/>
            </a:spcBef>
            <a:spcAft>
              <a:spcPct val="35000"/>
            </a:spcAft>
            <a:buNone/>
          </a:pPr>
          <a:r>
            <a:rPr lang="en-US" sz="2800" kern="1200" noProof="0">
              <a:solidFill>
                <a:srgbClr val="000000">
                  <a:hueOff val="0"/>
                  <a:satOff val="0"/>
                  <a:lumOff val="0"/>
                  <a:alphaOff val="0"/>
                </a:srgbClr>
              </a:solidFill>
              <a:latin typeface="Times New Roman"/>
              <a:ea typeface="+mn-ea"/>
              <a:cs typeface="+mn-cs"/>
            </a:rPr>
            <a:t>PROJECT </a:t>
          </a:r>
          <a:r>
            <a:rPr lang="en-US" sz="2800" kern="1200" noProof="0" dirty="0">
              <a:solidFill>
                <a:srgbClr val="000000">
                  <a:hueOff val="0"/>
                  <a:satOff val="0"/>
                  <a:lumOff val="0"/>
                  <a:alphaOff val="0"/>
                </a:srgbClr>
              </a:solidFill>
              <a:latin typeface="Times New Roman"/>
              <a:ea typeface="+mn-ea"/>
              <a:cs typeface="+mn-cs"/>
            </a:rPr>
            <a:t>BENEFIT</a:t>
          </a:r>
        </a:p>
      </dgm:t>
    </dgm:pt>
    <dgm:pt modelId="{5EE49456-161D-4121-93E7-6187DF020D9A}" type="parTrans" cxnId="{7DEC0E01-AE9C-43E0-B072-F6BD1F5AD273}">
      <dgm:prSet/>
      <dgm:spPr/>
      <dgm:t>
        <a:bodyPr/>
        <a:lstStyle/>
        <a:p>
          <a:endParaRPr lang="en-US"/>
        </a:p>
      </dgm:t>
    </dgm:pt>
    <dgm:pt modelId="{95D0EA7F-C7FB-4121-8364-0E8C46F35665}" type="sibTrans" cxnId="{7DEC0E01-AE9C-43E0-B072-F6BD1F5AD273}">
      <dgm:prSet/>
      <dgm:spPr/>
      <dgm:t>
        <a:bodyPr/>
        <a:lstStyle/>
        <a:p>
          <a:endParaRPr lang="en-US"/>
        </a:p>
      </dgm:t>
    </dgm:pt>
    <dgm:pt modelId="{B043F080-F1A6-45BE-8EDF-DC9FCF2503A2}" type="pres">
      <dgm:prSet presAssocID="{63E24B07-8023-4E9F-8558-D5757EF64B7C}" presName="hierChild1" presStyleCnt="0">
        <dgm:presLayoutVars>
          <dgm:orgChart val="1"/>
          <dgm:chPref val="1"/>
          <dgm:dir/>
          <dgm:animOne val="branch"/>
          <dgm:animLvl val="lvl"/>
          <dgm:resizeHandles/>
        </dgm:presLayoutVars>
      </dgm:prSet>
      <dgm:spPr/>
    </dgm:pt>
    <dgm:pt modelId="{E5689C14-D8E5-4433-8491-06AB16B93A99}" type="pres">
      <dgm:prSet presAssocID="{84CE331B-A2F1-4994-A2C0-B65489AF8510}" presName="hierRoot1" presStyleCnt="0">
        <dgm:presLayoutVars>
          <dgm:hierBranch val="r"/>
        </dgm:presLayoutVars>
      </dgm:prSet>
      <dgm:spPr/>
    </dgm:pt>
    <dgm:pt modelId="{34CF62EF-5DD4-48E4-920A-68D857F27D1B}" type="pres">
      <dgm:prSet presAssocID="{84CE331B-A2F1-4994-A2C0-B65489AF8510}" presName="rootComposite1" presStyleCnt="0"/>
      <dgm:spPr/>
    </dgm:pt>
    <dgm:pt modelId="{1AA3B4BA-ED50-4E41-A4CB-821BD025FE04}" type="pres">
      <dgm:prSet presAssocID="{84CE331B-A2F1-4994-A2C0-B65489AF8510}" presName="rootText1" presStyleLbl="node0" presStyleIdx="0" presStyleCnt="3">
        <dgm:presLayoutVars>
          <dgm:chPref val="3"/>
        </dgm:presLayoutVars>
      </dgm:prSet>
      <dgm:spPr/>
    </dgm:pt>
    <dgm:pt modelId="{353DA8B1-F13F-49BB-9D00-623956149B3F}" type="pres">
      <dgm:prSet presAssocID="{84CE331B-A2F1-4994-A2C0-B65489AF8510}" presName="rootConnector1" presStyleLbl="node1" presStyleIdx="0" presStyleCnt="0"/>
      <dgm:spPr/>
    </dgm:pt>
    <dgm:pt modelId="{9E2E75E0-83B4-438D-B64D-84346CDEF77D}" type="pres">
      <dgm:prSet presAssocID="{84CE331B-A2F1-4994-A2C0-B65489AF8510}" presName="hierChild2" presStyleCnt="0"/>
      <dgm:spPr/>
    </dgm:pt>
    <dgm:pt modelId="{8D133B33-8ACF-405A-8198-3E31EC62DB5F}" type="pres">
      <dgm:prSet presAssocID="{8EB596D1-576B-430B-8880-0F34D7926CB8}" presName="Name50" presStyleLbl="parChTrans1D2" presStyleIdx="0" presStyleCnt="6"/>
      <dgm:spPr/>
    </dgm:pt>
    <dgm:pt modelId="{F6C48FB2-4F65-473E-A99D-F49F74356815}" type="pres">
      <dgm:prSet presAssocID="{D6623F11-B6DD-4799-8D1F-28B3876BD098}" presName="hierRoot2" presStyleCnt="0">
        <dgm:presLayoutVars>
          <dgm:hierBranch val="init"/>
        </dgm:presLayoutVars>
      </dgm:prSet>
      <dgm:spPr/>
    </dgm:pt>
    <dgm:pt modelId="{456AA67A-26E4-4882-AF6E-CE2970C413E2}" type="pres">
      <dgm:prSet presAssocID="{D6623F11-B6DD-4799-8D1F-28B3876BD098}" presName="rootComposite" presStyleCnt="0"/>
      <dgm:spPr/>
    </dgm:pt>
    <dgm:pt modelId="{B3806EBD-3BE7-47C3-8D10-AAA7F8DB4E7B}" type="pres">
      <dgm:prSet presAssocID="{D6623F11-B6DD-4799-8D1F-28B3876BD098}" presName="rootText" presStyleLbl="node2" presStyleIdx="0" presStyleCnt="6">
        <dgm:presLayoutVars>
          <dgm:chPref val="3"/>
        </dgm:presLayoutVars>
      </dgm:prSet>
      <dgm:spPr/>
    </dgm:pt>
    <dgm:pt modelId="{F0F98BE4-8949-4B49-8455-22F8D3605694}" type="pres">
      <dgm:prSet presAssocID="{D6623F11-B6DD-4799-8D1F-28B3876BD098}" presName="rootConnector" presStyleLbl="node2" presStyleIdx="0" presStyleCnt="6"/>
      <dgm:spPr/>
    </dgm:pt>
    <dgm:pt modelId="{35C5DBFA-95CF-4538-BE30-884188A66A81}" type="pres">
      <dgm:prSet presAssocID="{D6623F11-B6DD-4799-8D1F-28B3876BD098}" presName="hierChild4" presStyleCnt="0"/>
      <dgm:spPr/>
    </dgm:pt>
    <dgm:pt modelId="{CF2484ED-397D-482E-AA2C-878D66282FF7}" type="pres">
      <dgm:prSet presAssocID="{D6623F11-B6DD-4799-8D1F-28B3876BD098}" presName="hierChild5" presStyleCnt="0"/>
      <dgm:spPr/>
    </dgm:pt>
    <dgm:pt modelId="{86CCDE7C-D2F0-418F-B571-C70C52080562}" type="pres">
      <dgm:prSet presAssocID="{388368B9-5D65-4F33-AFCF-057BE5AFBD3C}" presName="Name50" presStyleLbl="parChTrans1D2" presStyleIdx="1" presStyleCnt="6"/>
      <dgm:spPr/>
    </dgm:pt>
    <dgm:pt modelId="{A7DA5730-FE3D-467E-B3AF-CFB6C03E0A5B}" type="pres">
      <dgm:prSet presAssocID="{1AD13B7A-E548-4639-A9DC-08ABEF550FA9}" presName="hierRoot2" presStyleCnt="0">
        <dgm:presLayoutVars>
          <dgm:hierBranch val="init"/>
        </dgm:presLayoutVars>
      </dgm:prSet>
      <dgm:spPr/>
    </dgm:pt>
    <dgm:pt modelId="{E54FA362-B3E5-45E5-BDEC-A9050279A0D7}" type="pres">
      <dgm:prSet presAssocID="{1AD13B7A-E548-4639-A9DC-08ABEF550FA9}" presName="rootComposite" presStyleCnt="0"/>
      <dgm:spPr/>
    </dgm:pt>
    <dgm:pt modelId="{0F961E4A-9583-4DDC-BE90-D8C54C0295AA}" type="pres">
      <dgm:prSet presAssocID="{1AD13B7A-E548-4639-A9DC-08ABEF550FA9}" presName="rootText" presStyleLbl="node2" presStyleIdx="1" presStyleCnt="6">
        <dgm:presLayoutVars>
          <dgm:chPref val="3"/>
        </dgm:presLayoutVars>
      </dgm:prSet>
      <dgm:spPr/>
    </dgm:pt>
    <dgm:pt modelId="{ECBCBB9C-C2A2-4C07-96FC-7D92CD937EAB}" type="pres">
      <dgm:prSet presAssocID="{1AD13B7A-E548-4639-A9DC-08ABEF550FA9}" presName="rootConnector" presStyleLbl="node2" presStyleIdx="1" presStyleCnt="6"/>
      <dgm:spPr/>
    </dgm:pt>
    <dgm:pt modelId="{E87D6145-18D8-4071-BC37-42C420100AB8}" type="pres">
      <dgm:prSet presAssocID="{1AD13B7A-E548-4639-A9DC-08ABEF550FA9}" presName="hierChild4" presStyleCnt="0"/>
      <dgm:spPr/>
    </dgm:pt>
    <dgm:pt modelId="{2941CB0D-B9D7-44A6-BFD9-EF86B301C9B6}" type="pres">
      <dgm:prSet presAssocID="{1AD13B7A-E548-4639-A9DC-08ABEF550FA9}" presName="hierChild5" presStyleCnt="0"/>
      <dgm:spPr/>
    </dgm:pt>
    <dgm:pt modelId="{64C05BB3-A715-4BB9-A2E2-CBE5B3CC0849}" type="pres">
      <dgm:prSet presAssocID="{84CE331B-A2F1-4994-A2C0-B65489AF8510}" presName="hierChild3" presStyleCnt="0"/>
      <dgm:spPr/>
    </dgm:pt>
    <dgm:pt modelId="{CB95909D-1A38-4FEA-B87E-4B0A9E1DE0BA}" type="pres">
      <dgm:prSet presAssocID="{75732081-60CC-4B15-9B66-8337E6A5269E}" presName="hierRoot1" presStyleCnt="0">
        <dgm:presLayoutVars>
          <dgm:hierBranch val="r"/>
        </dgm:presLayoutVars>
      </dgm:prSet>
      <dgm:spPr/>
    </dgm:pt>
    <dgm:pt modelId="{86909752-A3A1-46D6-8CC7-9A5ABD353A68}" type="pres">
      <dgm:prSet presAssocID="{75732081-60CC-4B15-9B66-8337E6A5269E}" presName="rootComposite1" presStyleCnt="0"/>
      <dgm:spPr/>
    </dgm:pt>
    <dgm:pt modelId="{D28A3C5F-53A2-4040-8AAD-BB5385B9505C}" type="pres">
      <dgm:prSet presAssocID="{75732081-60CC-4B15-9B66-8337E6A5269E}" presName="rootText1" presStyleLbl="node0" presStyleIdx="1" presStyleCnt="3">
        <dgm:presLayoutVars>
          <dgm:chPref val="3"/>
        </dgm:presLayoutVars>
      </dgm:prSet>
      <dgm:spPr>
        <a:xfrm>
          <a:off x="2777492" y="85591"/>
          <a:ext cx="2292092" cy="1146046"/>
        </a:xfrm>
        <a:prstGeom prst="rect">
          <a:avLst/>
        </a:prstGeom>
      </dgm:spPr>
    </dgm:pt>
    <dgm:pt modelId="{30422345-AEB2-490F-8FF3-73FC05A0F0F8}" type="pres">
      <dgm:prSet presAssocID="{75732081-60CC-4B15-9B66-8337E6A5269E}" presName="rootConnector1" presStyleLbl="node1" presStyleIdx="0" presStyleCnt="0"/>
      <dgm:spPr/>
    </dgm:pt>
    <dgm:pt modelId="{E2E16723-870C-4372-AAC9-0D839DF0E417}" type="pres">
      <dgm:prSet presAssocID="{75732081-60CC-4B15-9B66-8337E6A5269E}" presName="hierChild2" presStyleCnt="0"/>
      <dgm:spPr/>
    </dgm:pt>
    <dgm:pt modelId="{B05E59F5-4486-477B-95FA-B8453BDD6295}" type="pres">
      <dgm:prSet presAssocID="{FB4B0A1C-C78B-44A6-9EFA-C5D51A723A3B}" presName="Name50" presStyleLbl="parChTrans1D2" presStyleIdx="2" presStyleCnt="6"/>
      <dgm:spPr/>
    </dgm:pt>
    <dgm:pt modelId="{D4DB9114-C422-466A-9F0F-EE92A3BA459B}" type="pres">
      <dgm:prSet presAssocID="{485770F7-6F6D-41BE-A8E6-3F43790F5527}" presName="hierRoot2" presStyleCnt="0">
        <dgm:presLayoutVars>
          <dgm:hierBranch val="init"/>
        </dgm:presLayoutVars>
      </dgm:prSet>
      <dgm:spPr/>
    </dgm:pt>
    <dgm:pt modelId="{D2EB44B4-AC2D-4244-9B33-E87854829B5B}" type="pres">
      <dgm:prSet presAssocID="{485770F7-6F6D-41BE-A8E6-3F43790F5527}" presName="rootComposite" presStyleCnt="0"/>
      <dgm:spPr/>
    </dgm:pt>
    <dgm:pt modelId="{674DB767-870C-47A5-88DB-5F438395072B}" type="pres">
      <dgm:prSet presAssocID="{485770F7-6F6D-41BE-A8E6-3F43790F5527}" presName="rootText" presStyleLbl="node2" presStyleIdx="2" presStyleCnt="6">
        <dgm:presLayoutVars>
          <dgm:chPref val="3"/>
        </dgm:presLayoutVars>
      </dgm:prSet>
      <dgm:spPr>
        <a:xfrm>
          <a:off x="3350515" y="1712976"/>
          <a:ext cx="2292092" cy="1146046"/>
        </a:xfrm>
        <a:prstGeom prst="rect">
          <a:avLst/>
        </a:prstGeom>
      </dgm:spPr>
    </dgm:pt>
    <dgm:pt modelId="{14F24180-78BC-49EC-9F11-2F5774358D9A}" type="pres">
      <dgm:prSet presAssocID="{485770F7-6F6D-41BE-A8E6-3F43790F5527}" presName="rootConnector" presStyleLbl="node2" presStyleIdx="2" presStyleCnt="6"/>
      <dgm:spPr/>
    </dgm:pt>
    <dgm:pt modelId="{A1C9DCDF-FEA7-4BE3-885A-1D8BCB1D825B}" type="pres">
      <dgm:prSet presAssocID="{485770F7-6F6D-41BE-A8E6-3F43790F5527}" presName="hierChild4" presStyleCnt="0"/>
      <dgm:spPr/>
    </dgm:pt>
    <dgm:pt modelId="{1E7F647F-0616-4707-9674-CA9CF5767332}" type="pres">
      <dgm:prSet presAssocID="{485770F7-6F6D-41BE-A8E6-3F43790F5527}" presName="hierChild5" presStyleCnt="0"/>
      <dgm:spPr/>
    </dgm:pt>
    <dgm:pt modelId="{26A293DC-2348-489F-9602-9C42F171E63F}" type="pres">
      <dgm:prSet presAssocID="{22A4DD3C-489B-42CB-8EC5-1CBEBE251CBE}" presName="Name50" presStyleLbl="parChTrans1D2" presStyleIdx="3" presStyleCnt="6"/>
      <dgm:spPr/>
    </dgm:pt>
    <dgm:pt modelId="{FA1ECFF8-CC6C-4C2E-9ACC-5C02247C3075}" type="pres">
      <dgm:prSet presAssocID="{BB85CBC8-B821-4466-9E1E-E04E75128A08}" presName="hierRoot2" presStyleCnt="0">
        <dgm:presLayoutVars>
          <dgm:hierBranch val="init"/>
        </dgm:presLayoutVars>
      </dgm:prSet>
      <dgm:spPr/>
    </dgm:pt>
    <dgm:pt modelId="{86DBBB22-C8EA-4CA6-812E-E7DE90450507}" type="pres">
      <dgm:prSet presAssocID="{BB85CBC8-B821-4466-9E1E-E04E75128A08}" presName="rootComposite" presStyleCnt="0"/>
      <dgm:spPr/>
    </dgm:pt>
    <dgm:pt modelId="{DD10A616-A9BE-4108-B1E9-2E6A49C71ECA}" type="pres">
      <dgm:prSet presAssocID="{BB85CBC8-B821-4466-9E1E-E04E75128A08}" presName="rootText" presStyleLbl="node2" presStyleIdx="3" presStyleCnt="6">
        <dgm:presLayoutVars>
          <dgm:chPref val="3"/>
        </dgm:presLayoutVars>
      </dgm:prSet>
      <dgm:spPr>
        <a:xfrm>
          <a:off x="3350515" y="3340362"/>
          <a:ext cx="2292092" cy="1146046"/>
        </a:xfrm>
        <a:prstGeom prst="rect">
          <a:avLst/>
        </a:prstGeom>
      </dgm:spPr>
    </dgm:pt>
    <dgm:pt modelId="{16DC8ABF-654C-46F7-87FB-9EE579D55E24}" type="pres">
      <dgm:prSet presAssocID="{BB85CBC8-B821-4466-9E1E-E04E75128A08}" presName="rootConnector" presStyleLbl="node2" presStyleIdx="3" presStyleCnt="6"/>
      <dgm:spPr/>
    </dgm:pt>
    <dgm:pt modelId="{34FE5163-5CC8-4382-82ED-A02A4B5382ED}" type="pres">
      <dgm:prSet presAssocID="{BB85CBC8-B821-4466-9E1E-E04E75128A08}" presName="hierChild4" presStyleCnt="0"/>
      <dgm:spPr/>
    </dgm:pt>
    <dgm:pt modelId="{518B1117-7C95-4F4B-BF56-F347C5EAA449}" type="pres">
      <dgm:prSet presAssocID="{BB85CBC8-B821-4466-9E1E-E04E75128A08}" presName="hierChild5" presStyleCnt="0"/>
      <dgm:spPr/>
    </dgm:pt>
    <dgm:pt modelId="{2EF80077-AC5A-4BBD-93FA-5BBEACDFDDE9}" type="pres">
      <dgm:prSet presAssocID="{75732081-60CC-4B15-9B66-8337E6A5269E}" presName="hierChild3" presStyleCnt="0"/>
      <dgm:spPr/>
    </dgm:pt>
    <dgm:pt modelId="{2E7BE3F0-6F58-46C7-8BD6-70D3A8E7B268}" type="pres">
      <dgm:prSet presAssocID="{8B778A37-E4D9-4A79-8B11-2B80224D20E7}" presName="hierRoot1" presStyleCnt="0">
        <dgm:presLayoutVars>
          <dgm:hierBranch val="r"/>
        </dgm:presLayoutVars>
      </dgm:prSet>
      <dgm:spPr/>
    </dgm:pt>
    <dgm:pt modelId="{54A5A507-9D3D-4AEE-A3C8-B78FE356496D}" type="pres">
      <dgm:prSet presAssocID="{8B778A37-E4D9-4A79-8B11-2B80224D20E7}" presName="rootComposite1" presStyleCnt="0"/>
      <dgm:spPr/>
    </dgm:pt>
    <dgm:pt modelId="{7074F2A7-B477-4F9E-A58D-95E439CE5811}" type="pres">
      <dgm:prSet presAssocID="{8B778A37-E4D9-4A79-8B11-2B80224D20E7}" presName="rootText1" presStyleLbl="node0" presStyleIdx="2" presStyleCnt="3">
        <dgm:presLayoutVars>
          <dgm:chPref val="3"/>
        </dgm:presLayoutVars>
      </dgm:prSet>
      <dgm:spPr>
        <a:xfrm>
          <a:off x="5550924" y="85591"/>
          <a:ext cx="2292092" cy="1146046"/>
        </a:xfrm>
        <a:prstGeom prst="rect">
          <a:avLst/>
        </a:prstGeom>
      </dgm:spPr>
    </dgm:pt>
    <dgm:pt modelId="{1766C5D0-5E80-4C1D-926D-DD3E5F919C7D}" type="pres">
      <dgm:prSet presAssocID="{8B778A37-E4D9-4A79-8B11-2B80224D20E7}" presName="rootConnector1" presStyleLbl="node1" presStyleIdx="0" presStyleCnt="0"/>
      <dgm:spPr/>
    </dgm:pt>
    <dgm:pt modelId="{EF4A3C72-E028-48FC-AA57-2B9ED351C739}" type="pres">
      <dgm:prSet presAssocID="{8B778A37-E4D9-4A79-8B11-2B80224D20E7}" presName="hierChild2" presStyleCnt="0"/>
      <dgm:spPr/>
    </dgm:pt>
    <dgm:pt modelId="{63AA10CE-749B-412B-9C5F-E3E68CC8D929}" type="pres">
      <dgm:prSet presAssocID="{B1590632-4859-40DB-9BD3-A6B996329AFF}" presName="Name50" presStyleLbl="parChTrans1D2" presStyleIdx="4" presStyleCnt="6"/>
      <dgm:spPr/>
    </dgm:pt>
    <dgm:pt modelId="{F3407DAB-C4E4-42A7-876A-3BFED8F82FC7}" type="pres">
      <dgm:prSet presAssocID="{C6F996E9-5985-4AE7-B223-2F0FA1F94499}" presName="hierRoot2" presStyleCnt="0">
        <dgm:presLayoutVars>
          <dgm:hierBranch val="r"/>
        </dgm:presLayoutVars>
      </dgm:prSet>
      <dgm:spPr/>
    </dgm:pt>
    <dgm:pt modelId="{E7DA6225-D696-4463-A1D5-7EBD89C30748}" type="pres">
      <dgm:prSet presAssocID="{C6F996E9-5985-4AE7-B223-2F0FA1F94499}" presName="rootComposite" presStyleCnt="0"/>
      <dgm:spPr/>
    </dgm:pt>
    <dgm:pt modelId="{392BE293-FC2B-4178-84CD-08BA402A72E1}" type="pres">
      <dgm:prSet presAssocID="{C6F996E9-5985-4AE7-B223-2F0FA1F94499}" presName="rootText" presStyleLbl="node2" presStyleIdx="4" presStyleCnt="6">
        <dgm:presLayoutVars>
          <dgm:chPref val="3"/>
        </dgm:presLayoutVars>
      </dgm:prSet>
      <dgm:spPr>
        <a:xfrm>
          <a:off x="6123947" y="1712976"/>
          <a:ext cx="2292092" cy="1146046"/>
        </a:xfrm>
        <a:prstGeom prst="rect">
          <a:avLst/>
        </a:prstGeom>
      </dgm:spPr>
    </dgm:pt>
    <dgm:pt modelId="{45902F66-4C8F-4BD6-8766-E1778CDEC9AF}" type="pres">
      <dgm:prSet presAssocID="{C6F996E9-5985-4AE7-B223-2F0FA1F94499}" presName="rootConnector" presStyleLbl="node2" presStyleIdx="4" presStyleCnt="6"/>
      <dgm:spPr/>
    </dgm:pt>
    <dgm:pt modelId="{AEAE4666-89E6-4266-BBC2-5AC8DA84394B}" type="pres">
      <dgm:prSet presAssocID="{C6F996E9-5985-4AE7-B223-2F0FA1F94499}" presName="hierChild4" presStyleCnt="0"/>
      <dgm:spPr/>
    </dgm:pt>
    <dgm:pt modelId="{54612CC2-4C43-43E8-94A3-AEA1F37AC55A}" type="pres">
      <dgm:prSet presAssocID="{C6F996E9-5985-4AE7-B223-2F0FA1F94499}" presName="hierChild5" presStyleCnt="0"/>
      <dgm:spPr/>
    </dgm:pt>
    <dgm:pt modelId="{6FB7A6C2-DB36-41B6-83AC-AECBAA0CA958}" type="pres">
      <dgm:prSet presAssocID="{903D01E4-1E95-463F-A01B-275115D5D118}" presName="Name50" presStyleLbl="parChTrans1D2" presStyleIdx="5" presStyleCnt="6"/>
      <dgm:spPr/>
    </dgm:pt>
    <dgm:pt modelId="{44BB78B2-A2A2-4FFB-9737-D0D5C0EB6929}" type="pres">
      <dgm:prSet presAssocID="{8900369D-2544-4282-B2F5-434020914D80}" presName="hierRoot2" presStyleCnt="0">
        <dgm:presLayoutVars>
          <dgm:hierBranch val="init"/>
        </dgm:presLayoutVars>
      </dgm:prSet>
      <dgm:spPr/>
    </dgm:pt>
    <dgm:pt modelId="{DBF6C40E-2D3E-46F5-A8C6-68A45363AC92}" type="pres">
      <dgm:prSet presAssocID="{8900369D-2544-4282-B2F5-434020914D80}" presName="rootComposite" presStyleCnt="0"/>
      <dgm:spPr/>
    </dgm:pt>
    <dgm:pt modelId="{024C823E-EC07-44B6-AD65-5CB3603B9105}" type="pres">
      <dgm:prSet presAssocID="{8900369D-2544-4282-B2F5-434020914D80}" presName="rootText" presStyleLbl="node2" presStyleIdx="5" presStyleCnt="6">
        <dgm:presLayoutVars>
          <dgm:chPref val="3"/>
        </dgm:presLayoutVars>
      </dgm:prSet>
      <dgm:spPr>
        <a:xfrm>
          <a:off x="6123947" y="3340362"/>
          <a:ext cx="2292092" cy="1146046"/>
        </a:xfrm>
        <a:prstGeom prst="rect">
          <a:avLst/>
        </a:prstGeom>
      </dgm:spPr>
    </dgm:pt>
    <dgm:pt modelId="{5E8E4E2F-CE5D-4BB2-ADD5-3B2E7D0419D0}" type="pres">
      <dgm:prSet presAssocID="{8900369D-2544-4282-B2F5-434020914D80}" presName="rootConnector" presStyleLbl="node2" presStyleIdx="5" presStyleCnt="6"/>
      <dgm:spPr/>
    </dgm:pt>
    <dgm:pt modelId="{9291C1FF-1F95-4134-9576-724D1AD06C90}" type="pres">
      <dgm:prSet presAssocID="{8900369D-2544-4282-B2F5-434020914D80}" presName="hierChild4" presStyleCnt="0"/>
      <dgm:spPr/>
    </dgm:pt>
    <dgm:pt modelId="{E6A0BE9A-A93B-4FE5-A033-F3C9DFB55F2B}" type="pres">
      <dgm:prSet presAssocID="{8900369D-2544-4282-B2F5-434020914D80}" presName="hierChild5" presStyleCnt="0"/>
      <dgm:spPr/>
    </dgm:pt>
    <dgm:pt modelId="{1F195987-CAED-49E7-B1BA-56BDCE268001}" type="pres">
      <dgm:prSet presAssocID="{8B778A37-E4D9-4A79-8B11-2B80224D20E7}" presName="hierChild3" presStyleCnt="0"/>
      <dgm:spPr/>
    </dgm:pt>
  </dgm:ptLst>
  <dgm:cxnLst>
    <dgm:cxn modelId="{7DEC0E01-AE9C-43E0-B072-F6BD1F5AD273}" srcId="{63E24B07-8023-4E9F-8558-D5757EF64B7C}" destId="{8B778A37-E4D9-4A79-8B11-2B80224D20E7}" srcOrd="2" destOrd="0" parTransId="{5EE49456-161D-4121-93E7-6187DF020D9A}" sibTransId="{95D0EA7F-C7FB-4121-8364-0E8C46F35665}"/>
    <dgm:cxn modelId="{C0763101-A18C-41EF-A2B1-C19E83A730A9}" type="presOf" srcId="{485770F7-6F6D-41BE-A8E6-3F43790F5527}" destId="{674DB767-870C-47A5-88DB-5F438395072B}" srcOrd="0" destOrd="0" presId="urn:microsoft.com/office/officeart/2005/8/layout/orgChart1"/>
    <dgm:cxn modelId="{FDFE7E1A-FA94-4428-8379-49812C3B7779}" srcId="{75732081-60CC-4B15-9B66-8337E6A5269E}" destId="{485770F7-6F6D-41BE-A8E6-3F43790F5527}" srcOrd="0" destOrd="0" parTransId="{FB4B0A1C-C78B-44A6-9EFA-C5D51A723A3B}" sibTransId="{E4B87A78-B693-439D-B71A-9053BCAB9CF6}"/>
    <dgm:cxn modelId="{182E631E-D166-4C5A-8B7D-3E98B6635B1A}" type="presOf" srcId="{C6F996E9-5985-4AE7-B223-2F0FA1F94499}" destId="{45902F66-4C8F-4BD6-8766-E1778CDEC9AF}" srcOrd="1" destOrd="0" presId="urn:microsoft.com/office/officeart/2005/8/layout/orgChart1"/>
    <dgm:cxn modelId="{F6769E32-271F-46D9-96DF-6EE56E1DFAF9}" type="presOf" srcId="{8B778A37-E4D9-4A79-8B11-2B80224D20E7}" destId="{1766C5D0-5E80-4C1D-926D-DD3E5F919C7D}" srcOrd="1" destOrd="0" presId="urn:microsoft.com/office/officeart/2005/8/layout/orgChart1"/>
    <dgm:cxn modelId="{F5781038-E9B3-4B39-AC7B-1AFC86EE55E8}" type="presOf" srcId="{903D01E4-1E95-463F-A01B-275115D5D118}" destId="{6FB7A6C2-DB36-41B6-83AC-AECBAA0CA958}" srcOrd="0" destOrd="0" presId="urn:microsoft.com/office/officeart/2005/8/layout/orgChart1"/>
    <dgm:cxn modelId="{50A3255D-E33E-4062-86D6-F25D14C2DEBE}" type="presOf" srcId="{63E24B07-8023-4E9F-8558-D5757EF64B7C}" destId="{B043F080-F1A6-45BE-8EDF-DC9FCF2503A2}" srcOrd="0" destOrd="0" presId="urn:microsoft.com/office/officeart/2005/8/layout/orgChart1"/>
    <dgm:cxn modelId="{B0B4035E-D625-41F8-AEDB-DA81A96CFD84}" type="presOf" srcId="{75732081-60CC-4B15-9B66-8337E6A5269E}" destId="{30422345-AEB2-490F-8FF3-73FC05A0F0F8}" srcOrd="1" destOrd="0" presId="urn:microsoft.com/office/officeart/2005/8/layout/orgChart1"/>
    <dgm:cxn modelId="{6202C241-E35E-431D-8259-3D3288E384D7}" type="presOf" srcId="{8900369D-2544-4282-B2F5-434020914D80}" destId="{024C823E-EC07-44B6-AD65-5CB3603B9105}" srcOrd="0" destOrd="0" presId="urn:microsoft.com/office/officeart/2005/8/layout/orgChart1"/>
    <dgm:cxn modelId="{17DD6C63-B748-41EC-BDCF-6074595D08C8}" type="presOf" srcId="{8B778A37-E4D9-4A79-8B11-2B80224D20E7}" destId="{7074F2A7-B477-4F9E-A58D-95E439CE5811}" srcOrd="0" destOrd="0" presId="urn:microsoft.com/office/officeart/2005/8/layout/orgChart1"/>
    <dgm:cxn modelId="{299CDA6A-21E8-4B8F-80BE-F8E6AF31337A}" type="presOf" srcId="{1AD13B7A-E548-4639-A9DC-08ABEF550FA9}" destId="{0F961E4A-9583-4DDC-BE90-D8C54C0295AA}" srcOrd="0" destOrd="0" presId="urn:microsoft.com/office/officeart/2005/8/layout/orgChart1"/>
    <dgm:cxn modelId="{8450596E-4903-48C4-8DCF-1B8D8462EB75}" type="presOf" srcId="{22A4DD3C-489B-42CB-8EC5-1CBEBE251CBE}" destId="{26A293DC-2348-489F-9602-9C42F171E63F}" srcOrd="0" destOrd="0" presId="urn:microsoft.com/office/officeart/2005/8/layout/orgChart1"/>
    <dgm:cxn modelId="{43541F7B-2224-47A1-8201-1EFB454340E5}" type="presOf" srcId="{8EB596D1-576B-430B-8880-0F34D7926CB8}" destId="{8D133B33-8ACF-405A-8198-3E31EC62DB5F}" srcOrd="0" destOrd="0" presId="urn:microsoft.com/office/officeart/2005/8/layout/orgChart1"/>
    <dgm:cxn modelId="{E361C197-5B67-49CA-9EA4-DDAF751181B6}" type="presOf" srcId="{388368B9-5D65-4F33-AFCF-057BE5AFBD3C}" destId="{86CCDE7C-D2F0-418F-B571-C70C52080562}" srcOrd="0" destOrd="0" presId="urn:microsoft.com/office/officeart/2005/8/layout/orgChart1"/>
    <dgm:cxn modelId="{A5553999-8C58-47EE-BCB2-77AC7E7C0D19}" type="presOf" srcId="{C6F996E9-5985-4AE7-B223-2F0FA1F94499}" destId="{392BE293-FC2B-4178-84CD-08BA402A72E1}" srcOrd="0" destOrd="0" presId="urn:microsoft.com/office/officeart/2005/8/layout/orgChart1"/>
    <dgm:cxn modelId="{F1F927A7-6C4A-4DF7-A157-CAB6AA19534A}" type="presOf" srcId="{8900369D-2544-4282-B2F5-434020914D80}" destId="{5E8E4E2F-CE5D-4BB2-ADD5-3B2E7D0419D0}" srcOrd="1" destOrd="0" presId="urn:microsoft.com/office/officeart/2005/8/layout/orgChart1"/>
    <dgm:cxn modelId="{6143CCA7-F9F4-4DE6-9614-F995E7227444}" type="presOf" srcId="{75732081-60CC-4B15-9B66-8337E6A5269E}" destId="{D28A3C5F-53A2-4040-8AAD-BB5385B9505C}" srcOrd="0" destOrd="0" presId="urn:microsoft.com/office/officeart/2005/8/layout/orgChart1"/>
    <dgm:cxn modelId="{DDE85CA9-B7BD-4F20-99C7-8D74C3C22845}" srcId="{8B778A37-E4D9-4A79-8B11-2B80224D20E7}" destId="{8900369D-2544-4282-B2F5-434020914D80}" srcOrd="1" destOrd="0" parTransId="{903D01E4-1E95-463F-A01B-275115D5D118}" sibTransId="{57F3BF74-AA03-43E6-8CE1-D5CDC70743FD}"/>
    <dgm:cxn modelId="{DEE1C9AE-1ACF-414F-A310-DCE4A33BBB17}" type="presOf" srcId="{D6623F11-B6DD-4799-8D1F-28B3876BD098}" destId="{F0F98BE4-8949-4B49-8455-22F8D3605694}" srcOrd="1" destOrd="0" presId="urn:microsoft.com/office/officeart/2005/8/layout/orgChart1"/>
    <dgm:cxn modelId="{A09840B2-105E-4CFC-BABE-9F52B3F3E885}" srcId="{75732081-60CC-4B15-9B66-8337E6A5269E}" destId="{BB85CBC8-B821-4466-9E1E-E04E75128A08}" srcOrd="1" destOrd="0" parTransId="{22A4DD3C-489B-42CB-8EC5-1CBEBE251CBE}" sibTransId="{B9001B45-F76D-4C78-B997-9701FDB9E22D}"/>
    <dgm:cxn modelId="{6CCDD3B2-D575-42FA-B063-6C4D9156BC3E}" srcId="{84CE331B-A2F1-4994-A2C0-B65489AF8510}" destId="{D6623F11-B6DD-4799-8D1F-28B3876BD098}" srcOrd="0" destOrd="0" parTransId="{8EB596D1-576B-430B-8880-0F34D7926CB8}" sibTransId="{25C9561D-BAAD-411B-9B0F-B2C4600177BE}"/>
    <dgm:cxn modelId="{4DD85BBF-9DED-4D8D-9AA5-FA92893EA3B4}" type="presOf" srcId="{BB85CBC8-B821-4466-9E1E-E04E75128A08}" destId="{DD10A616-A9BE-4108-B1E9-2E6A49C71ECA}" srcOrd="0" destOrd="0" presId="urn:microsoft.com/office/officeart/2005/8/layout/orgChart1"/>
    <dgm:cxn modelId="{846C44BF-3C5E-4CDF-909B-14B53D078E50}" type="presOf" srcId="{1AD13B7A-E548-4639-A9DC-08ABEF550FA9}" destId="{ECBCBB9C-C2A2-4C07-96FC-7D92CD937EAB}" srcOrd="1" destOrd="0" presId="urn:microsoft.com/office/officeart/2005/8/layout/orgChart1"/>
    <dgm:cxn modelId="{983694C3-1176-48AA-862E-010040CFB45E}" srcId="{63E24B07-8023-4E9F-8558-D5757EF64B7C}" destId="{75732081-60CC-4B15-9B66-8337E6A5269E}" srcOrd="1" destOrd="0" parTransId="{2B3C7197-A15F-461F-9659-365653F9EA10}" sibTransId="{B3C1C00B-EF2C-4112-A76E-542167469372}"/>
    <dgm:cxn modelId="{5A103ACB-3012-4C67-AA5D-685D0AA17E2D}" srcId="{8B778A37-E4D9-4A79-8B11-2B80224D20E7}" destId="{C6F996E9-5985-4AE7-B223-2F0FA1F94499}" srcOrd="0" destOrd="0" parTransId="{B1590632-4859-40DB-9BD3-A6B996329AFF}" sibTransId="{30A4A628-A0EB-4568-98A5-63C9817D006B}"/>
    <dgm:cxn modelId="{640294D1-FE27-4806-992C-87C3DD812700}" srcId="{84CE331B-A2F1-4994-A2C0-B65489AF8510}" destId="{1AD13B7A-E548-4639-A9DC-08ABEF550FA9}" srcOrd="1" destOrd="0" parTransId="{388368B9-5D65-4F33-AFCF-057BE5AFBD3C}" sibTransId="{849948A2-ABA2-4D2F-93A2-CBB05AFBA675}"/>
    <dgm:cxn modelId="{0F5616D8-D546-4177-AF70-467F4603AF4B}" type="presOf" srcId="{B1590632-4859-40DB-9BD3-A6B996329AFF}" destId="{63AA10CE-749B-412B-9C5F-E3E68CC8D929}" srcOrd="0" destOrd="0" presId="urn:microsoft.com/office/officeart/2005/8/layout/orgChart1"/>
    <dgm:cxn modelId="{CBF727DD-51E9-4183-8BBA-1F7D9832A5A9}" type="presOf" srcId="{BB85CBC8-B821-4466-9E1E-E04E75128A08}" destId="{16DC8ABF-654C-46F7-87FB-9EE579D55E24}" srcOrd="1" destOrd="0" presId="urn:microsoft.com/office/officeart/2005/8/layout/orgChart1"/>
    <dgm:cxn modelId="{CA6A41DD-0AF1-4365-A1EF-DAC0A1A0622A}" type="presOf" srcId="{84CE331B-A2F1-4994-A2C0-B65489AF8510}" destId="{353DA8B1-F13F-49BB-9D00-623956149B3F}" srcOrd="1" destOrd="0" presId="urn:microsoft.com/office/officeart/2005/8/layout/orgChart1"/>
    <dgm:cxn modelId="{97D164E1-ACE2-4B9F-B4DD-72A46629E42C}" srcId="{63E24B07-8023-4E9F-8558-D5757EF64B7C}" destId="{84CE331B-A2F1-4994-A2C0-B65489AF8510}" srcOrd="0" destOrd="0" parTransId="{CC435F49-3F9A-47FC-88AE-935FC54B5CCD}" sibTransId="{9C795862-B258-406F-AD2D-407A4D17CDDB}"/>
    <dgm:cxn modelId="{B0B4A4EB-39FD-44D7-8B94-55829CD72EE3}" type="presOf" srcId="{FB4B0A1C-C78B-44A6-9EFA-C5D51A723A3B}" destId="{B05E59F5-4486-477B-95FA-B8453BDD6295}" srcOrd="0" destOrd="0" presId="urn:microsoft.com/office/officeart/2005/8/layout/orgChart1"/>
    <dgm:cxn modelId="{927497EC-2B16-41F6-AF1B-FC3CC3AB2D2D}" type="presOf" srcId="{D6623F11-B6DD-4799-8D1F-28B3876BD098}" destId="{B3806EBD-3BE7-47C3-8D10-AAA7F8DB4E7B}" srcOrd="0" destOrd="0" presId="urn:microsoft.com/office/officeart/2005/8/layout/orgChart1"/>
    <dgm:cxn modelId="{C209B6F0-9C33-410C-A0BA-AC5334FEB6EA}" type="presOf" srcId="{84CE331B-A2F1-4994-A2C0-B65489AF8510}" destId="{1AA3B4BA-ED50-4E41-A4CB-821BD025FE04}" srcOrd="0" destOrd="0" presId="urn:microsoft.com/office/officeart/2005/8/layout/orgChart1"/>
    <dgm:cxn modelId="{4D34F9F2-510F-4A70-BBE1-25176254A0DA}" type="presOf" srcId="{485770F7-6F6D-41BE-A8E6-3F43790F5527}" destId="{14F24180-78BC-49EC-9F11-2F5774358D9A}" srcOrd="1" destOrd="0" presId="urn:microsoft.com/office/officeart/2005/8/layout/orgChart1"/>
    <dgm:cxn modelId="{122D14EB-C066-4058-B199-F6217F5065ED}" type="presParOf" srcId="{B043F080-F1A6-45BE-8EDF-DC9FCF2503A2}" destId="{E5689C14-D8E5-4433-8491-06AB16B93A99}" srcOrd="0" destOrd="0" presId="urn:microsoft.com/office/officeart/2005/8/layout/orgChart1"/>
    <dgm:cxn modelId="{DAF19AE9-CD71-4507-9849-BE958F42C033}" type="presParOf" srcId="{E5689C14-D8E5-4433-8491-06AB16B93A99}" destId="{34CF62EF-5DD4-48E4-920A-68D857F27D1B}" srcOrd="0" destOrd="0" presId="urn:microsoft.com/office/officeart/2005/8/layout/orgChart1"/>
    <dgm:cxn modelId="{44EB47FC-2374-42E9-910C-835761DC11D7}" type="presParOf" srcId="{34CF62EF-5DD4-48E4-920A-68D857F27D1B}" destId="{1AA3B4BA-ED50-4E41-A4CB-821BD025FE04}" srcOrd="0" destOrd="0" presId="urn:microsoft.com/office/officeart/2005/8/layout/orgChart1"/>
    <dgm:cxn modelId="{18541053-E410-47F9-A669-1AE3CECC8305}" type="presParOf" srcId="{34CF62EF-5DD4-48E4-920A-68D857F27D1B}" destId="{353DA8B1-F13F-49BB-9D00-623956149B3F}" srcOrd="1" destOrd="0" presId="urn:microsoft.com/office/officeart/2005/8/layout/orgChart1"/>
    <dgm:cxn modelId="{25C47327-D495-4510-9F91-3ED6CA439843}" type="presParOf" srcId="{E5689C14-D8E5-4433-8491-06AB16B93A99}" destId="{9E2E75E0-83B4-438D-B64D-84346CDEF77D}" srcOrd="1" destOrd="0" presId="urn:microsoft.com/office/officeart/2005/8/layout/orgChart1"/>
    <dgm:cxn modelId="{B7E5FC21-21D8-4419-9F11-7B3CBC22308B}" type="presParOf" srcId="{9E2E75E0-83B4-438D-B64D-84346CDEF77D}" destId="{8D133B33-8ACF-405A-8198-3E31EC62DB5F}" srcOrd="0" destOrd="0" presId="urn:microsoft.com/office/officeart/2005/8/layout/orgChart1"/>
    <dgm:cxn modelId="{4C5BD387-E797-436E-B0B8-670DA12F5C1A}" type="presParOf" srcId="{9E2E75E0-83B4-438D-B64D-84346CDEF77D}" destId="{F6C48FB2-4F65-473E-A99D-F49F74356815}" srcOrd="1" destOrd="0" presId="urn:microsoft.com/office/officeart/2005/8/layout/orgChart1"/>
    <dgm:cxn modelId="{7B04A8CD-BC8E-44C7-9BAD-41AA21752D91}" type="presParOf" srcId="{F6C48FB2-4F65-473E-A99D-F49F74356815}" destId="{456AA67A-26E4-4882-AF6E-CE2970C413E2}" srcOrd="0" destOrd="0" presId="urn:microsoft.com/office/officeart/2005/8/layout/orgChart1"/>
    <dgm:cxn modelId="{247B3977-C794-48C2-82B4-681B63D4AC19}" type="presParOf" srcId="{456AA67A-26E4-4882-AF6E-CE2970C413E2}" destId="{B3806EBD-3BE7-47C3-8D10-AAA7F8DB4E7B}" srcOrd="0" destOrd="0" presId="urn:microsoft.com/office/officeart/2005/8/layout/orgChart1"/>
    <dgm:cxn modelId="{93B39385-1B77-4169-A4D4-61DC4F08EAE3}" type="presParOf" srcId="{456AA67A-26E4-4882-AF6E-CE2970C413E2}" destId="{F0F98BE4-8949-4B49-8455-22F8D3605694}" srcOrd="1" destOrd="0" presId="urn:microsoft.com/office/officeart/2005/8/layout/orgChart1"/>
    <dgm:cxn modelId="{E519BDBC-F45C-42C7-9E3F-EFBB7288A161}" type="presParOf" srcId="{F6C48FB2-4F65-473E-A99D-F49F74356815}" destId="{35C5DBFA-95CF-4538-BE30-884188A66A81}" srcOrd="1" destOrd="0" presId="urn:microsoft.com/office/officeart/2005/8/layout/orgChart1"/>
    <dgm:cxn modelId="{B3C5C4ED-5CB8-4E0C-AB9B-A6B4271EBEF8}" type="presParOf" srcId="{F6C48FB2-4F65-473E-A99D-F49F74356815}" destId="{CF2484ED-397D-482E-AA2C-878D66282FF7}" srcOrd="2" destOrd="0" presId="urn:microsoft.com/office/officeart/2005/8/layout/orgChart1"/>
    <dgm:cxn modelId="{EB03EAE3-B41E-4D4C-B541-BDDA83CF8CD0}" type="presParOf" srcId="{9E2E75E0-83B4-438D-B64D-84346CDEF77D}" destId="{86CCDE7C-D2F0-418F-B571-C70C52080562}" srcOrd="2" destOrd="0" presId="urn:microsoft.com/office/officeart/2005/8/layout/orgChart1"/>
    <dgm:cxn modelId="{3C8CCC3F-3968-403C-8967-902C407DE611}" type="presParOf" srcId="{9E2E75E0-83B4-438D-B64D-84346CDEF77D}" destId="{A7DA5730-FE3D-467E-B3AF-CFB6C03E0A5B}" srcOrd="3" destOrd="0" presId="urn:microsoft.com/office/officeart/2005/8/layout/orgChart1"/>
    <dgm:cxn modelId="{1C932A0A-D53C-4645-97AF-F6E2953904FD}" type="presParOf" srcId="{A7DA5730-FE3D-467E-B3AF-CFB6C03E0A5B}" destId="{E54FA362-B3E5-45E5-BDEC-A9050279A0D7}" srcOrd="0" destOrd="0" presId="urn:microsoft.com/office/officeart/2005/8/layout/orgChart1"/>
    <dgm:cxn modelId="{7CAEA7FE-BE7F-44E5-B6A6-2040A1A3F131}" type="presParOf" srcId="{E54FA362-B3E5-45E5-BDEC-A9050279A0D7}" destId="{0F961E4A-9583-4DDC-BE90-D8C54C0295AA}" srcOrd="0" destOrd="0" presId="urn:microsoft.com/office/officeart/2005/8/layout/orgChart1"/>
    <dgm:cxn modelId="{CE7DB328-6390-4718-B63A-C711B9463E71}" type="presParOf" srcId="{E54FA362-B3E5-45E5-BDEC-A9050279A0D7}" destId="{ECBCBB9C-C2A2-4C07-96FC-7D92CD937EAB}" srcOrd="1" destOrd="0" presId="urn:microsoft.com/office/officeart/2005/8/layout/orgChart1"/>
    <dgm:cxn modelId="{620852EB-C030-49C9-A33B-B81F7AA720D4}" type="presParOf" srcId="{A7DA5730-FE3D-467E-B3AF-CFB6C03E0A5B}" destId="{E87D6145-18D8-4071-BC37-42C420100AB8}" srcOrd="1" destOrd="0" presId="urn:microsoft.com/office/officeart/2005/8/layout/orgChart1"/>
    <dgm:cxn modelId="{6BAFA471-8C07-4E70-88E3-B3276C94685F}" type="presParOf" srcId="{A7DA5730-FE3D-467E-B3AF-CFB6C03E0A5B}" destId="{2941CB0D-B9D7-44A6-BFD9-EF86B301C9B6}" srcOrd="2" destOrd="0" presId="urn:microsoft.com/office/officeart/2005/8/layout/orgChart1"/>
    <dgm:cxn modelId="{B26F9395-8771-465D-9490-EFE74F198175}" type="presParOf" srcId="{E5689C14-D8E5-4433-8491-06AB16B93A99}" destId="{64C05BB3-A715-4BB9-A2E2-CBE5B3CC0849}" srcOrd="2" destOrd="0" presId="urn:microsoft.com/office/officeart/2005/8/layout/orgChart1"/>
    <dgm:cxn modelId="{C2EB3C05-BA8E-451F-AB52-3DCB9AAAF0F7}" type="presParOf" srcId="{B043F080-F1A6-45BE-8EDF-DC9FCF2503A2}" destId="{CB95909D-1A38-4FEA-B87E-4B0A9E1DE0BA}" srcOrd="1" destOrd="0" presId="urn:microsoft.com/office/officeart/2005/8/layout/orgChart1"/>
    <dgm:cxn modelId="{8A1EBAF2-0283-4B61-ACD9-4ADA8C4C5CDC}" type="presParOf" srcId="{CB95909D-1A38-4FEA-B87E-4B0A9E1DE0BA}" destId="{86909752-A3A1-46D6-8CC7-9A5ABD353A68}" srcOrd="0" destOrd="0" presId="urn:microsoft.com/office/officeart/2005/8/layout/orgChart1"/>
    <dgm:cxn modelId="{3207E2C6-5B02-4CF0-9C03-1447515F9896}" type="presParOf" srcId="{86909752-A3A1-46D6-8CC7-9A5ABD353A68}" destId="{D28A3C5F-53A2-4040-8AAD-BB5385B9505C}" srcOrd="0" destOrd="0" presId="urn:microsoft.com/office/officeart/2005/8/layout/orgChart1"/>
    <dgm:cxn modelId="{FC3F0DF4-2FE7-44D3-8DB9-D5EC302ED460}" type="presParOf" srcId="{86909752-A3A1-46D6-8CC7-9A5ABD353A68}" destId="{30422345-AEB2-490F-8FF3-73FC05A0F0F8}" srcOrd="1" destOrd="0" presId="urn:microsoft.com/office/officeart/2005/8/layout/orgChart1"/>
    <dgm:cxn modelId="{7CF9D09E-D1E9-4F4C-AEE2-EFC29B17CBD3}" type="presParOf" srcId="{CB95909D-1A38-4FEA-B87E-4B0A9E1DE0BA}" destId="{E2E16723-870C-4372-AAC9-0D839DF0E417}" srcOrd="1" destOrd="0" presId="urn:microsoft.com/office/officeart/2005/8/layout/orgChart1"/>
    <dgm:cxn modelId="{36B5DDB8-AAA2-4A2C-8D51-4E4FFB0643DA}" type="presParOf" srcId="{E2E16723-870C-4372-AAC9-0D839DF0E417}" destId="{B05E59F5-4486-477B-95FA-B8453BDD6295}" srcOrd="0" destOrd="0" presId="urn:microsoft.com/office/officeart/2005/8/layout/orgChart1"/>
    <dgm:cxn modelId="{FAAFA8FA-C5F9-4E46-887B-B6CCE3842E75}" type="presParOf" srcId="{E2E16723-870C-4372-AAC9-0D839DF0E417}" destId="{D4DB9114-C422-466A-9F0F-EE92A3BA459B}" srcOrd="1" destOrd="0" presId="urn:microsoft.com/office/officeart/2005/8/layout/orgChart1"/>
    <dgm:cxn modelId="{295E33D0-84C9-4634-86FB-BEB377AEDD60}" type="presParOf" srcId="{D4DB9114-C422-466A-9F0F-EE92A3BA459B}" destId="{D2EB44B4-AC2D-4244-9B33-E87854829B5B}" srcOrd="0" destOrd="0" presId="urn:microsoft.com/office/officeart/2005/8/layout/orgChart1"/>
    <dgm:cxn modelId="{BD963A4B-DE90-4C01-8B7E-4490521D5572}" type="presParOf" srcId="{D2EB44B4-AC2D-4244-9B33-E87854829B5B}" destId="{674DB767-870C-47A5-88DB-5F438395072B}" srcOrd="0" destOrd="0" presId="urn:microsoft.com/office/officeart/2005/8/layout/orgChart1"/>
    <dgm:cxn modelId="{04DB9067-0E93-4B0E-BFB3-0B66F74B3D7E}" type="presParOf" srcId="{D2EB44B4-AC2D-4244-9B33-E87854829B5B}" destId="{14F24180-78BC-49EC-9F11-2F5774358D9A}" srcOrd="1" destOrd="0" presId="urn:microsoft.com/office/officeart/2005/8/layout/orgChart1"/>
    <dgm:cxn modelId="{DC1AB483-C1A3-4157-969C-F65D3BE5CD50}" type="presParOf" srcId="{D4DB9114-C422-466A-9F0F-EE92A3BA459B}" destId="{A1C9DCDF-FEA7-4BE3-885A-1D8BCB1D825B}" srcOrd="1" destOrd="0" presId="urn:microsoft.com/office/officeart/2005/8/layout/orgChart1"/>
    <dgm:cxn modelId="{1EE58F83-C3F7-4917-82FC-3023A0BEA298}" type="presParOf" srcId="{D4DB9114-C422-466A-9F0F-EE92A3BA459B}" destId="{1E7F647F-0616-4707-9674-CA9CF5767332}" srcOrd="2" destOrd="0" presId="urn:microsoft.com/office/officeart/2005/8/layout/orgChart1"/>
    <dgm:cxn modelId="{70B8E18D-AD5B-46DE-9714-5BEC2778D95E}" type="presParOf" srcId="{E2E16723-870C-4372-AAC9-0D839DF0E417}" destId="{26A293DC-2348-489F-9602-9C42F171E63F}" srcOrd="2" destOrd="0" presId="urn:microsoft.com/office/officeart/2005/8/layout/orgChart1"/>
    <dgm:cxn modelId="{5ADD6DAE-8590-4D2C-A562-CEA206DA35AE}" type="presParOf" srcId="{E2E16723-870C-4372-AAC9-0D839DF0E417}" destId="{FA1ECFF8-CC6C-4C2E-9ACC-5C02247C3075}" srcOrd="3" destOrd="0" presId="urn:microsoft.com/office/officeart/2005/8/layout/orgChart1"/>
    <dgm:cxn modelId="{5DCF8715-5E81-4D23-928F-2DC41D034C6B}" type="presParOf" srcId="{FA1ECFF8-CC6C-4C2E-9ACC-5C02247C3075}" destId="{86DBBB22-C8EA-4CA6-812E-E7DE90450507}" srcOrd="0" destOrd="0" presId="urn:microsoft.com/office/officeart/2005/8/layout/orgChart1"/>
    <dgm:cxn modelId="{DA52F33F-9375-4930-B7B9-1FD856D1D657}" type="presParOf" srcId="{86DBBB22-C8EA-4CA6-812E-E7DE90450507}" destId="{DD10A616-A9BE-4108-B1E9-2E6A49C71ECA}" srcOrd="0" destOrd="0" presId="urn:microsoft.com/office/officeart/2005/8/layout/orgChart1"/>
    <dgm:cxn modelId="{3A09E440-F11A-4CFF-B266-194549BD8113}" type="presParOf" srcId="{86DBBB22-C8EA-4CA6-812E-E7DE90450507}" destId="{16DC8ABF-654C-46F7-87FB-9EE579D55E24}" srcOrd="1" destOrd="0" presId="urn:microsoft.com/office/officeart/2005/8/layout/orgChart1"/>
    <dgm:cxn modelId="{D4B3EE6E-DF22-4B93-82B6-87C2885C82CF}" type="presParOf" srcId="{FA1ECFF8-CC6C-4C2E-9ACC-5C02247C3075}" destId="{34FE5163-5CC8-4382-82ED-A02A4B5382ED}" srcOrd="1" destOrd="0" presId="urn:microsoft.com/office/officeart/2005/8/layout/orgChart1"/>
    <dgm:cxn modelId="{EA1AA25D-8530-4F5E-8526-A4CA2EA05521}" type="presParOf" srcId="{FA1ECFF8-CC6C-4C2E-9ACC-5C02247C3075}" destId="{518B1117-7C95-4F4B-BF56-F347C5EAA449}" srcOrd="2" destOrd="0" presId="urn:microsoft.com/office/officeart/2005/8/layout/orgChart1"/>
    <dgm:cxn modelId="{A4C298B8-7894-4BB6-A87E-C921BE9D7FCC}" type="presParOf" srcId="{CB95909D-1A38-4FEA-B87E-4B0A9E1DE0BA}" destId="{2EF80077-AC5A-4BBD-93FA-5BBEACDFDDE9}" srcOrd="2" destOrd="0" presId="urn:microsoft.com/office/officeart/2005/8/layout/orgChart1"/>
    <dgm:cxn modelId="{3029096D-CEA9-4974-BA79-211A14CDD072}" type="presParOf" srcId="{B043F080-F1A6-45BE-8EDF-DC9FCF2503A2}" destId="{2E7BE3F0-6F58-46C7-8BD6-70D3A8E7B268}" srcOrd="2" destOrd="0" presId="urn:microsoft.com/office/officeart/2005/8/layout/orgChart1"/>
    <dgm:cxn modelId="{7A25B30C-8C4A-455F-87B8-D5B38E36F05C}" type="presParOf" srcId="{2E7BE3F0-6F58-46C7-8BD6-70D3A8E7B268}" destId="{54A5A507-9D3D-4AEE-A3C8-B78FE356496D}" srcOrd="0" destOrd="0" presId="urn:microsoft.com/office/officeart/2005/8/layout/orgChart1"/>
    <dgm:cxn modelId="{3C8AAC56-8107-4DF6-9D37-A3BDCF860620}" type="presParOf" srcId="{54A5A507-9D3D-4AEE-A3C8-B78FE356496D}" destId="{7074F2A7-B477-4F9E-A58D-95E439CE5811}" srcOrd="0" destOrd="0" presId="urn:microsoft.com/office/officeart/2005/8/layout/orgChart1"/>
    <dgm:cxn modelId="{B2C70D6C-B683-4A41-847E-D595821EC6F0}" type="presParOf" srcId="{54A5A507-9D3D-4AEE-A3C8-B78FE356496D}" destId="{1766C5D0-5E80-4C1D-926D-DD3E5F919C7D}" srcOrd="1" destOrd="0" presId="urn:microsoft.com/office/officeart/2005/8/layout/orgChart1"/>
    <dgm:cxn modelId="{A199BF89-CC63-41D9-94D6-8976E2A55352}" type="presParOf" srcId="{2E7BE3F0-6F58-46C7-8BD6-70D3A8E7B268}" destId="{EF4A3C72-E028-48FC-AA57-2B9ED351C739}" srcOrd="1" destOrd="0" presId="urn:microsoft.com/office/officeart/2005/8/layout/orgChart1"/>
    <dgm:cxn modelId="{92CB6A3D-522E-4BCB-8A3B-FF4415CBE07D}" type="presParOf" srcId="{EF4A3C72-E028-48FC-AA57-2B9ED351C739}" destId="{63AA10CE-749B-412B-9C5F-E3E68CC8D929}" srcOrd="0" destOrd="0" presId="urn:microsoft.com/office/officeart/2005/8/layout/orgChart1"/>
    <dgm:cxn modelId="{2A092863-9A3B-4898-946E-29060947EDBB}" type="presParOf" srcId="{EF4A3C72-E028-48FC-AA57-2B9ED351C739}" destId="{F3407DAB-C4E4-42A7-876A-3BFED8F82FC7}" srcOrd="1" destOrd="0" presId="urn:microsoft.com/office/officeart/2005/8/layout/orgChart1"/>
    <dgm:cxn modelId="{0163899F-8E7C-470C-B9F9-515D9C9AC0D0}" type="presParOf" srcId="{F3407DAB-C4E4-42A7-876A-3BFED8F82FC7}" destId="{E7DA6225-D696-4463-A1D5-7EBD89C30748}" srcOrd="0" destOrd="0" presId="urn:microsoft.com/office/officeart/2005/8/layout/orgChart1"/>
    <dgm:cxn modelId="{BE95311C-05F3-4D7B-8AD3-5AADACF5F16E}" type="presParOf" srcId="{E7DA6225-D696-4463-A1D5-7EBD89C30748}" destId="{392BE293-FC2B-4178-84CD-08BA402A72E1}" srcOrd="0" destOrd="0" presId="urn:microsoft.com/office/officeart/2005/8/layout/orgChart1"/>
    <dgm:cxn modelId="{BE47041F-4751-4F74-B1B0-9F6BA139C693}" type="presParOf" srcId="{E7DA6225-D696-4463-A1D5-7EBD89C30748}" destId="{45902F66-4C8F-4BD6-8766-E1778CDEC9AF}" srcOrd="1" destOrd="0" presId="urn:microsoft.com/office/officeart/2005/8/layout/orgChart1"/>
    <dgm:cxn modelId="{F94979E4-664C-4E06-B980-761481816B1A}" type="presParOf" srcId="{F3407DAB-C4E4-42A7-876A-3BFED8F82FC7}" destId="{AEAE4666-89E6-4266-BBC2-5AC8DA84394B}" srcOrd="1" destOrd="0" presId="urn:microsoft.com/office/officeart/2005/8/layout/orgChart1"/>
    <dgm:cxn modelId="{18CB58B0-8EEA-468E-8B1C-559B05E861E7}" type="presParOf" srcId="{F3407DAB-C4E4-42A7-876A-3BFED8F82FC7}" destId="{54612CC2-4C43-43E8-94A3-AEA1F37AC55A}" srcOrd="2" destOrd="0" presId="urn:microsoft.com/office/officeart/2005/8/layout/orgChart1"/>
    <dgm:cxn modelId="{B666AE68-DBF3-4DA7-A499-C0E1253492F2}" type="presParOf" srcId="{EF4A3C72-E028-48FC-AA57-2B9ED351C739}" destId="{6FB7A6C2-DB36-41B6-83AC-AECBAA0CA958}" srcOrd="2" destOrd="0" presId="urn:microsoft.com/office/officeart/2005/8/layout/orgChart1"/>
    <dgm:cxn modelId="{CDC22C98-E1FD-4863-B56D-B55ACFCBB72A}" type="presParOf" srcId="{EF4A3C72-E028-48FC-AA57-2B9ED351C739}" destId="{44BB78B2-A2A2-4FFB-9737-D0D5C0EB6929}" srcOrd="3" destOrd="0" presId="urn:microsoft.com/office/officeart/2005/8/layout/orgChart1"/>
    <dgm:cxn modelId="{E806A3EB-5715-4275-AB45-2E872FA7A373}" type="presParOf" srcId="{44BB78B2-A2A2-4FFB-9737-D0D5C0EB6929}" destId="{DBF6C40E-2D3E-46F5-A8C6-68A45363AC92}" srcOrd="0" destOrd="0" presId="urn:microsoft.com/office/officeart/2005/8/layout/orgChart1"/>
    <dgm:cxn modelId="{7DA3C745-5B2C-4B65-83F0-E1EE1CD3D88C}" type="presParOf" srcId="{DBF6C40E-2D3E-46F5-A8C6-68A45363AC92}" destId="{024C823E-EC07-44B6-AD65-5CB3603B9105}" srcOrd="0" destOrd="0" presId="urn:microsoft.com/office/officeart/2005/8/layout/orgChart1"/>
    <dgm:cxn modelId="{A7E4E764-EDDC-436B-8094-2A1A47F638B7}" type="presParOf" srcId="{DBF6C40E-2D3E-46F5-A8C6-68A45363AC92}" destId="{5E8E4E2F-CE5D-4BB2-ADD5-3B2E7D0419D0}" srcOrd="1" destOrd="0" presId="urn:microsoft.com/office/officeart/2005/8/layout/orgChart1"/>
    <dgm:cxn modelId="{D8D8A291-E784-4C13-9468-DA8E230E7922}" type="presParOf" srcId="{44BB78B2-A2A2-4FFB-9737-D0D5C0EB6929}" destId="{9291C1FF-1F95-4134-9576-724D1AD06C90}" srcOrd="1" destOrd="0" presId="urn:microsoft.com/office/officeart/2005/8/layout/orgChart1"/>
    <dgm:cxn modelId="{937947BA-F85F-4A2F-BE22-75540DB8144B}" type="presParOf" srcId="{44BB78B2-A2A2-4FFB-9737-D0D5C0EB6929}" destId="{E6A0BE9A-A93B-4FE5-A033-F3C9DFB55F2B}" srcOrd="2" destOrd="0" presId="urn:microsoft.com/office/officeart/2005/8/layout/orgChart1"/>
    <dgm:cxn modelId="{93EB92F2-BECB-4F6F-B196-AA7A5D25955D}" type="presParOf" srcId="{2E7BE3F0-6F58-46C7-8BD6-70D3A8E7B268}" destId="{1F195987-CAED-49E7-B1BA-56BDCE268001}"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43EBF99E-D54F-4D2C-A285-243995C0A2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521759AD-7D0A-478C-AAAE-577D5841F504}">
      <dgm:prSet phldrT="[Testo]"/>
      <dgm:spPr>
        <a:solidFill>
          <a:schemeClr val="bg1"/>
        </a:solidFill>
      </dgm:spPr>
      <dgm:t>
        <a:bodyPr/>
        <a:lstStyle/>
        <a:p>
          <a:r>
            <a:rPr lang="en-US" noProof="0" dirty="0"/>
            <a:t>Management</a:t>
          </a:r>
        </a:p>
        <a:p>
          <a:r>
            <a:rPr lang="en-US" noProof="0" dirty="0"/>
            <a:t>Value </a:t>
          </a:r>
        </a:p>
      </dgm:t>
    </dgm:pt>
    <dgm:pt modelId="{3ADB9DA0-C1A5-4878-B6C4-13DE95514E60}" type="parTrans" cxnId="{EDEEB4D0-FE12-48B3-9B2C-D3CF2647ACE9}">
      <dgm:prSet/>
      <dgm:spPr>
        <a:solidFill>
          <a:schemeClr val="bg1"/>
        </a:solidFill>
      </dgm:spPr>
      <dgm:t>
        <a:bodyPr/>
        <a:lstStyle/>
        <a:p>
          <a:endParaRPr lang="en-US"/>
        </a:p>
      </dgm:t>
    </dgm:pt>
    <dgm:pt modelId="{ADFFA079-DEDE-44C3-A431-2A6A499ED36A}" type="sibTrans" cxnId="{EDEEB4D0-FE12-48B3-9B2C-D3CF2647ACE9}">
      <dgm:prSet/>
      <dgm:spPr/>
      <dgm:t>
        <a:bodyPr/>
        <a:lstStyle/>
        <a:p>
          <a:endParaRPr lang="en-US"/>
        </a:p>
      </dgm:t>
    </dgm:pt>
    <dgm:pt modelId="{6E646033-54E3-4AE8-83A5-F7EFD8310D86}">
      <dgm:prSet phldrT="[Testo]"/>
      <dgm:spPr>
        <a:solidFill>
          <a:schemeClr val="bg1"/>
        </a:solidFill>
      </dgm:spPr>
      <dgm:t>
        <a:bodyPr/>
        <a:lstStyle/>
        <a:p>
          <a:r>
            <a:rPr lang="en-US" noProof="0" dirty="0"/>
            <a:t>Social </a:t>
          </a:r>
        </a:p>
        <a:p>
          <a:r>
            <a:rPr lang="en-US" noProof="0" dirty="0"/>
            <a:t>Value </a:t>
          </a:r>
        </a:p>
      </dgm:t>
    </dgm:pt>
    <dgm:pt modelId="{91CC7CD7-4A85-4608-B88B-6B168A354CD4}" type="parTrans" cxnId="{7C845C28-A4E0-4FE9-A44B-2E4E09D415EB}">
      <dgm:prSet/>
      <dgm:spPr>
        <a:solidFill>
          <a:schemeClr val="bg1"/>
        </a:solidFill>
      </dgm:spPr>
      <dgm:t>
        <a:bodyPr/>
        <a:lstStyle/>
        <a:p>
          <a:endParaRPr lang="en-US"/>
        </a:p>
      </dgm:t>
    </dgm:pt>
    <dgm:pt modelId="{BEBFDEAB-4702-419C-8650-62040FCE9E73}" type="sibTrans" cxnId="{7C845C28-A4E0-4FE9-A44B-2E4E09D415EB}">
      <dgm:prSet/>
      <dgm:spPr/>
      <dgm:t>
        <a:bodyPr/>
        <a:lstStyle/>
        <a:p>
          <a:endParaRPr lang="en-US"/>
        </a:p>
      </dgm:t>
    </dgm:pt>
    <dgm:pt modelId="{0C0AAA80-C153-4DF1-8258-BD38372D7EE4}">
      <dgm:prSet phldrT="[Testo]"/>
      <dgm:spPr>
        <a:solidFill>
          <a:schemeClr val="bg1"/>
        </a:solidFill>
      </dgm:spPr>
      <dgm:t>
        <a:bodyPr/>
        <a:lstStyle/>
        <a:p>
          <a:r>
            <a:rPr lang="en-US" noProof="0" dirty="0"/>
            <a:t>Tangible </a:t>
          </a:r>
        </a:p>
      </dgm:t>
    </dgm:pt>
    <dgm:pt modelId="{ADF363BA-167D-4158-B0F3-1CEBD008EAD9}" type="parTrans" cxnId="{F5943BEA-B6BE-4C4D-A87C-3FE45C956DD8}">
      <dgm:prSet/>
      <dgm:spPr>
        <a:solidFill>
          <a:schemeClr val="bg1"/>
        </a:solidFill>
      </dgm:spPr>
      <dgm:t>
        <a:bodyPr/>
        <a:lstStyle/>
        <a:p>
          <a:endParaRPr lang="en-US"/>
        </a:p>
      </dgm:t>
    </dgm:pt>
    <dgm:pt modelId="{F021F3DC-A6F0-4854-A31D-0D8FFFE7614B}" type="sibTrans" cxnId="{F5943BEA-B6BE-4C4D-A87C-3FE45C956DD8}">
      <dgm:prSet/>
      <dgm:spPr/>
      <dgm:t>
        <a:bodyPr/>
        <a:lstStyle/>
        <a:p>
          <a:endParaRPr lang="en-US"/>
        </a:p>
      </dgm:t>
    </dgm:pt>
    <dgm:pt modelId="{C45EFF9B-ABDC-4E80-9D1C-4274C78C343E}">
      <dgm:prSet phldrT="[Testo]"/>
      <dgm:spPr>
        <a:solidFill>
          <a:schemeClr val="bg1"/>
        </a:solidFill>
      </dgm:spPr>
      <dgm:t>
        <a:bodyPr/>
        <a:lstStyle/>
        <a:p>
          <a:r>
            <a:rPr lang="en-US" noProof="0" dirty="0"/>
            <a:t>Intangible</a:t>
          </a:r>
        </a:p>
      </dgm:t>
    </dgm:pt>
    <dgm:pt modelId="{F9CF05BB-BB85-4E11-AE73-424A23488AC6}" type="parTrans" cxnId="{F697AF6F-8243-46E2-A2C8-4CC7A77DFA65}">
      <dgm:prSet/>
      <dgm:spPr>
        <a:solidFill>
          <a:schemeClr val="bg1"/>
        </a:solidFill>
      </dgm:spPr>
      <dgm:t>
        <a:bodyPr/>
        <a:lstStyle/>
        <a:p>
          <a:endParaRPr lang="en-US"/>
        </a:p>
      </dgm:t>
    </dgm:pt>
    <dgm:pt modelId="{AFF89AE8-1C44-48BD-9BB7-28046C835BB1}" type="sibTrans" cxnId="{F697AF6F-8243-46E2-A2C8-4CC7A77DFA65}">
      <dgm:prSet/>
      <dgm:spPr/>
      <dgm:t>
        <a:bodyPr/>
        <a:lstStyle/>
        <a:p>
          <a:endParaRPr lang="en-US"/>
        </a:p>
      </dgm:t>
    </dgm:pt>
    <dgm:pt modelId="{C7F54B02-C5B2-4BA4-8B09-296D0CB47FAB}">
      <dgm:prSet phldrT="[Testo]"/>
      <dgm:spPr>
        <a:solidFill>
          <a:schemeClr val="bg1"/>
        </a:solidFill>
      </dgm:spPr>
      <dgm:t>
        <a:bodyPr/>
        <a:lstStyle/>
        <a:p>
          <a:r>
            <a:rPr lang="en-US" noProof="0" dirty="0"/>
            <a:t>Cost saving </a:t>
          </a:r>
        </a:p>
      </dgm:t>
    </dgm:pt>
    <dgm:pt modelId="{3FB8E9D2-2EAB-49FE-8D15-A66F0A47C6E6}" type="parTrans" cxnId="{E0C1BE7C-70DA-44FF-83E6-F5C7E55A8E5C}">
      <dgm:prSet/>
      <dgm:spPr>
        <a:solidFill>
          <a:schemeClr val="bg1"/>
        </a:solidFill>
      </dgm:spPr>
      <dgm:t>
        <a:bodyPr/>
        <a:lstStyle/>
        <a:p>
          <a:endParaRPr lang="en-US"/>
        </a:p>
      </dgm:t>
    </dgm:pt>
    <dgm:pt modelId="{F7FE63CB-4FDB-47CB-80D2-BD9B79AB51C2}" type="sibTrans" cxnId="{E0C1BE7C-70DA-44FF-83E6-F5C7E55A8E5C}">
      <dgm:prSet/>
      <dgm:spPr/>
      <dgm:t>
        <a:bodyPr/>
        <a:lstStyle/>
        <a:p>
          <a:endParaRPr lang="en-US"/>
        </a:p>
      </dgm:t>
    </dgm:pt>
    <dgm:pt modelId="{9FF26249-9E1A-449B-8078-26256079C9AF}">
      <dgm:prSet phldrT="[Testo]"/>
      <dgm:spPr>
        <a:solidFill>
          <a:schemeClr val="bg1"/>
        </a:solidFill>
      </dgm:spPr>
      <dgm:t>
        <a:bodyPr/>
        <a:lstStyle/>
        <a:p>
          <a:r>
            <a:rPr lang="en-US" noProof="0" dirty="0"/>
            <a:t>Sales Increase</a:t>
          </a:r>
        </a:p>
      </dgm:t>
    </dgm:pt>
    <dgm:pt modelId="{AB1C04C4-ECDF-4B11-A3D7-BF178CFD44E1}" type="parTrans" cxnId="{B9099E99-1A35-4F2E-A21C-CEE99612D1D5}">
      <dgm:prSet/>
      <dgm:spPr>
        <a:solidFill>
          <a:schemeClr val="bg1"/>
        </a:solidFill>
      </dgm:spPr>
      <dgm:t>
        <a:bodyPr/>
        <a:lstStyle/>
        <a:p>
          <a:endParaRPr lang="en-US"/>
        </a:p>
      </dgm:t>
    </dgm:pt>
    <dgm:pt modelId="{D29F43C6-8489-4A29-AA6D-DB5CAA14D822}" type="sibTrans" cxnId="{B9099E99-1A35-4F2E-A21C-CEE99612D1D5}">
      <dgm:prSet/>
      <dgm:spPr/>
      <dgm:t>
        <a:bodyPr/>
        <a:lstStyle/>
        <a:p>
          <a:endParaRPr lang="en-US"/>
        </a:p>
      </dgm:t>
    </dgm:pt>
    <dgm:pt modelId="{17412C7C-1C6F-4006-A861-D4776FD3CBC5}">
      <dgm:prSet phldrT="[Testo]"/>
      <dgm:spPr>
        <a:solidFill>
          <a:schemeClr val="bg1"/>
        </a:solidFill>
      </dgm:spPr>
      <dgm:t>
        <a:bodyPr/>
        <a:lstStyle/>
        <a:p>
          <a:r>
            <a:rPr lang="en-US" noProof="0" dirty="0"/>
            <a:t>Image</a:t>
          </a:r>
        </a:p>
      </dgm:t>
    </dgm:pt>
    <dgm:pt modelId="{1237DEAE-D6B5-4140-9664-9DC3095AE2E3}" type="parTrans" cxnId="{CD6DB31F-990C-422C-BF39-17002CC64CF5}">
      <dgm:prSet/>
      <dgm:spPr>
        <a:solidFill>
          <a:schemeClr val="bg1"/>
        </a:solidFill>
      </dgm:spPr>
      <dgm:t>
        <a:bodyPr/>
        <a:lstStyle/>
        <a:p>
          <a:endParaRPr lang="en-US"/>
        </a:p>
      </dgm:t>
    </dgm:pt>
    <dgm:pt modelId="{4F275C0F-D819-4D06-909E-41D09B6E0D01}" type="sibTrans" cxnId="{CD6DB31F-990C-422C-BF39-17002CC64CF5}">
      <dgm:prSet/>
      <dgm:spPr/>
      <dgm:t>
        <a:bodyPr/>
        <a:lstStyle/>
        <a:p>
          <a:endParaRPr lang="en-US"/>
        </a:p>
      </dgm:t>
    </dgm:pt>
    <dgm:pt modelId="{5FD948A9-E9CE-44AC-A1BB-45A57885CEF2}">
      <dgm:prSet phldrT="[Testo]"/>
      <dgm:spPr>
        <a:solidFill>
          <a:schemeClr val="bg1"/>
        </a:solidFill>
      </dgm:spPr>
      <dgm:t>
        <a:bodyPr/>
        <a:lstStyle/>
        <a:p>
          <a:r>
            <a:rPr lang="en-US" noProof="0" dirty="0"/>
            <a:t>QoS</a:t>
          </a:r>
        </a:p>
      </dgm:t>
    </dgm:pt>
    <dgm:pt modelId="{963480DD-C7BE-4FFD-962C-80D6815A900A}" type="parTrans" cxnId="{9230E7F6-13D6-42F2-B924-2BE2793FA812}">
      <dgm:prSet/>
      <dgm:spPr>
        <a:solidFill>
          <a:schemeClr val="bg1"/>
        </a:solidFill>
      </dgm:spPr>
      <dgm:t>
        <a:bodyPr/>
        <a:lstStyle/>
        <a:p>
          <a:endParaRPr lang="en-US"/>
        </a:p>
      </dgm:t>
    </dgm:pt>
    <dgm:pt modelId="{5306D4EA-5584-4577-B862-54D7F80F6722}" type="sibTrans" cxnId="{9230E7F6-13D6-42F2-B924-2BE2793FA812}">
      <dgm:prSet/>
      <dgm:spPr/>
      <dgm:t>
        <a:bodyPr/>
        <a:lstStyle/>
        <a:p>
          <a:endParaRPr lang="en-US"/>
        </a:p>
      </dgm:t>
    </dgm:pt>
    <dgm:pt modelId="{AAE9FF5F-9397-4A10-B4FD-1F8DB1A2ED49}">
      <dgm:prSet phldrT="[Testo]"/>
      <dgm:spPr>
        <a:solidFill>
          <a:schemeClr val="bg1"/>
        </a:solidFill>
      </dgm:spPr>
      <dgm:t>
        <a:bodyPr/>
        <a:lstStyle/>
        <a:p>
          <a:r>
            <a:rPr lang="en-US" noProof="0" dirty="0"/>
            <a:t>Risk reduction</a:t>
          </a:r>
        </a:p>
      </dgm:t>
    </dgm:pt>
    <dgm:pt modelId="{CA66B8CE-6677-4E58-9B08-EBFBA436AB50}" type="parTrans" cxnId="{65B588CC-4480-489A-B186-E12674159EE8}">
      <dgm:prSet/>
      <dgm:spPr>
        <a:solidFill>
          <a:schemeClr val="bg1"/>
        </a:solidFill>
      </dgm:spPr>
      <dgm:t>
        <a:bodyPr/>
        <a:lstStyle/>
        <a:p>
          <a:endParaRPr lang="en-US"/>
        </a:p>
      </dgm:t>
    </dgm:pt>
    <dgm:pt modelId="{C2575406-471F-404B-8971-1D02C9F6A4C6}" type="sibTrans" cxnId="{65B588CC-4480-489A-B186-E12674159EE8}">
      <dgm:prSet/>
      <dgm:spPr/>
      <dgm:t>
        <a:bodyPr/>
        <a:lstStyle/>
        <a:p>
          <a:endParaRPr lang="en-US"/>
        </a:p>
      </dgm:t>
    </dgm:pt>
    <dgm:pt modelId="{3B151A79-0876-4485-A7B6-68E5539234A2}">
      <dgm:prSet phldrT="[Testo]"/>
      <dgm:spPr>
        <a:solidFill>
          <a:schemeClr val="bg1"/>
        </a:solidFill>
      </dgm:spPr>
      <dgm:t>
        <a:bodyPr/>
        <a:lstStyle/>
        <a:p>
          <a:r>
            <a:rPr lang="en-US" noProof="0" dirty="0"/>
            <a:t>Governance</a:t>
          </a:r>
        </a:p>
      </dgm:t>
    </dgm:pt>
    <dgm:pt modelId="{76A93D8B-03CC-4609-B607-F3112E1DA7B4}" type="parTrans" cxnId="{D7DA608A-84F6-4C1C-B53C-DE174D2F1311}">
      <dgm:prSet/>
      <dgm:spPr>
        <a:solidFill>
          <a:schemeClr val="bg1"/>
        </a:solidFill>
      </dgm:spPr>
      <dgm:t>
        <a:bodyPr/>
        <a:lstStyle/>
        <a:p>
          <a:endParaRPr lang="en-US"/>
        </a:p>
      </dgm:t>
    </dgm:pt>
    <dgm:pt modelId="{12254AA5-D4F0-4C9C-8D43-193E9571170D}" type="sibTrans" cxnId="{D7DA608A-84F6-4C1C-B53C-DE174D2F1311}">
      <dgm:prSet/>
      <dgm:spPr/>
      <dgm:t>
        <a:bodyPr/>
        <a:lstStyle/>
        <a:p>
          <a:endParaRPr lang="en-US"/>
        </a:p>
      </dgm:t>
    </dgm:pt>
    <dgm:pt modelId="{F5E956DD-F908-445A-BD35-C64B253BF870}">
      <dgm:prSet/>
      <dgm:spPr>
        <a:solidFill>
          <a:schemeClr val="bg1"/>
        </a:solidFill>
      </dgm:spPr>
      <dgm:t>
        <a:bodyPr/>
        <a:lstStyle/>
        <a:p>
          <a:r>
            <a:rPr lang="en-US" noProof="0" dirty="0"/>
            <a:t>Compliance </a:t>
          </a:r>
        </a:p>
      </dgm:t>
    </dgm:pt>
    <dgm:pt modelId="{6DD184D1-2A5A-48A3-910C-C5A26E0DA16B}" type="parTrans" cxnId="{7528AAA9-DA23-4232-8F9F-37C85E348D4A}">
      <dgm:prSet/>
      <dgm:spPr>
        <a:solidFill>
          <a:schemeClr val="bg1"/>
        </a:solidFill>
      </dgm:spPr>
      <dgm:t>
        <a:bodyPr/>
        <a:lstStyle/>
        <a:p>
          <a:endParaRPr lang="en-US"/>
        </a:p>
      </dgm:t>
    </dgm:pt>
    <dgm:pt modelId="{CDFE07BA-FEAC-441B-924A-1CDDB53552CA}" type="sibTrans" cxnId="{7528AAA9-DA23-4232-8F9F-37C85E348D4A}">
      <dgm:prSet/>
      <dgm:spPr/>
      <dgm:t>
        <a:bodyPr/>
        <a:lstStyle/>
        <a:p>
          <a:endParaRPr lang="en-US"/>
        </a:p>
      </dgm:t>
    </dgm:pt>
    <dgm:pt modelId="{49A1ECD9-B81E-4730-A99E-1840D7BE2CFF}">
      <dgm:prSet phldrT="[Testo]"/>
      <dgm:spPr>
        <a:solidFill>
          <a:schemeClr val="bg1"/>
        </a:solidFill>
      </dgm:spPr>
      <dgm:t>
        <a:bodyPr/>
        <a:lstStyle/>
        <a:p>
          <a:r>
            <a:rPr lang="en-US" noProof="0" dirty="0"/>
            <a:t>Social saving</a:t>
          </a:r>
        </a:p>
      </dgm:t>
    </dgm:pt>
    <dgm:pt modelId="{58A3C00D-EBAA-44E8-AD56-FA9633B6349E}" type="parTrans" cxnId="{19E2A756-B448-44A4-B5BD-E5FF8909E331}">
      <dgm:prSet/>
      <dgm:spPr>
        <a:solidFill>
          <a:schemeClr val="bg1"/>
        </a:solidFill>
      </dgm:spPr>
      <dgm:t>
        <a:bodyPr/>
        <a:lstStyle/>
        <a:p>
          <a:endParaRPr lang="en-US"/>
        </a:p>
      </dgm:t>
    </dgm:pt>
    <dgm:pt modelId="{EEE8AAC0-793B-48AE-A36B-F903092BBB2D}" type="sibTrans" cxnId="{19E2A756-B448-44A4-B5BD-E5FF8909E331}">
      <dgm:prSet/>
      <dgm:spPr/>
      <dgm:t>
        <a:bodyPr/>
        <a:lstStyle/>
        <a:p>
          <a:endParaRPr lang="en-US"/>
        </a:p>
      </dgm:t>
    </dgm:pt>
    <dgm:pt modelId="{6100595A-0256-405C-B381-7DDFB4502866}">
      <dgm:prSet phldrT="[Testo]"/>
      <dgm:spPr>
        <a:solidFill>
          <a:schemeClr val="bg1"/>
        </a:solidFill>
      </dgm:spPr>
      <dgm:t>
        <a:bodyPr/>
        <a:lstStyle/>
        <a:p>
          <a:r>
            <a:rPr lang="en-US" noProof="0" dirty="0"/>
            <a:t>Higher value </a:t>
          </a:r>
        </a:p>
      </dgm:t>
    </dgm:pt>
    <dgm:pt modelId="{4DDAE1E6-7540-4C52-A812-1D5FF6A06E6A}" type="parTrans" cxnId="{B7E396E8-064D-4628-B7B2-04396B943A9C}">
      <dgm:prSet/>
      <dgm:spPr>
        <a:solidFill>
          <a:schemeClr val="bg1"/>
        </a:solidFill>
      </dgm:spPr>
      <dgm:t>
        <a:bodyPr/>
        <a:lstStyle/>
        <a:p>
          <a:endParaRPr lang="en-US"/>
        </a:p>
      </dgm:t>
    </dgm:pt>
    <dgm:pt modelId="{1C55506E-6285-416B-BE5D-064BD6D69895}" type="sibTrans" cxnId="{B7E396E8-064D-4628-B7B2-04396B943A9C}">
      <dgm:prSet/>
      <dgm:spPr/>
      <dgm:t>
        <a:bodyPr/>
        <a:lstStyle/>
        <a:p>
          <a:endParaRPr lang="en-US"/>
        </a:p>
      </dgm:t>
    </dgm:pt>
    <dgm:pt modelId="{C0AB49B5-B1FC-43C1-B3C0-04C897BF1C60}">
      <dgm:prSet phldrT="[Testo]"/>
      <dgm:spPr>
        <a:solidFill>
          <a:schemeClr val="bg1"/>
        </a:solidFill>
      </dgm:spPr>
      <dgm:t>
        <a:bodyPr/>
        <a:lstStyle/>
        <a:p>
          <a:r>
            <a:rPr lang="en-US" noProof="0" dirty="0"/>
            <a:t>Tangible</a:t>
          </a:r>
        </a:p>
      </dgm:t>
    </dgm:pt>
    <dgm:pt modelId="{B64280EF-7773-4FE0-AC21-EDD9874D6ECA}" type="parTrans" cxnId="{00188F73-F4E7-4EB7-A1FE-5A7C6DB5BB56}">
      <dgm:prSet/>
      <dgm:spPr>
        <a:solidFill>
          <a:schemeClr val="bg1"/>
        </a:solidFill>
      </dgm:spPr>
      <dgm:t>
        <a:bodyPr/>
        <a:lstStyle/>
        <a:p>
          <a:endParaRPr lang="en-US"/>
        </a:p>
      </dgm:t>
    </dgm:pt>
    <dgm:pt modelId="{56B08122-263D-409B-B7BD-D04E53195B65}" type="sibTrans" cxnId="{00188F73-F4E7-4EB7-A1FE-5A7C6DB5BB56}">
      <dgm:prSet/>
      <dgm:spPr/>
      <dgm:t>
        <a:bodyPr/>
        <a:lstStyle/>
        <a:p>
          <a:endParaRPr lang="en-US"/>
        </a:p>
      </dgm:t>
    </dgm:pt>
    <dgm:pt modelId="{97E4C4B8-15E1-46A5-A85C-235EB9C443F3}">
      <dgm:prSet phldrT="[Testo]"/>
      <dgm:spPr>
        <a:solidFill>
          <a:schemeClr val="bg1"/>
        </a:solidFill>
      </dgm:spPr>
      <dgm:t>
        <a:bodyPr/>
        <a:lstStyle/>
        <a:p>
          <a:r>
            <a:rPr lang="en-US" noProof="0" dirty="0"/>
            <a:t>Intangible</a:t>
          </a:r>
        </a:p>
      </dgm:t>
    </dgm:pt>
    <dgm:pt modelId="{7FE8C46A-7511-4EDA-9BC3-6C06BF5D535D}" type="parTrans" cxnId="{F53E4847-49DA-41BB-9F4C-79EA50CEDE49}">
      <dgm:prSet/>
      <dgm:spPr>
        <a:solidFill>
          <a:schemeClr val="bg1"/>
        </a:solidFill>
      </dgm:spPr>
      <dgm:t>
        <a:bodyPr/>
        <a:lstStyle/>
        <a:p>
          <a:endParaRPr lang="en-US"/>
        </a:p>
      </dgm:t>
    </dgm:pt>
    <dgm:pt modelId="{631397CF-8F43-416D-A143-8B58D5343B2F}" type="sibTrans" cxnId="{F53E4847-49DA-41BB-9F4C-79EA50CEDE49}">
      <dgm:prSet/>
      <dgm:spPr/>
      <dgm:t>
        <a:bodyPr/>
        <a:lstStyle/>
        <a:p>
          <a:endParaRPr lang="en-US"/>
        </a:p>
      </dgm:t>
    </dgm:pt>
    <dgm:pt modelId="{5F28B028-86EE-43FF-A2B9-B2955B52F1BB}">
      <dgm:prSet phldrT="[Testo]"/>
      <dgm:spPr>
        <a:solidFill>
          <a:schemeClr val="bg1"/>
        </a:solidFill>
      </dgm:spPr>
      <dgm:t>
        <a:bodyPr/>
        <a:lstStyle/>
        <a:p>
          <a:r>
            <a:rPr lang="en-US" noProof="0" dirty="0"/>
            <a:t>QOS</a:t>
          </a:r>
        </a:p>
      </dgm:t>
    </dgm:pt>
    <dgm:pt modelId="{2A3E1995-B58F-4A70-97CF-190AD5D1F8FE}" type="parTrans" cxnId="{5878D5A3-2CD1-4CA9-A07A-F01F3F793DB1}">
      <dgm:prSet/>
      <dgm:spPr>
        <a:solidFill>
          <a:schemeClr val="bg1"/>
        </a:solidFill>
      </dgm:spPr>
      <dgm:t>
        <a:bodyPr/>
        <a:lstStyle/>
        <a:p>
          <a:endParaRPr lang="en-US"/>
        </a:p>
      </dgm:t>
    </dgm:pt>
    <dgm:pt modelId="{4C69F39A-7B9A-4FB5-B1F0-2075F1FB55CE}" type="sibTrans" cxnId="{5878D5A3-2CD1-4CA9-A07A-F01F3F793DB1}">
      <dgm:prSet/>
      <dgm:spPr/>
      <dgm:t>
        <a:bodyPr/>
        <a:lstStyle/>
        <a:p>
          <a:endParaRPr lang="en-US"/>
        </a:p>
      </dgm:t>
    </dgm:pt>
    <dgm:pt modelId="{6CDEDF30-B4A4-4A1C-9991-6899404F5FEA}">
      <dgm:prSet phldrT="[Testo]"/>
      <dgm:spPr>
        <a:solidFill>
          <a:schemeClr val="bg1"/>
        </a:solidFill>
      </dgm:spPr>
      <dgm:t>
        <a:bodyPr/>
        <a:lstStyle/>
        <a:p>
          <a:r>
            <a:rPr lang="en-US" noProof="0" dirty="0"/>
            <a:t>KPI</a:t>
          </a:r>
        </a:p>
      </dgm:t>
    </dgm:pt>
    <dgm:pt modelId="{41AA5D28-1F34-4E5D-9774-0DD63B9855B8}" type="parTrans" cxnId="{B710A4CC-2A6C-4F11-896D-628C0C8D403B}">
      <dgm:prSet/>
      <dgm:spPr>
        <a:solidFill>
          <a:schemeClr val="bg1"/>
        </a:solidFill>
      </dgm:spPr>
      <dgm:t>
        <a:bodyPr/>
        <a:lstStyle/>
        <a:p>
          <a:endParaRPr lang="en-US"/>
        </a:p>
      </dgm:t>
    </dgm:pt>
    <dgm:pt modelId="{AA25B895-E5B4-4901-A866-5DE0CAE6E84E}" type="sibTrans" cxnId="{B710A4CC-2A6C-4F11-896D-628C0C8D403B}">
      <dgm:prSet/>
      <dgm:spPr/>
      <dgm:t>
        <a:bodyPr/>
        <a:lstStyle/>
        <a:p>
          <a:endParaRPr lang="en-US"/>
        </a:p>
      </dgm:t>
    </dgm:pt>
    <dgm:pt modelId="{C2B3D71C-8E94-442E-8B38-4395DD2E6D4B}">
      <dgm:prSet phldrT="[Testo]"/>
      <dgm:spPr>
        <a:solidFill>
          <a:schemeClr val="bg1"/>
        </a:solidFill>
      </dgm:spPr>
      <dgm:t>
        <a:bodyPr/>
        <a:lstStyle/>
        <a:p>
          <a:r>
            <a:rPr lang="en-US" noProof="0" dirty="0"/>
            <a:t>Benefits </a:t>
          </a:r>
        </a:p>
      </dgm:t>
    </dgm:pt>
    <dgm:pt modelId="{CF6A2E6A-0DAA-44B0-B465-E039FD2717EB}" type="sibTrans" cxnId="{5B3948E9-5E35-45CE-98AA-85068C480571}">
      <dgm:prSet/>
      <dgm:spPr/>
      <dgm:t>
        <a:bodyPr/>
        <a:lstStyle/>
        <a:p>
          <a:endParaRPr lang="en-US"/>
        </a:p>
      </dgm:t>
    </dgm:pt>
    <dgm:pt modelId="{A8BF1C1F-299C-4AC4-BB61-10BE31D4A111}" type="parTrans" cxnId="{5B3948E9-5E35-45CE-98AA-85068C480571}">
      <dgm:prSet/>
      <dgm:spPr/>
      <dgm:t>
        <a:bodyPr/>
        <a:lstStyle/>
        <a:p>
          <a:endParaRPr lang="en-US"/>
        </a:p>
      </dgm:t>
    </dgm:pt>
    <dgm:pt modelId="{CBE3FA3A-D471-4723-BD90-45A9D5958A7B}" type="pres">
      <dgm:prSet presAssocID="{43EBF99E-D54F-4D2C-A285-243995C0A2B3}" presName="hierChild1" presStyleCnt="0">
        <dgm:presLayoutVars>
          <dgm:orgChart val="1"/>
          <dgm:chPref val="1"/>
          <dgm:dir/>
          <dgm:animOne val="branch"/>
          <dgm:animLvl val="lvl"/>
          <dgm:resizeHandles/>
        </dgm:presLayoutVars>
      </dgm:prSet>
      <dgm:spPr/>
    </dgm:pt>
    <dgm:pt modelId="{CF705DFB-6347-442D-9A20-F02D1F6A073B}" type="pres">
      <dgm:prSet presAssocID="{C2B3D71C-8E94-442E-8B38-4395DD2E6D4B}" presName="hierRoot1" presStyleCnt="0">
        <dgm:presLayoutVars>
          <dgm:hierBranch val="init"/>
        </dgm:presLayoutVars>
      </dgm:prSet>
      <dgm:spPr/>
    </dgm:pt>
    <dgm:pt modelId="{A0B72470-B90A-475F-B87B-BE3BB401E599}" type="pres">
      <dgm:prSet presAssocID="{C2B3D71C-8E94-442E-8B38-4395DD2E6D4B}" presName="rootComposite1" presStyleCnt="0"/>
      <dgm:spPr/>
    </dgm:pt>
    <dgm:pt modelId="{CA5D34F9-857D-4EE7-95DC-4FD85A870C18}" type="pres">
      <dgm:prSet presAssocID="{C2B3D71C-8E94-442E-8B38-4395DD2E6D4B}" presName="rootText1" presStyleLbl="node0" presStyleIdx="0" presStyleCnt="1">
        <dgm:presLayoutVars>
          <dgm:chPref val="3"/>
        </dgm:presLayoutVars>
      </dgm:prSet>
      <dgm:spPr/>
    </dgm:pt>
    <dgm:pt modelId="{CC02797E-E0BD-42BF-B33F-438E1511121B}" type="pres">
      <dgm:prSet presAssocID="{C2B3D71C-8E94-442E-8B38-4395DD2E6D4B}" presName="rootConnector1" presStyleLbl="node1" presStyleIdx="0" presStyleCnt="0"/>
      <dgm:spPr/>
    </dgm:pt>
    <dgm:pt modelId="{E35A2A3B-F150-46BC-9FAF-3F40B1D9BC0A}" type="pres">
      <dgm:prSet presAssocID="{C2B3D71C-8E94-442E-8B38-4395DD2E6D4B}" presName="hierChild2" presStyleCnt="0"/>
      <dgm:spPr/>
    </dgm:pt>
    <dgm:pt modelId="{CEA40371-F92B-4F0A-B920-DB8461A57E86}" type="pres">
      <dgm:prSet presAssocID="{3ADB9DA0-C1A5-4878-B6C4-13DE95514E60}" presName="Name37" presStyleLbl="parChTrans1D2" presStyleIdx="0" presStyleCnt="2"/>
      <dgm:spPr/>
    </dgm:pt>
    <dgm:pt modelId="{A54D3ACC-461F-4DB2-9D48-238A2B3E4A92}" type="pres">
      <dgm:prSet presAssocID="{521759AD-7D0A-478C-AAAE-577D5841F504}" presName="hierRoot2" presStyleCnt="0">
        <dgm:presLayoutVars>
          <dgm:hierBranch val="init"/>
        </dgm:presLayoutVars>
      </dgm:prSet>
      <dgm:spPr/>
    </dgm:pt>
    <dgm:pt modelId="{944BD145-2C0B-4F25-A211-9599166372F3}" type="pres">
      <dgm:prSet presAssocID="{521759AD-7D0A-478C-AAAE-577D5841F504}" presName="rootComposite" presStyleCnt="0"/>
      <dgm:spPr/>
    </dgm:pt>
    <dgm:pt modelId="{BF89C0B5-8747-40E9-A445-48A5A3085152}" type="pres">
      <dgm:prSet presAssocID="{521759AD-7D0A-478C-AAAE-577D5841F504}" presName="rootText" presStyleLbl="node2" presStyleIdx="0" presStyleCnt="2" custLinFactNeighborY="-8817">
        <dgm:presLayoutVars>
          <dgm:chPref val="3"/>
        </dgm:presLayoutVars>
      </dgm:prSet>
      <dgm:spPr/>
    </dgm:pt>
    <dgm:pt modelId="{12E60E7E-A76C-4BA7-958C-CBCCD9F19C35}" type="pres">
      <dgm:prSet presAssocID="{521759AD-7D0A-478C-AAAE-577D5841F504}" presName="rootConnector" presStyleLbl="node2" presStyleIdx="0" presStyleCnt="2"/>
      <dgm:spPr/>
    </dgm:pt>
    <dgm:pt modelId="{12E0C57F-97A1-4479-ADE9-99181FB0FDAB}" type="pres">
      <dgm:prSet presAssocID="{521759AD-7D0A-478C-AAAE-577D5841F504}" presName="hierChild4" presStyleCnt="0"/>
      <dgm:spPr/>
    </dgm:pt>
    <dgm:pt modelId="{CF2E5BA6-E1A7-4437-A8CA-9DA7507706C0}" type="pres">
      <dgm:prSet presAssocID="{ADF363BA-167D-4158-B0F3-1CEBD008EAD9}" presName="Name37" presStyleLbl="parChTrans1D3" presStyleIdx="0" presStyleCnt="4"/>
      <dgm:spPr/>
    </dgm:pt>
    <dgm:pt modelId="{C84C913D-F1F6-4CF1-96BC-ED08B850148B}" type="pres">
      <dgm:prSet presAssocID="{0C0AAA80-C153-4DF1-8258-BD38372D7EE4}" presName="hierRoot2" presStyleCnt="0">
        <dgm:presLayoutVars>
          <dgm:hierBranch val="init"/>
        </dgm:presLayoutVars>
      </dgm:prSet>
      <dgm:spPr/>
    </dgm:pt>
    <dgm:pt modelId="{08D63FF6-C52C-4E89-8465-404D3054D9F1}" type="pres">
      <dgm:prSet presAssocID="{0C0AAA80-C153-4DF1-8258-BD38372D7EE4}" presName="rootComposite" presStyleCnt="0"/>
      <dgm:spPr/>
    </dgm:pt>
    <dgm:pt modelId="{FE7CC064-5E80-413F-83A8-7CA77419E368}" type="pres">
      <dgm:prSet presAssocID="{0C0AAA80-C153-4DF1-8258-BD38372D7EE4}" presName="rootText" presStyleLbl="node3" presStyleIdx="0" presStyleCnt="4" custLinFactNeighborY="-8817">
        <dgm:presLayoutVars>
          <dgm:chPref val="3"/>
        </dgm:presLayoutVars>
      </dgm:prSet>
      <dgm:spPr/>
    </dgm:pt>
    <dgm:pt modelId="{24507879-A6E2-4262-8192-214CF0CC89FE}" type="pres">
      <dgm:prSet presAssocID="{0C0AAA80-C153-4DF1-8258-BD38372D7EE4}" presName="rootConnector" presStyleLbl="node3" presStyleIdx="0" presStyleCnt="4"/>
      <dgm:spPr/>
    </dgm:pt>
    <dgm:pt modelId="{E3566AF7-210A-49B2-B3D3-0068C19A8472}" type="pres">
      <dgm:prSet presAssocID="{0C0AAA80-C153-4DF1-8258-BD38372D7EE4}" presName="hierChild4" presStyleCnt="0"/>
      <dgm:spPr/>
    </dgm:pt>
    <dgm:pt modelId="{7D0080CD-E10C-4A25-B0C6-9ADC80794D89}" type="pres">
      <dgm:prSet presAssocID="{3FB8E9D2-2EAB-49FE-8D15-A66F0A47C6E6}" presName="Name37" presStyleLbl="parChTrans1D4" presStyleIdx="0" presStyleCnt="11"/>
      <dgm:spPr/>
    </dgm:pt>
    <dgm:pt modelId="{EEDA518A-90CB-40CD-A12D-66E3D4F8CB09}" type="pres">
      <dgm:prSet presAssocID="{C7F54B02-C5B2-4BA4-8B09-296D0CB47FAB}" presName="hierRoot2" presStyleCnt="0">
        <dgm:presLayoutVars>
          <dgm:hierBranch val="init"/>
        </dgm:presLayoutVars>
      </dgm:prSet>
      <dgm:spPr/>
    </dgm:pt>
    <dgm:pt modelId="{6F78B6CB-29BD-4E6E-B8F8-B55B02893198}" type="pres">
      <dgm:prSet presAssocID="{C7F54B02-C5B2-4BA4-8B09-296D0CB47FAB}" presName="rootComposite" presStyleCnt="0"/>
      <dgm:spPr/>
    </dgm:pt>
    <dgm:pt modelId="{18352E14-DB19-420D-850C-54566AC1A26B}" type="pres">
      <dgm:prSet presAssocID="{C7F54B02-C5B2-4BA4-8B09-296D0CB47FAB}" presName="rootText" presStyleLbl="node4" presStyleIdx="0" presStyleCnt="11" custLinFactNeighborY="-8817">
        <dgm:presLayoutVars>
          <dgm:chPref val="3"/>
        </dgm:presLayoutVars>
      </dgm:prSet>
      <dgm:spPr/>
    </dgm:pt>
    <dgm:pt modelId="{4628A8EF-F09C-4A11-99A1-8C279DECDBBB}" type="pres">
      <dgm:prSet presAssocID="{C7F54B02-C5B2-4BA4-8B09-296D0CB47FAB}" presName="rootConnector" presStyleLbl="node4" presStyleIdx="0" presStyleCnt="11"/>
      <dgm:spPr/>
    </dgm:pt>
    <dgm:pt modelId="{12CBFA7A-A5F1-47E1-96BB-E1BB64107289}" type="pres">
      <dgm:prSet presAssocID="{C7F54B02-C5B2-4BA4-8B09-296D0CB47FAB}" presName="hierChild4" presStyleCnt="0"/>
      <dgm:spPr/>
    </dgm:pt>
    <dgm:pt modelId="{7E4716BB-4F94-4312-9D47-7F7F6CEF5D80}" type="pres">
      <dgm:prSet presAssocID="{C7F54B02-C5B2-4BA4-8B09-296D0CB47FAB}" presName="hierChild5" presStyleCnt="0"/>
      <dgm:spPr/>
    </dgm:pt>
    <dgm:pt modelId="{07AF48FB-BF8C-4121-8B93-5F083E823D43}" type="pres">
      <dgm:prSet presAssocID="{AB1C04C4-ECDF-4B11-A3D7-BF178CFD44E1}" presName="Name37" presStyleLbl="parChTrans1D4" presStyleIdx="1" presStyleCnt="11"/>
      <dgm:spPr/>
    </dgm:pt>
    <dgm:pt modelId="{7E09C0B9-5A45-44C5-B11F-9E51377BAF53}" type="pres">
      <dgm:prSet presAssocID="{9FF26249-9E1A-449B-8078-26256079C9AF}" presName="hierRoot2" presStyleCnt="0">
        <dgm:presLayoutVars>
          <dgm:hierBranch val="init"/>
        </dgm:presLayoutVars>
      </dgm:prSet>
      <dgm:spPr/>
    </dgm:pt>
    <dgm:pt modelId="{AD310293-3E92-4A80-9F2B-9F1F1D1F1CA3}" type="pres">
      <dgm:prSet presAssocID="{9FF26249-9E1A-449B-8078-26256079C9AF}" presName="rootComposite" presStyleCnt="0"/>
      <dgm:spPr/>
    </dgm:pt>
    <dgm:pt modelId="{8B5FCCF1-7DB8-49E7-8F95-CEC79D834216}" type="pres">
      <dgm:prSet presAssocID="{9FF26249-9E1A-449B-8078-26256079C9AF}" presName="rootText" presStyleLbl="node4" presStyleIdx="1" presStyleCnt="11" custLinFactNeighborY="-8817">
        <dgm:presLayoutVars>
          <dgm:chPref val="3"/>
        </dgm:presLayoutVars>
      </dgm:prSet>
      <dgm:spPr/>
    </dgm:pt>
    <dgm:pt modelId="{3648A127-3599-4F54-8142-96A630927F3D}" type="pres">
      <dgm:prSet presAssocID="{9FF26249-9E1A-449B-8078-26256079C9AF}" presName="rootConnector" presStyleLbl="node4" presStyleIdx="1" presStyleCnt="11"/>
      <dgm:spPr/>
    </dgm:pt>
    <dgm:pt modelId="{D8049313-F096-4EE1-8225-45795BC6C83B}" type="pres">
      <dgm:prSet presAssocID="{9FF26249-9E1A-449B-8078-26256079C9AF}" presName="hierChild4" presStyleCnt="0"/>
      <dgm:spPr/>
    </dgm:pt>
    <dgm:pt modelId="{EA19CDA1-5BF8-46DE-8536-F2CA4D01177C}" type="pres">
      <dgm:prSet presAssocID="{9FF26249-9E1A-449B-8078-26256079C9AF}" presName="hierChild5" presStyleCnt="0"/>
      <dgm:spPr/>
    </dgm:pt>
    <dgm:pt modelId="{CF422838-19C1-4455-B220-FA0D4EE7A852}" type="pres">
      <dgm:prSet presAssocID="{0C0AAA80-C153-4DF1-8258-BD38372D7EE4}" presName="hierChild5" presStyleCnt="0"/>
      <dgm:spPr/>
    </dgm:pt>
    <dgm:pt modelId="{486A3C42-25AD-4419-B6F2-DB5D494DB654}" type="pres">
      <dgm:prSet presAssocID="{F9CF05BB-BB85-4E11-AE73-424A23488AC6}" presName="Name37" presStyleLbl="parChTrans1D3" presStyleIdx="1" presStyleCnt="4"/>
      <dgm:spPr/>
    </dgm:pt>
    <dgm:pt modelId="{7C78191F-151B-44EC-865E-A4B02304E2D1}" type="pres">
      <dgm:prSet presAssocID="{C45EFF9B-ABDC-4E80-9D1C-4274C78C343E}" presName="hierRoot2" presStyleCnt="0">
        <dgm:presLayoutVars>
          <dgm:hierBranch val="hang"/>
        </dgm:presLayoutVars>
      </dgm:prSet>
      <dgm:spPr/>
    </dgm:pt>
    <dgm:pt modelId="{F2E98745-2472-46D6-8E50-9C9A47CEC89B}" type="pres">
      <dgm:prSet presAssocID="{C45EFF9B-ABDC-4E80-9D1C-4274C78C343E}" presName="rootComposite" presStyleCnt="0"/>
      <dgm:spPr/>
    </dgm:pt>
    <dgm:pt modelId="{A74447A1-944A-481C-BA6D-62343284CB66}" type="pres">
      <dgm:prSet presAssocID="{C45EFF9B-ABDC-4E80-9D1C-4274C78C343E}" presName="rootText" presStyleLbl="node3" presStyleIdx="1" presStyleCnt="4">
        <dgm:presLayoutVars>
          <dgm:chPref val="3"/>
        </dgm:presLayoutVars>
      </dgm:prSet>
      <dgm:spPr/>
    </dgm:pt>
    <dgm:pt modelId="{41C50B93-F975-4D2C-8EBB-8020067AD3E1}" type="pres">
      <dgm:prSet presAssocID="{C45EFF9B-ABDC-4E80-9D1C-4274C78C343E}" presName="rootConnector" presStyleLbl="node3" presStyleIdx="1" presStyleCnt="4"/>
      <dgm:spPr/>
    </dgm:pt>
    <dgm:pt modelId="{07D18234-CE05-4C99-92E3-4DFBF9BAFF85}" type="pres">
      <dgm:prSet presAssocID="{C45EFF9B-ABDC-4E80-9D1C-4274C78C343E}" presName="hierChild4" presStyleCnt="0"/>
      <dgm:spPr/>
    </dgm:pt>
    <dgm:pt modelId="{3C2FAB16-1564-4EE9-858E-739904B895F3}" type="pres">
      <dgm:prSet presAssocID="{1237DEAE-D6B5-4140-9664-9DC3095AE2E3}" presName="Name48" presStyleLbl="parChTrans1D4" presStyleIdx="2" presStyleCnt="11"/>
      <dgm:spPr/>
    </dgm:pt>
    <dgm:pt modelId="{4E08A5F2-5CD0-4BA6-BD7C-12CBD17CBA24}" type="pres">
      <dgm:prSet presAssocID="{17412C7C-1C6F-4006-A861-D4776FD3CBC5}" presName="hierRoot2" presStyleCnt="0">
        <dgm:presLayoutVars>
          <dgm:hierBranch val="init"/>
        </dgm:presLayoutVars>
      </dgm:prSet>
      <dgm:spPr/>
    </dgm:pt>
    <dgm:pt modelId="{0A904C39-8F13-4FE8-8C0B-697D9C1F493F}" type="pres">
      <dgm:prSet presAssocID="{17412C7C-1C6F-4006-A861-D4776FD3CBC5}" presName="rootComposite" presStyleCnt="0"/>
      <dgm:spPr/>
    </dgm:pt>
    <dgm:pt modelId="{5ED406CE-AAFC-4153-93B2-1A968BDF38D1}" type="pres">
      <dgm:prSet presAssocID="{17412C7C-1C6F-4006-A861-D4776FD3CBC5}" presName="rootText" presStyleLbl="node4" presStyleIdx="2" presStyleCnt="11">
        <dgm:presLayoutVars>
          <dgm:chPref val="3"/>
        </dgm:presLayoutVars>
      </dgm:prSet>
      <dgm:spPr/>
    </dgm:pt>
    <dgm:pt modelId="{10AE62A3-989E-4656-8734-F5E83241D74E}" type="pres">
      <dgm:prSet presAssocID="{17412C7C-1C6F-4006-A861-D4776FD3CBC5}" presName="rootConnector" presStyleLbl="node4" presStyleIdx="2" presStyleCnt="11"/>
      <dgm:spPr/>
    </dgm:pt>
    <dgm:pt modelId="{22EB77E5-D527-48CE-9CFC-BD3DA2E1023A}" type="pres">
      <dgm:prSet presAssocID="{17412C7C-1C6F-4006-A861-D4776FD3CBC5}" presName="hierChild4" presStyleCnt="0"/>
      <dgm:spPr/>
    </dgm:pt>
    <dgm:pt modelId="{3CB8BAFB-E5E8-4B31-8FC8-A9442A792204}" type="pres">
      <dgm:prSet presAssocID="{17412C7C-1C6F-4006-A861-D4776FD3CBC5}" presName="hierChild5" presStyleCnt="0"/>
      <dgm:spPr/>
    </dgm:pt>
    <dgm:pt modelId="{731507F5-B168-4C7E-8148-214D2648208F}" type="pres">
      <dgm:prSet presAssocID="{963480DD-C7BE-4FFD-962C-80D6815A900A}" presName="Name48" presStyleLbl="parChTrans1D4" presStyleIdx="3" presStyleCnt="11"/>
      <dgm:spPr/>
    </dgm:pt>
    <dgm:pt modelId="{C383DD93-2B35-4DBB-8F9C-5AFCB0DFC35F}" type="pres">
      <dgm:prSet presAssocID="{5FD948A9-E9CE-44AC-A1BB-45A57885CEF2}" presName="hierRoot2" presStyleCnt="0">
        <dgm:presLayoutVars>
          <dgm:hierBranch val="init"/>
        </dgm:presLayoutVars>
      </dgm:prSet>
      <dgm:spPr/>
    </dgm:pt>
    <dgm:pt modelId="{A74F36BF-901D-4BF8-B0F0-E5186DD6F12A}" type="pres">
      <dgm:prSet presAssocID="{5FD948A9-E9CE-44AC-A1BB-45A57885CEF2}" presName="rootComposite" presStyleCnt="0"/>
      <dgm:spPr/>
    </dgm:pt>
    <dgm:pt modelId="{9A7E9305-2976-44EB-80F2-D54120A8D440}" type="pres">
      <dgm:prSet presAssocID="{5FD948A9-E9CE-44AC-A1BB-45A57885CEF2}" presName="rootText" presStyleLbl="node4" presStyleIdx="3" presStyleCnt="11">
        <dgm:presLayoutVars>
          <dgm:chPref val="3"/>
        </dgm:presLayoutVars>
      </dgm:prSet>
      <dgm:spPr/>
    </dgm:pt>
    <dgm:pt modelId="{1EE9ED64-01B2-4710-B955-6A66FD6C9F3C}" type="pres">
      <dgm:prSet presAssocID="{5FD948A9-E9CE-44AC-A1BB-45A57885CEF2}" presName="rootConnector" presStyleLbl="node4" presStyleIdx="3" presStyleCnt="11"/>
      <dgm:spPr/>
    </dgm:pt>
    <dgm:pt modelId="{17B02F06-711C-4D78-BF0B-99C2F45C0712}" type="pres">
      <dgm:prSet presAssocID="{5FD948A9-E9CE-44AC-A1BB-45A57885CEF2}" presName="hierChild4" presStyleCnt="0"/>
      <dgm:spPr/>
    </dgm:pt>
    <dgm:pt modelId="{B576070C-823C-45FF-BD97-9FF4FFCD560D}" type="pres">
      <dgm:prSet presAssocID="{5FD948A9-E9CE-44AC-A1BB-45A57885CEF2}" presName="hierChild5" presStyleCnt="0"/>
      <dgm:spPr/>
    </dgm:pt>
    <dgm:pt modelId="{01B2E631-E2E2-41B5-A56C-DC49E64D5751}" type="pres">
      <dgm:prSet presAssocID="{CA66B8CE-6677-4E58-9B08-EBFBA436AB50}" presName="Name48" presStyleLbl="parChTrans1D4" presStyleIdx="4" presStyleCnt="11"/>
      <dgm:spPr/>
    </dgm:pt>
    <dgm:pt modelId="{3C8751F8-88DE-4ED6-BA64-EEEFDD3A7FE1}" type="pres">
      <dgm:prSet presAssocID="{AAE9FF5F-9397-4A10-B4FD-1F8DB1A2ED49}" presName="hierRoot2" presStyleCnt="0">
        <dgm:presLayoutVars>
          <dgm:hierBranch val="init"/>
        </dgm:presLayoutVars>
      </dgm:prSet>
      <dgm:spPr/>
    </dgm:pt>
    <dgm:pt modelId="{75012475-068D-4DF4-97D7-D49A29B377DC}" type="pres">
      <dgm:prSet presAssocID="{AAE9FF5F-9397-4A10-B4FD-1F8DB1A2ED49}" presName="rootComposite" presStyleCnt="0"/>
      <dgm:spPr/>
    </dgm:pt>
    <dgm:pt modelId="{2D7835EA-2EE0-447A-AEF6-DF168F7B0600}" type="pres">
      <dgm:prSet presAssocID="{AAE9FF5F-9397-4A10-B4FD-1F8DB1A2ED49}" presName="rootText" presStyleLbl="node4" presStyleIdx="4" presStyleCnt="11" custLinFactNeighborY="-8817">
        <dgm:presLayoutVars>
          <dgm:chPref val="3"/>
        </dgm:presLayoutVars>
      </dgm:prSet>
      <dgm:spPr/>
    </dgm:pt>
    <dgm:pt modelId="{9D065CE5-FA18-4744-805B-825D2FAB0F07}" type="pres">
      <dgm:prSet presAssocID="{AAE9FF5F-9397-4A10-B4FD-1F8DB1A2ED49}" presName="rootConnector" presStyleLbl="node4" presStyleIdx="4" presStyleCnt="11"/>
      <dgm:spPr/>
    </dgm:pt>
    <dgm:pt modelId="{3E8ECB7A-12C9-4EF3-9FBE-198F4F08BC30}" type="pres">
      <dgm:prSet presAssocID="{AAE9FF5F-9397-4A10-B4FD-1F8DB1A2ED49}" presName="hierChild4" presStyleCnt="0"/>
      <dgm:spPr/>
    </dgm:pt>
    <dgm:pt modelId="{B8BA1066-1EF8-4008-B8F2-60ED145C4D70}" type="pres">
      <dgm:prSet presAssocID="{AAE9FF5F-9397-4A10-B4FD-1F8DB1A2ED49}" presName="hierChild5" presStyleCnt="0"/>
      <dgm:spPr/>
    </dgm:pt>
    <dgm:pt modelId="{4156A5F4-2F55-45FC-8298-CDFD564FBFA7}" type="pres">
      <dgm:prSet presAssocID="{76A93D8B-03CC-4609-B607-F3112E1DA7B4}" presName="Name48" presStyleLbl="parChTrans1D4" presStyleIdx="5" presStyleCnt="11"/>
      <dgm:spPr/>
    </dgm:pt>
    <dgm:pt modelId="{3688A60E-3002-4D9D-ACF9-2056FF0A0143}" type="pres">
      <dgm:prSet presAssocID="{3B151A79-0876-4485-A7B6-68E5539234A2}" presName="hierRoot2" presStyleCnt="0">
        <dgm:presLayoutVars>
          <dgm:hierBranch val="init"/>
        </dgm:presLayoutVars>
      </dgm:prSet>
      <dgm:spPr/>
    </dgm:pt>
    <dgm:pt modelId="{81483ECF-10D3-4180-84BF-EEFADE0A978D}" type="pres">
      <dgm:prSet presAssocID="{3B151A79-0876-4485-A7B6-68E5539234A2}" presName="rootComposite" presStyleCnt="0"/>
      <dgm:spPr/>
    </dgm:pt>
    <dgm:pt modelId="{14EEEA57-8225-4351-9A93-2D360E78FED9}" type="pres">
      <dgm:prSet presAssocID="{3B151A79-0876-4485-A7B6-68E5539234A2}" presName="rootText" presStyleLbl="node4" presStyleIdx="5" presStyleCnt="11">
        <dgm:presLayoutVars>
          <dgm:chPref val="3"/>
        </dgm:presLayoutVars>
      </dgm:prSet>
      <dgm:spPr/>
    </dgm:pt>
    <dgm:pt modelId="{47A4B6C0-C324-45BF-AF7E-E3D1852C2A41}" type="pres">
      <dgm:prSet presAssocID="{3B151A79-0876-4485-A7B6-68E5539234A2}" presName="rootConnector" presStyleLbl="node4" presStyleIdx="5" presStyleCnt="11"/>
      <dgm:spPr/>
    </dgm:pt>
    <dgm:pt modelId="{74CC8984-1726-427D-B105-C92FC8B83DDF}" type="pres">
      <dgm:prSet presAssocID="{3B151A79-0876-4485-A7B6-68E5539234A2}" presName="hierChild4" presStyleCnt="0"/>
      <dgm:spPr/>
    </dgm:pt>
    <dgm:pt modelId="{66DD7881-C5E1-4D73-A87B-66C8E5D126E6}" type="pres">
      <dgm:prSet presAssocID="{3B151A79-0876-4485-A7B6-68E5539234A2}" presName="hierChild5" presStyleCnt="0"/>
      <dgm:spPr/>
    </dgm:pt>
    <dgm:pt modelId="{B1A37A11-D62B-4D56-BA7C-0803C4D3625E}" type="pres">
      <dgm:prSet presAssocID="{6DD184D1-2A5A-48A3-910C-C5A26E0DA16B}" presName="Name48" presStyleLbl="parChTrans1D4" presStyleIdx="6" presStyleCnt="11"/>
      <dgm:spPr/>
    </dgm:pt>
    <dgm:pt modelId="{44A49189-95A3-4F39-B70A-208357CF2E99}" type="pres">
      <dgm:prSet presAssocID="{F5E956DD-F908-445A-BD35-C64B253BF870}" presName="hierRoot2" presStyleCnt="0">
        <dgm:presLayoutVars>
          <dgm:hierBranch val="init"/>
        </dgm:presLayoutVars>
      </dgm:prSet>
      <dgm:spPr/>
    </dgm:pt>
    <dgm:pt modelId="{C4BE40E8-DA87-4FA4-8F24-8042962AE28F}" type="pres">
      <dgm:prSet presAssocID="{F5E956DD-F908-445A-BD35-C64B253BF870}" presName="rootComposite" presStyleCnt="0"/>
      <dgm:spPr/>
    </dgm:pt>
    <dgm:pt modelId="{F699486A-1E23-477A-A5DE-5E444D7F33F3}" type="pres">
      <dgm:prSet presAssocID="{F5E956DD-F908-445A-BD35-C64B253BF870}" presName="rootText" presStyleLbl="node4" presStyleIdx="6" presStyleCnt="11" custLinFactNeighborY="-8817">
        <dgm:presLayoutVars>
          <dgm:chPref val="3"/>
        </dgm:presLayoutVars>
      </dgm:prSet>
      <dgm:spPr/>
    </dgm:pt>
    <dgm:pt modelId="{2B19783A-BCD5-407D-9115-B272532824BD}" type="pres">
      <dgm:prSet presAssocID="{F5E956DD-F908-445A-BD35-C64B253BF870}" presName="rootConnector" presStyleLbl="node4" presStyleIdx="6" presStyleCnt="11"/>
      <dgm:spPr/>
    </dgm:pt>
    <dgm:pt modelId="{4D3CD2BD-5EE7-4874-8107-20279DF6737B}" type="pres">
      <dgm:prSet presAssocID="{F5E956DD-F908-445A-BD35-C64B253BF870}" presName="hierChild4" presStyleCnt="0"/>
      <dgm:spPr/>
    </dgm:pt>
    <dgm:pt modelId="{1BD2F989-2838-46F6-A648-3E646C57487C}" type="pres">
      <dgm:prSet presAssocID="{F5E956DD-F908-445A-BD35-C64B253BF870}" presName="hierChild5" presStyleCnt="0"/>
      <dgm:spPr/>
    </dgm:pt>
    <dgm:pt modelId="{D8E8A63E-6620-4355-ACA8-16F5D1FA100B}" type="pres">
      <dgm:prSet presAssocID="{C45EFF9B-ABDC-4E80-9D1C-4274C78C343E}" presName="hierChild5" presStyleCnt="0"/>
      <dgm:spPr/>
    </dgm:pt>
    <dgm:pt modelId="{6361AF3F-B269-45D1-82B1-AD851CD21B53}" type="pres">
      <dgm:prSet presAssocID="{521759AD-7D0A-478C-AAAE-577D5841F504}" presName="hierChild5" presStyleCnt="0"/>
      <dgm:spPr/>
    </dgm:pt>
    <dgm:pt modelId="{D362ACA6-2203-4D7F-8AEF-3C25644D18CB}" type="pres">
      <dgm:prSet presAssocID="{91CC7CD7-4A85-4608-B88B-6B168A354CD4}" presName="Name37" presStyleLbl="parChTrans1D2" presStyleIdx="1" presStyleCnt="2"/>
      <dgm:spPr/>
    </dgm:pt>
    <dgm:pt modelId="{FC48680E-BD40-48CC-A92B-35F8145AC359}" type="pres">
      <dgm:prSet presAssocID="{6E646033-54E3-4AE8-83A5-F7EFD8310D86}" presName="hierRoot2" presStyleCnt="0">
        <dgm:presLayoutVars>
          <dgm:hierBranch val="init"/>
        </dgm:presLayoutVars>
      </dgm:prSet>
      <dgm:spPr/>
    </dgm:pt>
    <dgm:pt modelId="{0C6ACD58-E08B-4DD7-A81F-D98B32B29AC2}" type="pres">
      <dgm:prSet presAssocID="{6E646033-54E3-4AE8-83A5-F7EFD8310D86}" presName="rootComposite" presStyleCnt="0"/>
      <dgm:spPr/>
    </dgm:pt>
    <dgm:pt modelId="{C2C99EB7-10E7-4AB8-BC05-E7C34466FB02}" type="pres">
      <dgm:prSet presAssocID="{6E646033-54E3-4AE8-83A5-F7EFD8310D86}" presName="rootText" presStyleLbl="node2" presStyleIdx="1" presStyleCnt="2">
        <dgm:presLayoutVars>
          <dgm:chPref val="3"/>
        </dgm:presLayoutVars>
      </dgm:prSet>
      <dgm:spPr/>
    </dgm:pt>
    <dgm:pt modelId="{10AF6047-3FAF-4347-B5BA-312C5B84A654}" type="pres">
      <dgm:prSet presAssocID="{6E646033-54E3-4AE8-83A5-F7EFD8310D86}" presName="rootConnector" presStyleLbl="node2" presStyleIdx="1" presStyleCnt="2"/>
      <dgm:spPr/>
    </dgm:pt>
    <dgm:pt modelId="{14162546-9382-4E8A-89ED-C18FADF32BD9}" type="pres">
      <dgm:prSet presAssocID="{6E646033-54E3-4AE8-83A5-F7EFD8310D86}" presName="hierChild4" presStyleCnt="0"/>
      <dgm:spPr/>
    </dgm:pt>
    <dgm:pt modelId="{BC0E38FC-C375-4CD6-9056-1AFC5362B920}" type="pres">
      <dgm:prSet presAssocID="{B64280EF-7773-4FE0-AC21-EDD9874D6ECA}" presName="Name37" presStyleLbl="parChTrans1D3" presStyleIdx="2" presStyleCnt="4"/>
      <dgm:spPr/>
    </dgm:pt>
    <dgm:pt modelId="{4305040B-7D95-435C-8AA2-A67239C78C70}" type="pres">
      <dgm:prSet presAssocID="{C0AB49B5-B1FC-43C1-B3C0-04C897BF1C60}" presName="hierRoot2" presStyleCnt="0">
        <dgm:presLayoutVars>
          <dgm:hierBranch val="init"/>
        </dgm:presLayoutVars>
      </dgm:prSet>
      <dgm:spPr/>
    </dgm:pt>
    <dgm:pt modelId="{1B7067AA-F2F0-4BB5-B7F1-212C357F6B81}" type="pres">
      <dgm:prSet presAssocID="{C0AB49B5-B1FC-43C1-B3C0-04C897BF1C60}" presName="rootComposite" presStyleCnt="0"/>
      <dgm:spPr/>
    </dgm:pt>
    <dgm:pt modelId="{EE1E3B58-C7C8-461B-AB33-DEB261FBAF4E}" type="pres">
      <dgm:prSet presAssocID="{C0AB49B5-B1FC-43C1-B3C0-04C897BF1C60}" presName="rootText" presStyleLbl="node3" presStyleIdx="2" presStyleCnt="4">
        <dgm:presLayoutVars>
          <dgm:chPref val="3"/>
        </dgm:presLayoutVars>
      </dgm:prSet>
      <dgm:spPr/>
    </dgm:pt>
    <dgm:pt modelId="{5F00BF57-166C-4A2F-910B-78259C159B77}" type="pres">
      <dgm:prSet presAssocID="{C0AB49B5-B1FC-43C1-B3C0-04C897BF1C60}" presName="rootConnector" presStyleLbl="node3" presStyleIdx="2" presStyleCnt="4"/>
      <dgm:spPr/>
    </dgm:pt>
    <dgm:pt modelId="{F2504BD0-29BB-40FB-98DF-180926407927}" type="pres">
      <dgm:prSet presAssocID="{C0AB49B5-B1FC-43C1-B3C0-04C897BF1C60}" presName="hierChild4" presStyleCnt="0"/>
      <dgm:spPr/>
    </dgm:pt>
    <dgm:pt modelId="{A7186CDC-F5B2-472A-90D0-871D30076B2E}" type="pres">
      <dgm:prSet presAssocID="{58A3C00D-EBAA-44E8-AD56-FA9633B6349E}" presName="Name37" presStyleLbl="parChTrans1D4" presStyleIdx="7" presStyleCnt="11"/>
      <dgm:spPr/>
    </dgm:pt>
    <dgm:pt modelId="{E9ADCD78-17D2-48FA-8892-85DADF45D573}" type="pres">
      <dgm:prSet presAssocID="{49A1ECD9-B81E-4730-A99E-1840D7BE2CFF}" presName="hierRoot2" presStyleCnt="0">
        <dgm:presLayoutVars>
          <dgm:hierBranch val="init"/>
        </dgm:presLayoutVars>
      </dgm:prSet>
      <dgm:spPr/>
    </dgm:pt>
    <dgm:pt modelId="{0073CAE8-2516-44A8-9D1B-810B3714083A}" type="pres">
      <dgm:prSet presAssocID="{49A1ECD9-B81E-4730-A99E-1840D7BE2CFF}" presName="rootComposite" presStyleCnt="0"/>
      <dgm:spPr/>
    </dgm:pt>
    <dgm:pt modelId="{0EF6BB72-AD8A-493B-9A6F-F4F9FB3165B3}" type="pres">
      <dgm:prSet presAssocID="{49A1ECD9-B81E-4730-A99E-1840D7BE2CFF}" presName="rootText" presStyleLbl="node4" presStyleIdx="7" presStyleCnt="11">
        <dgm:presLayoutVars>
          <dgm:chPref val="3"/>
        </dgm:presLayoutVars>
      </dgm:prSet>
      <dgm:spPr/>
    </dgm:pt>
    <dgm:pt modelId="{E6B82545-C8B4-483F-98CB-B6BCAC766E10}" type="pres">
      <dgm:prSet presAssocID="{49A1ECD9-B81E-4730-A99E-1840D7BE2CFF}" presName="rootConnector" presStyleLbl="node4" presStyleIdx="7" presStyleCnt="11"/>
      <dgm:spPr/>
    </dgm:pt>
    <dgm:pt modelId="{8EBA5D6C-D6E0-4F55-8D36-F049215D0FA8}" type="pres">
      <dgm:prSet presAssocID="{49A1ECD9-B81E-4730-A99E-1840D7BE2CFF}" presName="hierChild4" presStyleCnt="0"/>
      <dgm:spPr/>
    </dgm:pt>
    <dgm:pt modelId="{778553CC-4FC7-4FA8-8BCD-623DB41B8758}" type="pres">
      <dgm:prSet presAssocID="{49A1ECD9-B81E-4730-A99E-1840D7BE2CFF}" presName="hierChild5" presStyleCnt="0"/>
      <dgm:spPr/>
    </dgm:pt>
    <dgm:pt modelId="{11E0B9B5-9684-4062-972E-210A1F176AA0}" type="pres">
      <dgm:prSet presAssocID="{4DDAE1E6-7540-4C52-A812-1D5FF6A06E6A}" presName="Name37" presStyleLbl="parChTrans1D4" presStyleIdx="8" presStyleCnt="11"/>
      <dgm:spPr/>
    </dgm:pt>
    <dgm:pt modelId="{C69DB04C-70D5-4216-8623-574FC0E9CE8B}" type="pres">
      <dgm:prSet presAssocID="{6100595A-0256-405C-B381-7DDFB4502866}" presName="hierRoot2" presStyleCnt="0">
        <dgm:presLayoutVars>
          <dgm:hierBranch val="init"/>
        </dgm:presLayoutVars>
      </dgm:prSet>
      <dgm:spPr/>
    </dgm:pt>
    <dgm:pt modelId="{14C42376-1C6C-48C6-8B58-49C21192955A}" type="pres">
      <dgm:prSet presAssocID="{6100595A-0256-405C-B381-7DDFB4502866}" presName="rootComposite" presStyleCnt="0"/>
      <dgm:spPr/>
    </dgm:pt>
    <dgm:pt modelId="{4C5DFBB1-1397-41F3-9CA5-E15097F1DC69}" type="pres">
      <dgm:prSet presAssocID="{6100595A-0256-405C-B381-7DDFB4502866}" presName="rootText" presStyleLbl="node4" presStyleIdx="8" presStyleCnt="11">
        <dgm:presLayoutVars>
          <dgm:chPref val="3"/>
        </dgm:presLayoutVars>
      </dgm:prSet>
      <dgm:spPr/>
    </dgm:pt>
    <dgm:pt modelId="{85F216ED-4A14-4B10-BA82-8CE156A77AC7}" type="pres">
      <dgm:prSet presAssocID="{6100595A-0256-405C-B381-7DDFB4502866}" presName="rootConnector" presStyleLbl="node4" presStyleIdx="8" presStyleCnt="11"/>
      <dgm:spPr/>
    </dgm:pt>
    <dgm:pt modelId="{9ADA4C04-9F05-48C2-B0D2-8B66E2E83F35}" type="pres">
      <dgm:prSet presAssocID="{6100595A-0256-405C-B381-7DDFB4502866}" presName="hierChild4" presStyleCnt="0"/>
      <dgm:spPr/>
    </dgm:pt>
    <dgm:pt modelId="{3F85A589-FAD8-4A15-8A04-43C68F862F6B}" type="pres">
      <dgm:prSet presAssocID="{6100595A-0256-405C-B381-7DDFB4502866}" presName="hierChild5" presStyleCnt="0"/>
      <dgm:spPr/>
    </dgm:pt>
    <dgm:pt modelId="{FF51967A-B3A9-4C2D-9938-2374C5BD4A8F}" type="pres">
      <dgm:prSet presAssocID="{C0AB49B5-B1FC-43C1-B3C0-04C897BF1C60}" presName="hierChild5" presStyleCnt="0"/>
      <dgm:spPr/>
    </dgm:pt>
    <dgm:pt modelId="{C65FF8F6-EDC1-4C05-8BB7-66083BDD38AD}" type="pres">
      <dgm:prSet presAssocID="{7FE8C46A-7511-4EDA-9BC3-6C06BF5D535D}" presName="Name37" presStyleLbl="parChTrans1D3" presStyleIdx="3" presStyleCnt="4"/>
      <dgm:spPr/>
    </dgm:pt>
    <dgm:pt modelId="{64364E4F-A197-4C45-A53F-0FA652A79F16}" type="pres">
      <dgm:prSet presAssocID="{97E4C4B8-15E1-46A5-A85C-235EB9C443F3}" presName="hierRoot2" presStyleCnt="0">
        <dgm:presLayoutVars>
          <dgm:hierBranch val="init"/>
        </dgm:presLayoutVars>
      </dgm:prSet>
      <dgm:spPr/>
    </dgm:pt>
    <dgm:pt modelId="{3B3DC53A-9285-4E50-89F9-7BC49A199147}" type="pres">
      <dgm:prSet presAssocID="{97E4C4B8-15E1-46A5-A85C-235EB9C443F3}" presName="rootComposite" presStyleCnt="0"/>
      <dgm:spPr/>
    </dgm:pt>
    <dgm:pt modelId="{8AA338C2-039F-46D1-986C-CEA4E69771D2}" type="pres">
      <dgm:prSet presAssocID="{97E4C4B8-15E1-46A5-A85C-235EB9C443F3}" presName="rootText" presStyleLbl="node3" presStyleIdx="3" presStyleCnt="4" custLinFactNeighborX="16077" custLinFactNeighborY="19754">
        <dgm:presLayoutVars>
          <dgm:chPref val="3"/>
        </dgm:presLayoutVars>
      </dgm:prSet>
      <dgm:spPr/>
    </dgm:pt>
    <dgm:pt modelId="{985C1CF6-DDB1-4D37-9970-1765E7C53225}" type="pres">
      <dgm:prSet presAssocID="{97E4C4B8-15E1-46A5-A85C-235EB9C443F3}" presName="rootConnector" presStyleLbl="node3" presStyleIdx="3" presStyleCnt="4"/>
      <dgm:spPr/>
    </dgm:pt>
    <dgm:pt modelId="{B4907ED9-10A1-4916-9525-5D6BDFA70C0E}" type="pres">
      <dgm:prSet presAssocID="{97E4C4B8-15E1-46A5-A85C-235EB9C443F3}" presName="hierChild4" presStyleCnt="0"/>
      <dgm:spPr/>
    </dgm:pt>
    <dgm:pt modelId="{7BAEA16B-E01A-49AF-B45F-6CA49EA91DDA}" type="pres">
      <dgm:prSet presAssocID="{2A3E1995-B58F-4A70-97CF-190AD5D1F8FE}" presName="Name37" presStyleLbl="parChTrans1D4" presStyleIdx="9" presStyleCnt="11"/>
      <dgm:spPr/>
    </dgm:pt>
    <dgm:pt modelId="{156E3A9E-0B68-4628-8AC9-9C5AC361ED5E}" type="pres">
      <dgm:prSet presAssocID="{5F28B028-86EE-43FF-A2B9-B2955B52F1BB}" presName="hierRoot2" presStyleCnt="0">
        <dgm:presLayoutVars>
          <dgm:hierBranch val="init"/>
        </dgm:presLayoutVars>
      </dgm:prSet>
      <dgm:spPr/>
    </dgm:pt>
    <dgm:pt modelId="{2EC8D229-227B-42FB-B0D7-BD359A5E60E1}" type="pres">
      <dgm:prSet presAssocID="{5F28B028-86EE-43FF-A2B9-B2955B52F1BB}" presName="rootComposite" presStyleCnt="0"/>
      <dgm:spPr/>
    </dgm:pt>
    <dgm:pt modelId="{E01E1B84-1B5F-45CB-A36A-267EFC32C4AC}" type="pres">
      <dgm:prSet presAssocID="{5F28B028-86EE-43FF-A2B9-B2955B52F1BB}" presName="rootText" presStyleLbl="node4" presStyleIdx="9" presStyleCnt="11">
        <dgm:presLayoutVars>
          <dgm:chPref val="3"/>
        </dgm:presLayoutVars>
      </dgm:prSet>
      <dgm:spPr/>
    </dgm:pt>
    <dgm:pt modelId="{B3C63C04-BAD3-41E4-999B-D321C00F80BC}" type="pres">
      <dgm:prSet presAssocID="{5F28B028-86EE-43FF-A2B9-B2955B52F1BB}" presName="rootConnector" presStyleLbl="node4" presStyleIdx="9" presStyleCnt="11"/>
      <dgm:spPr/>
    </dgm:pt>
    <dgm:pt modelId="{932A29A8-7D36-4966-842E-5B949A9554EA}" type="pres">
      <dgm:prSet presAssocID="{5F28B028-86EE-43FF-A2B9-B2955B52F1BB}" presName="hierChild4" presStyleCnt="0"/>
      <dgm:spPr/>
    </dgm:pt>
    <dgm:pt modelId="{5BF59B98-4464-4E7C-8F35-DCC6D5F2C2F3}" type="pres">
      <dgm:prSet presAssocID="{5F28B028-86EE-43FF-A2B9-B2955B52F1BB}" presName="hierChild5" presStyleCnt="0"/>
      <dgm:spPr/>
    </dgm:pt>
    <dgm:pt modelId="{14A00889-DD9C-46C9-974B-AAF75910A3C7}" type="pres">
      <dgm:prSet presAssocID="{41AA5D28-1F34-4E5D-9774-0DD63B9855B8}" presName="Name37" presStyleLbl="parChTrans1D4" presStyleIdx="10" presStyleCnt="11"/>
      <dgm:spPr/>
    </dgm:pt>
    <dgm:pt modelId="{418E42CA-0DF2-4FA7-B5AB-85A81C951B6C}" type="pres">
      <dgm:prSet presAssocID="{6CDEDF30-B4A4-4A1C-9991-6899404F5FEA}" presName="hierRoot2" presStyleCnt="0">
        <dgm:presLayoutVars>
          <dgm:hierBranch val="init"/>
        </dgm:presLayoutVars>
      </dgm:prSet>
      <dgm:spPr/>
    </dgm:pt>
    <dgm:pt modelId="{797A3852-FC9A-4ED0-9F9C-019472CCE327}" type="pres">
      <dgm:prSet presAssocID="{6CDEDF30-B4A4-4A1C-9991-6899404F5FEA}" presName="rootComposite" presStyleCnt="0"/>
      <dgm:spPr/>
    </dgm:pt>
    <dgm:pt modelId="{347EA698-66D4-4703-9EE8-3F58353CEA7A}" type="pres">
      <dgm:prSet presAssocID="{6CDEDF30-B4A4-4A1C-9991-6899404F5FEA}" presName="rootText" presStyleLbl="node4" presStyleIdx="10" presStyleCnt="11">
        <dgm:presLayoutVars>
          <dgm:chPref val="3"/>
        </dgm:presLayoutVars>
      </dgm:prSet>
      <dgm:spPr/>
    </dgm:pt>
    <dgm:pt modelId="{67329BD3-9CB1-4B7C-B9C9-D21A4139F029}" type="pres">
      <dgm:prSet presAssocID="{6CDEDF30-B4A4-4A1C-9991-6899404F5FEA}" presName="rootConnector" presStyleLbl="node4" presStyleIdx="10" presStyleCnt="11"/>
      <dgm:spPr/>
    </dgm:pt>
    <dgm:pt modelId="{085D4552-2818-4784-B1EB-AA6F4899B072}" type="pres">
      <dgm:prSet presAssocID="{6CDEDF30-B4A4-4A1C-9991-6899404F5FEA}" presName="hierChild4" presStyleCnt="0"/>
      <dgm:spPr/>
    </dgm:pt>
    <dgm:pt modelId="{0D40A285-B11D-4EBD-AC9C-2883387A6BCF}" type="pres">
      <dgm:prSet presAssocID="{6CDEDF30-B4A4-4A1C-9991-6899404F5FEA}" presName="hierChild5" presStyleCnt="0"/>
      <dgm:spPr/>
    </dgm:pt>
    <dgm:pt modelId="{165A82FA-FD4D-4926-B4C7-11A646B55D78}" type="pres">
      <dgm:prSet presAssocID="{97E4C4B8-15E1-46A5-A85C-235EB9C443F3}" presName="hierChild5" presStyleCnt="0"/>
      <dgm:spPr/>
    </dgm:pt>
    <dgm:pt modelId="{3E50DBFA-57EE-4BE7-A055-3E74CECC51BB}" type="pres">
      <dgm:prSet presAssocID="{6E646033-54E3-4AE8-83A5-F7EFD8310D86}" presName="hierChild5" presStyleCnt="0"/>
      <dgm:spPr/>
    </dgm:pt>
    <dgm:pt modelId="{579A8DA1-FEBC-448A-A56D-F0CD31E165E1}" type="pres">
      <dgm:prSet presAssocID="{C2B3D71C-8E94-442E-8B38-4395DD2E6D4B}" presName="hierChild3" presStyleCnt="0"/>
      <dgm:spPr/>
    </dgm:pt>
  </dgm:ptLst>
  <dgm:cxnLst>
    <dgm:cxn modelId="{F41A2B01-B67E-4949-BCE5-86A7344772F9}" type="presOf" srcId="{17412C7C-1C6F-4006-A861-D4776FD3CBC5}" destId="{5ED406CE-AAFC-4153-93B2-1A968BDF38D1}" srcOrd="0" destOrd="0" presId="urn:microsoft.com/office/officeart/2005/8/layout/orgChart1"/>
    <dgm:cxn modelId="{73E9C307-FD09-40F3-B038-386D9C581B09}" type="presOf" srcId="{6CDEDF30-B4A4-4A1C-9991-6899404F5FEA}" destId="{67329BD3-9CB1-4B7C-B9C9-D21A4139F029}" srcOrd="1" destOrd="0" presId="urn:microsoft.com/office/officeart/2005/8/layout/orgChart1"/>
    <dgm:cxn modelId="{0B98A308-DEF5-4730-8C79-03524F27895E}" type="presOf" srcId="{C7F54B02-C5B2-4BA4-8B09-296D0CB47FAB}" destId="{18352E14-DB19-420D-850C-54566AC1A26B}" srcOrd="0" destOrd="0" presId="urn:microsoft.com/office/officeart/2005/8/layout/orgChart1"/>
    <dgm:cxn modelId="{C83AF30A-1B30-4AFD-8A36-BEB8A89F7D6B}" type="presOf" srcId="{43EBF99E-D54F-4D2C-A285-243995C0A2B3}" destId="{CBE3FA3A-D471-4723-BD90-45A9D5958A7B}" srcOrd="0" destOrd="0" presId="urn:microsoft.com/office/officeart/2005/8/layout/orgChart1"/>
    <dgm:cxn modelId="{1602D60F-ABA0-4830-8678-FCA941004479}" type="presOf" srcId="{AB1C04C4-ECDF-4B11-A3D7-BF178CFD44E1}" destId="{07AF48FB-BF8C-4121-8B93-5F083E823D43}" srcOrd="0" destOrd="0" presId="urn:microsoft.com/office/officeart/2005/8/layout/orgChart1"/>
    <dgm:cxn modelId="{C0095811-8632-4202-8893-9995FD41DD38}" type="presOf" srcId="{3ADB9DA0-C1A5-4878-B6C4-13DE95514E60}" destId="{CEA40371-F92B-4F0A-B920-DB8461A57E86}" srcOrd="0" destOrd="0" presId="urn:microsoft.com/office/officeart/2005/8/layout/orgChart1"/>
    <dgm:cxn modelId="{ABBBB414-6639-4B7B-B5D8-73EF8881CA52}" type="presOf" srcId="{2A3E1995-B58F-4A70-97CF-190AD5D1F8FE}" destId="{7BAEA16B-E01A-49AF-B45F-6CA49EA91DDA}" srcOrd="0" destOrd="0" presId="urn:microsoft.com/office/officeart/2005/8/layout/orgChart1"/>
    <dgm:cxn modelId="{B77AB617-67DD-4640-89A6-BD3C54D261DD}" type="presOf" srcId="{58A3C00D-EBAA-44E8-AD56-FA9633B6349E}" destId="{A7186CDC-F5B2-472A-90D0-871D30076B2E}" srcOrd="0" destOrd="0" presId="urn:microsoft.com/office/officeart/2005/8/layout/orgChart1"/>
    <dgm:cxn modelId="{A45F981A-EF19-42EE-A96B-05F27AF0708A}" type="presOf" srcId="{F5E956DD-F908-445A-BD35-C64B253BF870}" destId="{2B19783A-BCD5-407D-9115-B272532824BD}" srcOrd="1" destOrd="0" presId="urn:microsoft.com/office/officeart/2005/8/layout/orgChart1"/>
    <dgm:cxn modelId="{B896F01E-2CDF-4BCB-9078-BE31FEF96DEA}" type="presOf" srcId="{9FF26249-9E1A-449B-8078-26256079C9AF}" destId="{8B5FCCF1-7DB8-49E7-8F95-CEC79D834216}" srcOrd="0" destOrd="0" presId="urn:microsoft.com/office/officeart/2005/8/layout/orgChart1"/>
    <dgm:cxn modelId="{CD6DB31F-990C-422C-BF39-17002CC64CF5}" srcId="{C45EFF9B-ABDC-4E80-9D1C-4274C78C343E}" destId="{17412C7C-1C6F-4006-A861-D4776FD3CBC5}" srcOrd="0" destOrd="0" parTransId="{1237DEAE-D6B5-4140-9664-9DC3095AE2E3}" sibTransId="{4F275C0F-D819-4D06-909E-41D09B6E0D01}"/>
    <dgm:cxn modelId="{E40FF322-38EB-4CF9-BCA4-9B2A1179FA99}" type="presOf" srcId="{76A93D8B-03CC-4609-B607-F3112E1DA7B4}" destId="{4156A5F4-2F55-45FC-8298-CDFD564FBFA7}" srcOrd="0" destOrd="0" presId="urn:microsoft.com/office/officeart/2005/8/layout/orgChart1"/>
    <dgm:cxn modelId="{7C845C28-A4E0-4FE9-A44B-2E4E09D415EB}" srcId="{C2B3D71C-8E94-442E-8B38-4395DD2E6D4B}" destId="{6E646033-54E3-4AE8-83A5-F7EFD8310D86}" srcOrd="1" destOrd="0" parTransId="{91CC7CD7-4A85-4608-B88B-6B168A354CD4}" sibTransId="{BEBFDEAB-4702-419C-8650-62040FCE9E73}"/>
    <dgm:cxn modelId="{54B77D2F-701F-430B-9FE0-E8676DF4EA8F}" type="presOf" srcId="{C2B3D71C-8E94-442E-8B38-4395DD2E6D4B}" destId="{CA5D34F9-857D-4EE7-95DC-4FD85A870C18}" srcOrd="0" destOrd="0" presId="urn:microsoft.com/office/officeart/2005/8/layout/orgChart1"/>
    <dgm:cxn modelId="{B2790932-0E9C-4538-A802-D9BCBCAFF083}" type="presOf" srcId="{3FB8E9D2-2EAB-49FE-8D15-A66F0A47C6E6}" destId="{7D0080CD-E10C-4A25-B0C6-9ADC80794D89}" srcOrd="0" destOrd="0" presId="urn:microsoft.com/office/officeart/2005/8/layout/orgChart1"/>
    <dgm:cxn modelId="{7A8D6C39-90E7-4F61-8080-9ACE555C7CBA}" type="presOf" srcId="{AAE9FF5F-9397-4A10-B4FD-1F8DB1A2ED49}" destId="{9D065CE5-FA18-4744-805B-825D2FAB0F07}" srcOrd="1" destOrd="0" presId="urn:microsoft.com/office/officeart/2005/8/layout/orgChart1"/>
    <dgm:cxn modelId="{C493A93D-3F10-4DCE-976A-C000F2B4F656}" type="presOf" srcId="{7FE8C46A-7511-4EDA-9BC3-6C06BF5D535D}" destId="{C65FF8F6-EDC1-4C05-8BB7-66083BDD38AD}" srcOrd="0" destOrd="0" presId="urn:microsoft.com/office/officeart/2005/8/layout/orgChart1"/>
    <dgm:cxn modelId="{96AD1440-D98D-45FA-BB6A-39945411BB05}" type="presOf" srcId="{C45EFF9B-ABDC-4E80-9D1C-4274C78C343E}" destId="{A74447A1-944A-481C-BA6D-62343284CB66}" srcOrd="0" destOrd="0" presId="urn:microsoft.com/office/officeart/2005/8/layout/orgChart1"/>
    <dgm:cxn modelId="{F47EF35B-3AAF-4357-8521-D894F586A535}" type="presOf" srcId="{17412C7C-1C6F-4006-A861-D4776FD3CBC5}" destId="{10AE62A3-989E-4656-8734-F5E83241D74E}" srcOrd="1" destOrd="0" presId="urn:microsoft.com/office/officeart/2005/8/layout/orgChart1"/>
    <dgm:cxn modelId="{30DE185C-EDF0-46C4-82DD-BF362C0F19C1}" type="presOf" srcId="{0C0AAA80-C153-4DF1-8258-BD38372D7EE4}" destId="{24507879-A6E2-4262-8192-214CF0CC89FE}" srcOrd="1" destOrd="0" presId="urn:microsoft.com/office/officeart/2005/8/layout/orgChart1"/>
    <dgm:cxn modelId="{61F95A5C-7297-425E-A979-6754AAC349DC}" type="presOf" srcId="{F9CF05BB-BB85-4E11-AE73-424A23488AC6}" destId="{486A3C42-25AD-4419-B6F2-DB5D494DB654}" srcOrd="0" destOrd="0" presId="urn:microsoft.com/office/officeart/2005/8/layout/orgChart1"/>
    <dgm:cxn modelId="{B400BD44-270F-4CCA-89FF-947F1CBC51AA}" type="presOf" srcId="{C45EFF9B-ABDC-4E80-9D1C-4274C78C343E}" destId="{41C50B93-F975-4D2C-8EBB-8020067AD3E1}" srcOrd="1" destOrd="0" presId="urn:microsoft.com/office/officeart/2005/8/layout/orgChart1"/>
    <dgm:cxn modelId="{6579E044-9930-48DC-B678-D63EBA4D51F5}" type="presOf" srcId="{CA66B8CE-6677-4E58-9B08-EBFBA436AB50}" destId="{01B2E631-E2E2-41B5-A56C-DC49E64D5751}" srcOrd="0" destOrd="0" presId="urn:microsoft.com/office/officeart/2005/8/layout/orgChart1"/>
    <dgm:cxn modelId="{F53E4847-49DA-41BB-9F4C-79EA50CEDE49}" srcId="{6E646033-54E3-4AE8-83A5-F7EFD8310D86}" destId="{97E4C4B8-15E1-46A5-A85C-235EB9C443F3}" srcOrd="1" destOrd="0" parTransId="{7FE8C46A-7511-4EDA-9BC3-6C06BF5D535D}" sibTransId="{631397CF-8F43-416D-A143-8B58D5343B2F}"/>
    <dgm:cxn modelId="{C081994B-8C94-4417-89D7-0F9657A9BF03}" type="presOf" srcId="{0C0AAA80-C153-4DF1-8258-BD38372D7EE4}" destId="{FE7CC064-5E80-413F-83A8-7CA77419E368}" srcOrd="0" destOrd="0" presId="urn:microsoft.com/office/officeart/2005/8/layout/orgChart1"/>
    <dgm:cxn modelId="{5E235D4C-5765-4C4C-9791-318F3EE99B4D}" type="presOf" srcId="{97E4C4B8-15E1-46A5-A85C-235EB9C443F3}" destId="{8AA338C2-039F-46D1-986C-CEA4E69771D2}" srcOrd="0" destOrd="0" presId="urn:microsoft.com/office/officeart/2005/8/layout/orgChart1"/>
    <dgm:cxn modelId="{F697AF6F-8243-46E2-A2C8-4CC7A77DFA65}" srcId="{521759AD-7D0A-478C-AAAE-577D5841F504}" destId="{C45EFF9B-ABDC-4E80-9D1C-4274C78C343E}" srcOrd="1" destOrd="0" parTransId="{F9CF05BB-BB85-4E11-AE73-424A23488AC6}" sibTransId="{AFF89AE8-1C44-48BD-9BB7-28046C835BB1}"/>
    <dgm:cxn modelId="{00188F73-F4E7-4EB7-A1FE-5A7C6DB5BB56}" srcId="{6E646033-54E3-4AE8-83A5-F7EFD8310D86}" destId="{C0AB49B5-B1FC-43C1-B3C0-04C897BF1C60}" srcOrd="0" destOrd="0" parTransId="{B64280EF-7773-4FE0-AC21-EDD9874D6ECA}" sibTransId="{56B08122-263D-409B-B7BD-D04E53195B65}"/>
    <dgm:cxn modelId="{B6769975-AA0C-4156-9698-08EAA238484A}" type="presOf" srcId="{4DDAE1E6-7540-4C52-A812-1D5FF6A06E6A}" destId="{11E0B9B5-9684-4062-972E-210A1F176AA0}" srcOrd="0" destOrd="0" presId="urn:microsoft.com/office/officeart/2005/8/layout/orgChart1"/>
    <dgm:cxn modelId="{19E2A756-B448-44A4-B5BD-E5FF8909E331}" srcId="{C0AB49B5-B1FC-43C1-B3C0-04C897BF1C60}" destId="{49A1ECD9-B81E-4730-A99E-1840D7BE2CFF}" srcOrd="0" destOrd="0" parTransId="{58A3C00D-EBAA-44E8-AD56-FA9633B6349E}" sibTransId="{EEE8AAC0-793B-48AE-A36B-F903092BBB2D}"/>
    <dgm:cxn modelId="{5310B556-8852-4185-A036-9662FAABFC2A}" type="presOf" srcId="{1237DEAE-D6B5-4140-9664-9DC3095AE2E3}" destId="{3C2FAB16-1564-4EE9-858E-739904B895F3}" srcOrd="0" destOrd="0" presId="urn:microsoft.com/office/officeart/2005/8/layout/orgChart1"/>
    <dgm:cxn modelId="{6DCE5959-EB36-49D7-9287-0E3C7619BE56}" type="presOf" srcId="{521759AD-7D0A-478C-AAAE-577D5841F504}" destId="{12E60E7E-A76C-4BA7-958C-CBCCD9F19C35}" srcOrd="1" destOrd="0" presId="urn:microsoft.com/office/officeart/2005/8/layout/orgChart1"/>
    <dgm:cxn modelId="{E0C1BE7C-70DA-44FF-83E6-F5C7E55A8E5C}" srcId="{0C0AAA80-C153-4DF1-8258-BD38372D7EE4}" destId="{C7F54B02-C5B2-4BA4-8B09-296D0CB47FAB}" srcOrd="0" destOrd="0" parTransId="{3FB8E9D2-2EAB-49FE-8D15-A66F0A47C6E6}" sibTransId="{F7FE63CB-4FDB-47CB-80D2-BD9B79AB51C2}"/>
    <dgm:cxn modelId="{55E57A81-167C-43EE-9E17-C1C6879B4E5D}" type="presOf" srcId="{B64280EF-7773-4FE0-AC21-EDD9874D6ECA}" destId="{BC0E38FC-C375-4CD6-9056-1AFC5362B920}" srcOrd="0" destOrd="0" presId="urn:microsoft.com/office/officeart/2005/8/layout/orgChart1"/>
    <dgm:cxn modelId="{8791D782-A8EA-4FF4-BF77-13101DF47C56}" type="presOf" srcId="{AAE9FF5F-9397-4A10-B4FD-1F8DB1A2ED49}" destId="{2D7835EA-2EE0-447A-AEF6-DF168F7B0600}" srcOrd="0" destOrd="0" presId="urn:microsoft.com/office/officeart/2005/8/layout/orgChart1"/>
    <dgm:cxn modelId="{08707088-C292-4720-9240-3D3241259DEA}" type="presOf" srcId="{6DD184D1-2A5A-48A3-910C-C5A26E0DA16B}" destId="{B1A37A11-D62B-4D56-BA7C-0803C4D3625E}" srcOrd="0" destOrd="0" presId="urn:microsoft.com/office/officeart/2005/8/layout/orgChart1"/>
    <dgm:cxn modelId="{D7DA608A-84F6-4C1C-B53C-DE174D2F1311}" srcId="{C45EFF9B-ABDC-4E80-9D1C-4274C78C343E}" destId="{3B151A79-0876-4485-A7B6-68E5539234A2}" srcOrd="3" destOrd="0" parTransId="{76A93D8B-03CC-4609-B607-F3112E1DA7B4}" sibTransId="{12254AA5-D4F0-4C9C-8D43-193E9571170D}"/>
    <dgm:cxn modelId="{79973491-D576-49EA-8276-91E1DFA91692}" type="presOf" srcId="{5FD948A9-E9CE-44AC-A1BB-45A57885CEF2}" destId="{1EE9ED64-01B2-4710-B955-6A66FD6C9F3C}" srcOrd="1" destOrd="0" presId="urn:microsoft.com/office/officeart/2005/8/layout/orgChart1"/>
    <dgm:cxn modelId="{F809DF97-E69E-4EC8-A59E-AA8786814494}" type="presOf" srcId="{5F28B028-86EE-43FF-A2B9-B2955B52F1BB}" destId="{B3C63C04-BAD3-41E4-999B-D321C00F80BC}" srcOrd="1" destOrd="0" presId="urn:microsoft.com/office/officeart/2005/8/layout/orgChart1"/>
    <dgm:cxn modelId="{B9099E99-1A35-4F2E-A21C-CEE99612D1D5}" srcId="{0C0AAA80-C153-4DF1-8258-BD38372D7EE4}" destId="{9FF26249-9E1A-449B-8078-26256079C9AF}" srcOrd="1" destOrd="0" parTransId="{AB1C04C4-ECDF-4B11-A3D7-BF178CFD44E1}" sibTransId="{D29F43C6-8489-4A29-AA6D-DB5CAA14D822}"/>
    <dgm:cxn modelId="{0015B89D-4172-43E2-88E7-766D1D508DC2}" type="presOf" srcId="{C0AB49B5-B1FC-43C1-B3C0-04C897BF1C60}" destId="{EE1E3B58-C7C8-461B-AB33-DEB261FBAF4E}" srcOrd="0" destOrd="0" presId="urn:microsoft.com/office/officeart/2005/8/layout/orgChart1"/>
    <dgm:cxn modelId="{5878D5A3-2CD1-4CA9-A07A-F01F3F793DB1}" srcId="{97E4C4B8-15E1-46A5-A85C-235EB9C443F3}" destId="{5F28B028-86EE-43FF-A2B9-B2955B52F1BB}" srcOrd="0" destOrd="0" parTransId="{2A3E1995-B58F-4A70-97CF-190AD5D1F8FE}" sibTransId="{4C69F39A-7B9A-4FB5-B1F0-2075F1FB55CE}"/>
    <dgm:cxn modelId="{988EE0A3-62F7-452C-9D54-35E29E4804E5}" type="presOf" srcId="{C7F54B02-C5B2-4BA4-8B09-296D0CB47FAB}" destId="{4628A8EF-F09C-4A11-99A1-8C279DECDBBB}" srcOrd="1" destOrd="0" presId="urn:microsoft.com/office/officeart/2005/8/layout/orgChart1"/>
    <dgm:cxn modelId="{E76A3EA6-90F5-40DC-8DB2-3F4AD09AE791}" type="presOf" srcId="{6E646033-54E3-4AE8-83A5-F7EFD8310D86}" destId="{C2C99EB7-10E7-4AB8-BC05-E7C34466FB02}" srcOrd="0" destOrd="0" presId="urn:microsoft.com/office/officeart/2005/8/layout/orgChart1"/>
    <dgm:cxn modelId="{4C00A9A8-1856-4B68-B223-2844310E5762}" type="presOf" srcId="{6100595A-0256-405C-B381-7DDFB4502866}" destId="{85F216ED-4A14-4B10-BA82-8CE156A77AC7}" srcOrd="1" destOrd="0" presId="urn:microsoft.com/office/officeart/2005/8/layout/orgChart1"/>
    <dgm:cxn modelId="{7528AAA9-DA23-4232-8F9F-37C85E348D4A}" srcId="{C45EFF9B-ABDC-4E80-9D1C-4274C78C343E}" destId="{F5E956DD-F908-445A-BD35-C64B253BF870}" srcOrd="4" destOrd="0" parTransId="{6DD184D1-2A5A-48A3-910C-C5A26E0DA16B}" sibTransId="{CDFE07BA-FEAC-441B-924A-1CDDB53552CA}"/>
    <dgm:cxn modelId="{D0F4B5AA-CE18-415F-92B4-C666D5AE7ED4}" type="presOf" srcId="{49A1ECD9-B81E-4730-A99E-1840D7BE2CFF}" destId="{E6B82545-C8B4-483F-98CB-B6BCAC766E10}" srcOrd="1" destOrd="0" presId="urn:microsoft.com/office/officeart/2005/8/layout/orgChart1"/>
    <dgm:cxn modelId="{C01C53B0-7101-458D-8551-830CF00DDB72}" type="presOf" srcId="{ADF363BA-167D-4158-B0F3-1CEBD008EAD9}" destId="{CF2E5BA6-E1A7-4437-A8CA-9DA7507706C0}" srcOrd="0" destOrd="0" presId="urn:microsoft.com/office/officeart/2005/8/layout/orgChart1"/>
    <dgm:cxn modelId="{89E97EB5-2FA1-44D4-84AD-C6C33E3C6439}" type="presOf" srcId="{5FD948A9-E9CE-44AC-A1BB-45A57885CEF2}" destId="{9A7E9305-2976-44EB-80F2-D54120A8D440}" srcOrd="0" destOrd="0" presId="urn:microsoft.com/office/officeart/2005/8/layout/orgChart1"/>
    <dgm:cxn modelId="{151CBBB9-A54E-4CD6-AB51-CCD8731ED98F}" type="presOf" srcId="{5F28B028-86EE-43FF-A2B9-B2955B52F1BB}" destId="{E01E1B84-1B5F-45CB-A36A-267EFC32C4AC}" srcOrd="0" destOrd="0" presId="urn:microsoft.com/office/officeart/2005/8/layout/orgChart1"/>
    <dgm:cxn modelId="{761F8EBB-E816-432C-AB1E-06D8079CC918}" type="presOf" srcId="{91CC7CD7-4A85-4608-B88B-6B168A354CD4}" destId="{D362ACA6-2203-4D7F-8AEF-3C25644D18CB}" srcOrd="0" destOrd="0" presId="urn:microsoft.com/office/officeart/2005/8/layout/orgChart1"/>
    <dgm:cxn modelId="{1D1431C9-26BA-4254-9808-00DCCE48E2D8}" type="presOf" srcId="{3B151A79-0876-4485-A7B6-68E5539234A2}" destId="{47A4B6C0-C324-45BF-AF7E-E3D1852C2A41}" srcOrd="1" destOrd="0" presId="urn:microsoft.com/office/officeart/2005/8/layout/orgChart1"/>
    <dgm:cxn modelId="{65B588CC-4480-489A-B186-E12674159EE8}" srcId="{C45EFF9B-ABDC-4E80-9D1C-4274C78C343E}" destId="{AAE9FF5F-9397-4A10-B4FD-1F8DB1A2ED49}" srcOrd="2" destOrd="0" parTransId="{CA66B8CE-6677-4E58-9B08-EBFBA436AB50}" sibTransId="{C2575406-471F-404B-8971-1D02C9F6A4C6}"/>
    <dgm:cxn modelId="{B710A4CC-2A6C-4F11-896D-628C0C8D403B}" srcId="{97E4C4B8-15E1-46A5-A85C-235EB9C443F3}" destId="{6CDEDF30-B4A4-4A1C-9991-6899404F5FEA}" srcOrd="1" destOrd="0" parTransId="{41AA5D28-1F34-4E5D-9774-0DD63B9855B8}" sibTransId="{AA25B895-E5B4-4901-A866-5DE0CAE6E84E}"/>
    <dgm:cxn modelId="{89B9B1CE-98BB-4EB3-909A-A6D447F57515}" type="presOf" srcId="{521759AD-7D0A-478C-AAAE-577D5841F504}" destId="{BF89C0B5-8747-40E9-A445-48A5A3085152}" srcOrd="0" destOrd="0" presId="urn:microsoft.com/office/officeart/2005/8/layout/orgChart1"/>
    <dgm:cxn modelId="{EDEEB4D0-FE12-48B3-9B2C-D3CF2647ACE9}" srcId="{C2B3D71C-8E94-442E-8B38-4395DD2E6D4B}" destId="{521759AD-7D0A-478C-AAAE-577D5841F504}" srcOrd="0" destOrd="0" parTransId="{3ADB9DA0-C1A5-4878-B6C4-13DE95514E60}" sibTransId="{ADFFA079-DEDE-44C3-A431-2A6A499ED36A}"/>
    <dgm:cxn modelId="{284E97D2-7D22-460A-A8D8-5E64CAE7DED7}" type="presOf" srcId="{963480DD-C7BE-4FFD-962C-80D6815A900A}" destId="{731507F5-B168-4C7E-8148-214D2648208F}" srcOrd="0" destOrd="0" presId="urn:microsoft.com/office/officeart/2005/8/layout/orgChart1"/>
    <dgm:cxn modelId="{5AAA9AD3-F3BD-47CE-8192-C7EF4735B8AC}" type="presOf" srcId="{49A1ECD9-B81E-4730-A99E-1840D7BE2CFF}" destId="{0EF6BB72-AD8A-493B-9A6F-F4F9FB3165B3}" srcOrd="0" destOrd="0" presId="urn:microsoft.com/office/officeart/2005/8/layout/orgChart1"/>
    <dgm:cxn modelId="{E1588CD6-D506-4621-B4C2-C0B45E4E5B01}" type="presOf" srcId="{6CDEDF30-B4A4-4A1C-9991-6899404F5FEA}" destId="{347EA698-66D4-4703-9EE8-3F58353CEA7A}" srcOrd="0" destOrd="0" presId="urn:microsoft.com/office/officeart/2005/8/layout/orgChart1"/>
    <dgm:cxn modelId="{7D6814D7-5DA7-4E1A-A517-B258E6BB95BB}" type="presOf" srcId="{C0AB49B5-B1FC-43C1-B3C0-04C897BF1C60}" destId="{5F00BF57-166C-4A2F-910B-78259C159B77}" srcOrd="1" destOrd="0" presId="urn:microsoft.com/office/officeart/2005/8/layout/orgChart1"/>
    <dgm:cxn modelId="{3EE71AE4-18D4-45B7-9CAA-7DD1F42C696D}" type="presOf" srcId="{9FF26249-9E1A-449B-8078-26256079C9AF}" destId="{3648A127-3599-4F54-8142-96A630927F3D}" srcOrd="1" destOrd="0" presId="urn:microsoft.com/office/officeart/2005/8/layout/orgChart1"/>
    <dgm:cxn modelId="{240B4DE8-DABA-44EF-8A9A-2D008E3CCE39}" type="presOf" srcId="{41AA5D28-1F34-4E5D-9774-0DD63B9855B8}" destId="{14A00889-DD9C-46C9-974B-AAF75910A3C7}" srcOrd="0" destOrd="0" presId="urn:microsoft.com/office/officeart/2005/8/layout/orgChart1"/>
    <dgm:cxn modelId="{B7E396E8-064D-4628-B7B2-04396B943A9C}" srcId="{C0AB49B5-B1FC-43C1-B3C0-04C897BF1C60}" destId="{6100595A-0256-405C-B381-7DDFB4502866}" srcOrd="1" destOrd="0" parTransId="{4DDAE1E6-7540-4C52-A812-1D5FF6A06E6A}" sibTransId="{1C55506E-6285-416B-BE5D-064BD6D69895}"/>
    <dgm:cxn modelId="{5B3948E9-5E35-45CE-98AA-85068C480571}" srcId="{43EBF99E-D54F-4D2C-A285-243995C0A2B3}" destId="{C2B3D71C-8E94-442E-8B38-4395DD2E6D4B}" srcOrd="0" destOrd="0" parTransId="{A8BF1C1F-299C-4AC4-BB61-10BE31D4A111}" sibTransId="{CF6A2E6A-0DAA-44B0-B465-E039FD2717EB}"/>
    <dgm:cxn modelId="{4C544FE9-B0DA-4680-8604-4178CABCFC0B}" type="presOf" srcId="{F5E956DD-F908-445A-BD35-C64B253BF870}" destId="{F699486A-1E23-477A-A5DE-5E444D7F33F3}" srcOrd="0" destOrd="0" presId="urn:microsoft.com/office/officeart/2005/8/layout/orgChart1"/>
    <dgm:cxn modelId="{F5943BEA-B6BE-4C4D-A87C-3FE45C956DD8}" srcId="{521759AD-7D0A-478C-AAAE-577D5841F504}" destId="{0C0AAA80-C153-4DF1-8258-BD38372D7EE4}" srcOrd="0" destOrd="0" parTransId="{ADF363BA-167D-4158-B0F3-1CEBD008EAD9}" sibTransId="{F021F3DC-A6F0-4854-A31D-0D8FFFE7614B}"/>
    <dgm:cxn modelId="{161958EE-D783-4280-A9C1-3EE2752AC286}" type="presOf" srcId="{97E4C4B8-15E1-46A5-A85C-235EB9C443F3}" destId="{985C1CF6-DDB1-4D37-9970-1765E7C53225}" srcOrd="1" destOrd="0" presId="urn:microsoft.com/office/officeart/2005/8/layout/orgChart1"/>
    <dgm:cxn modelId="{FB563AF3-7036-489A-A563-F7916F32578E}" type="presOf" srcId="{3B151A79-0876-4485-A7B6-68E5539234A2}" destId="{14EEEA57-8225-4351-9A93-2D360E78FED9}" srcOrd="0" destOrd="0" presId="urn:microsoft.com/office/officeart/2005/8/layout/orgChart1"/>
    <dgm:cxn modelId="{A74E28F6-EFD6-48F3-8601-370D53ACE8F8}" type="presOf" srcId="{6100595A-0256-405C-B381-7DDFB4502866}" destId="{4C5DFBB1-1397-41F3-9CA5-E15097F1DC69}" srcOrd="0" destOrd="0" presId="urn:microsoft.com/office/officeart/2005/8/layout/orgChart1"/>
    <dgm:cxn modelId="{9230E7F6-13D6-42F2-B924-2BE2793FA812}" srcId="{C45EFF9B-ABDC-4E80-9D1C-4274C78C343E}" destId="{5FD948A9-E9CE-44AC-A1BB-45A57885CEF2}" srcOrd="1" destOrd="0" parTransId="{963480DD-C7BE-4FFD-962C-80D6815A900A}" sibTransId="{5306D4EA-5584-4577-B862-54D7F80F6722}"/>
    <dgm:cxn modelId="{05C8BCF9-3F1A-4608-820A-903005E147A6}" type="presOf" srcId="{6E646033-54E3-4AE8-83A5-F7EFD8310D86}" destId="{10AF6047-3FAF-4347-B5BA-312C5B84A654}" srcOrd="1" destOrd="0" presId="urn:microsoft.com/office/officeart/2005/8/layout/orgChart1"/>
    <dgm:cxn modelId="{2DAF82FB-C5C2-4782-92DA-CF00D5A17BAC}" type="presOf" srcId="{C2B3D71C-8E94-442E-8B38-4395DD2E6D4B}" destId="{CC02797E-E0BD-42BF-B33F-438E1511121B}" srcOrd="1" destOrd="0" presId="urn:microsoft.com/office/officeart/2005/8/layout/orgChart1"/>
    <dgm:cxn modelId="{E5E74319-A6A4-4AD6-A445-86E8D2DD3C64}" type="presParOf" srcId="{CBE3FA3A-D471-4723-BD90-45A9D5958A7B}" destId="{CF705DFB-6347-442D-9A20-F02D1F6A073B}" srcOrd="0" destOrd="0" presId="urn:microsoft.com/office/officeart/2005/8/layout/orgChart1"/>
    <dgm:cxn modelId="{FF3B6125-694B-4323-9A71-438E7607E6B0}" type="presParOf" srcId="{CF705DFB-6347-442D-9A20-F02D1F6A073B}" destId="{A0B72470-B90A-475F-B87B-BE3BB401E599}" srcOrd="0" destOrd="0" presId="urn:microsoft.com/office/officeart/2005/8/layout/orgChart1"/>
    <dgm:cxn modelId="{8E72A320-63F2-449E-91DA-88B3607C464F}" type="presParOf" srcId="{A0B72470-B90A-475F-B87B-BE3BB401E599}" destId="{CA5D34F9-857D-4EE7-95DC-4FD85A870C18}" srcOrd="0" destOrd="0" presId="urn:microsoft.com/office/officeart/2005/8/layout/orgChart1"/>
    <dgm:cxn modelId="{21808C63-3688-4B16-9269-0237BDE8C023}" type="presParOf" srcId="{A0B72470-B90A-475F-B87B-BE3BB401E599}" destId="{CC02797E-E0BD-42BF-B33F-438E1511121B}" srcOrd="1" destOrd="0" presId="urn:microsoft.com/office/officeart/2005/8/layout/orgChart1"/>
    <dgm:cxn modelId="{EAB3F560-60CD-4F3F-AF21-15D2FB1B996D}" type="presParOf" srcId="{CF705DFB-6347-442D-9A20-F02D1F6A073B}" destId="{E35A2A3B-F150-46BC-9FAF-3F40B1D9BC0A}" srcOrd="1" destOrd="0" presId="urn:microsoft.com/office/officeart/2005/8/layout/orgChart1"/>
    <dgm:cxn modelId="{6D4C3C66-13BD-4FE9-8FBD-DEDD264720E0}" type="presParOf" srcId="{E35A2A3B-F150-46BC-9FAF-3F40B1D9BC0A}" destId="{CEA40371-F92B-4F0A-B920-DB8461A57E86}" srcOrd="0" destOrd="0" presId="urn:microsoft.com/office/officeart/2005/8/layout/orgChart1"/>
    <dgm:cxn modelId="{E4E508CD-D90A-46BC-A20B-0542FBAAE076}" type="presParOf" srcId="{E35A2A3B-F150-46BC-9FAF-3F40B1D9BC0A}" destId="{A54D3ACC-461F-4DB2-9D48-238A2B3E4A92}" srcOrd="1" destOrd="0" presId="urn:microsoft.com/office/officeart/2005/8/layout/orgChart1"/>
    <dgm:cxn modelId="{DE04AC01-4358-4292-A334-1E1B4E6A342C}" type="presParOf" srcId="{A54D3ACC-461F-4DB2-9D48-238A2B3E4A92}" destId="{944BD145-2C0B-4F25-A211-9599166372F3}" srcOrd="0" destOrd="0" presId="urn:microsoft.com/office/officeart/2005/8/layout/orgChart1"/>
    <dgm:cxn modelId="{E1332AD5-8282-4F91-B1CA-E6E663B15E9C}" type="presParOf" srcId="{944BD145-2C0B-4F25-A211-9599166372F3}" destId="{BF89C0B5-8747-40E9-A445-48A5A3085152}" srcOrd="0" destOrd="0" presId="urn:microsoft.com/office/officeart/2005/8/layout/orgChart1"/>
    <dgm:cxn modelId="{92923B9A-FEC0-49C5-975A-CF37050CECAD}" type="presParOf" srcId="{944BD145-2C0B-4F25-A211-9599166372F3}" destId="{12E60E7E-A76C-4BA7-958C-CBCCD9F19C35}" srcOrd="1" destOrd="0" presId="urn:microsoft.com/office/officeart/2005/8/layout/orgChart1"/>
    <dgm:cxn modelId="{D567858B-9C3D-4524-92C6-11273BD75C1C}" type="presParOf" srcId="{A54D3ACC-461F-4DB2-9D48-238A2B3E4A92}" destId="{12E0C57F-97A1-4479-ADE9-99181FB0FDAB}" srcOrd="1" destOrd="0" presId="urn:microsoft.com/office/officeart/2005/8/layout/orgChart1"/>
    <dgm:cxn modelId="{7E04C18B-49F0-40C1-BAEC-6FF3F78E360E}" type="presParOf" srcId="{12E0C57F-97A1-4479-ADE9-99181FB0FDAB}" destId="{CF2E5BA6-E1A7-4437-A8CA-9DA7507706C0}" srcOrd="0" destOrd="0" presId="urn:microsoft.com/office/officeart/2005/8/layout/orgChart1"/>
    <dgm:cxn modelId="{DA4F890F-2E80-4D14-9052-DD74BE174EAD}" type="presParOf" srcId="{12E0C57F-97A1-4479-ADE9-99181FB0FDAB}" destId="{C84C913D-F1F6-4CF1-96BC-ED08B850148B}" srcOrd="1" destOrd="0" presId="urn:microsoft.com/office/officeart/2005/8/layout/orgChart1"/>
    <dgm:cxn modelId="{59D7E530-DAA7-4F9B-AD0E-97E3A7ED1431}" type="presParOf" srcId="{C84C913D-F1F6-4CF1-96BC-ED08B850148B}" destId="{08D63FF6-C52C-4E89-8465-404D3054D9F1}" srcOrd="0" destOrd="0" presId="urn:microsoft.com/office/officeart/2005/8/layout/orgChart1"/>
    <dgm:cxn modelId="{BA59E23A-39D2-4C23-92D6-5CDBF0A351A4}" type="presParOf" srcId="{08D63FF6-C52C-4E89-8465-404D3054D9F1}" destId="{FE7CC064-5E80-413F-83A8-7CA77419E368}" srcOrd="0" destOrd="0" presId="urn:microsoft.com/office/officeart/2005/8/layout/orgChart1"/>
    <dgm:cxn modelId="{6D250A33-DA1F-4D51-99EF-A2B2224AB951}" type="presParOf" srcId="{08D63FF6-C52C-4E89-8465-404D3054D9F1}" destId="{24507879-A6E2-4262-8192-214CF0CC89FE}" srcOrd="1" destOrd="0" presId="urn:microsoft.com/office/officeart/2005/8/layout/orgChart1"/>
    <dgm:cxn modelId="{F9A0D561-0AC4-4D0B-9877-BC21FD29406A}" type="presParOf" srcId="{C84C913D-F1F6-4CF1-96BC-ED08B850148B}" destId="{E3566AF7-210A-49B2-B3D3-0068C19A8472}" srcOrd="1" destOrd="0" presId="urn:microsoft.com/office/officeart/2005/8/layout/orgChart1"/>
    <dgm:cxn modelId="{488E57BE-D7E9-4B94-B49E-DC4C35053D90}" type="presParOf" srcId="{E3566AF7-210A-49B2-B3D3-0068C19A8472}" destId="{7D0080CD-E10C-4A25-B0C6-9ADC80794D89}" srcOrd="0" destOrd="0" presId="urn:microsoft.com/office/officeart/2005/8/layout/orgChart1"/>
    <dgm:cxn modelId="{B7DF01E9-6FC7-4CEB-9340-338427ADD9CE}" type="presParOf" srcId="{E3566AF7-210A-49B2-B3D3-0068C19A8472}" destId="{EEDA518A-90CB-40CD-A12D-66E3D4F8CB09}" srcOrd="1" destOrd="0" presId="urn:microsoft.com/office/officeart/2005/8/layout/orgChart1"/>
    <dgm:cxn modelId="{BE88E6C5-AEDD-4BE0-B1A7-8B508F3D1F96}" type="presParOf" srcId="{EEDA518A-90CB-40CD-A12D-66E3D4F8CB09}" destId="{6F78B6CB-29BD-4E6E-B8F8-B55B02893198}" srcOrd="0" destOrd="0" presId="urn:microsoft.com/office/officeart/2005/8/layout/orgChart1"/>
    <dgm:cxn modelId="{4DCADEEA-A000-44E6-9000-E37A33BE2D19}" type="presParOf" srcId="{6F78B6CB-29BD-4E6E-B8F8-B55B02893198}" destId="{18352E14-DB19-420D-850C-54566AC1A26B}" srcOrd="0" destOrd="0" presId="urn:microsoft.com/office/officeart/2005/8/layout/orgChart1"/>
    <dgm:cxn modelId="{615CE908-9193-469C-9C84-A192F45FFAA4}" type="presParOf" srcId="{6F78B6CB-29BD-4E6E-B8F8-B55B02893198}" destId="{4628A8EF-F09C-4A11-99A1-8C279DECDBBB}" srcOrd="1" destOrd="0" presId="urn:microsoft.com/office/officeart/2005/8/layout/orgChart1"/>
    <dgm:cxn modelId="{7D81CC7C-52F8-4D7F-B26D-A58410309E7C}" type="presParOf" srcId="{EEDA518A-90CB-40CD-A12D-66E3D4F8CB09}" destId="{12CBFA7A-A5F1-47E1-96BB-E1BB64107289}" srcOrd="1" destOrd="0" presId="urn:microsoft.com/office/officeart/2005/8/layout/orgChart1"/>
    <dgm:cxn modelId="{823ECCD8-8F72-40EF-ACE9-C0C4081D3017}" type="presParOf" srcId="{EEDA518A-90CB-40CD-A12D-66E3D4F8CB09}" destId="{7E4716BB-4F94-4312-9D47-7F7F6CEF5D80}" srcOrd="2" destOrd="0" presId="urn:microsoft.com/office/officeart/2005/8/layout/orgChart1"/>
    <dgm:cxn modelId="{39A6E391-B2B3-4F45-8863-3ED890E0C4C0}" type="presParOf" srcId="{E3566AF7-210A-49B2-B3D3-0068C19A8472}" destId="{07AF48FB-BF8C-4121-8B93-5F083E823D43}" srcOrd="2" destOrd="0" presId="urn:microsoft.com/office/officeart/2005/8/layout/orgChart1"/>
    <dgm:cxn modelId="{BA550AEB-5569-4692-8419-31DEFE516429}" type="presParOf" srcId="{E3566AF7-210A-49B2-B3D3-0068C19A8472}" destId="{7E09C0B9-5A45-44C5-B11F-9E51377BAF53}" srcOrd="3" destOrd="0" presId="urn:microsoft.com/office/officeart/2005/8/layout/orgChart1"/>
    <dgm:cxn modelId="{A9C1C42E-29A0-47D0-BD89-FB52B7FEC302}" type="presParOf" srcId="{7E09C0B9-5A45-44C5-B11F-9E51377BAF53}" destId="{AD310293-3E92-4A80-9F2B-9F1F1D1F1CA3}" srcOrd="0" destOrd="0" presId="urn:microsoft.com/office/officeart/2005/8/layout/orgChart1"/>
    <dgm:cxn modelId="{2C5F3D4C-C195-4329-8B00-A616B203F6EB}" type="presParOf" srcId="{AD310293-3E92-4A80-9F2B-9F1F1D1F1CA3}" destId="{8B5FCCF1-7DB8-49E7-8F95-CEC79D834216}" srcOrd="0" destOrd="0" presId="urn:microsoft.com/office/officeart/2005/8/layout/orgChart1"/>
    <dgm:cxn modelId="{D50EA1D0-E840-468D-A32D-752BC097660C}" type="presParOf" srcId="{AD310293-3E92-4A80-9F2B-9F1F1D1F1CA3}" destId="{3648A127-3599-4F54-8142-96A630927F3D}" srcOrd="1" destOrd="0" presId="urn:microsoft.com/office/officeart/2005/8/layout/orgChart1"/>
    <dgm:cxn modelId="{01D38824-8095-4E29-BE03-014EB0B6BC12}" type="presParOf" srcId="{7E09C0B9-5A45-44C5-B11F-9E51377BAF53}" destId="{D8049313-F096-4EE1-8225-45795BC6C83B}" srcOrd="1" destOrd="0" presId="urn:microsoft.com/office/officeart/2005/8/layout/orgChart1"/>
    <dgm:cxn modelId="{A5411410-F5BE-411C-B9B5-85C9AC1872FE}" type="presParOf" srcId="{7E09C0B9-5A45-44C5-B11F-9E51377BAF53}" destId="{EA19CDA1-5BF8-46DE-8536-F2CA4D01177C}" srcOrd="2" destOrd="0" presId="urn:microsoft.com/office/officeart/2005/8/layout/orgChart1"/>
    <dgm:cxn modelId="{08FDAA67-417B-4DBC-BC48-14E30D8EFDC9}" type="presParOf" srcId="{C84C913D-F1F6-4CF1-96BC-ED08B850148B}" destId="{CF422838-19C1-4455-B220-FA0D4EE7A852}" srcOrd="2" destOrd="0" presId="urn:microsoft.com/office/officeart/2005/8/layout/orgChart1"/>
    <dgm:cxn modelId="{B12B3C11-0F68-4437-A421-C3E316351425}" type="presParOf" srcId="{12E0C57F-97A1-4479-ADE9-99181FB0FDAB}" destId="{486A3C42-25AD-4419-B6F2-DB5D494DB654}" srcOrd="2" destOrd="0" presId="urn:microsoft.com/office/officeart/2005/8/layout/orgChart1"/>
    <dgm:cxn modelId="{72D7AB6C-FFC5-4740-96D0-32A6E6A4A03E}" type="presParOf" srcId="{12E0C57F-97A1-4479-ADE9-99181FB0FDAB}" destId="{7C78191F-151B-44EC-865E-A4B02304E2D1}" srcOrd="3" destOrd="0" presId="urn:microsoft.com/office/officeart/2005/8/layout/orgChart1"/>
    <dgm:cxn modelId="{B663BFE7-EB06-4E43-B3F8-9AF48A8D781D}" type="presParOf" srcId="{7C78191F-151B-44EC-865E-A4B02304E2D1}" destId="{F2E98745-2472-46D6-8E50-9C9A47CEC89B}" srcOrd="0" destOrd="0" presId="urn:microsoft.com/office/officeart/2005/8/layout/orgChart1"/>
    <dgm:cxn modelId="{5100E4C9-12B2-4B0E-B615-4E8C8D847750}" type="presParOf" srcId="{F2E98745-2472-46D6-8E50-9C9A47CEC89B}" destId="{A74447A1-944A-481C-BA6D-62343284CB66}" srcOrd="0" destOrd="0" presId="urn:microsoft.com/office/officeart/2005/8/layout/orgChart1"/>
    <dgm:cxn modelId="{BE295628-3BEE-4C92-89B3-C7B05B6204B5}" type="presParOf" srcId="{F2E98745-2472-46D6-8E50-9C9A47CEC89B}" destId="{41C50B93-F975-4D2C-8EBB-8020067AD3E1}" srcOrd="1" destOrd="0" presId="urn:microsoft.com/office/officeart/2005/8/layout/orgChart1"/>
    <dgm:cxn modelId="{F6CFA94C-C568-4E6B-B17C-E0835B8CC9EF}" type="presParOf" srcId="{7C78191F-151B-44EC-865E-A4B02304E2D1}" destId="{07D18234-CE05-4C99-92E3-4DFBF9BAFF85}" srcOrd="1" destOrd="0" presId="urn:microsoft.com/office/officeart/2005/8/layout/orgChart1"/>
    <dgm:cxn modelId="{70B877D2-5700-4192-BE89-AEF7E541030A}" type="presParOf" srcId="{07D18234-CE05-4C99-92E3-4DFBF9BAFF85}" destId="{3C2FAB16-1564-4EE9-858E-739904B895F3}" srcOrd="0" destOrd="0" presId="urn:microsoft.com/office/officeart/2005/8/layout/orgChart1"/>
    <dgm:cxn modelId="{E422291A-B25B-4416-BC72-EF61C2669555}" type="presParOf" srcId="{07D18234-CE05-4C99-92E3-4DFBF9BAFF85}" destId="{4E08A5F2-5CD0-4BA6-BD7C-12CBD17CBA24}" srcOrd="1" destOrd="0" presId="urn:microsoft.com/office/officeart/2005/8/layout/orgChart1"/>
    <dgm:cxn modelId="{F5834CF6-F621-40AC-BB05-DB460FB57E72}" type="presParOf" srcId="{4E08A5F2-5CD0-4BA6-BD7C-12CBD17CBA24}" destId="{0A904C39-8F13-4FE8-8C0B-697D9C1F493F}" srcOrd="0" destOrd="0" presId="urn:microsoft.com/office/officeart/2005/8/layout/orgChart1"/>
    <dgm:cxn modelId="{708013F5-DE93-44AB-9E35-ABEC15E64BF3}" type="presParOf" srcId="{0A904C39-8F13-4FE8-8C0B-697D9C1F493F}" destId="{5ED406CE-AAFC-4153-93B2-1A968BDF38D1}" srcOrd="0" destOrd="0" presId="urn:microsoft.com/office/officeart/2005/8/layout/orgChart1"/>
    <dgm:cxn modelId="{70C259DF-EBA4-4150-A6C9-65AD19E0BEEB}" type="presParOf" srcId="{0A904C39-8F13-4FE8-8C0B-697D9C1F493F}" destId="{10AE62A3-989E-4656-8734-F5E83241D74E}" srcOrd="1" destOrd="0" presId="urn:microsoft.com/office/officeart/2005/8/layout/orgChart1"/>
    <dgm:cxn modelId="{640216CB-5030-42FD-8E84-2915641244E6}" type="presParOf" srcId="{4E08A5F2-5CD0-4BA6-BD7C-12CBD17CBA24}" destId="{22EB77E5-D527-48CE-9CFC-BD3DA2E1023A}" srcOrd="1" destOrd="0" presId="urn:microsoft.com/office/officeart/2005/8/layout/orgChart1"/>
    <dgm:cxn modelId="{67D357C3-A1F2-4252-BDFD-44C9EC389450}" type="presParOf" srcId="{4E08A5F2-5CD0-4BA6-BD7C-12CBD17CBA24}" destId="{3CB8BAFB-E5E8-4B31-8FC8-A9442A792204}" srcOrd="2" destOrd="0" presId="urn:microsoft.com/office/officeart/2005/8/layout/orgChart1"/>
    <dgm:cxn modelId="{D72826F1-B156-4B3D-A0D3-EC1291200AF7}" type="presParOf" srcId="{07D18234-CE05-4C99-92E3-4DFBF9BAFF85}" destId="{731507F5-B168-4C7E-8148-214D2648208F}" srcOrd="2" destOrd="0" presId="urn:microsoft.com/office/officeart/2005/8/layout/orgChart1"/>
    <dgm:cxn modelId="{587F119F-889B-4486-8C6B-81E0C6794520}" type="presParOf" srcId="{07D18234-CE05-4C99-92E3-4DFBF9BAFF85}" destId="{C383DD93-2B35-4DBB-8F9C-5AFCB0DFC35F}" srcOrd="3" destOrd="0" presId="urn:microsoft.com/office/officeart/2005/8/layout/orgChart1"/>
    <dgm:cxn modelId="{34B6CD0F-0285-49DC-B4BC-CB753C793602}" type="presParOf" srcId="{C383DD93-2B35-4DBB-8F9C-5AFCB0DFC35F}" destId="{A74F36BF-901D-4BF8-B0F0-E5186DD6F12A}" srcOrd="0" destOrd="0" presId="urn:microsoft.com/office/officeart/2005/8/layout/orgChart1"/>
    <dgm:cxn modelId="{3B55AD5C-C656-4A47-A749-54A8E3174142}" type="presParOf" srcId="{A74F36BF-901D-4BF8-B0F0-E5186DD6F12A}" destId="{9A7E9305-2976-44EB-80F2-D54120A8D440}" srcOrd="0" destOrd="0" presId="urn:microsoft.com/office/officeart/2005/8/layout/orgChart1"/>
    <dgm:cxn modelId="{F02DACC2-85AC-4004-A5CC-D00810DAF418}" type="presParOf" srcId="{A74F36BF-901D-4BF8-B0F0-E5186DD6F12A}" destId="{1EE9ED64-01B2-4710-B955-6A66FD6C9F3C}" srcOrd="1" destOrd="0" presId="urn:microsoft.com/office/officeart/2005/8/layout/orgChart1"/>
    <dgm:cxn modelId="{8F6D31E0-1B86-47D9-B92B-1D898174AD72}" type="presParOf" srcId="{C383DD93-2B35-4DBB-8F9C-5AFCB0DFC35F}" destId="{17B02F06-711C-4D78-BF0B-99C2F45C0712}" srcOrd="1" destOrd="0" presId="urn:microsoft.com/office/officeart/2005/8/layout/orgChart1"/>
    <dgm:cxn modelId="{376C645D-0DCD-446E-80BE-0C799148EE01}" type="presParOf" srcId="{C383DD93-2B35-4DBB-8F9C-5AFCB0DFC35F}" destId="{B576070C-823C-45FF-BD97-9FF4FFCD560D}" srcOrd="2" destOrd="0" presId="urn:microsoft.com/office/officeart/2005/8/layout/orgChart1"/>
    <dgm:cxn modelId="{2B37FD3C-DD44-44C6-87F7-7A2C93F5BFE6}" type="presParOf" srcId="{07D18234-CE05-4C99-92E3-4DFBF9BAFF85}" destId="{01B2E631-E2E2-41B5-A56C-DC49E64D5751}" srcOrd="4" destOrd="0" presId="urn:microsoft.com/office/officeart/2005/8/layout/orgChart1"/>
    <dgm:cxn modelId="{E278BD9E-D769-4441-8E10-1F04BBE4F4E8}" type="presParOf" srcId="{07D18234-CE05-4C99-92E3-4DFBF9BAFF85}" destId="{3C8751F8-88DE-4ED6-BA64-EEEFDD3A7FE1}" srcOrd="5" destOrd="0" presId="urn:microsoft.com/office/officeart/2005/8/layout/orgChart1"/>
    <dgm:cxn modelId="{B4F257C6-A70E-413D-9741-2A7430D4B02C}" type="presParOf" srcId="{3C8751F8-88DE-4ED6-BA64-EEEFDD3A7FE1}" destId="{75012475-068D-4DF4-97D7-D49A29B377DC}" srcOrd="0" destOrd="0" presId="urn:microsoft.com/office/officeart/2005/8/layout/orgChart1"/>
    <dgm:cxn modelId="{80424116-41E6-450A-B57F-D3E69EEE1448}" type="presParOf" srcId="{75012475-068D-4DF4-97D7-D49A29B377DC}" destId="{2D7835EA-2EE0-447A-AEF6-DF168F7B0600}" srcOrd="0" destOrd="0" presId="urn:microsoft.com/office/officeart/2005/8/layout/orgChart1"/>
    <dgm:cxn modelId="{B4277E06-1B5A-4A82-AC12-D8848AFA05BF}" type="presParOf" srcId="{75012475-068D-4DF4-97D7-D49A29B377DC}" destId="{9D065CE5-FA18-4744-805B-825D2FAB0F07}" srcOrd="1" destOrd="0" presId="urn:microsoft.com/office/officeart/2005/8/layout/orgChart1"/>
    <dgm:cxn modelId="{972C7180-8951-4E65-A4DD-C968DF2F6F21}" type="presParOf" srcId="{3C8751F8-88DE-4ED6-BA64-EEEFDD3A7FE1}" destId="{3E8ECB7A-12C9-4EF3-9FBE-198F4F08BC30}" srcOrd="1" destOrd="0" presId="urn:microsoft.com/office/officeart/2005/8/layout/orgChart1"/>
    <dgm:cxn modelId="{0384454C-84F1-4064-A5E7-1B1D8030C92F}" type="presParOf" srcId="{3C8751F8-88DE-4ED6-BA64-EEEFDD3A7FE1}" destId="{B8BA1066-1EF8-4008-B8F2-60ED145C4D70}" srcOrd="2" destOrd="0" presId="urn:microsoft.com/office/officeart/2005/8/layout/orgChart1"/>
    <dgm:cxn modelId="{82E347B3-5B1D-48CD-8E84-6C3054908123}" type="presParOf" srcId="{07D18234-CE05-4C99-92E3-4DFBF9BAFF85}" destId="{4156A5F4-2F55-45FC-8298-CDFD564FBFA7}" srcOrd="6" destOrd="0" presId="urn:microsoft.com/office/officeart/2005/8/layout/orgChart1"/>
    <dgm:cxn modelId="{1D6D9DB6-E029-4016-8EE5-E725443A0916}" type="presParOf" srcId="{07D18234-CE05-4C99-92E3-4DFBF9BAFF85}" destId="{3688A60E-3002-4D9D-ACF9-2056FF0A0143}" srcOrd="7" destOrd="0" presId="urn:microsoft.com/office/officeart/2005/8/layout/orgChart1"/>
    <dgm:cxn modelId="{B1E8EB4D-4D1A-4213-911C-BE501FA5A06A}" type="presParOf" srcId="{3688A60E-3002-4D9D-ACF9-2056FF0A0143}" destId="{81483ECF-10D3-4180-84BF-EEFADE0A978D}" srcOrd="0" destOrd="0" presId="urn:microsoft.com/office/officeart/2005/8/layout/orgChart1"/>
    <dgm:cxn modelId="{A41E2367-B4C4-4F75-89F6-080280C86413}" type="presParOf" srcId="{81483ECF-10D3-4180-84BF-EEFADE0A978D}" destId="{14EEEA57-8225-4351-9A93-2D360E78FED9}" srcOrd="0" destOrd="0" presId="urn:microsoft.com/office/officeart/2005/8/layout/orgChart1"/>
    <dgm:cxn modelId="{30735C6E-8A8D-47D7-9D76-5F48EA816E71}" type="presParOf" srcId="{81483ECF-10D3-4180-84BF-EEFADE0A978D}" destId="{47A4B6C0-C324-45BF-AF7E-E3D1852C2A41}" srcOrd="1" destOrd="0" presId="urn:microsoft.com/office/officeart/2005/8/layout/orgChart1"/>
    <dgm:cxn modelId="{D7D8890A-9FF6-4497-ADD6-65AC711E37D2}" type="presParOf" srcId="{3688A60E-3002-4D9D-ACF9-2056FF0A0143}" destId="{74CC8984-1726-427D-B105-C92FC8B83DDF}" srcOrd="1" destOrd="0" presId="urn:microsoft.com/office/officeart/2005/8/layout/orgChart1"/>
    <dgm:cxn modelId="{590C1167-EA68-4CF9-8A85-7E48FA47D4C4}" type="presParOf" srcId="{3688A60E-3002-4D9D-ACF9-2056FF0A0143}" destId="{66DD7881-C5E1-4D73-A87B-66C8E5D126E6}" srcOrd="2" destOrd="0" presId="urn:microsoft.com/office/officeart/2005/8/layout/orgChart1"/>
    <dgm:cxn modelId="{2686422E-CA3C-4BE6-8FB2-CDC6836EE17B}" type="presParOf" srcId="{07D18234-CE05-4C99-92E3-4DFBF9BAFF85}" destId="{B1A37A11-D62B-4D56-BA7C-0803C4D3625E}" srcOrd="8" destOrd="0" presId="urn:microsoft.com/office/officeart/2005/8/layout/orgChart1"/>
    <dgm:cxn modelId="{0764EB50-1A5D-45F8-AFB6-0690422F598B}" type="presParOf" srcId="{07D18234-CE05-4C99-92E3-4DFBF9BAFF85}" destId="{44A49189-95A3-4F39-B70A-208357CF2E99}" srcOrd="9" destOrd="0" presId="urn:microsoft.com/office/officeart/2005/8/layout/orgChart1"/>
    <dgm:cxn modelId="{3803935D-4E3C-4BEF-B66A-0F056E659201}" type="presParOf" srcId="{44A49189-95A3-4F39-B70A-208357CF2E99}" destId="{C4BE40E8-DA87-4FA4-8F24-8042962AE28F}" srcOrd="0" destOrd="0" presId="urn:microsoft.com/office/officeart/2005/8/layout/orgChart1"/>
    <dgm:cxn modelId="{3A1D9518-4734-4BC0-8CCC-D5B7DDA53FF9}" type="presParOf" srcId="{C4BE40E8-DA87-4FA4-8F24-8042962AE28F}" destId="{F699486A-1E23-477A-A5DE-5E444D7F33F3}" srcOrd="0" destOrd="0" presId="urn:microsoft.com/office/officeart/2005/8/layout/orgChart1"/>
    <dgm:cxn modelId="{4707B5D1-397F-4D56-96DD-88EA7396487D}" type="presParOf" srcId="{C4BE40E8-DA87-4FA4-8F24-8042962AE28F}" destId="{2B19783A-BCD5-407D-9115-B272532824BD}" srcOrd="1" destOrd="0" presId="urn:microsoft.com/office/officeart/2005/8/layout/orgChart1"/>
    <dgm:cxn modelId="{B57E9975-166B-4D54-8270-331B6EC64A11}" type="presParOf" srcId="{44A49189-95A3-4F39-B70A-208357CF2E99}" destId="{4D3CD2BD-5EE7-4874-8107-20279DF6737B}" srcOrd="1" destOrd="0" presId="urn:microsoft.com/office/officeart/2005/8/layout/orgChart1"/>
    <dgm:cxn modelId="{3FF188A2-F661-43BF-A46F-5A36D113FF07}" type="presParOf" srcId="{44A49189-95A3-4F39-B70A-208357CF2E99}" destId="{1BD2F989-2838-46F6-A648-3E646C57487C}" srcOrd="2" destOrd="0" presId="urn:microsoft.com/office/officeart/2005/8/layout/orgChart1"/>
    <dgm:cxn modelId="{50FB54B2-E47B-4337-B6E1-7BD7BE0FE27D}" type="presParOf" srcId="{7C78191F-151B-44EC-865E-A4B02304E2D1}" destId="{D8E8A63E-6620-4355-ACA8-16F5D1FA100B}" srcOrd="2" destOrd="0" presId="urn:microsoft.com/office/officeart/2005/8/layout/orgChart1"/>
    <dgm:cxn modelId="{26DA233B-233E-41A3-9D6F-0226D96048D2}" type="presParOf" srcId="{A54D3ACC-461F-4DB2-9D48-238A2B3E4A92}" destId="{6361AF3F-B269-45D1-82B1-AD851CD21B53}" srcOrd="2" destOrd="0" presId="urn:microsoft.com/office/officeart/2005/8/layout/orgChart1"/>
    <dgm:cxn modelId="{DCC331FA-4D09-4DF7-ACF1-13F71F1C762A}" type="presParOf" srcId="{E35A2A3B-F150-46BC-9FAF-3F40B1D9BC0A}" destId="{D362ACA6-2203-4D7F-8AEF-3C25644D18CB}" srcOrd="2" destOrd="0" presId="urn:microsoft.com/office/officeart/2005/8/layout/orgChart1"/>
    <dgm:cxn modelId="{E74E4196-6993-4C99-A11B-A909F3B201B9}" type="presParOf" srcId="{E35A2A3B-F150-46BC-9FAF-3F40B1D9BC0A}" destId="{FC48680E-BD40-48CC-A92B-35F8145AC359}" srcOrd="3" destOrd="0" presId="urn:microsoft.com/office/officeart/2005/8/layout/orgChart1"/>
    <dgm:cxn modelId="{F7E1E18C-D4F3-483D-A577-AAE34EED116F}" type="presParOf" srcId="{FC48680E-BD40-48CC-A92B-35F8145AC359}" destId="{0C6ACD58-E08B-4DD7-A81F-D98B32B29AC2}" srcOrd="0" destOrd="0" presId="urn:microsoft.com/office/officeart/2005/8/layout/orgChart1"/>
    <dgm:cxn modelId="{C1B375D4-F3BC-4BD7-AB32-5CA8A4BEC3C6}" type="presParOf" srcId="{0C6ACD58-E08B-4DD7-A81F-D98B32B29AC2}" destId="{C2C99EB7-10E7-4AB8-BC05-E7C34466FB02}" srcOrd="0" destOrd="0" presId="urn:microsoft.com/office/officeart/2005/8/layout/orgChart1"/>
    <dgm:cxn modelId="{EA3654D3-E03C-4B49-A760-15983D57E704}" type="presParOf" srcId="{0C6ACD58-E08B-4DD7-A81F-D98B32B29AC2}" destId="{10AF6047-3FAF-4347-B5BA-312C5B84A654}" srcOrd="1" destOrd="0" presId="urn:microsoft.com/office/officeart/2005/8/layout/orgChart1"/>
    <dgm:cxn modelId="{8521D62B-AAFD-4844-92FD-CE319285692D}" type="presParOf" srcId="{FC48680E-BD40-48CC-A92B-35F8145AC359}" destId="{14162546-9382-4E8A-89ED-C18FADF32BD9}" srcOrd="1" destOrd="0" presId="urn:microsoft.com/office/officeart/2005/8/layout/orgChart1"/>
    <dgm:cxn modelId="{88308AA6-F054-493F-AEDA-109101B552F5}" type="presParOf" srcId="{14162546-9382-4E8A-89ED-C18FADF32BD9}" destId="{BC0E38FC-C375-4CD6-9056-1AFC5362B920}" srcOrd="0" destOrd="0" presId="urn:microsoft.com/office/officeart/2005/8/layout/orgChart1"/>
    <dgm:cxn modelId="{5F5BB540-DF16-437E-8DDE-194F4289A933}" type="presParOf" srcId="{14162546-9382-4E8A-89ED-C18FADF32BD9}" destId="{4305040B-7D95-435C-8AA2-A67239C78C70}" srcOrd="1" destOrd="0" presId="urn:microsoft.com/office/officeart/2005/8/layout/orgChart1"/>
    <dgm:cxn modelId="{F34E7D7E-57FE-4730-A1EA-83EB887641F2}" type="presParOf" srcId="{4305040B-7D95-435C-8AA2-A67239C78C70}" destId="{1B7067AA-F2F0-4BB5-B7F1-212C357F6B81}" srcOrd="0" destOrd="0" presId="urn:microsoft.com/office/officeart/2005/8/layout/orgChart1"/>
    <dgm:cxn modelId="{C05DC80D-6D5B-4930-AD93-E42DE7D8A44B}" type="presParOf" srcId="{1B7067AA-F2F0-4BB5-B7F1-212C357F6B81}" destId="{EE1E3B58-C7C8-461B-AB33-DEB261FBAF4E}" srcOrd="0" destOrd="0" presId="urn:microsoft.com/office/officeart/2005/8/layout/orgChart1"/>
    <dgm:cxn modelId="{2AD36FF1-7757-4EA0-AAC5-8626C1862300}" type="presParOf" srcId="{1B7067AA-F2F0-4BB5-B7F1-212C357F6B81}" destId="{5F00BF57-166C-4A2F-910B-78259C159B77}" srcOrd="1" destOrd="0" presId="urn:microsoft.com/office/officeart/2005/8/layout/orgChart1"/>
    <dgm:cxn modelId="{2D3EBE98-4EF1-450F-BA36-3296601C7835}" type="presParOf" srcId="{4305040B-7D95-435C-8AA2-A67239C78C70}" destId="{F2504BD0-29BB-40FB-98DF-180926407927}" srcOrd="1" destOrd="0" presId="urn:microsoft.com/office/officeart/2005/8/layout/orgChart1"/>
    <dgm:cxn modelId="{51801DAC-A5C5-478D-A114-DB765B802276}" type="presParOf" srcId="{F2504BD0-29BB-40FB-98DF-180926407927}" destId="{A7186CDC-F5B2-472A-90D0-871D30076B2E}" srcOrd="0" destOrd="0" presId="urn:microsoft.com/office/officeart/2005/8/layout/orgChart1"/>
    <dgm:cxn modelId="{46581DF3-F429-47C1-9E48-463E910C333F}" type="presParOf" srcId="{F2504BD0-29BB-40FB-98DF-180926407927}" destId="{E9ADCD78-17D2-48FA-8892-85DADF45D573}" srcOrd="1" destOrd="0" presId="urn:microsoft.com/office/officeart/2005/8/layout/orgChart1"/>
    <dgm:cxn modelId="{378D9215-A567-480E-A794-FE8CB474689A}" type="presParOf" srcId="{E9ADCD78-17D2-48FA-8892-85DADF45D573}" destId="{0073CAE8-2516-44A8-9D1B-810B3714083A}" srcOrd="0" destOrd="0" presId="urn:microsoft.com/office/officeart/2005/8/layout/orgChart1"/>
    <dgm:cxn modelId="{4F910EFE-E157-4CDE-9AD3-585324A609C5}" type="presParOf" srcId="{0073CAE8-2516-44A8-9D1B-810B3714083A}" destId="{0EF6BB72-AD8A-493B-9A6F-F4F9FB3165B3}" srcOrd="0" destOrd="0" presId="urn:microsoft.com/office/officeart/2005/8/layout/orgChart1"/>
    <dgm:cxn modelId="{8BFC2709-4E4E-4F66-A9EB-396F6A4C71FC}" type="presParOf" srcId="{0073CAE8-2516-44A8-9D1B-810B3714083A}" destId="{E6B82545-C8B4-483F-98CB-B6BCAC766E10}" srcOrd="1" destOrd="0" presId="urn:microsoft.com/office/officeart/2005/8/layout/orgChart1"/>
    <dgm:cxn modelId="{96A37914-7630-43C8-983B-96B73EC8CA8F}" type="presParOf" srcId="{E9ADCD78-17D2-48FA-8892-85DADF45D573}" destId="{8EBA5D6C-D6E0-4F55-8D36-F049215D0FA8}" srcOrd="1" destOrd="0" presId="urn:microsoft.com/office/officeart/2005/8/layout/orgChart1"/>
    <dgm:cxn modelId="{93A53B3C-418B-40E6-962D-A021C73722A9}" type="presParOf" srcId="{E9ADCD78-17D2-48FA-8892-85DADF45D573}" destId="{778553CC-4FC7-4FA8-8BCD-623DB41B8758}" srcOrd="2" destOrd="0" presId="urn:microsoft.com/office/officeart/2005/8/layout/orgChart1"/>
    <dgm:cxn modelId="{18EDFE6A-CE8C-4963-B02C-92F01D3F8B7B}" type="presParOf" srcId="{F2504BD0-29BB-40FB-98DF-180926407927}" destId="{11E0B9B5-9684-4062-972E-210A1F176AA0}" srcOrd="2" destOrd="0" presId="urn:microsoft.com/office/officeart/2005/8/layout/orgChart1"/>
    <dgm:cxn modelId="{D7A96C0E-9D05-4F42-8D91-21FED5F6DD35}" type="presParOf" srcId="{F2504BD0-29BB-40FB-98DF-180926407927}" destId="{C69DB04C-70D5-4216-8623-574FC0E9CE8B}" srcOrd="3" destOrd="0" presId="urn:microsoft.com/office/officeart/2005/8/layout/orgChart1"/>
    <dgm:cxn modelId="{FA9C0080-26A0-48DC-9844-047B22C9F688}" type="presParOf" srcId="{C69DB04C-70D5-4216-8623-574FC0E9CE8B}" destId="{14C42376-1C6C-48C6-8B58-49C21192955A}" srcOrd="0" destOrd="0" presId="urn:microsoft.com/office/officeart/2005/8/layout/orgChart1"/>
    <dgm:cxn modelId="{6EFE711C-36CB-4F0C-B600-33D1FEA025CF}" type="presParOf" srcId="{14C42376-1C6C-48C6-8B58-49C21192955A}" destId="{4C5DFBB1-1397-41F3-9CA5-E15097F1DC69}" srcOrd="0" destOrd="0" presId="urn:microsoft.com/office/officeart/2005/8/layout/orgChart1"/>
    <dgm:cxn modelId="{CF5CD14B-5136-4B58-BEFC-329A465E2008}" type="presParOf" srcId="{14C42376-1C6C-48C6-8B58-49C21192955A}" destId="{85F216ED-4A14-4B10-BA82-8CE156A77AC7}" srcOrd="1" destOrd="0" presId="urn:microsoft.com/office/officeart/2005/8/layout/orgChart1"/>
    <dgm:cxn modelId="{E66D6FCF-236E-4B1D-8166-5FB9E6757DF2}" type="presParOf" srcId="{C69DB04C-70D5-4216-8623-574FC0E9CE8B}" destId="{9ADA4C04-9F05-48C2-B0D2-8B66E2E83F35}" srcOrd="1" destOrd="0" presId="urn:microsoft.com/office/officeart/2005/8/layout/orgChart1"/>
    <dgm:cxn modelId="{2DB1BF1D-9E5B-4641-A5EC-1AFF124F54E4}" type="presParOf" srcId="{C69DB04C-70D5-4216-8623-574FC0E9CE8B}" destId="{3F85A589-FAD8-4A15-8A04-43C68F862F6B}" srcOrd="2" destOrd="0" presId="urn:microsoft.com/office/officeart/2005/8/layout/orgChart1"/>
    <dgm:cxn modelId="{7617EE6A-4314-4275-9DD3-9FD28A3C2072}" type="presParOf" srcId="{4305040B-7D95-435C-8AA2-A67239C78C70}" destId="{FF51967A-B3A9-4C2D-9938-2374C5BD4A8F}" srcOrd="2" destOrd="0" presId="urn:microsoft.com/office/officeart/2005/8/layout/orgChart1"/>
    <dgm:cxn modelId="{97A67E43-A4D4-4479-82C7-350C620B478B}" type="presParOf" srcId="{14162546-9382-4E8A-89ED-C18FADF32BD9}" destId="{C65FF8F6-EDC1-4C05-8BB7-66083BDD38AD}" srcOrd="2" destOrd="0" presId="urn:microsoft.com/office/officeart/2005/8/layout/orgChart1"/>
    <dgm:cxn modelId="{410290F7-1F13-45E4-8DE7-A7F02D6C2434}" type="presParOf" srcId="{14162546-9382-4E8A-89ED-C18FADF32BD9}" destId="{64364E4F-A197-4C45-A53F-0FA652A79F16}" srcOrd="3" destOrd="0" presId="urn:microsoft.com/office/officeart/2005/8/layout/orgChart1"/>
    <dgm:cxn modelId="{DDFD2BBD-C5E5-41F2-8944-05B461A8D5E2}" type="presParOf" srcId="{64364E4F-A197-4C45-A53F-0FA652A79F16}" destId="{3B3DC53A-9285-4E50-89F9-7BC49A199147}" srcOrd="0" destOrd="0" presId="urn:microsoft.com/office/officeart/2005/8/layout/orgChart1"/>
    <dgm:cxn modelId="{39E0192A-AB25-46B3-A43F-274C2AE66403}" type="presParOf" srcId="{3B3DC53A-9285-4E50-89F9-7BC49A199147}" destId="{8AA338C2-039F-46D1-986C-CEA4E69771D2}" srcOrd="0" destOrd="0" presId="urn:microsoft.com/office/officeart/2005/8/layout/orgChart1"/>
    <dgm:cxn modelId="{9BA09F4E-3AF9-43C2-BC0F-6D7B2779CE7D}" type="presParOf" srcId="{3B3DC53A-9285-4E50-89F9-7BC49A199147}" destId="{985C1CF6-DDB1-4D37-9970-1765E7C53225}" srcOrd="1" destOrd="0" presId="urn:microsoft.com/office/officeart/2005/8/layout/orgChart1"/>
    <dgm:cxn modelId="{536BFC6D-E061-4C5A-9D9A-335000886EAA}" type="presParOf" srcId="{64364E4F-A197-4C45-A53F-0FA652A79F16}" destId="{B4907ED9-10A1-4916-9525-5D6BDFA70C0E}" srcOrd="1" destOrd="0" presId="urn:microsoft.com/office/officeart/2005/8/layout/orgChart1"/>
    <dgm:cxn modelId="{400F6C47-8501-4348-AFFD-4B979DCABC39}" type="presParOf" srcId="{B4907ED9-10A1-4916-9525-5D6BDFA70C0E}" destId="{7BAEA16B-E01A-49AF-B45F-6CA49EA91DDA}" srcOrd="0" destOrd="0" presId="urn:microsoft.com/office/officeart/2005/8/layout/orgChart1"/>
    <dgm:cxn modelId="{EF517BC7-041B-4671-A583-982DC1C69463}" type="presParOf" srcId="{B4907ED9-10A1-4916-9525-5D6BDFA70C0E}" destId="{156E3A9E-0B68-4628-8AC9-9C5AC361ED5E}" srcOrd="1" destOrd="0" presId="urn:microsoft.com/office/officeart/2005/8/layout/orgChart1"/>
    <dgm:cxn modelId="{156BD08A-5FB7-40C4-9534-D386C7063D9D}" type="presParOf" srcId="{156E3A9E-0B68-4628-8AC9-9C5AC361ED5E}" destId="{2EC8D229-227B-42FB-B0D7-BD359A5E60E1}" srcOrd="0" destOrd="0" presId="urn:microsoft.com/office/officeart/2005/8/layout/orgChart1"/>
    <dgm:cxn modelId="{89F9CFFD-C650-419F-9973-BC38F22D1D69}" type="presParOf" srcId="{2EC8D229-227B-42FB-B0D7-BD359A5E60E1}" destId="{E01E1B84-1B5F-45CB-A36A-267EFC32C4AC}" srcOrd="0" destOrd="0" presId="urn:microsoft.com/office/officeart/2005/8/layout/orgChart1"/>
    <dgm:cxn modelId="{09950B92-E867-4842-A5AC-E16F2EE8C5A8}" type="presParOf" srcId="{2EC8D229-227B-42FB-B0D7-BD359A5E60E1}" destId="{B3C63C04-BAD3-41E4-999B-D321C00F80BC}" srcOrd="1" destOrd="0" presId="urn:microsoft.com/office/officeart/2005/8/layout/orgChart1"/>
    <dgm:cxn modelId="{94551E7F-904E-4A80-BE27-12E766555A84}" type="presParOf" srcId="{156E3A9E-0B68-4628-8AC9-9C5AC361ED5E}" destId="{932A29A8-7D36-4966-842E-5B949A9554EA}" srcOrd="1" destOrd="0" presId="urn:microsoft.com/office/officeart/2005/8/layout/orgChart1"/>
    <dgm:cxn modelId="{F8A84F20-B039-4B14-A3D4-5D1237D743EA}" type="presParOf" srcId="{156E3A9E-0B68-4628-8AC9-9C5AC361ED5E}" destId="{5BF59B98-4464-4E7C-8F35-DCC6D5F2C2F3}" srcOrd="2" destOrd="0" presId="urn:microsoft.com/office/officeart/2005/8/layout/orgChart1"/>
    <dgm:cxn modelId="{46437577-F878-4A20-85F3-C541B0A1A7BF}" type="presParOf" srcId="{B4907ED9-10A1-4916-9525-5D6BDFA70C0E}" destId="{14A00889-DD9C-46C9-974B-AAF75910A3C7}" srcOrd="2" destOrd="0" presId="urn:microsoft.com/office/officeart/2005/8/layout/orgChart1"/>
    <dgm:cxn modelId="{1E987AD2-2019-459B-B054-8A5412293A43}" type="presParOf" srcId="{B4907ED9-10A1-4916-9525-5D6BDFA70C0E}" destId="{418E42CA-0DF2-4FA7-B5AB-85A81C951B6C}" srcOrd="3" destOrd="0" presId="urn:microsoft.com/office/officeart/2005/8/layout/orgChart1"/>
    <dgm:cxn modelId="{957CE749-7462-47E9-B16D-35CA017A79C0}" type="presParOf" srcId="{418E42CA-0DF2-4FA7-B5AB-85A81C951B6C}" destId="{797A3852-FC9A-4ED0-9F9C-019472CCE327}" srcOrd="0" destOrd="0" presId="urn:microsoft.com/office/officeart/2005/8/layout/orgChart1"/>
    <dgm:cxn modelId="{56DBF132-8330-4ADD-B354-C2F2489838B6}" type="presParOf" srcId="{797A3852-FC9A-4ED0-9F9C-019472CCE327}" destId="{347EA698-66D4-4703-9EE8-3F58353CEA7A}" srcOrd="0" destOrd="0" presId="urn:microsoft.com/office/officeart/2005/8/layout/orgChart1"/>
    <dgm:cxn modelId="{9B12AD60-0301-41B8-8A36-21212EF66CFB}" type="presParOf" srcId="{797A3852-FC9A-4ED0-9F9C-019472CCE327}" destId="{67329BD3-9CB1-4B7C-B9C9-D21A4139F029}" srcOrd="1" destOrd="0" presId="urn:microsoft.com/office/officeart/2005/8/layout/orgChart1"/>
    <dgm:cxn modelId="{451A6F6E-B634-455F-9368-B3578263ADC6}" type="presParOf" srcId="{418E42CA-0DF2-4FA7-B5AB-85A81C951B6C}" destId="{085D4552-2818-4784-B1EB-AA6F4899B072}" srcOrd="1" destOrd="0" presId="urn:microsoft.com/office/officeart/2005/8/layout/orgChart1"/>
    <dgm:cxn modelId="{F8633162-2084-4F35-89BE-784F0204EBF3}" type="presParOf" srcId="{418E42CA-0DF2-4FA7-B5AB-85A81C951B6C}" destId="{0D40A285-B11D-4EBD-AC9C-2883387A6BCF}" srcOrd="2" destOrd="0" presId="urn:microsoft.com/office/officeart/2005/8/layout/orgChart1"/>
    <dgm:cxn modelId="{E54970BE-5ED7-4A28-BFCD-2BFA0A19D7D3}" type="presParOf" srcId="{64364E4F-A197-4C45-A53F-0FA652A79F16}" destId="{165A82FA-FD4D-4926-B4C7-11A646B55D78}" srcOrd="2" destOrd="0" presId="urn:microsoft.com/office/officeart/2005/8/layout/orgChart1"/>
    <dgm:cxn modelId="{FDBBBA67-BC9C-4B2D-9F71-D0CA37611247}" type="presParOf" srcId="{FC48680E-BD40-48CC-A92B-35F8145AC359}" destId="{3E50DBFA-57EE-4BE7-A055-3E74CECC51BB}" srcOrd="2" destOrd="0" presId="urn:microsoft.com/office/officeart/2005/8/layout/orgChart1"/>
    <dgm:cxn modelId="{EAE315C2-3392-43AA-A51E-8E2CE9B0B248}" type="presParOf" srcId="{CF705DFB-6347-442D-9A20-F02D1F6A073B}" destId="{579A8DA1-FEBC-448A-A56D-F0CD31E165E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43EBF99E-D54F-4D2C-A285-243995C0A2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521759AD-7D0A-478C-AAAE-577D5841F504}">
      <dgm:prSet phldrT="[Testo]"/>
      <dgm:spPr>
        <a:solidFill>
          <a:schemeClr val="bg1">
            <a:lumMod val="85000"/>
          </a:schemeClr>
        </a:solidFill>
      </dgm:spPr>
      <dgm:t>
        <a:bodyPr/>
        <a:lstStyle/>
        <a:p>
          <a:r>
            <a:rPr lang="en-US" noProof="0" dirty="0"/>
            <a:t>Management</a:t>
          </a:r>
        </a:p>
        <a:p>
          <a:r>
            <a:rPr lang="en-US" noProof="0" dirty="0"/>
            <a:t>Value </a:t>
          </a:r>
        </a:p>
      </dgm:t>
    </dgm:pt>
    <dgm:pt modelId="{3ADB9DA0-C1A5-4878-B6C4-13DE95514E60}" type="parTrans" cxnId="{EDEEB4D0-FE12-48B3-9B2C-D3CF2647ACE9}">
      <dgm:prSet/>
      <dgm:spPr/>
      <dgm:t>
        <a:bodyPr/>
        <a:lstStyle/>
        <a:p>
          <a:endParaRPr lang="en-US"/>
        </a:p>
      </dgm:t>
    </dgm:pt>
    <dgm:pt modelId="{ADFFA079-DEDE-44C3-A431-2A6A499ED36A}" type="sibTrans" cxnId="{EDEEB4D0-FE12-48B3-9B2C-D3CF2647ACE9}">
      <dgm:prSet/>
      <dgm:spPr/>
      <dgm:t>
        <a:bodyPr/>
        <a:lstStyle/>
        <a:p>
          <a:endParaRPr lang="en-US"/>
        </a:p>
      </dgm:t>
    </dgm:pt>
    <dgm:pt modelId="{6E646033-54E3-4AE8-83A5-F7EFD8310D86}">
      <dgm:prSet phldrT="[Testo]"/>
      <dgm:spPr/>
      <dgm:t>
        <a:bodyPr/>
        <a:lstStyle/>
        <a:p>
          <a:r>
            <a:rPr lang="en-US" noProof="0" dirty="0"/>
            <a:t>Social </a:t>
          </a:r>
        </a:p>
        <a:p>
          <a:r>
            <a:rPr lang="en-US" noProof="0" dirty="0"/>
            <a:t>Value </a:t>
          </a:r>
        </a:p>
      </dgm:t>
    </dgm:pt>
    <dgm:pt modelId="{91CC7CD7-4A85-4608-B88B-6B168A354CD4}" type="parTrans" cxnId="{7C845C28-A4E0-4FE9-A44B-2E4E09D415EB}">
      <dgm:prSet/>
      <dgm:spPr/>
      <dgm:t>
        <a:bodyPr/>
        <a:lstStyle/>
        <a:p>
          <a:endParaRPr lang="en-US"/>
        </a:p>
      </dgm:t>
    </dgm:pt>
    <dgm:pt modelId="{BEBFDEAB-4702-419C-8650-62040FCE9E73}" type="sibTrans" cxnId="{7C845C28-A4E0-4FE9-A44B-2E4E09D415EB}">
      <dgm:prSet/>
      <dgm:spPr/>
      <dgm:t>
        <a:bodyPr/>
        <a:lstStyle/>
        <a:p>
          <a:endParaRPr lang="en-US"/>
        </a:p>
      </dgm:t>
    </dgm:pt>
    <dgm:pt modelId="{0C0AAA80-C153-4DF1-8258-BD38372D7EE4}">
      <dgm:prSet phldrT="[Testo]"/>
      <dgm:spPr/>
      <dgm:t>
        <a:bodyPr/>
        <a:lstStyle/>
        <a:p>
          <a:r>
            <a:rPr lang="en-US" noProof="0" dirty="0"/>
            <a:t>Tangible </a:t>
          </a:r>
        </a:p>
      </dgm:t>
    </dgm:pt>
    <dgm:pt modelId="{ADF363BA-167D-4158-B0F3-1CEBD008EAD9}" type="parTrans" cxnId="{F5943BEA-B6BE-4C4D-A87C-3FE45C956DD8}">
      <dgm:prSet/>
      <dgm:spPr/>
      <dgm:t>
        <a:bodyPr/>
        <a:lstStyle/>
        <a:p>
          <a:endParaRPr lang="en-US"/>
        </a:p>
      </dgm:t>
    </dgm:pt>
    <dgm:pt modelId="{F021F3DC-A6F0-4854-A31D-0D8FFFE7614B}" type="sibTrans" cxnId="{F5943BEA-B6BE-4C4D-A87C-3FE45C956DD8}">
      <dgm:prSet/>
      <dgm:spPr/>
      <dgm:t>
        <a:bodyPr/>
        <a:lstStyle/>
        <a:p>
          <a:endParaRPr lang="en-US"/>
        </a:p>
      </dgm:t>
    </dgm:pt>
    <dgm:pt modelId="{C45EFF9B-ABDC-4E80-9D1C-4274C78C343E}">
      <dgm:prSet phldrT="[Testo]"/>
      <dgm:spPr/>
      <dgm:t>
        <a:bodyPr/>
        <a:lstStyle/>
        <a:p>
          <a:r>
            <a:rPr lang="en-US" noProof="0" dirty="0"/>
            <a:t>Intangible</a:t>
          </a:r>
        </a:p>
      </dgm:t>
    </dgm:pt>
    <dgm:pt modelId="{F9CF05BB-BB85-4E11-AE73-424A23488AC6}" type="parTrans" cxnId="{F697AF6F-8243-46E2-A2C8-4CC7A77DFA65}">
      <dgm:prSet/>
      <dgm:spPr/>
      <dgm:t>
        <a:bodyPr/>
        <a:lstStyle/>
        <a:p>
          <a:endParaRPr lang="en-US"/>
        </a:p>
      </dgm:t>
    </dgm:pt>
    <dgm:pt modelId="{AFF89AE8-1C44-48BD-9BB7-28046C835BB1}" type="sibTrans" cxnId="{F697AF6F-8243-46E2-A2C8-4CC7A77DFA65}">
      <dgm:prSet/>
      <dgm:spPr/>
      <dgm:t>
        <a:bodyPr/>
        <a:lstStyle/>
        <a:p>
          <a:endParaRPr lang="en-US"/>
        </a:p>
      </dgm:t>
    </dgm:pt>
    <dgm:pt modelId="{C7F54B02-C5B2-4BA4-8B09-296D0CB47FAB}">
      <dgm:prSet phldrT="[Testo]"/>
      <dgm:spPr>
        <a:solidFill>
          <a:schemeClr val="bg1">
            <a:lumMod val="85000"/>
          </a:schemeClr>
        </a:solidFill>
      </dgm:spPr>
      <dgm:t>
        <a:bodyPr/>
        <a:lstStyle/>
        <a:p>
          <a:r>
            <a:rPr lang="en-US" noProof="0" dirty="0"/>
            <a:t>Cost saving </a:t>
          </a:r>
        </a:p>
      </dgm:t>
    </dgm:pt>
    <dgm:pt modelId="{3FB8E9D2-2EAB-49FE-8D15-A66F0A47C6E6}" type="parTrans" cxnId="{E0C1BE7C-70DA-44FF-83E6-F5C7E55A8E5C}">
      <dgm:prSet/>
      <dgm:spPr/>
      <dgm:t>
        <a:bodyPr/>
        <a:lstStyle/>
        <a:p>
          <a:endParaRPr lang="en-US"/>
        </a:p>
      </dgm:t>
    </dgm:pt>
    <dgm:pt modelId="{F7FE63CB-4FDB-47CB-80D2-BD9B79AB51C2}" type="sibTrans" cxnId="{E0C1BE7C-70DA-44FF-83E6-F5C7E55A8E5C}">
      <dgm:prSet/>
      <dgm:spPr/>
      <dgm:t>
        <a:bodyPr/>
        <a:lstStyle/>
        <a:p>
          <a:endParaRPr lang="en-US"/>
        </a:p>
      </dgm:t>
    </dgm:pt>
    <dgm:pt modelId="{9FF26249-9E1A-449B-8078-26256079C9AF}">
      <dgm:prSet phldrT="[Testo]"/>
      <dgm:spPr/>
      <dgm:t>
        <a:bodyPr/>
        <a:lstStyle/>
        <a:p>
          <a:r>
            <a:rPr lang="en-US" noProof="0" dirty="0"/>
            <a:t>Sales Increase</a:t>
          </a:r>
        </a:p>
      </dgm:t>
    </dgm:pt>
    <dgm:pt modelId="{AB1C04C4-ECDF-4B11-A3D7-BF178CFD44E1}" type="parTrans" cxnId="{B9099E99-1A35-4F2E-A21C-CEE99612D1D5}">
      <dgm:prSet/>
      <dgm:spPr/>
      <dgm:t>
        <a:bodyPr/>
        <a:lstStyle/>
        <a:p>
          <a:endParaRPr lang="en-US"/>
        </a:p>
      </dgm:t>
    </dgm:pt>
    <dgm:pt modelId="{D29F43C6-8489-4A29-AA6D-DB5CAA14D822}" type="sibTrans" cxnId="{B9099E99-1A35-4F2E-A21C-CEE99612D1D5}">
      <dgm:prSet/>
      <dgm:spPr/>
      <dgm:t>
        <a:bodyPr/>
        <a:lstStyle/>
        <a:p>
          <a:endParaRPr lang="en-US"/>
        </a:p>
      </dgm:t>
    </dgm:pt>
    <dgm:pt modelId="{17412C7C-1C6F-4006-A861-D4776FD3CBC5}">
      <dgm:prSet phldrT="[Testo]"/>
      <dgm:spPr/>
      <dgm:t>
        <a:bodyPr/>
        <a:lstStyle/>
        <a:p>
          <a:r>
            <a:rPr lang="en-US" noProof="0" dirty="0"/>
            <a:t>Image</a:t>
          </a:r>
        </a:p>
      </dgm:t>
    </dgm:pt>
    <dgm:pt modelId="{1237DEAE-D6B5-4140-9664-9DC3095AE2E3}" type="parTrans" cxnId="{CD6DB31F-990C-422C-BF39-17002CC64CF5}">
      <dgm:prSet/>
      <dgm:spPr/>
      <dgm:t>
        <a:bodyPr/>
        <a:lstStyle/>
        <a:p>
          <a:endParaRPr lang="en-US"/>
        </a:p>
      </dgm:t>
    </dgm:pt>
    <dgm:pt modelId="{4F275C0F-D819-4D06-909E-41D09B6E0D01}" type="sibTrans" cxnId="{CD6DB31F-990C-422C-BF39-17002CC64CF5}">
      <dgm:prSet/>
      <dgm:spPr/>
      <dgm:t>
        <a:bodyPr/>
        <a:lstStyle/>
        <a:p>
          <a:endParaRPr lang="en-US"/>
        </a:p>
      </dgm:t>
    </dgm:pt>
    <dgm:pt modelId="{5FD948A9-E9CE-44AC-A1BB-45A57885CEF2}">
      <dgm:prSet phldrT="[Testo]"/>
      <dgm:spPr>
        <a:solidFill>
          <a:schemeClr val="bg1">
            <a:lumMod val="85000"/>
          </a:schemeClr>
        </a:solidFill>
      </dgm:spPr>
      <dgm:t>
        <a:bodyPr/>
        <a:lstStyle/>
        <a:p>
          <a:r>
            <a:rPr lang="en-US" noProof="0" dirty="0"/>
            <a:t>QOS</a:t>
          </a:r>
        </a:p>
      </dgm:t>
    </dgm:pt>
    <dgm:pt modelId="{963480DD-C7BE-4FFD-962C-80D6815A900A}" type="parTrans" cxnId="{9230E7F6-13D6-42F2-B924-2BE2793FA812}">
      <dgm:prSet/>
      <dgm:spPr/>
      <dgm:t>
        <a:bodyPr/>
        <a:lstStyle/>
        <a:p>
          <a:endParaRPr lang="en-US"/>
        </a:p>
      </dgm:t>
    </dgm:pt>
    <dgm:pt modelId="{5306D4EA-5584-4577-B862-54D7F80F6722}" type="sibTrans" cxnId="{9230E7F6-13D6-42F2-B924-2BE2793FA812}">
      <dgm:prSet/>
      <dgm:spPr/>
      <dgm:t>
        <a:bodyPr/>
        <a:lstStyle/>
        <a:p>
          <a:endParaRPr lang="en-US"/>
        </a:p>
      </dgm:t>
    </dgm:pt>
    <dgm:pt modelId="{AAE9FF5F-9397-4A10-B4FD-1F8DB1A2ED49}">
      <dgm:prSet phldrT="[Testo]"/>
      <dgm:spPr>
        <a:solidFill>
          <a:schemeClr val="bg1">
            <a:lumMod val="85000"/>
          </a:schemeClr>
        </a:solidFill>
      </dgm:spPr>
      <dgm:t>
        <a:bodyPr/>
        <a:lstStyle/>
        <a:p>
          <a:r>
            <a:rPr lang="en-US" noProof="0" dirty="0"/>
            <a:t>Risk reduction</a:t>
          </a:r>
        </a:p>
      </dgm:t>
    </dgm:pt>
    <dgm:pt modelId="{CA66B8CE-6677-4E58-9B08-EBFBA436AB50}" type="parTrans" cxnId="{65B588CC-4480-489A-B186-E12674159EE8}">
      <dgm:prSet/>
      <dgm:spPr/>
      <dgm:t>
        <a:bodyPr/>
        <a:lstStyle/>
        <a:p>
          <a:endParaRPr lang="en-US"/>
        </a:p>
      </dgm:t>
    </dgm:pt>
    <dgm:pt modelId="{C2575406-471F-404B-8971-1D02C9F6A4C6}" type="sibTrans" cxnId="{65B588CC-4480-489A-B186-E12674159EE8}">
      <dgm:prSet/>
      <dgm:spPr/>
      <dgm:t>
        <a:bodyPr/>
        <a:lstStyle/>
        <a:p>
          <a:endParaRPr lang="en-US"/>
        </a:p>
      </dgm:t>
    </dgm:pt>
    <dgm:pt modelId="{3B151A79-0876-4485-A7B6-68E5539234A2}">
      <dgm:prSet phldrT="[Testo]"/>
      <dgm:spPr>
        <a:solidFill>
          <a:srgbClr val="92D050"/>
        </a:solidFill>
      </dgm:spPr>
      <dgm:t>
        <a:bodyPr/>
        <a:lstStyle/>
        <a:p>
          <a:r>
            <a:rPr lang="en-US" noProof="0" dirty="0"/>
            <a:t>Governance</a:t>
          </a:r>
        </a:p>
      </dgm:t>
    </dgm:pt>
    <dgm:pt modelId="{76A93D8B-03CC-4609-B607-F3112E1DA7B4}" type="parTrans" cxnId="{D7DA608A-84F6-4C1C-B53C-DE174D2F1311}">
      <dgm:prSet/>
      <dgm:spPr/>
      <dgm:t>
        <a:bodyPr/>
        <a:lstStyle/>
        <a:p>
          <a:endParaRPr lang="en-US"/>
        </a:p>
      </dgm:t>
    </dgm:pt>
    <dgm:pt modelId="{12254AA5-D4F0-4C9C-8D43-193E9571170D}" type="sibTrans" cxnId="{D7DA608A-84F6-4C1C-B53C-DE174D2F1311}">
      <dgm:prSet/>
      <dgm:spPr/>
      <dgm:t>
        <a:bodyPr/>
        <a:lstStyle/>
        <a:p>
          <a:endParaRPr lang="en-US"/>
        </a:p>
      </dgm:t>
    </dgm:pt>
    <dgm:pt modelId="{F5E956DD-F908-445A-BD35-C64B253BF870}">
      <dgm:prSet/>
      <dgm:spPr>
        <a:solidFill>
          <a:schemeClr val="bg1">
            <a:lumMod val="85000"/>
          </a:schemeClr>
        </a:solidFill>
      </dgm:spPr>
      <dgm:t>
        <a:bodyPr/>
        <a:lstStyle/>
        <a:p>
          <a:r>
            <a:rPr lang="en-US" noProof="0" dirty="0"/>
            <a:t>Compliance </a:t>
          </a:r>
        </a:p>
      </dgm:t>
    </dgm:pt>
    <dgm:pt modelId="{6DD184D1-2A5A-48A3-910C-C5A26E0DA16B}" type="parTrans" cxnId="{7528AAA9-DA23-4232-8F9F-37C85E348D4A}">
      <dgm:prSet/>
      <dgm:spPr/>
      <dgm:t>
        <a:bodyPr/>
        <a:lstStyle/>
        <a:p>
          <a:endParaRPr lang="en-US"/>
        </a:p>
      </dgm:t>
    </dgm:pt>
    <dgm:pt modelId="{CDFE07BA-FEAC-441B-924A-1CDDB53552CA}" type="sibTrans" cxnId="{7528AAA9-DA23-4232-8F9F-37C85E348D4A}">
      <dgm:prSet/>
      <dgm:spPr/>
      <dgm:t>
        <a:bodyPr/>
        <a:lstStyle/>
        <a:p>
          <a:endParaRPr lang="en-US"/>
        </a:p>
      </dgm:t>
    </dgm:pt>
    <dgm:pt modelId="{49A1ECD9-B81E-4730-A99E-1840D7BE2CFF}">
      <dgm:prSet phldrT="[Testo]"/>
      <dgm:spPr/>
      <dgm:t>
        <a:bodyPr/>
        <a:lstStyle/>
        <a:p>
          <a:r>
            <a:rPr lang="en-US" noProof="0" dirty="0"/>
            <a:t>Social saving</a:t>
          </a:r>
        </a:p>
      </dgm:t>
    </dgm:pt>
    <dgm:pt modelId="{58A3C00D-EBAA-44E8-AD56-FA9633B6349E}" type="parTrans" cxnId="{19E2A756-B448-44A4-B5BD-E5FF8909E331}">
      <dgm:prSet/>
      <dgm:spPr/>
      <dgm:t>
        <a:bodyPr/>
        <a:lstStyle/>
        <a:p>
          <a:endParaRPr lang="en-US"/>
        </a:p>
      </dgm:t>
    </dgm:pt>
    <dgm:pt modelId="{EEE8AAC0-793B-48AE-A36B-F903092BBB2D}" type="sibTrans" cxnId="{19E2A756-B448-44A4-B5BD-E5FF8909E331}">
      <dgm:prSet/>
      <dgm:spPr/>
      <dgm:t>
        <a:bodyPr/>
        <a:lstStyle/>
        <a:p>
          <a:endParaRPr lang="en-US"/>
        </a:p>
      </dgm:t>
    </dgm:pt>
    <dgm:pt modelId="{6100595A-0256-405C-B381-7DDFB4502866}">
      <dgm:prSet phldrT="[Testo]"/>
      <dgm:spPr/>
      <dgm:t>
        <a:bodyPr/>
        <a:lstStyle/>
        <a:p>
          <a:r>
            <a:rPr lang="en-US" noProof="0" dirty="0"/>
            <a:t>Higher value </a:t>
          </a:r>
        </a:p>
      </dgm:t>
    </dgm:pt>
    <dgm:pt modelId="{4DDAE1E6-7540-4C52-A812-1D5FF6A06E6A}" type="parTrans" cxnId="{B7E396E8-064D-4628-B7B2-04396B943A9C}">
      <dgm:prSet/>
      <dgm:spPr/>
      <dgm:t>
        <a:bodyPr/>
        <a:lstStyle/>
        <a:p>
          <a:endParaRPr lang="en-US"/>
        </a:p>
      </dgm:t>
    </dgm:pt>
    <dgm:pt modelId="{1C55506E-6285-416B-BE5D-064BD6D69895}" type="sibTrans" cxnId="{B7E396E8-064D-4628-B7B2-04396B943A9C}">
      <dgm:prSet/>
      <dgm:spPr/>
      <dgm:t>
        <a:bodyPr/>
        <a:lstStyle/>
        <a:p>
          <a:endParaRPr lang="en-US"/>
        </a:p>
      </dgm:t>
    </dgm:pt>
    <dgm:pt modelId="{C0AB49B5-B1FC-43C1-B3C0-04C897BF1C60}">
      <dgm:prSet phldrT="[Testo]"/>
      <dgm:spPr/>
      <dgm:t>
        <a:bodyPr/>
        <a:lstStyle/>
        <a:p>
          <a:r>
            <a:rPr lang="en-US" noProof="0" dirty="0"/>
            <a:t>Tangible</a:t>
          </a:r>
        </a:p>
      </dgm:t>
    </dgm:pt>
    <dgm:pt modelId="{B64280EF-7773-4FE0-AC21-EDD9874D6ECA}" type="parTrans" cxnId="{00188F73-F4E7-4EB7-A1FE-5A7C6DB5BB56}">
      <dgm:prSet/>
      <dgm:spPr/>
      <dgm:t>
        <a:bodyPr/>
        <a:lstStyle/>
        <a:p>
          <a:endParaRPr lang="en-US"/>
        </a:p>
      </dgm:t>
    </dgm:pt>
    <dgm:pt modelId="{56B08122-263D-409B-B7BD-D04E53195B65}" type="sibTrans" cxnId="{00188F73-F4E7-4EB7-A1FE-5A7C6DB5BB56}">
      <dgm:prSet/>
      <dgm:spPr/>
      <dgm:t>
        <a:bodyPr/>
        <a:lstStyle/>
        <a:p>
          <a:endParaRPr lang="en-US"/>
        </a:p>
      </dgm:t>
    </dgm:pt>
    <dgm:pt modelId="{97E4C4B8-15E1-46A5-A85C-235EB9C443F3}">
      <dgm:prSet phldrT="[Testo]"/>
      <dgm:spPr/>
      <dgm:t>
        <a:bodyPr/>
        <a:lstStyle/>
        <a:p>
          <a:r>
            <a:rPr lang="en-US" noProof="0" dirty="0"/>
            <a:t>Intangible</a:t>
          </a:r>
        </a:p>
      </dgm:t>
    </dgm:pt>
    <dgm:pt modelId="{7FE8C46A-7511-4EDA-9BC3-6C06BF5D535D}" type="parTrans" cxnId="{F53E4847-49DA-41BB-9F4C-79EA50CEDE49}">
      <dgm:prSet/>
      <dgm:spPr/>
      <dgm:t>
        <a:bodyPr/>
        <a:lstStyle/>
        <a:p>
          <a:endParaRPr lang="en-US"/>
        </a:p>
      </dgm:t>
    </dgm:pt>
    <dgm:pt modelId="{631397CF-8F43-416D-A143-8B58D5343B2F}" type="sibTrans" cxnId="{F53E4847-49DA-41BB-9F4C-79EA50CEDE49}">
      <dgm:prSet/>
      <dgm:spPr/>
      <dgm:t>
        <a:bodyPr/>
        <a:lstStyle/>
        <a:p>
          <a:endParaRPr lang="en-US"/>
        </a:p>
      </dgm:t>
    </dgm:pt>
    <dgm:pt modelId="{5F28B028-86EE-43FF-A2B9-B2955B52F1BB}">
      <dgm:prSet phldrT="[Testo]"/>
      <dgm:spPr/>
      <dgm:t>
        <a:bodyPr/>
        <a:lstStyle/>
        <a:p>
          <a:r>
            <a:rPr lang="en-US" noProof="0" dirty="0"/>
            <a:t>QOS</a:t>
          </a:r>
        </a:p>
      </dgm:t>
    </dgm:pt>
    <dgm:pt modelId="{2A3E1995-B58F-4A70-97CF-190AD5D1F8FE}" type="parTrans" cxnId="{5878D5A3-2CD1-4CA9-A07A-F01F3F793DB1}">
      <dgm:prSet/>
      <dgm:spPr/>
      <dgm:t>
        <a:bodyPr/>
        <a:lstStyle/>
        <a:p>
          <a:endParaRPr lang="en-US"/>
        </a:p>
      </dgm:t>
    </dgm:pt>
    <dgm:pt modelId="{4C69F39A-7B9A-4FB5-B1F0-2075F1FB55CE}" type="sibTrans" cxnId="{5878D5A3-2CD1-4CA9-A07A-F01F3F793DB1}">
      <dgm:prSet/>
      <dgm:spPr/>
      <dgm:t>
        <a:bodyPr/>
        <a:lstStyle/>
        <a:p>
          <a:endParaRPr lang="en-US"/>
        </a:p>
      </dgm:t>
    </dgm:pt>
    <dgm:pt modelId="{6CDEDF30-B4A4-4A1C-9991-6899404F5FEA}">
      <dgm:prSet phldrT="[Testo]"/>
      <dgm:spPr/>
      <dgm:t>
        <a:bodyPr/>
        <a:lstStyle/>
        <a:p>
          <a:r>
            <a:rPr lang="en-US" noProof="0" dirty="0"/>
            <a:t>KPI</a:t>
          </a:r>
        </a:p>
      </dgm:t>
    </dgm:pt>
    <dgm:pt modelId="{41AA5D28-1F34-4E5D-9774-0DD63B9855B8}" type="parTrans" cxnId="{B710A4CC-2A6C-4F11-896D-628C0C8D403B}">
      <dgm:prSet/>
      <dgm:spPr/>
      <dgm:t>
        <a:bodyPr/>
        <a:lstStyle/>
        <a:p>
          <a:endParaRPr lang="en-US"/>
        </a:p>
      </dgm:t>
    </dgm:pt>
    <dgm:pt modelId="{AA25B895-E5B4-4901-A866-5DE0CAE6E84E}" type="sibTrans" cxnId="{B710A4CC-2A6C-4F11-896D-628C0C8D403B}">
      <dgm:prSet/>
      <dgm:spPr/>
      <dgm:t>
        <a:bodyPr/>
        <a:lstStyle/>
        <a:p>
          <a:endParaRPr lang="en-US"/>
        </a:p>
      </dgm:t>
    </dgm:pt>
    <dgm:pt modelId="{C2B3D71C-8E94-442E-8B38-4395DD2E6D4B}">
      <dgm:prSet phldrT="[Testo]"/>
      <dgm:spPr/>
      <dgm:t>
        <a:bodyPr/>
        <a:lstStyle/>
        <a:p>
          <a:r>
            <a:rPr lang="en-US" noProof="0" dirty="0"/>
            <a:t>Benefits </a:t>
          </a:r>
        </a:p>
      </dgm:t>
    </dgm:pt>
    <dgm:pt modelId="{CF6A2E6A-0DAA-44B0-B465-E039FD2717EB}" type="sibTrans" cxnId="{5B3948E9-5E35-45CE-98AA-85068C480571}">
      <dgm:prSet/>
      <dgm:spPr/>
      <dgm:t>
        <a:bodyPr/>
        <a:lstStyle/>
        <a:p>
          <a:endParaRPr lang="en-US"/>
        </a:p>
      </dgm:t>
    </dgm:pt>
    <dgm:pt modelId="{A8BF1C1F-299C-4AC4-BB61-10BE31D4A111}" type="parTrans" cxnId="{5B3948E9-5E35-45CE-98AA-85068C480571}">
      <dgm:prSet/>
      <dgm:spPr/>
      <dgm:t>
        <a:bodyPr/>
        <a:lstStyle/>
        <a:p>
          <a:endParaRPr lang="en-US"/>
        </a:p>
      </dgm:t>
    </dgm:pt>
    <dgm:pt modelId="{CBE3FA3A-D471-4723-BD90-45A9D5958A7B}" type="pres">
      <dgm:prSet presAssocID="{43EBF99E-D54F-4D2C-A285-243995C0A2B3}" presName="hierChild1" presStyleCnt="0">
        <dgm:presLayoutVars>
          <dgm:orgChart val="1"/>
          <dgm:chPref val="1"/>
          <dgm:dir/>
          <dgm:animOne val="branch"/>
          <dgm:animLvl val="lvl"/>
          <dgm:resizeHandles/>
        </dgm:presLayoutVars>
      </dgm:prSet>
      <dgm:spPr/>
    </dgm:pt>
    <dgm:pt modelId="{CF705DFB-6347-442D-9A20-F02D1F6A073B}" type="pres">
      <dgm:prSet presAssocID="{C2B3D71C-8E94-442E-8B38-4395DD2E6D4B}" presName="hierRoot1" presStyleCnt="0">
        <dgm:presLayoutVars>
          <dgm:hierBranch val="init"/>
        </dgm:presLayoutVars>
      </dgm:prSet>
      <dgm:spPr/>
    </dgm:pt>
    <dgm:pt modelId="{A0B72470-B90A-475F-B87B-BE3BB401E599}" type="pres">
      <dgm:prSet presAssocID="{C2B3D71C-8E94-442E-8B38-4395DD2E6D4B}" presName="rootComposite1" presStyleCnt="0"/>
      <dgm:spPr/>
    </dgm:pt>
    <dgm:pt modelId="{CA5D34F9-857D-4EE7-95DC-4FD85A870C18}" type="pres">
      <dgm:prSet presAssocID="{C2B3D71C-8E94-442E-8B38-4395DD2E6D4B}" presName="rootText1" presStyleLbl="node0" presStyleIdx="0" presStyleCnt="1">
        <dgm:presLayoutVars>
          <dgm:chPref val="3"/>
        </dgm:presLayoutVars>
      </dgm:prSet>
      <dgm:spPr/>
    </dgm:pt>
    <dgm:pt modelId="{CC02797E-E0BD-42BF-B33F-438E1511121B}" type="pres">
      <dgm:prSet presAssocID="{C2B3D71C-8E94-442E-8B38-4395DD2E6D4B}" presName="rootConnector1" presStyleLbl="node1" presStyleIdx="0" presStyleCnt="0"/>
      <dgm:spPr/>
    </dgm:pt>
    <dgm:pt modelId="{E35A2A3B-F150-46BC-9FAF-3F40B1D9BC0A}" type="pres">
      <dgm:prSet presAssocID="{C2B3D71C-8E94-442E-8B38-4395DD2E6D4B}" presName="hierChild2" presStyleCnt="0"/>
      <dgm:spPr/>
    </dgm:pt>
    <dgm:pt modelId="{CEA40371-F92B-4F0A-B920-DB8461A57E86}" type="pres">
      <dgm:prSet presAssocID="{3ADB9DA0-C1A5-4878-B6C4-13DE95514E60}" presName="Name37" presStyleLbl="parChTrans1D2" presStyleIdx="0" presStyleCnt="2"/>
      <dgm:spPr/>
    </dgm:pt>
    <dgm:pt modelId="{A54D3ACC-461F-4DB2-9D48-238A2B3E4A92}" type="pres">
      <dgm:prSet presAssocID="{521759AD-7D0A-478C-AAAE-577D5841F504}" presName="hierRoot2" presStyleCnt="0">
        <dgm:presLayoutVars>
          <dgm:hierBranch val="init"/>
        </dgm:presLayoutVars>
      </dgm:prSet>
      <dgm:spPr/>
    </dgm:pt>
    <dgm:pt modelId="{944BD145-2C0B-4F25-A211-9599166372F3}" type="pres">
      <dgm:prSet presAssocID="{521759AD-7D0A-478C-AAAE-577D5841F504}" presName="rootComposite" presStyleCnt="0"/>
      <dgm:spPr/>
    </dgm:pt>
    <dgm:pt modelId="{BF89C0B5-8747-40E9-A445-48A5A3085152}" type="pres">
      <dgm:prSet presAssocID="{521759AD-7D0A-478C-AAAE-577D5841F504}" presName="rootText" presStyleLbl="node2" presStyleIdx="0" presStyleCnt="2" custLinFactNeighborY="-8817">
        <dgm:presLayoutVars>
          <dgm:chPref val="3"/>
        </dgm:presLayoutVars>
      </dgm:prSet>
      <dgm:spPr/>
    </dgm:pt>
    <dgm:pt modelId="{12E60E7E-A76C-4BA7-958C-CBCCD9F19C35}" type="pres">
      <dgm:prSet presAssocID="{521759AD-7D0A-478C-AAAE-577D5841F504}" presName="rootConnector" presStyleLbl="node2" presStyleIdx="0" presStyleCnt="2"/>
      <dgm:spPr/>
    </dgm:pt>
    <dgm:pt modelId="{12E0C57F-97A1-4479-ADE9-99181FB0FDAB}" type="pres">
      <dgm:prSet presAssocID="{521759AD-7D0A-478C-AAAE-577D5841F504}" presName="hierChild4" presStyleCnt="0"/>
      <dgm:spPr/>
    </dgm:pt>
    <dgm:pt modelId="{CF2E5BA6-E1A7-4437-A8CA-9DA7507706C0}" type="pres">
      <dgm:prSet presAssocID="{ADF363BA-167D-4158-B0F3-1CEBD008EAD9}" presName="Name37" presStyleLbl="parChTrans1D3" presStyleIdx="0" presStyleCnt="4"/>
      <dgm:spPr/>
    </dgm:pt>
    <dgm:pt modelId="{C84C913D-F1F6-4CF1-96BC-ED08B850148B}" type="pres">
      <dgm:prSet presAssocID="{0C0AAA80-C153-4DF1-8258-BD38372D7EE4}" presName="hierRoot2" presStyleCnt="0">
        <dgm:presLayoutVars>
          <dgm:hierBranch val="init"/>
        </dgm:presLayoutVars>
      </dgm:prSet>
      <dgm:spPr/>
    </dgm:pt>
    <dgm:pt modelId="{08D63FF6-C52C-4E89-8465-404D3054D9F1}" type="pres">
      <dgm:prSet presAssocID="{0C0AAA80-C153-4DF1-8258-BD38372D7EE4}" presName="rootComposite" presStyleCnt="0"/>
      <dgm:spPr/>
    </dgm:pt>
    <dgm:pt modelId="{FE7CC064-5E80-413F-83A8-7CA77419E368}" type="pres">
      <dgm:prSet presAssocID="{0C0AAA80-C153-4DF1-8258-BD38372D7EE4}" presName="rootText" presStyleLbl="node3" presStyleIdx="0" presStyleCnt="4" custLinFactNeighborY="-8817">
        <dgm:presLayoutVars>
          <dgm:chPref val="3"/>
        </dgm:presLayoutVars>
      </dgm:prSet>
      <dgm:spPr/>
    </dgm:pt>
    <dgm:pt modelId="{24507879-A6E2-4262-8192-214CF0CC89FE}" type="pres">
      <dgm:prSet presAssocID="{0C0AAA80-C153-4DF1-8258-BD38372D7EE4}" presName="rootConnector" presStyleLbl="node3" presStyleIdx="0" presStyleCnt="4"/>
      <dgm:spPr/>
    </dgm:pt>
    <dgm:pt modelId="{E3566AF7-210A-49B2-B3D3-0068C19A8472}" type="pres">
      <dgm:prSet presAssocID="{0C0AAA80-C153-4DF1-8258-BD38372D7EE4}" presName="hierChild4" presStyleCnt="0"/>
      <dgm:spPr/>
    </dgm:pt>
    <dgm:pt modelId="{7D0080CD-E10C-4A25-B0C6-9ADC80794D89}" type="pres">
      <dgm:prSet presAssocID="{3FB8E9D2-2EAB-49FE-8D15-A66F0A47C6E6}" presName="Name37" presStyleLbl="parChTrans1D4" presStyleIdx="0" presStyleCnt="11"/>
      <dgm:spPr/>
    </dgm:pt>
    <dgm:pt modelId="{EEDA518A-90CB-40CD-A12D-66E3D4F8CB09}" type="pres">
      <dgm:prSet presAssocID="{C7F54B02-C5B2-4BA4-8B09-296D0CB47FAB}" presName="hierRoot2" presStyleCnt="0">
        <dgm:presLayoutVars>
          <dgm:hierBranch val="init"/>
        </dgm:presLayoutVars>
      </dgm:prSet>
      <dgm:spPr/>
    </dgm:pt>
    <dgm:pt modelId="{6F78B6CB-29BD-4E6E-B8F8-B55B02893198}" type="pres">
      <dgm:prSet presAssocID="{C7F54B02-C5B2-4BA4-8B09-296D0CB47FAB}" presName="rootComposite" presStyleCnt="0"/>
      <dgm:spPr/>
    </dgm:pt>
    <dgm:pt modelId="{18352E14-DB19-420D-850C-54566AC1A26B}" type="pres">
      <dgm:prSet presAssocID="{C7F54B02-C5B2-4BA4-8B09-296D0CB47FAB}" presName="rootText" presStyleLbl="node4" presStyleIdx="0" presStyleCnt="11" custLinFactNeighborY="-8817">
        <dgm:presLayoutVars>
          <dgm:chPref val="3"/>
        </dgm:presLayoutVars>
      </dgm:prSet>
      <dgm:spPr/>
    </dgm:pt>
    <dgm:pt modelId="{4628A8EF-F09C-4A11-99A1-8C279DECDBBB}" type="pres">
      <dgm:prSet presAssocID="{C7F54B02-C5B2-4BA4-8B09-296D0CB47FAB}" presName="rootConnector" presStyleLbl="node4" presStyleIdx="0" presStyleCnt="11"/>
      <dgm:spPr/>
    </dgm:pt>
    <dgm:pt modelId="{12CBFA7A-A5F1-47E1-96BB-E1BB64107289}" type="pres">
      <dgm:prSet presAssocID="{C7F54B02-C5B2-4BA4-8B09-296D0CB47FAB}" presName="hierChild4" presStyleCnt="0"/>
      <dgm:spPr/>
    </dgm:pt>
    <dgm:pt modelId="{7E4716BB-4F94-4312-9D47-7F7F6CEF5D80}" type="pres">
      <dgm:prSet presAssocID="{C7F54B02-C5B2-4BA4-8B09-296D0CB47FAB}" presName="hierChild5" presStyleCnt="0"/>
      <dgm:spPr/>
    </dgm:pt>
    <dgm:pt modelId="{07AF48FB-BF8C-4121-8B93-5F083E823D43}" type="pres">
      <dgm:prSet presAssocID="{AB1C04C4-ECDF-4B11-A3D7-BF178CFD44E1}" presName="Name37" presStyleLbl="parChTrans1D4" presStyleIdx="1" presStyleCnt="11"/>
      <dgm:spPr/>
    </dgm:pt>
    <dgm:pt modelId="{7E09C0B9-5A45-44C5-B11F-9E51377BAF53}" type="pres">
      <dgm:prSet presAssocID="{9FF26249-9E1A-449B-8078-26256079C9AF}" presName="hierRoot2" presStyleCnt="0">
        <dgm:presLayoutVars>
          <dgm:hierBranch val="init"/>
        </dgm:presLayoutVars>
      </dgm:prSet>
      <dgm:spPr/>
    </dgm:pt>
    <dgm:pt modelId="{AD310293-3E92-4A80-9F2B-9F1F1D1F1CA3}" type="pres">
      <dgm:prSet presAssocID="{9FF26249-9E1A-449B-8078-26256079C9AF}" presName="rootComposite" presStyleCnt="0"/>
      <dgm:spPr/>
    </dgm:pt>
    <dgm:pt modelId="{8B5FCCF1-7DB8-49E7-8F95-CEC79D834216}" type="pres">
      <dgm:prSet presAssocID="{9FF26249-9E1A-449B-8078-26256079C9AF}" presName="rootText" presStyleLbl="node4" presStyleIdx="1" presStyleCnt="11" custLinFactNeighborY="-8817">
        <dgm:presLayoutVars>
          <dgm:chPref val="3"/>
        </dgm:presLayoutVars>
      </dgm:prSet>
      <dgm:spPr/>
    </dgm:pt>
    <dgm:pt modelId="{3648A127-3599-4F54-8142-96A630927F3D}" type="pres">
      <dgm:prSet presAssocID="{9FF26249-9E1A-449B-8078-26256079C9AF}" presName="rootConnector" presStyleLbl="node4" presStyleIdx="1" presStyleCnt="11"/>
      <dgm:spPr/>
    </dgm:pt>
    <dgm:pt modelId="{D8049313-F096-4EE1-8225-45795BC6C83B}" type="pres">
      <dgm:prSet presAssocID="{9FF26249-9E1A-449B-8078-26256079C9AF}" presName="hierChild4" presStyleCnt="0"/>
      <dgm:spPr/>
    </dgm:pt>
    <dgm:pt modelId="{EA19CDA1-5BF8-46DE-8536-F2CA4D01177C}" type="pres">
      <dgm:prSet presAssocID="{9FF26249-9E1A-449B-8078-26256079C9AF}" presName="hierChild5" presStyleCnt="0"/>
      <dgm:spPr/>
    </dgm:pt>
    <dgm:pt modelId="{CF422838-19C1-4455-B220-FA0D4EE7A852}" type="pres">
      <dgm:prSet presAssocID="{0C0AAA80-C153-4DF1-8258-BD38372D7EE4}" presName="hierChild5" presStyleCnt="0"/>
      <dgm:spPr/>
    </dgm:pt>
    <dgm:pt modelId="{486A3C42-25AD-4419-B6F2-DB5D494DB654}" type="pres">
      <dgm:prSet presAssocID="{F9CF05BB-BB85-4E11-AE73-424A23488AC6}" presName="Name37" presStyleLbl="parChTrans1D3" presStyleIdx="1" presStyleCnt="4"/>
      <dgm:spPr/>
    </dgm:pt>
    <dgm:pt modelId="{7C78191F-151B-44EC-865E-A4B02304E2D1}" type="pres">
      <dgm:prSet presAssocID="{C45EFF9B-ABDC-4E80-9D1C-4274C78C343E}" presName="hierRoot2" presStyleCnt="0">
        <dgm:presLayoutVars>
          <dgm:hierBranch val="hang"/>
        </dgm:presLayoutVars>
      </dgm:prSet>
      <dgm:spPr/>
    </dgm:pt>
    <dgm:pt modelId="{F2E98745-2472-46D6-8E50-9C9A47CEC89B}" type="pres">
      <dgm:prSet presAssocID="{C45EFF9B-ABDC-4E80-9D1C-4274C78C343E}" presName="rootComposite" presStyleCnt="0"/>
      <dgm:spPr/>
    </dgm:pt>
    <dgm:pt modelId="{A74447A1-944A-481C-BA6D-62343284CB66}" type="pres">
      <dgm:prSet presAssocID="{C45EFF9B-ABDC-4E80-9D1C-4274C78C343E}" presName="rootText" presStyleLbl="node3" presStyleIdx="1" presStyleCnt="4">
        <dgm:presLayoutVars>
          <dgm:chPref val="3"/>
        </dgm:presLayoutVars>
      </dgm:prSet>
      <dgm:spPr/>
    </dgm:pt>
    <dgm:pt modelId="{41C50B93-F975-4D2C-8EBB-8020067AD3E1}" type="pres">
      <dgm:prSet presAssocID="{C45EFF9B-ABDC-4E80-9D1C-4274C78C343E}" presName="rootConnector" presStyleLbl="node3" presStyleIdx="1" presStyleCnt="4"/>
      <dgm:spPr/>
    </dgm:pt>
    <dgm:pt modelId="{07D18234-CE05-4C99-92E3-4DFBF9BAFF85}" type="pres">
      <dgm:prSet presAssocID="{C45EFF9B-ABDC-4E80-9D1C-4274C78C343E}" presName="hierChild4" presStyleCnt="0"/>
      <dgm:spPr/>
    </dgm:pt>
    <dgm:pt modelId="{3C2FAB16-1564-4EE9-858E-739904B895F3}" type="pres">
      <dgm:prSet presAssocID="{1237DEAE-D6B5-4140-9664-9DC3095AE2E3}" presName="Name48" presStyleLbl="parChTrans1D4" presStyleIdx="2" presStyleCnt="11"/>
      <dgm:spPr/>
    </dgm:pt>
    <dgm:pt modelId="{4E08A5F2-5CD0-4BA6-BD7C-12CBD17CBA24}" type="pres">
      <dgm:prSet presAssocID="{17412C7C-1C6F-4006-A861-D4776FD3CBC5}" presName="hierRoot2" presStyleCnt="0">
        <dgm:presLayoutVars>
          <dgm:hierBranch val="init"/>
        </dgm:presLayoutVars>
      </dgm:prSet>
      <dgm:spPr/>
    </dgm:pt>
    <dgm:pt modelId="{0A904C39-8F13-4FE8-8C0B-697D9C1F493F}" type="pres">
      <dgm:prSet presAssocID="{17412C7C-1C6F-4006-A861-D4776FD3CBC5}" presName="rootComposite" presStyleCnt="0"/>
      <dgm:spPr/>
    </dgm:pt>
    <dgm:pt modelId="{5ED406CE-AAFC-4153-93B2-1A968BDF38D1}" type="pres">
      <dgm:prSet presAssocID="{17412C7C-1C6F-4006-A861-D4776FD3CBC5}" presName="rootText" presStyleLbl="node4" presStyleIdx="2" presStyleCnt="11">
        <dgm:presLayoutVars>
          <dgm:chPref val="3"/>
        </dgm:presLayoutVars>
      </dgm:prSet>
      <dgm:spPr/>
    </dgm:pt>
    <dgm:pt modelId="{10AE62A3-989E-4656-8734-F5E83241D74E}" type="pres">
      <dgm:prSet presAssocID="{17412C7C-1C6F-4006-A861-D4776FD3CBC5}" presName="rootConnector" presStyleLbl="node4" presStyleIdx="2" presStyleCnt="11"/>
      <dgm:spPr/>
    </dgm:pt>
    <dgm:pt modelId="{22EB77E5-D527-48CE-9CFC-BD3DA2E1023A}" type="pres">
      <dgm:prSet presAssocID="{17412C7C-1C6F-4006-A861-D4776FD3CBC5}" presName="hierChild4" presStyleCnt="0"/>
      <dgm:spPr/>
    </dgm:pt>
    <dgm:pt modelId="{3CB8BAFB-E5E8-4B31-8FC8-A9442A792204}" type="pres">
      <dgm:prSet presAssocID="{17412C7C-1C6F-4006-A861-D4776FD3CBC5}" presName="hierChild5" presStyleCnt="0"/>
      <dgm:spPr/>
    </dgm:pt>
    <dgm:pt modelId="{731507F5-B168-4C7E-8148-214D2648208F}" type="pres">
      <dgm:prSet presAssocID="{963480DD-C7BE-4FFD-962C-80D6815A900A}" presName="Name48" presStyleLbl="parChTrans1D4" presStyleIdx="3" presStyleCnt="11"/>
      <dgm:spPr/>
    </dgm:pt>
    <dgm:pt modelId="{C383DD93-2B35-4DBB-8F9C-5AFCB0DFC35F}" type="pres">
      <dgm:prSet presAssocID="{5FD948A9-E9CE-44AC-A1BB-45A57885CEF2}" presName="hierRoot2" presStyleCnt="0">
        <dgm:presLayoutVars>
          <dgm:hierBranch val="init"/>
        </dgm:presLayoutVars>
      </dgm:prSet>
      <dgm:spPr/>
    </dgm:pt>
    <dgm:pt modelId="{A74F36BF-901D-4BF8-B0F0-E5186DD6F12A}" type="pres">
      <dgm:prSet presAssocID="{5FD948A9-E9CE-44AC-A1BB-45A57885CEF2}" presName="rootComposite" presStyleCnt="0"/>
      <dgm:spPr/>
    </dgm:pt>
    <dgm:pt modelId="{9A7E9305-2976-44EB-80F2-D54120A8D440}" type="pres">
      <dgm:prSet presAssocID="{5FD948A9-E9CE-44AC-A1BB-45A57885CEF2}" presName="rootText" presStyleLbl="node4" presStyleIdx="3" presStyleCnt="11">
        <dgm:presLayoutVars>
          <dgm:chPref val="3"/>
        </dgm:presLayoutVars>
      </dgm:prSet>
      <dgm:spPr/>
    </dgm:pt>
    <dgm:pt modelId="{1EE9ED64-01B2-4710-B955-6A66FD6C9F3C}" type="pres">
      <dgm:prSet presAssocID="{5FD948A9-E9CE-44AC-A1BB-45A57885CEF2}" presName="rootConnector" presStyleLbl="node4" presStyleIdx="3" presStyleCnt="11"/>
      <dgm:spPr/>
    </dgm:pt>
    <dgm:pt modelId="{17B02F06-711C-4D78-BF0B-99C2F45C0712}" type="pres">
      <dgm:prSet presAssocID="{5FD948A9-E9CE-44AC-A1BB-45A57885CEF2}" presName="hierChild4" presStyleCnt="0"/>
      <dgm:spPr/>
    </dgm:pt>
    <dgm:pt modelId="{B576070C-823C-45FF-BD97-9FF4FFCD560D}" type="pres">
      <dgm:prSet presAssocID="{5FD948A9-E9CE-44AC-A1BB-45A57885CEF2}" presName="hierChild5" presStyleCnt="0"/>
      <dgm:spPr/>
    </dgm:pt>
    <dgm:pt modelId="{01B2E631-E2E2-41B5-A56C-DC49E64D5751}" type="pres">
      <dgm:prSet presAssocID="{CA66B8CE-6677-4E58-9B08-EBFBA436AB50}" presName="Name48" presStyleLbl="parChTrans1D4" presStyleIdx="4" presStyleCnt="11"/>
      <dgm:spPr/>
    </dgm:pt>
    <dgm:pt modelId="{3C8751F8-88DE-4ED6-BA64-EEEFDD3A7FE1}" type="pres">
      <dgm:prSet presAssocID="{AAE9FF5F-9397-4A10-B4FD-1F8DB1A2ED49}" presName="hierRoot2" presStyleCnt="0">
        <dgm:presLayoutVars>
          <dgm:hierBranch val="init"/>
        </dgm:presLayoutVars>
      </dgm:prSet>
      <dgm:spPr/>
    </dgm:pt>
    <dgm:pt modelId="{75012475-068D-4DF4-97D7-D49A29B377DC}" type="pres">
      <dgm:prSet presAssocID="{AAE9FF5F-9397-4A10-B4FD-1F8DB1A2ED49}" presName="rootComposite" presStyleCnt="0"/>
      <dgm:spPr/>
    </dgm:pt>
    <dgm:pt modelId="{2D7835EA-2EE0-447A-AEF6-DF168F7B0600}" type="pres">
      <dgm:prSet presAssocID="{AAE9FF5F-9397-4A10-B4FD-1F8DB1A2ED49}" presName="rootText" presStyleLbl="node4" presStyleIdx="4" presStyleCnt="11" custLinFactNeighborY="-8817">
        <dgm:presLayoutVars>
          <dgm:chPref val="3"/>
        </dgm:presLayoutVars>
      </dgm:prSet>
      <dgm:spPr/>
    </dgm:pt>
    <dgm:pt modelId="{9D065CE5-FA18-4744-805B-825D2FAB0F07}" type="pres">
      <dgm:prSet presAssocID="{AAE9FF5F-9397-4A10-B4FD-1F8DB1A2ED49}" presName="rootConnector" presStyleLbl="node4" presStyleIdx="4" presStyleCnt="11"/>
      <dgm:spPr/>
    </dgm:pt>
    <dgm:pt modelId="{3E8ECB7A-12C9-4EF3-9FBE-198F4F08BC30}" type="pres">
      <dgm:prSet presAssocID="{AAE9FF5F-9397-4A10-B4FD-1F8DB1A2ED49}" presName="hierChild4" presStyleCnt="0"/>
      <dgm:spPr/>
    </dgm:pt>
    <dgm:pt modelId="{B8BA1066-1EF8-4008-B8F2-60ED145C4D70}" type="pres">
      <dgm:prSet presAssocID="{AAE9FF5F-9397-4A10-B4FD-1F8DB1A2ED49}" presName="hierChild5" presStyleCnt="0"/>
      <dgm:spPr/>
    </dgm:pt>
    <dgm:pt modelId="{4156A5F4-2F55-45FC-8298-CDFD564FBFA7}" type="pres">
      <dgm:prSet presAssocID="{76A93D8B-03CC-4609-B607-F3112E1DA7B4}" presName="Name48" presStyleLbl="parChTrans1D4" presStyleIdx="5" presStyleCnt="11"/>
      <dgm:spPr/>
    </dgm:pt>
    <dgm:pt modelId="{3688A60E-3002-4D9D-ACF9-2056FF0A0143}" type="pres">
      <dgm:prSet presAssocID="{3B151A79-0876-4485-A7B6-68E5539234A2}" presName="hierRoot2" presStyleCnt="0">
        <dgm:presLayoutVars>
          <dgm:hierBranch val="init"/>
        </dgm:presLayoutVars>
      </dgm:prSet>
      <dgm:spPr/>
    </dgm:pt>
    <dgm:pt modelId="{81483ECF-10D3-4180-84BF-EEFADE0A978D}" type="pres">
      <dgm:prSet presAssocID="{3B151A79-0876-4485-A7B6-68E5539234A2}" presName="rootComposite" presStyleCnt="0"/>
      <dgm:spPr/>
    </dgm:pt>
    <dgm:pt modelId="{14EEEA57-8225-4351-9A93-2D360E78FED9}" type="pres">
      <dgm:prSet presAssocID="{3B151A79-0876-4485-A7B6-68E5539234A2}" presName="rootText" presStyleLbl="node4" presStyleIdx="5" presStyleCnt="11">
        <dgm:presLayoutVars>
          <dgm:chPref val="3"/>
        </dgm:presLayoutVars>
      </dgm:prSet>
      <dgm:spPr/>
    </dgm:pt>
    <dgm:pt modelId="{47A4B6C0-C324-45BF-AF7E-E3D1852C2A41}" type="pres">
      <dgm:prSet presAssocID="{3B151A79-0876-4485-A7B6-68E5539234A2}" presName="rootConnector" presStyleLbl="node4" presStyleIdx="5" presStyleCnt="11"/>
      <dgm:spPr/>
    </dgm:pt>
    <dgm:pt modelId="{74CC8984-1726-427D-B105-C92FC8B83DDF}" type="pres">
      <dgm:prSet presAssocID="{3B151A79-0876-4485-A7B6-68E5539234A2}" presName="hierChild4" presStyleCnt="0"/>
      <dgm:spPr/>
    </dgm:pt>
    <dgm:pt modelId="{66DD7881-C5E1-4D73-A87B-66C8E5D126E6}" type="pres">
      <dgm:prSet presAssocID="{3B151A79-0876-4485-A7B6-68E5539234A2}" presName="hierChild5" presStyleCnt="0"/>
      <dgm:spPr/>
    </dgm:pt>
    <dgm:pt modelId="{B1A37A11-D62B-4D56-BA7C-0803C4D3625E}" type="pres">
      <dgm:prSet presAssocID="{6DD184D1-2A5A-48A3-910C-C5A26E0DA16B}" presName="Name48" presStyleLbl="parChTrans1D4" presStyleIdx="6" presStyleCnt="11"/>
      <dgm:spPr/>
    </dgm:pt>
    <dgm:pt modelId="{44A49189-95A3-4F39-B70A-208357CF2E99}" type="pres">
      <dgm:prSet presAssocID="{F5E956DD-F908-445A-BD35-C64B253BF870}" presName="hierRoot2" presStyleCnt="0">
        <dgm:presLayoutVars>
          <dgm:hierBranch val="init"/>
        </dgm:presLayoutVars>
      </dgm:prSet>
      <dgm:spPr/>
    </dgm:pt>
    <dgm:pt modelId="{C4BE40E8-DA87-4FA4-8F24-8042962AE28F}" type="pres">
      <dgm:prSet presAssocID="{F5E956DD-F908-445A-BD35-C64B253BF870}" presName="rootComposite" presStyleCnt="0"/>
      <dgm:spPr/>
    </dgm:pt>
    <dgm:pt modelId="{F699486A-1E23-477A-A5DE-5E444D7F33F3}" type="pres">
      <dgm:prSet presAssocID="{F5E956DD-F908-445A-BD35-C64B253BF870}" presName="rootText" presStyleLbl="node4" presStyleIdx="6" presStyleCnt="11" custLinFactNeighborY="-8817">
        <dgm:presLayoutVars>
          <dgm:chPref val="3"/>
        </dgm:presLayoutVars>
      </dgm:prSet>
      <dgm:spPr/>
    </dgm:pt>
    <dgm:pt modelId="{2B19783A-BCD5-407D-9115-B272532824BD}" type="pres">
      <dgm:prSet presAssocID="{F5E956DD-F908-445A-BD35-C64B253BF870}" presName="rootConnector" presStyleLbl="node4" presStyleIdx="6" presStyleCnt="11"/>
      <dgm:spPr/>
    </dgm:pt>
    <dgm:pt modelId="{4D3CD2BD-5EE7-4874-8107-20279DF6737B}" type="pres">
      <dgm:prSet presAssocID="{F5E956DD-F908-445A-BD35-C64B253BF870}" presName="hierChild4" presStyleCnt="0"/>
      <dgm:spPr/>
    </dgm:pt>
    <dgm:pt modelId="{1BD2F989-2838-46F6-A648-3E646C57487C}" type="pres">
      <dgm:prSet presAssocID="{F5E956DD-F908-445A-BD35-C64B253BF870}" presName="hierChild5" presStyleCnt="0"/>
      <dgm:spPr/>
    </dgm:pt>
    <dgm:pt modelId="{D8E8A63E-6620-4355-ACA8-16F5D1FA100B}" type="pres">
      <dgm:prSet presAssocID="{C45EFF9B-ABDC-4E80-9D1C-4274C78C343E}" presName="hierChild5" presStyleCnt="0"/>
      <dgm:spPr/>
    </dgm:pt>
    <dgm:pt modelId="{6361AF3F-B269-45D1-82B1-AD851CD21B53}" type="pres">
      <dgm:prSet presAssocID="{521759AD-7D0A-478C-AAAE-577D5841F504}" presName="hierChild5" presStyleCnt="0"/>
      <dgm:spPr/>
    </dgm:pt>
    <dgm:pt modelId="{D362ACA6-2203-4D7F-8AEF-3C25644D18CB}" type="pres">
      <dgm:prSet presAssocID="{91CC7CD7-4A85-4608-B88B-6B168A354CD4}" presName="Name37" presStyleLbl="parChTrans1D2" presStyleIdx="1" presStyleCnt="2"/>
      <dgm:spPr/>
    </dgm:pt>
    <dgm:pt modelId="{FC48680E-BD40-48CC-A92B-35F8145AC359}" type="pres">
      <dgm:prSet presAssocID="{6E646033-54E3-4AE8-83A5-F7EFD8310D86}" presName="hierRoot2" presStyleCnt="0">
        <dgm:presLayoutVars>
          <dgm:hierBranch val="init"/>
        </dgm:presLayoutVars>
      </dgm:prSet>
      <dgm:spPr/>
    </dgm:pt>
    <dgm:pt modelId="{0C6ACD58-E08B-4DD7-A81F-D98B32B29AC2}" type="pres">
      <dgm:prSet presAssocID="{6E646033-54E3-4AE8-83A5-F7EFD8310D86}" presName="rootComposite" presStyleCnt="0"/>
      <dgm:spPr/>
    </dgm:pt>
    <dgm:pt modelId="{C2C99EB7-10E7-4AB8-BC05-E7C34466FB02}" type="pres">
      <dgm:prSet presAssocID="{6E646033-54E3-4AE8-83A5-F7EFD8310D86}" presName="rootText" presStyleLbl="node2" presStyleIdx="1" presStyleCnt="2">
        <dgm:presLayoutVars>
          <dgm:chPref val="3"/>
        </dgm:presLayoutVars>
      </dgm:prSet>
      <dgm:spPr/>
    </dgm:pt>
    <dgm:pt modelId="{10AF6047-3FAF-4347-B5BA-312C5B84A654}" type="pres">
      <dgm:prSet presAssocID="{6E646033-54E3-4AE8-83A5-F7EFD8310D86}" presName="rootConnector" presStyleLbl="node2" presStyleIdx="1" presStyleCnt="2"/>
      <dgm:spPr/>
    </dgm:pt>
    <dgm:pt modelId="{14162546-9382-4E8A-89ED-C18FADF32BD9}" type="pres">
      <dgm:prSet presAssocID="{6E646033-54E3-4AE8-83A5-F7EFD8310D86}" presName="hierChild4" presStyleCnt="0"/>
      <dgm:spPr/>
    </dgm:pt>
    <dgm:pt modelId="{BC0E38FC-C375-4CD6-9056-1AFC5362B920}" type="pres">
      <dgm:prSet presAssocID="{B64280EF-7773-4FE0-AC21-EDD9874D6ECA}" presName="Name37" presStyleLbl="parChTrans1D3" presStyleIdx="2" presStyleCnt="4"/>
      <dgm:spPr/>
    </dgm:pt>
    <dgm:pt modelId="{4305040B-7D95-435C-8AA2-A67239C78C70}" type="pres">
      <dgm:prSet presAssocID="{C0AB49B5-B1FC-43C1-B3C0-04C897BF1C60}" presName="hierRoot2" presStyleCnt="0">
        <dgm:presLayoutVars>
          <dgm:hierBranch val="init"/>
        </dgm:presLayoutVars>
      </dgm:prSet>
      <dgm:spPr/>
    </dgm:pt>
    <dgm:pt modelId="{1B7067AA-F2F0-4BB5-B7F1-212C357F6B81}" type="pres">
      <dgm:prSet presAssocID="{C0AB49B5-B1FC-43C1-B3C0-04C897BF1C60}" presName="rootComposite" presStyleCnt="0"/>
      <dgm:spPr/>
    </dgm:pt>
    <dgm:pt modelId="{EE1E3B58-C7C8-461B-AB33-DEB261FBAF4E}" type="pres">
      <dgm:prSet presAssocID="{C0AB49B5-B1FC-43C1-B3C0-04C897BF1C60}" presName="rootText" presStyleLbl="node3" presStyleIdx="2" presStyleCnt="4">
        <dgm:presLayoutVars>
          <dgm:chPref val="3"/>
        </dgm:presLayoutVars>
      </dgm:prSet>
      <dgm:spPr/>
    </dgm:pt>
    <dgm:pt modelId="{5F00BF57-166C-4A2F-910B-78259C159B77}" type="pres">
      <dgm:prSet presAssocID="{C0AB49B5-B1FC-43C1-B3C0-04C897BF1C60}" presName="rootConnector" presStyleLbl="node3" presStyleIdx="2" presStyleCnt="4"/>
      <dgm:spPr/>
    </dgm:pt>
    <dgm:pt modelId="{F2504BD0-29BB-40FB-98DF-180926407927}" type="pres">
      <dgm:prSet presAssocID="{C0AB49B5-B1FC-43C1-B3C0-04C897BF1C60}" presName="hierChild4" presStyleCnt="0"/>
      <dgm:spPr/>
    </dgm:pt>
    <dgm:pt modelId="{A7186CDC-F5B2-472A-90D0-871D30076B2E}" type="pres">
      <dgm:prSet presAssocID="{58A3C00D-EBAA-44E8-AD56-FA9633B6349E}" presName="Name37" presStyleLbl="parChTrans1D4" presStyleIdx="7" presStyleCnt="11"/>
      <dgm:spPr/>
    </dgm:pt>
    <dgm:pt modelId="{E9ADCD78-17D2-48FA-8892-85DADF45D573}" type="pres">
      <dgm:prSet presAssocID="{49A1ECD9-B81E-4730-A99E-1840D7BE2CFF}" presName="hierRoot2" presStyleCnt="0">
        <dgm:presLayoutVars>
          <dgm:hierBranch val="init"/>
        </dgm:presLayoutVars>
      </dgm:prSet>
      <dgm:spPr/>
    </dgm:pt>
    <dgm:pt modelId="{0073CAE8-2516-44A8-9D1B-810B3714083A}" type="pres">
      <dgm:prSet presAssocID="{49A1ECD9-B81E-4730-A99E-1840D7BE2CFF}" presName="rootComposite" presStyleCnt="0"/>
      <dgm:spPr/>
    </dgm:pt>
    <dgm:pt modelId="{0EF6BB72-AD8A-493B-9A6F-F4F9FB3165B3}" type="pres">
      <dgm:prSet presAssocID="{49A1ECD9-B81E-4730-A99E-1840D7BE2CFF}" presName="rootText" presStyleLbl="node4" presStyleIdx="7" presStyleCnt="11">
        <dgm:presLayoutVars>
          <dgm:chPref val="3"/>
        </dgm:presLayoutVars>
      </dgm:prSet>
      <dgm:spPr/>
    </dgm:pt>
    <dgm:pt modelId="{E6B82545-C8B4-483F-98CB-B6BCAC766E10}" type="pres">
      <dgm:prSet presAssocID="{49A1ECD9-B81E-4730-A99E-1840D7BE2CFF}" presName="rootConnector" presStyleLbl="node4" presStyleIdx="7" presStyleCnt="11"/>
      <dgm:spPr/>
    </dgm:pt>
    <dgm:pt modelId="{8EBA5D6C-D6E0-4F55-8D36-F049215D0FA8}" type="pres">
      <dgm:prSet presAssocID="{49A1ECD9-B81E-4730-A99E-1840D7BE2CFF}" presName="hierChild4" presStyleCnt="0"/>
      <dgm:spPr/>
    </dgm:pt>
    <dgm:pt modelId="{778553CC-4FC7-4FA8-8BCD-623DB41B8758}" type="pres">
      <dgm:prSet presAssocID="{49A1ECD9-B81E-4730-A99E-1840D7BE2CFF}" presName="hierChild5" presStyleCnt="0"/>
      <dgm:spPr/>
    </dgm:pt>
    <dgm:pt modelId="{11E0B9B5-9684-4062-972E-210A1F176AA0}" type="pres">
      <dgm:prSet presAssocID="{4DDAE1E6-7540-4C52-A812-1D5FF6A06E6A}" presName="Name37" presStyleLbl="parChTrans1D4" presStyleIdx="8" presStyleCnt="11"/>
      <dgm:spPr/>
    </dgm:pt>
    <dgm:pt modelId="{C69DB04C-70D5-4216-8623-574FC0E9CE8B}" type="pres">
      <dgm:prSet presAssocID="{6100595A-0256-405C-B381-7DDFB4502866}" presName="hierRoot2" presStyleCnt="0">
        <dgm:presLayoutVars>
          <dgm:hierBranch val="init"/>
        </dgm:presLayoutVars>
      </dgm:prSet>
      <dgm:spPr/>
    </dgm:pt>
    <dgm:pt modelId="{14C42376-1C6C-48C6-8B58-49C21192955A}" type="pres">
      <dgm:prSet presAssocID="{6100595A-0256-405C-B381-7DDFB4502866}" presName="rootComposite" presStyleCnt="0"/>
      <dgm:spPr/>
    </dgm:pt>
    <dgm:pt modelId="{4C5DFBB1-1397-41F3-9CA5-E15097F1DC69}" type="pres">
      <dgm:prSet presAssocID="{6100595A-0256-405C-B381-7DDFB4502866}" presName="rootText" presStyleLbl="node4" presStyleIdx="8" presStyleCnt="11">
        <dgm:presLayoutVars>
          <dgm:chPref val="3"/>
        </dgm:presLayoutVars>
      </dgm:prSet>
      <dgm:spPr/>
    </dgm:pt>
    <dgm:pt modelId="{85F216ED-4A14-4B10-BA82-8CE156A77AC7}" type="pres">
      <dgm:prSet presAssocID="{6100595A-0256-405C-B381-7DDFB4502866}" presName="rootConnector" presStyleLbl="node4" presStyleIdx="8" presStyleCnt="11"/>
      <dgm:spPr/>
    </dgm:pt>
    <dgm:pt modelId="{9ADA4C04-9F05-48C2-B0D2-8B66E2E83F35}" type="pres">
      <dgm:prSet presAssocID="{6100595A-0256-405C-B381-7DDFB4502866}" presName="hierChild4" presStyleCnt="0"/>
      <dgm:spPr/>
    </dgm:pt>
    <dgm:pt modelId="{3F85A589-FAD8-4A15-8A04-43C68F862F6B}" type="pres">
      <dgm:prSet presAssocID="{6100595A-0256-405C-B381-7DDFB4502866}" presName="hierChild5" presStyleCnt="0"/>
      <dgm:spPr/>
    </dgm:pt>
    <dgm:pt modelId="{FF51967A-B3A9-4C2D-9938-2374C5BD4A8F}" type="pres">
      <dgm:prSet presAssocID="{C0AB49B5-B1FC-43C1-B3C0-04C897BF1C60}" presName="hierChild5" presStyleCnt="0"/>
      <dgm:spPr/>
    </dgm:pt>
    <dgm:pt modelId="{C65FF8F6-EDC1-4C05-8BB7-66083BDD38AD}" type="pres">
      <dgm:prSet presAssocID="{7FE8C46A-7511-4EDA-9BC3-6C06BF5D535D}" presName="Name37" presStyleLbl="parChTrans1D3" presStyleIdx="3" presStyleCnt="4"/>
      <dgm:spPr/>
    </dgm:pt>
    <dgm:pt modelId="{64364E4F-A197-4C45-A53F-0FA652A79F16}" type="pres">
      <dgm:prSet presAssocID="{97E4C4B8-15E1-46A5-A85C-235EB9C443F3}" presName="hierRoot2" presStyleCnt="0">
        <dgm:presLayoutVars>
          <dgm:hierBranch val="init"/>
        </dgm:presLayoutVars>
      </dgm:prSet>
      <dgm:spPr/>
    </dgm:pt>
    <dgm:pt modelId="{3B3DC53A-9285-4E50-89F9-7BC49A199147}" type="pres">
      <dgm:prSet presAssocID="{97E4C4B8-15E1-46A5-A85C-235EB9C443F3}" presName="rootComposite" presStyleCnt="0"/>
      <dgm:spPr/>
    </dgm:pt>
    <dgm:pt modelId="{8AA338C2-039F-46D1-986C-CEA4E69771D2}" type="pres">
      <dgm:prSet presAssocID="{97E4C4B8-15E1-46A5-A85C-235EB9C443F3}" presName="rootText" presStyleLbl="node3" presStyleIdx="3" presStyleCnt="4">
        <dgm:presLayoutVars>
          <dgm:chPref val="3"/>
        </dgm:presLayoutVars>
      </dgm:prSet>
      <dgm:spPr/>
    </dgm:pt>
    <dgm:pt modelId="{985C1CF6-DDB1-4D37-9970-1765E7C53225}" type="pres">
      <dgm:prSet presAssocID="{97E4C4B8-15E1-46A5-A85C-235EB9C443F3}" presName="rootConnector" presStyleLbl="node3" presStyleIdx="3" presStyleCnt="4"/>
      <dgm:spPr/>
    </dgm:pt>
    <dgm:pt modelId="{B4907ED9-10A1-4916-9525-5D6BDFA70C0E}" type="pres">
      <dgm:prSet presAssocID="{97E4C4B8-15E1-46A5-A85C-235EB9C443F3}" presName="hierChild4" presStyleCnt="0"/>
      <dgm:spPr/>
    </dgm:pt>
    <dgm:pt modelId="{7BAEA16B-E01A-49AF-B45F-6CA49EA91DDA}" type="pres">
      <dgm:prSet presAssocID="{2A3E1995-B58F-4A70-97CF-190AD5D1F8FE}" presName="Name37" presStyleLbl="parChTrans1D4" presStyleIdx="9" presStyleCnt="11"/>
      <dgm:spPr/>
    </dgm:pt>
    <dgm:pt modelId="{156E3A9E-0B68-4628-8AC9-9C5AC361ED5E}" type="pres">
      <dgm:prSet presAssocID="{5F28B028-86EE-43FF-A2B9-B2955B52F1BB}" presName="hierRoot2" presStyleCnt="0">
        <dgm:presLayoutVars>
          <dgm:hierBranch val="init"/>
        </dgm:presLayoutVars>
      </dgm:prSet>
      <dgm:spPr/>
    </dgm:pt>
    <dgm:pt modelId="{2EC8D229-227B-42FB-B0D7-BD359A5E60E1}" type="pres">
      <dgm:prSet presAssocID="{5F28B028-86EE-43FF-A2B9-B2955B52F1BB}" presName="rootComposite" presStyleCnt="0"/>
      <dgm:spPr/>
    </dgm:pt>
    <dgm:pt modelId="{E01E1B84-1B5F-45CB-A36A-267EFC32C4AC}" type="pres">
      <dgm:prSet presAssocID="{5F28B028-86EE-43FF-A2B9-B2955B52F1BB}" presName="rootText" presStyleLbl="node4" presStyleIdx="9" presStyleCnt="11">
        <dgm:presLayoutVars>
          <dgm:chPref val="3"/>
        </dgm:presLayoutVars>
      </dgm:prSet>
      <dgm:spPr/>
    </dgm:pt>
    <dgm:pt modelId="{B3C63C04-BAD3-41E4-999B-D321C00F80BC}" type="pres">
      <dgm:prSet presAssocID="{5F28B028-86EE-43FF-A2B9-B2955B52F1BB}" presName="rootConnector" presStyleLbl="node4" presStyleIdx="9" presStyleCnt="11"/>
      <dgm:spPr/>
    </dgm:pt>
    <dgm:pt modelId="{932A29A8-7D36-4966-842E-5B949A9554EA}" type="pres">
      <dgm:prSet presAssocID="{5F28B028-86EE-43FF-A2B9-B2955B52F1BB}" presName="hierChild4" presStyleCnt="0"/>
      <dgm:spPr/>
    </dgm:pt>
    <dgm:pt modelId="{5BF59B98-4464-4E7C-8F35-DCC6D5F2C2F3}" type="pres">
      <dgm:prSet presAssocID="{5F28B028-86EE-43FF-A2B9-B2955B52F1BB}" presName="hierChild5" presStyleCnt="0"/>
      <dgm:spPr/>
    </dgm:pt>
    <dgm:pt modelId="{14A00889-DD9C-46C9-974B-AAF75910A3C7}" type="pres">
      <dgm:prSet presAssocID="{41AA5D28-1F34-4E5D-9774-0DD63B9855B8}" presName="Name37" presStyleLbl="parChTrans1D4" presStyleIdx="10" presStyleCnt="11"/>
      <dgm:spPr/>
    </dgm:pt>
    <dgm:pt modelId="{418E42CA-0DF2-4FA7-B5AB-85A81C951B6C}" type="pres">
      <dgm:prSet presAssocID="{6CDEDF30-B4A4-4A1C-9991-6899404F5FEA}" presName="hierRoot2" presStyleCnt="0">
        <dgm:presLayoutVars>
          <dgm:hierBranch val="init"/>
        </dgm:presLayoutVars>
      </dgm:prSet>
      <dgm:spPr/>
    </dgm:pt>
    <dgm:pt modelId="{797A3852-FC9A-4ED0-9F9C-019472CCE327}" type="pres">
      <dgm:prSet presAssocID="{6CDEDF30-B4A4-4A1C-9991-6899404F5FEA}" presName="rootComposite" presStyleCnt="0"/>
      <dgm:spPr/>
    </dgm:pt>
    <dgm:pt modelId="{347EA698-66D4-4703-9EE8-3F58353CEA7A}" type="pres">
      <dgm:prSet presAssocID="{6CDEDF30-B4A4-4A1C-9991-6899404F5FEA}" presName="rootText" presStyleLbl="node4" presStyleIdx="10" presStyleCnt="11">
        <dgm:presLayoutVars>
          <dgm:chPref val="3"/>
        </dgm:presLayoutVars>
      </dgm:prSet>
      <dgm:spPr/>
    </dgm:pt>
    <dgm:pt modelId="{67329BD3-9CB1-4B7C-B9C9-D21A4139F029}" type="pres">
      <dgm:prSet presAssocID="{6CDEDF30-B4A4-4A1C-9991-6899404F5FEA}" presName="rootConnector" presStyleLbl="node4" presStyleIdx="10" presStyleCnt="11"/>
      <dgm:spPr/>
    </dgm:pt>
    <dgm:pt modelId="{085D4552-2818-4784-B1EB-AA6F4899B072}" type="pres">
      <dgm:prSet presAssocID="{6CDEDF30-B4A4-4A1C-9991-6899404F5FEA}" presName="hierChild4" presStyleCnt="0"/>
      <dgm:spPr/>
    </dgm:pt>
    <dgm:pt modelId="{0D40A285-B11D-4EBD-AC9C-2883387A6BCF}" type="pres">
      <dgm:prSet presAssocID="{6CDEDF30-B4A4-4A1C-9991-6899404F5FEA}" presName="hierChild5" presStyleCnt="0"/>
      <dgm:spPr/>
    </dgm:pt>
    <dgm:pt modelId="{165A82FA-FD4D-4926-B4C7-11A646B55D78}" type="pres">
      <dgm:prSet presAssocID="{97E4C4B8-15E1-46A5-A85C-235EB9C443F3}" presName="hierChild5" presStyleCnt="0"/>
      <dgm:spPr/>
    </dgm:pt>
    <dgm:pt modelId="{3E50DBFA-57EE-4BE7-A055-3E74CECC51BB}" type="pres">
      <dgm:prSet presAssocID="{6E646033-54E3-4AE8-83A5-F7EFD8310D86}" presName="hierChild5" presStyleCnt="0"/>
      <dgm:spPr/>
    </dgm:pt>
    <dgm:pt modelId="{579A8DA1-FEBC-448A-A56D-F0CD31E165E1}" type="pres">
      <dgm:prSet presAssocID="{C2B3D71C-8E94-442E-8B38-4395DD2E6D4B}" presName="hierChild3" presStyleCnt="0"/>
      <dgm:spPr/>
    </dgm:pt>
  </dgm:ptLst>
  <dgm:cxnLst>
    <dgm:cxn modelId="{F41A2B01-B67E-4949-BCE5-86A7344772F9}" type="presOf" srcId="{17412C7C-1C6F-4006-A861-D4776FD3CBC5}" destId="{5ED406CE-AAFC-4153-93B2-1A968BDF38D1}" srcOrd="0" destOrd="0" presId="urn:microsoft.com/office/officeart/2005/8/layout/orgChart1"/>
    <dgm:cxn modelId="{73E9C307-FD09-40F3-B038-386D9C581B09}" type="presOf" srcId="{6CDEDF30-B4A4-4A1C-9991-6899404F5FEA}" destId="{67329BD3-9CB1-4B7C-B9C9-D21A4139F029}" srcOrd="1" destOrd="0" presId="urn:microsoft.com/office/officeart/2005/8/layout/orgChart1"/>
    <dgm:cxn modelId="{0B98A308-DEF5-4730-8C79-03524F27895E}" type="presOf" srcId="{C7F54B02-C5B2-4BA4-8B09-296D0CB47FAB}" destId="{18352E14-DB19-420D-850C-54566AC1A26B}" srcOrd="0" destOrd="0" presId="urn:microsoft.com/office/officeart/2005/8/layout/orgChart1"/>
    <dgm:cxn modelId="{C83AF30A-1B30-4AFD-8A36-BEB8A89F7D6B}" type="presOf" srcId="{43EBF99E-D54F-4D2C-A285-243995C0A2B3}" destId="{CBE3FA3A-D471-4723-BD90-45A9D5958A7B}" srcOrd="0" destOrd="0" presId="urn:microsoft.com/office/officeart/2005/8/layout/orgChart1"/>
    <dgm:cxn modelId="{1602D60F-ABA0-4830-8678-FCA941004479}" type="presOf" srcId="{AB1C04C4-ECDF-4B11-A3D7-BF178CFD44E1}" destId="{07AF48FB-BF8C-4121-8B93-5F083E823D43}" srcOrd="0" destOrd="0" presId="urn:microsoft.com/office/officeart/2005/8/layout/orgChart1"/>
    <dgm:cxn modelId="{C0095811-8632-4202-8893-9995FD41DD38}" type="presOf" srcId="{3ADB9DA0-C1A5-4878-B6C4-13DE95514E60}" destId="{CEA40371-F92B-4F0A-B920-DB8461A57E86}" srcOrd="0" destOrd="0" presId="urn:microsoft.com/office/officeart/2005/8/layout/orgChart1"/>
    <dgm:cxn modelId="{ABBBB414-6639-4B7B-B5D8-73EF8881CA52}" type="presOf" srcId="{2A3E1995-B58F-4A70-97CF-190AD5D1F8FE}" destId="{7BAEA16B-E01A-49AF-B45F-6CA49EA91DDA}" srcOrd="0" destOrd="0" presId="urn:microsoft.com/office/officeart/2005/8/layout/orgChart1"/>
    <dgm:cxn modelId="{B77AB617-67DD-4640-89A6-BD3C54D261DD}" type="presOf" srcId="{58A3C00D-EBAA-44E8-AD56-FA9633B6349E}" destId="{A7186CDC-F5B2-472A-90D0-871D30076B2E}" srcOrd="0" destOrd="0" presId="urn:microsoft.com/office/officeart/2005/8/layout/orgChart1"/>
    <dgm:cxn modelId="{A45F981A-EF19-42EE-A96B-05F27AF0708A}" type="presOf" srcId="{F5E956DD-F908-445A-BD35-C64B253BF870}" destId="{2B19783A-BCD5-407D-9115-B272532824BD}" srcOrd="1" destOrd="0" presId="urn:microsoft.com/office/officeart/2005/8/layout/orgChart1"/>
    <dgm:cxn modelId="{B896F01E-2CDF-4BCB-9078-BE31FEF96DEA}" type="presOf" srcId="{9FF26249-9E1A-449B-8078-26256079C9AF}" destId="{8B5FCCF1-7DB8-49E7-8F95-CEC79D834216}" srcOrd="0" destOrd="0" presId="urn:microsoft.com/office/officeart/2005/8/layout/orgChart1"/>
    <dgm:cxn modelId="{CD6DB31F-990C-422C-BF39-17002CC64CF5}" srcId="{C45EFF9B-ABDC-4E80-9D1C-4274C78C343E}" destId="{17412C7C-1C6F-4006-A861-D4776FD3CBC5}" srcOrd="0" destOrd="0" parTransId="{1237DEAE-D6B5-4140-9664-9DC3095AE2E3}" sibTransId="{4F275C0F-D819-4D06-909E-41D09B6E0D01}"/>
    <dgm:cxn modelId="{E40FF322-38EB-4CF9-BCA4-9B2A1179FA99}" type="presOf" srcId="{76A93D8B-03CC-4609-B607-F3112E1DA7B4}" destId="{4156A5F4-2F55-45FC-8298-CDFD564FBFA7}" srcOrd="0" destOrd="0" presId="urn:microsoft.com/office/officeart/2005/8/layout/orgChart1"/>
    <dgm:cxn modelId="{7C845C28-A4E0-4FE9-A44B-2E4E09D415EB}" srcId="{C2B3D71C-8E94-442E-8B38-4395DD2E6D4B}" destId="{6E646033-54E3-4AE8-83A5-F7EFD8310D86}" srcOrd="1" destOrd="0" parTransId="{91CC7CD7-4A85-4608-B88B-6B168A354CD4}" sibTransId="{BEBFDEAB-4702-419C-8650-62040FCE9E73}"/>
    <dgm:cxn modelId="{54B77D2F-701F-430B-9FE0-E8676DF4EA8F}" type="presOf" srcId="{C2B3D71C-8E94-442E-8B38-4395DD2E6D4B}" destId="{CA5D34F9-857D-4EE7-95DC-4FD85A870C18}" srcOrd="0" destOrd="0" presId="urn:microsoft.com/office/officeart/2005/8/layout/orgChart1"/>
    <dgm:cxn modelId="{B2790932-0E9C-4538-A802-D9BCBCAFF083}" type="presOf" srcId="{3FB8E9D2-2EAB-49FE-8D15-A66F0A47C6E6}" destId="{7D0080CD-E10C-4A25-B0C6-9ADC80794D89}" srcOrd="0" destOrd="0" presId="urn:microsoft.com/office/officeart/2005/8/layout/orgChart1"/>
    <dgm:cxn modelId="{7A8D6C39-90E7-4F61-8080-9ACE555C7CBA}" type="presOf" srcId="{AAE9FF5F-9397-4A10-B4FD-1F8DB1A2ED49}" destId="{9D065CE5-FA18-4744-805B-825D2FAB0F07}" srcOrd="1" destOrd="0" presId="urn:microsoft.com/office/officeart/2005/8/layout/orgChart1"/>
    <dgm:cxn modelId="{C493A93D-3F10-4DCE-976A-C000F2B4F656}" type="presOf" srcId="{7FE8C46A-7511-4EDA-9BC3-6C06BF5D535D}" destId="{C65FF8F6-EDC1-4C05-8BB7-66083BDD38AD}" srcOrd="0" destOrd="0" presId="urn:microsoft.com/office/officeart/2005/8/layout/orgChart1"/>
    <dgm:cxn modelId="{96AD1440-D98D-45FA-BB6A-39945411BB05}" type="presOf" srcId="{C45EFF9B-ABDC-4E80-9D1C-4274C78C343E}" destId="{A74447A1-944A-481C-BA6D-62343284CB66}" srcOrd="0" destOrd="0" presId="urn:microsoft.com/office/officeart/2005/8/layout/orgChart1"/>
    <dgm:cxn modelId="{F47EF35B-3AAF-4357-8521-D894F586A535}" type="presOf" srcId="{17412C7C-1C6F-4006-A861-D4776FD3CBC5}" destId="{10AE62A3-989E-4656-8734-F5E83241D74E}" srcOrd="1" destOrd="0" presId="urn:microsoft.com/office/officeart/2005/8/layout/orgChart1"/>
    <dgm:cxn modelId="{30DE185C-EDF0-46C4-82DD-BF362C0F19C1}" type="presOf" srcId="{0C0AAA80-C153-4DF1-8258-BD38372D7EE4}" destId="{24507879-A6E2-4262-8192-214CF0CC89FE}" srcOrd="1" destOrd="0" presId="urn:microsoft.com/office/officeart/2005/8/layout/orgChart1"/>
    <dgm:cxn modelId="{61F95A5C-7297-425E-A979-6754AAC349DC}" type="presOf" srcId="{F9CF05BB-BB85-4E11-AE73-424A23488AC6}" destId="{486A3C42-25AD-4419-B6F2-DB5D494DB654}" srcOrd="0" destOrd="0" presId="urn:microsoft.com/office/officeart/2005/8/layout/orgChart1"/>
    <dgm:cxn modelId="{B400BD44-270F-4CCA-89FF-947F1CBC51AA}" type="presOf" srcId="{C45EFF9B-ABDC-4E80-9D1C-4274C78C343E}" destId="{41C50B93-F975-4D2C-8EBB-8020067AD3E1}" srcOrd="1" destOrd="0" presId="urn:microsoft.com/office/officeart/2005/8/layout/orgChart1"/>
    <dgm:cxn modelId="{6579E044-9930-48DC-B678-D63EBA4D51F5}" type="presOf" srcId="{CA66B8CE-6677-4E58-9B08-EBFBA436AB50}" destId="{01B2E631-E2E2-41B5-A56C-DC49E64D5751}" srcOrd="0" destOrd="0" presId="urn:microsoft.com/office/officeart/2005/8/layout/orgChart1"/>
    <dgm:cxn modelId="{F53E4847-49DA-41BB-9F4C-79EA50CEDE49}" srcId="{6E646033-54E3-4AE8-83A5-F7EFD8310D86}" destId="{97E4C4B8-15E1-46A5-A85C-235EB9C443F3}" srcOrd="1" destOrd="0" parTransId="{7FE8C46A-7511-4EDA-9BC3-6C06BF5D535D}" sibTransId="{631397CF-8F43-416D-A143-8B58D5343B2F}"/>
    <dgm:cxn modelId="{C081994B-8C94-4417-89D7-0F9657A9BF03}" type="presOf" srcId="{0C0AAA80-C153-4DF1-8258-BD38372D7EE4}" destId="{FE7CC064-5E80-413F-83A8-7CA77419E368}" srcOrd="0" destOrd="0" presId="urn:microsoft.com/office/officeart/2005/8/layout/orgChart1"/>
    <dgm:cxn modelId="{5E235D4C-5765-4C4C-9791-318F3EE99B4D}" type="presOf" srcId="{97E4C4B8-15E1-46A5-A85C-235EB9C443F3}" destId="{8AA338C2-039F-46D1-986C-CEA4E69771D2}" srcOrd="0" destOrd="0" presId="urn:microsoft.com/office/officeart/2005/8/layout/orgChart1"/>
    <dgm:cxn modelId="{F697AF6F-8243-46E2-A2C8-4CC7A77DFA65}" srcId="{521759AD-7D0A-478C-AAAE-577D5841F504}" destId="{C45EFF9B-ABDC-4E80-9D1C-4274C78C343E}" srcOrd="1" destOrd="0" parTransId="{F9CF05BB-BB85-4E11-AE73-424A23488AC6}" sibTransId="{AFF89AE8-1C44-48BD-9BB7-28046C835BB1}"/>
    <dgm:cxn modelId="{00188F73-F4E7-4EB7-A1FE-5A7C6DB5BB56}" srcId="{6E646033-54E3-4AE8-83A5-F7EFD8310D86}" destId="{C0AB49B5-B1FC-43C1-B3C0-04C897BF1C60}" srcOrd="0" destOrd="0" parTransId="{B64280EF-7773-4FE0-AC21-EDD9874D6ECA}" sibTransId="{56B08122-263D-409B-B7BD-D04E53195B65}"/>
    <dgm:cxn modelId="{B6769975-AA0C-4156-9698-08EAA238484A}" type="presOf" srcId="{4DDAE1E6-7540-4C52-A812-1D5FF6A06E6A}" destId="{11E0B9B5-9684-4062-972E-210A1F176AA0}" srcOrd="0" destOrd="0" presId="urn:microsoft.com/office/officeart/2005/8/layout/orgChart1"/>
    <dgm:cxn modelId="{19E2A756-B448-44A4-B5BD-E5FF8909E331}" srcId="{C0AB49B5-B1FC-43C1-B3C0-04C897BF1C60}" destId="{49A1ECD9-B81E-4730-A99E-1840D7BE2CFF}" srcOrd="0" destOrd="0" parTransId="{58A3C00D-EBAA-44E8-AD56-FA9633B6349E}" sibTransId="{EEE8AAC0-793B-48AE-A36B-F903092BBB2D}"/>
    <dgm:cxn modelId="{5310B556-8852-4185-A036-9662FAABFC2A}" type="presOf" srcId="{1237DEAE-D6B5-4140-9664-9DC3095AE2E3}" destId="{3C2FAB16-1564-4EE9-858E-739904B895F3}" srcOrd="0" destOrd="0" presId="urn:microsoft.com/office/officeart/2005/8/layout/orgChart1"/>
    <dgm:cxn modelId="{6DCE5959-EB36-49D7-9287-0E3C7619BE56}" type="presOf" srcId="{521759AD-7D0A-478C-AAAE-577D5841F504}" destId="{12E60E7E-A76C-4BA7-958C-CBCCD9F19C35}" srcOrd="1" destOrd="0" presId="urn:microsoft.com/office/officeart/2005/8/layout/orgChart1"/>
    <dgm:cxn modelId="{E0C1BE7C-70DA-44FF-83E6-F5C7E55A8E5C}" srcId="{0C0AAA80-C153-4DF1-8258-BD38372D7EE4}" destId="{C7F54B02-C5B2-4BA4-8B09-296D0CB47FAB}" srcOrd="0" destOrd="0" parTransId="{3FB8E9D2-2EAB-49FE-8D15-A66F0A47C6E6}" sibTransId="{F7FE63CB-4FDB-47CB-80D2-BD9B79AB51C2}"/>
    <dgm:cxn modelId="{55E57A81-167C-43EE-9E17-C1C6879B4E5D}" type="presOf" srcId="{B64280EF-7773-4FE0-AC21-EDD9874D6ECA}" destId="{BC0E38FC-C375-4CD6-9056-1AFC5362B920}" srcOrd="0" destOrd="0" presId="urn:microsoft.com/office/officeart/2005/8/layout/orgChart1"/>
    <dgm:cxn modelId="{8791D782-A8EA-4FF4-BF77-13101DF47C56}" type="presOf" srcId="{AAE9FF5F-9397-4A10-B4FD-1F8DB1A2ED49}" destId="{2D7835EA-2EE0-447A-AEF6-DF168F7B0600}" srcOrd="0" destOrd="0" presId="urn:microsoft.com/office/officeart/2005/8/layout/orgChart1"/>
    <dgm:cxn modelId="{08707088-C292-4720-9240-3D3241259DEA}" type="presOf" srcId="{6DD184D1-2A5A-48A3-910C-C5A26E0DA16B}" destId="{B1A37A11-D62B-4D56-BA7C-0803C4D3625E}" srcOrd="0" destOrd="0" presId="urn:microsoft.com/office/officeart/2005/8/layout/orgChart1"/>
    <dgm:cxn modelId="{D7DA608A-84F6-4C1C-B53C-DE174D2F1311}" srcId="{C45EFF9B-ABDC-4E80-9D1C-4274C78C343E}" destId="{3B151A79-0876-4485-A7B6-68E5539234A2}" srcOrd="3" destOrd="0" parTransId="{76A93D8B-03CC-4609-B607-F3112E1DA7B4}" sibTransId="{12254AA5-D4F0-4C9C-8D43-193E9571170D}"/>
    <dgm:cxn modelId="{79973491-D576-49EA-8276-91E1DFA91692}" type="presOf" srcId="{5FD948A9-E9CE-44AC-A1BB-45A57885CEF2}" destId="{1EE9ED64-01B2-4710-B955-6A66FD6C9F3C}" srcOrd="1" destOrd="0" presId="urn:microsoft.com/office/officeart/2005/8/layout/orgChart1"/>
    <dgm:cxn modelId="{F809DF97-E69E-4EC8-A59E-AA8786814494}" type="presOf" srcId="{5F28B028-86EE-43FF-A2B9-B2955B52F1BB}" destId="{B3C63C04-BAD3-41E4-999B-D321C00F80BC}" srcOrd="1" destOrd="0" presId="urn:microsoft.com/office/officeart/2005/8/layout/orgChart1"/>
    <dgm:cxn modelId="{B9099E99-1A35-4F2E-A21C-CEE99612D1D5}" srcId="{0C0AAA80-C153-4DF1-8258-BD38372D7EE4}" destId="{9FF26249-9E1A-449B-8078-26256079C9AF}" srcOrd="1" destOrd="0" parTransId="{AB1C04C4-ECDF-4B11-A3D7-BF178CFD44E1}" sibTransId="{D29F43C6-8489-4A29-AA6D-DB5CAA14D822}"/>
    <dgm:cxn modelId="{0015B89D-4172-43E2-88E7-766D1D508DC2}" type="presOf" srcId="{C0AB49B5-B1FC-43C1-B3C0-04C897BF1C60}" destId="{EE1E3B58-C7C8-461B-AB33-DEB261FBAF4E}" srcOrd="0" destOrd="0" presId="urn:microsoft.com/office/officeart/2005/8/layout/orgChart1"/>
    <dgm:cxn modelId="{5878D5A3-2CD1-4CA9-A07A-F01F3F793DB1}" srcId="{97E4C4B8-15E1-46A5-A85C-235EB9C443F3}" destId="{5F28B028-86EE-43FF-A2B9-B2955B52F1BB}" srcOrd="0" destOrd="0" parTransId="{2A3E1995-B58F-4A70-97CF-190AD5D1F8FE}" sibTransId="{4C69F39A-7B9A-4FB5-B1F0-2075F1FB55CE}"/>
    <dgm:cxn modelId="{988EE0A3-62F7-452C-9D54-35E29E4804E5}" type="presOf" srcId="{C7F54B02-C5B2-4BA4-8B09-296D0CB47FAB}" destId="{4628A8EF-F09C-4A11-99A1-8C279DECDBBB}" srcOrd="1" destOrd="0" presId="urn:microsoft.com/office/officeart/2005/8/layout/orgChart1"/>
    <dgm:cxn modelId="{E76A3EA6-90F5-40DC-8DB2-3F4AD09AE791}" type="presOf" srcId="{6E646033-54E3-4AE8-83A5-F7EFD8310D86}" destId="{C2C99EB7-10E7-4AB8-BC05-E7C34466FB02}" srcOrd="0" destOrd="0" presId="urn:microsoft.com/office/officeart/2005/8/layout/orgChart1"/>
    <dgm:cxn modelId="{4C00A9A8-1856-4B68-B223-2844310E5762}" type="presOf" srcId="{6100595A-0256-405C-B381-7DDFB4502866}" destId="{85F216ED-4A14-4B10-BA82-8CE156A77AC7}" srcOrd="1" destOrd="0" presId="urn:microsoft.com/office/officeart/2005/8/layout/orgChart1"/>
    <dgm:cxn modelId="{7528AAA9-DA23-4232-8F9F-37C85E348D4A}" srcId="{C45EFF9B-ABDC-4E80-9D1C-4274C78C343E}" destId="{F5E956DD-F908-445A-BD35-C64B253BF870}" srcOrd="4" destOrd="0" parTransId="{6DD184D1-2A5A-48A3-910C-C5A26E0DA16B}" sibTransId="{CDFE07BA-FEAC-441B-924A-1CDDB53552CA}"/>
    <dgm:cxn modelId="{D0F4B5AA-CE18-415F-92B4-C666D5AE7ED4}" type="presOf" srcId="{49A1ECD9-B81E-4730-A99E-1840D7BE2CFF}" destId="{E6B82545-C8B4-483F-98CB-B6BCAC766E10}" srcOrd="1" destOrd="0" presId="urn:microsoft.com/office/officeart/2005/8/layout/orgChart1"/>
    <dgm:cxn modelId="{C01C53B0-7101-458D-8551-830CF00DDB72}" type="presOf" srcId="{ADF363BA-167D-4158-B0F3-1CEBD008EAD9}" destId="{CF2E5BA6-E1A7-4437-A8CA-9DA7507706C0}" srcOrd="0" destOrd="0" presId="urn:microsoft.com/office/officeart/2005/8/layout/orgChart1"/>
    <dgm:cxn modelId="{89E97EB5-2FA1-44D4-84AD-C6C33E3C6439}" type="presOf" srcId="{5FD948A9-E9CE-44AC-A1BB-45A57885CEF2}" destId="{9A7E9305-2976-44EB-80F2-D54120A8D440}" srcOrd="0" destOrd="0" presId="urn:microsoft.com/office/officeart/2005/8/layout/orgChart1"/>
    <dgm:cxn modelId="{151CBBB9-A54E-4CD6-AB51-CCD8731ED98F}" type="presOf" srcId="{5F28B028-86EE-43FF-A2B9-B2955B52F1BB}" destId="{E01E1B84-1B5F-45CB-A36A-267EFC32C4AC}" srcOrd="0" destOrd="0" presId="urn:microsoft.com/office/officeart/2005/8/layout/orgChart1"/>
    <dgm:cxn modelId="{761F8EBB-E816-432C-AB1E-06D8079CC918}" type="presOf" srcId="{91CC7CD7-4A85-4608-B88B-6B168A354CD4}" destId="{D362ACA6-2203-4D7F-8AEF-3C25644D18CB}" srcOrd="0" destOrd="0" presId="urn:microsoft.com/office/officeart/2005/8/layout/orgChart1"/>
    <dgm:cxn modelId="{1D1431C9-26BA-4254-9808-00DCCE48E2D8}" type="presOf" srcId="{3B151A79-0876-4485-A7B6-68E5539234A2}" destId="{47A4B6C0-C324-45BF-AF7E-E3D1852C2A41}" srcOrd="1" destOrd="0" presId="urn:microsoft.com/office/officeart/2005/8/layout/orgChart1"/>
    <dgm:cxn modelId="{65B588CC-4480-489A-B186-E12674159EE8}" srcId="{C45EFF9B-ABDC-4E80-9D1C-4274C78C343E}" destId="{AAE9FF5F-9397-4A10-B4FD-1F8DB1A2ED49}" srcOrd="2" destOrd="0" parTransId="{CA66B8CE-6677-4E58-9B08-EBFBA436AB50}" sibTransId="{C2575406-471F-404B-8971-1D02C9F6A4C6}"/>
    <dgm:cxn modelId="{B710A4CC-2A6C-4F11-896D-628C0C8D403B}" srcId="{97E4C4B8-15E1-46A5-A85C-235EB9C443F3}" destId="{6CDEDF30-B4A4-4A1C-9991-6899404F5FEA}" srcOrd="1" destOrd="0" parTransId="{41AA5D28-1F34-4E5D-9774-0DD63B9855B8}" sibTransId="{AA25B895-E5B4-4901-A866-5DE0CAE6E84E}"/>
    <dgm:cxn modelId="{89B9B1CE-98BB-4EB3-909A-A6D447F57515}" type="presOf" srcId="{521759AD-7D0A-478C-AAAE-577D5841F504}" destId="{BF89C0B5-8747-40E9-A445-48A5A3085152}" srcOrd="0" destOrd="0" presId="urn:microsoft.com/office/officeart/2005/8/layout/orgChart1"/>
    <dgm:cxn modelId="{EDEEB4D0-FE12-48B3-9B2C-D3CF2647ACE9}" srcId="{C2B3D71C-8E94-442E-8B38-4395DD2E6D4B}" destId="{521759AD-7D0A-478C-AAAE-577D5841F504}" srcOrd="0" destOrd="0" parTransId="{3ADB9DA0-C1A5-4878-B6C4-13DE95514E60}" sibTransId="{ADFFA079-DEDE-44C3-A431-2A6A499ED36A}"/>
    <dgm:cxn modelId="{284E97D2-7D22-460A-A8D8-5E64CAE7DED7}" type="presOf" srcId="{963480DD-C7BE-4FFD-962C-80D6815A900A}" destId="{731507F5-B168-4C7E-8148-214D2648208F}" srcOrd="0" destOrd="0" presId="urn:microsoft.com/office/officeart/2005/8/layout/orgChart1"/>
    <dgm:cxn modelId="{5AAA9AD3-F3BD-47CE-8192-C7EF4735B8AC}" type="presOf" srcId="{49A1ECD9-B81E-4730-A99E-1840D7BE2CFF}" destId="{0EF6BB72-AD8A-493B-9A6F-F4F9FB3165B3}" srcOrd="0" destOrd="0" presId="urn:microsoft.com/office/officeart/2005/8/layout/orgChart1"/>
    <dgm:cxn modelId="{E1588CD6-D506-4621-B4C2-C0B45E4E5B01}" type="presOf" srcId="{6CDEDF30-B4A4-4A1C-9991-6899404F5FEA}" destId="{347EA698-66D4-4703-9EE8-3F58353CEA7A}" srcOrd="0" destOrd="0" presId="urn:microsoft.com/office/officeart/2005/8/layout/orgChart1"/>
    <dgm:cxn modelId="{7D6814D7-5DA7-4E1A-A517-B258E6BB95BB}" type="presOf" srcId="{C0AB49B5-B1FC-43C1-B3C0-04C897BF1C60}" destId="{5F00BF57-166C-4A2F-910B-78259C159B77}" srcOrd="1" destOrd="0" presId="urn:microsoft.com/office/officeart/2005/8/layout/orgChart1"/>
    <dgm:cxn modelId="{3EE71AE4-18D4-45B7-9CAA-7DD1F42C696D}" type="presOf" srcId="{9FF26249-9E1A-449B-8078-26256079C9AF}" destId="{3648A127-3599-4F54-8142-96A630927F3D}" srcOrd="1" destOrd="0" presId="urn:microsoft.com/office/officeart/2005/8/layout/orgChart1"/>
    <dgm:cxn modelId="{240B4DE8-DABA-44EF-8A9A-2D008E3CCE39}" type="presOf" srcId="{41AA5D28-1F34-4E5D-9774-0DD63B9855B8}" destId="{14A00889-DD9C-46C9-974B-AAF75910A3C7}" srcOrd="0" destOrd="0" presId="urn:microsoft.com/office/officeart/2005/8/layout/orgChart1"/>
    <dgm:cxn modelId="{B7E396E8-064D-4628-B7B2-04396B943A9C}" srcId="{C0AB49B5-B1FC-43C1-B3C0-04C897BF1C60}" destId="{6100595A-0256-405C-B381-7DDFB4502866}" srcOrd="1" destOrd="0" parTransId="{4DDAE1E6-7540-4C52-A812-1D5FF6A06E6A}" sibTransId="{1C55506E-6285-416B-BE5D-064BD6D69895}"/>
    <dgm:cxn modelId="{5B3948E9-5E35-45CE-98AA-85068C480571}" srcId="{43EBF99E-D54F-4D2C-A285-243995C0A2B3}" destId="{C2B3D71C-8E94-442E-8B38-4395DD2E6D4B}" srcOrd="0" destOrd="0" parTransId="{A8BF1C1F-299C-4AC4-BB61-10BE31D4A111}" sibTransId="{CF6A2E6A-0DAA-44B0-B465-E039FD2717EB}"/>
    <dgm:cxn modelId="{4C544FE9-B0DA-4680-8604-4178CABCFC0B}" type="presOf" srcId="{F5E956DD-F908-445A-BD35-C64B253BF870}" destId="{F699486A-1E23-477A-A5DE-5E444D7F33F3}" srcOrd="0" destOrd="0" presId="urn:microsoft.com/office/officeart/2005/8/layout/orgChart1"/>
    <dgm:cxn modelId="{F5943BEA-B6BE-4C4D-A87C-3FE45C956DD8}" srcId="{521759AD-7D0A-478C-AAAE-577D5841F504}" destId="{0C0AAA80-C153-4DF1-8258-BD38372D7EE4}" srcOrd="0" destOrd="0" parTransId="{ADF363BA-167D-4158-B0F3-1CEBD008EAD9}" sibTransId="{F021F3DC-A6F0-4854-A31D-0D8FFFE7614B}"/>
    <dgm:cxn modelId="{161958EE-D783-4280-A9C1-3EE2752AC286}" type="presOf" srcId="{97E4C4B8-15E1-46A5-A85C-235EB9C443F3}" destId="{985C1CF6-DDB1-4D37-9970-1765E7C53225}" srcOrd="1" destOrd="0" presId="urn:microsoft.com/office/officeart/2005/8/layout/orgChart1"/>
    <dgm:cxn modelId="{FB563AF3-7036-489A-A563-F7916F32578E}" type="presOf" srcId="{3B151A79-0876-4485-A7B6-68E5539234A2}" destId="{14EEEA57-8225-4351-9A93-2D360E78FED9}" srcOrd="0" destOrd="0" presId="urn:microsoft.com/office/officeart/2005/8/layout/orgChart1"/>
    <dgm:cxn modelId="{A74E28F6-EFD6-48F3-8601-370D53ACE8F8}" type="presOf" srcId="{6100595A-0256-405C-B381-7DDFB4502866}" destId="{4C5DFBB1-1397-41F3-9CA5-E15097F1DC69}" srcOrd="0" destOrd="0" presId="urn:microsoft.com/office/officeart/2005/8/layout/orgChart1"/>
    <dgm:cxn modelId="{9230E7F6-13D6-42F2-B924-2BE2793FA812}" srcId="{C45EFF9B-ABDC-4E80-9D1C-4274C78C343E}" destId="{5FD948A9-E9CE-44AC-A1BB-45A57885CEF2}" srcOrd="1" destOrd="0" parTransId="{963480DD-C7BE-4FFD-962C-80D6815A900A}" sibTransId="{5306D4EA-5584-4577-B862-54D7F80F6722}"/>
    <dgm:cxn modelId="{05C8BCF9-3F1A-4608-820A-903005E147A6}" type="presOf" srcId="{6E646033-54E3-4AE8-83A5-F7EFD8310D86}" destId="{10AF6047-3FAF-4347-B5BA-312C5B84A654}" srcOrd="1" destOrd="0" presId="urn:microsoft.com/office/officeart/2005/8/layout/orgChart1"/>
    <dgm:cxn modelId="{2DAF82FB-C5C2-4782-92DA-CF00D5A17BAC}" type="presOf" srcId="{C2B3D71C-8E94-442E-8B38-4395DD2E6D4B}" destId="{CC02797E-E0BD-42BF-B33F-438E1511121B}" srcOrd="1" destOrd="0" presId="urn:microsoft.com/office/officeart/2005/8/layout/orgChart1"/>
    <dgm:cxn modelId="{E5E74319-A6A4-4AD6-A445-86E8D2DD3C64}" type="presParOf" srcId="{CBE3FA3A-D471-4723-BD90-45A9D5958A7B}" destId="{CF705DFB-6347-442D-9A20-F02D1F6A073B}" srcOrd="0" destOrd="0" presId="urn:microsoft.com/office/officeart/2005/8/layout/orgChart1"/>
    <dgm:cxn modelId="{FF3B6125-694B-4323-9A71-438E7607E6B0}" type="presParOf" srcId="{CF705DFB-6347-442D-9A20-F02D1F6A073B}" destId="{A0B72470-B90A-475F-B87B-BE3BB401E599}" srcOrd="0" destOrd="0" presId="urn:microsoft.com/office/officeart/2005/8/layout/orgChart1"/>
    <dgm:cxn modelId="{8E72A320-63F2-449E-91DA-88B3607C464F}" type="presParOf" srcId="{A0B72470-B90A-475F-B87B-BE3BB401E599}" destId="{CA5D34F9-857D-4EE7-95DC-4FD85A870C18}" srcOrd="0" destOrd="0" presId="urn:microsoft.com/office/officeart/2005/8/layout/orgChart1"/>
    <dgm:cxn modelId="{21808C63-3688-4B16-9269-0237BDE8C023}" type="presParOf" srcId="{A0B72470-B90A-475F-B87B-BE3BB401E599}" destId="{CC02797E-E0BD-42BF-B33F-438E1511121B}" srcOrd="1" destOrd="0" presId="urn:microsoft.com/office/officeart/2005/8/layout/orgChart1"/>
    <dgm:cxn modelId="{EAB3F560-60CD-4F3F-AF21-15D2FB1B996D}" type="presParOf" srcId="{CF705DFB-6347-442D-9A20-F02D1F6A073B}" destId="{E35A2A3B-F150-46BC-9FAF-3F40B1D9BC0A}" srcOrd="1" destOrd="0" presId="urn:microsoft.com/office/officeart/2005/8/layout/orgChart1"/>
    <dgm:cxn modelId="{6D4C3C66-13BD-4FE9-8FBD-DEDD264720E0}" type="presParOf" srcId="{E35A2A3B-F150-46BC-9FAF-3F40B1D9BC0A}" destId="{CEA40371-F92B-4F0A-B920-DB8461A57E86}" srcOrd="0" destOrd="0" presId="urn:microsoft.com/office/officeart/2005/8/layout/orgChart1"/>
    <dgm:cxn modelId="{E4E508CD-D90A-46BC-A20B-0542FBAAE076}" type="presParOf" srcId="{E35A2A3B-F150-46BC-9FAF-3F40B1D9BC0A}" destId="{A54D3ACC-461F-4DB2-9D48-238A2B3E4A92}" srcOrd="1" destOrd="0" presId="urn:microsoft.com/office/officeart/2005/8/layout/orgChart1"/>
    <dgm:cxn modelId="{DE04AC01-4358-4292-A334-1E1B4E6A342C}" type="presParOf" srcId="{A54D3ACC-461F-4DB2-9D48-238A2B3E4A92}" destId="{944BD145-2C0B-4F25-A211-9599166372F3}" srcOrd="0" destOrd="0" presId="urn:microsoft.com/office/officeart/2005/8/layout/orgChart1"/>
    <dgm:cxn modelId="{E1332AD5-8282-4F91-B1CA-E6E663B15E9C}" type="presParOf" srcId="{944BD145-2C0B-4F25-A211-9599166372F3}" destId="{BF89C0B5-8747-40E9-A445-48A5A3085152}" srcOrd="0" destOrd="0" presId="urn:microsoft.com/office/officeart/2005/8/layout/orgChart1"/>
    <dgm:cxn modelId="{92923B9A-FEC0-49C5-975A-CF37050CECAD}" type="presParOf" srcId="{944BD145-2C0B-4F25-A211-9599166372F3}" destId="{12E60E7E-A76C-4BA7-958C-CBCCD9F19C35}" srcOrd="1" destOrd="0" presId="urn:microsoft.com/office/officeart/2005/8/layout/orgChart1"/>
    <dgm:cxn modelId="{D567858B-9C3D-4524-92C6-11273BD75C1C}" type="presParOf" srcId="{A54D3ACC-461F-4DB2-9D48-238A2B3E4A92}" destId="{12E0C57F-97A1-4479-ADE9-99181FB0FDAB}" srcOrd="1" destOrd="0" presId="urn:microsoft.com/office/officeart/2005/8/layout/orgChart1"/>
    <dgm:cxn modelId="{7E04C18B-49F0-40C1-BAEC-6FF3F78E360E}" type="presParOf" srcId="{12E0C57F-97A1-4479-ADE9-99181FB0FDAB}" destId="{CF2E5BA6-E1A7-4437-A8CA-9DA7507706C0}" srcOrd="0" destOrd="0" presId="urn:microsoft.com/office/officeart/2005/8/layout/orgChart1"/>
    <dgm:cxn modelId="{DA4F890F-2E80-4D14-9052-DD74BE174EAD}" type="presParOf" srcId="{12E0C57F-97A1-4479-ADE9-99181FB0FDAB}" destId="{C84C913D-F1F6-4CF1-96BC-ED08B850148B}" srcOrd="1" destOrd="0" presId="urn:microsoft.com/office/officeart/2005/8/layout/orgChart1"/>
    <dgm:cxn modelId="{59D7E530-DAA7-4F9B-AD0E-97E3A7ED1431}" type="presParOf" srcId="{C84C913D-F1F6-4CF1-96BC-ED08B850148B}" destId="{08D63FF6-C52C-4E89-8465-404D3054D9F1}" srcOrd="0" destOrd="0" presId="urn:microsoft.com/office/officeart/2005/8/layout/orgChart1"/>
    <dgm:cxn modelId="{BA59E23A-39D2-4C23-92D6-5CDBF0A351A4}" type="presParOf" srcId="{08D63FF6-C52C-4E89-8465-404D3054D9F1}" destId="{FE7CC064-5E80-413F-83A8-7CA77419E368}" srcOrd="0" destOrd="0" presId="urn:microsoft.com/office/officeart/2005/8/layout/orgChart1"/>
    <dgm:cxn modelId="{6D250A33-DA1F-4D51-99EF-A2B2224AB951}" type="presParOf" srcId="{08D63FF6-C52C-4E89-8465-404D3054D9F1}" destId="{24507879-A6E2-4262-8192-214CF0CC89FE}" srcOrd="1" destOrd="0" presId="urn:microsoft.com/office/officeart/2005/8/layout/orgChart1"/>
    <dgm:cxn modelId="{F9A0D561-0AC4-4D0B-9877-BC21FD29406A}" type="presParOf" srcId="{C84C913D-F1F6-4CF1-96BC-ED08B850148B}" destId="{E3566AF7-210A-49B2-B3D3-0068C19A8472}" srcOrd="1" destOrd="0" presId="urn:microsoft.com/office/officeart/2005/8/layout/orgChart1"/>
    <dgm:cxn modelId="{488E57BE-D7E9-4B94-B49E-DC4C35053D90}" type="presParOf" srcId="{E3566AF7-210A-49B2-B3D3-0068C19A8472}" destId="{7D0080CD-E10C-4A25-B0C6-9ADC80794D89}" srcOrd="0" destOrd="0" presId="urn:microsoft.com/office/officeart/2005/8/layout/orgChart1"/>
    <dgm:cxn modelId="{B7DF01E9-6FC7-4CEB-9340-338427ADD9CE}" type="presParOf" srcId="{E3566AF7-210A-49B2-B3D3-0068C19A8472}" destId="{EEDA518A-90CB-40CD-A12D-66E3D4F8CB09}" srcOrd="1" destOrd="0" presId="urn:microsoft.com/office/officeart/2005/8/layout/orgChart1"/>
    <dgm:cxn modelId="{BE88E6C5-AEDD-4BE0-B1A7-8B508F3D1F96}" type="presParOf" srcId="{EEDA518A-90CB-40CD-A12D-66E3D4F8CB09}" destId="{6F78B6CB-29BD-4E6E-B8F8-B55B02893198}" srcOrd="0" destOrd="0" presId="urn:microsoft.com/office/officeart/2005/8/layout/orgChart1"/>
    <dgm:cxn modelId="{4DCADEEA-A000-44E6-9000-E37A33BE2D19}" type="presParOf" srcId="{6F78B6CB-29BD-4E6E-B8F8-B55B02893198}" destId="{18352E14-DB19-420D-850C-54566AC1A26B}" srcOrd="0" destOrd="0" presId="urn:microsoft.com/office/officeart/2005/8/layout/orgChart1"/>
    <dgm:cxn modelId="{615CE908-9193-469C-9C84-A192F45FFAA4}" type="presParOf" srcId="{6F78B6CB-29BD-4E6E-B8F8-B55B02893198}" destId="{4628A8EF-F09C-4A11-99A1-8C279DECDBBB}" srcOrd="1" destOrd="0" presId="urn:microsoft.com/office/officeart/2005/8/layout/orgChart1"/>
    <dgm:cxn modelId="{7D81CC7C-52F8-4D7F-B26D-A58410309E7C}" type="presParOf" srcId="{EEDA518A-90CB-40CD-A12D-66E3D4F8CB09}" destId="{12CBFA7A-A5F1-47E1-96BB-E1BB64107289}" srcOrd="1" destOrd="0" presId="urn:microsoft.com/office/officeart/2005/8/layout/orgChart1"/>
    <dgm:cxn modelId="{823ECCD8-8F72-40EF-ACE9-C0C4081D3017}" type="presParOf" srcId="{EEDA518A-90CB-40CD-A12D-66E3D4F8CB09}" destId="{7E4716BB-4F94-4312-9D47-7F7F6CEF5D80}" srcOrd="2" destOrd="0" presId="urn:microsoft.com/office/officeart/2005/8/layout/orgChart1"/>
    <dgm:cxn modelId="{39A6E391-B2B3-4F45-8863-3ED890E0C4C0}" type="presParOf" srcId="{E3566AF7-210A-49B2-B3D3-0068C19A8472}" destId="{07AF48FB-BF8C-4121-8B93-5F083E823D43}" srcOrd="2" destOrd="0" presId="urn:microsoft.com/office/officeart/2005/8/layout/orgChart1"/>
    <dgm:cxn modelId="{BA550AEB-5569-4692-8419-31DEFE516429}" type="presParOf" srcId="{E3566AF7-210A-49B2-B3D3-0068C19A8472}" destId="{7E09C0B9-5A45-44C5-B11F-9E51377BAF53}" srcOrd="3" destOrd="0" presId="urn:microsoft.com/office/officeart/2005/8/layout/orgChart1"/>
    <dgm:cxn modelId="{A9C1C42E-29A0-47D0-BD89-FB52B7FEC302}" type="presParOf" srcId="{7E09C0B9-5A45-44C5-B11F-9E51377BAF53}" destId="{AD310293-3E92-4A80-9F2B-9F1F1D1F1CA3}" srcOrd="0" destOrd="0" presId="urn:microsoft.com/office/officeart/2005/8/layout/orgChart1"/>
    <dgm:cxn modelId="{2C5F3D4C-C195-4329-8B00-A616B203F6EB}" type="presParOf" srcId="{AD310293-3E92-4A80-9F2B-9F1F1D1F1CA3}" destId="{8B5FCCF1-7DB8-49E7-8F95-CEC79D834216}" srcOrd="0" destOrd="0" presId="urn:microsoft.com/office/officeart/2005/8/layout/orgChart1"/>
    <dgm:cxn modelId="{D50EA1D0-E840-468D-A32D-752BC097660C}" type="presParOf" srcId="{AD310293-3E92-4A80-9F2B-9F1F1D1F1CA3}" destId="{3648A127-3599-4F54-8142-96A630927F3D}" srcOrd="1" destOrd="0" presId="urn:microsoft.com/office/officeart/2005/8/layout/orgChart1"/>
    <dgm:cxn modelId="{01D38824-8095-4E29-BE03-014EB0B6BC12}" type="presParOf" srcId="{7E09C0B9-5A45-44C5-B11F-9E51377BAF53}" destId="{D8049313-F096-4EE1-8225-45795BC6C83B}" srcOrd="1" destOrd="0" presId="urn:microsoft.com/office/officeart/2005/8/layout/orgChart1"/>
    <dgm:cxn modelId="{A5411410-F5BE-411C-B9B5-85C9AC1872FE}" type="presParOf" srcId="{7E09C0B9-5A45-44C5-B11F-9E51377BAF53}" destId="{EA19CDA1-5BF8-46DE-8536-F2CA4D01177C}" srcOrd="2" destOrd="0" presId="urn:microsoft.com/office/officeart/2005/8/layout/orgChart1"/>
    <dgm:cxn modelId="{08FDAA67-417B-4DBC-BC48-14E30D8EFDC9}" type="presParOf" srcId="{C84C913D-F1F6-4CF1-96BC-ED08B850148B}" destId="{CF422838-19C1-4455-B220-FA0D4EE7A852}" srcOrd="2" destOrd="0" presId="urn:microsoft.com/office/officeart/2005/8/layout/orgChart1"/>
    <dgm:cxn modelId="{B12B3C11-0F68-4437-A421-C3E316351425}" type="presParOf" srcId="{12E0C57F-97A1-4479-ADE9-99181FB0FDAB}" destId="{486A3C42-25AD-4419-B6F2-DB5D494DB654}" srcOrd="2" destOrd="0" presId="urn:microsoft.com/office/officeart/2005/8/layout/orgChart1"/>
    <dgm:cxn modelId="{72D7AB6C-FFC5-4740-96D0-32A6E6A4A03E}" type="presParOf" srcId="{12E0C57F-97A1-4479-ADE9-99181FB0FDAB}" destId="{7C78191F-151B-44EC-865E-A4B02304E2D1}" srcOrd="3" destOrd="0" presId="urn:microsoft.com/office/officeart/2005/8/layout/orgChart1"/>
    <dgm:cxn modelId="{B663BFE7-EB06-4E43-B3F8-9AF48A8D781D}" type="presParOf" srcId="{7C78191F-151B-44EC-865E-A4B02304E2D1}" destId="{F2E98745-2472-46D6-8E50-9C9A47CEC89B}" srcOrd="0" destOrd="0" presId="urn:microsoft.com/office/officeart/2005/8/layout/orgChart1"/>
    <dgm:cxn modelId="{5100E4C9-12B2-4B0E-B615-4E8C8D847750}" type="presParOf" srcId="{F2E98745-2472-46D6-8E50-9C9A47CEC89B}" destId="{A74447A1-944A-481C-BA6D-62343284CB66}" srcOrd="0" destOrd="0" presId="urn:microsoft.com/office/officeart/2005/8/layout/orgChart1"/>
    <dgm:cxn modelId="{BE295628-3BEE-4C92-89B3-C7B05B6204B5}" type="presParOf" srcId="{F2E98745-2472-46D6-8E50-9C9A47CEC89B}" destId="{41C50B93-F975-4D2C-8EBB-8020067AD3E1}" srcOrd="1" destOrd="0" presId="urn:microsoft.com/office/officeart/2005/8/layout/orgChart1"/>
    <dgm:cxn modelId="{F6CFA94C-C568-4E6B-B17C-E0835B8CC9EF}" type="presParOf" srcId="{7C78191F-151B-44EC-865E-A4B02304E2D1}" destId="{07D18234-CE05-4C99-92E3-4DFBF9BAFF85}" srcOrd="1" destOrd="0" presId="urn:microsoft.com/office/officeart/2005/8/layout/orgChart1"/>
    <dgm:cxn modelId="{70B877D2-5700-4192-BE89-AEF7E541030A}" type="presParOf" srcId="{07D18234-CE05-4C99-92E3-4DFBF9BAFF85}" destId="{3C2FAB16-1564-4EE9-858E-739904B895F3}" srcOrd="0" destOrd="0" presId="urn:microsoft.com/office/officeart/2005/8/layout/orgChart1"/>
    <dgm:cxn modelId="{E422291A-B25B-4416-BC72-EF61C2669555}" type="presParOf" srcId="{07D18234-CE05-4C99-92E3-4DFBF9BAFF85}" destId="{4E08A5F2-5CD0-4BA6-BD7C-12CBD17CBA24}" srcOrd="1" destOrd="0" presId="urn:microsoft.com/office/officeart/2005/8/layout/orgChart1"/>
    <dgm:cxn modelId="{F5834CF6-F621-40AC-BB05-DB460FB57E72}" type="presParOf" srcId="{4E08A5F2-5CD0-4BA6-BD7C-12CBD17CBA24}" destId="{0A904C39-8F13-4FE8-8C0B-697D9C1F493F}" srcOrd="0" destOrd="0" presId="urn:microsoft.com/office/officeart/2005/8/layout/orgChart1"/>
    <dgm:cxn modelId="{708013F5-DE93-44AB-9E35-ABEC15E64BF3}" type="presParOf" srcId="{0A904C39-8F13-4FE8-8C0B-697D9C1F493F}" destId="{5ED406CE-AAFC-4153-93B2-1A968BDF38D1}" srcOrd="0" destOrd="0" presId="urn:microsoft.com/office/officeart/2005/8/layout/orgChart1"/>
    <dgm:cxn modelId="{70C259DF-EBA4-4150-A6C9-65AD19E0BEEB}" type="presParOf" srcId="{0A904C39-8F13-4FE8-8C0B-697D9C1F493F}" destId="{10AE62A3-989E-4656-8734-F5E83241D74E}" srcOrd="1" destOrd="0" presId="urn:microsoft.com/office/officeart/2005/8/layout/orgChart1"/>
    <dgm:cxn modelId="{640216CB-5030-42FD-8E84-2915641244E6}" type="presParOf" srcId="{4E08A5F2-5CD0-4BA6-BD7C-12CBD17CBA24}" destId="{22EB77E5-D527-48CE-9CFC-BD3DA2E1023A}" srcOrd="1" destOrd="0" presId="urn:microsoft.com/office/officeart/2005/8/layout/orgChart1"/>
    <dgm:cxn modelId="{67D357C3-A1F2-4252-BDFD-44C9EC389450}" type="presParOf" srcId="{4E08A5F2-5CD0-4BA6-BD7C-12CBD17CBA24}" destId="{3CB8BAFB-E5E8-4B31-8FC8-A9442A792204}" srcOrd="2" destOrd="0" presId="urn:microsoft.com/office/officeart/2005/8/layout/orgChart1"/>
    <dgm:cxn modelId="{D72826F1-B156-4B3D-A0D3-EC1291200AF7}" type="presParOf" srcId="{07D18234-CE05-4C99-92E3-4DFBF9BAFF85}" destId="{731507F5-B168-4C7E-8148-214D2648208F}" srcOrd="2" destOrd="0" presId="urn:microsoft.com/office/officeart/2005/8/layout/orgChart1"/>
    <dgm:cxn modelId="{587F119F-889B-4486-8C6B-81E0C6794520}" type="presParOf" srcId="{07D18234-CE05-4C99-92E3-4DFBF9BAFF85}" destId="{C383DD93-2B35-4DBB-8F9C-5AFCB0DFC35F}" srcOrd="3" destOrd="0" presId="urn:microsoft.com/office/officeart/2005/8/layout/orgChart1"/>
    <dgm:cxn modelId="{34B6CD0F-0285-49DC-B4BC-CB753C793602}" type="presParOf" srcId="{C383DD93-2B35-4DBB-8F9C-5AFCB0DFC35F}" destId="{A74F36BF-901D-4BF8-B0F0-E5186DD6F12A}" srcOrd="0" destOrd="0" presId="urn:microsoft.com/office/officeart/2005/8/layout/orgChart1"/>
    <dgm:cxn modelId="{3B55AD5C-C656-4A47-A749-54A8E3174142}" type="presParOf" srcId="{A74F36BF-901D-4BF8-B0F0-E5186DD6F12A}" destId="{9A7E9305-2976-44EB-80F2-D54120A8D440}" srcOrd="0" destOrd="0" presId="urn:microsoft.com/office/officeart/2005/8/layout/orgChart1"/>
    <dgm:cxn modelId="{F02DACC2-85AC-4004-A5CC-D00810DAF418}" type="presParOf" srcId="{A74F36BF-901D-4BF8-B0F0-E5186DD6F12A}" destId="{1EE9ED64-01B2-4710-B955-6A66FD6C9F3C}" srcOrd="1" destOrd="0" presId="urn:microsoft.com/office/officeart/2005/8/layout/orgChart1"/>
    <dgm:cxn modelId="{8F6D31E0-1B86-47D9-B92B-1D898174AD72}" type="presParOf" srcId="{C383DD93-2B35-4DBB-8F9C-5AFCB0DFC35F}" destId="{17B02F06-711C-4D78-BF0B-99C2F45C0712}" srcOrd="1" destOrd="0" presId="urn:microsoft.com/office/officeart/2005/8/layout/orgChart1"/>
    <dgm:cxn modelId="{376C645D-0DCD-446E-80BE-0C799148EE01}" type="presParOf" srcId="{C383DD93-2B35-4DBB-8F9C-5AFCB0DFC35F}" destId="{B576070C-823C-45FF-BD97-9FF4FFCD560D}" srcOrd="2" destOrd="0" presId="urn:microsoft.com/office/officeart/2005/8/layout/orgChart1"/>
    <dgm:cxn modelId="{2B37FD3C-DD44-44C6-87F7-7A2C93F5BFE6}" type="presParOf" srcId="{07D18234-CE05-4C99-92E3-4DFBF9BAFF85}" destId="{01B2E631-E2E2-41B5-A56C-DC49E64D5751}" srcOrd="4" destOrd="0" presId="urn:microsoft.com/office/officeart/2005/8/layout/orgChart1"/>
    <dgm:cxn modelId="{E278BD9E-D769-4441-8E10-1F04BBE4F4E8}" type="presParOf" srcId="{07D18234-CE05-4C99-92E3-4DFBF9BAFF85}" destId="{3C8751F8-88DE-4ED6-BA64-EEEFDD3A7FE1}" srcOrd="5" destOrd="0" presId="urn:microsoft.com/office/officeart/2005/8/layout/orgChart1"/>
    <dgm:cxn modelId="{B4F257C6-A70E-413D-9741-2A7430D4B02C}" type="presParOf" srcId="{3C8751F8-88DE-4ED6-BA64-EEEFDD3A7FE1}" destId="{75012475-068D-4DF4-97D7-D49A29B377DC}" srcOrd="0" destOrd="0" presId="urn:microsoft.com/office/officeart/2005/8/layout/orgChart1"/>
    <dgm:cxn modelId="{80424116-41E6-450A-B57F-D3E69EEE1448}" type="presParOf" srcId="{75012475-068D-4DF4-97D7-D49A29B377DC}" destId="{2D7835EA-2EE0-447A-AEF6-DF168F7B0600}" srcOrd="0" destOrd="0" presId="urn:microsoft.com/office/officeart/2005/8/layout/orgChart1"/>
    <dgm:cxn modelId="{B4277E06-1B5A-4A82-AC12-D8848AFA05BF}" type="presParOf" srcId="{75012475-068D-4DF4-97D7-D49A29B377DC}" destId="{9D065CE5-FA18-4744-805B-825D2FAB0F07}" srcOrd="1" destOrd="0" presId="urn:microsoft.com/office/officeart/2005/8/layout/orgChart1"/>
    <dgm:cxn modelId="{972C7180-8951-4E65-A4DD-C968DF2F6F21}" type="presParOf" srcId="{3C8751F8-88DE-4ED6-BA64-EEEFDD3A7FE1}" destId="{3E8ECB7A-12C9-4EF3-9FBE-198F4F08BC30}" srcOrd="1" destOrd="0" presId="urn:microsoft.com/office/officeart/2005/8/layout/orgChart1"/>
    <dgm:cxn modelId="{0384454C-84F1-4064-A5E7-1B1D8030C92F}" type="presParOf" srcId="{3C8751F8-88DE-4ED6-BA64-EEEFDD3A7FE1}" destId="{B8BA1066-1EF8-4008-B8F2-60ED145C4D70}" srcOrd="2" destOrd="0" presId="urn:microsoft.com/office/officeart/2005/8/layout/orgChart1"/>
    <dgm:cxn modelId="{82E347B3-5B1D-48CD-8E84-6C3054908123}" type="presParOf" srcId="{07D18234-CE05-4C99-92E3-4DFBF9BAFF85}" destId="{4156A5F4-2F55-45FC-8298-CDFD564FBFA7}" srcOrd="6" destOrd="0" presId="urn:microsoft.com/office/officeart/2005/8/layout/orgChart1"/>
    <dgm:cxn modelId="{1D6D9DB6-E029-4016-8EE5-E725443A0916}" type="presParOf" srcId="{07D18234-CE05-4C99-92E3-4DFBF9BAFF85}" destId="{3688A60E-3002-4D9D-ACF9-2056FF0A0143}" srcOrd="7" destOrd="0" presId="urn:microsoft.com/office/officeart/2005/8/layout/orgChart1"/>
    <dgm:cxn modelId="{B1E8EB4D-4D1A-4213-911C-BE501FA5A06A}" type="presParOf" srcId="{3688A60E-3002-4D9D-ACF9-2056FF0A0143}" destId="{81483ECF-10D3-4180-84BF-EEFADE0A978D}" srcOrd="0" destOrd="0" presId="urn:microsoft.com/office/officeart/2005/8/layout/orgChart1"/>
    <dgm:cxn modelId="{A41E2367-B4C4-4F75-89F6-080280C86413}" type="presParOf" srcId="{81483ECF-10D3-4180-84BF-EEFADE0A978D}" destId="{14EEEA57-8225-4351-9A93-2D360E78FED9}" srcOrd="0" destOrd="0" presId="urn:microsoft.com/office/officeart/2005/8/layout/orgChart1"/>
    <dgm:cxn modelId="{30735C6E-8A8D-47D7-9D76-5F48EA816E71}" type="presParOf" srcId="{81483ECF-10D3-4180-84BF-EEFADE0A978D}" destId="{47A4B6C0-C324-45BF-AF7E-E3D1852C2A41}" srcOrd="1" destOrd="0" presId="urn:microsoft.com/office/officeart/2005/8/layout/orgChart1"/>
    <dgm:cxn modelId="{D7D8890A-9FF6-4497-ADD6-65AC711E37D2}" type="presParOf" srcId="{3688A60E-3002-4D9D-ACF9-2056FF0A0143}" destId="{74CC8984-1726-427D-B105-C92FC8B83DDF}" srcOrd="1" destOrd="0" presId="urn:microsoft.com/office/officeart/2005/8/layout/orgChart1"/>
    <dgm:cxn modelId="{590C1167-EA68-4CF9-8A85-7E48FA47D4C4}" type="presParOf" srcId="{3688A60E-3002-4D9D-ACF9-2056FF0A0143}" destId="{66DD7881-C5E1-4D73-A87B-66C8E5D126E6}" srcOrd="2" destOrd="0" presId="urn:microsoft.com/office/officeart/2005/8/layout/orgChart1"/>
    <dgm:cxn modelId="{2686422E-CA3C-4BE6-8FB2-CDC6836EE17B}" type="presParOf" srcId="{07D18234-CE05-4C99-92E3-4DFBF9BAFF85}" destId="{B1A37A11-D62B-4D56-BA7C-0803C4D3625E}" srcOrd="8" destOrd="0" presId="urn:microsoft.com/office/officeart/2005/8/layout/orgChart1"/>
    <dgm:cxn modelId="{0764EB50-1A5D-45F8-AFB6-0690422F598B}" type="presParOf" srcId="{07D18234-CE05-4C99-92E3-4DFBF9BAFF85}" destId="{44A49189-95A3-4F39-B70A-208357CF2E99}" srcOrd="9" destOrd="0" presId="urn:microsoft.com/office/officeart/2005/8/layout/orgChart1"/>
    <dgm:cxn modelId="{3803935D-4E3C-4BEF-B66A-0F056E659201}" type="presParOf" srcId="{44A49189-95A3-4F39-B70A-208357CF2E99}" destId="{C4BE40E8-DA87-4FA4-8F24-8042962AE28F}" srcOrd="0" destOrd="0" presId="urn:microsoft.com/office/officeart/2005/8/layout/orgChart1"/>
    <dgm:cxn modelId="{3A1D9518-4734-4BC0-8CCC-D5B7DDA53FF9}" type="presParOf" srcId="{C4BE40E8-DA87-4FA4-8F24-8042962AE28F}" destId="{F699486A-1E23-477A-A5DE-5E444D7F33F3}" srcOrd="0" destOrd="0" presId="urn:microsoft.com/office/officeart/2005/8/layout/orgChart1"/>
    <dgm:cxn modelId="{4707B5D1-397F-4D56-96DD-88EA7396487D}" type="presParOf" srcId="{C4BE40E8-DA87-4FA4-8F24-8042962AE28F}" destId="{2B19783A-BCD5-407D-9115-B272532824BD}" srcOrd="1" destOrd="0" presId="urn:microsoft.com/office/officeart/2005/8/layout/orgChart1"/>
    <dgm:cxn modelId="{B57E9975-166B-4D54-8270-331B6EC64A11}" type="presParOf" srcId="{44A49189-95A3-4F39-B70A-208357CF2E99}" destId="{4D3CD2BD-5EE7-4874-8107-20279DF6737B}" srcOrd="1" destOrd="0" presId="urn:microsoft.com/office/officeart/2005/8/layout/orgChart1"/>
    <dgm:cxn modelId="{3FF188A2-F661-43BF-A46F-5A36D113FF07}" type="presParOf" srcId="{44A49189-95A3-4F39-B70A-208357CF2E99}" destId="{1BD2F989-2838-46F6-A648-3E646C57487C}" srcOrd="2" destOrd="0" presId="urn:microsoft.com/office/officeart/2005/8/layout/orgChart1"/>
    <dgm:cxn modelId="{50FB54B2-E47B-4337-B6E1-7BD7BE0FE27D}" type="presParOf" srcId="{7C78191F-151B-44EC-865E-A4B02304E2D1}" destId="{D8E8A63E-6620-4355-ACA8-16F5D1FA100B}" srcOrd="2" destOrd="0" presId="urn:microsoft.com/office/officeart/2005/8/layout/orgChart1"/>
    <dgm:cxn modelId="{26DA233B-233E-41A3-9D6F-0226D96048D2}" type="presParOf" srcId="{A54D3ACC-461F-4DB2-9D48-238A2B3E4A92}" destId="{6361AF3F-B269-45D1-82B1-AD851CD21B53}" srcOrd="2" destOrd="0" presId="urn:microsoft.com/office/officeart/2005/8/layout/orgChart1"/>
    <dgm:cxn modelId="{DCC331FA-4D09-4DF7-ACF1-13F71F1C762A}" type="presParOf" srcId="{E35A2A3B-F150-46BC-9FAF-3F40B1D9BC0A}" destId="{D362ACA6-2203-4D7F-8AEF-3C25644D18CB}" srcOrd="2" destOrd="0" presId="urn:microsoft.com/office/officeart/2005/8/layout/orgChart1"/>
    <dgm:cxn modelId="{E74E4196-6993-4C99-A11B-A909F3B201B9}" type="presParOf" srcId="{E35A2A3B-F150-46BC-9FAF-3F40B1D9BC0A}" destId="{FC48680E-BD40-48CC-A92B-35F8145AC359}" srcOrd="3" destOrd="0" presId="urn:microsoft.com/office/officeart/2005/8/layout/orgChart1"/>
    <dgm:cxn modelId="{F7E1E18C-D4F3-483D-A577-AAE34EED116F}" type="presParOf" srcId="{FC48680E-BD40-48CC-A92B-35F8145AC359}" destId="{0C6ACD58-E08B-4DD7-A81F-D98B32B29AC2}" srcOrd="0" destOrd="0" presId="urn:microsoft.com/office/officeart/2005/8/layout/orgChart1"/>
    <dgm:cxn modelId="{C1B375D4-F3BC-4BD7-AB32-5CA8A4BEC3C6}" type="presParOf" srcId="{0C6ACD58-E08B-4DD7-A81F-D98B32B29AC2}" destId="{C2C99EB7-10E7-4AB8-BC05-E7C34466FB02}" srcOrd="0" destOrd="0" presId="urn:microsoft.com/office/officeart/2005/8/layout/orgChart1"/>
    <dgm:cxn modelId="{EA3654D3-E03C-4B49-A760-15983D57E704}" type="presParOf" srcId="{0C6ACD58-E08B-4DD7-A81F-D98B32B29AC2}" destId="{10AF6047-3FAF-4347-B5BA-312C5B84A654}" srcOrd="1" destOrd="0" presId="urn:microsoft.com/office/officeart/2005/8/layout/orgChart1"/>
    <dgm:cxn modelId="{8521D62B-AAFD-4844-92FD-CE319285692D}" type="presParOf" srcId="{FC48680E-BD40-48CC-A92B-35F8145AC359}" destId="{14162546-9382-4E8A-89ED-C18FADF32BD9}" srcOrd="1" destOrd="0" presId="urn:microsoft.com/office/officeart/2005/8/layout/orgChart1"/>
    <dgm:cxn modelId="{88308AA6-F054-493F-AEDA-109101B552F5}" type="presParOf" srcId="{14162546-9382-4E8A-89ED-C18FADF32BD9}" destId="{BC0E38FC-C375-4CD6-9056-1AFC5362B920}" srcOrd="0" destOrd="0" presId="urn:microsoft.com/office/officeart/2005/8/layout/orgChart1"/>
    <dgm:cxn modelId="{5F5BB540-DF16-437E-8DDE-194F4289A933}" type="presParOf" srcId="{14162546-9382-4E8A-89ED-C18FADF32BD9}" destId="{4305040B-7D95-435C-8AA2-A67239C78C70}" srcOrd="1" destOrd="0" presId="urn:microsoft.com/office/officeart/2005/8/layout/orgChart1"/>
    <dgm:cxn modelId="{F34E7D7E-57FE-4730-A1EA-83EB887641F2}" type="presParOf" srcId="{4305040B-7D95-435C-8AA2-A67239C78C70}" destId="{1B7067AA-F2F0-4BB5-B7F1-212C357F6B81}" srcOrd="0" destOrd="0" presId="urn:microsoft.com/office/officeart/2005/8/layout/orgChart1"/>
    <dgm:cxn modelId="{C05DC80D-6D5B-4930-AD93-E42DE7D8A44B}" type="presParOf" srcId="{1B7067AA-F2F0-4BB5-B7F1-212C357F6B81}" destId="{EE1E3B58-C7C8-461B-AB33-DEB261FBAF4E}" srcOrd="0" destOrd="0" presId="urn:microsoft.com/office/officeart/2005/8/layout/orgChart1"/>
    <dgm:cxn modelId="{2AD36FF1-7757-4EA0-AAC5-8626C1862300}" type="presParOf" srcId="{1B7067AA-F2F0-4BB5-B7F1-212C357F6B81}" destId="{5F00BF57-166C-4A2F-910B-78259C159B77}" srcOrd="1" destOrd="0" presId="urn:microsoft.com/office/officeart/2005/8/layout/orgChart1"/>
    <dgm:cxn modelId="{2D3EBE98-4EF1-450F-BA36-3296601C7835}" type="presParOf" srcId="{4305040B-7D95-435C-8AA2-A67239C78C70}" destId="{F2504BD0-29BB-40FB-98DF-180926407927}" srcOrd="1" destOrd="0" presId="urn:microsoft.com/office/officeart/2005/8/layout/orgChart1"/>
    <dgm:cxn modelId="{51801DAC-A5C5-478D-A114-DB765B802276}" type="presParOf" srcId="{F2504BD0-29BB-40FB-98DF-180926407927}" destId="{A7186CDC-F5B2-472A-90D0-871D30076B2E}" srcOrd="0" destOrd="0" presId="urn:microsoft.com/office/officeart/2005/8/layout/orgChart1"/>
    <dgm:cxn modelId="{46581DF3-F429-47C1-9E48-463E910C333F}" type="presParOf" srcId="{F2504BD0-29BB-40FB-98DF-180926407927}" destId="{E9ADCD78-17D2-48FA-8892-85DADF45D573}" srcOrd="1" destOrd="0" presId="urn:microsoft.com/office/officeart/2005/8/layout/orgChart1"/>
    <dgm:cxn modelId="{378D9215-A567-480E-A794-FE8CB474689A}" type="presParOf" srcId="{E9ADCD78-17D2-48FA-8892-85DADF45D573}" destId="{0073CAE8-2516-44A8-9D1B-810B3714083A}" srcOrd="0" destOrd="0" presId="urn:microsoft.com/office/officeart/2005/8/layout/orgChart1"/>
    <dgm:cxn modelId="{4F910EFE-E157-4CDE-9AD3-585324A609C5}" type="presParOf" srcId="{0073CAE8-2516-44A8-9D1B-810B3714083A}" destId="{0EF6BB72-AD8A-493B-9A6F-F4F9FB3165B3}" srcOrd="0" destOrd="0" presId="urn:microsoft.com/office/officeart/2005/8/layout/orgChart1"/>
    <dgm:cxn modelId="{8BFC2709-4E4E-4F66-A9EB-396F6A4C71FC}" type="presParOf" srcId="{0073CAE8-2516-44A8-9D1B-810B3714083A}" destId="{E6B82545-C8B4-483F-98CB-B6BCAC766E10}" srcOrd="1" destOrd="0" presId="urn:microsoft.com/office/officeart/2005/8/layout/orgChart1"/>
    <dgm:cxn modelId="{96A37914-7630-43C8-983B-96B73EC8CA8F}" type="presParOf" srcId="{E9ADCD78-17D2-48FA-8892-85DADF45D573}" destId="{8EBA5D6C-D6E0-4F55-8D36-F049215D0FA8}" srcOrd="1" destOrd="0" presId="urn:microsoft.com/office/officeart/2005/8/layout/orgChart1"/>
    <dgm:cxn modelId="{93A53B3C-418B-40E6-962D-A021C73722A9}" type="presParOf" srcId="{E9ADCD78-17D2-48FA-8892-85DADF45D573}" destId="{778553CC-4FC7-4FA8-8BCD-623DB41B8758}" srcOrd="2" destOrd="0" presId="urn:microsoft.com/office/officeart/2005/8/layout/orgChart1"/>
    <dgm:cxn modelId="{18EDFE6A-CE8C-4963-B02C-92F01D3F8B7B}" type="presParOf" srcId="{F2504BD0-29BB-40FB-98DF-180926407927}" destId="{11E0B9B5-9684-4062-972E-210A1F176AA0}" srcOrd="2" destOrd="0" presId="urn:microsoft.com/office/officeart/2005/8/layout/orgChart1"/>
    <dgm:cxn modelId="{D7A96C0E-9D05-4F42-8D91-21FED5F6DD35}" type="presParOf" srcId="{F2504BD0-29BB-40FB-98DF-180926407927}" destId="{C69DB04C-70D5-4216-8623-574FC0E9CE8B}" srcOrd="3" destOrd="0" presId="urn:microsoft.com/office/officeart/2005/8/layout/orgChart1"/>
    <dgm:cxn modelId="{FA9C0080-26A0-48DC-9844-047B22C9F688}" type="presParOf" srcId="{C69DB04C-70D5-4216-8623-574FC0E9CE8B}" destId="{14C42376-1C6C-48C6-8B58-49C21192955A}" srcOrd="0" destOrd="0" presId="urn:microsoft.com/office/officeart/2005/8/layout/orgChart1"/>
    <dgm:cxn modelId="{6EFE711C-36CB-4F0C-B600-33D1FEA025CF}" type="presParOf" srcId="{14C42376-1C6C-48C6-8B58-49C21192955A}" destId="{4C5DFBB1-1397-41F3-9CA5-E15097F1DC69}" srcOrd="0" destOrd="0" presId="urn:microsoft.com/office/officeart/2005/8/layout/orgChart1"/>
    <dgm:cxn modelId="{CF5CD14B-5136-4B58-BEFC-329A465E2008}" type="presParOf" srcId="{14C42376-1C6C-48C6-8B58-49C21192955A}" destId="{85F216ED-4A14-4B10-BA82-8CE156A77AC7}" srcOrd="1" destOrd="0" presId="urn:microsoft.com/office/officeart/2005/8/layout/orgChart1"/>
    <dgm:cxn modelId="{E66D6FCF-236E-4B1D-8166-5FB9E6757DF2}" type="presParOf" srcId="{C69DB04C-70D5-4216-8623-574FC0E9CE8B}" destId="{9ADA4C04-9F05-48C2-B0D2-8B66E2E83F35}" srcOrd="1" destOrd="0" presId="urn:microsoft.com/office/officeart/2005/8/layout/orgChart1"/>
    <dgm:cxn modelId="{2DB1BF1D-9E5B-4641-A5EC-1AFF124F54E4}" type="presParOf" srcId="{C69DB04C-70D5-4216-8623-574FC0E9CE8B}" destId="{3F85A589-FAD8-4A15-8A04-43C68F862F6B}" srcOrd="2" destOrd="0" presId="urn:microsoft.com/office/officeart/2005/8/layout/orgChart1"/>
    <dgm:cxn modelId="{7617EE6A-4314-4275-9DD3-9FD28A3C2072}" type="presParOf" srcId="{4305040B-7D95-435C-8AA2-A67239C78C70}" destId="{FF51967A-B3A9-4C2D-9938-2374C5BD4A8F}" srcOrd="2" destOrd="0" presId="urn:microsoft.com/office/officeart/2005/8/layout/orgChart1"/>
    <dgm:cxn modelId="{97A67E43-A4D4-4479-82C7-350C620B478B}" type="presParOf" srcId="{14162546-9382-4E8A-89ED-C18FADF32BD9}" destId="{C65FF8F6-EDC1-4C05-8BB7-66083BDD38AD}" srcOrd="2" destOrd="0" presId="urn:microsoft.com/office/officeart/2005/8/layout/orgChart1"/>
    <dgm:cxn modelId="{410290F7-1F13-45E4-8DE7-A7F02D6C2434}" type="presParOf" srcId="{14162546-9382-4E8A-89ED-C18FADF32BD9}" destId="{64364E4F-A197-4C45-A53F-0FA652A79F16}" srcOrd="3" destOrd="0" presId="urn:microsoft.com/office/officeart/2005/8/layout/orgChart1"/>
    <dgm:cxn modelId="{DDFD2BBD-C5E5-41F2-8944-05B461A8D5E2}" type="presParOf" srcId="{64364E4F-A197-4C45-A53F-0FA652A79F16}" destId="{3B3DC53A-9285-4E50-89F9-7BC49A199147}" srcOrd="0" destOrd="0" presId="urn:microsoft.com/office/officeart/2005/8/layout/orgChart1"/>
    <dgm:cxn modelId="{39E0192A-AB25-46B3-A43F-274C2AE66403}" type="presParOf" srcId="{3B3DC53A-9285-4E50-89F9-7BC49A199147}" destId="{8AA338C2-039F-46D1-986C-CEA4E69771D2}" srcOrd="0" destOrd="0" presId="urn:microsoft.com/office/officeart/2005/8/layout/orgChart1"/>
    <dgm:cxn modelId="{9BA09F4E-3AF9-43C2-BC0F-6D7B2779CE7D}" type="presParOf" srcId="{3B3DC53A-9285-4E50-89F9-7BC49A199147}" destId="{985C1CF6-DDB1-4D37-9970-1765E7C53225}" srcOrd="1" destOrd="0" presId="urn:microsoft.com/office/officeart/2005/8/layout/orgChart1"/>
    <dgm:cxn modelId="{536BFC6D-E061-4C5A-9D9A-335000886EAA}" type="presParOf" srcId="{64364E4F-A197-4C45-A53F-0FA652A79F16}" destId="{B4907ED9-10A1-4916-9525-5D6BDFA70C0E}" srcOrd="1" destOrd="0" presId="urn:microsoft.com/office/officeart/2005/8/layout/orgChart1"/>
    <dgm:cxn modelId="{400F6C47-8501-4348-AFFD-4B979DCABC39}" type="presParOf" srcId="{B4907ED9-10A1-4916-9525-5D6BDFA70C0E}" destId="{7BAEA16B-E01A-49AF-B45F-6CA49EA91DDA}" srcOrd="0" destOrd="0" presId="urn:microsoft.com/office/officeart/2005/8/layout/orgChart1"/>
    <dgm:cxn modelId="{EF517BC7-041B-4671-A583-982DC1C69463}" type="presParOf" srcId="{B4907ED9-10A1-4916-9525-5D6BDFA70C0E}" destId="{156E3A9E-0B68-4628-8AC9-9C5AC361ED5E}" srcOrd="1" destOrd="0" presId="urn:microsoft.com/office/officeart/2005/8/layout/orgChart1"/>
    <dgm:cxn modelId="{156BD08A-5FB7-40C4-9534-D386C7063D9D}" type="presParOf" srcId="{156E3A9E-0B68-4628-8AC9-9C5AC361ED5E}" destId="{2EC8D229-227B-42FB-B0D7-BD359A5E60E1}" srcOrd="0" destOrd="0" presId="urn:microsoft.com/office/officeart/2005/8/layout/orgChart1"/>
    <dgm:cxn modelId="{89F9CFFD-C650-419F-9973-BC38F22D1D69}" type="presParOf" srcId="{2EC8D229-227B-42FB-B0D7-BD359A5E60E1}" destId="{E01E1B84-1B5F-45CB-A36A-267EFC32C4AC}" srcOrd="0" destOrd="0" presId="urn:microsoft.com/office/officeart/2005/8/layout/orgChart1"/>
    <dgm:cxn modelId="{09950B92-E867-4842-A5AC-E16F2EE8C5A8}" type="presParOf" srcId="{2EC8D229-227B-42FB-B0D7-BD359A5E60E1}" destId="{B3C63C04-BAD3-41E4-999B-D321C00F80BC}" srcOrd="1" destOrd="0" presId="urn:microsoft.com/office/officeart/2005/8/layout/orgChart1"/>
    <dgm:cxn modelId="{94551E7F-904E-4A80-BE27-12E766555A84}" type="presParOf" srcId="{156E3A9E-0B68-4628-8AC9-9C5AC361ED5E}" destId="{932A29A8-7D36-4966-842E-5B949A9554EA}" srcOrd="1" destOrd="0" presId="urn:microsoft.com/office/officeart/2005/8/layout/orgChart1"/>
    <dgm:cxn modelId="{F8A84F20-B039-4B14-A3D4-5D1237D743EA}" type="presParOf" srcId="{156E3A9E-0B68-4628-8AC9-9C5AC361ED5E}" destId="{5BF59B98-4464-4E7C-8F35-DCC6D5F2C2F3}" srcOrd="2" destOrd="0" presId="urn:microsoft.com/office/officeart/2005/8/layout/orgChart1"/>
    <dgm:cxn modelId="{46437577-F878-4A20-85F3-C541B0A1A7BF}" type="presParOf" srcId="{B4907ED9-10A1-4916-9525-5D6BDFA70C0E}" destId="{14A00889-DD9C-46C9-974B-AAF75910A3C7}" srcOrd="2" destOrd="0" presId="urn:microsoft.com/office/officeart/2005/8/layout/orgChart1"/>
    <dgm:cxn modelId="{1E987AD2-2019-459B-B054-8A5412293A43}" type="presParOf" srcId="{B4907ED9-10A1-4916-9525-5D6BDFA70C0E}" destId="{418E42CA-0DF2-4FA7-B5AB-85A81C951B6C}" srcOrd="3" destOrd="0" presId="urn:microsoft.com/office/officeart/2005/8/layout/orgChart1"/>
    <dgm:cxn modelId="{957CE749-7462-47E9-B16D-35CA017A79C0}" type="presParOf" srcId="{418E42CA-0DF2-4FA7-B5AB-85A81C951B6C}" destId="{797A3852-FC9A-4ED0-9F9C-019472CCE327}" srcOrd="0" destOrd="0" presId="urn:microsoft.com/office/officeart/2005/8/layout/orgChart1"/>
    <dgm:cxn modelId="{56DBF132-8330-4ADD-B354-C2F2489838B6}" type="presParOf" srcId="{797A3852-FC9A-4ED0-9F9C-019472CCE327}" destId="{347EA698-66D4-4703-9EE8-3F58353CEA7A}" srcOrd="0" destOrd="0" presId="urn:microsoft.com/office/officeart/2005/8/layout/orgChart1"/>
    <dgm:cxn modelId="{9B12AD60-0301-41B8-8A36-21212EF66CFB}" type="presParOf" srcId="{797A3852-FC9A-4ED0-9F9C-019472CCE327}" destId="{67329BD3-9CB1-4B7C-B9C9-D21A4139F029}" srcOrd="1" destOrd="0" presId="urn:microsoft.com/office/officeart/2005/8/layout/orgChart1"/>
    <dgm:cxn modelId="{451A6F6E-B634-455F-9368-B3578263ADC6}" type="presParOf" srcId="{418E42CA-0DF2-4FA7-B5AB-85A81C951B6C}" destId="{085D4552-2818-4784-B1EB-AA6F4899B072}" srcOrd="1" destOrd="0" presId="urn:microsoft.com/office/officeart/2005/8/layout/orgChart1"/>
    <dgm:cxn modelId="{F8633162-2084-4F35-89BE-784F0204EBF3}" type="presParOf" srcId="{418E42CA-0DF2-4FA7-B5AB-85A81C951B6C}" destId="{0D40A285-B11D-4EBD-AC9C-2883387A6BCF}" srcOrd="2" destOrd="0" presId="urn:microsoft.com/office/officeart/2005/8/layout/orgChart1"/>
    <dgm:cxn modelId="{E54970BE-5ED7-4A28-BFCD-2BFA0A19D7D3}" type="presParOf" srcId="{64364E4F-A197-4C45-A53F-0FA652A79F16}" destId="{165A82FA-FD4D-4926-B4C7-11A646B55D78}" srcOrd="2" destOrd="0" presId="urn:microsoft.com/office/officeart/2005/8/layout/orgChart1"/>
    <dgm:cxn modelId="{FDBBBA67-BC9C-4B2D-9F71-D0CA37611247}" type="presParOf" srcId="{FC48680E-BD40-48CC-A92B-35F8145AC359}" destId="{3E50DBFA-57EE-4BE7-A055-3E74CECC51BB}" srcOrd="2" destOrd="0" presId="urn:microsoft.com/office/officeart/2005/8/layout/orgChart1"/>
    <dgm:cxn modelId="{EAE315C2-3392-43AA-A51E-8E2CE9B0B248}" type="presParOf" srcId="{CF705DFB-6347-442D-9A20-F02D1F6A073B}" destId="{579A8DA1-FEBC-448A-A56D-F0CD31E165E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43EBF99E-D54F-4D2C-A285-243995C0A2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C2B3D71C-8E94-442E-8B38-4395DD2E6D4B}">
      <dgm:prSet phldrT="[Testo]"/>
      <dgm:spPr/>
      <dgm:t>
        <a:bodyPr/>
        <a:lstStyle/>
        <a:p>
          <a:r>
            <a:rPr lang="en-US" noProof="0" dirty="0"/>
            <a:t>Benefits </a:t>
          </a:r>
        </a:p>
      </dgm:t>
    </dgm:pt>
    <dgm:pt modelId="{A8BF1C1F-299C-4AC4-BB61-10BE31D4A111}" type="parTrans" cxnId="{5B3948E9-5E35-45CE-98AA-85068C480571}">
      <dgm:prSet/>
      <dgm:spPr/>
      <dgm:t>
        <a:bodyPr/>
        <a:lstStyle/>
        <a:p>
          <a:endParaRPr lang="en-US"/>
        </a:p>
      </dgm:t>
    </dgm:pt>
    <dgm:pt modelId="{CF6A2E6A-0DAA-44B0-B465-E039FD2717EB}" type="sibTrans" cxnId="{5B3948E9-5E35-45CE-98AA-85068C480571}">
      <dgm:prSet/>
      <dgm:spPr/>
      <dgm:t>
        <a:bodyPr/>
        <a:lstStyle/>
        <a:p>
          <a:endParaRPr lang="en-US"/>
        </a:p>
      </dgm:t>
    </dgm:pt>
    <dgm:pt modelId="{521759AD-7D0A-478C-AAAE-577D5841F504}">
      <dgm:prSet phldrT="[Testo]"/>
      <dgm:spPr/>
      <dgm:t>
        <a:bodyPr/>
        <a:lstStyle/>
        <a:p>
          <a:r>
            <a:rPr lang="en-US" noProof="0" dirty="0"/>
            <a:t>Management</a:t>
          </a:r>
        </a:p>
        <a:p>
          <a:r>
            <a:rPr lang="en-US" noProof="0" dirty="0"/>
            <a:t>Value </a:t>
          </a:r>
        </a:p>
      </dgm:t>
    </dgm:pt>
    <dgm:pt modelId="{3ADB9DA0-C1A5-4878-B6C4-13DE95514E60}" type="parTrans" cxnId="{EDEEB4D0-FE12-48B3-9B2C-D3CF2647ACE9}">
      <dgm:prSet/>
      <dgm:spPr/>
      <dgm:t>
        <a:bodyPr/>
        <a:lstStyle/>
        <a:p>
          <a:endParaRPr lang="en-US"/>
        </a:p>
      </dgm:t>
    </dgm:pt>
    <dgm:pt modelId="{ADFFA079-DEDE-44C3-A431-2A6A499ED36A}" type="sibTrans" cxnId="{EDEEB4D0-FE12-48B3-9B2C-D3CF2647ACE9}">
      <dgm:prSet/>
      <dgm:spPr/>
      <dgm:t>
        <a:bodyPr/>
        <a:lstStyle/>
        <a:p>
          <a:endParaRPr lang="en-US"/>
        </a:p>
      </dgm:t>
    </dgm:pt>
    <dgm:pt modelId="{6E646033-54E3-4AE8-83A5-F7EFD8310D86}">
      <dgm:prSet phldrT="[Testo]"/>
      <dgm:spPr/>
      <dgm:t>
        <a:bodyPr/>
        <a:lstStyle/>
        <a:p>
          <a:r>
            <a:rPr lang="en-US" noProof="0" dirty="0"/>
            <a:t>Social </a:t>
          </a:r>
        </a:p>
        <a:p>
          <a:r>
            <a:rPr lang="en-US" noProof="0" dirty="0"/>
            <a:t>Value </a:t>
          </a:r>
        </a:p>
      </dgm:t>
    </dgm:pt>
    <dgm:pt modelId="{91CC7CD7-4A85-4608-B88B-6B168A354CD4}" type="parTrans" cxnId="{7C845C28-A4E0-4FE9-A44B-2E4E09D415EB}">
      <dgm:prSet/>
      <dgm:spPr/>
      <dgm:t>
        <a:bodyPr/>
        <a:lstStyle/>
        <a:p>
          <a:endParaRPr lang="en-US"/>
        </a:p>
      </dgm:t>
    </dgm:pt>
    <dgm:pt modelId="{BEBFDEAB-4702-419C-8650-62040FCE9E73}" type="sibTrans" cxnId="{7C845C28-A4E0-4FE9-A44B-2E4E09D415EB}">
      <dgm:prSet/>
      <dgm:spPr/>
      <dgm:t>
        <a:bodyPr/>
        <a:lstStyle/>
        <a:p>
          <a:endParaRPr lang="en-US"/>
        </a:p>
      </dgm:t>
    </dgm:pt>
    <dgm:pt modelId="{0C0AAA80-C153-4DF1-8258-BD38372D7EE4}">
      <dgm:prSet phldrT="[Testo]"/>
      <dgm:spPr>
        <a:solidFill>
          <a:schemeClr val="bg1">
            <a:lumMod val="85000"/>
          </a:schemeClr>
        </a:solidFill>
      </dgm:spPr>
      <dgm:t>
        <a:bodyPr/>
        <a:lstStyle/>
        <a:p>
          <a:r>
            <a:rPr lang="en-US" noProof="0" dirty="0"/>
            <a:t>Tangible </a:t>
          </a:r>
        </a:p>
      </dgm:t>
    </dgm:pt>
    <dgm:pt modelId="{ADF363BA-167D-4158-B0F3-1CEBD008EAD9}" type="parTrans" cxnId="{F5943BEA-B6BE-4C4D-A87C-3FE45C956DD8}">
      <dgm:prSet/>
      <dgm:spPr/>
      <dgm:t>
        <a:bodyPr/>
        <a:lstStyle/>
        <a:p>
          <a:endParaRPr lang="en-US"/>
        </a:p>
      </dgm:t>
    </dgm:pt>
    <dgm:pt modelId="{F021F3DC-A6F0-4854-A31D-0D8FFFE7614B}" type="sibTrans" cxnId="{F5943BEA-B6BE-4C4D-A87C-3FE45C956DD8}">
      <dgm:prSet/>
      <dgm:spPr/>
      <dgm:t>
        <a:bodyPr/>
        <a:lstStyle/>
        <a:p>
          <a:endParaRPr lang="en-US"/>
        </a:p>
      </dgm:t>
    </dgm:pt>
    <dgm:pt modelId="{C45EFF9B-ABDC-4E80-9D1C-4274C78C343E}">
      <dgm:prSet phldrT="[Testo]"/>
      <dgm:spPr/>
      <dgm:t>
        <a:bodyPr/>
        <a:lstStyle/>
        <a:p>
          <a:r>
            <a:rPr lang="en-US" noProof="0" dirty="0"/>
            <a:t>Intangible</a:t>
          </a:r>
        </a:p>
      </dgm:t>
    </dgm:pt>
    <dgm:pt modelId="{F9CF05BB-BB85-4E11-AE73-424A23488AC6}" type="parTrans" cxnId="{F697AF6F-8243-46E2-A2C8-4CC7A77DFA65}">
      <dgm:prSet/>
      <dgm:spPr/>
      <dgm:t>
        <a:bodyPr/>
        <a:lstStyle/>
        <a:p>
          <a:endParaRPr lang="en-US"/>
        </a:p>
      </dgm:t>
    </dgm:pt>
    <dgm:pt modelId="{AFF89AE8-1C44-48BD-9BB7-28046C835BB1}" type="sibTrans" cxnId="{F697AF6F-8243-46E2-A2C8-4CC7A77DFA65}">
      <dgm:prSet/>
      <dgm:spPr/>
      <dgm:t>
        <a:bodyPr/>
        <a:lstStyle/>
        <a:p>
          <a:endParaRPr lang="en-US"/>
        </a:p>
      </dgm:t>
    </dgm:pt>
    <dgm:pt modelId="{C7F54B02-C5B2-4BA4-8B09-296D0CB47FAB}">
      <dgm:prSet phldrT="[Testo]"/>
      <dgm:spPr>
        <a:solidFill>
          <a:schemeClr val="bg1">
            <a:lumMod val="85000"/>
          </a:schemeClr>
        </a:solidFill>
      </dgm:spPr>
      <dgm:t>
        <a:bodyPr/>
        <a:lstStyle/>
        <a:p>
          <a:r>
            <a:rPr lang="en-US" noProof="0" dirty="0"/>
            <a:t>Cost saving </a:t>
          </a:r>
        </a:p>
      </dgm:t>
    </dgm:pt>
    <dgm:pt modelId="{3FB8E9D2-2EAB-49FE-8D15-A66F0A47C6E6}" type="parTrans" cxnId="{E0C1BE7C-70DA-44FF-83E6-F5C7E55A8E5C}">
      <dgm:prSet/>
      <dgm:spPr/>
      <dgm:t>
        <a:bodyPr/>
        <a:lstStyle/>
        <a:p>
          <a:endParaRPr lang="en-US"/>
        </a:p>
      </dgm:t>
    </dgm:pt>
    <dgm:pt modelId="{F7FE63CB-4FDB-47CB-80D2-BD9B79AB51C2}" type="sibTrans" cxnId="{E0C1BE7C-70DA-44FF-83E6-F5C7E55A8E5C}">
      <dgm:prSet/>
      <dgm:spPr/>
      <dgm:t>
        <a:bodyPr/>
        <a:lstStyle/>
        <a:p>
          <a:endParaRPr lang="en-US"/>
        </a:p>
      </dgm:t>
    </dgm:pt>
    <dgm:pt modelId="{9FF26249-9E1A-449B-8078-26256079C9AF}">
      <dgm:prSet phldrT="[Testo]" custT="1"/>
      <dgm:spPr>
        <a:solidFill>
          <a:srgbClr val="FFFFFF">
            <a:lumMod val="85000"/>
          </a:srgbClr>
        </a:solidFill>
        <a:ln w="25400" cap="flat" cmpd="sng" algn="ctr">
          <a:solidFill>
            <a:srgbClr val="000000">
              <a:shade val="80000"/>
              <a:hueOff val="0"/>
              <a:satOff val="0"/>
              <a:lumOff val="0"/>
              <a:alphaOff val="0"/>
            </a:srgbClr>
          </a:solidFill>
          <a:prstDash val="solid"/>
        </a:ln>
        <a:effectLst/>
      </dgm:spPr>
      <dgm:t>
        <a:bodyPr spcFirstLastPara="0" vert="horz" wrap="square" lIns="10160" tIns="10160" rIns="10160" bIns="10160" numCol="1" spcCol="1270" anchor="ctr" anchorCtr="0"/>
        <a:lstStyle/>
        <a:p>
          <a:r>
            <a:rPr lang="en-US" sz="1600" kern="1200" noProof="0" dirty="0"/>
            <a:t>Sales </a:t>
          </a:r>
          <a:r>
            <a:rPr lang="en-US" sz="1600" kern="1200" noProof="0" dirty="0">
              <a:solidFill>
                <a:srgbClr val="000000">
                  <a:hueOff val="0"/>
                  <a:satOff val="0"/>
                  <a:lumOff val="0"/>
                  <a:alphaOff val="0"/>
                </a:srgbClr>
              </a:solidFill>
              <a:latin typeface="Times New Roman"/>
              <a:ea typeface="+mn-ea"/>
              <a:cs typeface="+mn-cs"/>
            </a:rPr>
            <a:t>Increase</a:t>
          </a:r>
        </a:p>
      </dgm:t>
    </dgm:pt>
    <dgm:pt modelId="{AB1C04C4-ECDF-4B11-A3D7-BF178CFD44E1}" type="parTrans" cxnId="{B9099E99-1A35-4F2E-A21C-CEE99612D1D5}">
      <dgm:prSet/>
      <dgm:spPr/>
      <dgm:t>
        <a:bodyPr/>
        <a:lstStyle/>
        <a:p>
          <a:endParaRPr lang="en-US"/>
        </a:p>
      </dgm:t>
    </dgm:pt>
    <dgm:pt modelId="{D29F43C6-8489-4A29-AA6D-DB5CAA14D822}" type="sibTrans" cxnId="{B9099E99-1A35-4F2E-A21C-CEE99612D1D5}">
      <dgm:prSet/>
      <dgm:spPr/>
      <dgm:t>
        <a:bodyPr/>
        <a:lstStyle/>
        <a:p>
          <a:endParaRPr lang="en-US"/>
        </a:p>
      </dgm:t>
    </dgm:pt>
    <dgm:pt modelId="{17412C7C-1C6F-4006-A861-D4776FD3CBC5}">
      <dgm:prSet phldrT="[Testo]"/>
      <dgm:spPr>
        <a:solidFill>
          <a:schemeClr val="bg1">
            <a:lumMod val="85000"/>
          </a:schemeClr>
        </a:solidFill>
      </dgm:spPr>
      <dgm:t>
        <a:bodyPr/>
        <a:lstStyle/>
        <a:p>
          <a:r>
            <a:rPr lang="en-US" noProof="0" dirty="0"/>
            <a:t>Image</a:t>
          </a:r>
        </a:p>
      </dgm:t>
    </dgm:pt>
    <dgm:pt modelId="{1237DEAE-D6B5-4140-9664-9DC3095AE2E3}" type="parTrans" cxnId="{CD6DB31F-990C-422C-BF39-17002CC64CF5}">
      <dgm:prSet/>
      <dgm:spPr/>
      <dgm:t>
        <a:bodyPr/>
        <a:lstStyle/>
        <a:p>
          <a:endParaRPr lang="en-US"/>
        </a:p>
      </dgm:t>
    </dgm:pt>
    <dgm:pt modelId="{4F275C0F-D819-4D06-909E-41D09B6E0D01}" type="sibTrans" cxnId="{CD6DB31F-990C-422C-BF39-17002CC64CF5}">
      <dgm:prSet/>
      <dgm:spPr/>
      <dgm:t>
        <a:bodyPr/>
        <a:lstStyle/>
        <a:p>
          <a:endParaRPr lang="en-US"/>
        </a:p>
      </dgm:t>
    </dgm:pt>
    <dgm:pt modelId="{5FD948A9-E9CE-44AC-A1BB-45A57885CEF2}">
      <dgm:prSet phldrT="[Testo]"/>
      <dgm:spPr>
        <a:solidFill>
          <a:schemeClr val="bg1">
            <a:lumMod val="85000"/>
          </a:schemeClr>
        </a:solidFill>
      </dgm:spPr>
      <dgm:t>
        <a:bodyPr/>
        <a:lstStyle/>
        <a:p>
          <a:r>
            <a:rPr lang="en-US" noProof="0" dirty="0"/>
            <a:t>QOS</a:t>
          </a:r>
        </a:p>
      </dgm:t>
    </dgm:pt>
    <dgm:pt modelId="{963480DD-C7BE-4FFD-962C-80D6815A900A}" type="parTrans" cxnId="{9230E7F6-13D6-42F2-B924-2BE2793FA812}">
      <dgm:prSet/>
      <dgm:spPr/>
      <dgm:t>
        <a:bodyPr/>
        <a:lstStyle/>
        <a:p>
          <a:endParaRPr lang="en-US"/>
        </a:p>
      </dgm:t>
    </dgm:pt>
    <dgm:pt modelId="{5306D4EA-5584-4577-B862-54D7F80F6722}" type="sibTrans" cxnId="{9230E7F6-13D6-42F2-B924-2BE2793FA812}">
      <dgm:prSet/>
      <dgm:spPr/>
      <dgm:t>
        <a:bodyPr/>
        <a:lstStyle/>
        <a:p>
          <a:endParaRPr lang="en-US"/>
        </a:p>
      </dgm:t>
    </dgm:pt>
    <dgm:pt modelId="{AAE9FF5F-9397-4A10-B4FD-1F8DB1A2ED49}">
      <dgm:prSet phldrT="[Testo]"/>
      <dgm:spPr>
        <a:solidFill>
          <a:schemeClr val="bg1">
            <a:lumMod val="85000"/>
          </a:schemeClr>
        </a:solidFill>
      </dgm:spPr>
      <dgm:t>
        <a:bodyPr/>
        <a:lstStyle/>
        <a:p>
          <a:r>
            <a:rPr lang="en-US" noProof="0" dirty="0"/>
            <a:t>Risk reduction</a:t>
          </a:r>
        </a:p>
      </dgm:t>
    </dgm:pt>
    <dgm:pt modelId="{CA66B8CE-6677-4E58-9B08-EBFBA436AB50}" type="parTrans" cxnId="{65B588CC-4480-489A-B186-E12674159EE8}">
      <dgm:prSet/>
      <dgm:spPr/>
      <dgm:t>
        <a:bodyPr/>
        <a:lstStyle/>
        <a:p>
          <a:endParaRPr lang="en-US"/>
        </a:p>
      </dgm:t>
    </dgm:pt>
    <dgm:pt modelId="{C2575406-471F-404B-8971-1D02C9F6A4C6}" type="sibTrans" cxnId="{65B588CC-4480-489A-B186-E12674159EE8}">
      <dgm:prSet/>
      <dgm:spPr/>
      <dgm:t>
        <a:bodyPr/>
        <a:lstStyle/>
        <a:p>
          <a:endParaRPr lang="en-US"/>
        </a:p>
      </dgm:t>
    </dgm:pt>
    <dgm:pt modelId="{3B151A79-0876-4485-A7B6-68E5539234A2}">
      <dgm:prSet phldrT="[Testo]"/>
      <dgm:spPr>
        <a:solidFill>
          <a:schemeClr val="bg1">
            <a:lumMod val="85000"/>
          </a:schemeClr>
        </a:solidFill>
      </dgm:spPr>
      <dgm:t>
        <a:bodyPr/>
        <a:lstStyle/>
        <a:p>
          <a:r>
            <a:rPr lang="en-US" noProof="0" dirty="0"/>
            <a:t>Governance</a:t>
          </a:r>
        </a:p>
      </dgm:t>
    </dgm:pt>
    <dgm:pt modelId="{76A93D8B-03CC-4609-B607-F3112E1DA7B4}" type="parTrans" cxnId="{D7DA608A-84F6-4C1C-B53C-DE174D2F1311}">
      <dgm:prSet/>
      <dgm:spPr/>
      <dgm:t>
        <a:bodyPr/>
        <a:lstStyle/>
        <a:p>
          <a:endParaRPr lang="en-US"/>
        </a:p>
      </dgm:t>
    </dgm:pt>
    <dgm:pt modelId="{12254AA5-D4F0-4C9C-8D43-193E9571170D}" type="sibTrans" cxnId="{D7DA608A-84F6-4C1C-B53C-DE174D2F1311}">
      <dgm:prSet/>
      <dgm:spPr/>
      <dgm:t>
        <a:bodyPr/>
        <a:lstStyle/>
        <a:p>
          <a:endParaRPr lang="en-US"/>
        </a:p>
      </dgm:t>
    </dgm:pt>
    <dgm:pt modelId="{F5E956DD-F908-445A-BD35-C64B253BF870}">
      <dgm:prSet/>
      <dgm:spPr/>
      <dgm:t>
        <a:bodyPr/>
        <a:lstStyle/>
        <a:p>
          <a:r>
            <a:rPr lang="en-US" noProof="0" dirty="0"/>
            <a:t>Compliance </a:t>
          </a:r>
        </a:p>
      </dgm:t>
    </dgm:pt>
    <dgm:pt modelId="{6DD184D1-2A5A-48A3-910C-C5A26E0DA16B}" type="parTrans" cxnId="{7528AAA9-DA23-4232-8F9F-37C85E348D4A}">
      <dgm:prSet/>
      <dgm:spPr/>
      <dgm:t>
        <a:bodyPr/>
        <a:lstStyle/>
        <a:p>
          <a:endParaRPr lang="en-US"/>
        </a:p>
      </dgm:t>
    </dgm:pt>
    <dgm:pt modelId="{CDFE07BA-FEAC-441B-924A-1CDDB53552CA}" type="sibTrans" cxnId="{7528AAA9-DA23-4232-8F9F-37C85E348D4A}">
      <dgm:prSet/>
      <dgm:spPr/>
      <dgm:t>
        <a:bodyPr/>
        <a:lstStyle/>
        <a:p>
          <a:endParaRPr lang="en-US"/>
        </a:p>
      </dgm:t>
    </dgm:pt>
    <dgm:pt modelId="{49A1ECD9-B81E-4730-A99E-1840D7BE2CFF}">
      <dgm:prSet phldrT="[Testo]" custT="1"/>
      <dgm:spPr>
        <a:solidFill>
          <a:srgbClr val="FFFFFF">
            <a:hueOff val="0"/>
            <a:satOff val="0"/>
            <a:lumOff val="0"/>
            <a:alphaOff val="0"/>
          </a:srgbClr>
        </a:solidFill>
        <a:ln w="25400" cap="flat" cmpd="sng" algn="ctr">
          <a:solidFill>
            <a:srgbClr val="000000">
              <a:shade val="80000"/>
              <a:hueOff val="0"/>
              <a:satOff val="0"/>
              <a:lumOff val="0"/>
              <a:alphaOff val="0"/>
            </a:srgbClr>
          </a:solidFill>
          <a:prstDash val="solid"/>
        </a:ln>
        <a:effectLst/>
      </dgm:spPr>
      <dgm:t>
        <a:bodyPr spcFirstLastPara="0" vert="horz" wrap="square" lIns="10160" tIns="10160" rIns="10160" bIns="10160" numCol="1" spcCol="1270" anchor="ctr" anchorCtr="0"/>
        <a:lstStyle/>
        <a:p>
          <a:pPr marL="0" lvl="0" indent="0" algn="ctr" defTabSz="711200">
            <a:lnSpc>
              <a:spcPct val="90000"/>
            </a:lnSpc>
            <a:spcBef>
              <a:spcPct val="0"/>
            </a:spcBef>
            <a:spcAft>
              <a:spcPct val="35000"/>
            </a:spcAft>
            <a:buNone/>
          </a:pPr>
          <a:r>
            <a:rPr lang="en-US" sz="1600" kern="1200" noProof="0" dirty="0">
              <a:solidFill>
                <a:srgbClr val="000000">
                  <a:hueOff val="0"/>
                  <a:satOff val="0"/>
                  <a:lumOff val="0"/>
                  <a:alphaOff val="0"/>
                </a:srgbClr>
              </a:solidFill>
              <a:latin typeface="Times New Roman"/>
              <a:ea typeface="+mn-ea"/>
              <a:cs typeface="+mn-cs"/>
            </a:rPr>
            <a:t>Social saving</a:t>
          </a:r>
        </a:p>
      </dgm:t>
    </dgm:pt>
    <dgm:pt modelId="{58A3C00D-EBAA-44E8-AD56-FA9633B6349E}" type="parTrans" cxnId="{19E2A756-B448-44A4-B5BD-E5FF8909E331}">
      <dgm:prSet/>
      <dgm:spPr/>
      <dgm:t>
        <a:bodyPr/>
        <a:lstStyle/>
        <a:p>
          <a:endParaRPr lang="en-US"/>
        </a:p>
      </dgm:t>
    </dgm:pt>
    <dgm:pt modelId="{EEE8AAC0-793B-48AE-A36B-F903092BBB2D}" type="sibTrans" cxnId="{19E2A756-B448-44A4-B5BD-E5FF8909E331}">
      <dgm:prSet/>
      <dgm:spPr/>
      <dgm:t>
        <a:bodyPr/>
        <a:lstStyle/>
        <a:p>
          <a:endParaRPr lang="en-US"/>
        </a:p>
      </dgm:t>
    </dgm:pt>
    <dgm:pt modelId="{6100595A-0256-405C-B381-7DDFB4502866}">
      <dgm:prSet phldrT="[Testo]"/>
      <dgm:spPr/>
      <dgm:t>
        <a:bodyPr/>
        <a:lstStyle/>
        <a:p>
          <a:r>
            <a:rPr lang="en-US" noProof="0" dirty="0"/>
            <a:t>Higher value </a:t>
          </a:r>
        </a:p>
      </dgm:t>
    </dgm:pt>
    <dgm:pt modelId="{4DDAE1E6-7540-4C52-A812-1D5FF6A06E6A}" type="parTrans" cxnId="{B7E396E8-064D-4628-B7B2-04396B943A9C}">
      <dgm:prSet/>
      <dgm:spPr/>
      <dgm:t>
        <a:bodyPr/>
        <a:lstStyle/>
        <a:p>
          <a:endParaRPr lang="en-US"/>
        </a:p>
      </dgm:t>
    </dgm:pt>
    <dgm:pt modelId="{1C55506E-6285-416B-BE5D-064BD6D69895}" type="sibTrans" cxnId="{B7E396E8-064D-4628-B7B2-04396B943A9C}">
      <dgm:prSet/>
      <dgm:spPr/>
      <dgm:t>
        <a:bodyPr/>
        <a:lstStyle/>
        <a:p>
          <a:endParaRPr lang="en-US"/>
        </a:p>
      </dgm:t>
    </dgm:pt>
    <dgm:pt modelId="{C0AB49B5-B1FC-43C1-B3C0-04C897BF1C60}">
      <dgm:prSet phldrT="[Testo]" custT="1"/>
      <dgm:spPr>
        <a:solidFill>
          <a:srgbClr val="FFFFFF">
            <a:hueOff val="0"/>
            <a:satOff val="0"/>
            <a:lumOff val="0"/>
            <a:alphaOff val="0"/>
          </a:srgbClr>
        </a:solidFill>
        <a:ln w="25400" cap="flat" cmpd="sng" algn="ctr">
          <a:solidFill>
            <a:srgbClr val="000000">
              <a:shade val="80000"/>
              <a:hueOff val="0"/>
              <a:satOff val="0"/>
              <a:lumOff val="0"/>
              <a:alphaOff val="0"/>
            </a:srgbClr>
          </a:solidFill>
          <a:prstDash val="solid"/>
        </a:ln>
        <a:effectLst/>
      </dgm:spPr>
      <dgm:t>
        <a:bodyPr spcFirstLastPara="0" vert="horz" wrap="square" lIns="10160" tIns="10160" rIns="10160" bIns="10160" numCol="1" spcCol="1270" anchor="ctr" anchorCtr="0"/>
        <a:lstStyle/>
        <a:p>
          <a:r>
            <a:rPr lang="en-US" sz="1600" kern="1200" noProof="0" dirty="0">
              <a:solidFill>
                <a:srgbClr val="000000">
                  <a:hueOff val="0"/>
                  <a:satOff val="0"/>
                  <a:lumOff val="0"/>
                  <a:alphaOff val="0"/>
                </a:srgbClr>
              </a:solidFill>
              <a:latin typeface="Times New Roman"/>
              <a:ea typeface="+mn-ea"/>
              <a:cs typeface="+mn-cs"/>
            </a:rPr>
            <a:t>Tangible</a:t>
          </a:r>
        </a:p>
      </dgm:t>
    </dgm:pt>
    <dgm:pt modelId="{B64280EF-7773-4FE0-AC21-EDD9874D6ECA}" type="parTrans" cxnId="{00188F73-F4E7-4EB7-A1FE-5A7C6DB5BB56}">
      <dgm:prSet/>
      <dgm:spPr/>
      <dgm:t>
        <a:bodyPr/>
        <a:lstStyle/>
        <a:p>
          <a:endParaRPr lang="en-US"/>
        </a:p>
      </dgm:t>
    </dgm:pt>
    <dgm:pt modelId="{56B08122-263D-409B-B7BD-D04E53195B65}" type="sibTrans" cxnId="{00188F73-F4E7-4EB7-A1FE-5A7C6DB5BB56}">
      <dgm:prSet/>
      <dgm:spPr/>
      <dgm:t>
        <a:bodyPr/>
        <a:lstStyle/>
        <a:p>
          <a:endParaRPr lang="en-US"/>
        </a:p>
      </dgm:t>
    </dgm:pt>
    <dgm:pt modelId="{97E4C4B8-15E1-46A5-A85C-235EB9C443F3}">
      <dgm:prSet phldrT="[Testo]"/>
      <dgm:spPr/>
      <dgm:t>
        <a:bodyPr/>
        <a:lstStyle/>
        <a:p>
          <a:r>
            <a:rPr lang="en-US" noProof="0" dirty="0"/>
            <a:t>Intangible</a:t>
          </a:r>
        </a:p>
      </dgm:t>
    </dgm:pt>
    <dgm:pt modelId="{7FE8C46A-7511-4EDA-9BC3-6C06BF5D535D}" type="parTrans" cxnId="{F53E4847-49DA-41BB-9F4C-79EA50CEDE49}">
      <dgm:prSet/>
      <dgm:spPr/>
      <dgm:t>
        <a:bodyPr/>
        <a:lstStyle/>
        <a:p>
          <a:endParaRPr lang="en-US"/>
        </a:p>
      </dgm:t>
    </dgm:pt>
    <dgm:pt modelId="{631397CF-8F43-416D-A143-8B58D5343B2F}" type="sibTrans" cxnId="{F53E4847-49DA-41BB-9F4C-79EA50CEDE49}">
      <dgm:prSet/>
      <dgm:spPr/>
      <dgm:t>
        <a:bodyPr/>
        <a:lstStyle/>
        <a:p>
          <a:endParaRPr lang="en-US"/>
        </a:p>
      </dgm:t>
    </dgm:pt>
    <dgm:pt modelId="{5F28B028-86EE-43FF-A2B9-B2955B52F1BB}">
      <dgm:prSet phldrT="[Testo]"/>
      <dgm:spPr>
        <a:solidFill>
          <a:schemeClr val="bg1">
            <a:lumMod val="85000"/>
          </a:schemeClr>
        </a:solidFill>
      </dgm:spPr>
      <dgm:t>
        <a:bodyPr/>
        <a:lstStyle/>
        <a:p>
          <a:r>
            <a:rPr lang="en-US" noProof="0" dirty="0"/>
            <a:t>QOS</a:t>
          </a:r>
        </a:p>
      </dgm:t>
    </dgm:pt>
    <dgm:pt modelId="{2A3E1995-B58F-4A70-97CF-190AD5D1F8FE}" type="parTrans" cxnId="{5878D5A3-2CD1-4CA9-A07A-F01F3F793DB1}">
      <dgm:prSet/>
      <dgm:spPr/>
      <dgm:t>
        <a:bodyPr/>
        <a:lstStyle/>
        <a:p>
          <a:endParaRPr lang="en-US"/>
        </a:p>
      </dgm:t>
    </dgm:pt>
    <dgm:pt modelId="{4C69F39A-7B9A-4FB5-B1F0-2075F1FB55CE}" type="sibTrans" cxnId="{5878D5A3-2CD1-4CA9-A07A-F01F3F793DB1}">
      <dgm:prSet/>
      <dgm:spPr/>
      <dgm:t>
        <a:bodyPr/>
        <a:lstStyle/>
        <a:p>
          <a:endParaRPr lang="en-US"/>
        </a:p>
      </dgm:t>
    </dgm:pt>
    <dgm:pt modelId="{6CDEDF30-B4A4-4A1C-9991-6899404F5FEA}">
      <dgm:prSet phldrT="[Testo]"/>
      <dgm:spPr>
        <a:solidFill>
          <a:schemeClr val="bg1"/>
        </a:solidFill>
      </dgm:spPr>
      <dgm:t>
        <a:bodyPr/>
        <a:lstStyle/>
        <a:p>
          <a:r>
            <a:rPr lang="en-US" noProof="0" dirty="0"/>
            <a:t>KPI</a:t>
          </a:r>
        </a:p>
      </dgm:t>
    </dgm:pt>
    <dgm:pt modelId="{41AA5D28-1F34-4E5D-9774-0DD63B9855B8}" type="parTrans" cxnId="{B710A4CC-2A6C-4F11-896D-628C0C8D403B}">
      <dgm:prSet/>
      <dgm:spPr/>
      <dgm:t>
        <a:bodyPr/>
        <a:lstStyle/>
        <a:p>
          <a:endParaRPr lang="en-US"/>
        </a:p>
      </dgm:t>
    </dgm:pt>
    <dgm:pt modelId="{AA25B895-E5B4-4901-A866-5DE0CAE6E84E}" type="sibTrans" cxnId="{B710A4CC-2A6C-4F11-896D-628C0C8D403B}">
      <dgm:prSet/>
      <dgm:spPr/>
      <dgm:t>
        <a:bodyPr/>
        <a:lstStyle/>
        <a:p>
          <a:endParaRPr lang="en-US"/>
        </a:p>
      </dgm:t>
    </dgm:pt>
    <dgm:pt modelId="{CBE3FA3A-D471-4723-BD90-45A9D5958A7B}" type="pres">
      <dgm:prSet presAssocID="{43EBF99E-D54F-4D2C-A285-243995C0A2B3}" presName="hierChild1" presStyleCnt="0">
        <dgm:presLayoutVars>
          <dgm:orgChart val="1"/>
          <dgm:chPref val="1"/>
          <dgm:dir/>
          <dgm:animOne val="branch"/>
          <dgm:animLvl val="lvl"/>
          <dgm:resizeHandles/>
        </dgm:presLayoutVars>
      </dgm:prSet>
      <dgm:spPr/>
    </dgm:pt>
    <dgm:pt modelId="{CF705DFB-6347-442D-9A20-F02D1F6A073B}" type="pres">
      <dgm:prSet presAssocID="{C2B3D71C-8E94-442E-8B38-4395DD2E6D4B}" presName="hierRoot1" presStyleCnt="0">
        <dgm:presLayoutVars>
          <dgm:hierBranch val="init"/>
        </dgm:presLayoutVars>
      </dgm:prSet>
      <dgm:spPr/>
    </dgm:pt>
    <dgm:pt modelId="{A0B72470-B90A-475F-B87B-BE3BB401E599}" type="pres">
      <dgm:prSet presAssocID="{C2B3D71C-8E94-442E-8B38-4395DD2E6D4B}" presName="rootComposite1" presStyleCnt="0"/>
      <dgm:spPr/>
    </dgm:pt>
    <dgm:pt modelId="{CA5D34F9-857D-4EE7-95DC-4FD85A870C18}" type="pres">
      <dgm:prSet presAssocID="{C2B3D71C-8E94-442E-8B38-4395DD2E6D4B}" presName="rootText1" presStyleLbl="node0" presStyleIdx="0" presStyleCnt="1">
        <dgm:presLayoutVars>
          <dgm:chPref val="3"/>
        </dgm:presLayoutVars>
      </dgm:prSet>
      <dgm:spPr/>
    </dgm:pt>
    <dgm:pt modelId="{CC02797E-E0BD-42BF-B33F-438E1511121B}" type="pres">
      <dgm:prSet presAssocID="{C2B3D71C-8E94-442E-8B38-4395DD2E6D4B}" presName="rootConnector1" presStyleLbl="node1" presStyleIdx="0" presStyleCnt="0"/>
      <dgm:spPr/>
    </dgm:pt>
    <dgm:pt modelId="{E35A2A3B-F150-46BC-9FAF-3F40B1D9BC0A}" type="pres">
      <dgm:prSet presAssocID="{C2B3D71C-8E94-442E-8B38-4395DD2E6D4B}" presName="hierChild2" presStyleCnt="0"/>
      <dgm:spPr/>
    </dgm:pt>
    <dgm:pt modelId="{CEA40371-F92B-4F0A-B920-DB8461A57E86}" type="pres">
      <dgm:prSet presAssocID="{3ADB9DA0-C1A5-4878-B6C4-13DE95514E60}" presName="Name37" presStyleLbl="parChTrans1D2" presStyleIdx="0" presStyleCnt="2"/>
      <dgm:spPr/>
    </dgm:pt>
    <dgm:pt modelId="{A54D3ACC-461F-4DB2-9D48-238A2B3E4A92}" type="pres">
      <dgm:prSet presAssocID="{521759AD-7D0A-478C-AAAE-577D5841F504}" presName="hierRoot2" presStyleCnt="0">
        <dgm:presLayoutVars>
          <dgm:hierBranch val="init"/>
        </dgm:presLayoutVars>
      </dgm:prSet>
      <dgm:spPr/>
    </dgm:pt>
    <dgm:pt modelId="{944BD145-2C0B-4F25-A211-9599166372F3}" type="pres">
      <dgm:prSet presAssocID="{521759AD-7D0A-478C-AAAE-577D5841F504}" presName="rootComposite" presStyleCnt="0"/>
      <dgm:spPr/>
    </dgm:pt>
    <dgm:pt modelId="{BF89C0B5-8747-40E9-A445-48A5A3085152}" type="pres">
      <dgm:prSet presAssocID="{521759AD-7D0A-478C-AAAE-577D5841F504}" presName="rootText" presStyleLbl="node2" presStyleIdx="0" presStyleCnt="2" custLinFactNeighborY="-8817">
        <dgm:presLayoutVars>
          <dgm:chPref val="3"/>
        </dgm:presLayoutVars>
      </dgm:prSet>
      <dgm:spPr/>
    </dgm:pt>
    <dgm:pt modelId="{12E60E7E-A76C-4BA7-958C-CBCCD9F19C35}" type="pres">
      <dgm:prSet presAssocID="{521759AD-7D0A-478C-AAAE-577D5841F504}" presName="rootConnector" presStyleLbl="node2" presStyleIdx="0" presStyleCnt="2"/>
      <dgm:spPr/>
    </dgm:pt>
    <dgm:pt modelId="{12E0C57F-97A1-4479-ADE9-99181FB0FDAB}" type="pres">
      <dgm:prSet presAssocID="{521759AD-7D0A-478C-AAAE-577D5841F504}" presName="hierChild4" presStyleCnt="0"/>
      <dgm:spPr/>
    </dgm:pt>
    <dgm:pt modelId="{CF2E5BA6-E1A7-4437-A8CA-9DA7507706C0}" type="pres">
      <dgm:prSet presAssocID="{ADF363BA-167D-4158-B0F3-1CEBD008EAD9}" presName="Name37" presStyleLbl="parChTrans1D3" presStyleIdx="0" presStyleCnt="4"/>
      <dgm:spPr/>
    </dgm:pt>
    <dgm:pt modelId="{C84C913D-F1F6-4CF1-96BC-ED08B850148B}" type="pres">
      <dgm:prSet presAssocID="{0C0AAA80-C153-4DF1-8258-BD38372D7EE4}" presName="hierRoot2" presStyleCnt="0">
        <dgm:presLayoutVars>
          <dgm:hierBranch val="init"/>
        </dgm:presLayoutVars>
      </dgm:prSet>
      <dgm:spPr/>
    </dgm:pt>
    <dgm:pt modelId="{08D63FF6-C52C-4E89-8465-404D3054D9F1}" type="pres">
      <dgm:prSet presAssocID="{0C0AAA80-C153-4DF1-8258-BD38372D7EE4}" presName="rootComposite" presStyleCnt="0"/>
      <dgm:spPr/>
    </dgm:pt>
    <dgm:pt modelId="{FE7CC064-5E80-413F-83A8-7CA77419E368}" type="pres">
      <dgm:prSet presAssocID="{0C0AAA80-C153-4DF1-8258-BD38372D7EE4}" presName="rootText" presStyleLbl="node3" presStyleIdx="0" presStyleCnt="4" custLinFactNeighborY="-8817">
        <dgm:presLayoutVars>
          <dgm:chPref val="3"/>
        </dgm:presLayoutVars>
      </dgm:prSet>
      <dgm:spPr/>
    </dgm:pt>
    <dgm:pt modelId="{24507879-A6E2-4262-8192-214CF0CC89FE}" type="pres">
      <dgm:prSet presAssocID="{0C0AAA80-C153-4DF1-8258-BD38372D7EE4}" presName="rootConnector" presStyleLbl="node3" presStyleIdx="0" presStyleCnt="4"/>
      <dgm:spPr/>
    </dgm:pt>
    <dgm:pt modelId="{E3566AF7-210A-49B2-B3D3-0068C19A8472}" type="pres">
      <dgm:prSet presAssocID="{0C0AAA80-C153-4DF1-8258-BD38372D7EE4}" presName="hierChild4" presStyleCnt="0"/>
      <dgm:spPr/>
    </dgm:pt>
    <dgm:pt modelId="{7D0080CD-E10C-4A25-B0C6-9ADC80794D89}" type="pres">
      <dgm:prSet presAssocID="{3FB8E9D2-2EAB-49FE-8D15-A66F0A47C6E6}" presName="Name37" presStyleLbl="parChTrans1D4" presStyleIdx="0" presStyleCnt="11"/>
      <dgm:spPr/>
    </dgm:pt>
    <dgm:pt modelId="{EEDA518A-90CB-40CD-A12D-66E3D4F8CB09}" type="pres">
      <dgm:prSet presAssocID="{C7F54B02-C5B2-4BA4-8B09-296D0CB47FAB}" presName="hierRoot2" presStyleCnt="0">
        <dgm:presLayoutVars>
          <dgm:hierBranch val="init"/>
        </dgm:presLayoutVars>
      </dgm:prSet>
      <dgm:spPr/>
    </dgm:pt>
    <dgm:pt modelId="{6F78B6CB-29BD-4E6E-B8F8-B55B02893198}" type="pres">
      <dgm:prSet presAssocID="{C7F54B02-C5B2-4BA4-8B09-296D0CB47FAB}" presName="rootComposite" presStyleCnt="0"/>
      <dgm:spPr/>
    </dgm:pt>
    <dgm:pt modelId="{18352E14-DB19-420D-850C-54566AC1A26B}" type="pres">
      <dgm:prSet presAssocID="{C7F54B02-C5B2-4BA4-8B09-296D0CB47FAB}" presName="rootText" presStyleLbl="node4" presStyleIdx="0" presStyleCnt="11" custLinFactNeighborY="-8817">
        <dgm:presLayoutVars>
          <dgm:chPref val="3"/>
        </dgm:presLayoutVars>
      </dgm:prSet>
      <dgm:spPr/>
    </dgm:pt>
    <dgm:pt modelId="{4628A8EF-F09C-4A11-99A1-8C279DECDBBB}" type="pres">
      <dgm:prSet presAssocID="{C7F54B02-C5B2-4BA4-8B09-296D0CB47FAB}" presName="rootConnector" presStyleLbl="node4" presStyleIdx="0" presStyleCnt="11"/>
      <dgm:spPr/>
    </dgm:pt>
    <dgm:pt modelId="{12CBFA7A-A5F1-47E1-96BB-E1BB64107289}" type="pres">
      <dgm:prSet presAssocID="{C7F54B02-C5B2-4BA4-8B09-296D0CB47FAB}" presName="hierChild4" presStyleCnt="0"/>
      <dgm:spPr/>
    </dgm:pt>
    <dgm:pt modelId="{7E4716BB-4F94-4312-9D47-7F7F6CEF5D80}" type="pres">
      <dgm:prSet presAssocID="{C7F54B02-C5B2-4BA4-8B09-296D0CB47FAB}" presName="hierChild5" presStyleCnt="0"/>
      <dgm:spPr/>
    </dgm:pt>
    <dgm:pt modelId="{07AF48FB-BF8C-4121-8B93-5F083E823D43}" type="pres">
      <dgm:prSet presAssocID="{AB1C04C4-ECDF-4B11-A3D7-BF178CFD44E1}" presName="Name37" presStyleLbl="parChTrans1D4" presStyleIdx="1" presStyleCnt="11"/>
      <dgm:spPr/>
    </dgm:pt>
    <dgm:pt modelId="{7E09C0B9-5A45-44C5-B11F-9E51377BAF53}" type="pres">
      <dgm:prSet presAssocID="{9FF26249-9E1A-449B-8078-26256079C9AF}" presName="hierRoot2" presStyleCnt="0">
        <dgm:presLayoutVars>
          <dgm:hierBranch val="init"/>
        </dgm:presLayoutVars>
      </dgm:prSet>
      <dgm:spPr/>
    </dgm:pt>
    <dgm:pt modelId="{AD310293-3E92-4A80-9F2B-9F1F1D1F1CA3}" type="pres">
      <dgm:prSet presAssocID="{9FF26249-9E1A-449B-8078-26256079C9AF}" presName="rootComposite" presStyleCnt="0"/>
      <dgm:spPr/>
    </dgm:pt>
    <dgm:pt modelId="{8B5FCCF1-7DB8-49E7-8F95-CEC79D834216}" type="pres">
      <dgm:prSet presAssocID="{9FF26249-9E1A-449B-8078-26256079C9AF}" presName="rootText" presStyleLbl="node4" presStyleIdx="1" presStyleCnt="11" custLinFactNeighborY="-8817">
        <dgm:presLayoutVars>
          <dgm:chPref val="3"/>
        </dgm:presLayoutVars>
      </dgm:prSet>
      <dgm:spPr>
        <a:xfrm>
          <a:off x="449539" y="3155081"/>
          <a:ext cx="1127338" cy="563669"/>
        </a:xfrm>
        <a:prstGeom prst="rect">
          <a:avLst/>
        </a:prstGeom>
      </dgm:spPr>
    </dgm:pt>
    <dgm:pt modelId="{3648A127-3599-4F54-8142-96A630927F3D}" type="pres">
      <dgm:prSet presAssocID="{9FF26249-9E1A-449B-8078-26256079C9AF}" presName="rootConnector" presStyleLbl="node4" presStyleIdx="1" presStyleCnt="11"/>
      <dgm:spPr/>
    </dgm:pt>
    <dgm:pt modelId="{D8049313-F096-4EE1-8225-45795BC6C83B}" type="pres">
      <dgm:prSet presAssocID="{9FF26249-9E1A-449B-8078-26256079C9AF}" presName="hierChild4" presStyleCnt="0"/>
      <dgm:spPr/>
    </dgm:pt>
    <dgm:pt modelId="{EA19CDA1-5BF8-46DE-8536-F2CA4D01177C}" type="pres">
      <dgm:prSet presAssocID="{9FF26249-9E1A-449B-8078-26256079C9AF}" presName="hierChild5" presStyleCnt="0"/>
      <dgm:spPr/>
    </dgm:pt>
    <dgm:pt modelId="{CF422838-19C1-4455-B220-FA0D4EE7A852}" type="pres">
      <dgm:prSet presAssocID="{0C0AAA80-C153-4DF1-8258-BD38372D7EE4}" presName="hierChild5" presStyleCnt="0"/>
      <dgm:spPr/>
    </dgm:pt>
    <dgm:pt modelId="{486A3C42-25AD-4419-B6F2-DB5D494DB654}" type="pres">
      <dgm:prSet presAssocID="{F9CF05BB-BB85-4E11-AE73-424A23488AC6}" presName="Name37" presStyleLbl="parChTrans1D3" presStyleIdx="1" presStyleCnt="4"/>
      <dgm:spPr/>
    </dgm:pt>
    <dgm:pt modelId="{7C78191F-151B-44EC-865E-A4B02304E2D1}" type="pres">
      <dgm:prSet presAssocID="{C45EFF9B-ABDC-4E80-9D1C-4274C78C343E}" presName="hierRoot2" presStyleCnt="0">
        <dgm:presLayoutVars>
          <dgm:hierBranch val="hang"/>
        </dgm:presLayoutVars>
      </dgm:prSet>
      <dgm:spPr/>
    </dgm:pt>
    <dgm:pt modelId="{F2E98745-2472-46D6-8E50-9C9A47CEC89B}" type="pres">
      <dgm:prSet presAssocID="{C45EFF9B-ABDC-4E80-9D1C-4274C78C343E}" presName="rootComposite" presStyleCnt="0"/>
      <dgm:spPr/>
    </dgm:pt>
    <dgm:pt modelId="{A74447A1-944A-481C-BA6D-62343284CB66}" type="pres">
      <dgm:prSet presAssocID="{C45EFF9B-ABDC-4E80-9D1C-4274C78C343E}" presName="rootText" presStyleLbl="node3" presStyleIdx="1" presStyleCnt="4">
        <dgm:presLayoutVars>
          <dgm:chPref val="3"/>
        </dgm:presLayoutVars>
      </dgm:prSet>
      <dgm:spPr/>
    </dgm:pt>
    <dgm:pt modelId="{41C50B93-F975-4D2C-8EBB-8020067AD3E1}" type="pres">
      <dgm:prSet presAssocID="{C45EFF9B-ABDC-4E80-9D1C-4274C78C343E}" presName="rootConnector" presStyleLbl="node3" presStyleIdx="1" presStyleCnt="4"/>
      <dgm:spPr/>
    </dgm:pt>
    <dgm:pt modelId="{07D18234-CE05-4C99-92E3-4DFBF9BAFF85}" type="pres">
      <dgm:prSet presAssocID="{C45EFF9B-ABDC-4E80-9D1C-4274C78C343E}" presName="hierChild4" presStyleCnt="0"/>
      <dgm:spPr/>
    </dgm:pt>
    <dgm:pt modelId="{3C2FAB16-1564-4EE9-858E-739904B895F3}" type="pres">
      <dgm:prSet presAssocID="{1237DEAE-D6B5-4140-9664-9DC3095AE2E3}" presName="Name48" presStyleLbl="parChTrans1D4" presStyleIdx="2" presStyleCnt="11"/>
      <dgm:spPr/>
    </dgm:pt>
    <dgm:pt modelId="{4E08A5F2-5CD0-4BA6-BD7C-12CBD17CBA24}" type="pres">
      <dgm:prSet presAssocID="{17412C7C-1C6F-4006-A861-D4776FD3CBC5}" presName="hierRoot2" presStyleCnt="0">
        <dgm:presLayoutVars>
          <dgm:hierBranch val="init"/>
        </dgm:presLayoutVars>
      </dgm:prSet>
      <dgm:spPr/>
    </dgm:pt>
    <dgm:pt modelId="{0A904C39-8F13-4FE8-8C0B-697D9C1F493F}" type="pres">
      <dgm:prSet presAssocID="{17412C7C-1C6F-4006-A861-D4776FD3CBC5}" presName="rootComposite" presStyleCnt="0"/>
      <dgm:spPr/>
    </dgm:pt>
    <dgm:pt modelId="{5ED406CE-AAFC-4153-93B2-1A968BDF38D1}" type="pres">
      <dgm:prSet presAssocID="{17412C7C-1C6F-4006-A861-D4776FD3CBC5}" presName="rootText" presStyleLbl="node4" presStyleIdx="2" presStyleCnt="11">
        <dgm:presLayoutVars>
          <dgm:chPref val="3"/>
        </dgm:presLayoutVars>
      </dgm:prSet>
      <dgm:spPr/>
    </dgm:pt>
    <dgm:pt modelId="{10AE62A3-989E-4656-8734-F5E83241D74E}" type="pres">
      <dgm:prSet presAssocID="{17412C7C-1C6F-4006-A861-D4776FD3CBC5}" presName="rootConnector" presStyleLbl="node4" presStyleIdx="2" presStyleCnt="11"/>
      <dgm:spPr/>
    </dgm:pt>
    <dgm:pt modelId="{22EB77E5-D527-48CE-9CFC-BD3DA2E1023A}" type="pres">
      <dgm:prSet presAssocID="{17412C7C-1C6F-4006-A861-D4776FD3CBC5}" presName="hierChild4" presStyleCnt="0"/>
      <dgm:spPr/>
    </dgm:pt>
    <dgm:pt modelId="{3CB8BAFB-E5E8-4B31-8FC8-A9442A792204}" type="pres">
      <dgm:prSet presAssocID="{17412C7C-1C6F-4006-A861-D4776FD3CBC5}" presName="hierChild5" presStyleCnt="0"/>
      <dgm:spPr/>
    </dgm:pt>
    <dgm:pt modelId="{731507F5-B168-4C7E-8148-214D2648208F}" type="pres">
      <dgm:prSet presAssocID="{963480DD-C7BE-4FFD-962C-80D6815A900A}" presName="Name48" presStyleLbl="parChTrans1D4" presStyleIdx="3" presStyleCnt="11"/>
      <dgm:spPr/>
    </dgm:pt>
    <dgm:pt modelId="{C383DD93-2B35-4DBB-8F9C-5AFCB0DFC35F}" type="pres">
      <dgm:prSet presAssocID="{5FD948A9-E9CE-44AC-A1BB-45A57885CEF2}" presName="hierRoot2" presStyleCnt="0">
        <dgm:presLayoutVars>
          <dgm:hierBranch val="init"/>
        </dgm:presLayoutVars>
      </dgm:prSet>
      <dgm:spPr/>
    </dgm:pt>
    <dgm:pt modelId="{A74F36BF-901D-4BF8-B0F0-E5186DD6F12A}" type="pres">
      <dgm:prSet presAssocID="{5FD948A9-E9CE-44AC-A1BB-45A57885CEF2}" presName="rootComposite" presStyleCnt="0"/>
      <dgm:spPr/>
    </dgm:pt>
    <dgm:pt modelId="{9A7E9305-2976-44EB-80F2-D54120A8D440}" type="pres">
      <dgm:prSet presAssocID="{5FD948A9-E9CE-44AC-A1BB-45A57885CEF2}" presName="rootText" presStyleLbl="node4" presStyleIdx="3" presStyleCnt="11">
        <dgm:presLayoutVars>
          <dgm:chPref val="3"/>
        </dgm:presLayoutVars>
      </dgm:prSet>
      <dgm:spPr/>
    </dgm:pt>
    <dgm:pt modelId="{1EE9ED64-01B2-4710-B955-6A66FD6C9F3C}" type="pres">
      <dgm:prSet presAssocID="{5FD948A9-E9CE-44AC-A1BB-45A57885CEF2}" presName="rootConnector" presStyleLbl="node4" presStyleIdx="3" presStyleCnt="11"/>
      <dgm:spPr/>
    </dgm:pt>
    <dgm:pt modelId="{17B02F06-711C-4D78-BF0B-99C2F45C0712}" type="pres">
      <dgm:prSet presAssocID="{5FD948A9-E9CE-44AC-A1BB-45A57885CEF2}" presName="hierChild4" presStyleCnt="0"/>
      <dgm:spPr/>
    </dgm:pt>
    <dgm:pt modelId="{B576070C-823C-45FF-BD97-9FF4FFCD560D}" type="pres">
      <dgm:prSet presAssocID="{5FD948A9-E9CE-44AC-A1BB-45A57885CEF2}" presName="hierChild5" presStyleCnt="0"/>
      <dgm:spPr/>
    </dgm:pt>
    <dgm:pt modelId="{01B2E631-E2E2-41B5-A56C-DC49E64D5751}" type="pres">
      <dgm:prSet presAssocID="{CA66B8CE-6677-4E58-9B08-EBFBA436AB50}" presName="Name48" presStyleLbl="parChTrans1D4" presStyleIdx="4" presStyleCnt="11"/>
      <dgm:spPr/>
    </dgm:pt>
    <dgm:pt modelId="{3C8751F8-88DE-4ED6-BA64-EEEFDD3A7FE1}" type="pres">
      <dgm:prSet presAssocID="{AAE9FF5F-9397-4A10-B4FD-1F8DB1A2ED49}" presName="hierRoot2" presStyleCnt="0">
        <dgm:presLayoutVars>
          <dgm:hierBranch val="init"/>
        </dgm:presLayoutVars>
      </dgm:prSet>
      <dgm:spPr/>
    </dgm:pt>
    <dgm:pt modelId="{75012475-068D-4DF4-97D7-D49A29B377DC}" type="pres">
      <dgm:prSet presAssocID="{AAE9FF5F-9397-4A10-B4FD-1F8DB1A2ED49}" presName="rootComposite" presStyleCnt="0"/>
      <dgm:spPr/>
    </dgm:pt>
    <dgm:pt modelId="{2D7835EA-2EE0-447A-AEF6-DF168F7B0600}" type="pres">
      <dgm:prSet presAssocID="{AAE9FF5F-9397-4A10-B4FD-1F8DB1A2ED49}" presName="rootText" presStyleLbl="node4" presStyleIdx="4" presStyleCnt="11" custLinFactNeighborY="-8817">
        <dgm:presLayoutVars>
          <dgm:chPref val="3"/>
        </dgm:presLayoutVars>
      </dgm:prSet>
      <dgm:spPr/>
    </dgm:pt>
    <dgm:pt modelId="{9D065CE5-FA18-4744-805B-825D2FAB0F07}" type="pres">
      <dgm:prSet presAssocID="{AAE9FF5F-9397-4A10-B4FD-1F8DB1A2ED49}" presName="rootConnector" presStyleLbl="node4" presStyleIdx="4" presStyleCnt="11"/>
      <dgm:spPr/>
    </dgm:pt>
    <dgm:pt modelId="{3E8ECB7A-12C9-4EF3-9FBE-198F4F08BC30}" type="pres">
      <dgm:prSet presAssocID="{AAE9FF5F-9397-4A10-B4FD-1F8DB1A2ED49}" presName="hierChild4" presStyleCnt="0"/>
      <dgm:spPr/>
    </dgm:pt>
    <dgm:pt modelId="{B8BA1066-1EF8-4008-B8F2-60ED145C4D70}" type="pres">
      <dgm:prSet presAssocID="{AAE9FF5F-9397-4A10-B4FD-1F8DB1A2ED49}" presName="hierChild5" presStyleCnt="0"/>
      <dgm:spPr/>
    </dgm:pt>
    <dgm:pt modelId="{4156A5F4-2F55-45FC-8298-CDFD564FBFA7}" type="pres">
      <dgm:prSet presAssocID="{76A93D8B-03CC-4609-B607-F3112E1DA7B4}" presName="Name48" presStyleLbl="parChTrans1D4" presStyleIdx="5" presStyleCnt="11"/>
      <dgm:spPr/>
    </dgm:pt>
    <dgm:pt modelId="{3688A60E-3002-4D9D-ACF9-2056FF0A0143}" type="pres">
      <dgm:prSet presAssocID="{3B151A79-0876-4485-A7B6-68E5539234A2}" presName="hierRoot2" presStyleCnt="0">
        <dgm:presLayoutVars>
          <dgm:hierBranch val="init"/>
        </dgm:presLayoutVars>
      </dgm:prSet>
      <dgm:spPr/>
    </dgm:pt>
    <dgm:pt modelId="{81483ECF-10D3-4180-84BF-EEFADE0A978D}" type="pres">
      <dgm:prSet presAssocID="{3B151A79-0876-4485-A7B6-68E5539234A2}" presName="rootComposite" presStyleCnt="0"/>
      <dgm:spPr/>
    </dgm:pt>
    <dgm:pt modelId="{14EEEA57-8225-4351-9A93-2D360E78FED9}" type="pres">
      <dgm:prSet presAssocID="{3B151A79-0876-4485-A7B6-68E5539234A2}" presName="rootText" presStyleLbl="node4" presStyleIdx="5" presStyleCnt="11">
        <dgm:presLayoutVars>
          <dgm:chPref val="3"/>
        </dgm:presLayoutVars>
      </dgm:prSet>
      <dgm:spPr/>
    </dgm:pt>
    <dgm:pt modelId="{47A4B6C0-C324-45BF-AF7E-E3D1852C2A41}" type="pres">
      <dgm:prSet presAssocID="{3B151A79-0876-4485-A7B6-68E5539234A2}" presName="rootConnector" presStyleLbl="node4" presStyleIdx="5" presStyleCnt="11"/>
      <dgm:spPr/>
    </dgm:pt>
    <dgm:pt modelId="{74CC8984-1726-427D-B105-C92FC8B83DDF}" type="pres">
      <dgm:prSet presAssocID="{3B151A79-0876-4485-A7B6-68E5539234A2}" presName="hierChild4" presStyleCnt="0"/>
      <dgm:spPr/>
    </dgm:pt>
    <dgm:pt modelId="{66DD7881-C5E1-4D73-A87B-66C8E5D126E6}" type="pres">
      <dgm:prSet presAssocID="{3B151A79-0876-4485-A7B6-68E5539234A2}" presName="hierChild5" presStyleCnt="0"/>
      <dgm:spPr/>
    </dgm:pt>
    <dgm:pt modelId="{B1A37A11-D62B-4D56-BA7C-0803C4D3625E}" type="pres">
      <dgm:prSet presAssocID="{6DD184D1-2A5A-48A3-910C-C5A26E0DA16B}" presName="Name48" presStyleLbl="parChTrans1D4" presStyleIdx="6" presStyleCnt="11"/>
      <dgm:spPr/>
    </dgm:pt>
    <dgm:pt modelId="{44A49189-95A3-4F39-B70A-208357CF2E99}" type="pres">
      <dgm:prSet presAssocID="{F5E956DD-F908-445A-BD35-C64B253BF870}" presName="hierRoot2" presStyleCnt="0">
        <dgm:presLayoutVars>
          <dgm:hierBranch val="init"/>
        </dgm:presLayoutVars>
      </dgm:prSet>
      <dgm:spPr/>
    </dgm:pt>
    <dgm:pt modelId="{C4BE40E8-DA87-4FA4-8F24-8042962AE28F}" type="pres">
      <dgm:prSet presAssocID="{F5E956DD-F908-445A-BD35-C64B253BF870}" presName="rootComposite" presStyleCnt="0"/>
      <dgm:spPr/>
    </dgm:pt>
    <dgm:pt modelId="{F699486A-1E23-477A-A5DE-5E444D7F33F3}" type="pres">
      <dgm:prSet presAssocID="{F5E956DD-F908-445A-BD35-C64B253BF870}" presName="rootText" presStyleLbl="node4" presStyleIdx="6" presStyleCnt="11" custLinFactNeighborY="-8817">
        <dgm:presLayoutVars>
          <dgm:chPref val="3"/>
        </dgm:presLayoutVars>
      </dgm:prSet>
      <dgm:spPr/>
    </dgm:pt>
    <dgm:pt modelId="{2B19783A-BCD5-407D-9115-B272532824BD}" type="pres">
      <dgm:prSet presAssocID="{F5E956DD-F908-445A-BD35-C64B253BF870}" presName="rootConnector" presStyleLbl="node4" presStyleIdx="6" presStyleCnt="11"/>
      <dgm:spPr/>
    </dgm:pt>
    <dgm:pt modelId="{4D3CD2BD-5EE7-4874-8107-20279DF6737B}" type="pres">
      <dgm:prSet presAssocID="{F5E956DD-F908-445A-BD35-C64B253BF870}" presName="hierChild4" presStyleCnt="0"/>
      <dgm:spPr/>
    </dgm:pt>
    <dgm:pt modelId="{1BD2F989-2838-46F6-A648-3E646C57487C}" type="pres">
      <dgm:prSet presAssocID="{F5E956DD-F908-445A-BD35-C64B253BF870}" presName="hierChild5" presStyleCnt="0"/>
      <dgm:spPr/>
    </dgm:pt>
    <dgm:pt modelId="{D8E8A63E-6620-4355-ACA8-16F5D1FA100B}" type="pres">
      <dgm:prSet presAssocID="{C45EFF9B-ABDC-4E80-9D1C-4274C78C343E}" presName="hierChild5" presStyleCnt="0"/>
      <dgm:spPr/>
    </dgm:pt>
    <dgm:pt modelId="{6361AF3F-B269-45D1-82B1-AD851CD21B53}" type="pres">
      <dgm:prSet presAssocID="{521759AD-7D0A-478C-AAAE-577D5841F504}" presName="hierChild5" presStyleCnt="0"/>
      <dgm:spPr/>
    </dgm:pt>
    <dgm:pt modelId="{D362ACA6-2203-4D7F-8AEF-3C25644D18CB}" type="pres">
      <dgm:prSet presAssocID="{91CC7CD7-4A85-4608-B88B-6B168A354CD4}" presName="Name37" presStyleLbl="parChTrans1D2" presStyleIdx="1" presStyleCnt="2"/>
      <dgm:spPr/>
    </dgm:pt>
    <dgm:pt modelId="{FC48680E-BD40-48CC-A92B-35F8145AC359}" type="pres">
      <dgm:prSet presAssocID="{6E646033-54E3-4AE8-83A5-F7EFD8310D86}" presName="hierRoot2" presStyleCnt="0">
        <dgm:presLayoutVars>
          <dgm:hierBranch val="init"/>
        </dgm:presLayoutVars>
      </dgm:prSet>
      <dgm:spPr/>
    </dgm:pt>
    <dgm:pt modelId="{0C6ACD58-E08B-4DD7-A81F-D98B32B29AC2}" type="pres">
      <dgm:prSet presAssocID="{6E646033-54E3-4AE8-83A5-F7EFD8310D86}" presName="rootComposite" presStyleCnt="0"/>
      <dgm:spPr/>
    </dgm:pt>
    <dgm:pt modelId="{C2C99EB7-10E7-4AB8-BC05-E7C34466FB02}" type="pres">
      <dgm:prSet presAssocID="{6E646033-54E3-4AE8-83A5-F7EFD8310D86}" presName="rootText" presStyleLbl="node2" presStyleIdx="1" presStyleCnt="2">
        <dgm:presLayoutVars>
          <dgm:chPref val="3"/>
        </dgm:presLayoutVars>
      </dgm:prSet>
      <dgm:spPr/>
    </dgm:pt>
    <dgm:pt modelId="{10AF6047-3FAF-4347-B5BA-312C5B84A654}" type="pres">
      <dgm:prSet presAssocID="{6E646033-54E3-4AE8-83A5-F7EFD8310D86}" presName="rootConnector" presStyleLbl="node2" presStyleIdx="1" presStyleCnt="2"/>
      <dgm:spPr/>
    </dgm:pt>
    <dgm:pt modelId="{14162546-9382-4E8A-89ED-C18FADF32BD9}" type="pres">
      <dgm:prSet presAssocID="{6E646033-54E3-4AE8-83A5-F7EFD8310D86}" presName="hierChild4" presStyleCnt="0"/>
      <dgm:spPr/>
    </dgm:pt>
    <dgm:pt modelId="{BC0E38FC-C375-4CD6-9056-1AFC5362B920}" type="pres">
      <dgm:prSet presAssocID="{B64280EF-7773-4FE0-AC21-EDD9874D6ECA}" presName="Name37" presStyleLbl="parChTrans1D3" presStyleIdx="2" presStyleCnt="4"/>
      <dgm:spPr/>
    </dgm:pt>
    <dgm:pt modelId="{4305040B-7D95-435C-8AA2-A67239C78C70}" type="pres">
      <dgm:prSet presAssocID="{C0AB49B5-B1FC-43C1-B3C0-04C897BF1C60}" presName="hierRoot2" presStyleCnt="0">
        <dgm:presLayoutVars>
          <dgm:hierBranch val="init"/>
        </dgm:presLayoutVars>
      </dgm:prSet>
      <dgm:spPr/>
    </dgm:pt>
    <dgm:pt modelId="{1B7067AA-F2F0-4BB5-B7F1-212C357F6B81}" type="pres">
      <dgm:prSet presAssocID="{C0AB49B5-B1FC-43C1-B3C0-04C897BF1C60}" presName="rootComposite" presStyleCnt="0"/>
      <dgm:spPr/>
    </dgm:pt>
    <dgm:pt modelId="{EE1E3B58-C7C8-461B-AB33-DEB261FBAF4E}" type="pres">
      <dgm:prSet presAssocID="{C0AB49B5-B1FC-43C1-B3C0-04C897BF1C60}" presName="rootText" presStyleLbl="node3" presStyleIdx="2" presStyleCnt="4">
        <dgm:presLayoutVars>
          <dgm:chPref val="3"/>
        </dgm:presLayoutVars>
      </dgm:prSet>
      <dgm:spPr>
        <a:xfrm>
          <a:off x="4259942" y="1603960"/>
          <a:ext cx="1127338" cy="563669"/>
        </a:xfrm>
        <a:prstGeom prst="rect">
          <a:avLst/>
        </a:prstGeom>
      </dgm:spPr>
    </dgm:pt>
    <dgm:pt modelId="{5F00BF57-166C-4A2F-910B-78259C159B77}" type="pres">
      <dgm:prSet presAssocID="{C0AB49B5-B1FC-43C1-B3C0-04C897BF1C60}" presName="rootConnector" presStyleLbl="node3" presStyleIdx="2" presStyleCnt="4"/>
      <dgm:spPr/>
    </dgm:pt>
    <dgm:pt modelId="{F2504BD0-29BB-40FB-98DF-180926407927}" type="pres">
      <dgm:prSet presAssocID="{C0AB49B5-B1FC-43C1-B3C0-04C897BF1C60}" presName="hierChild4" presStyleCnt="0"/>
      <dgm:spPr/>
    </dgm:pt>
    <dgm:pt modelId="{A7186CDC-F5B2-472A-90D0-871D30076B2E}" type="pres">
      <dgm:prSet presAssocID="{58A3C00D-EBAA-44E8-AD56-FA9633B6349E}" presName="Name37" presStyleLbl="parChTrans1D4" presStyleIdx="7" presStyleCnt="11"/>
      <dgm:spPr/>
    </dgm:pt>
    <dgm:pt modelId="{E9ADCD78-17D2-48FA-8892-85DADF45D573}" type="pres">
      <dgm:prSet presAssocID="{49A1ECD9-B81E-4730-A99E-1840D7BE2CFF}" presName="hierRoot2" presStyleCnt="0">
        <dgm:presLayoutVars>
          <dgm:hierBranch val="init"/>
        </dgm:presLayoutVars>
      </dgm:prSet>
      <dgm:spPr/>
    </dgm:pt>
    <dgm:pt modelId="{0073CAE8-2516-44A8-9D1B-810B3714083A}" type="pres">
      <dgm:prSet presAssocID="{49A1ECD9-B81E-4730-A99E-1840D7BE2CFF}" presName="rootComposite" presStyleCnt="0"/>
      <dgm:spPr/>
    </dgm:pt>
    <dgm:pt modelId="{0EF6BB72-AD8A-493B-9A6F-F4F9FB3165B3}" type="pres">
      <dgm:prSet presAssocID="{49A1ECD9-B81E-4730-A99E-1840D7BE2CFF}" presName="rootText" presStyleLbl="node4" presStyleIdx="7" presStyleCnt="11" custLinFactNeighborY="-6026">
        <dgm:presLayoutVars>
          <dgm:chPref val="3"/>
        </dgm:presLayoutVars>
      </dgm:prSet>
      <dgm:spPr>
        <a:xfrm>
          <a:off x="4541777" y="2370403"/>
          <a:ext cx="1127338" cy="563669"/>
        </a:xfrm>
        <a:prstGeom prst="rect">
          <a:avLst/>
        </a:prstGeom>
      </dgm:spPr>
    </dgm:pt>
    <dgm:pt modelId="{E6B82545-C8B4-483F-98CB-B6BCAC766E10}" type="pres">
      <dgm:prSet presAssocID="{49A1ECD9-B81E-4730-A99E-1840D7BE2CFF}" presName="rootConnector" presStyleLbl="node4" presStyleIdx="7" presStyleCnt="11"/>
      <dgm:spPr/>
    </dgm:pt>
    <dgm:pt modelId="{8EBA5D6C-D6E0-4F55-8D36-F049215D0FA8}" type="pres">
      <dgm:prSet presAssocID="{49A1ECD9-B81E-4730-A99E-1840D7BE2CFF}" presName="hierChild4" presStyleCnt="0"/>
      <dgm:spPr/>
    </dgm:pt>
    <dgm:pt modelId="{778553CC-4FC7-4FA8-8BCD-623DB41B8758}" type="pres">
      <dgm:prSet presAssocID="{49A1ECD9-B81E-4730-A99E-1840D7BE2CFF}" presName="hierChild5" presStyleCnt="0"/>
      <dgm:spPr/>
    </dgm:pt>
    <dgm:pt modelId="{11E0B9B5-9684-4062-972E-210A1F176AA0}" type="pres">
      <dgm:prSet presAssocID="{4DDAE1E6-7540-4C52-A812-1D5FF6A06E6A}" presName="Name37" presStyleLbl="parChTrans1D4" presStyleIdx="8" presStyleCnt="11"/>
      <dgm:spPr/>
    </dgm:pt>
    <dgm:pt modelId="{C69DB04C-70D5-4216-8623-574FC0E9CE8B}" type="pres">
      <dgm:prSet presAssocID="{6100595A-0256-405C-B381-7DDFB4502866}" presName="hierRoot2" presStyleCnt="0">
        <dgm:presLayoutVars>
          <dgm:hierBranch val="init"/>
        </dgm:presLayoutVars>
      </dgm:prSet>
      <dgm:spPr/>
    </dgm:pt>
    <dgm:pt modelId="{14C42376-1C6C-48C6-8B58-49C21192955A}" type="pres">
      <dgm:prSet presAssocID="{6100595A-0256-405C-B381-7DDFB4502866}" presName="rootComposite" presStyleCnt="0"/>
      <dgm:spPr/>
    </dgm:pt>
    <dgm:pt modelId="{4C5DFBB1-1397-41F3-9CA5-E15097F1DC69}" type="pres">
      <dgm:prSet presAssocID="{6100595A-0256-405C-B381-7DDFB4502866}" presName="rootText" presStyleLbl="node4" presStyleIdx="8" presStyleCnt="11">
        <dgm:presLayoutVars>
          <dgm:chPref val="3"/>
        </dgm:presLayoutVars>
      </dgm:prSet>
      <dgm:spPr/>
    </dgm:pt>
    <dgm:pt modelId="{85F216ED-4A14-4B10-BA82-8CE156A77AC7}" type="pres">
      <dgm:prSet presAssocID="{6100595A-0256-405C-B381-7DDFB4502866}" presName="rootConnector" presStyleLbl="node4" presStyleIdx="8" presStyleCnt="11"/>
      <dgm:spPr/>
    </dgm:pt>
    <dgm:pt modelId="{9ADA4C04-9F05-48C2-B0D2-8B66E2E83F35}" type="pres">
      <dgm:prSet presAssocID="{6100595A-0256-405C-B381-7DDFB4502866}" presName="hierChild4" presStyleCnt="0"/>
      <dgm:spPr/>
    </dgm:pt>
    <dgm:pt modelId="{3F85A589-FAD8-4A15-8A04-43C68F862F6B}" type="pres">
      <dgm:prSet presAssocID="{6100595A-0256-405C-B381-7DDFB4502866}" presName="hierChild5" presStyleCnt="0"/>
      <dgm:spPr/>
    </dgm:pt>
    <dgm:pt modelId="{FF51967A-B3A9-4C2D-9938-2374C5BD4A8F}" type="pres">
      <dgm:prSet presAssocID="{C0AB49B5-B1FC-43C1-B3C0-04C897BF1C60}" presName="hierChild5" presStyleCnt="0"/>
      <dgm:spPr/>
    </dgm:pt>
    <dgm:pt modelId="{C65FF8F6-EDC1-4C05-8BB7-66083BDD38AD}" type="pres">
      <dgm:prSet presAssocID="{7FE8C46A-7511-4EDA-9BC3-6C06BF5D535D}" presName="Name37" presStyleLbl="parChTrans1D3" presStyleIdx="3" presStyleCnt="4"/>
      <dgm:spPr/>
    </dgm:pt>
    <dgm:pt modelId="{64364E4F-A197-4C45-A53F-0FA652A79F16}" type="pres">
      <dgm:prSet presAssocID="{97E4C4B8-15E1-46A5-A85C-235EB9C443F3}" presName="hierRoot2" presStyleCnt="0">
        <dgm:presLayoutVars>
          <dgm:hierBranch val="init"/>
        </dgm:presLayoutVars>
      </dgm:prSet>
      <dgm:spPr/>
    </dgm:pt>
    <dgm:pt modelId="{3B3DC53A-9285-4E50-89F9-7BC49A199147}" type="pres">
      <dgm:prSet presAssocID="{97E4C4B8-15E1-46A5-A85C-235EB9C443F3}" presName="rootComposite" presStyleCnt="0"/>
      <dgm:spPr/>
    </dgm:pt>
    <dgm:pt modelId="{8AA338C2-039F-46D1-986C-CEA4E69771D2}" type="pres">
      <dgm:prSet presAssocID="{97E4C4B8-15E1-46A5-A85C-235EB9C443F3}" presName="rootText" presStyleLbl="node3" presStyleIdx="3" presStyleCnt="4">
        <dgm:presLayoutVars>
          <dgm:chPref val="3"/>
        </dgm:presLayoutVars>
      </dgm:prSet>
      <dgm:spPr/>
    </dgm:pt>
    <dgm:pt modelId="{985C1CF6-DDB1-4D37-9970-1765E7C53225}" type="pres">
      <dgm:prSet presAssocID="{97E4C4B8-15E1-46A5-A85C-235EB9C443F3}" presName="rootConnector" presStyleLbl="node3" presStyleIdx="3" presStyleCnt="4"/>
      <dgm:spPr/>
    </dgm:pt>
    <dgm:pt modelId="{B4907ED9-10A1-4916-9525-5D6BDFA70C0E}" type="pres">
      <dgm:prSet presAssocID="{97E4C4B8-15E1-46A5-A85C-235EB9C443F3}" presName="hierChild4" presStyleCnt="0"/>
      <dgm:spPr/>
    </dgm:pt>
    <dgm:pt modelId="{7BAEA16B-E01A-49AF-B45F-6CA49EA91DDA}" type="pres">
      <dgm:prSet presAssocID="{2A3E1995-B58F-4A70-97CF-190AD5D1F8FE}" presName="Name37" presStyleLbl="parChTrans1D4" presStyleIdx="9" presStyleCnt="11"/>
      <dgm:spPr/>
    </dgm:pt>
    <dgm:pt modelId="{156E3A9E-0B68-4628-8AC9-9C5AC361ED5E}" type="pres">
      <dgm:prSet presAssocID="{5F28B028-86EE-43FF-A2B9-B2955B52F1BB}" presName="hierRoot2" presStyleCnt="0">
        <dgm:presLayoutVars>
          <dgm:hierBranch val="init"/>
        </dgm:presLayoutVars>
      </dgm:prSet>
      <dgm:spPr/>
    </dgm:pt>
    <dgm:pt modelId="{2EC8D229-227B-42FB-B0D7-BD359A5E60E1}" type="pres">
      <dgm:prSet presAssocID="{5F28B028-86EE-43FF-A2B9-B2955B52F1BB}" presName="rootComposite" presStyleCnt="0"/>
      <dgm:spPr/>
    </dgm:pt>
    <dgm:pt modelId="{E01E1B84-1B5F-45CB-A36A-267EFC32C4AC}" type="pres">
      <dgm:prSet presAssocID="{5F28B028-86EE-43FF-A2B9-B2955B52F1BB}" presName="rootText" presStyleLbl="node4" presStyleIdx="9" presStyleCnt="11" custLinFactNeighborY="-6026">
        <dgm:presLayoutVars>
          <dgm:chPref val="3"/>
        </dgm:presLayoutVars>
      </dgm:prSet>
      <dgm:spPr/>
    </dgm:pt>
    <dgm:pt modelId="{B3C63C04-BAD3-41E4-999B-D321C00F80BC}" type="pres">
      <dgm:prSet presAssocID="{5F28B028-86EE-43FF-A2B9-B2955B52F1BB}" presName="rootConnector" presStyleLbl="node4" presStyleIdx="9" presStyleCnt="11"/>
      <dgm:spPr/>
    </dgm:pt>
    <dgm:pt modelId="{932A29A8-7D36-4966-842E-5B949A9554EA}" type="pres">
      <dgm:prSet presAssocID="{5F28B028-86EE-43FF-A2B9-B2955B52F1BB}" presName="hierChild4" presStyleCnt="0"/>
      <dgm:spPr/>
    </dgm:pt>
    <dgm:pt modelId="{5BF59B98-4464-4E7C-8F35-DCC6D5F2C2F3}" type="pres">
      <dgm:prSet presAssocID="{5F28B028-86EE-43FF-A2B9-B2955B52F1BB}" presName="hierChild5" presStyleCnt="0"/>
      <dgm:spPr/>
    </dgm:pt>
    <dgm:pt modelId="{14A00889-DD9C-46C9-974B-AAF75910A3C7}" type="pres">
      <dgm:prSet presAssocID="{41AA5D28-1F34-4E5D-9774-0DD63B9855B8}" presName="Name37" presStyleLbl="parChTrans1D4" presStyleIdx="10" presStyleCnt="11"/>
      <dgm:spPr/>
    </dgm:pt>
    <dgm:pt modelId="{418E42CA-0DF2-4FA7-B5AB-85A81C951B6C}" type="pres">
      <dgm:prSet presAssocID="{6CDEDF30-B4A4-4A1C-9991-6899404F5FEA}" presName="hierRoot2" presStyleCnt="0">
        <dgm:presLayoutVars>
          <dgm:hierBranch val="init"/>
        </dgm:presLayoutVars>
      </dgm:prSet>
      <dgm:spPr/>
    </dgm:pt>
    <dgm:pt modelId="{797A3852-FC9A-4ED0-9F9C-019472CCE327}" type="pres">
      <dgm:prSet presAssocID="{6CDEDF30-B4A4-4A1C-9991-6899404F5FEA}" presName="rootComposite" presStyleCnt="0"/>
      <dgm:spPr/>
    </dgm:pt>
    <dgm:pt modelId="{347EA698-66D4-4703-9EE8-3F58353CEA7A}" type="pres">
      <dgm:prSet presAssocID="{6CDEDF30-B4A4-4A1C-9991-6899404F5FEA}" presName="rootText" presStyleLbl="node4" presStyleIdx="10" presStyleCnt="11">
        <dgm:presLayoutVars>
          <dgm:chPref val="3"/>
        </dgm:presLayoutVars>
      </dgm:prSet>
      <dgm:spPr/>
    </dgm:pt>
    <dgm:pt modelId="{67329BD3-9CB1-4B7C-B9C9-D21A4139F029}" type="pres">
      <dgm:prSet presAssocID="{6CDEDF30-B4A4-4A1C-9991-6899404F5FEA}" presName="rootConnector" presStyleLbl="node4" presStyleIdx="10" presStyleCnt="11"/>
      <dgm:spPr/>
    </dgm:pt>
    <dgm:pt modelId="{085D4552-2818-4784-B1EB-AA6F4899B072}" type="pres">
      <dgm:prSet presAssocID="{6CDEDF30-B4A4-4A1C-9991-6899404F5FEA}" presName="hierChild4" presStyleCnt="0"/>
      <dgm:spPr/>
    </dgm:pt>
    <dgm:pt modelId="{0D40A285-B11D-4EBD-AC9C-2883387A6BCF}" type="pres">
      <dgm:prSet presAssocID="{6CDEDF30-B4A4-4A1C-9991-6899404F5FEA}" presName="hierChild5" presStyleCnt="0"/>
      <dgm:spPr/>
    </dgm:pt>
    <dgm:pt modelId="{165A82FA-FD4D-4926-B4C7-11A646B55D78}" type="pres">
      <dgm:prSet presAssocID="{97E4C4B8-15E1-46A5-A85C-235EB9C443F3}" presName="hierChild5" presStyleCnt="0"/>
      <dgm:spPr/>
    </dgm:pt>
    <dgm:pt modelId="{3E50DBFA-57EE-4BE7-A055-3E74CECC51BB}" type="pres">
      <dgm:prSet presAssocID="{6E646033-54E3-4AE8-83A5-F7EFD8310D86}" presName="hierChild5" presStyleCnt="0"/>
      <dgm:spPr/>
    </dgm:pt>
    <dgm:pt modelId="{579A8DA1-FEBC-448A-A56D-F0CD31E165E1}" type="pres">
      <dgm:prSet presAssocID="{C2B3D71C-8E94-442E-8B38-4395DD2E6D4B}" presName="hierChild3" presStyleCnt="0"/>
      <dgm:spPr/>
    </dgm:pt>
  </dgm:ptLst>
  <dgm:cxnLst>
    <dgm:cxn modelId="{F41A2B01-B67E-4949-BCE5-86A7344772F9}" type="presOf" srcId="{17412C7C-1C6F-4006-A861-D4776FD3CBC5}" destId="{5ED406CE-AAFC-4153-93B2-1A968BDF38D1}" srcOrd="0" destOrd="0" presId="urn:microsoft.com/office/officeart/2005/8/layout/orgChart1"/>
    <dgm:cxn modelId="{73E9C307-FD09-40F3-B038-386D9C581B09}" type="presOf" srcId="{6CDEDF30-B4A4-4A1C-9991-6899404F5FEA}" destId="{67329BD3-9CB1-4B7C-B9C9-D21A4139F029}" srcOrd="1" destOrd="0" presId="urn:microsoft.com/office/officeart/2005/8/layout/orgChart1"/>
    <dgm:cxn modelId="{0B98A308-DEF5-4730-8C79-03524F27895E}" type="presOf" srcId="{C7F54B02-C5B2-4BA4-8B09-296D0CB47FAB}" destId="{18352E14-DB19-420D-850C-54566AC1A26B}" srcOrd="0" destOrd="0" presId="urn:microsoft.com/office/officeart/2005/8/layout/orgChart1"/>
    <dgm:cxn modelId="{C83AF30A-1B30-4AFD-8A36-BEB8A89F7D6B}" type="presOf" srcId="{43EBF99E-D54F-4D2C-A285-243995C0A2B3}" destId="{CBE3FA3A-D471-4723-BD90-45A9D5958A7B}" srcOrd="0" destOrd="0" presId="urn:microsoft.com/office/officeart/2005/8/layout/orgChart1"/>
    <dgm:cxn modelId="{1602D60F-ABA0-4830-8678-FCA941004479}" type="presOf" srcId="{AB1C04C4-ECDF-4B11-A3D7-BF178CFD44E1}" destId="{07AF48FB-BF8C-4121-8B93-5F083E823D43}" srcOrd="0" destOrd="0" presId="urn:microsoft.com/office/officeart/2005/8/layout/orgChart1"/>
    <dgm:cxn modelId="{C0095811-8632-4202-8893-9995FD41DD38}" type="presOf" srcId="{3ADB9DA0-C1A5-4878-B6C4-13DE95514E60}" destId="{CEA40371-F92B-4F0A-B920-DB8461A57E86}" srcOrd="0" destOrd="0" presId="urn:microsoft.com/office/officeart/2005/8/layout/orgChart1"/>
    <dgm:cxn modelId="{ABBBB414-6639-4B7B-B5D8-73EF8881CA52}" type="presOf" srcId="{2A3E1995-B58F-4A70-97CF-190AD5D1F8FE}" destId="{7BAEA16B-E01A-49AF-B45F-6CA49EA91DDA}" srcOrd="0" destOrd="0" presId="urn:microsoft.com/office/officeart/2005/8/layout/orgChart1"/>
    <dgm:cxn modelId="{B77AB617-67DD-4640-89A6-BD3C54D261DD}" type="presOf" srcId="{58A3C00D-EBAA-44E8-AD56-FA9633B6349E}" destId="{A7186CDC-F5B2-472A-90D0-871D30076B2E}" srcOrd="0" destOrd="0" presId="urn:microsoft.com/office/officeart/2005/8/layout/orgChart1"/>
    <dgm:cxn modelId="{A45F981A-EF19-42EE-A96B-05F27AF0708A}" type="presOf" srcId="{F5E956DD-F908-445A-BD35-C64B253BF870}" destId="{2B19783A-BCD5-407D-9115-B272532824BD}" srcOrd="1" destOrd="0" presId="urn:microsoft.com/office/officeart/2005/8/layout/orgChart1"/>
    <dgm:cxn modelId="{B896F01E-2CDF-4BCB-9078-BE31FEF96DEA}" type="presOf" srcId="{9FF26249-9E1A-449B-8078-26256079C9AF}" destId="{8B5FCCF1-7DB8-49E7-8F95-CEC79D834216}" srcOrd="0" destOrd="0" presId="urn:microsoft.com/office/officeart/2005/8/layout/orgChart1"/>
    <dgm:cxn modelId="{CD6DB31F-990C-422C-BF39-17002CC64CF5}" srcId="{C45EFF9B-ABDC-4E80-9D1C-4274C78C343E}" destId="{17412C7C-1C6F-4006-A861-D4776FD3CBC5}" srcOrd="0" destOrd="0" parTransId="{1237DEAE-D6B5-4140-9664-9DC3095AE2E3}" sibTransId="{4F275C0F-D819-4D06-909E-41D09B6E0D01}"/>
    <dgm:cxn modelId="{E40FF322-38EB-4CF9-BCA4-9B2A1179FA99}" type="presOf" srcId="{76A93D8B-03CC-4609-B607-F3112E1DA7B4}" destId="{4156A5F4-2F55-45FC-8298-CDFD564FBFA7}" srcOrd="0" destOrd="0" presId="urn:microsoft.com/office/officeart/2005/8/layout/orgChart1"/>
    <dgm:cxn modelId="{7C845C28-A4E0-4FE9-A44B-2E4E09D415EB}" srcId="{C2B3D71C-8E94-442E-8B38-4395DD2E6D4B}" destId="{6E646033-54E3-4AE8-83A5-F7EFD8310D86}" srcOrd="1" destOrd="0" parTransId="{91CC7CD7-4A85-4608-B88B-6B168A354CD4}" sibTransId="{BEBFDEAB-4702-419C-8650-62040FCE9E73}"/>
    <dgm:cxn modelId="{54B77D2F-701F-430B-9FE0-E8676DF4EA8F}" type="presOf" srcId="{C2B3D71C-8E94-442E-8B38-4395DD2E6D4B}" destId="{CA5D34F9-857D-4EE7-95DC-4FD85A870C18}" srcOrd="0" destOrd="0" presId="urn:microsoft.com/office/officeart/2005/8/layout/orgChart1"/>
    <dgm:cxn modelId="{B2790932-0E9C-4538-A802-D9BCBCAFF083}" type="presOf" srcId="{3FB8E9D2-2EAB-49FE-8D15-A66F0A47C6E6}" destId="{7D0080CD-E10C-4A25-B0C6-9ADC80794D89}" srcOrd="0" destOrd="0" presId="urn:microsoft.com/office/officeart/2005/8/layout/orgChart1"/>
    <dgm:cxn modelId="{7A8D6C39-90E7-4F61-8080-9ACE555C7CBA}" type="presOf" srcId="{AAE9FF5F-9397-4A10-B4FD-1F8DB1A2ED49}" destId="{9D065CE5-FA18-4744-805B-825D2FAB0F07}" srcOrd="1" destOrd="0" presId="urn:microsoft.com/office/officeart/2005/8/layout/orgChart1"/>
    <dgm:cxn modelId="{C493A93D-3F10-4DCE-976A-C000F2B4F656}" type="presOf" srcId="{7FE8C46A-7511-4EDA-9BC3-6C06BF5D535D}" destId="{C65FF8F6-EDC1-4C05-8BB7-66083BDD38AD}" srcOrd="0" destOrd="0" presId="urn:microsoft.com/office/officeart/2005/8/layout/orgChart1"/>
    <dgm:cxn modelId="{96AD1440-D98D-45FA-BB6A-39945411BB05}" type="presOf" srcId="{C45EFF9B-ABDC-4E80-9D1C-4274C78C343E}" destId="{A74447A1-944A-481C-BA6D-62343284CB66}" srcOrd="0" destOrd="0" presId="urn:microsoft.com/office/officeart/2005/8/layout/orgChart1"/>
    <dgm:cxn modelId="{F47EF35B-3AAF-4357-8521-D894F586A535}" type="presOf" srcId="{17412C7C-1C6F-4006-A861-D4776FD3CBC5}" destId="{10AE62A3-989E-4656-8734-F5E83241D74E}" srcOrd="1" destOrd="0" presId="urn:microsoft.com/office/officeart/2005/8/layout/orgChart1"/>
    <dgm:cxn modelId="{30DE185C-EDF0-46C4-82DD-BF362C0F19C1}" type="presOf" srcId="{0C0AAA80-C153-4DF1-8258-BD38372D7EE4}" destId="{24507879-A6E2-4262-8192-214CF0CC89FE}" srcOrd="1" destOrd="0" presId="urn:microsoft.com/office/officeart/2005/8/layout/orgChart1"/>
    <dgm:cxn modelId="{61F95A5C-7297-425E-A979-6754AAC349DC}" type="presOf" srcId="{F9CF05BB-BB85-4E11-AE73-424A23488AC6}" destId="{486A3C42-25AD-4419-B6F2-DB5D494DB654}" srcOrd="0" destOrd="0" presId="urn:microsoft.com/office/officeart/2005/8/layout/orgChart1"/>
    <dgm:cxn modelId="{B400BD44-270F-4CCA-89FF-947F1CBC51AA}" type="presOf" srcId="{C45EFF9B-ABDC-4E80-9D1C-4274C78C343E}" destId="{41C50B93-F975-4D2C-8EBB-8020067AD3E1}" srcOrd="1" destOrd="0" presId="urn:microsoft.com/office/officeart/2005/8/layout/orgChart1"/>
    <dgm:cxn modelId="{6579E044-9930-48DC-B678-D63EBA4D51F5}" type="presOf" srcId="{CA66B8CE-6677-4E58-9B08-EBFBA436AB50}" destId="{01B2E631-E2E2-41B5-A56C-DC49E64D5751}" srcOrd="0" destOrd="0" presId="urn:microsoft.com/office/officeart/2005/8/layout/orgChart1"/>
    <dgm:cxn modelId="{F53E4847-49DA-41BB-9F4C-79EA50CEDE49}" srcId="{6E646033-54E3-4AE8-83A5-F7EFD8310D86}" destId="{97E4C4B8-15E1-46A5-A85C-235EB9C443F3}" srcOrd="1" destOrd="0" parTransId="{7FE8C46A-7511-4EDA-9BC3-6C06BF5D535D}" sibTransId="{631397CF-8F43-416D-A143-8B58D5343B2F}"/>
    <dgm:cxn modelId="{C081994B-8C94-4417-89D7-0F9657A9BF03}" type="presOf" srcId="{0C0AAA80-C153-4DF1-8258-BD38372D7EE4}" destId="{FE7CC064-5E80-413F-83A8-7CA77419E368}" srcOrd="0" destOrd="0" presId="urn:microsoft.com/office/officeart/2005/8/layout/orgChart1"/>
    <dgm:cxn modelId="{5E235D4C-5765-4C4C-9791-318F3EE99B4D}" type="presOf" srcId="{97E4C4B8-15E1-46A5-A85C-235EB9C443F3}" destId="{8AA338C2-039F-46D1-986C-CEA4E69771D2}" srcOrd="0" destOrd="0" presId="urn:microsoft.com/office/officeart/2005/8/layout/orgChart1"/>
    <dgm:cxn modelId="{F697AF6F-8243-46E2-A2C8-4CC7A77DFA65}" srcId="{521759AD-7D0A-478C-AAAE-577D5841F504}" destId="{C45EFF9B-ABDC-4E80-9D1C-4274C78C343E}" srcOrd="1" destOrd="0" parTransId="{F9CF05BB-BB85-4E11-AE73-424A23488AC6}" sibTransId="{AFF89AE8-1C44-48BD-9BB7-28046C835BB1}"/>
    <dgm:cxn modelId="{00188F73-F4E7-4EB7-A1FE-5A7C6DB5BB56}" srcId="{6E646033-54E3-4AE8-83A5-F7EFD8310D86}" destId="{C0AB49B5-B1FC-43C1-B3C0-04C897BF1C60}" srcOrd="0" destOrd="0" parTransId="{B64280EF-7773-4FE0-AC21-EDD9874D6ECA}" sibTransId="{56B08122-263D-409B-B7BD-D04E53195B65}"/>
    <dgm:cxn modelId="{B6769975-AA0C-4156-9698-08EAA238484A}" type="presOf" srcId="{4DDAE1E6-7540-4C52-A812-1D5FF6A06E6A}" destId="{11E0B9B5-9684-4062-972E-210A1F176AA0}" srcOrd="0" destOrd="0" presId="urn:microsoft.com/office/officeart/2005/8/layout/orgChart1"/>
    <dgm:cxn modelId="{19E2A756-B448-44A4-B5BD-E5FF8909E331}" srcId="{C0AB49B5-B1FC-43C1-B3C0-04C897BF1C60}" destId="{49A1ECD9-B81E-4730-A99E-1840D7BE2CFF}" srcOrd="0" destOrd="0" parTransId="{58A3C00D-EBAA-44E8-AD56-FA9633B6349E}" sibTransId="{EEE8AAC0-793B-48AE-A36B-F903092BBB2D}"/>
    <dgm:cxn modelId="{5310B556-8852-4185-A036-9662FAABFC2A}" type="presOf" srcId="{1237DEAE-D6B5-4140-9664-9DC3095AE2E3}" destId="{3C2FAB16-1564-4EE9-858E-739904B895F3}" srcOrd="0" destOrd="0" presId="urn:microsoft.com/office/officeart/2005/8/layout/orgChart1"/>
    <dgm:cxn modelId="{6DCE5959-EB36-49D7-9287-0E3C7619BE56}" type="presOf" srcId="{521759AD-7D0A-478C-AAAE-577D5841F504}" destId="{12E60E7E-A76C-4BA7-958C-CBCCD9F19C35}" srcOrd="1" destOrd="0" presId="urn:microsoft.com/office/officeart/2005/8/layout/orgChart1"/>
    <dgm:cxn modelId="{E0C1BE7C-70DA-44FF-83E6-F5C7E55A8E5C}" srcId="{0C0AAA80-C153-4DF1-8258-BD38372D7EE4}" destId="{C7F54B02-C5B2-4BA4-8B09-296D0CB47FAB}" srcOrd="0" destOrd="0" parTransId="{3FB8E9D2-2EAB-49FE-8D15-A66F0A47C6E6}" sibTransId="{F7FE63CB-4FDB-47CB-80D2-BD9B79AB51C2}"/>
    <dgm:cxn modelId="{55E57A81-167C-43EE-9E17-C1C6879B4E5D}" type="presOf" srcId="{B64280EF-7773-4FE0-AC21-EDD9874D6ECA}" destId="{BC0E38FC-C375-4CD6-9056-1AFC5362B920}" srcOrd="0" destOrd="0" presId="urn:microsoft.com/office/officeart/2005/8/layout/orgChart1"/>
    <dgm:cxn modelId="{8791D782-A8EA-4FF4-BF77-13101DF47C56}" type="presOf" srcId="{AAE9FF5F-9397-4A10-B4FD-1F8DB1A2ED49}" destId="{2D7835EA-2EE0-447A-AEF6-DF168F7B0600}" srcOrd="0" destOrd="0" presId="urn:microsoft.com/office/officeart/2005/8/layout/orgChart1"/>
    <dgm:cxn modelId="{08707088-C292-4720-9240-3D3241259DEA}" type="presOf" srcId="{6DD184D1-2A5A-48A3-910C-C5A26E0DA16B}" destId="{B1A37A11-D62B-4D56-BA7C-0803C4D3625E}" srcOrd="0" destOrd="0" presId="urn:microsoft.com/office/officeart/2005/8/layout/orgChart1"/>
    <dgm:cxn modelId="{D7DA608A-84F6-4C1C-B53C-DE174D2F1311}" srcId="{C45EFF9B-ABDC-4E80-9D1C-4274C78C343E}" destId="{3B151A79-0876-4485-A7B6-68E5539234A2}" srcOrd="3" destOrd="0" parTransId="{76A93D8B-03CC-4609-B607-F3112E1DA7B4}" sibTransId="{12254AA5-D4F0-4C9C-8D43-193E9571170D}"/>
    <dgm:cxn modelId="{79973491-D576-49EA-8276-91E1DFA91692}" type="presOf" srcId="{5FD948A9-E9CE-44AC-A1BB-45A57885CEF2}" destId="{1EE9ED64-01B2-4710-B955-6A66FD6C9F3C}" srcOrd="1" destOrd="0" presId="urn:microsoft.com/office/officeart/2005/8/layout/orgChart1"/>
    <dgm:cxn modelId="{F809DF97-E69E-4EC8-A59E-AA8786814494}" type="presOf" srcId="{5F28B028-86EE-43FF-A2B9-B2955B52F1BB}" destId="{B3C63C04-BAD3-41E4-999B-D321C00F80BC}" srcOrd="1" destOrd="0" presId="urn:microsoft.com/office/officeart/2005/8/layout/orgChart1"/>
    <dgm:cxn modelId="{B9099E99-1A35-4F2E-A21C-CEE99612D1D5}" srcId="{0C0AAA80-C153-4DF1-8258-BD38372D7EE4}" destId="{9FF26249-9E1A-449B-8078-26256079C9AF}" srcOrd="1" destOrd="0" parTransId="{AB1C04C4-ECDF-4B11-A3D7-BF178CFD44E1}" sibTransId="{D29F43C6-8489-4A29-AA6D-DB5CAA14D822}"/>
    <dgm:cxn modelId="{0015B89D-4172-43E2-88E7-766D1D508DC2}" type="presOf" srcId="{C0AB49B5-B1FC-43C1-B3C0-04C897BF1C60}" destId="{EE1E3B58-C7C8-461B-AB33-DEB261FBAF4E}" srcOrd="0" destOrd="0" presId="urn:microsoft.com/office/officeart/2005/8/layout/orgChart1"/>
    <dgm:cxn modelId="{5878D5A3-2CD1-4CA9-A07A-F01F3F793DB1}" srcId="{97E4C4B8-15E1-46A5-A85C-235EB9C443F3}" destId="{5F28B028-86EE-43FF-A2B9-B2955B52F1BB}" srcOrd="0" destOrd="0" parTransId="{2A3E1995-B58F-4A70-97CF-190AD5D1F8FE}" sibTransId="{4C69F39A-7B9A-4FB5-B1F0-2075F1FB55CE}"/>
    <dgm:cxn modelId="{988EE0A3-62F7-452C-9D54-35E29E4804E5}" type="presOf" srcId="{C7F54B02-C5B2-4BA4-8B09-296D0CB47FAB}" destId="{4628A8EF-F09C-4A11-99A1-8C279DECDBBB}" srcOrd="1" destOrd="0" presId="urn:microsoft.com/office/officeart/2005/8/layout/orgChart1"/>
    <dgm:cxn modelId="{E76A3EA6-90F5-40DC-8DB2-3F4AD09AE791}" type="presOf" srcId="{6E646033-54E3-4AE8-83A5-F7EFD8310D86}" destId="{C2C99EB7-10E7-4AB8-BC05-E7C34466FB02}" srcOrd="0" destOrd="0" presId="urn:microsoft.com/office/officeart/2005/8/layout/orgChart1"/>
    <dgm:cxn modelId="{4C00A9A8-1856-4B68-B223-2844310E5762}" type="presOf" srcId="{6100595A-0256-405C-B381-7DDFB4502866}" destId="{85F216ED-4A14-4B10-BA82-8CE156A77AC7}" srcOrd="1" destOrd="0" presId="urn:microsoft.com/office/officeart/2005/8/layout/orgChart1"/>
    <dgm:cxn modelId="{7528AAA9-DA23-4232-8F9F-37C85E348D4A}" srcId="{C45EFF9B-ABDC-4E80-9D1C-4274C78C343E}" destId="{F5E956DD-F908-445A-BD35-C64B253BF870}" srcOrd="4" destOrd="0" parTransId="{6DD184D1-2A5A-48A3-910C-C5A26E0DA16B}" sibTransId="{CDFE07BA-FEAC-441B-924A-1CDDB53552CA}"/>
    <dgm:cxn modelId="{D0F4B5AA-CE18-415F-92B4-C666D5AE7ED4}" type="presOf" srcId="{49A1ECD9-B81E-4730-A99E-1840D7BE2CFF}" destId="{E6B82545-C8B4-483F-98CB-B6BCAC766E10}" srcOrd="1" destOrd="0" presId="urn:microsoft.com/office/officeart/2005/8/layout/orgChart1"/>
    <dgm:cxn modelId="{C01C53B0-7101-458D-8551-830CF00DDB72}" type="presOf" srcId="{ADF363BA-167D-4158-B0F3-1CEBD008EAD9}" destId="{CF2E5BA6-E1A7-4437-A8CA-9DA7507706C0}" srcOrd="0" destOrd="0" presId="urn:microsoft.com/office/officeart/2005/8/layout/orgChart1"/>
    <dgm:cxn modelId="{89E97EB5-2FA1-44D4-84AD-C6C33E3C6439}" type="presOf" srcId="{5FD948A9-E9CE-44AC-A1BB-45A57885CEF2}" destId="{9A7E9305-2976-44EB-80F2-D54120A8D440}" srcOrd="0" destOrd="0" presId="urn:microsoft.com/office/officeart/2005/8/layout/orgChart1"/>
    <dgm:cxn modelId="{151CBBB9-A54E-4CD6-AB51-CCD8731ED98F}" type="presOf" srcId="{5F28B028-86EE-43FF-A2B9-B2955B52F1BB}" destId="{E01E1B84-1B5F-45CB-A36A-267EFC32C4AC}" srcOrd="0" destOrd="0" presId="urn:microsoft.com/office/officeart/2005/8/layout/orgChart1"/>
    <dgm:cxn modelId="{761F8EBB-E816-432C-AB1E-06D8079CC918}" type="presOf" srcId="{91CC7CD7-4A85-4608-B88B-6B168A354CD4}" destId="{D362ACA6-2203-4D7F-8AEF-3C25644D18CB}" srcOrd="0" destOrd="0" presId="urn:microsoft.com/office/officeart/2005/8/layout/orgChart1"/>
    <dgm:cxn modelId="{1D1431C9-26BA-4254-9808-00DCCE48E2D8}" type="presOf" srcId="{3B151A79-0876-4485-A7B6-68E5539234A2}" destId="{47A4B6C0-C324-45BF-AF7E-E3D1852C2A41}" srcOrd="1" destOrd="0" presId="urn:microsoft.com/office/officeart/2005/8/layout/orgChart1"/>
    <dgm:cxn modelId="{65B588CC-4480-489A-B186-E12674159EE8}" srcId="{C45EFF9B-ABDC-4E80-9D1C-4274C78C343E}" destId="{AAE9FF5F-9397-4A10-B4FD-1F8DB1A2ED49}" srcOrd="2" destOrd="0" parTransId="{CA66B8CE-6677-4E58-9B08-EBFBA436AB50}" sibTransId="{C2575406-471F-404B-8971-1D02C9F6A4C6}"/>
    <dgm:cxn modelId="{B710A4CC-2A6C-4F11-896D-628C0C8D403B}" srcId="{97E4C4B8-15E1-46A5-A85C-235EB9C443F3}" destId="{6CDEDF30-B4A4-4A1C-9991-6899404F5FEA}" srcOrd="1" destOrd="0" parTransId="{41AA5D28-1F34-4E5D-9774-0DD63B9855B8}" sibTransId="{AA25B895-E5B4-4901-A866-5DE0CAE6E84E}"/>
    <dgm:cxn modelId="{89B9B1CE-98BB-4EB3-909A-A6D447F57515}" type="presOf" srcId="{521759AD-7D0A-478C-AAAE-577D5841F504}" destId="{BF89C0B5-8747-40E9-A445-48A5A3085152}" srcOrd="0" destOrd="0" presId="urn:microsoft.com/office/officeart/2005/8/layout/orgChart1"/>
    <dgm:cxn modelId="{EDEEB4D0-FE12-48B3-9B2C-D3CF2647ACE9}" srcId="{C2B3D71C-8E94-442E-8B38-4395DD2E6D4B}" destId="{521759AD-7D0A-478C-AAAE-577D5841F504}" srcOrd="0" destOrd="0" parTransId="{3ADB9DA0-C1A5-4878-B6C4-13DE95514E60}" sibTransId="{ADFFA079-DEDE-44C3-A431-2A6A499ED36A}"/>
    <dgm:cxn modelId="{284E97D2-7D22-460A-A8D8-5E64CAE7DED7}" type="presOf" srcId="{963480DD-C7BE-4FFD-962C-80D6815A900A}" destId="{731507F5-B168-4C7E-8148-214D2648208F}" srcOrd="0" destOrd="0" presId="urn:microsoft.com/office/officeart/2005/8/layout/orgChart1"/>
    <dgm:cxn modelId="{5AAA9AD3-F3BD-47CE-8192-C7EF4735B8AC}" type="presOf" srcId="{49A1ECD9-B81E-4730-A99E-1840D7BE2CFF}" destId="{0EF6BB72-AD8A-493B-9A6F-F4F9FB3165B3}" srcOrd="0" destOrd="0" presId="urn:microsoft.com/office/officeart/2005/8/layout/orgChart1"/>
    <dgm:cxn modelId="{E1588CD6-D506-4621-B4C2-C0B45E4E5B01}" type="presOf" srcId="{6CDEDF30-B4A4-4A1C-9991-6899404F5FEA}" destId="{347EA698-66D4-4703-9EE8-3F58353CEA7A}" srcOrd="0" destOrd="0" presId="urn:microsoft.com/office/officeart/2005/8/layout/orgChart1"/>
    <dgm:cxn modelId="{7D6814D7-5DA7-4E1A-A517-B258E6BB95BB}" type="presOf" srcId="{C0AB49B5-B1FC-43C1-B3C0-04C897BF1C60}" destId="{5F00BF57-166C-4A2F-910B-78259C159B77}" srcOrd="1" destOrd="0" presId="urn:microsoft.com/office/officeart/2005/8/layout/orgChart1"/>
    <dgm:cxn modelId="{3EE71AE4-18D4-45B7-9CAA-7DD1F42C696D}" type="presOf" srcId="{9FF26249-9E1A-449B-8078-26256079C9AF}" destId="{3648A127-3599-4F54-8142-96A630927F3D}" srcOrd="1" destOrd="0" presId="urn:microsoft.com/office/officeart/2005/8/layout/orgChart1"/>
    <dgm:cxn modelId="{240B4DE8-DABA-44EF-8A9A-2D008E3CCE39}" type="presOf" srcId="{41AA5D28-1F34-4E5D-9774-0DD63B9855B8}" destId="{14A00889-DD9C-46C9-974B-AAF75910A3C7}" srcOrd="0" destOrd="0" presId="urn:microsoft.com/office/officeart/2005/8/layout/orgChart1"/>
    <dgm:cxn modelId="{B7E396E8-064D-4628-B7B2-04396B943A9C}" srcId="{C0AB49B5-B1FC-43C1-B3C0-04C897BF1C60}" destId="{6100595A-0256-405C-B381-7DDFB4502866}" srcOrd="1" destOrd="0" parTransId="{4DDAE1E6-7540-4C52-A812-1D5FF6A06E6A}" sibTransId="{1C55506E-6285-416B-BE5D-064BD6D69895}"/>
    <dgm:cxn modelId="{5B3948E9-5E35-45CE-98AA-85068C480571}" srcId="{43EBF99E-D54F-4D2C-A285-243995C0A2B3}" destId="{C2B3D71C-8E94-442E-8B38-4395DD2E6D4B}" srcOrd="0" destOrd="0" parTransId="{A8BF1C1F-299C-4AC4-BB61-10BE31D4A111}" sibTransId="{CF6A2E6A-0DAA-44B0-B465-E039FD2717EB}"/>
    <dgm:cxn modelId="{4C544FE9-B0DA-4680-8604-4178CABCFC0B}" type="presOf" srcId="{F5E956DD-F908-445A-BD35-C64B253BF870}" destId="{F699486A-1E23-477A-A5DE-5E444D7F33F3}" srcOrd="0" destOrd="0" presId="urn:microsoft.com/office/officeart/2005/8/layout/orgChart1"/>
    <dgm:cxn modelId="{F5943BEA-B6BE-4C4D-A87C-3FE45C956DD8}" srcId="{521759AD-7D0A-478C-AAAE-577D5841F504}" destId="{0C0AAA80-C153-4DF1-8258-BD38372D7EE4}" srcOrd="0" destOrd="0" parTransId="{ADF363BA-167D-4158-B0F3-1CEBD008EAD9}" sibTransId="{F021F3DC-A6F0-4854-A31D-0D8FFFE7614B}"/>
    <dgm:cxn modelId="{161958EE-D783-4280-A9C1-3EE2752AC286}" type="presOf" srcId="{97E4C4B8-15E1-46A5-A85C-235EB9C443F3}" destId="{985C1CF6-DDB1-4D37-9970-1765E7C53225}" srcOrd="1" destOrd="0" presId="urn:microsoft.com/office/officeart/2005/8/layout/orgChart1"/>
    <dgm:cxn modelId="{FB563AF3-7036-489A-A563-F7916F32578E}" type="presOf" srcId="{3B151A79-0876-4485-A7B6-68E5539234A2}" destId="{14EEEA57-8225-4351-9A93-2D360E78FED9}" srcOrd="0" destOrd="0" presId="urn:microsoft.com/office/officeart/2005/8/layout/orgChart1"/>
    <dgm:cxn modelId="{A74E28F6-EFD6-48F3-8601-370D53ACE8F8}" type="presOf" srcId="{6100595A-0256-405C-B381-7DDFB4502866}" destId="{4C5DFBB1-1397-41F3-9CA5-E15097F1DC69}" srcOrd="0" destOrd="0" presId="urn:microsoft.com/office/officeart/2005/8/layout/orgChart1"/>
    <dgm:cxn modelId="{9230E7F6-13D6-42F2-B924-2BE2793FA812}" srcId="{C45EFF9B-ABDC-4E80-9D1C-4274C78C343E}" destId="{5FD948A9-E9CE-44AC-A1BB-45A57885CEF2}" srcOrd="1" destOrd="0" parTransId="{963480DD-C7BE-4FFD-962C-80D6815A900A}" sibTransId="{5306D4EA-5584-4577-B862-54D7F80F6722}"/>
    <dgm:cxn modelId="{05C8BCF9-3F1A-4608-820A-903005E147A6}" type="presOf" srcId="{6E646033-54E3-4AE8-83A5-F7EFD8310D86}" destId="{10AF6047-3FAF-4347-B5BA-312C5B84A654}" srcOrd="1" destOrd="0" presId="urn:microsoft.com/office/officeart/2005/8/layout/orgChart1"/>
    <dgm:cxn modelId="{2DAF82FB-C5C2-4782-92DA-CF00D5A17BAC}" type="presOf" srcId="{C2B3D71C-8E94-442E-8B38-4395DD2E6D4B}" destId="{CC02797E-E0BD-42BF-B33F-438E1511121B}" srcOrd="1" destOrd="0" presId="urn:microsoft.com/office/officeart/2005/8/layout/orgChart1"/>
    <dgm:cxn modelId="{E5E74319-A6A4-4AD6-A445-86E8D2DD3C64}" type="presParOf" srcId="{CBE3FA3A-D471-4723-BD90-45A9D5958A7B}" destId="{CF705DFB-6347-442D-9A20-F02D1F6A073B}" srcOrd="0" destOrd="0" presId="urn:microsoft.com/office/officeart/2005/8/layout/orgChart1"/>
    <dgm:cxn modelId="{FF3B6125-694B-4323-9A71-438E7607E6B0}" type="presParOf" srcId="{CF705DFB-6347-442D-9A20-F02D1F6A073B}" destId="{A0B72470-B90A-475F-B87B-BE3BB401E599}" srcOrd="0" destOrd="0" presId="urn:microsoft.com/office/officeart/2005/8/layout/orgChart1"/>
    <dgm:cxn modelId="{8E72A320-63F2-449E-91DA-88B3607C464F}" type="presParOf" srcId="{A0B72470-B90A-475F-B87B-BE3BB401E599}" destId="{CA5D34F9-857D-4EE7-95DC-4FD85A870C18}" srcOrd="0" destOrd="0" presId="urn:microsoft.com/office/officeart/2005/8/layout/orgChart1"/>
    <dgm:cxn modelId="{21808C63-3688-4B16-9269-0237BDE8C023}" type="presParOf" srcId="{A0B72470-B90A-475F-B87B-BE3BB401E599}" destId="{CC02797E-E0BD-42BF-B33F-438E1511121B}" srcOrd="1" destOrd="0" presId="urn:microsoft.com/office/officeart/2005/8/layout/orgChart1"/>
    <dgm:cxn modelId="{EAB3F560-60CD-4F3F-AF21-15D2FB1B996D}" type="presParOf" srcId="{CF705DFB-6347-442D-9A20-F02D1F6A073B}" destId="{E35A2A3B-F150-46BC-9FAF-3F40B1D9BC0A}" srcOrd="1" destOrd="0" presId="urn:microsoft.com/office/officeart/2005/8/layout/orgChart1"/>
    <dgm:cxn modelId="{6D4C3C66-13BD-4FE9-8FBD-DEDD264720E0}" type="presParOf" srcId="{E35A2A3B-F150-46BC-9FAF-3F40B1D9BC0A}" destId="{CEA40371-F92B-4F0A-B920-DB8461A57E86}" srcOrd="0" destOrd="0" presId="urn:microsoft.com/office/officeart/2005/8/layout/orgChart1"/>
    <dgm:cxn modelId="{E4E508CD-D90A-46BC-A20B-0542FBAAE076}" type="presParOf" srcId="{E35A2A3B-F150-46BC-9FAF-3F40B1D9BC0A}" destId="{A54D3ACC-461F-4DB2-9D48-238A2B3E4A92}" srcOrd="1" destOrd="0" presId="urn:microsoft.com/office/officeart/2005/8/layout/orgChart1"/>
    <dgm:cxn modelId="{DE04AC01-4358-4292-A334-1E1B4E6A342C}" type="presParOf" srcId="{A54D3ACC-461F-4DB2-9D48-238A2B3E4A92}" destId="{944BD145-2C0B-4F25-A211-9599166372F3}" srcOrd="0" destOrd="0" presId="urn:microsoft.com/office/officeart/2005/8/layout/orgChart1"/>
    <dgm:cxn modelId="{E1332AD5-8282-4F91-B1CA-E6E663B15E9C}" type="presParOf" srcId="{944BD145-2C0B-4F25-A211-9599166372F3}" destId="{BF89C0B5-8747-40E9-A445-48A5A3085152}" srcOrd="0" destOrd="0" presId="urn:microsoft.com/office/officeart/2005/8/layout/orgChart1"/>
    <dgm:cxn modelId="{92923B9A-FEC0-49C5-975A-CF37050CECAD}" type="presParOf" srcId="{944BD145-2C0B-4F25-A211-9599166372F3}" destId="{12E60E7E-A76C-4BA7-958C-CBCCD9F19C35}" srcOrd="1" destOrd="0" presId="urn:microsoft.com/office/officeart/2005/8/layout/orgChart1"/>
    <dgm:cxn modelId="{D567858B-9C3D-4524-92C6-11273BD75C1C}" type="presParOf" srcId="{A54D3ACC-461F-4DB2-9D48-238A2B3E4A92}" destId="{12E0C57F-97A1-4479-ADE9-99181FB0FDAB}" srcOrd="1" destOrd="0" presId="urn:microsoft.com/office/officeart/2005/8/layout/orgChart1"/>
    <dgm:cxn modelId="{7E04C18B-49F0-40C1-BAEC-6FF3F78E360E}" type="presParOf" srcId="{12E0C57F-97A1-4479-ADE9-99181FB0FDAB}" destId="{CF2E5BA6-E1A7-4437-A8CA-9DA7507706C0}" srcOrd="0" destOrd="0" presId="urn:microsoft.com/office/officeart/2005/8/layout/orgChart1"/>
    <dgm:cxn modelId="{DA4F890F-2E80-4D14-9052-DD74BE174EAD}" type="presParOf" srcId="{12E0C57F-97A1-4479-ADE9-99181FB0FDAB}" destId="{C84C913D-F1F6-4CF1-96BC-ED08B850148B}" srcOrd="1" destOrd="0" presId="urn:microsoft.com/office/officeart/2005/8/layout/orgChart1"/>
    <dgm:cxn modelId="{59D7E530-DAA7-4F9B-AD0E-97E3A7ED1431}" type="presParOf" srcId="{C84C913D-F1F6-4CF1-96BC-ED08B850148B}" destId="{08D63FF6-C52C-4E89-8465-404D3054D9F1}" srcOrd="0" destOrd="0" presId="urn:microsoft.com/office/officeart/2005/8/layout/orgChart1"/>
    <dgm:cxn modelId="{BA59E23A-39D2-4C23-92D6-5CDBF0A351A4}" type="presParOf" srcId="{08D63FF6-C52C-4E89-8465-404D3054D9F1}" destId="{FE7CC064-5E80-413F-83A8-7CA77419E368}" srcOrd="0" destOrd="0" presId="urn:microsoft.com/office/officeart/2005/8/layout/orgChart1"/>
    <dgm:cxn modelId="{6D250A33-DA1F-4D51-99EF-A2B2224AB951}" type="presParOf" srcId="{08D63FF6-C52C-4E89-8465-404D3054D9F1}" destId="{24507879-A6E2-4262-8192-214CF0CC89FE}" srcOrd="1" destOrd="0" presId="urn:microsoft.com/office/officeart/2005/8/layout/orgChart1"/>
    <dgm:cxn modelId="{F9A0D561-0AC4-4D0B-9877-BC21FD29406A}" type="presParOf" srcId="{C84C913D-F1F6-4CF1-96BC-ED08B850148B}" destId="{E3566AF7-210A-49B2-B3D3-0068C19A8472}" srcOrd="1" destOrd="0" presId="urn:microsoft.com/office/officeart/2005/8/layout/orgChart1"/>
    <dgm:cxn modelId="{488E57BE-D7E9-4B94-B49E-DC4C35053D90}" type="presParOf" srcId="{E3566AF7-210A-49B2-B3D3-0068C19A8472}" destId="{7D0080CD-E10C-4A25-B0C6-9ADC80794D89}" srcOrd="0" destOrd="0" presId="urn:microsoft.com/office/officeart/2005/8/layout/orgChart1"/>
    <dgm:cxn modelId="{B7DF01E9-6FC7-4CEB-9340-338427ADD9CE}" type="presParOf" srcId="{E3566AF7-210A-49B2-B3D3-0068C19A8472}" destId="{EEDA518A-90CB-40CD-A12D-66E3D4F8CB09}" srcOrd="1" destOrd="0" presId="urn:microsoft.com/office/officeart/2005/8/layout/orgChart1"/>
    <dgm:cxn modelId="{BE88E6C5-AEDD-4BE0-B1A7-8B508F3D1F96}" type="presParOf" srcId="{EEDA518A-90CB-40CD-A12D-66E3D4F8CB09}" destId="{6F78B6CB-29BD-4E6E-B8F8-B55B02893198}" srcOrd="0" destOrd="0" presId="urn:microsoft.com/office/officeart/2005/8/layout/orgChart1"/>
    <dgm:cxn modelId="{4DCADEEA-A000-44E6-9000-E37A33BE2D19}" type="presParOf" srcId="{6F78B6CB-29BD-4E6E-B8F8-B55B02893198}" destId="{18352E14-DB19-420D-850C-54566AC1A26B}" srcOrd="0" destOrd="0" presId="urn:microsoft.com/office/officeart/2005/8/layout/orgChart1"/>
    <dgm:cxn modelId="{615CE908-9193-469C-9C84-A192F45FFAA4}" type="presParOf" srcId="{6F78B6CB-29BD-4E6E-B8F8-B55B02893198}" destId="{4628A8EF-F09C-4A11-99A1-8C279DECDBBB}" srcOrd="1" destOrd="0" presId="urn:microsoft.com/office/officeart/2005/8/layout/orgChart1"/>
    <dgm:cxn modelId="{7D81CC7C-52F8-4D7F-B26D-A58410309E7C}" type="presParOf" srcId="{EEDA518A-90CB-40CD-A12D-66E3D4F8CB09}" destId="{12CBFA7A-A5F1-47E1-96BB-E1BB64107289}" srcOrd="1" destOrd="0" presId="urn:microsoft.com/office/officeart/2005/8/layout/orgChart1"/>
    <dgm:cxn modelId="{823ECCD8-8F72-40EF-ACE9-C0C4081D3017}" type="presParOf" srcId="{EEDA518A-90CB-40CD-A12D-66E3D4F8CB09}" destId="{7E4716BB-4F94-4312-9D47-7F7F6CEF5D80}" srcOrd="2" destOrd="0" presId="urn:microsoft.com/office/officeart/2005/8/layout/orgChart1"/>
    <dgm:cxn modelId="{39A6E391-B2B3-4F45-8863-3ED890E0C4C0}" type="presParOf" srcId="{E3566AF7-210A-49B2-B3D3-0068C19A8472}" destId="{07AF48FB-BF8C-4121-8B93-5F083E823D43}" srcOrd="2" destOrd="0" presId="urn:microsoft.com/office/officeart/2005/8/layout/orgChart1"/>
    <dgm:cxn modelId="{BA550AEB-5569-4692-8419-31DEFE516429}" type="presParOf" srcId="{E3566AF7-210A-49B2-B3D3-0068C19A8472}" destId="{7E09C0B9-5A45-44C5-B11F-9E51377BAF53}" srcOrd="3" destOrd="0" presId="urn:microsoft.com/office/officeart/2005/8/layout/orgChart1"/>
    <dgm:cxn modelId="{A9C1C42E-29A0-47D0-BD89-FB52B7FEC302}" type="presParOf" srcId="{7E09C0B9-5A45-44C5-B11F-9E51377BAF53}" destId="{AD310293-3E92-4A80-9F2B-9F1F1D1F1CA3}" srcOrd="0" destOrd="0" presId="urn:microsoft.com/office/officeart/2005/8/layout/orgChart1"/>
    <dgm:cxn modelId="{2C5F3D4C-C195-4329-8B00-A616B203F6EB}" type="presParOf" srcId="{AD310293-3E92-4A80-9F2B-9F1F1D1F1CA3}" destId="{8B5FCCF1-7DB8-49E7-8F95-CEC79D834216}" srcOrd="0" destOrd="0" presId="urn:microsoft.com/office/officeart/2005/8/layout/orgChart1"/>
    <dgm:cxn modelId="{D50EA1D0-E840-468D-A32D-752BC097660C}" type="presParOf" srcId="{AD310293-3E92-4A80-9F2B-9F1F1D1F1CA3}" destId="{3648A127-3599-4F54-8142-96A630927F3D}" srcOrd="1" destOrd="0" presId="urn:microsoft.com/office/officeart/2005/8/layout/orgChart1"/>
    <dgm:cxn modelId="{01D38824-8095-4E29-BE03-014EB0B6BC12}" type="presParOf" srcId="{7E09C0B9-5A45-44C5-B11F-9E51377BAF53}" destId="{D8049313-F096-4EE1-8225-45795BC6C83B}" srcOrd="1" destOrd="0" presId="urn:microsoft.com/office/officeart/2005/8/layout/orgChart1"/>
    <dgm:cxn modelId="{A5411410-F5BE-411C-B9B5-85C9AC1872FE}" type="presParOf" srcId="{7E09C0B9-5A45-44C5-B11F-9E51377BAF53}" destId="{EA19CDA1-5BF8-46DE-8536-F2CA4D01177C}" srcOrd="2" destOrd="0" presId="urn:microsoft.com/office/officeart/2005/8/layout/orgChart1"/>
    <dgm:cxn modelId="{08FDAA67-417B-4DBC-BC48-14E30D8EFDC9}" type="presParOf" srcId="{C84C913D-F1F6-4CF1-96BC-ED08B850148B}" destId="{CF422838-19C1-4455-B220-FA0D4EE7A852}" srcOrd="2" destOrd="0" presId="urn:microsoft.com/office/officeart/2005/8/layout/orgChart1"/>
    <dgm:cxn modelId="{B12B3C11-0F68-4437-A421-C3E316351425}" type="presParOf" srcId="{12E0C57F-97A1-4479-ADE9-99181FB0FDAB}" destId="{486A3C42-25AD-4419-B6F2-DB5D494DB654}" srcOrd="2" destOrd="0" presId="urn:microsoft.com/office/officeart/2005/8/layout/orgChart1"/>
    <dgm:cxn modelId="{72D7AB6C-FFC5-4740-96D0-32A6E6A4A03E}" type="presParOf" srcId="{12E0C57F-97A1-4479-ADE9-99181FB0FDAB}" destId="{7C78191F-151B-44EC-865E-A4B02304E2D1}" srcOrd="3" destOrd="0" presId="urn:microsoft.com/office/officeart/2005/8/layout/orgChart1"/>
    <dgm:cxn modelId="{B663BFE7-EB06-4E43-B3F8-9AF48A8D781D}" type="presParOf" srcId="{7C78191F-151B-44EC-865E-A4B02304E2D1}" destId="{F2E98745-2472-46D6-8E50-9C9A47CEC89B}" srcOrd="0" destOrd="0" presId="urn:microsoft.com/office/officeart/2005/8/layout/orgChart1"/>
    <dgm:cxn modelId="{5100E4C9-12B2-4B0E-B615-4E8C8D847750}" type="presParOf" srcId="{F2E98745-2472-46D6-8E50-9C9A47CEC89B}" destId="{A74447A1-944A-481C-BA6D-62343284CB66}" srcOrd="0" destOrd="0" presId="urn:microsoft.com/office/officeart/2005/8/layout/orgChart1"/>
    <dgm:cxn modelId="{BE295628-3BEE-4C92-89B3-C7B05B6204B5}" type="presParOf" srcId="{F2E98745-2472-46D6-8E50-9C9A47CEC89B}" destId="{41C50B93-F975-4D2C-8EBB-8020067AD3E1}" srcOrd="1" destOrd="0" presId="urn:microsoft.com/office/officeart/2005/8/layout/orgChart1"/>
    <dgm:cxn modelId="{F6CFA94C-C568-4E6B-B17C-E0835B8CC9EF}" type="presParOf" srcId="{7C78191F-151B-44EC-865E-A4B02304E2D1}" destId="{07D18234-CE05-4C99-92E3-4DFBF9BAFF85}" srcOrd="1" destOrd="0" presId="urn:microsoft.com/office/officeart/2005/8/layout/orgChart1"/>
    <dgm:cxn modelId="{70B877D2-5700-4192-BE89-AEF7E541030A}" type="presParOf" srcId="{07D18234-CE05-4C99-92E3-4DFBF9BAFF85}" destId="{3C2FAB16-1564-4EE9-858E-739904B895F3}" srcOrd="0" destOrd="0" presId="urn:microsoft.com/office/officeart/2005/8/layout/orgChart1"/>
    <dgm:cxn modelId="{E422291A-B25B-4416-BC72-EF61C2669555}" type="presParOf" srcId="{07D18234-CE05-4C99-92E3-4DFBF9BAFF85}" destId="{4E08A5F2-5CD0-4BA6-BD7C-12CBD17CBA24}" srcOrd="1" destOrd="0" presId="urn:microsoft.com/office/officeart/2005/8/layout/orgChart1"/>
    <dgm:cxn modelId="{F5834CF6-F621-40AC-BB05-DB460FB57E72}" type="presParOf" srcId="{4E08A5F2-5CD0-4BA6-BD7C-12CBD17CBA24}" destId="{0A904C39-8F13-4FE8-8C0B-697D9C1F493F}" srcOrd="0" destOrd="0" presId="urn:microsoft.com/office/officeart/2005/8/layout/orgChart1"/>
    <dgm:cxn modelId="{708013F5-DE93-44AB-9E35-ABEC15E64BF3}" type="presParOf" srcId="{0A904C39-8F13-4FE8-8C0B-697D9C1F493F}" destId="{5ED406CE-AAFC-4153-93B2-1A968BDF38D1}" srcOrd="0" destOrd="0" presId="urn:microsoft.com/office/officeart/2005/8/layout/orgChart1"/>
    <dgm:cxn modelId="{70C259DF-EBA4-4150-A6C9-65AD19E0BEEB}" type="presParOf" srcId="{0A904C39-8F13-4FE8-8C0B-697D9C1F493F}" destId="{10AE62A3-989E-4656-8734-F5E83241D74E}" srcOrd="1" destOrd="0" presId="urn:microsoft.com/office/officeart/2005/8/layout/orgChart1"/>
    <dgm:cxn modelId="{640216CB-5030-42FD-8E84-2915641244E6}" type="presParOf" srcId="{4E08A5F2-5CD0-4BA6-BD7C-12CBD17CBA24}" destId="{22EB77E5-D527-48CE-9CFC-BD3DA2E1023A}" srcOrd="1" destOrd="0" presId="urn:microsoft.com/office/officeart/2005/8/layout/orgChart1"/>
    <dgm:cxn modelId="{67D357C3-A1F2-4252-BDFD-44C9EC389450}" type="presParOf" srcId="{4E08A5F2-5CD0-4BA6-BD7C-12CBD17CBA24}" destId="{3CB8BAFB-E5E8-4B31-8FC8-A9442A792204}" srcOrd="2" destOrd="0" presId="urn:microsoft.com/office/officeart/2005/8/layout/orgChart1"/>
    <dgm:cxn modelId="{D72826F1-B156-4B3D-A0D3-EC1291200AF7}" type="presParOf" srcId="{07D18234-CE05-4C99-92E3-4DFBF9BAFF85}" destId="{731507F5-B168-4C7E-8148-214D2648208F}" srcOrd="2" destOrd="0" presId="urn:microsoft.com/office/officeart/2005/8/layout/orgChart1"/>
    <dgm:cxn modelId="{587F119F-889B-4486-8C6B-81E0C6794520}" type="presParOf" srcId="{07D18234-CE05-4C99-92E3-4DFBF9BAFF85}" destId="{C383DD93-2B35-4DBB-8F9C-5AFCB0DFC35F}" srcOrd="3" destOrd="0" presId="urn:microsoft.com/office/officeart/2005/8/layout/orgChart1"/>
    <dgm:cxn modelId="{34B6CD0F-0285-49DC-B4BC-CB753C793602}" type="presParOf" srcId="{C383DD93-2B35-4DBB-8F9C-5AFCB0DFC35F}" destId="{A74F36BF-901D-4BF8-B0F0-E5186DD6F12A}" srcOrd="0" destOrd="0" presId="urn:microsoft.com/office/officeart/2005/8/layout/orgChart1"/>
    <dgm:cxn modelId="{3B55AD5C-C656-4A47-A749-54A8E3174142}" type="presParOf" srcId="{A74F36BF-901D-4BF8-B0F0-E5186DD6F12A}" destId="{9A7E9305-2976-44EB-80F2-D54120A8D440}" srcOrd="0" destOrd="0" presId="urn:microsoft.com/office/officeart/2005/8/layout/orgChart1"/>
    <dgm:cxn modelId="{F02DACC2-85AC-4004-A5CC-D00810DAF418}" type="presParOf" srcId="{A74F36BF-901D-4BF8-B0F0-E5186DD6F12A}" destId="{1EE9ED64-01B2-4710-B955-6A66FD6C9F3C}" srcOrd="1" destOrd="0" presId="urn:microsoft.com/office/officeart/2005/8/layout/orgChart1"/>
    <dgm:cxn modelId="{8F6D31E0-1B86-47D9-B92B-1D898174AD72}" type="presParOf" srcId="{C383DD93-2B35-4DBB-8F9C-5AFCB0DFC35F}" destId="{17B02F06-711C-4D78-BF0B-99C2F45C0712}" srcOrd="1" destOrd="0" presId="urn:microsoft.com/office/officeart/2005/8/layout/orgChart1"/>
    <dgm:cxn modelId="{376C645D-0DCD-446E-80BE-0C799148EE01}" type="presParOf" srcId="{C383DD93-2B35-4DBB-8F9C-5AFCB0DFC35F}" destId="{B576070C-823C-45FF-BD97-9FF4FFCD560D}" srcOrd="2" destOrd="0" presId="urn:microsoft.com/office/officeart/2005/8/layout/orgChart1"/>
    <dgm:cxn modelId="{2B37FD3C-DD44-44C6-87F7-7A2C93F5BFE6}" type="presParOf" srcId="{07D18234-CE05-4C99-92E3-4DFBF9BAFF85}" destId="{01B2E631-E2E2-41B5-A56C-DC49E64D5751}" srcOrd="4" destOrd="0" presId="urn:microsoft.com/office/officeart/2005/8/layout/orgChart1"/>
    <dgm:cxn modelId="{E278BD9E-D769-4441-8E10-1F04BBE4F4E8}" type="presParOf" srcId="{07D18234-CE05-4C99-92E3-4DFBF9BAFF85}" destId="{3C8751F8-88DE-4ED6-BA64-EEEFDD3A7FE1}" srcOrd="5" destOrd="0" presId="urn:microsoft.com/office/officeart/2005/8/layout/orgChart1"/>
    <dgm:cxn modelId="{B4F257C6-A70E-413D-9741-2A7430D4B02C}" type="presParOf" srcId="{3C8751F8-88DE-4ED6-BA64-EEEFDD3A7FE1}" destId="{75012475-068D-4DF4-97D7-D49A29B377DC}" srcOrd="0" destOrd="0" presId="urn:microsoft.com/office/officeart/2005/8/layout/orgChart1"/>
    <dgm:cxn modelId="{80424116-41E6-450A-B57F-D3E69EEE1448}" type="presParOf" srcId="{75012475-068D-4DF4-97D7-D49A29B377DC}" destId="{2D7835EA-2EE0-447A-AEF6-DF168F7B0600}" srcOrd="0" destOrd="0" presId="urn:microsoft.com/office/officeart/2005/8/layout/orgChart1"/>
    <dgm:cxn modelId="{B4277E06-1B5A-4A82-AC12-D8848AFA05BF}" type="presParOf" srcId="{75012475-068D-4DF4-97D7-D49A29B377DC}" destId="{9D065CE5-FA18-4744-805B-825D2FAB0F07}" srcOrd="1" destOrd="0" presId="urn:microsoft.com/office/officeart/2005/8/layout/orgChart1"/>
    <dgm:cxn modelId="{972C7180-8951-4E65-A4DD-C968DF2F6F21}" type="presParOf" srcId="{3C8751F8-88DE-4ED6-BA64-EEEFDD3A7FE1}" destId="{3E8ECB7A-12C9-4EF3-9FBE-198F4F08BC30}" srcOrd="1" destOrd="0" presId="urn:microsoft.com/office/officeart/2005/8/layout/orgChart1"/>
    <dgm:cxn modelId="{0384454C-84F1-4064-A5E7-1B1D8030C92F}" type="presParOf" srcId="{3C8751F8-88DE-4ED6-BA64-EEEFDD3A7FE1}" destId="{B8BA1066-1EF8-4008-B8F2-60ED145C4D70}" srcOrd="2" destOrd="0" presId="urn:microsoft.com/office/officeart/2005/8/layout/orgChart1"/>
    <dgm:cxn modelId="{82E347B3-5B1D-48CD-8E84-6C3054908123}" type="presParOf" srcId="{07D18234-CE05-4C99-92E3-4DFBF9BAFF85}" destId="{4156A5F4-2F55-45FC-8298-CDFD564FBFA7}" srcOrd="6" destOrd="0" presId="urn:microsoft.com/office/officeart/2005/8/layout/orgChart1"/>
    <dgm:cxn modelId="{1D6D9DB6-E029-4016-8EE5-E725443A0916}" type="presParOf" srcId="{07D18234-CE05-4C99-92E3-4DFBF9BAFF85}" destId="{3688A60E-3002-4D9D-ACF9-2056FF0A0143}" srcOrd="7" destOrd="0" presId="urn:microsoft.com/office/officeart/2005/8/layout/orgChart1"/>
    <dgm:cxn modelId="{B1E8EB4D-4D1A-4213-911C-BE501FA5A06A}" type="presParOf" srcId="{3688A60E-3002-4D9D-ACF9-2056FF0A0143}" destId="{81483ECF-10D3-4180-84BF-EEFADE0A978D}" srcOrd="0" destOrd="0" presId="urn:microsoft.com/office/officeart/2005/8/layout/orgChart1"/>
    <dgm:cxn modelId="{A41E2367-B4C4-4F75-89F6-080280C86413}" type="presParOf" srcId="{81483ECF-10D3-4180-84BF-EEFADE0A978D}" destId="{14EEEA57-8225-4351-9A93-2D360E78FED9}" srcOrd="0" destOrd="0" presId="urn:microsoft.com/office/officeart/2005/8/layout/orgChart1"/>
    <dgm:cxn modelId="{30735C6E-8A8D-47D7-9D76-5F48EA816E71}" type="presParOf" srcId="{81483ECF-10D3-4180-84BF-EEFADE0A978D}" destId="{47A4B6C0-C324-45BF-AF7E-E3D1852C2A41}" srcOrd="1" destOrd="0" presId="urn:microsoft.com/office/officeart/2005/8/layout/orgChart1"/>
    <dgm:cxn modelId="{D7D8890A-9FF6-4497-ADD6-65AC711E37D2}" type="presParOf" srcId="{3688A60E-3002-4D9D-ACF9-2056FF0A0143}" destId="{74CC8984-1726-427D-B105-C92FC8B83DDF}" srcOrd="1" destOrd="0" presId="urn:microsoft.com/office/officeart/2005/8/layout/orgChart1"/>
    <dgm:cxn modelId="{590C1167-EA68-4CF9-8A85-7E48FA47D4C4}" type="presParOf" srcId="{3688A60E-3002-4D9D-ACF9-2056FF0A0143}" destId="{66DD7881-C5E1-4D73-A87B-66C8E5D126E6}" srcOrd="2" destOrd="0" presId="urn:microsoft.com/office/officeart/2005/8/layout/orgChart1"/>
    <dgm:cxn modelId="{2686422E-CA3C-4BE6-8FB2-CDC6836EE17B}" type="presParOf" srcId="{07D18234-CE05-4C99-92E3-4DFBF9BAFF85}" destId="{B1A37A11-D62B-4D56-BA7C-0803C4D3625E}" srcOrd="8" destOrd="0" presId="urn:microsoft.com/office/officeart/2005/8/layout/orgChart1"/>
    <dgm:cxn modelId="{0764EB50-1A5D-45F8-AFB6-0690422F598B}" type="presParOf" srcId="{07D18234-CE05-4C99-92E3-4DFBF9BAFF85}" destId="{44A49189-95A3-4F39-B70A-208357CF2E99}" srcOrd="9" destOrd="0" presId="urn:microsoft.com/office/officeart/2005/8/layout/orgChart1"/>
    <dgm:cxn modelId="{3803935D-4E3C-4BEF-B66A-0F056E659201}" type="presParOf" srcId="{44A49189-95A3-4F39-B70A-208357CF2E99}" destId="{C4BE40E8-DA87-4FA4-8F24-8042962AE28F}" srcOrd="0" destOrd="0" presId="urn:microsoft.com/office/officeart/2005/8/layout/orgChart1"/>
    <dgm:cxn modelId="{3A1D9518-4734-4BC0-8CCC-D5B7DDA53FF9}" type="presParOf" srcId="{C4BE40E8-DA87-4FA4-8F24-8042962AE28F}" destId="{F699486A-1E23-477A-A5DE-5E444D7F33F3}" srcOrd="0" destOrd="0" presId="urn:microsoft.com/office/officeart/2005/8/layout/orgChart1"/>
    <dgm:cxn modelId="{4707B5D1-397F-4D56-96DD-88EA7396487D}" type="presParOf" srcId="{C4BE40E8-DA87-4FA4-8F24-8042962AE28F}" destId="{2B19783A-BCD5-407D-9115-B272532824BD}" srcOrd="1" destOrd="0" presId="urn:microsoft.com/office/officeart/2005/8/layout/orgChart1"/>
    <dgm:cxn modelId="{B57E9975-166B-4D54-8270-331B6EC64A11}" type="presParOf" srcId="{44A49189-95A3-4F39-B70A-208357CF2E99}" destId="{4D3CD2BD-5EE7-4874-8107-20279DF6737B}" srcOrd="1" destOrd="0" presId="urn:microsoft.com/office/officeart/2005/8/layout/orgChart1"/>
    <dgm:cxn modelId="{3FF188A2-F661-43BF-A46F-5A36D113FF07}" type="presParOf" srcId="{44A49189-95A3-4F39-B70A-208357CF2E99}" destId="{1BD2F989-2838-46F6-A648-3E646C57487C}" srcOrd="2" destOrd="0" presId="urn:microsoft.com/office/officeart/2005/8/layout/orgChart1"/>
    <dgm:cxn modelId="{50FB54B2-E47B-4337-B6E1-7BD7BE0FE27D}" type="presParOf" srcId="{7C78191F-151B-44EC-865E-A4B02304E2D1}" destId="{D8E8A63E-6620-4355-ACA8-16F5D1FA100B}" srcOrd="2" destOrd="0" presId="urn:microsoft.com/office/officeart/2005/8/layout/orgChart1"/>
    <dgm:cxn modelId="{26DA233B-233E-41A3-9D6F-0226D96048D2}" type="presParOf" srcId="{A54D3ACC-461F-4DB2-9D48-238A2B3E4A92}" destId="{6361AF3F-B269-45D1-82B1-AD851CD21B53}" srcOrd="2" destOrd="0" presId="urn:microsoft.com/office/officeart/2005/8/layout/orgChart1"/>
    <dgm:cxn modelId="{DCC331FA-4D09-4DF7-ACF1-13F71F1C762A}" type="presParOf" srcId="{E35A2A3B-F150-46BC-9FAF-3F40B1D9BC0A}" destId="{D362ACA6-2203-4D7F-8AEF-3C25644D18CB}" srcOrd="2" destOrd="0" presId="urn:microsoft.com/office/officeart/2005/8/layout/orgChart1"/>
    <dgm:cxn modelId="{E74E4196-6993-4C99-A11B-A909F3B201B9}" type="presParOf" srcId="{E35A2A3B-F150-46BC-9FAF-3F40B1D9BC0A}" destId="{FC48680E-BD40-48CC-A92B-35F8145AC359}" srcOrd="3" destOrd="0" presId="urn:microsoft.com/office/officeart/2005/8/layout/orgChart1"/>
    <dgm:cxn modelId="{F7E1E18C-D4F3-483D-A577-AAE34EED116F}" type="presParOf" srcId="{FC48680E-BD40-48CC-A92B-35F8145AC359}" destId="{0C6ACD58-E08B-4DD7-A81F-D98B32B29AC2}" srcOrd="0" destOrd="0" presId="urn:microsoft.com/office/officeart/2005/8/layout/orgChart1"/>
    <dgm:cxn modelId="{C1B375D4-F3BC-4BD7-AB32-5CA8A4BEC3C6}" type="presParOf" srcId="{0C6ACD58-E08B-4DD7-A81F-D98B32B29AC2}" destId="{C2C99EB7-10E7-4AB8-BC05-E7C34466FB02}" srcOrd="0" destOrd="0" presId="urn:microsoft.com/office/officeart/2005/8/layout/orgChart1"/>
    <dgm:cxn modelId="{EA3654D3-E03C-4B49-A760-15983D57E704}" type="presParOf" srcId="{0C6ACD58-E08B-4DD7-A81F-D98B32B29AC2}" destId="{10AF6047-3FAF-4347-B5BA-312C5B84A654}" srcOrd="1" destOrd="0" presId="urn:microsoft.com/office/officeart/2005/8/layout/orgChart1"/>
    <dgm:cxn modelId="{8521D62B-AAFD-4844-92FD-CE319285692D}" type="presParOf" srcId="{FC48680E-BD40-48CC-A92B-35F8145AC359}" destId="{14162546-9382-4E8A-89ED-C18FADF32BD9}" srcOrd="1" destOrd="0" presId="urn:microsoft.com/office/officeart/2005/8/layout/orgChart1"/>
    <dgm:cxn modelId="{88308AA6-F054-493F-AEDA-109101B552F5}" type="presParOf" srcId="{14162546-9382-4E8A-89ED-C18FADF32BD9}" destId="{BC0E38FC-C375-4CD6-9056-1AFC5362B920}" srcOrd="0" destOrd="0" presId="urn:microsoft.com/office/officeart/2005/8/layout/orgChart1"/>
    <dgm:cxn modelId="{5F5BB540-DF16-437E-8DDE-194F4289A933}" type="presParOf" srcId="{14162546-9382-4E8A-89ED-C18FADF32BD9}" destId="{4305040B-7D95-435C-8AA2-A67239C78C70}" srcOrd="1" destOrd="0" presId="urn:microsoft.com/office/officeart/2005/8/layout/orgChart1"/>
    <dgm:cxn modelId="{F34E7D7E-57FE-4730-A1EA-83EB887641F2}" type="presParOf" srcId="{4305040B-7D95-435C-8AA2-A67239C78C70}" destId="{1B7067AA-F2F0-4BB5-B7F1-212C357F6B81}" srcOrd="0" destOrd="0" presId="urn:microsoft.com/office/officeart/2005/8/layout/orgChart1"/>
    <dgm:cxn modelId="{C05DC80D-6D5B-4930-AD93-E42DE7D8A44B}" type="presParOf" srcId="{1B7067AA-F2F0-4BB5-B7F1-212C357F6B81}" destId="{EE1E3B58-C7C8-461B-AB33-DEB261FBAF4E}" srcOrd="0" destOrd="0" presId="urn:microsoft.com/office/officeart/2005/8/layout/orgChart1"/>
    <dgm:cxn modelId="{2AD36FF1-7757-4EA0-AAC5-8626C1862300}" type="presParOf" srcId="{1B7067AA-F2F0-4BB5-B7F1-212C357F6B81}" destId="{5F00BF57-166C-4A2F-910B-78259C159B77}" srcOrd="1" destOrd="0" presId="urn:microsoft.com/office/officeart/2005/8/layout/orgChart1"/>
    <dgm:cxn modelId="{2D3EBE98-4EF1-450F-BA36-3296601C7835}" type="presParOf" srcId="{4305040B-7D95-435C-8AA2-A67239C78C70}" destId="{F2504BD0-29BB-40FB-98DF-180926407927}" srcOrd="1" destOrd="0" presId="urn:microsoft.com/office/officeart/2005/8/layout/orgChart1"/>
    <dgm:cxn modelId="{51801DAC-A5C5-478D-A114-DB765B802276}" type="presParOf" srcId="{F2504BD0-29BB-40FB-98DF-180926407927}" destId="{A7186CDC-F5B2-472A-90D0-871D30076B2E}" srcOrd="0" destOrd="0" presId="urn:microsoft.com/office/officeart/2005/8/layout/orgChart1"/>
    <dgm:cxn modelId="{46581DF3-F429-47C1-9E48-463E910C333F}" type="presParOf" srcId="{F2504BD0-29BB-40FB-98DF-180926407927}" destId="{E9ADCD78-17D2-48FA-8892-85DADF45D573}" srcOrd="1" destOrd="0" presId="urn:microsoft.com/office/officeart/2005/8/layout/orgChart1"/>
    <dgm:cxn modelId="{378D9215-A567-480E-A794-FE8CB474689A}" type="presParOf" srcId="{E9ADCD78-17D2-48FA-8892-85DADF45D573}" destId="{0073CAE8-2516-44A8-9D1B-810B3714083A}" srcOrd="0" destOrd="0" presId="urn:microsoft.com/office/officeart/2005/8/layout/orgChart1"/>
    <dgm:cxn modelId="{4F910EFE-E157-4CDE-9AD3-585324A609C5}" type="presParOf" srcId="{0073CAE8-2516-44A8-9D1B-810B3714083A}" destId="{0EF6BB72-AD8A-493B-9A6F-F4F9FB3165B3}" srcOrd="0" destOrd="0" presId="urn:microsoft.com/office/officeart/2005/8/layout/orgChart1"/>
    <dgm:cxn modelId="{8BFC2709-4E4E-4F66-A9EB-396F6A4C71FC}" type="presParOf" srcId="{0073CAE8-2516-44A8-9D1B-810B3714083A}" destId="{E6B82545-C8B4-483F-98CB-B6BCAC766E10}" srcOrd="1" destOrd="0" presId="urn:microsoft.com/office/officeart/2005/8/layout/orgChart1"/>
    <dgm:cxn modelId="{96A37914-7630-43C8-983B-96B73EC8CA8F}" type="presParOf" srcId="{E9ADCD78-17D2-48FA-8892-85DADF45D573}" destId="{8EBA5D6C-D6E0-4F55-8D36-F049215D0FA8}" srcOrd="1" destOrd="0" presId="urn:microsoft.com/office/officeart/2005/8/layout/orgChart1"/>
    <dgm:cxn modelId="{93A53B3C-418B-40E6-962D-A021C73722A9}" type="presParOf" srcId="{E9ADCD78-17D2-48FA-8892-85DADF45D573}" destId="{778553CC-4FC7-4FA8-8BCD-623DB41B8758}" srcOrd="2" destOrd="0" presId="urn:microsoft.com/office/officeart/2005/8/layout/orgChart1"/>
    <dgm:cxn modelId="{18EDFE6A-CE8C-4963-B02C-92F01D3F8B7B}" type="presParOf" srcId="{F2504BD0-29BB-40FB-98DF-180926407927}" destId="{11E0B9B5-9684-4062-972E-210A1F176AA0}" srcOrd="2" destOrd="0" presId="urn:microsoft.com/office/officeart/2005/8/layout/orgChart1"/>
    <dgm:cxn modelId="{D7A96C0E-9D05-4F42-8D91-21FED5F6DD35}" type="presParOf" srcId="{F2504BD0-29BB-40FB-98DF-180926407927}" destId="{C69DB04C-70D5-4216-8623-574FC0E9CE8B}" srcOrd="3" destOrd="0" presId="urn:microsoft.com/office/officeart/2005/8/layout/orgChart1"/>
    <dgm:cxn modelId="{FA9C0080-26A0-48DC-9844-047B22C9F688}" type="presParOf" srcId="{C69DB04C-70D5-4216-8623-574FC0E9CE8B}" destId="{14C42376-1C6C-48C6-8B58-49C21192955A}" srcOrd="0" destOrd="0" presId="urn:microsoft.com/office/officeart/2005/8/layout/orgChart1"/>
    <dgm:cxn modelId="{6EFE711C-36CB-4F0C-B600-33D1FEA025CF}" type="presParOf" srcId="{14C42376-1C6C-48C6-8B58-49C21192955A}" destId="{4C5DFBB1-1397-41F3-9CA5-E15097F1DC69}" srcOrd="0" destOrd="0" presId="urn:microsoft.com/office/officeart/2005/8/layout/orgChart1"/>
    <dgm:cxn modelId="{CF5CD14B-5136-4B58-BEFC-329A465E2008}" type="presParOf" srcId="{14C42376-1C6C-48C6-8B58-49C21192955A}" destId="{85F216ED-4A14-4B10-BA82-8CE156A77AC7}" srcOrd="1" destOrd="0" presId="urn:microsoft.com/office/officeart/2005/8/layout/orgChart1"/>
    <dgm:cxn modelId="{E66D6FCF-236E-4B1D-8166-5FB9E6757DF2}" type="presParOf" srcId="{C69DB04C-70D5-4216-8623-574FC0E9CE8B}" destId="{9ADA4C04-9F05-48C2-B0D2-8B66E2E83F35}" srcOrd="1" destOrd="0" presId="urn:microsoft.com/office/officeart/2005/8/layout/orgChart1"/>
    <dgm:cxn modelId="{2DB1BF1D-9E5B-4641-A5EC-1AFF124F54E4}" type="presParOf" srcId="{C69DB04C-70D5-4216-8623-574FC0E9CE8B}" destId="{3F85A589-FAD8-4A15-8A04-43C68F862F6B}" srcOrd="2" destOrd="0" presId="urn:microsoft.com/office/officeart/2005/8/layout/orgChart1"/>
    <dgm:cxn modelId="{7617EE6A-4314-4275-9DD3-9FD28A3C2072}" type="presParOf" srcId="{4305040B-7D95-435C-8AA2-A67239C78C70}" destId="{FF51967A-B3A9-4C2D-9938-2374C5BD4A8F}" srcOrd="2" destOrd="0" presId="urn:microsoft.com/office/officeart/2005/8/layout/orgChart1"/>
    <dgm:cxn modelId="{97A67E43-A4D4-4479-82C7-350C620B478B}" type="presParOf" srcId="{14162546-9382-4E8A-89ED-C18FADF32BD9}" destId="{C65FF8F6-EDC1-4C05-8BB7-66083BDD38AD}" srcOrd="2" destOrd="0" presId="urn:microsoft.com/office/officeart/2005/8/layout/orgChart1"/>
    <dgm:cxn modelId="{410290F7-1F13-45E4-8DE7-A7F02D6C2434}" type="presParOf" srcId="{14162546-9382-4E8A-89ED-C18FADF32BD9}" destId="{64364E4F-A197-4C45-A53F-0FA652A79F16}" srcOrd="3" destOrd="0" presId="urn:microsoft.com/office/officeart/2005/8/layout/orgChart1"/>
    <dgm:cxn modelId="{DDFD2BBD-C5E5-41F2-8944-05B461A8D5E2}" type="presParOf" srcId="{64364E4F-A197-4C45-A53F-0FA652A79F16}" destId="{3B3DC53A-9285-4E50-89F9-7BC49A199147}" srcOrd="0" destOrd="0" presId="urn:microsoft.com/office/officeart/2005/8/layout/orgChart1"/>
    <dgm:cxn modelId="{39E0192A-AB25-46B3-A43F-274C2AE66403}" type="presParOf" srcId="{3B3DC53A-9285-4E50-89F9-7BC49A199147}" destId="{8AA338C2-039F-46D1-986C-CEA4E69771D2}" srcOrd="0" destOrd="0" presId="urn:microsoft.com/office/officeart/2005/8/layout/orgChart1"/>
    <dgm:cxn modelId="{9BA09F4E-3AF9-43C2-BC0F-6D7B2779CE7D}" type="presParOf" srcId="{3B3DC53A-9285-4E50-89F9-7BC49A199147}" destId="{985C1CF6-DDB1-4D37-9970-1765E7C53225}" srcOrd="1" destOrd="0" presId="urn:microsoft.com/office/officeart/2005/8/layout/orgChart1"/>
    <dgm:cxn modelId="{536BFC6D-E061-4C5A-9D9A-335000886EAA}" type="presParOf" srcId="{64364E4F-A197-4C45-A53F-0FA652A79F16}" destId="{B4907ED9-10A1-4916-9525-5D6BDFA70C0E}" srcOrd="1" destOrd="0" presId="urn:microsoft.com/office/officeart/2005/8/layout/orgChart1"/>
    <dgm:cxn modelId="{400F6C47-8501-4348-AFFD-4B979DCABC39}" type="presParOf" srcId="{B4907ED9-10A1-4916-9525-5D6BDFA70C0E}" destId="{7BAEA16B-E01A-49AF-B45F-6CA49EA91DDA}" srcOrd="0" destOrd="0" presId="urn:microsoft.com/office/officeart/2005/8/layout/orgChart1"/>
    <dgm:cxn modelId="{EF517BC7-041B-4671-A583-982DC1C69463}" type="presParOf" srcId="{B4907ED9-10A1-4916-9525-5D6BDFA70C0E}" destId="{156E3A9E-0B68-4628-8AC9-9C5AC361ED5E}" srcOrd="1" destOrd="0" presId="urn:microsoft.com/office/officeart/2005/8/layout/orgChart1"/>
    <dgm:cxn modelId="{156BD08A-5FB7-40C4-9534-D386C7063D9D}" type="presParOf" srcId="{156E3A9E-0B68-4628-8AC9-9C5AC361ED5E}" destId="{2EC8D229-227B-42FB-B0D7-BD359A5E60E1}" srcOrd="0" destOrd="0" presId="urn:microsoft.com/office/officeart/2005/8/layout/orgChart1"/>
    <dgm:cxn modelId="{89F9CFFD-C650-419F-9973-BC38F22D1D69}" type="presParOf" srcId="{2EC8D229-227B-42FB-B0D7-BD359A5E60E1}" destId="{E01E1B84-1B5F-45CB-A36A-267EFC32C4AC}" srcOrd="0" destOrd="0" presId="urn:microsoft.com/office/officeart/2005/8/layout/orgChart1"/>
    <dgm:cxn modelId="{09950B92-E867-4842-A5AC-E16F2EE8C5A8}" type="presParOf" srcId="{2EC8D229-227B-42FB-B0D7-BD359A5E60E1}" destId="{B3C63C04-BAD3-41E4-999B-D321C00F80BC}" srcOrd="1" destOrd="0" presId="urn:microsoft.com/office/officeart/2005/8/layout/orgChart1"/>
    <dgm:cxn modelId="{94551E7F-904E-4A80-BE27-12E766555A84}" type="presParOf" srcId="{156E3A9E-0B68-4628-8AC9-9C5AC361ED5E}" destId="{932A29A8-7D36-4966-842E-5B949A9554EA}" srcOrd="1" destOrd="0" presId="urn:microsoft.com/office/officeart/2005/8/layout/orgChart1"/>
    <dgm:cxn modelId="{F8A84F20-B039-4B14-A3D4-5D1237D743EA}" type="presParOf" srcId="{156E3A9E-0B68-4628-8AC9-9C5AC361ED5E}" destId="{5BF59B98-4464-4E7C-8F35-DCC6D5F2C2F3}" srcOrd="2" destOrd="0" presId="urn:microsoft.com/office/officeart/2005/8/layout/orgChart1"/>
    <dgm:cxn modelId="{46437577-F878-4A20-85F3-C541B0A1A7BF}" type="presParOf" srcId="{B4907ED9-10A1-4916-9525-5D6BDFA70C0E}" destId="{14A00889-DD9C-46C9-974B-AAF75910A3C7}" srcOrd="2" destOrd="0" presId="urn:microsoft.com/office/officeart/2005/8/layout/orgChart1"/>
    <dgm:cxn modelId="{1E987AD2-2019-459B-B054-8A5412293A43}" type="presParOf" srcId="{B4907ED9-10A1-4916-9525-5D6BDFA70C0E}" destId="{418E42CA-0DF2-4FA7-B5AB-85A81C951B6C}" srcOrd="3" destOrd="0" presId="urn:microsoft.com/office/officeart/2005/8/layout/orgChart1"/>
    <dgm:cxn modelId="{957CE749-7462-47E9-B16D-35CA017A79C0}" type="presParOf" srcId="{418E42CA-0DF2-4FA7-B5AB-85A81C951B6C}" destId="{797A3852-FC9A-4ED0-9F9C-019472CCE327}" srcOrd="0" destOrd="0" presId="urn:microsoft.com/office/officeart/2005/8/layout/orgChart1"/>
    <dgm:cxn modelId="{56DBF132-8330-4ADD-B354-C2F2489838B6}" type="presParOf" srcId="{797A3852-FC9A-4ED0-9F9C-019472CCE327}" destId="{347EA698-66D4-4703-9EE8-3F58353CEA7A}" srcOrd="0" destOrd="0" presId="urn:microsoft.com/office/officeart/2005/8/layout/orgChart1"/>
    <dgm:cxn modelId="{9B12AD60-0301-41B8-8A36-21212EF66CFB}" type="presParOf" srcId="{797A3852-FC9A-4ED0-9F9C-019472CCE327}" destId="{67329BD3-9CB1-4B7C-B9C9-D21A4139F029}" srcOrd="1" destOrd="0" presId="urn:microsoft.com/office/officeart/2005/8/layout/orgChart1"/>
    <dgm:cxn modelId="{451A6F6E-B634-455F-9368-B3578263ADC6}" type="presParOf" srcId="{418E42CA-0DF2-4FA7-B5AB-85A81C951B6C}" destId="{085D4552-2818-4784-B1EB-AA6F4899B072}" srcOrd="1" destOrd="0" presId="urn:microsoft.com/office/officeart/2005/8/layout/orgChart1"/>
    <dgm:cxn modelId="{F8633162-2084-4F35-89BE-784F0204EBF3}" type="presParOf" srcId="{418E42CA-0DF2-4FA7-B5AB-85A81C951B6C}" destId="{0D40A285-B11D-4EBD-AC9C-2883387A6BCF}" srcOrd="2" destOrd="0" presId="urn:microsoft.com/office/officeart/2005/8/layout/orgChart1"/>
    <dgm:cxn modelId="{E54970BE-5ED7-4A28-BFCD-2BFA0A19D7D3}" type="presParOf" srcId="{64364E4F-A197-4C45-A53F-0FA652A79F16}" destId="{165A82FA-FD4D-4926-B4C7-11A646B55D78}" srcOrd="2" destOrd="0" presId="urn:microsoft.com/office/officeart/2005/8/layout/orgChart1"/>
    <dgm:cxn modelId="{FDBBBA67-BC9C-4B2D-9F71-D0CA37611247}" type="presParOf" srcId="{FC48680E-BD40-48CC-A92B-35F8145AC359}" destId="{3E50DBFA-57EE-4BE7-A055-3E74CECC51BB}" srcOrd="2" destOrd="0" presId="urn:microsoft.com/office/officeart/2005/8/layout/orgChart1"/>
    <dgm:cxn modelId="{EAE315C2-3392-43AA-A51E-8E2CE9B0B248}" type="presParOf" srcId="{CF705DFB-6347-442D-9A20-F02D1F6A073B}" destId="{579A8DA1-FEBC-448A-A56D-F0CD31E165E1}"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43EBF99E-D54F-4D2C-A285-243995C0A2B3}"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US"/>
        </a:p>
      </dgm:t>
    </dgm:pt>
    <dgm:pt modelId="{C2B3D71C-8E94-442E-8B38-4395DD2E6D4B}">
      <dgm:prSet phldrT="[Testo]"/>
      <dgm:spPr/>
      <dgm:t>
        <a:bodyPr/>
        <a:lstStyle/>
        <a:p>
          <a:r>
            <a:rPr lang="en-US" noProof="0" dirty="0"/>
            <a:t>Benefits </a:t>
          </a:r>
        </a:p>
      </dgm:t>
    </dgm:pt>
    <dgm:pt modelId="{A8BF1C1F-299C-4AC4-BB61-10BE31D4A111}" type="parTrans" cxnId="{5B3948E9-5E35-45CE-98AA-85068C480571}">
      <dgm:prSet/>
      <dgm:spPr/>
      <dgm:t>
        <a:bodyPr/>
        <a:lstStyle/>
        <a:p>
          <a:endParaRPr lang="en-US"/>
        </a:p>
      </dgm:t>
    </dgm:pt>
    <dgm:pt modelId="{CF6A2E6A-0DAA-44B0-B465-E039FD2717EB}" type="sibTrans" cxnId="{5B3948E9-5E35-45CE-98AA-85068C480571}">
      <dgm:prSet/>
      <dgm:spPr/>
      <dgm:t>
        <a:bodyPr/>
        <a:lstStyle/>
        <a:p>
          <a:endParaRPr lang="en-US"/>
        </a:p>
      </dgm:t>
    </dgm:pt>
    <dgm:pt modelId="{521759AD-7D0A-478C-AAAE-577D5841F504}">
      <dgm:prSet phldrT="[Testo]"/>
      <dgm:spPr/>
      <dgm:t>
        <a:bodyPr/>
        <a:lstStyle/>
        <a:p>
          <a:r>
            <a:rPr lang="en-US" noProof="0" dirty="0"/>
            <a:t>Management</a:t>
          </a:r>
        </a:p>
        <a:p>
          <a:r>
            <a:rPr lang="en-US" noProof="0" dirty="0"/>
            <a:t>Value </a:t>
          </a:r>
        </a:p>
      </dgm:t>
    </dgm:pt>
    <dgm:pt modelId="{3ADB9DA0-C1A5-4878-B6C4-13DE95514E60}" type="parTrans" cxnId="{EDEEB4D0-FE12-48B3-9B2C-D3CF2647ACE9}">
      <dgm:prSet/>
      <dgm:spPr/>
      <dgm:t>
        <a:bodyPr/>
        <a:lstStyle/>
        <a:p>
          <a:endParaRPr lang="en-US"/>
        </a:p>
      </dgm:t>
    </dgm:pt>
    <dgm:pt modelId="{ADFFA079-DEDE-44C3-A431-2A6A499ED36A}" type="sibTrans" cxnId="{EDEEB4D0-FE12-48B3-9B2C-D3CF2647ACE9}">
      <dgm:prSet/>
      <dgm:spPr/>
      <dgm:t>
        <a:bodyPr/>
        <a:lstStyle/>
        <a:p>
          <a:endParaRPr lang="en-US"/>
        </a:p>
      </dgm:t>
    </dgm:pt>
    <dgm:pt modelId="{6E646033-54E3-4AE8-83A5-F7EFD8310D86}">
      <dgm:prSet phldrT="[Testo]"/>
      <dgm:spPr/>
      <dgm:t>
        <a:bodyPr/>
        <a:lstStyle/>
        <a:p>
          <a:r>
            <a:rPr lang="en-US" noProof="0" dirty="0"/>
            <a:t>Social </a:t>
          </a:r>
        </a:p>
        <a:p>
          <a:r>
            <a:rPr lang="en-US" noProof="0" dirty="0"/>
            <a:t>Value </a:t>
          </a:r>
        </a:p>
      </dgm:t>
    </dgm:pt>
    <dgm:pt modelId="{91CC7CD7-4A85-4608-B88B-6B168A354CD4}" type="parTrans" cxnId="{7C845C28-A4E0-4FE9-A44B-2E4E09D415EB}">
      <dgm:prSet/>
      <dgm:spPr/>
      <dgm:t>
        <a:bodyPr/>
        <a:lstStyle/>
        <a:p>
          <a:endParaRPr lang="en-US"/>
        </a:p>
      </dgm:t>
    </dgm:pt>
    <dgm:pt modelId="{BEBFDEAB-4702-419C-8650-62040FCE9E73}" type="sibTrans" cxnId="{7C845C28-A4E0-4FE9-A44B-2E4E09D415EB}">
      <dgm:prSet/>
      <dgm:spPr/>
      <dgm:t>
        <a:bodyPr/>
        <a:lstStyle/>
        <a:p>
          <a:endParaRPr lang="en-US"/>
        </a:p>
      </dgm:t>
    </dgm:pt>
    <dgm:pt modelId="{0C0AAA80-C153-4DF1-8258-BD38372D7EE4}">
      <dgm:prSet phldrT="[Testo]"/>
      <dgm:spPr/>
      <dgm:t>
        <a:bodyPr/>
        <a:lstStyle/>
        <a:p>
          <a:r>
            <a:rPr lang="en-US" noProof="0" dirty="0"/>
            <a:t>Tangible </a:t>
          </a:r>
        </a:p>
      </dgm:t>
    </dgm:pt>
    <dgm:pt modelId="{ADF363BA-167D-4158-B0F3-1CEBD008EAD9}" type="parTrans" cxnId="{F5943BEA-B6BE-4C4D-A87C-3FE45C956DD8}">
      <dgm:prSet/>
      <dgm:spPr/>
      <dgm:t>
        <a:bodyPr/>
        <a:lstStyle/>
        <a:p>
          <a:endParaRPr lang="en-US"/>
        </a:p>
      </dgm:t>
    </dgm:pt>
    <dgm:pt modelId="{F021F3DC-A6F0-4854-A31D-0D8FFFE7614B}" type="sibTrans" cxnId="{F5943BEA-B6BE-4C4D-A87C-3FE45C956DD8}">
      <dgm:prSet/>
      <dgm:spPr/>
      <dgm:t>
        <a:bodyPr/>
        <a:lstStyle/>
        <a:p>
          <a:endParaRPr lang="en-US"/>
        </a:p>
      </dgm:t>
    </dgm:pt>
    <dgm:pt modelId="{C45EFF9B-ABDC-4E80-9D1C-4274C78C343E}">
      <dgm:prSet phldrT="[Testo]"/>
      <dgm:spPr/>
      <dgm:t>
        <a:bodyPr/>
        <a:lstStyle/>
        <a:p>
          <a:r>
            <a:rPr lang="en-US" noProof="0" dirty="0"/>
            <a:t>Intangible</a:t>
          </a:r>
        </a:p>
      </dgm:t>
    </dgm:pt>
    <dgm:pt modelId="{F9CF05BB-BB85-4E11-AE73-424A23488AC6}" type="parTrans" cxnId="{F697AF6F-8243-46E2-A2C8-4CC7A77DFA65}">
      <dgm:prSet/>
      <dgm:spPr/>
      <dgm:t>
        <a:bodyPr/>
        <a:lstStyle/>
        <a:p>
          <a:endParaRPr lang="en-US"/>
        </a:p>
      </dgm:t>
    </dgm:pt>
    <dgm:pt modelId="{AFF89AE8-1C44-48BD-9BB7-28046C835BB1}" type="sibTrans" cxnId="{F697AF6F-8243-46E2-A2C8-4CC7A77DFA65}">
      <dgm:prSet/>
      <dgm:spPr/>
      <dgm:t>
        <a:bodyPr/>
        <a:lstStyle/>
        <a:p>
          <a:endParaRPr lang="en-US"/>
        </a:p>
      </dgm:t>
    </dgm:pt>
    <dgm:pt modelId="{C7F54B02-C5B2-4BA4-8B09-296D0CB47FAB}">
      <dgm:prSet phldrT="[Testo]"/>
      <dgm:spPr/>
      <dgm:t>
        <a:bodyPr/>
        <a:lstStyle/>
        <a:p>
          <a:r>
            <a:rPr lang="en-US" noProof="0" dirty="0"/>
            <a:t>Cost saving </a:t>
          </a:r>
        </a:p>
      </dgm:t>
    </dgm:pt>
    <dgm:pt modelId="{3FB8E9D2-2EAB-49FE-8D15-A66F0A47C6E6}" type="parTrans" cxnId="{E0C1BE7C-70DA-44FF-83E6-F5C7E55A8E5C}">
      <dgm:prSet/>
      <dgm:spPr/>
      <dgm:t>
        <a:bodyPr/>
        <a:lstStyle/>
        <a:p>
          <a:endParaRPr lang="en-US"/>
        </a:p>
      </dgm:t>
    </dgm:pt>
    <dgm:pt modelId="{F7FE63CB-4FDB-47CB-80D2-BD9B79AB51C2}" type="sibTrans" cxnId="{E0C1BE7C-70DA-44FF-83E6-F5C7E55A8E5C}">
      <dgm:prSet/>
      <dgm:spPr/>
      <dgm:t>
        <a:bodyPr/>
        <a:lstStyle/>
        <a:p>
          <a:endParaRPr lang="en-US"/>
        </a:p>
      </dgm:t>
    </dgm:pt>
    <dgm:pt modelId="{9FF26249-9E1A-449B-8078-26256079C9AF}">
      <dgm:prSet phldrT="[Testo]"/>
      <dgm:spPr/>
      <dgm:t>
        <a:bodyPr/>
        <a:lstStyle/>
        <a:p>
          <a:r>
            <a:rPr lang="en-US" noProof="0" dirty="0"/>
            <a:t>Sales Increase</a:t>
          </a:r>
        </a:p>
      </dgm:t>
    </dgm:pt>
    <dgm:pt modelId="{AB1C04C4-ECDF-4B11-A3D7-BF178CFD44E1}" type="parTrans" cxnId="{B9099E99-1A35-4F2E-A21C-CEE99612D1D5}">
      <dgm:prSet/>
      <dgm:spPr/>
      <dgm:t>
        <a:bodyPr/>
        <a:lstStyle/>
        <a:p>
          <a:endParaRPr lang="en-US"/>
        </a:p>
      </dgm:t>
    </dgm:pt>
    <dgm:pt modelId="{D29F43C6-8489-4A29-AA6D-DB5CAA14D822}" type="sibTrans" cxnId="{B9099E99-1A35-4F2E-A21C-CEE99612D1D5}">
      <dgm:prSet/>
      <dgm:spPr/>
      <dgm:t>
        <a:bodyPr/>
        <a:lstStyle/>
        <a:p>
          <a:endParaRPr lang="en-US"/>
        </a:p>
      </dgm:t>
    </dgm:pt>
    <dgm:pt modelId="{17412C7C-1C6F-4006-A861-D4776FD3CBC5}">
      <dgm:prSet phldrT="[Testo]"/>
      <dgm:spPr/>
      <dgm:t>
        <a:bodyPr/>
        <a:lstStyle/>
        <a:p>
          <a:r>
            <a:rPr lang="en-US" noProof="0" dirty="0"/>
            <a:t>Image</a:t>
          </a:r>
        </a:p>
      </dgm:t>
    </dgm:pt>
    <dgm:pt modelId="{1237DEAE-D6B5-4140-9664-9DC3095AE2E3}" type="parTrans" cxnId="{CD6DB31F-990C-422C-BF39-17002CC64CF5}">
      <dgm:prSet/>
      <dgm:spPr/>
      <dgm:t>
        <a:bodyPr/>
        <a:lstStyle/>
        <a:p>
          <a:endParaRPr lang="en-US"/>
        </a:p>
      </dgm:t>
    </dgm:pt>
    <dgm:pt modelId="{4F275C0F-D819-4D06-909E-41D09B6E0D01}" type="sibTrans" cxnId="{CD6DB31F-990C-422C-BF39-17002CC64CF5}">
      <dgm:prSet/>
      <dgm:spPr/>
      <dgm:t>
        <a:bodyPr/>
        <a:lstStyle/>
        <a:p>
          <a:endParaRPr lang="en-US"/>
        </a:p>
      </dgm:t>
    </dgm:pt>
    <dgm:pt modelId="{5FD948A9-E9CE-44AC-A1BB-45A57885CEF2}">
      <dgm:prSet phldrT="[Testo]"/>
      <dgm:spPr/>
      <dgm:t>
        <a:bodyPr/>
        <a:lstStyle/>
        <a:p>
          <a:r>
            <a:rPr lang="en-US" noProof="0" dirty="0"/>
            <a:t>QOS</a:t>
          </a:r>
        </a:p>
      </dgm:t>
    </dgm:pt>
    <dgm:pt modelId="{963480DD-C7BE-4FFD-962C-80D6815A900A}" type="parTrans" cxnId="{9230E7F6-13D6-42F2-B924-2BE2793FA812}">
      <dgm:prSet/>
      <dgm:spPr/>
      <dgm:t>
        <a:bodyPr/>
        <a:lstStyle/>
        <a:p>
          <a:endParaRPr lang="en-US"/>
        </a:p>
      </dgm:t>
    </dgm:pt>
    <dgm:pt modelId="{5306D4EA-5584-4577-B862-54D7F80F6722}" type="sibTrans" cxnId="{9230E7F6-13D6-42F2-B924-2BE2793FA812}">
      <dgm:prSet/>
      <dgm:spPr/>
      <dgm:t>
        <a:bodyPr/>
        <a:lstStyle/>
        <a:p>
          <a:endParaRPr lang="en-US"/>
        </a:p>
      </dgm:t>
    </dgm:pt>
    <dgm:pt modelId="{AAE9FF5F-9397-4A10-B4FD-1F8DB1A2ED49}">
      <dgm:prSet phldrT="[Testo]"/>
      <dgm:spPr/>
      <dgm:t>
        <a:bodyPr/>
        <a:lstStyle/>
        <a:p>
          <a:r>
            <a:rPr lang="en-US" noProof="0" dirty="0"/>
            <a:t>Risk reduction</a:t>
          </a:r>
        </a:p>
      </dgm:t>
    </dgm:pt>
    <dgm:pt modelId="{CA66B8CE-6677-4E58-9B08-EBFBA436AB50}" type="parTrans" cxnId="{65B588CC-4480-489A-B186-E12674159EE8}">
      <dgm:prSet/>
      <dgm:spPr/>
      <dgm:t>
        <a:bodyPr/>
        <a:lstStyle/>
        <a:p>
          <a:endParaRPr lang="en-US"/>
        </a:p>
      </dgm:t>
    </dgm:pt>
    <dgm:pt modelId="{C2575406-471F-404B-8971-1D02C9F6A4C6}" type="sibTrans" cxnId="{65B588CC-4480-489A-B186-E12674159EE8}">
      <dgm:prSet/>
      <dgm:spPr/>
      <dgm:t>
        <a:bodyPr/>
        <a:lstStyle/>
        <a:p>
          <a:endParaRPr lang="en-US"/>
        </a:p>
      </dgm:t>
    </dgm:pt>
    <dgm:pt modelId="{3B151A79-0876-4485-A7B6-68E5539234A2}">
      <dgm:prSet phldrT="[Testo]"/>
      <dgm:spPr/>
      <dgm:t>
        <a:bodyPr/>
        <a:lstStyle/>
        <a:p>
          <a:r>
            <a:rPr lang="en-US" noProof="0" dirty="0"/>
            <a:t>Governance</a:t>
          </a:r>
        </a:p>
      </dgm:t>
    </dgm:pt>
    <dgm:pt modelId="{76A93D8B-03CC-4609-B607-F3112E1DA7B4}" type="parTrans" cxnId="{D7DA608A-84F6-4C1C-B53C-DE174D2F1311}">
      <dgm:prSet/>
      <dgm:spPr/>
      <dgm:t>
        <a:bodyPr/>
        <a:lstStyle/>
        <a:p>
          <a:endParaRPr lang="en-US"/>
        </a:p>
      </dgm:t>
    </dgm:pt>
    <dgm:pt modelId="{12254AA5-D4F0-4C9C-8D43-193E9571170D}" type="sibTrans" cxnId="{D7DA608A-84F6-4C1C-B53C-DE174D2F1311}">
      <dgm:prSet/>
      <dgm:spPr/>
      <dgm:t>
        <a:bodyPr/>
        <a:lstStyle/>
        <a:p>
          <a:endParaRPr lang="en-US"/>
        </a:p>
      </dgm:t>
    </dgm:pt>
    <dgm:pt modelId="{F5E956DD-F908-445A-BD35-C64B253BF870}">
      <dgm:prSet/>
      <dgm:spPr/>
      <dgm:t>
        <a:bodyPr/>
        <a:lstStyle/>
        <a:p>
          <a:r>
            <a:rPr lang="en-US" noProof="0" dirty="0"/>
            <a:t>Compliance </a:t>
          </a:r>
        </a:p>
      </dgm:t>
    </dgm:pt>
    <dgm:pt modelId="{6DD184D1-2A5A-48A3-910C-C5A26E0DA16B}" type="parTrans" cxnId="{7528AAA9-DA23-4232-8F9F-37C85E348D4A}">
      <dgm:prSet/>
      <dgm:spPr/>
      <dgm:t>
        <a:bodyPr/>
        <a:lstStyle/>
        <a:p>
          <a:endParaRPr lang="en-US"/>
        </a:p>
      </dgm:t>
    </dgm:pt>
    <dgm:pt modelId="{CDFE07BA-FEAC-441B-924A-1CDDB53552CA}" type="sibTrans" cxnId="{7528AAA9-DA23-4232-8F9F-37C85E348D4A}">
      <dgm:prSet/>
      <dgm:spPr/>
      <dgm:t>
        <a:bodyPr/>
        <a:lstStyle/>
        <a:p>
          <a:endParaRPr lang="en-US"/>
        </a:p>
      </dgm:t>
    </dgm:pt>
    <dgm:pt modelId="{49A1ECD9-B81E-4730-A99E-1840D7BE2CFF}">
      <dgm:prSet phldrT="[Testo]"/>
      <dgm:spPr/>
      <dgm:t>
        <a:bodyPr/>
        <a:lstStyle/>
        <a:p>
          <a:r>
            <a:rPr lang="en-US" noProof="0" dirty="0"/>
            <a:t>Social saving</a:t>
          </a:r>
        </a:p>
      </dgm:t>
    </dgm:pt>
    <dgm:pt modelId="{58A3C00D-EBAA-44E8-AD56-FA9633B6349E}" type="parTrans" cxnId="{19E2A756-B448-44A4-B5BD-E5FF8909E331}">
      <dgm:prSet/>
      <dgm:spPr/>
      <dgm:t>
        <a:bodyPr/>
        <a:lstStyle/>
        <a:p>
          <a:endParaRPr lang="en-US"/>
        </a:p>
      </dgm:t>
    </dgm:pt>
    <dgm:pt modelId="{EEE8AAC0-793B-48AE-A36B-F903092BBB2D}" type="sibTrans" cxnId="{19E2A756-B448-44A4-B5BD-E5FF8909E331}">
      <dgm:prSet/>
      <dgm:spPr/>
      <dgm:t>
        <a:bodyPr/>
        <a:lstStyle/>
        <a:p>
          <a:endParaRPr lang="en-US"/>
        </a:p>
      </dgm:t>
    </dgm:pt>
    <dgm:pt modelId="{6100595A-0256-405C-B381-7DDFB4502866}">
      <dgm:prSet phldrT="[Testo]"/>
      <dgm:spPr/>
      <dgm:t>
        <a:bodyPr/>
        <a:lstStyle/>
        <a:p>
          <a:r>
            <a:rPr lang="en-US" noProof="0" dirty="0"/>
            <a:t>Higher value </a:t>
          </a:r>
        </a:p>
      </dgm:t>
    </dgm:pt>
    <dgm:pt modelId="{4DDAE1E6-7540-4C52-A812-1D5FF6A06E6A}" type="parTrans" cxnId="{B7E396E8-064D-4628-B7B2-04396B943A9C}">
      <dgm:prSet/>
      <dgm:spPr/>
      <dgm:t>
        <a:bodyPr/>
        <a:lstStyle/>
        <a:p>
          <a:endParaRPr lang="en-US"/>
        </a:p>
      </dgm:t>
    </dgm:pt>
    <dgm:pt modelId="{1C55506E-6285-416B-BE5D-064BD6D69895}" type="sibTrans" cxnId="{B7E396E8-064D-4628-B7B2-04396B943A9C}">
      <dgm:prSet/>
      <dgm:spPr/>
      <dgm:t>
        <a:bodyPr/>
        <a:lstStyle/>
        <a:p>
          <a:endParaRPr lang="en-US"/>
        </a:p>
      </dgm:t>
    </dgm:pt>
    <dgm:pt modelId="{C0AB49B5-B1FC-43C1-B3C0-04C897BF1C60}">
      <dgm:prSet phldrT="[Testo]"/>
      <dgm:spPr/>
      <dgm:t>
        <a:bodyPr/>
        <a:lstStyle/>
        <a:p>
          <a:r>
            <a:rPr lang="en-US" noProof="0" dirty="0"/>
            <a:t>Tangible</a:t>
          </a:r>
        </a:p>
      </dgm:t>
    </dgm:pt>
    <dgm:pt modelId="{B64280EF-7773-4FE0-AC21-EDD9874D6ECA}" type="parTrans" cxnId="{00188F73-F4E7-4EB7-A1FE-5A7C6DB5BB56}">
      <dgm:prSet/>
      <dgm:spPr/>
      <dgm:t>
        <a:bodyPr/>
        <a:lstStyle/>
        <a:p>
          <a:endParaRPr lang="en-US"/>
        </a:p>
      </dgm:t>
    </dgm:pt>
    <dgm:pt modelId="{56B08122-263D-409B-B7BD-D04E53195B65}" type="sibTrans" cxnId="{00188F73-F4E7-4EB7-A1FE-5A7C6DB5BB56}">
      <dgm:prSet/>
      <dgm:spPr/>
      <dgm:t>
        <a:bodyPr/>
        <a:lstStyle/>
        <a:p>
          <a:endParaRPr lang="en-US"/>
        </a:p>
      </dgm:t>
    </dgm:pt>
    <dgm:pt modelId="{97E4C4B8-15E1-46A5-A85C-235EB9C443F3}">
      <dgm:prSet phldrT="[Testo]"/>
      <dgm:spPr/>
      <dgm:t>
        <a:bodyPr/>
        <a:lstStyle/>
        <a:p>
          <a:r>
            <a:rPr lang="en-US" noProof="0" dirty="0"/>
            <a:t>Intangible</a:t>
          </a:r>
        </a:p>
      </dgm:t>
    </dgm:pt>
    <dgm:pt modelId="{7FE8C46A-7511-4EDA-9BC3-6C06BF5D535D}" type="parTrans" cxnId="{F53E4847-49DA-41BB-9F4C-79EA50CEDE49}">
      <dgm:prSet/>
      <dgm:spPr/>
      <dgm:t>
        <a:bodyPr/>
        <a:lstStyle/>
        <a:p>
          <a:endParaRPr lang="en-US"/>
        </a:p>
      </dgm:t>
    </dgm:pt>
    <dgm:pt modelId="{631397CF-8F43-416D-A143-8B58D5343B2F}" type="sibTrans" cxnId="{F53E4847-49DA-41BB-9F4C-79EA50CEDE49}">
      <dgm:prSet/>
      <dgm:spPr/>
      <dgm:t>
        <a:bodyPr/>
        <a:lstStyle/>
        <a:p>
          <a:endParaRPr lang="en-US"/>
        </a:p>
      </dgm:t>
    </dgm:pt>
    <dgm:pt modelId="{5F28B028-86EE-43FF-A2B9-B2955B52F1BB}">
      <dgm:prSet phldrT="[Testo]"/>
      <dgm:spPr/>
      <dgm:t>
        <a:bodyPr/>
        <a:lstStyle/>
        <a:p>
          <a:r>
            <a:rPr lang="en-US" noProof="0" dirty="0"/>
            <a:t>QOS</a:t>
          </a:r>
        </a:p>
      </dgm:t>
    </dgm:pt>
    <dgm:pt modelId="{2A3E1995-B58F-4A70-97CF-190AD5D1F8FE}" type="parTrans" cxnId="{5878D5A3-2CD1-4CA9-A07A-F01F3F793DB1}">
      <dgm:prSet/>
      <dgm:spPr/>
      <dgm:t>
        <a:bodyPr/>
        <a:lstStyle/>
        <a:p>
          <a:endParaRPr lang="en-US"/>
        </a:p>
      </dgm:t>
    </dgm:pt>
    <dgm:pt modelId="{4C69F39A-7B9A-4FB5-B1F0-2075F1FB55CE}" type="sibTrans" cxnId="{5878D5A3-2CD1-4CA9-A07A-F01F3F793DB1}">
      <dgm:prSet/>
      <dgm:spPr/>
      <dgm:t>
        <a:bodyPr/>
        <a:lstStyle/>
        <a:p>
          <a:endParaRPr lang="en-US"/>
        </a:p>
      </dgm:t>
    </dgm:pt>
    <dgm:pt modelId="{6CDEDF30-B4A4-4A1C-9991-6899404F5FEA}">
      <dgm:prSet phldrT="[Testo]"/>
      <dgm:spPr/>
      <dgm:t>
        <a:bodyPr/>
        <a:lstStyle/>
        <a:p>
          <a:r>
            <a:rPr lang="en-US" noProof="0" dirty="0"/>
            <a:t>KPI</a:t>
          </a:r>
        </a:p>
      </dgm:t>
    </dgm:pt>
    <dgm:pt modelId="{41AA5D28-1F34-4E5D-9774-0DD63B9855B8}" type="parTrans" cxnId="{B710A4CC-2A6C-4F11-896D-628C0C8D403B}">
      <dgm:prSet/>
      <dgm:spPr/>
      <dgm:t>
        <a:bodyPr/>
        <a:lstStyle/>
        <a:p>
          <a:endParaRPr lang="en-US"/>
        </a:p>
      </dgm:t>
    </dgm:pt>
    <dgm:pt modelId="{AA25B895-E5B4-4901-A866-5DE0CAE6E84E}" type="sibTrans" cxnId="{B710A4CC-2A6C-4F11-896D-628C0C8D403B}">
      <dgm:prSet/>
      <dgm:spPr/>
      <dgm:t>
        <a:bodyPr/>
        <a:lstStyle/>
        <a:p>
          <a:endParaRPr lang="en-US"/>
        </a:p>
      </dgm:t>
    </dgm:pt>
    <dgm:pt modelId="{CBE3FA3A-D471-4723-BD90-45A9D5958A7B}" type="pres">
      <dgm:prSet presAssocID="{43EBF99E-D54F-4D2C-A285-243995C0A2B3}" presName="hierChild1" presStyleCnt="0">
        <dgm:presLayoutVars>
          <dgm:orgChart val="1"/>
          <dgm:chPref val="1"/>
          <dgm:dir/>
          <dgm:animOne val="branch"/>
          <dgm:animLvl val="lvl"/>
          <dgm:resizeHandles/>
        </dgm:presLayoutVars>
      </dgm:prSet>
      <dgm:spPr/>
    </dgm:pt>
    <dgm:pt modelId="{CF705DFB-6347-442D-9A20-F02D1F6A073B}" type="pres">
      <dgm:prSet presAssocID="{C2B3D71C-8E94-442E-8B38-4395DD2E6D4B}" presName="hierRoot1" presStyleCnt="0">
        <dgm:presLayoutVars>
          <dgm:hierBranch val="init"/>
        </dgm:presLayoutVars>
      </dgm:prSet>
      <dgm:spPr/>
    </dgm:pt>
    <dgm:pt modelId="{A0B72470-B90A-475F-B87B-BE3BB401E599}" type="pres">
      <dgm:prSet presAssocID="{C2B3D71C-8E94-442E-8B38-4395DD2E6D4B}" presName="rootComposite1" presStyleCnt="0"/>
      <dgm:spPr/>
    </dgm:pt>
    <dgm:pt modelId="{CA5D34F9-857D-4EE7-95DC-4FD85A870C18}" type="pres">
      <dgm:prSet presAssocID="{C2B3D71C-8E94-442E-8B38-4395DD2E6D4B}" presName="rootText1" presStyleLbl="node0" presStyleIdx="0" presStyleCnt="1">
        <dgm:presLayoutVars>
          <dgm:chPref val="3"/>
        </dgm:presLayoutVars>
      </dgm:prSet>
      <dgm:spPr/>
    </dgm:pt>
    <dgm:pt modelId="{CC02797E-E0BD-42BF-B33F-438E1511121B}" type="pres">
      <dgm:prSet presAssocID="{C2B3D71C-8E94-442E-8B38-4395DD2E6D4B}" presName="rootConnector1" presStyleLbl="node1" presStyleIdx="0" presStyleCnt="0"/>
      <dgm:spPr/>
    </dgm:pt>
    <dgm:pt modelId="{E35A2A3B-F150-46BC-9FAF-3F40B1D9BC0A}" type="pres">
      <dgm:prSet presAssocID="{C2B3D71C-8E94-442E-8B38-4395DD2E6D4B}" presName="hierChild2" presStyleCnt="0"/>
      <dgm:spPr/>
    </dgm:pt>
    <dgm:pt modelId="{CEA40371-F92B-4F0A-B920-DB8461A57E86}" type="pres">
      <dgm:prSet presAssocID="{3ADB9DA0-C1A5-4878-B6C4-13DE95514E60}" presName="Name37" presStyleLbl="parChTrans1D2" presStyleIdx="0" presStyleCnt="2"/>
      <dgm:spPr/>
    </dgm:pt>
    <dgm:pt modelId="{A54D3ACC-461F-4DB2-9D48-238A2B3E4A92}" type="pres">
      <dgm:prSet presAssocID="{521759AD-7D0A-478C-AAAE-577D5841F504}" presName="hierRoot2" presStyleCnt="0">
        <dgm:presLayoutVars>
          <dgm:hierBranch val="init"/>
        </dgm:presLayoutVars>
      </dgm:prSet>
      <dgm:spPr/>
    </dgm:pt>
    <dgm:pt modelId="{944BD145-2C0B-4F25-A211-9599166372F3}" type="pres">
      <dgm:prSet presAssocID="{521759AD-7D0A-478C-AAAE-577D5841F504}" presName="rootComposite" presStyleCnt="0"/>
      <dgm:spPr/>
    </dgm:pt>
    <dgm:pt modelId="{BF89C0B5-8747-40E9-A445-48A5A3085152}" type="pres">
      <dgm:prSet presAssocID="{521759AD-7D0A-478C-AAAE-577D5841F504}" presName="rootText" presStyleLbl="node2" presStyleIdx="0" presStyleCnt="2" custLinFactNeighborY="-8817">
        <dgm:presLayoutVars>
          <dgm:chPref val="3"/>
        </dgm:presLayoutVars>
      </dgm:prSet>
      <dgm:spPr/>
    </dgm:pt>
    <dgm:pt modelId="{12E60E7E-A76C-4BA7-958C-CBCCD9F19C35}" type="pres">
      <dgm:prSet presAssocID="{521759AD-7D0A-478C-AAAE-577D5841F504}" presName="rootConnector" presStyleLbl="node2" presStyleIdx="0" presStyleCnt="2"/>
      <dgm:spPr/>
    </dgm:pt>
    <dgm:pt modelId="{12E0C57F-97A1-4479-ADE9-99181FB0FDAB}" type="pres">
      <dgm:prSet presAssocID="{521759AD-7D0A-478C-AAAE-577D5841F504}" presName="hierChild4" presStyleCnt="0"/>
      <dgm:spPr/>
    </dgm:pt>
    <dgm:pt modelId="{CF2E5BA6-E1A7-4437-A8CA-9DA7507706C0}" type="pres">
      <dgm:prSet presAssocID="{ADF363BA-167D-4158-B0F3-1CEBD008EAD9}" presName="Name37" presStyleLbl="parChTrans1D3" presStyleIdx="0" presStyleCnt="4"/>
      <dgm:spPr/>
    </dgm:pt>
    <dgm:pt modelId="{C84C913D-F1F6-4CF1-96BC-ED08B850148B}" type="pres">
      <dgm:prSet presAssocID="{0C0AAA80-C153-4DF1-8258-BD38372D7EE4}" presName="hierRoot2" presStyleCnt="0">
        <dgm:presLayoutVars>
          <dgm:hierBranch val="init"/>
        </dgm:presLayoutVars>
      </dgm:prSet>
      <dgm:spPr/>
    </dgm:pt>
    <dgm:pt modelId="{08D63FF6-C52C-4E89-8465-404D3054D9F1}" type="pres">
      <dgm:prSet presAssocID="{0C0AAA80-C153-4DF1-8258-BD38372D7EE4}" presName="rootComposite" presStyleCnt="0"/>
      <dgm:spPr/>
    </dgm:pt>
    <dgm:pt modelId="{FE7CC064-5E80-413F-83A8-7CA77419E368}" type="pres">
      <dgm:prSet presAssocID="{0C0AAA80-C153-4DF1-8258-BD38372D7EE4}" presName="rootText" presStyleLbl="node3" presStyleIdx="0" presStyleCnt="4" custLinFactNeighborY="-8817">
        <dgm:presLayoutVars>
          <dgm:chPref val="3"/>
        </dgm:presLayoutVars>
      </dgm:prSet>
      <dgm:spPr/>
    </dgm:pt>
    <dgm:pt modelId="{24507879-A6E2-4262-8192-214CF0CC89FE}" type="pres">
      <dgm:prSet presAssocID="{0C0AAA80-C153-4DF1-8258-BD38372D7EE4}" presName="rootConnector" presStyleLbl="node3" presStyleIdx="0" presStyleCnt="4"/>
      <dgm:spPr/>
    </dgm:pt>
    <dgm:pt modelId="{E3566AF7-210A-49B2-B3D3-0068C19A8472}" type="pres">
      <dgm:prSet presAssocID="{0C0AAA80-C153-4DF1-8258-BD38372D7EE4}" presName="hierChild4" presStyleCnt="0"/>
      <dgm:spPr/>
    </dgm:pt>
    <dgm:pt modelId="{7D0080CD-E10C-4A25-B0C6-9ADC80794D89}" type="pres">
      <dgm:prSet presAssocID="{3FB8E9D2-2EAB-49FE-8D15-A66F0A47C6E6}" presName="Name37" presStyleLbl="parChTrans1D4" presStyleIdx="0" presStyleCnt="11"/>
      <dgm:spPr/>
    </dgm:pt>
    <dgm:pt modelId="{EEDA518A-90CB-40CD-A12D-66E3D4F8CB09}" type="pres">
      <dgm:prSet presAssocID="{C7F54B02-C5B2-4BA4-8B09-296D0CB47FAB}" presName="hierRoot2" presStyleCnt="0">
        <dgm:presLayoutVars>
          <dgm:hierBranch val="init"/>
        </dgm:presLayoutVars>
      </dgm:prSet>
      <dgm:spPr/>
    </dgm:pt>
    <dgm:pt modelId="{6F78B6CB-29BD-4E6E-B8F8-B55B02893198}" type="pres">
      <dgm:prSet presAssocID="{C7F54B02-C5B2-4BA4-8B09-296D0CB47FAB}" presName="rootComposite" presStyleCnt="0"/>
      <dgm:spPr/>
    </dgm:pt>
    <dgm:pt modelId="{18352E14-DB19-420D-850C-54566AC1A26B}" type="pres">
      <dgm:prSet presAssocID="{C7F54B02-C5B2-4BA4-8B09-296D0CB47FAB}" presName="rootText" presStyleLbl="node4" presStyleIdx="0" presStyleCnt="11" custLinFactNeighborY="-8817">
        <dgm:presLayoutVars>
          <dgm:chPref val="3"/>
        </dgm:presLayoutVars>
      </dgm:prSet>
      <dgm:spPr/>
    </dgm:pt>
    <dgm:pt modelId="{4628A8EF-F09C-4A11-99A1-8C279DECDBBB}" type="pres">
      <dgm:prSet presAssocID="{C7F54B02-C5B2-4BA4-8B09-296D0CB47FAB}" presName="rootConnector" presStyleLbl="node4" presStyleIdx="0" presStyleCnt="11"/>
      <dgm:spPr/>
    </dgm:pt>
    <dgm:pt modelId="{12CBFA7A-A5F1-47E1-96BB-E1BB64107289}" type="pres">
      <dgm:prSet presAssocID="{C7F54B02-C5B2-4BA4-8B09-296D0CB47FAB}" presName="hierChild4" presStyleCnt="0"/>
      <dgm:spPr/>
    </dgm:pt>
    <dgm:pt modelId="{7E4716BB-4F94-4312-9D47-7F7F6CEF5D80}" type="pres">
      <dgm:prSet presAssocID="{C7F54B02-C5B2-4BA4-8B09-296D0CB47FAB}" presName="hierChild5" presStyleCnt="0"/>
      <dgm:spPr/>
    </dgm:pt>
    <dgm:pt modelId="{07AF48FB-BF8C-4121-8B93-5F083E823D43}" type="pres">
      <dgm:prSet presAssocID="{AB1C04C4-ECDF-4B11-A3D7-BF178CFD44E1}" presName="Name37" presStyleLbl="parChTrans1D4" presStyleIdx="1" presStyleCnt="11"/>
      <dgm:spPr/>
    </dgm:pt>
    <dgm:pt modelId="{7E09C0B9-5A45-44C5-B11F-9E51377BAF53}" type="pres">
      <dgm:prSet presAssocID="{9FF26249-9E1A-449B-8078-26256079C9AF}" presName="hierRoot2" presStyleCnt="0">
        <dgm:presLayoutVars>
          <dgm:hierBranch val="init"/>
        </dgm:presLayoutVars>
      </dgm:prSet>
      <dgm:spPr/>
    </dgm:pt>
    <dgm:pt modelId="{AD310293-3E92-4A80-9F2B-9F1F1D1F1CA3}" type="pres">
      <dgm:prSet presAssocID="{9FF26249-9E1A-449B-8078-26256079C9AF}" presName="rootComposite" presStyleCnt="0"/>
      <dgm:spPr/>
    </dgm:pt>
    <dgm:pt modelId="{8B5FCCF1-7DB8-49E7-8F95-CEC79D834216}" type="pres">
      <dgm:prSet presAssocID="{9FF26249-9E1A-449B-8078-26256079C9AF}" presName="rootText" presStyleLbl="node4" presStyleIdx="1" presStyleCnt="11" custLinFactNeighborY="-8817">
        <dgm:presLayoutVars>
          <dgm:chPref val="3"/>
        </dgm:presLayoutVars>
      </dgm:prSet>
      <dgm:spPr/>
    </dgm:pt>
    <dgm:pt modelId="{3648A127-3599-4F54-8142-96A630927F3D}" type="pres">
      <dgm:prSet presAssocID="{9FF26249-9E1A-449B-8078-26256079C9AF}" presName="rootConnector" presStyleLbl="node4" presStyleIdx="1" presStyleCnt="11"/>
      <dgm:spPr/>
    </dgm:pt>
    <dgm:pt modelId="{D8049313-F096-4EE1-8225-45795BC6C83B}" type="pres">
      <dgm:prSet presAssocID="{9FF26249-9E1A-449B-8078-26256079C9AF}" presName="hierChild4" presStyleCnt="0"/>
      <dgm:spPr/>
    </dgm:pt>
    <dgm:pt modelId="{EA19CDA1-5BF8-46DE-8536-F2CA4D01177C}" type="pres">
      <dgm:prSet presAssocID="{9FF26249-9E1A-449B-8078-26256079C9AF}" presName="hierChild5" presStyleCnt="0"/>
      <dgm:spPr/>
    </dgm:pt>
    <dgm:pt modelId="{CF422838-19C1-4455-B220-FA0D4EE7A852}" type="pres">
      <dgm:prSet presAssocID="{0C0AAA80-C153-4DF1-8258-BD38372D7EE4}" presName="hierChild5" presStyleCnt="0"/>
      <dgm:spPr/>
    </dgm:pt>
    <dgm:pt modelId="{486A3C42-25AD-4419-B6F2-DB5D494DB654}" type="pres">
      <dgm:prSet presAssocID="{F9CF05BB-BB85-4E11-AE73-424A23488AC6}" presName="Name37" presStyleLbl="parChTrans1D3" presStyleIdx="1" presStyleCnt="4"/>
      <dgm:spPr/>
    </dgm:pt>
    <dgm:pt modelId="{7C78191F-151B-44EC-865E-A4B02304E2D1}" type="pres">
      <dgm:prSet presAssocID="{C45EFF9B-ABDC-4E80-9D1C-4274C78C343E}" presName="hierRoot2" presStyleCnt="0">
        <dgm:presLayoutVars>
          <dgm:hierBranch val="hang"/>
        </dgm:presLayoutVars>
      </dgm:prSet>
      <dgm:spPr/>
    </dgm:pt>
    <dgm:pt modelId="{F2E98745-2472-46D6-8E50-9C9A47CEC89B}" type="pres">
      <dgm:prSet presAssocID="{C45EFF9B-ABDC-4E80-9D1C-4274C78C343E}" presName="rootComposite" presStyleCnt="0"/>
      <dgm:spPr/>
    </dgm:pt>
    <dgm:pt modelId="{A74447A1-944A-481C-BA6D-62343284CB66}" type="pres">
      <dgm:prSet presAssocID="{C45EFF9B-ABDC-4E80-9D1C-4274C78C343E}" presName="rootText" presStyleLbl="node3" presStyleIdx="1" presStyleCnt="4">
        <dgm:presLayoutVars>
          <dgm:chPref val="3"/>
        </dgm:presLayoutVars>
      </dgm:prSet>
      <dgm:spPr/>
    </dgm:pt>
    <dgm:pt modelId="{41C50B93-F975-4D2C-8EBB-8020067AD3E1}" type="pres">
      <dgm:prSet presAssocID="{C45EFF9B-ABDC-4E80-9D1C-4274C78C343E}" presName="rootConnector" presStyleLbl="node3" presStyleIdx="1" presStyleCnt="4"/>
      <dgm:spPr/>
    </dgm:pt>
    <dgm:pt modelId="{07D18234-CE05-4C99-92E3-4DFBF9BAFF85}" type="pres">
      <dgm:prSet presAssocID="{C45EFF9B-ABDC-4E80-9D1C-4274C78C343E}" presName="hierChild4" presStyleCnt="0"/>
      <dgm:spPr/>
    </dgm:pt>
    <dgm:pt modelId="{3C2FAB16-1564-4EE9-858E-739904B895F3}" type="pres">
      <dgm:prSet presAssocID="{1237DEAE-D6B5-4140-9664-9DC3095AE2E3}" presName="Name48" presStyleLbl="parChTrans1D4" presStyleIdx="2" presStyleCnt="11"/>
      <dgm:spPr/>
    </dgm:pt>
    <dgm:pt modelId="{4E08A5F2-5CD0-4BA6-BD7C-12CBD17CBA24}" type="pres">
      <dgm:prSet presAssocID="{17412C7C-1C6F-4006-A861-D4776FD3CBC5}" presName="hierRoot2" presStyleCnt="0">
        <dgm:presLayoutVars>
          <dgm:hierBranch val="init"/>
        </dgm:presLayoutVars>
      </dgm:prSet>
      <dgm:spPr/>
    </dgm:pt>
    <dgm:pt modelId="{0A904C39-8F13-4FE8-8C0B-697D9C1F493F}" type="pres">
      <dgm:prSet presAssocID="{17412C7C-1C6F-4006-A861-D4776FD3CBC5}" presName="rootComposite" presStyleCnt="0"/>
      <dgm:spPr/>
    </dgm:pt>
    <dgm:pt modelId="{5ED406CE-AAFC-4153-93B2-1A968BDF38D1}" type="pres">
      <dgm:prSet presAssocID="{17412C7C-1C6F-4006-A861-D4776FD3CBC5}" presName="rootText" presStyleLbl="node4" presStyleIdx="2" presStyleCnt="11">
        <dgm:presLayoutVars>
          <dgm:chPref val="3"/>
        </dgm:presLayoutVars>
      </dgm:prSet>
      <dgm:spPr/>
    </dgm:pt>
    <dgm:pt modelId="{10AE62A3-989E-4656-8734-F5E83241D74E}" type="pres">
      <dgm:prSet presAssocID="{17412C7C-1C6F-4006-A861-D4776FD3CBC5}" presName="rootConnector" presStyleLbl="node4" presStyleIdx="2" presStyleCnt="11"/>
      <dgm:spPr/>
    </dgm:pt>
    <dgm:pt modelId="{22EB77E5-D527-48CE-9CFC-BD3DA2E1023A}" type="pres">
      <dgm:prSet presAssocID="{17412C7C-1C6F-4006-A861-D4776FD3CBC5}" presName="hierChild4" presStyleCnt="0"/>
      <dgm:spPr/>
    </dgm:pt>
    <dgm:pt modelId="{3CB8BAFB-E5E8-4B31-8FC8-A9442A792204}" type="pres">
      <dgm:prSet presAssocID="{17412C7C-1C6F-4006-A861-D4776FD3CBC5}" presName="hierChild5" presStyleCnt="0"/>
      <dgm:spPr/>
    </dgm:pt>
    <dgm:pt modelId="{731507F5-B168-4C7E-8148-214D2648208F}" type="pres">
      <dgm:prSet presAssocID="{963480DD-C7BE-4FFD-962C-80D6815A900A}" presName="Name48" presStyleLbl="parChTrans1D4" presStyleIdx="3" presStyleCnt="11"/>
      <dgm:spPr/>
    </dgm:pt>
    <dgm:pt modelId="{C383DD93-2B35-4DBB-8F9C-5AFCB0DFC35F}" type="pres">
      <dgm:prSet presAssocID="{5FD948A9-E9CE-44AC-A1BB-45A57885CEF2}" presName="hierRoot2" presStyleCnt="0">
        <dgm:presLayoutVars>
          <dgm:hierBranch val="init"/>
        </dgm:presLayoutVars>
      </dgm:prSet>
      <dgm:spPr/>
    </dgm:pt>
    <dgm:pt modelId="{A74F36BF-901D-4BF8-B0F0-E5186DD6F12A}" type="pres">
      <dgm:prSet presAssocID="{5FD948A9-E9CE-44AC-A1BB-45A57885CEF2}" presName="rootComposite" presStyleCnt="0"/>
      <dgm:spPr/>
    </dgm:pt>
    <dgm:pt modelId="{9A7E9305-2976-44EB-80F2-D54120A8D440}" type="pres">
      <dgm:prSet presAssocID="{5FD948A9-E9CE-44AC-A1BB-45A57885CEF2}" presName="rootText" presStyleLbl="node4" presStyleIdx="3" presStyleCnt="11">
        <dgm:presLayoutVars>
          <dgm:chPref val="3"/>
        </dgm:presLayoutVars>
      </dgm:prSet>
      <dgm:spPr/>
    </dgm:pt>
    <dgm:pt modelId="{1EE9ED64-01B2-4710-B955-6A66FD6C9F3C}" type="pres">
      <dgm:prSet presAssocID="{5FD948A9-E9CE-44AC-A1BB-45A57885CEF2}" presName="rootConnector" presStyleLbl="node4" presStyleIdx="3" presStyleCnt="11"/>
      <dgm:spPr/>
    </dgm:pt>
    <dgm:pt modelId="{17B02F06-711C-4D78-BF0B-99C2F45C0712}" type="pres">
      <dgm:prSet presAssocID="{5FD948A9-E9CE-44AC-A1BB-45A57885CEF2}" presName="hierChild4" presStyleCnt="0"/>
      <dgm:spPr/>
    </dgm:pt>
    <dgm:pt modelId="{B576070C-823C-45FF-BD97-9FF4FFCD560D}" type="pres">
      <dgm:prSet presAssocID="{5FD948A9-E9CE-44AC-A1BB-45A57885CEF2}" presName="hierChild5" presStyleCnt="0"/>
      <dgm:spPr/>
    </dgm:pt>
    <dgm:pt modelId="{01B2E631-E2E2-41B5-A56C-DC49E64D5751}" type="pres">
      <dgm:prSet presAssocID="{CA66B8CE-6677-4E58-9B08-EBFBA436AB50}" presName="Name48" presStyleLbl="parChTrans1D4" presStyleIdx="4" presStyleCnt="11"/>
      <dgm:spPr/>
    </dgm:pt>
    <dgm:pt modelId="{3C8751F8-88DE-4ED6-BA64-EEEFDD3A7FE1}" type="pres">
      <dgm:prSet presAssocID="{AAE9FF5F-9397-4A10-B4FD-1F8DB1A2ED49}" presName="hierRoot2" presStyleCnt="0">
        <dgm:presLayoutVars>
          <dgm:hierBranch val="init"/>
        </dgm:presLayoutVars>
      </dgm:prSet>
      <dgm:spPr/>
    </dgm:pt>
    <dgm:pt modelId="{75012475-068D-4DF4-97D7-D49A29B377DC}" type="pres">
      <dgm:prSet presAssocID="{AAE9FF5F-9397-4A10-B4FD-1F8DB1A2ED49}" presName="rootComposite" presStyleCnt="0"/>
      <dgm:spPr/>
    </dgm:pt>
    <dgm:pt modelId="{2D7835EA-2EE0-447A-AEF6-DF168F7B0600}" type="pres">
      <dgm:prSet presAssocID="{AAE9FF5F-9397-4A10-B4FD-1F8DB1A2ED49}" presName="rootText" presStyleLbl="node4" presStyleIdx="4" presStyleCnt="11" custLinFactNeighborY="-8817">
        <dgm:presLayoutVars>
          <dgm:chPref val="3"/>
        </dgm:presLayoutVars>
      </dgm:prSet>
      <dgm:spPr/>
    </dgm:pt>
    <dgm:pt modelId="{9D065CE5-FA18-4744-805B-825D2FAB0F07}" type="pres">
      <dgm:prSet presAssocID="{AAE9FF5F-9397-4A10-B4FD-1F8DB1A2ED49}" presName="rootConnector" presStyleLbl="node4" presStyleIdx="4" presStyleCnt="11"/>
      <dgm:spPr/>
    </dgm:pt>
    <dgm:pt modelId="{3E8ECB7A-12C9-4EF3-9FBE-198F4F08BC30}" type="pres">
      <dgm:prSet presAssocID="{AAE9FF5F-9397-4A10-B4FD-1F8DB1A2ED49}" presName="hierChild4" presStyleCnt="0"/>
      <dgm:spPr/>
    </dgm:pt>
    <dgm:pt modelId="{B8BA1066-1EF8-4008-B8F2-60ED145C4D70}" type="pres">
      <dgm:prSet presAssocID="{AAE9FF5F-9397-4A10-B4FD-1F8DB1A2ED49}" presName="hierChild5" presStyleCnt="0"/>
      <dgm:spPr/>
    </dgm:pt>
    <dgm:pt modelId="{4156A5F4-2F55-45FC-8298-CDFD564FBFA7}" type="pres">
      <dgm:prSet presAssocID="{76A93D8B-03CC-4609-B607-F3112E1DA7B4}" presName="Name48" presStyleLbl="parChTrans1D4" presStyleIdx="5" presStyleCnt="11"/>
      <dgm:spPr/>
    </dgm:pt>
    <dgm:pt modelId="{3688A60E-3002-4D9D-ACF9-2056FF0A0143}" type="pres">
      <dgm:prSet presAssocID="{3B151A79-0876-4485-A7B6-68E5539234A2}" presName="hierRoot2" presStyleCnt="0">
        <dgm:presLayoutVars>
          <dgm:hierBranch val="init"/>
        </dgm:presLayoutVars>
      </dgm:prSet>
      <dgm:spPr/>
    </dgm:pt>
    <dgm:pt modelId="{81483ECF-10D3-4180-84BF-EEFADE0A978D}" type="pres">
      <dgm:prSet presAssocID="{3B151A79-0876-4485-A7B6-68E5539234A2}" presName="rootComposite" presStyleCnt="0"/>
      <dgm:spPr/>
    </dgm:pt>
    <dgm:pt modelId="{14EEEA57-8225-4351-9A93-2D360E78FED9}" type="pres">
      <dgm:prSet presAssocID="{3B151A79-0876-4485-A7B6-68E5539234A2}" presName="rootText" presStyleLbl="node4" presStyleIdx="5" presStyleCnt="11">
        <dgm:presLayoutVars>
          <dgm:chPref val="3"/>
        </dgm:presLayoutVars>
      </dgm:prSet>
      <dgm:spPr/>
    </dgm:pt>
    <dgm:pt modelId="{47A4B6C0-C324-45BF-AF7E-E3D1852C2A41}" type="pres">
      <dgm:prSet presAssocID="{3B151A79-0876-4485-A7B6-68E5539234A2}" presName="rootConnector" presStyleLbl="node4" presStyleIdx="5" presStyleCnt="11"/>
      <dgm:spPr/>
    </dgm:pt>
    <dgm:pt modelId="{74CC8984-1726-427D-B105-C92FC8B83DDF}" type="pres">
      <dgm:prSet presAssocID="{3B151A79-0876-4485-A7B6-68E5539234A2}" presName="hierChild4" presStyleCnt="0"/>
      <dgm:spPr/>
    </dgm:pt>
    <dgm:pt modelId="{66DD7881-C5E1-4D73-A87B-66C8E5D126E6}" type="pres">
      <dgm:prSet presAssocID="{3B151A79-0876-4485-A7B6-68E5539234A2}" presName="hierChild5" presStyleCnt="0"/>
      <dgm:spPr/>
    </dgm:pt>
    <dgm:pt modelId="{B1A37A11-D62B-4D56-BA7C-0803C4D3625E}" type="pres">
      <dgm:prSet presAssocID="{6DD184D1-2A5A-48A3-910C-C5A26E0DA16B}" presName="Name48" presStyleLbl="parChTrans1D4" presStyleIdx="6" presStyleCnt="11"/>
      <dgm:spPr/>
    </dgm:pt>
    <dgm:pt modelId="{44A49189-95A3-4F39-B70A-208357CF2E99}" type="pres">
      <dgm:prSet presAssocID="{F5E956DD-F908-445A-BD35-C64B253BF870}" presName="hierRoot2" presStyleCnt="0">
        <dgm:presLayoutVars>
          <dgm:hierBranch val="init"/>
        </dgm:presLayoutVars>
      </dgm:prSet>
      <dgm:spPr/>
    </dgm:pt>
    <dgm:pt modelId="{C4BE40E8-DA87-4FA4-8F24-8042962AE28F}" type="pres">
      <dgm:prSet presAssocID="{F5E956DD-F908-445A-BD35-C64B253BF870}" presName="rootComposite" presStyleCnt="0"/>
      <dgm:spPr/>
    </dgm:pt>
    <dgm:pt modelId="{F699486A-1E23-477A-A5DE-5E444D7F33F3}" type="pres">
      <dgm:prSet presAssocID="{F5E956DD-F908-445A-BD35-C64B253BF870}" presName="rootText" presStyleLbl="node4" presStyleIdx="6" presStyleCnt="11" custLinFactNeighborY="-8817">
        <dgm:presLayoutVars>
          <dgm:chPref val="3"/>
        </dgm:presLayoutVars>
      </dgm:prSet>
      <dgm:spPr/>
    </dgm:pt>
    <dgm:pt modelId="{2B19783A-BCD5-407D-9115-B272532824BD}" type="pres">
      <dgm:prSet presAssocID="{F5E956DD-F908-445A-BD35-C64B253BF870}" presName="rootConnector" presStyleLbl="node4" presStyleIdx="6" presStyleCnt="11"/>
      <dgm:spPr/>
    </dgm:pt>
    <dgm:pt modelId="{4D3CD2BD-5EE7-4874-8107-20279DF6737B}" type="pres">
      <dgm:prSet presAssocID="{F5E956DD-F908-445A-BD35-C64B253BF870}" presName="hierChild4" presStyleCnt="0"/>
      <dgm:spPr/>
    </dgm:pt>
    <dgm:pt modelId="{1BD2F989-2838-46F6-A648-3E646C57487C}" type="pres">
      <dgm:prSet presAssocID="{F5E956DD-F908-445A-BD35-C64B253BF870}" presName="hierChild5" presStyleCnt="0"/>
      <dgm:spPr/>
    </dgm:pt>
    <dgm:pt modelId="{D8E8A63E-6620-4355-ACA8-16F5D1FA100B}" type="pres">
      <dgm:prSet presAssocID="{C45EFF9B-ABDC-4E80-9D1C-4274C78C343E}" presName="hierChild5" presStyleCnt="0"/>
      <dgm:spPr/>
    </dgm:pt>
    <dgm:pt modelId="{6361AF3F-B269-45D1-82B1-AD851CD21B53}" type="pres">
      <dgm:prSet presAssocID="{521759AD-7D0A-478C-AAAE-577D5841F504}" presName="hierChild5" presStyleCnt="0"/>
      <dgm:spPr/>
    </dgm:pt>
    <dgm:pt modelId="{D362ACA6-2203-4D7F-8AEF-3C25644D18CB}" type="pres">
      <dgm:prSet presAssocID="{91CC7CD7-4A85-4608-B88B-6B168A354CD4}" presName="Name37" presStyleLbl="parChTrans1D2" presStyleIdx="1" presStyleCnt="2"/>
      <dgm:spPr/>
    </dgm:pt>
    <dgm:pt modelId="{FC48680E-BD40-48CC-A92B-35F8145AC359}" type="pres">
      <dgm:prSet presAssocID="{6E646033-54E3-4AE8-83A5-F7EFD8310D86}" presName="hierRoot2" presStyleCnt="0">
        <dgm:presLayoutVars>
          <dgm:hierBranch val="init"/>
        </dgm:presLayoutVars>
      </dgm:prSet>
      <dgm:spPr/>
    </dgm:pt>
    <dgm:pt modelId="{0C6ACD58-E08B-4DD7-A81F-D98B32B29AC2}" type="pres">
      <dgm:prSet presAssocID="{6E646033-54E3-4AE8-83A5-F7EFD8310D86}" presName="rootComposite" presStyleCnt="0"/>
      <dgm:spPr/>
    </dgm:pt>
    <dgm:pt modelId="{C2C99EB7-10E7-4AB8-BC05-E7C34466FB02}" type="pres">
      <dgm:prSet presAssocID="{6E646033-54E3-4AE8-83A5-F7EFD8310D86}" presName="rootText" presStyleLbl="node2" presStyleIdx="1" presStyleCnt="2">
        <dgm:presLayoutVars>
          <dgm:chPref val="3"/>
        </dgm:presLayoutVars>
      </dgm:prSet>
      <dgm:spPr/>
    </dgm:pt>
    <dgm:pt modelId="{10AF6047-3FAF-4347-B5BA-312C5B84A654}" type="pres">
      <dgm:prSet presAssocID="{6E646033-54E3-4AE8-83A5-F7EFD8310D86}" presName="rootConnector" presStyleLbl="node2" presStyleIdx="1" presStyleCnt="2"/>
      <dgm:spPr/>
    </dgm:pt>
    <dgm:pt modelId="{14162546-9382-4E8A-89ED-C18FADF32BD9}" type="pres">
      <dgm:prSet presAssocID="{6E646033-54E3-4AE8-83A5-F7EFD8310D86}" presName="hierChild4" presStyleCnt="0"/>
      <dgm:spPr/>
    </dgm:pt>
    <dgm:pt modelId="{BC0E38FC-C375-4CD6-9056-1AFC5362B920}" type="pres">
      <dgm:prSet presAssocID="{B64280EF-7773-4FE0-AC21-EDD9874D6ECA}" presName="Name37" presStyleLbl="parChTrans1D3" presStyleIdx="2" presStyleCnt="4"/>
      <dgm:spPr/>
    </dgm:pt>
    <dgm:pt modelId="{4305040B-7D95-435C-8AA2-A67239C78C70}" type="pres">
      <dgm:prSet presAssocID="{C0AB49B5-B1FC-43C1-B3C0-04C897BF1C60}" presName="hierRoot2" presStyleCnt="0">
        <dgm:presLayoutVars>
          <dgm:hierBranch val="init"/>
        </dgm:presLayoutVars>
      </dgm:prSet>
      <dgm:spPr/>
    </dgm:pt>
    <dgm:pt modelId="{1B7067AA-F2F0-4BB5-B7F1-212C357F6B81}" type="pres">
      <dgm:prSet presAssocID="{C0AB49B5-B1FC-43C1-B3C0-04C897BF1C60}" presName="rootComposite" presStyleCnt="0"/>
      <dgm:spPr/>
    </dgm:pt>
    <dgm:pt modelId="{EE1E3B58-C7C8-461B-AB33-DEB261FBAF4E}" type="pres">
      <dgm:prSet presAssocID="{C0AB49B5-B1FC-43C1-B3C0-04C897BF1C60}" presName="rootText" presStyleLbl="node3" presStyleIdx="2" presStyleCnt="4">
        <dgm:presLayoutVars>
          <dgm:chPref val="3"/>
        </dgm:presLayoutVars>
      </dgm:prSet>
      <dgm:spPr/>
    </dgm:pt>
    <dgm:pt modelId="{5F00BF57-166C-4A2F-910B-78259C159B77}" type="pres">
      <dgm:prSet presAssocID="{C0AB49B5-B1FC-43C1-B3C0-04C897BF1C60}" presName="rootConnector" presStyleLbl="node3" presStyleIdx="2" presStyleCnt="4"/>
      <dgm:spPr/>
    </dgm:pt>
    <dgm:pt modelId="{F2504BD0-29BB-40FB-98DF-180926407927}" type="pres">
      <dgm:prSet presAssocID="{C0AB49B5-B1FC-43C1-B3C0-04C897BF1C60}" presName="hierChild4" presStyleCnt="0"/>
      <dgm:spPr/>
    </dgm:pt>
    <dgm:pt modelId="{A7186CDC-F5B2-472A-90D0-871D30076B2E}" type="pres">
      <dgm:prSet presAssocID="{58A3C00D-EBAA-44E8-AD56-FA9633B6349E}" presName="Name37" presStyleLbl="parChTrans1D4" presStyleIdx="7" presStyleCnt="11"/>
      <dgm:spPr/>
    </dgm:pt>
    <dgm:pt modelId="{E9ADCD78-17D2-48FA-8892-85DADF45D573}" type="pres">
      <dgm:prSet presAssocID="{49A1ECD9-B81E-4730-A99E-1840D7BE2CFF}" presName="hierRoot2" presStyleCnt="0">
        <dgm:presLayoutVars>
          <dgm:hierBranch val="init"/>
        </dgm:presLayoutVars>
      </dgm:prSet>
      <dgm:spPr/>
    </dgm:pt>
    <dgm:pt modelId="{0073CAE8-2516-44A8-9D1B-810B3714083A}" type="pres">
      <dgm:prSet presAssocID="{49A1ECD9-B81E-4730-A99E-1840D7BE2CFF}" presName="rootComposite" presStyleCnt="0"/>
      <dgm:spPr/>
    </dgm:pt>
    <dgm:pt modelId="{0EF6BB72-AD8A-493B-9A6F-F4F9FB3165B3}" type="pres">
      <dgm:prSet presAssocID="{49A1ECD9-B81E-4730-A99E-1840D7BE2CFF}" presName="rootText" presStyleLbl="node4" presStyleIdx="7" presStyleCnt="11">
        <dgm:presLayoutVars>
          <dgm:chPref val="3"/>
        </dgm:presLayoutVars>
      </dgm:prSet>
      <dgm:spPr/>
    </dgm:pt>
    <dgm:pt modelId="{E6B82545-C8B4-483F-98CB-B6BCAC766E10}" type="pres">
      <dgm:prSet presAssocID="{49A1ECD9-B81E-4730-A99E-1840D7BE2CFF}" presName="rootConnector" presStyleLbl="node4" presStyleIdx="7" presStyleCnt="11"/>
      <dgm:spPr/>
    </dgm:pt>
    <dgm:pt modelId="{8EBA5D6C-D6E0-4F55-8D36-F049215D0FA8}" type="pres">
      <dgm:prSet presAssocID="{49A1ECD9-B81E-4730-A99E-1840D7BE2CFF}" presName="hierChild4" presStyleCnt="0"/>
      <dgm:spPr/>
    </dgm:pt>
    <dgm:pt modelId="{778553CC-4FC7-4FA8-8BCD-623DB41B8758}" type="pres">
      <dgm:prSet presAssocID="{49A1ECD9-B81E-4730-A99E-1840D7BE2CFF}" presName="hierChild5" presStyleCnt="0"/>
      <dgm:spPr/>
    </dgm:pt>
    <dgm:pt modelId="{11E0B9B5-9684-4062-972E-210A1F176AA0}" type="pres">
      <dgm:prSet presAssocID="{4DDAE1E6-7540-4C52-A812-1D5FF6A06E6A}" presName="Name37" presStyleLbl="parChTrans1D4" presStyleIdx="8" presStyleCnt="11"/>
      <dgm:spPr/>
    </dgm:pt>
    <dgm:pt modelId="{C69DB04C-70D5-4216-8623-574FC0E9CE8B}" type="pres">
      <dgm:prSet presAssocID="{6100595A-0256-405C-B381-7DDFB4502866}" presName="hierRoot2" presStyleCnt="0">
        <dgm:presLayoutVars>
          <dgm:hierBranch val="init"/>
        </dgm:presLayoutVars>
      </dgm:prSet>
      <dgm:spPr/>
    </dgm:pt>
    <dgm:pt modelId="{14C42376-1C6C-48C6-8B58-49C21192955A}" type="pres">
      <dgm:prSet presAssocID="{6100595A-0256-405C-B381-7DDFB4502866}" presName="rootComposite" presStyleCnt="0"/>
      <dgm:spPr/>
    </dgm:pt>
    <dgm:pt modelId="{4C5DFBB1-1397-41F3-9CA5-E15097F1DC69}" type="pres">
      <dgm:prSet presAssocID="{6100595A-0256-405C-B381-7DDFB4502866}" presName="rootText" presStyleLbl="node4" presStyleIdx="8" presStyleCnt="11">
        <dgm:presLayoutVars>
          <dgm:chPref val="3"/>
        </dgm:presLayoutVars>
      </dgm:prSet>
      <dgm:spPr/>
    </dgm:pt>
    <dgm:pt modelId="{85F216ED-4A14-4B10-BA82-8CE156A77AC7}" type="pres">
      <dgm:prSet presAssocID="{6100595A-0256-405C-B381-7DDFB4502866}" presName="rootConnector" presStyleLbl="node4" presStyleIdx="8" presStyleCnt="11"/>
      <dgm:spPr/>
    </dgm:pt>
    <dgm:pt modelId="{9ADA4C04-9F05-48C2-B0D2-8B66E2E83F35}" type="pres">
      <dgm:prSet presAssocID="{6100595A-0256-405C-B381-7DDFB4502866}" presName="hierChild4" presStyleCnt="0"/>
      <dgm:spPr/>
    </dgm:pt>
    <dgm:pt modelId="{3F85A589-FAD8-4A15-8A04-43C68F862F6B}" type="pres">
      <dgm:prSet presAssocID="{6100595A-0256-405C-B381-7DDFB4502866}" presName="hierChild5" presStyleCnt="0"/>
      <dgm:spPr/>
    </dgm:pt>
    <dgm:pt modelId="{FF51967A-B3A9-4C2D-9938-2374C5BD4A8F}" type="pres">
      <dgm:prSet presAssocID="{C0AB49B5-B1FC-43C1-B3C0-04C897BF1C60}" presName="hierChild5" presStyleCnt="0"/>
      <dgm:spPr/>
    </dgm:pt>
    <dgm:pt modelId="{C65FF8F6-EDC1-4C05-8BB7-66083BDD38AD}" type="pres">
      <dgm:prSet presAssocID="{7FE8C46A-7511-4EDA-9BC3-6C06BF5D535D}" presName="Name37" presStyleLbl="parChTrans1D3" presStyleIdx="3" presStyleCnt="4"/>
      <dgm:spPr/>
    </dgm:pt>
    <dgm:pt modelId="{64364E4F-A197-4C45-A53F-0FA652A79F16}" type="pres">
      <dgm:prSet presAssocID="{97E4C4B8-15E1-46A5-A85C-235EB9C443F3}" presName="hierRoot2" presStyleCnt="0">
        <dgm:presLayoutVars>
          <dgm:hierBranch val="init"/>
        </dgm:presLayoutVars>
      </dgm:prSet>
      <dgm:spPr/>
    </dgm:pt>
    <dgm:pt modelId="{3B3DC53A-9285-4E50-89F9-7BC49A199147}" type="pres">
      <dgm:prSet presAssocID="{97E4C4B8-15E1-46A5-A85C-235EB9C443F3}" presName="rootComposite" presStyleCnt="0"/>
      <dgm:spPr/>
    </dgm:pt>
    <dgm:pt modelId="{8AA338C2-039F-46D1-986C-CEA4E69771D2}" type="pres">
      <dgm:prSet presAssocID="{97E4C4B8-15E1-46A5-A85C-235EB9C443F3}" presName="rootText" presStyleLbl="node3" presStyleIdx="3" presStyleCnt="4">
        <dgm:presLayoutVars>
          <dgm:chPref val="3"/>
        </dgm:presLayoutVars>
      </dgm:prSet>
      <dgm:spPr/>
    </dgm:pt>
    <dgm:pt modelId="{985C1CF6-DDB1-4D37-9970-1765E7C53225}" type="pres">
      <dgm:prSet presAssocID="{97E4C4B8-15E1-46A5-A85C-235EB9C443F3}" presName="rootConnector" presStyleLbl="node3" presStyleIdx="3" presStyleCnt="4"/>
      <dgm:spPr/>
    </dgm:pt>
    <dgm:pt modelId="{B4907ED9-10A1-4916-9525-5D6BDFA70C0E}" type="pres">
      <dgm:prSet presAssocID="{97E4C4B8-15E1-46A5-A85C-235EB9C443F3}" presName="hierChild4" presStyleCnt="0"/>
      <dgm:spPr/>
    </dgm:pt>
    <dgm:pt modelId="{7BAEA16B-E01A-49AF-B45F-6CA49EA91DDA}" type="pres">
      <dgm:prSet presAssocID="{2A3E1995-B58F-4A70-97CF-190AD5D1F8FE}" presName="Name37" presStyleLbl="parChTrans1D4" presStyleIdx="9" presStyleCnt="11"/>
      <dgm:spPr/>
    </dgm:pt>
    <dgm:pt modelId="{156E3A9E-0B68-4628-8AC9-9C5AC361ED5E}" type="pres">
      <dgm:prSet presAssocID="{5F28B028-86EE-43FF-A2B9-B2955B52F1BB}" presName="hierRoot2" presStyleCnt="0">
        <dgm:presLayoutVars>
          <dgm:hierBranch val="init"/>
        </dgm:presLayoutVars>
      </dgm:prSet>
      <dgm:spPr/>
    </dgm:pt>
    <dgm:pt modelId="{2EC8D229-227B-42FB-B0D7-BD359A5E60E1}" type="pres">
      <dgm:prSet presAssocID="{5F28B028-86EE-43FF-A2B9-B2955B52F1BB}" presName="rootComposite" presStyleCnt="0"/>
      <dgm:spPr/>
    </dgm:pt>
    <dgm:pt modelId="{E01E1B84-1B5F-45CB-A36A-267EFC32C4AC}" type="pres">
      <dgm:prSet presAssocID="{5F28B028-86EE-43FF-A2B9-B2955B52F1BB}" presName="rootText" presStyleLbl="node4" presStyleIdx="9" presStyleCnt="11">
        <dgm:presLayoutVars>
          <dgm:chPref val="3"/>
        </dgm:presLayoutVars>
      </dgm:prSet>
      <dgm:spPr/>
    </dgm:pt>
    <dgm:pt modelId="{B3C63C04-BAD3-41E4-999B-D321C00F80BC}" type="pres">
      <dgm:prSet presAssocID="{5F28B028-86EE-43FF-A2B9-B2955B52F1BB}" presName="rootConnector" presStyleLbl="node4" presStyleIdx="9" presStyleCnt="11"/>
      <dgm:spPr/>
    </dgm:pt>
    <dgm:pt modelId="{932A29A8-7D36-4966-842E-5B949A9554EA}" type="pres">
      <dgm:prSet presAssocID="{5F28B028-86EE-43FF-A2B9-B2955B52F1BB}" presName="hierChild4" presStyleCnt="0"/>
      <dgm:spPr/>
    </dgm:pt>
    <dgm:pt modelId="{5BF59B98-4464-4E7C-8F35-DCC6D5F2C2F3}" type="pres">
      <dgm:prSet presAssocID="{5F28B028-86EE-43FF-A2B9-B2955B52F1BB}" presName="hierChild5" presStyleCnt="0"/>
      <dgm:spPr/>
    </dgm:pt>
    <dgm:pt modelId="{14A00889-DD9C-46C9-974B-AAF75910A3C7}" type="pres">
      <dgm:prSet presAssocID="{41AA5D28-1F34-4E5D-9774-0DD63B9855B8}" presName="Name37" presStyleLbl="parChTrans1D4" presStyleIdx="10" presStyleCnt="11"/>
      <dgm:spPr/>
    </dgm:pt>
    <dgm:pt modelId="{418E42CA-0DF2-4FA7-B5AB-85A81C951B6C}" type="pres">
      <dgm:prSet presAssocID="{6CDEDF30-B4A4-4A1C-9991-6899404F5FEA}" presName="hierRoot2" presStyleCnt="0">
        <dgm:presLayoutVars>
          <dgm:hierBranch val="init"/>
        </dgm:presLayoutVars>
      </dgm:prSet>
      <dgm:spPr/>
    </dgm:pt>
    <dgm:pt modelId="{797A3852-FC9A-4ED0-9F9C-019472CCE327}" type="pres">
      <dgm:prSet presAssocID="{6CDEDF30-B4A4-4A1C-9991-6899404F5FEA}" presName="rootComposite" presStyleCnt="0"/>
      <dgm:spPr/>
    </dgm:pt>
    <dgm:pt modelId="{347EA698-66D4-4703-9EE8-3F58353CEA7A}" type="pres">
      <dgm:prSet presAssocID="{6CDEDF30-B4A4-4A1C-9991-6899404F5FEA}" presName="rootText" presStyleLbl="node4" presStyleIdx="10" presStyleCnt="11">
        <dgm:presLayoutVars>
          <dgm:chPref val="3"/>
        </dgm:presLayoutVars>
      </dgm:prSet>
      <dgm:spPr/>
    </dgm:pt>
    <dgm:pt modelId="{67329BD3-9CB1-4B7C-B9C9-D21A4139F029}" type="pres">
      <dgm:prSet presAssocID="{6CDEDF30-B4A4-4A1C-9991-6899404F5FEA}" presName="rootConnector" presStyleLbl="node4" presStyleIdx="10" presStyleCnt="11"/>
      <dgm:spPr/>
    </dgm:pt>
    <dgm:pt modelId="{085D4552-2818-4784-B1EB-AA6F4899B072}" type="pres">
      <dgm:prSet presAssocID="{6CDEDF30-B4A4-4A1C-9991-6899404F5FEA}" presName="hierChild4" presStyleCnt="0"/>
      <dgm:spPr/>
    </dgm:pt>
    <dgm:pt modelId="{0D40A285-B11D-4EBD-AC9C-2883387A6BCF}" type="pres">
      <dgm:prSet presAssocID="{6CDEDF30-B4A4-4A1C-9991-6899404F5FEA}" presName="hierChild5" presStyleCnt="0"/>
      <dgm:spPr/>
    </dgm:pt>
    <dgm:pt modelId="{165A82FA-FD4D-4926-B4C7-11A646B55D78}" type="pres">
      <dgm:prSet presAssocID="{97E4C4B8-15E1-46A5-A85C-235EB9C443F3}" presName="hierChild5" presStyleCnt="0"/>
      <dgm:spPr/>
    </dgm:pt>
    <dgm:pt modelId="{3E50DBFA-57EE-4BE7-A055-3E74CECC51BB}" type="pres">
      <dgm:prSet presAssocID="{6E646033-54E3-4AE8-83A5-F7EFD8310D86}" presName="hierChild5" presStyleCnt="0"/>
      <dgm:spPr/>
    </dgm:pt>
    <dgm:pt modelId="{579A8DA1-FEBC-448A-A56D-F0CD31E165E1}" type="pres">
      <dgm:prSet presAssocID="{C2B3D71C-8E94-442E-8B38-4395DD2E6D4B}" presName="hierChild3" presStyleCnt="0"/>
      <dgm:spPr/>
    </dgm:pt>
  </dgm:ptLst>
  <dgm:cxnLst>
    <dgm:cxn modelId="{F41A2B01-B67E-4949-BCE5-86A7344772F9}" type="presOf" srcId="{17412C7C-1C6F-4006-A861-D4776FD3CBC5}" destId="{5ED406CE-AAFC-4153-93B2-1A968BDF38D1}" srcOrd="0" destOrd="0" presId="urn:microsoft.com/office/officeart/2005/8/layout/orgChart1"/>
    <dgm:cxn modelId="{73E9C307-FD09-40F3-B038-386D9C581B09}" type="presOf" srcId="{6CDEDF30-B4A4-4A1C-9991-6899404F5FEA}" destId="{67329BD3-9CB1-4B7C-B9C9-D21A4139F029}" srcOrd="1" destOrd="0" presId="urn:microsoft.com/office/officeart/2005/8/layout/orgChart1"/>
    <dgm:cxn modelId="{0B98A308-DEF5-4730-8C79-03524F27895E}" type="presOf" srcId="{C7F54B02-C5B2-4BA4-8B09-296D0CB47FAB}" destId="{18352E14-DB19-420D-850C-54566AC1A26B}" srcOrd="0" destOrd="0" presId="urn:microsoft.com/office/officeart/2005/8/layout/orgChart1"/>
    <dgm:cxn modelId="{C83AF30A-1B30-4AFD-8A36-BEB8A89F7D6B}" type="presOf" srcId="{43EBF99E-D54F-4D2C-A285-243995C0A2B3}" destId="{CBE3FA3A-D471-4723-BD90-45A9D5958A7B}" srcOrd="0" destOrd="0" presId="urn:microsoft.com/office/officeart/2005/8/layout/orgChart1"/>
    <dgm:cxn modelId="{1602D60F-ABA0-4830-8678-FCA941004479}" type="presOf" srcId="{AB1C04C4-ECDF-4B11-A3D7-BF178CFD44E1}" destId="{07AF48FB-BF8C-4121-8B93-5F083E823D43}" srcOrd="0" destOrd="0" presId="urn:microsoft.com/office/officeart/2005/8/layout/orgChart1"/>
    <dgm:cxn modelId="{C0095811-8632-4202-8893-9995FD41DD38}" type="presOf" srcId="{3ADB9DA0-C1A5-4878-B6C4-13DE95514E60}" destId="{CEA40371-F92B-4F0A-B920-DB8461A57E86}" srcOrd="0" destOrd="0" presId="urn:microsoft.com/office/officeart/2005/8/layout/orgChart1"/>
    <dgm:cxn modelId="{ABBBB414-6639-4B7B-B5D8-73EF8881CA52}" type="presOf" srcId="{2A3E1995-B58F-4A70-97CF-190AD5D1F8FE}" destId="{7BAEA16B-E01A-49AF-B45F-6CA49EA91DDA}" srcOrd="0" destOrd="0" presId="urn:microsoft.com/office/officeart/2005/8/layout/orgChart1"/>
    <dgm:cxn modelId="{B77AB617-67DD-4640-89A6-BD3C54D261DD}" type="presOf" srcId="{58A3C00D-EBAA-44E8-AD56-FA9633B6349E}" destId="{A7186CDC-F5B2-472A-90D0-871D30076B2E}" srcOrd="0" destOrd="0" presId="urn:microsoft.com/office/officeart/2005/8/layout/orgChart1"/>
    <dgm:cxn modelId="{A45F981A-EF19-42EE-A96B-05F27AF0708A}" type="presOf" srcId="{F5E956DD-F908-445A-BD35-C64B253BF870}" destId="{2B19783A-BCD5-407D-9115-B272532824BD}" srcOrd="1" destOrd="0" presId="urn:microsoft.com/office/officeart/2005/8/layout/orgChart1"/>
    <dgm:cxn modelId="{B896F01E-2CDF-4BCB-9078-BE31FEF96DEA}" type="presOf" srcId="{9FF26249-9E1A-449B-8078-26256079C9AF}" destId="{8B5FCCF1-7DB8-49E7-8F95-CEC79D834216}" srcOrd="0" destOrd="0" presId="urn:microsoft.com/office/officeart/2005/8/layout/orgChart1"/>
    <dgm:cxn modelId="{CD6DB31F-990C-422C-BF39-17002CC64CF5}" srcId="{C45EFF9B-ABDC-4E80-9D1C-4274C78C343E}" destId="{17412C7C-1C6F-4006-A861-D4776FD3CBC5}" srcOrd="0" destOrd="0" parTransId="{1237DEAE-D6B5-4140-9664-9DC3095AE2E3}" sibTransId="{4F275C0F-D819-4D06-909E-41D09B6E0D01}"/>
    <dgm:cxn modelId="{E40FF322-38EB-4CF9-BCA4-9B2A1179FA99}" type="presOf" srcId="{76A93D8B-03CC-4609-B607-F3112E1DA7B4}" destId="{4156A5F4-2F55-45FC-8298-CDFD564FBFA7}" srcOrd="0" destOrd="0" presId="urn:microsoft.com/office/officeart/2005/8/layout/orgChart1"/>
    <dgm:cxn modelId="{7C845C28-A4E0-4FE9-A44B-2E4E09D415EB}" srcId="{C2B3D71C-8E94-442E-8B38-4395DD2E6D4B}" destId="{6E646033-54E3-4AE8-83A5-F7EFD8310D86}" srcOrd="1" destOrd="0" parTransId="{91CC7CD7-4A85-4608-B88B-6B168A354CD4}" sibTransId="{BEBFDEAB-4702-419C-8650-62040FCE9E73}"/>
    <dgm:cxn modelId="{54B77D2F-701F-430B-9FE0-E8676DF4EA8F}" type="presOf" srcId="{C2B3D71C-8E94-442E-8B38-4395DD2E6D4B}" destId="{CA5D34F9-857D-4EE7-95DC-4FD85A870C18}" srcOrd="0" destOrd="0" presId="urn:microsoft.com/office/officeart/2005/8/layout/orgChart1"/>
    <dgm:cxn modelId="{B2790932-0E9C-4538-A802-D9BCBCAFF083}" type="presOf" srcId="{3FB8E9D2-2EAB-49FE-8D15-A66F0A47C6E6}" destId="{7D0080CD-E10C-4A25-B0C6-9ADC80794D89}" srcOrd="0" destOrd="0" presId="urn:microsoft.com/office/officeart/2005/8/layout/orgChart1"/>
    <dgm:cxn modelId="{7A8D6C39-90E7-4F61-8080-9ACE555C7CBA}" type="presOf" srcId="{AAE9FF5F-9397-4A10-B4FD-1F8DB1A2ED49}" destId="{9D065CE5-FA18-4744-805B-825D2FAB0F07}" srcOrd="1" destOrd="0" presId="urn:microsoft.com/office/officeart/2005/8/layout/orgChart1"/>
    <dgm:cxn modelId="{C493A93D-3F10-4DCE-976A-C000F2B4F656}" type="presOf" srcId="{7FE8C46A-7511-4EDA-9BC3-6C06BF5D535D}" destId="{C65FF8F6-EDC1-4C05-8BB7-66083BDD38AD}" srcOrd="0" destOrd="0" presId="urn:microsoft.com/office/officeart/2005/8/layout/orgChart1"/>
    <dgm:cxn modelId="{96AD1440-D98D-45FA-BB6A-39945411BB05}" type="presOf" srcId="{C45EFF9B-ABDC-4E80-9D1C-4274C78C343E}" destId="{A74447A1-944A-481C-BA6D-62343284CB66}" srcOrd="0" destOrd="0" presId="urn:microsoft.com/office/officeart/2005/8/layout/orgChart1"/>
    <dgm:cxn modelId="{F47EF35B-3AAF-4357-8521-D894F586A535}" type="presOf" srcId="{17412C7C-1C6F-4006-A861-D4776FD3CBC5}" destId="{10AE62A3-989E-4656-8734-F5E83241D74E}" srcOrd="1" destOrd="0" presId="urn:microsoft.com/office/officeart/2005/8/layout/orgChart1"/>
    <dgm:cxn modelId="{30DE185C-EDF0-46C4-82DD-BF362C0F19C1}" type="presOf" srcId="{0C0AAA80-C153-4DF1-8258-BD38372D7EE4}" destId="{24507879-A6E2-4262-8192-214CF0CC89FE}" srcOrd="1" destOrd="0" presId="urn:microsoft.com/office/officeart/2005/8/layout/orgChart1"/>
    <dgm:cxn modelId="{61F95A5C-7297-425E-A979-6754AAC349DC}" type="presOf" srcId="{F9CF05BB-BB85-4E11-AE73-424A23488AC6}" destId="{486A3C42-25AD-4419-B6F2-DB5D494DB654}" srcOrd="0" destOrd="0" presId="urn:microsoft.com/office/officeart/2005/8/layout/orgChart1"/>
    <dgm:cxn modelId="{B400BD44-270F-4CCA-89FF-947F1CBC51AA}" type="presOf" srcId="{C45EFF9B-ABDC-4E80-9D1C-4274C78C343E}" destId="{41C50B93-F975-4D2C-8EBB-8020067AD3E1}" srcOrd="1" destOrd="0" presId="urn:microsoft.com/office/officeart/2005/8/layout/orgChart1"/>
    <dgm:cxn modelId="{6579E044-9930-48DC-B678-D63EBA4D51F5}" type="presOf" srcId="{CA66B8CE-6677-4E58-9B08-EBFBA436AB50}" destId="{01B2E631-E2E2-41B5-A56C-DC49E64D5751}" srcOrd="0" destOrd="0" presId="urn:microsoft.com/office/officeart/2005/8/layout/orgChart1"/>
    <dgm:cxn modelId="{F53E4847-49DA-41BB-9F4C-79EA50CEDE49}" srcId="{6E646033-54E3-4AE8-83A5-F7EFD8310D86}" destId="{97E4C4B8-15E1-46A5-A85C-235EB9C443F3}" srcOrd="1" destOrd="0" parTransId="{7FE8C46A-7511-4EDA-9BC3-6C06BF5D535D}" sibTransId="{631397CF-8F43-416D-A143-8B58D5343B2F}"/>
    <dgm:cxn modelId="{C081994B-8C94-4417-89D7-0F9657A9BF03}" type="presOf" srcId="{0C0AAA80-C153-4DF1-8258-BD38372D7EE4}" destId="{FE7CC064-5E80-413F-83A8-7CA77419E368}" srcOrd="0" destOrd="0" presId="urn:microsoft.com/office/officeart/2005/8/layout/orgChart1"/>
    <dgm:cxn modelId="{5E235D4C-5765-4C4C-9791-318F3EE99B4D}" type="presOf" srcId="{97E4C4B8-15E1-46A5-A85C-235EB9C443F3}" destId="{8AA338C2-039F-46D1-986C-CEA4E69771D2}" srcOrd="0" destOrd="0" presId="urn:microsoft.com/office/officeart/2005/8/layout/orgChart1"/>
    <dgm:cxn modelId="{F697AF6F-8243-46E2-A2C8-4CC7A77DFA65}" srcId="{521759AD-7D0A-478C-AAAE-577D5841F504}" destId="{C45EFF9B-ABDC-4E80-9D1C-4274C78C343E}" srcOrd="1" destOrd="0" parTransId="{F9CF05BB-BB85-4E11-AE73-424A23488AC6}" sibTransId="{AFF89AE8-1C44-48BD-9BB7-28046C835BB1}"/>
    <dgm:cxn modelId="{00188F73-F4E7-4EB7-A1FE-5A7C6DB5BB56}" srcId="{6E646033-54E3-4AE8-83A5-F7EFD8310D86}" destId="{C0AB49B5-B1FC-43C1-B3C0-04C897BF1C60}" srcOrd="0" destOrd="0" parTransId="{B64280EF-7773-4FE0-AC21-EDD9874D6ECA}" sibTransId="{56B08122-263D-409B-B7BD-D04E53195B65}"/>
    <dgm:cxn modelId="{B6769975-AA0C-4156-9698-08EAA238484A}" type="presOf" srcId="{4DDAE1E6-7540-4C52-A812-1D5FF6A06E6A}" destId="{11E0B9B5-9684-4062-972E-210A1F176AA0}" srcOrd="0" destOrd="0" presId="urn:microsoft.com/office/officeart/2005/8/layout/orgChart1"/>
    <dgm:cxn modelId="{19E2A756-B448-44A4-B5BD-E5FF8909E331}" srcId="{C0AB49B5-B1FC-43C1-B3C0-04C897BF1C60}" destId="{49A1ECD9-B81E-4730-A99E-1840D7BE2CFF}" srcOrd="0" destOrd="0" parTransId="{58A3C00D-EBAA-44E8-AD56-FA9633B6349E}" sibTransId="{EEE8AAC0-793B-48AE-A36B-F903092BBB2D}"/>
    <dgm:cxn modelId="{5310B556-8852-4185-A036-9662FAABFC2A}" type="presOf" srcId="{1237DEAE-D6B5-4140-9664-9DC3095AE2E3}" destId="{3C2FAB16-1564-4EE9-858E-739904B895F3}" srcOrd="0" destOrd="0" presId="urn:microsoft.com/office/officeart/2005/8/layout/orgChart1"/>
    <dgm:cxn modelId="{6DCE5959-EB36-49D7-9287-0E3C7619BE56}" type="presOf" srcId="{521759AD-7D0A-478C-AAAE-577D5841F504}" destId="{12E60E7E-A76C-4BA7-958C-CBCCD9F19C35}" srcOrd="1" destOrd="0" presId="urn:microsoft.com/office/officeart/2005/8/layout/orgChart1"/>
    <dgm:cxn modelId="{E0C1BE7C-70DA-44FF-83E6-F5C7E55A8E5C}" srcId="{0C0AAA80-C153-4DF1-8258-BD38372D7EE4}" destId="{C7F54B02-C5B2-4BA4-8B09-296D0CB47FAB}" srcOrd="0" destOrd="0" parTransId="{3FB8E9D2-2EAB-49FE-8D15-A66F0A47C6E6}" sibTransId="{F7FE63CB-4FDB-47CB-80D2-BD9B79AB51C2}"/>
    <dgm:cxn modelId="{55E57A81-167C-43EE-9E17-C1C6879B4E5D}" type="presOf" srcId="{B64280EF-7773-4FE0-AC21-EDD9874D6ECA}" destId="{BC0E38FC-C375-4CD6-9056-1AFC5362B920}" srcOrd="0" destOrd="0" presId="urn:microsoft.com/office/officeart/2005/8/layout/orgChart1"/>
    <dgm:cxn modelId="{8791D782-A8EA-4FF4-BF77-13101DF47C56}" type="presOf" srcId="{AAE9FF5F-9397-4A10-B4FD-1F8DB1A2ED49}" destId="{2D7835EA-2EE0-447A-AEF6-DF168F7B0600}" srcOrd="0" destOrd="0" presId="urn:microsoft.com/office/officeart/2005/8/layout/orgChart1"/>
    <dgm:cxn modelId="{08707088-C292-4720-9240-3D3241259DEA}" type="presOf" srcId="{6DD184D1-2A5A-48A3-910C-C5A26E0DA16B}" destId="{B1A37A11-D62B-4D56-BA7C-0803C4D3625E}" srcOrd="0" destOrd="0" presId="urn:microsoft.com/office/officeart/2005/8/layout/orgChart1"/>
    <dgm:cxn modelId="{D7DA608A-84F6-4C1C-B53C-DE174D2F1311}" srcId="{C45EFF9B-ABDC-4E80-9D1C-4274C78C343E}" destId="{3B151A79-0876-4485-A7B6-68E5539234A2}" srcOrd="3" destOrd="0" parTransId="{76A93D8B-03CC-4609-B607-F3112E1DA7B4}" sibTransId="{12254AA5-D4F0-4C9C-8D43-193E9571170D}"/>
    <dgm:cxn modelId="{79973491-D576-49EA-8276-91E1DFA91692}" type="presOf" srcId="{5FD948A9-E9CE-44AC-A1BB-45A57885CEF2}" destId="{1EE9ED64-01B2-4710-B955-6A66FD6C9F3C}" srcOrd="1" destOrd="0" presId="urn:microsoft.com/office/officeart/2005/8/layout/orgChart1"/>
    <dgm:cxn modelId="{F809DF97-E69E-4EC8-A59E-AA8786814494}" type="presOf" srcId="{5F28B028-86EE-43FF-A2B9-B2955B52F1BB}" destId="{B3C63C04-BAD3-41E4-999B-D321C00F80BC}" srcOrd="1" destOrd="0" presId="urn:microsoft.com/office/officeart/2005/8/layout/orgChart1"/>
    <dgm:cxn modelId="{B9099E99-1A35-4F2E-A21C-CEE99612D1D5}" srcId="{0C0AAA80-C153-4DF1-8258-BD38372D7EE4}" destId="{9FF26249-9E1A-449B-8078-26256079C9AF}" srcOrd="1" destOrd="0" parTransId="{AB1C04C4-ECDF-4B11-A3D7-BF178CFD44E1}" sibTransId="{D29F43C6-8489-4A29-AA6D-DB5CAA14D822}"/>
    <dgm:cxn modelId="{0015B89D-4172-43E2-88E7-766D1D508DC2}" type="presOf" srcId="{C0AB49B5-B1FC-43C1-B3C0-04C897BF1C60}" destId="{EE1E3B58-C7C8-461B-AB33-DEB261FBAF4E}" srcOrd="0" destOrd="0" presId="urn:microsoft.com/office/officeart/2005/8/layout/orgChart1"/>
    <dgm:cxn modelId="{5878D5A3-2CD1-4CA9-A07A-F01F3F793DB1}" srcId="{97E4C4B8-15E1-46A5-A85C-235EB9C443F3}" destId="{5F28B028-86EE-43FF-A2B9-B2955B52F1BB}" srcOrd="0" destOrd="0" parTransId="{2A3E1995-B58F-4A70-97CF-190AD5D1F8FE}" sibTransId="{4C69F39A-7B9A-4FB5-B1F0-2075F1FB55CE}"/>
    <dgm:cxn modelId="{988EE0A3-62F7-452C-9D54-35E29E4804E5}" type="presOf" srcId="{C7F54B02-C5B2-4BA4-8B09-296D0CB47FAB}" destId="{4628A8EF-F09C-4A11-99A1-8C279DECDBBB}" srcOrd="1" destOrd="0" presId="urn:microsoft.com/office/officeart/2005/8/layout/orgChart1"/>
    <dgm:cxn modelId="{E76A3EA6-90F5-40DC-8DB2-3F4AD09AE791}" type="presOf" srcId="{6E646033-54E3-4AE8-83A5-F7EFD8310D86}" destId="{C2C99EB7-10E7-4AB8-BC05-E7C34466FB02}" srcOrd="0" destOrd="0" presId="urn:microsoft.com/office/officeart/2005/8/layout/orgChart1"/>
    <dgm:cxn modelId="{4C00A9A8-1856-4B68-B223-2844310E5762}" type="presOf" srcId="{6100595A-0256-405C-B381-7DDFB4502866}" destId="{85F216ED-4A14-4B10-BA82-8CE156A77AC7}" srcOrd="1" destOrd="0" presId="urn:microsoft.com/office/officeart/2005/8/layout/orgChart1"/>
    <dgm:cxn modelId="{7528AAA9-DA23-4232-8F9F-37C85E348D4A}" srcId="{C45EFF9B-ABDC-4E80-9D1C-4274C78C343E}" destId="{F5E956DD-F908-445A-BD35-C64B253BF870}" srcOrd="4" destOrd="0" parTransId="{6DD184D1-2A5A-48A3-910C-C5A26E0DA16B}" sibTransId="{CDFE07BA-FEAC-441B-924A-1CDDB53552CA}"/>
    <dgm:cxn modelId="{D0F4B5AA-CE18-415F-92B4-C666D5AE7ED4}" type="presOf" srcId="{49A1ECD9-B81E-4730-A99E-1840D7BE2CFF}" destId="{E6B82545-C8B4-483F-98CB-B6BCAC766E10}" srcOrd="1" destOrd="0" presId="urn:microsoft.com/office/officeart/2005/8/layout/orgChart1"/>
    <dgm:cxn modelId="{C01C53B0-7101-458D-8551-830CF00DDB72}" type="presOf" srcId="{ADF363BA-167D-4158-B0F3-1CEBD008EAD9}" destId="{CF2E5BA6-E1A7-4437-A8CA-9DA7507706C0}" srcOrd="0" destOrd="0" presId="urn:microsoft.com/office/officeart/2005/8/layout/orgChart1"/>
    <dgm:cxn modelId="{89E97EB5-2FA1-44D4-84AD-C6C33E3C6439}" type="presOf" srcId="{5FD948A9-E9CE-44AC-A1BB-45A57885CEF2}" destId="{9A7E9305-2976-44EB-80F2-D54120A8D440}" srcOrd="0" destOrd="0" presId="urn:microsoft.com/office/officeart/2005/8/layout/orgChart1"/>
    <dgm:cxn modelId="{151CBBB9-A54E-4CD6-AB51-CCD8731ED98F}" type="presOf" srcId="{5F28B028-86EE-43FF-A2B9-B2955B52F1BB}" destId="{E01E1B84-1B5F-45CB-A36A-267EFC32C4AC}" srcOrd="0" destOrd="0" presId="urn:microsoft.com/office/officeart/2005/8/layout/orgChart1"/>
    <dgm:cxn modelId="{761F8EBB-E816-432C-AB1E-06D8079CC918}" type="presOf" srcId="{91CC7CD7-4A85-4608-B88B-6B168A354CD4}" destId="{D362ACA6-2203-4D7F-8AEF-3C25644D18CB}" srcOrd="0" destOrd="0" presId="urn:microsoft.com/office/officeart/2005/8/layout/orgChart1"/>
    <dgm:cxn modelId="{1D1431C9-26BA-4254-9808-00DCCE48E2D8}" type="presOf" srcId="{3B151A79-0876-4485-A7B6-68E5539234A2}" destId="{47A4B6C0-C324-45BF-AF7E-E3D1852C2A41}" srcOrd="1" destOrd="0" presId="urn:microsoft.com/office/officeart/2005/8/layout/orgChart1"/>
    <dgm:cxn modelId="{65B588CC-4480-489A-B186-E12674159EE8}" srcId="{C45EFF9B-ABDC-4E80-9D1C-4274C78C343E}" destId="{AAE9FF5F-9397-4A10-B4FD-1F8DB1A2ED49}" srcOrd="2" destOrd="0" parTransId="{CA66B8CE-6677-4E58-9B08-EBFBA436AB50}" sibTransId="{C2575406-471F-404B-8971-1D02C9F6A4C6}"/>
    <dgm:cxn modelId="{B710A4CC-2A6C-4F11-896D-628C0C8D403B}" srcId="{97E4C4B8-15E1-46A5-A85C-235EB9C443F3}" destId="{6CDEDF30-B4A4-4A1C-9991-6899404F5FEA}" srcOrd="1" destOrd="0" parTransId="{41AA5D28-1F34-4E5D-9774-0DD63B9855B8}" sibTransId="{AA25B895-E5B4-4901-A866-5DE0CAE6E84E}"/>
    <dgm:cxn modelId="{89B9B1CE-98BB-4EB3-909A-A6D447F57515}" type="presOf" srcId="{521759AD-7D0A-478C-AAAE-577D5841F504}" destId="{BF89C0B5-8747-40E9-A445-48A5A3085152}" srcOrd="0" destOrd="0" presId="urn:microsoft.com/office/officeart/2005/8/layout/orgChart1"/>
    <dgm:cxn modelId="{EDEEB4D0-FE12-48B3-9B2C-D3CF2647ACE9}" srcId="{C2B3D71C-8E94-442E-8B38-4395DD2E6D4B}" destId="{521759AD-7D0A-478C-AAAE-577D5841F504}" srcOrd="0" destOrd="0" parTransId="{3ADB9DA0-C1A5-4878-B6C4-13DE95514E60}" sibTransId="{ADFFA079-DEDE-44C3-A431-2A6A499ED36A}"/>
    <dgm:cxn modelId="{284E97D2-7D22-460A-A8D8-5E64CAE7DED7}" type="presOf" srcId="{963480DD-C7BE-4FFD-962C-80D6815A900A}" destId="{731507F5-B168-4C7E-8148-214D2648208F}" srcOrd="0" destOrd="0" presId="urn:microsoft.com/office/officeart/2005/8/layout/orgChart1"/>
    <dgm:cxn modelId="{5AAA9AD3-F3BD-47CE-8192-C7EF4735B8AC}" type="presOf" srcId="{49A1ECD9-B81E-4730-A99E-1840D7BE2CFF}" destId="{0EF6BB72-AD8A-493B-9A6F-F4F9FB3165B3}" srcOrd="0" destOrd="0" presId="urn:microsoft.com/office/officeart/2005/8/layout/orgChart1"/>
    <dgm:cxn modelId="{E1588CD6-D506-4621-B4C2-C0B45E4E5B01}" type="presOf" srcId="{6CDEDF30-B4A4-4A1C-9991-6899404F5FEA}" destId="{347EA698-66D4-4703-9EE8-3F58353CEA7A}" srcOrd="0" destOrd="0" presId="urn:microsoft.com/office/officeart/2005/8/layout/orgChart1"/>
    <dgm:cxn modelId="{7D6814D7-5DA7-4E1A-A517-B258E6BB95BB}" type="presOf" srcId="{C0AB49B5-B1FC-43C1-B3C0-04C897BF1C60}" destId="{5F00BF57-166C-4A2F-910B-78259C159B77}" srcOrd="1" destOrd="0" presId="urn:microsoft.com/office/officeart/2005/8/layout/orgChart1"/>
    <dgm:cxn modelId="{3EE71AE4-18D4-45B7-9CAA-7DD1F42C696D}" type="presOf" srcId="{9FF26249-9E1A-449B-8078-26256079C9AF}" destId="{3648A127-3599-4F54-8142-96A630927F3D}" srcOrd="1" destOrd="0" presId="urn:microsoft.com/office/officeart/2005/8/layout/orgChart1"/>
    <dgm:cxn modelId="{240B4DE8-DABA-44EF-8A9A-2D008E3CCE39}" type="presOf" srcId="{41AA5D28-1F34-4E5D-9774-0DD63B9855B8}" destId="{14A00889-DD9C-46C9-974B-AAF75910A3C7}" srcOrd="0" destOrd="0" presId="urn:microsoft.com/office/officeart/2005/8/layout/orgChart1"/>
    <dgm:cxn modelId="{B7E396E8-064D-4628-B7B2-04396B943A9C}" srcId="{C0AB49B5-B1FC-43C1-B3C0-04C897BF1C60}" destId="{6100595A-0256-405C-B381-7DDFB4502866}" srcOrd="1" destOrd="0" parTransId="{4DDAE1E6-7540-4C52-A812-1D5FF6A06E6A}" sibTransId="{1C55506E-6285-416B-BE5D-064BD6D69895}"/>
    <dgm:cxn modelId="{5B3948E9-5E35-45CE-98AA-85068C480571}" srcId="{43EBF99E-D54F-4D2C-A285-243995C0A2B3}" destId="{C2B3D71C-8E94-442E-8B38-4395DD2E6D4B}" srcOrd="0" destOrd="0" parTransId="{A8BF1C1F-299C-4AC4-BB61-10BE31D4A111}" sibTransId="{CF6A2E6A-0DAA-44B0-B465-E039FD2717EB}"/>
    <dgm:cxn modelId="{4C544FE9-B0DA-4680-8604-4178CABCFC0B}" type="presOf" srcId="{F5E956DD-F908-445A-BD35-C64B253BF870}" destId="{F699486A-1E23-477A-A5DE-5E444D7F33F3}" srcOrd="0" destOrd="0" presId="urn:microsoft.com/office/officeart/2005/8/layout/orgChart1"/>
    <dgm:cxn modelId="{F5943BEA-B6BE-4C4D-A87C-3FE45C956DD8}" srcId="{521759AD-7D0A-478C-AAAE-577D5841F504}" destId="{0C0AAA80-C153-4DF1-8258-BD38372D7EE4}" srcOrd="0" destOrd="0" parTransId="{ADF363BA-167D-4158-B0F3-1CEBD008EAD9}" sibTransId="{F021F3DC-A6F0-4854-A31D-0D8FFFE7614B}"/>
    <dgm:cxn modelId="{161958EE-D783-4280-A9C1-3EE2752AC286}" type="presOf" srcId="{97E4C4B8-15E1-46A5-A85C-235EB9C443F3}" destId="{985C1CF6-DDB1-4D37-9970-1765E7C53225}" srcOrd="1" destOrd="0" presId="urn:microsoft.com/office/officeart/2005/8/layout/orgChart1"/>
    <dgm:cxn modelId="{FB563AF3-7036-489A-A563-F7916F32578E}" type="presOf" srcId="{3B151A79-0876-4485-A7B6-68E5539234A2}" destId="{14EEEA57-8225-4351-9A93-2D360E78FED9}" srcOrd="0" destOrd="0" presId="urn:microsoft.com/office/officeart/2005/8/layout/orgChart1"/>
    <dgm:cxn modelId="{A74E28F6-EFD6-48F3-8601-370D53ACE8F8}" type="presOf" srcId="{6100595A-0256-405C-B381-7DDFB4502866}" destId="{4C5DFBB1-1397-41F3-9CA5-E15097F1DC69}" srcOrd="0" destOrd="0" presId="urn:microsoft.com/office/officeart/2005/8/layout/orgChart1"/>
    <dgm:cxn modelId="{9230E7F6-13D6-42F2-B924-2BE2793FA812}" srcId="{C45EFF9B-ABDC-4E80-9D1C-4274C78C343E}" destId="{5FD948A9-E9CE-44AC-A1BB-45A57885CEF2}" srcOrd="1" destOrd="0" parTransId="{963480DD-C7BE-4FFD-962C-80D6815A900A}" sibTransId="{5306D4EA-5584-4577-B862-54D7F80F6722}"/>
    <dgm:cxn modelId="{05C8BCF9-3F1A-4608-820A-903005E147A6}" type="presOf" srcId="{6E646033-54E3-4AE8-83A5-F7EFD8310D86}" destId="{10AF6047-3FAF-4347-B5BA-312C5B84A654}" srcOrd="1" destOrd="0" presId="urn:microsoft.com/office/officeart/2005/8/layout/orgChart1"/>
    <dgm:cxn modelId="{2DAF82FB-C5C2-4782-92DA-CF00D5A17BAC}" type="presOf" srcId="{C2B3D71C-8E94-442E-8B38-4395DD2E6D4B}" destId="{CC02797E-E0BD-42BF-B33F-438E1511121B}" srcOrd="1" destOrd="0" presId="urn:microsoft.com/office/officeart/2005/8/layout/orgChart1"/>
    <dgm:cxn modelId="{E5E74319-A6A4-4AD6-A445-86E8D2DD3C64}" type="presParOf" srcId="{CBE3FA3A-D471-4723-BD90-45A9D5958A7B}" destId="{CF705DFB-6347-442D-9A20-F02D1F6A073B}" srcOrd="0" destOrd="0" presId="urn:microsoft.com/office/officeart/2005/8/layout/orgChart1"/>
    <dgm:cxn modelId="{FF3B6125-694B-4323-9A71-438E7607E6B0}" type="presParOf" srcId="{CF705DFB-6347-442D-9A20-F02D1F6A073B}" destId="{A0B72470-B90A-475F-B87B-BE3BB401E599}" srcOrd="0" destOrd="0" presId="urn:microsoft.com/office/officeart/2005/8/layout/orgChart1"/>
    <dgm:cxn modelId="{8E72A320-63F2-449E-91DA-88B3607C464F}" type="presParOf" srcId="{A0B72470-B90A-475F-B87B-BE3BB401E599}" destId="{CA5D34F9-857D-4EE7-95DC-4FD85A870C18}" srcOrd="0" destOrd="0" presId="urn:microsoft.com/office/officeart/2005/8/layout/orgChart1"/>
    <dgm:cxn modelId="{21808C63-3688-4B16-9269-0237BDE8C023}" type="presParOf" srcId="{A0B72470-B90A-475F-B87B-BE3BB401E599}" destId="{CC02797E-E0BD-42BF-B33F-438E1511121B}" srcOrd="1" destOrd="0" presId="urn:microsoft.com/office/officeart/2005/8/layout/orgChart1"/>
    <dgm:cxn modelId="{EAB3F560-60CD-4F3F-AF21-15D2FB1B996D}" type="presParOf" srcId="{CF705DFB-6347-442D-9A20-F02D1F6A073B}" destId="{E35A2A3B-F150-46BC-9FAF-3F40B1D9BC0A}" srcOrd="1" destOrd="0" presId="urn:microsoft.com/office/officeart/2005/8/layout/orgChart1"/>
    <dgm:cxn modelId="{6D4C3C66-13BD-4FE9-8FBD-DEDD264720E0}" type="presParOf" srcId="{E35A2A3B-F150-46BC-9FAF-3F40B1D9BC0A}" destId="{CEA40371-F92B-4F0A-B920-DB8461A57E86}" srcOrd="0" destOrd="0" presId="urn:microsoft.com/office/officeart/2005/8/layout/orgChart1"/>
    <dgm:cxn modelId="{E4E508CD-D90A-46BC-A20B-0542FBAAE076}" type="presParOf" srcId="{E35A2A3B-F150-46BC-9FAF-3F40B1D9BC0A}" destId="{A54D3ACC-461F-4DB2-9D48-238A2B3E4A92}" srcOrd="1" destOrd="0" presId="urn:microsoft.com/office/officeart/2005/8/layout/orgChart1"/>
    <dgm:cxn modelId="{DE04AC01-4358-4292-A334-1E1B4E6A342C}" type="presParOf" srcId="{A54D3ACC-461F-4DB2-9D48-238A2B3E4A92}" destId="{944BD145-2C0B-4F25-A211-9599166372F3}" srcOrd="0" destOrd="0" presId="urn:microsoft.com/office/officeart/2005/8/layout/orgChart1"/>
    <dgm:cxn modelId="{E1332AD5-8282-4F91-B1CA-E6E663B15E9C}" type="presParOf" srcId="{944BD145-2C0B-4F25-A211-9599166372F3}" destId="{BF89C0B5-8747-40E9-A445-48A5A3085152}" srcOrd="0" destOrd="0" presId="urn:microsoft.com/office/officeart/2005/8/layout/orgChart1"/>
    <dgm:cxn modelId="{92923B9A-FEC0-49C5-975A-CF37050CECAD}" type="presParOf" srcId="{944BD145-2C0B-4F25-A211-9599166372F3}" destId="{12E60E7E-A76C-4BA7-958C-CBCCD9F19C35}" srcOrd="1" destOrd="0" presId="urn:microsoft.com/office/officeart/2005/8/layout/orgChart1"/>
    <dgm:cxn modelId="{D567858B-9C3D-4524-92C6-11273BD75C1C}" type="presParOf" srcId="{A54D3ACC-461F-4DB2-9D48-238A2B3E4A92}" destId="{12E0C57F-97A1-4479-ADE9-99181FB0FDAB}" srcOrd="1" destOrd="0" presId="urn:microsoft.com/office/officeart/2005/8/layout/orgChart1"/>
    <dgm:cxn modelId="{7E04C18B-49F0-40C1-BAEC-6FF3F78E360E}" type="presParOf" srcId="{12E0C57F-97A1-4479-ADE9-99181FB0FDAB}" destId="{CF2E5BA6-E1A7-4437-A8CA-9DA7507706C0}" srcOrd="0" destOrd="0" presId="urn:microsoft.com/office/officeart/2005/8/layout/orgChart1"/>
    <dgm:cxn modelId="{DA4F890F-2E80-4D14-9052-DD74BE174EAD}" type="presParOf" srcId="{12E0C57F-97A1-4479-ADE9-99181FB0FDAB}" destId="{C84C913D-F1F6-4CF1-96BC-ED08B850148B}" srcOrd="1" destOrd="0" presId="urn:microsoft.com/office/officeart/2005/8/layout/orgChart1"/>
    <dgm:cxn modelId="{59D7E530-DAA7-4F9B-AD0E-97E3A7ED1431}" type="presParOf" srcId="{C84C913D-F1F6-4CF1-96BC-ED08B850148B}" destId="{08D63FF6-C52C-4E89-8465-404D3054D9F1}" srcOrd="0" destOrd="0" presId="urn:microsoft.com/office/officeart/2005/8/layout/orgChart1"/>
    <dgm:cxn modelId="{BA59E23A-39D2-4C23-92D6-5CDBF0A351A4}" type="presParOf" srcId="{08D63FF6-C52C-4E89-8465-404D3054D9F1}" destId="{FE7CC064-5E80-413F-83A8-7CA77419E368}" srcOrd="0" destOrd="0" presId="urn:microsoft.com/office/officeart/2005/8/layout/orgChart1"/>
    <dgm:cxn modelId="{6D250A33-DA1F-4D51-99EF-A2B2224AB951}" type="presParOf" srcId="{08D63FF6-C52C-4E89-8465-404D3054D9F1}" destId="{24507879-A6E2-4262-8192-214CF0CC89FE}" srcOrd="1" destOrd="0" presId="urn:microsoft.com/office/officeart/2005/8/layout/orgChart1"/>
    <dgm:cxn modelId="{F9A0D561-0AC4-4D0B-9877-BC21FD29406A}" type="presParOf" srcId="{C84C913D-F1F6-4CF1-96BC-ED08B850148B}" destId="{E3566AF7-210A-49B2-B3D3-0068C19A8472}" srcOrd="1" destOrd="0" presId="urn:microsoft.com/office/officeart/2005/8/layout/orgChart1"/>
    <dgm:cxn modelId="{488E57BE-D7E9-4B94-B49E-DC4C35053D90}" type="presParOf" srcId="{E3566AF7-210A-49B2-B3D3-0068C19A8472}" destId="{7D0080CD-E10C-4A25-B0C6-9ADC80794D89}" srcOrd="0" destOrd="0" presId="urn:microsoft.com/office/officeart/2005/8/layout/orgChart1"/>
    <dgm:cxn modelId="{B7DF01E9-6FC7-4CEB-9340-338427ADD9CE}" type="presParOf" srcId="{E3566AF7-210A-49B2-B3D3-0068C19A8472}" destId="{EEDA518A-90CB-40CD-A12D-66E3D4F8CB09}" srcOrd="1" destOrd="0" presId="urn:microsoft.com/office/officeart/2005/8/layout/orgChart1"/>
    <dgm:cxn modelId="{BE88E6C5-AEDD-4BE0-B1A7-8B508F3D1F96}" type="presParOf" srcId="{EEDA518A-90CB-40CD-A12D-66E3D4F8CB09}" destId="{6F78B6CB-29BD-4E6E-B8F8-B55B02893198}" srcOrd="0" destOrd="0" presId="urn:microsoft.com/office/officeart/2005/8/layout/orgChart1"/>
    <dgm:cxn modelId="{4DCADEEA-A000-44E6-9000-E37A33BE2D19}" type="presParOf" srcId="{6F78B6CB-29BD-4E6E-B8F8-B55B02893198}" destId="{18352E14-DB19-420D-850C-54566AC1A26B}" srcOrd="0" destOrd="0" presId="urn:microsoft.com/office/officeart/2005/8/layout/orgChart1"/>
    <dgm:cxn modelId="{615CE908-9193-469C-9C84-A192F45FFAA4}" type="presParOf" srcId="{6F78B6CB-29BD-4E6E-B8F8-B55B02893198}" destId="{4628A8EF-F09C-4A11-99A1-8C279DECDBBB}" srcOrd="1" destOrd="0" presId="urn:microsoft.com/office/officeart/2005/8/layout/orgChart1"/>
    <dgm:cxn modelId="{7D81CC7C-52F8-4D7F-B26D-A58410309E7C}" type="presParOf" srcId="{EEDA518A-90CB-40CD-A12D-66E3D4F8CB09}" destId="{12CBFA7A-A5F1-47E1-96BB-E1BB64107289}" srcOrd="1" destOrd="0" presId="urn:microsoft.com/office/officeart/2005/8/layout/orgChart1"/>
    <dgm:cxn modelId="{823ECCD8-8F72-40EF-ACE9-C0C4081D3017}" type="presParOf" srcId="{EEDA518A-90CB-40CD-A12D-66E3D4F8CB09}" destId="{7E4716BB-4F94-4312-9D47-7F7F6CEF5D80}" srcOrd="2" destOrd="0" presId="urn:microsoft.com/office/officeart/2005/8/layout/orgChart1"/>
    <dgm:cxn modelId="{39A6E391-B2B3-4F45-8863-3ED890E0C4C0}" type="presParOf" srcId="{E3566AF7-210A-49B2-B3D3-0068C19A8472}" destId="{07AF48FB-BF8C-4121-8B93-5F083E823D43}" srcOrd="2" destOrd="0" presId="urn:microsoft.com/office/officeart/2005/8/layout/orgChart1"/>
    <dgm:cxn modelId="{BA550AEB-5569-4692-8419-31DEFE516429}" type="presParOf" srcId="{E3566AF7-210A-49B2-B3D3-0068C19A8472}" destId="{7E09C0B9-5A45-44C5-B11F-9E51377BAF53}" srcOrd="3" destOrd="0" presId="urn:microsoft.com/office/officeart/2005/8/layout/orgChart1"/>
    <dgm:cxn modelId="{A9C1C42E-29A0-47D0-BD89-FB52B7FEC302}" type="presParOf" srcId="{7E09C0B9-5A45-44C5-B11F-9E51377BAF53}" destId="{AD310293-3E92-4A80-9F2B-9F1F1D1F1CA3}" srcOrd="0" destOrd="0" presId="urn:microsoft.com/office/officeart/2005/8/layout/orgChart1"/>
    <dgm:cxn modelId="{2C5F3D4C-C195-4329-8B00-A616B203F6EB}" type="presParOf" srcId="{AD310293-3E92-4A80-9F2B-9F1F1D1F1CA3}" destId="{8B5FCCF1-7DB8-49E7-8F95-CEC79D834216}" srcOrd="0" destOrd="0" presId="urn:microsoft.com/office/officeart/2005/8/layout/orgChart1"/>
    <dgm:cxn modelId="{D50EA1D0-E840-468D-A32D-752BC097660C}" type="presParOf" srcId="{AD310293-3E92-4A80-9F2B-9F1F1D1F1CA3}" destId="{3648A127-3599-4F54-8142-96A630927F3D}" srcOrd="1" destOrd="0" presId="urn:microsoft.com/office/officeart/2005/8/layout/orgChart1"/>
    <dgm:cxn modelId="{01D38824-8095-4E29-BE03-014EB0B6BC12}" type="presParOf" srcId="{7E09C0B9-5A45-44C5-B11F-9E51377BAF53}" destId="{D8049313-F096-4EE1-8225-45795BC6C83B}" srcOrd="1" destOrd="0" presId="urn:microsoft.com/office/officeart/2005/8/layout/orgChart1"/>
    <dgm:cxn modelId="{A5411410-F5BE-411C-B9B5-85C9AC1872FE}" type="presParOf" srcId="{7E09C0B9-5A45-44C5-B11F-9E51377BAF53}" destId="{EA19CDA1-5BF8-46DE-8536-F2CA4D01177C}" srcOrd="2" destOrd="0" presId="urn:microsoft.com/office/officeart/2005/8/layout/orgChart1"/>
    <dgm:cxn modelId="{08FDAA67-417B-4DBC-BC48-14E30D8EFDC9}" type="presParOf" srcId="{C84C913D-F1F6-4CF1-96BC-ED08B850148B}" destId="{CF422838-19C1-4455-B220-FA0D4EE7A852}" srcOrd="2" destOrd="0" presId="urn:microsoft.com/office/officeart/2005/8/layout/orgChart1"/>
    <dgm:cxn modelId="{B12B3C11-0F68-4437-A421-C3E316351425}" type="presParOf" srcId="{12E0C57F-97A1-4479-ADE9-99181FB0FDAB}" destId="{486A3C42-25AD-4419-B6F2-DB5D494DB654}" srcOrd="2" destOrd="0" presId="urn:microsoft.com/office/officeart/2005/8/layout/orgChart1"/>
    <dgm:cxn modelId="{72D7AB6C-FFC5-4740-96D0-32A6E6A4A03E}" type="presParOf" srcId="{12E0C57F-97A1-4479-ADE9-99181FB0FDAB}" destId="{7C78191F-151B-44EC-865E-A4B02304E2D1}" srcOrd="3" destOrd="0" presId="urn:microsoft.com/office/officeart/2005/8/layout/orgChart1"/>
    <dgm:cxn modelId="{B663BFE7-EB06-4E43-B3F8-9AF48A8D781D}" type="presParOf" srcId="{7C78191F-151B-44EC-865E-A4B02304E2D1}" destId="{F2E98745-2472-46D6-8E50-9C9A47CEC89B}" srcOrd="0" destOrd="0" presId="urn:microsoft.com/office/officeart/2005/8/layout/orgChart1"/>
    <dgm:cxn modelId="{5100E4C9-12B2-4B0E-B615-4E8C8D847750}" type="presParOf" srcId="{F2E98745-2472-46D6-8E50-9C9A47CEC89B}" destId="{A74447A1-944A-481C-BA6D-62343284CB66}" srcOrd="0" destOrd="0" presId="urn:microsoft.com/office/officeart/2005/8/layout/orgChart1"/>
    <dgm:cxn modelId="{BE295628-3BEE-4C92-89B3-C7B05B6204B5}" type="presParOf" srcId="{F2E98745-2472-46D6-8E50-9C9A47CEC89B}" destId="{41C50B93-F975-4D2C-8EBB-8020067AD3E1}" srcOrd="1" destOrd="0" presId="urn:microsoft.com/office/officeart/2005/8/layout/orgChart1"/>
    <dgm:cxn modelId="{F6CFA94C-C568-4E6B-B17C-E0835B8CC9EF}" type="presParOf" srcId="{7C78191F-151B-44EC-865E-A4B02304E2D1}" destId="{07D18234-CE05-4C99-92E3-4DFBF9BAFF85}" srcOrd="1" destOrd="0" presId="urn:microsoft.com/office/officeart/2005/8/layout/orgChart1"/>
    <dgm:cxn modelId="{70B877D2-5700-4192-BE89-AEF7E541030A}" type="presParOf" srcId="{07D18234-CE05-4C99-92E3-4DFBF9BAFF85}" destId="{3C2FAB16-1564-4EE9-858E-739904B895F3}" srcOrd="0" destOrd="0" presId="urn:microsoft.com/office/officeart/2005/8/layout/orgChart1"/>
    <dgm:cxn modelId="{E422291A-B25B-4416-BC72-EF61C2669555}" type="presParOf" srcId="{07D18234-CE05-4C99-92E3-4DFBF9BAFF85}" destId="{4E08A5F2-5CD0-4BA6-BD7C-12CBD17CBA24}" srcOrd="1" destOrd="0" presId="urn:microsoft.com/office/officeart/2005/8/layout/orgChart1"/>
    <dgm:cxn modelId="{F5834CF6-F621-40AC-BB05-DB460FB57E72}" type="presParOf" srcId="{4E08A5F2-5CD0-4BA6-BD7C-12CBD17CBA24}" destId="{0A904C39-8F13-4FE8-8C0B-697D9C1F493F}" srcOrd="0" destOrd="0" presId="urn:microsoft.com/office/officeart/2005/8/layout/orgChart1"/>
    <dgm:cxn modelId="{708013F5-DE93-44AB-9E35-ABEC15E64BF3}" type="presParOf" srcId="{0A904C39-8F13-4FE8-8C0B-697D9C1F493F}" destId="{5ED406CE-AAFC-4153-93B2-1A968BDF38D1}" srcOrd="0" destOrd="0" presId="urn:microsoft.com/office/officeart/2005/8/layout/orgChart1"/>
    <dgm:cxn modelId="{70C259DF-EBA4-4150-A6C9-65AD19E0BEEB}" type="presParOf" srcId="{0A904C39-8F13-4FE8-8C0B-697D9C1F493F}" destId="{10AE62A3-989E-4656-8734-F5E83241D74E}" srcOrd="1" destOrd="0" presId="urn:microsoft.com/office/officeart/2005/8/layout/orgChart1"/>
    <dgm:cxn modelId="{640216CB-5030-42FD-8E84-2915641244E6}" type="presParOf" srcId="{4E08A5F2-5CD0-4BA6-BD7C-12CBD17CBA24}" destId="{22EB77E5-D527-48CE-9CFC-BD3DA2E1023A}" srcOrd="1" destOrd="0" presId="urn:microsoft.com/office/officeart/2005/8/layout/orgChart1"/>
    <dgm:cxn modelId="{67D357C3-A1F2-4252-BDFD-44C9EC389450}" type="presParOf" srcId="{4E08A5F2-5CD0-4BA6-BD7C-12CBD17CBA24}" destId="{3CB8BAFB-E5E8-4B31-8FC8-A9442A792204}" srcOrd="2" destOrd="0" presId="urn:microsoft.com/office/officeart/2005/8/layout/orgChart1"/>
    <dgm:cxn modelId="{D72826F1-B156-4B3D-A0D3-EC1291200AF7}" type="presParOf" srcId="{07D18234-CE05-4C99-92E3-4DFBF9BAFF85}" destId="{731507F5-B168-4C7E-8148-214D2648208F}" srcOrd="2" destOrd="0" presId="urn:microsoft.com/office/officeart/2005/8/layout/orgChart1"/>
    <dgm:cxn modelId="{587F119F-889B-4486-8C6B-81E0C6794520}" type="presParOf" srcId="{07D18234-CE05-4C99-92E3-4DFBF9BAFF85}" destId="{C383DD93-2B35-4DBB-8F9C-5AFCB0DFC35F}" srcOrd="3" destOrd="0" presId="urn:microsoft.com/office/officeart/2005/8/layout/orgChart1"/>
    <dgm:cxn modelId="{34B6CD0F-0285-49DC-B4BC-CB753C793602}" type="presParOf" srcId="{C383DD93-2B35-4DBB-8F9C-5AFCB0DFC35F}" destId="{A74F36BF-901D-4BF8-B0F0-E5186DD6F12A}" srcOrd="0" destOrd="0" presId="urn:microsoft.com/office/officeart/2005/8/layout/orgChart1"/>
    <dgm:cxn modelId="{3B55AD5C-C656-4A47-A749-54A8E3174142}" type="presParOf" srcId="{A74F36BF-901D-4BF8-B0F0-E5186DD6F12A}" destId="{9A7E9305-2976-44EB-80F2-D54120A8D440}" srcOrd="0" destOrd="0" presId="urn:microsoft.com/office/officeart/2005/8/layout/orgChart1"/>
    <dgm:cxn modelId="{F02DACC2-85AC-4004-A5CC-D00810DAF418}" type="presParOf" srcId="{A74F36BF-901D-4BF8-B0F0-E5186DD6F12A}" destId="{1EE9ED64-01B2-4710-B955-6A66FD6C9F3C}" srcOrd="1" destOrd="0" presId="urn:microsoft.com/office/officeart/2005/8/layout/orgChart1"/>
    <dgm:cxn modelId="{8F6D31E0-1B86-47D9-B92B-1D898174AD72}" type="presParOf" srcId="{C383DD93-2B35-4DBB-8F9C-5AFCB0DFC35F}" destId="{17B02F06-711C-4D78-BF0B-99C2F45C0712}" srcOrd="1" destOrd="0" presId="urn:microsoft.com/office/officeart/2005/8/layout/orgChart1"/>
    <dgm:cxn modelId="{376C645D-0DCD-446E-80BE-0C799148EE01}" type="presParOf" srcId="{C383DD93-2B35-4DBB-8F9C-5AFCB0DFC35F}" destId="{B576070C-823C-45FF-BD97-9FF4FFCD560D}" srcOrd="2" destOrd="0" presId="urn:microsoft.com/office/officeart/2005/8/layout/orgChart1"/>
    <dgm:cxn modelId="{2B37FD3C-DD44-44C6-87F7-7A2C93F5BFE6}" type="presParOf" srcId="{07D18234-CE05-4C99-92E3-4DFBF9BAFF85}" destId="{01B2E631-E2E2-41B5-A56C-DC49E64D5751}" srcOrd="4" destOrd="0" presId="urn:microsoft.com/office/officeart/2005/8/layout/orgChart1"/>
    <dgm:cxn modelId="{E278BD9E-D769-4441-8E10-1F04BBE4F4E8}" type="presParOf" srcId="{07D18234-CE05-4C99-92E3-4DFBF9BAFF85}" destId="{3C8751F8-88DE-4ED6-BA64-EEEFDD3A7FE1}" srcOrd="5" destOrd="0" presId="urn:microsoft.com/office/officeart/2005/8/layout/orgChart1"/>
    <dgm:cxn modelId="{B4F257C6-A70E-413D-9741-2A7430D4B02C}" type="presParOf" srcId="{3C8751F8-88DE-4ED6-BA64-EEEFDD3A7FE1}" destId="{75012475-068D-4DF4-97D7-D49A29B377DC}" srcOrd="0" destOrd="0" presId="urn:microsoft.com/office/officeart/2005/8/layout/orgChart1"/>
    <dgm:cxn modelId="{80424116-41E6-450A-B57F-D3E69EEE1448}" type="presParOf" srcId="{75012475-068D-4DF4-97D7-D49A29B377DC}" destId="{2D7835EA-2EE0-447A-AEF6-DF168F7B0600}" srcOrd="0" destOrd="0" presId="urn:microsoft.com/office/officeart/2005/8/layout/orgChart1"/>
    <dgm:cxn modelId="{B4277E06-1B5A-4A82-AC12-D8848AFA05BF}" type="presParOf" srcId="{75012475-068D-4DF4-97D7-D49A29B377DC}" destId="{9D065CE5-FA18-4744-805B-825D2FAB0F07}" srcOrd="1" destOrd="0" presId="urn:microsoft.com/office/officeart/2005/8/layout/orgChart1"/>
    <dgm:cxn modelId="{972C7180-8951-4E65-A4DD-C968DF2F6F21}" type="presParOf" srcId="{3C8751F8-88DE-4ED6-BA64-EEEFDD3A7FE1}" destId="{3E8ECB7A-12C9-4EF3-9FBE-198F4F08BC30}" srcOrd="1" destOrd="0" presId="urn:microsoft.com/office/officeart/2005/8/layout/orgChart1"/>
    <dgm:cxn modelId="{0384454C-84F1-4064-A5E7-1B1D8030C92F}" type="presParOf" srcId="{3C8751F8-88DE-4ED6-BA64-EEEFDD3A7FE1}" destId="{B8BA1066-1EF8-4008-B8F2-60ED145C4D70}" srcOrd="2" destOrd="0" presId="urn:microsoft.com/office/officeart/2005/8/layout/orgChart1"/>
    <dgm:cxn modelId="{82E347B3-5B1D-48CD-8E84-6C3054908123}" type="presParOf" srcId="{07D18234-CE05-4C99-92E3-4DFBF9BAFF85}" destId="{4156A5F4-2F55-45FC-8298-CDFD564FBFA7}" srcOrd="6" destOrd="0" presId="urn:microsoft.com/office/officeart/2005/8/layout/orgChart1"/>
    <dgm:cxn modelId="{1D6D9DB6-E029-4016-8EE5-E725443A0916}" type="presParOf" srcId="{07D18234-CE05-4C99-92E3-4DFBF9BAFF85}" destId="{3688A60E-3002-4D9D-ACF9-2056FF0A0143}" srcOrd="7" destOrd="0" presId="urn:microsoft.com/office/officeart/2005/8/layout/orgChart1"/>
    <dgm:cxn modelId="{B1E8EB4D-4D1A-4213-911C-BE501FA5A06A}" type="presParOf" srcId="{3688A60E-3002-4D9D-ACF9-2056FF0A0143}" destId="{81483ECF-10D3-4180-84BF-EEFADE0A978D}" srcOrd="0" destOrd="0" presId="urn:microsoft.com/office/officeart/2005/8/layout/orgChart1"/>
    <dgm:cxn modelId="{A41E2367-B4C4-4F75-89F6-080280C86413}" type="presParOf" srcId="{81483ECF-10D3-4180-84BF-EEFADE0A978D}" destId="{14EEEA57-8225-4351-9A93-2D360E78FED9}" srcOrd="0" destOrd="0" presId="urn:microsoft.com/office/officeart/2005/8/layout/orgChart1"/>
    <dgm:cxn modelId="{30735C6E-8A8D-47D7-9D76-5F48EA816E71}" type="presParOf" srcId="{81483ECF-10D3-4180-84BF-EEFADE0A978D}" destId="{47A4B6C0-C324-45BF-AF7E-E3D1852C2A41}" srcOrd="1" destOrd="0" presId="urn:microsoft.com/office/officeart/2005/8/layout/orgChart1"/>
    <dgm:cxn modelId="{D7D8890A-9FF6-4497-ADD6-65AC711E37D2}" type="presParOf" srcId="{3688A60E-3002-4D9D-ACF9-2056FF0A0143}" destId="{74CC8984-1726-427D-B105-C92FC8B83DDF}" srcOrd="1" destOrd="0" presId="urn:microsoft.com/office/officeart/2005/8/layout/orgChart1"/>
    <dgm:cxn modelId="{590C1167-EA68-4CF9-8A85-7E48FA47D4C4}" type="presParOf" srcId="{3688A60E-3002-4D9D-ACF9-2056FF0A0143}" destId="{66DD7881-C5E1-4D73-A87B-66C8E5D126E6}" srcOrd="2" destOrd="0" presId="urn:microsoft.com/office/officeart/2005/8/layout/orgChart1"/>
    <dgm:cxn modelId="{2686422E-CA3C-4BE6-8FB2-CDC6836EE17B}" type="presParOf" srcId="{07D18234-CE05-4C99-92E3-4DFBF9BAFF85}" destId="{B1A37A11-D62B-4D56-BA7C-0803C4D3625E}" srcOrd="8" destOrd="0" presId="urn:microsoft.com/office/officeart/2005/8/layout/orgChart1"/>
    <dgm:cxn modelId="{0764EB50-1A5D-45F8-AFB6-0690422F598B}" type="presParOf" srcId="{07D18234-CE05-4C99-92E3-4DFBF9BAFF85}" destId="{44A49189-95A3-4F39-B70A-208357CF2E99}" srcOrd="9" destOrd="0" presId="urn:microsoft.com/office/officeart/2005/8/layout/orgChart1"/>
    <dgm:cxn modelId="{3803935D-4E3C-4BEF-B66A-0F056E659201}" type="presParOf" srcId="{44A49189-95A3-4F39-B70A-208357CF2E99}" destId="{C4BE40E8-DA87-4FA4-8F24-8042962AE28F}" srcOrd="0" destOrd="0" presId="urn:microsoft.com/office/officeart/2005/8/layout/orgChart1"/>
    <dgm:cxn modelId="{3A1D9518-4734-4BC0-8CCC-D5B7DDA53FF9}" type="presParOf" srcId="{C4BE40E8-DA87-4FA4-8F24-8042962AE28F}" destId="{F699486A-1E23-477A-A5DE-5E444D7F33F3}" srcOrd="0" destOrd="0" presId="urn:microsoft.com/office/officeart/2005/8/layout/orgChart1"/>
    <dgm:cxn modelId="{4707B5D1-397F-4D56-96DD-88EA7396487D}" type="presParOf" srcId="{C4BE40E8-DA87-4FA4-8F24-8042962AE28F}" destId="{2B19783A-BCD5-407D-9115-B272532824BD}" srcOrd="1" destOrd="0" presId="urn:microsoft.com/office/officeart/2005/8/layout/orgChart1"/>
    <dgm:cxn modelId="{B57E9975-166B-4D54-8270-331B6EC64A11}" type="presParOf" srcId="{44A49189-95A3-4F39-B70A-208357CF2E99}" destId="{4D3CD2BD-5EE7-4874-8107-20279DF6737B}" srcOrd="1" destOrd="0" presId="urn:microsoft.com/office/officeart/2005/8/layout/orgChart1"/>
    <dgm:cxn modelId="{3FF188A2-F661-43BF-A46F-5A36D113FF07}" type="presParOf" srcId="{44A49189-95A3-4F39-B70A-208357CF2E99}" destId="{1BD2F989-2838-46F6-A648-3E646C57487C}" srcOrd="2" destOrd="0" presId="urn:microsoft.com/office/officeart/2005/8/layout/orgChart1"/>
    <dgm:cxn modelId="{50FB54B2-E47B-4337-B6E1-7BD7BE0FE27D}" type="presParOf" srcId="{7C78191F-151B-44EC-865E-A4B02304E2D1}" destId="{D8E8A63E-6620-4355-ACA8-16F5D1FA100B}" srcOrd="2" destOrd="0" presId="urn:microsoft.com/office/officeart/2005/8/layout/orgChart1"/>
    <dgm:cxn modelId="{26DA233B-233E-41A3-9D6F-0226D96048D2}" type="presParOf" srcId="{A54D3ACC-461F-4DB2-9D48-238A2B3E4A92}" destId="{6361AF3F-B269-45D1-82B1-AD851CD21B53}" srcOrd="2" destOrd="0" presId="urn:microsoft.com/office/officeart/2005/8/layout/orgChart1"/>
    <dgm:cxn modelId="{DCC331FA-4D09-4DF7-ACF1-13F71F1C762A}" type="presParOf" srcId="{E35A2A3B-F150-46BC-9FAF-3F40B1D9BC0A}" destId="{D362ACA6-2203-4D7F-8AEF-3C25644D18CB}" srcOrd="2" destOrd="0" presId="urn:microsoft.com/office/officeart/2005/8/layout/orgChart1"/>
    <dgm:cxn modelId="{E74E4196-6993-4C99-A11B-A909F3B201B9}" type="presParOf" srcId="{E35A2A3B-F150-46BC-9FAF-3F40B1D9BC0A}" destId="{FC48680E-BD40-48CC-A92B-35F8145AC359}" srcOrd="3" destOrd="0" presId="urn:microsoft.com/office/officeart/2005/8/layout/orgChart1"/>
    <dgm:cxn modelId="{F7E1E18C-D4F3-483D-A577-AAE34EED116F}" type="presParOf" srcId="{FC48680E-BD40-48CC-A92B-35F8145AC359}" destId="{0C6ACD58-E08B-4DD7-A81F-D98B32B29AC2}" srcOrd="0" destOrd="0" presId="urn:microsoft.com/office/officeart/2005/8/layout/orgChart1"/>
    <dgm:cxn modelId="{C1B375D4-F3BC-4BD7-AB32-5CA8A4BEC3C6}" type="presParOf" srcId="{0C6ACD58-E08B-4DD7-A81F-D98B32B29AC2}" destId="{C2C99EB7-10E7-4AB8-BC05-E7C34466FB02}" srcOrd="0" destOrd="0" presId="urn:microsoft.com/office/officeart/2005/8/layout/orgChart1"/>
    <dgm:cxn modelId="{EA3654D3-E03C-4B49-A760-15983D57E704}" type="presParOf" srcId="{0C6ACD58-E08B-4DD7-A81F-D98B32B29AC2}" destId="{10AF6047-3FAF-4347-B5BA-312C5B84A654}" srcOrd="1" destOrd="0" presId="urn:microsoft.com/office/officeart/2005/8/layout/orgChart1"/>
    <dgm:cxn modelId="{8521D62B-AAFD-4844-92FD-CE319285692D}" type="presParOf" srcId="{FC48680E-BD40-48CC-A92B-35F8145AC359}" destId="{14162546-9382-4E8A-89ED-C18FADF32BD9}" srcOrd="1" destOrd="0" presId="urn:microsoft.com/office/officeart/2005/8/layout/orgChart1"/>
    <dgm:cxn modelId="{88308AA6-F054-493F-AEDA-109101B552F5}" type="presParOf" srcId="{14162546-9382-4E8A-89ED-C18FADF32BD9}" destId="{BC0E38FC-C375-4CD6-9056-1AFC5362B920}" srcOrd="0" destOrd="0" presId="urn:microsoft.com/office/officeart/2005/8/layout/orgChart1"/>
    <dgm:cxn modelId="{5F5BB540-DF16-437E-8DDE-194F4289A933}" type="presParOf" srcId="{14162546-9382-4E8A-89ED-C18FADF32BD9}" destId="{4305040B-7D95-435C-8AA2-A67239C78C70}" srcOrd="1" destOrd="0" presId="urn:microsoft.com/office/officeart/2005/8/layout/orgChart1"/>
    <dgm:cxn modelId="{F34E7D7E-57FE-4730-A1EA-83EB887641F2}" type="presParOf" srcId="{4305040B-7D95-435C-8AA2-A67239C78C70}" destId="{1B7067AA-F2F0-4BB5-B7F1-212C357F6B81}" srcOrd="0" destOrd="0" presId="urn:microsoft.com/office/officeart/2005/8/layout/orgChart1"/>
    <dgm:cxn modelId="{C05DC80D-6D5B-4930-AD93-E42DE7D8A44B}" type="presParOf" srcId="{1B7067AA-F2F0-4BB5-B7F1-212C357F6B81}" destId="{EE1E3B58-C7C8-461B-AB33-DEB261FBAF4E}" srcOrd="0" destOrd="0" presId="urn:microsoft.com/office/officeart/2005/8/layout/orgChart1"/>
    <dgm:cxn modelId="{2AD36FF1-7757-4EA0-AAC5-8626C1862300}" type="presParOf" srcId="{1B7067AA-F2F0-4BB5-B7F1-212C357F6B81}" destId="{5F00BF57-166C-4A2F-910B-78259C159B77}" srcOrd="1" destOrd="0" presId="urn:microsoft.com/office/officeart/2005/8/layout/orgChart1"/>
    <dgm:cxn modelId="{2D3EBE98-4EF1-450F-BA36-3296601C7835}" type="presParOf" srcId="{4305040B-7D95-435C-8AA2-A67239C78C70}" destId="{F2504BD0-29BB-40FB-98DF-180926407927}" srcOrd="1" destOrd="0" presId="urn:microsoft.com/office/officeart/2005/8/layout/orgChart1"/>
    <dgm:cxn modelId="{51801DAC-A5C5-478D-A114-DB765B802276}" type="presParOf" srcId="{F2504BD0-29BB-40FB-98DF-180926407927}" destId="{A7186CDC-F5B2-472A-90D0-871D30076B2E}" srcOrd="0" destOrd="0" presId="urn:microsoft.com/office/officeart/2005/8/layout/orgChart1"/>
    <dgm:cxn modelId="{46581DF3-F429-47C1-9E48-463E910C333F}" type="presParOf" srcId="{F2504BD0-29BB-40FB-98DF-180926407927}" destId="{E9ADCD78-17D2-48FA-8892-85DADF45D573}" srcOrd="1" destOrd="0" presId="urn:microsoft.com/office/officeart/2005/8/layout/orgChart1"/>
    <dgm:cxn modelId="{378D9215-A567-480E-A794-FE8CB474689A}" type="presParOf" srcId="{E9ADCD78-17D2-48FA-8892-85DADF45D573}" destId="{0073CAE8-2516-44A8-9D1B-810B3714083A}" srcOrd="0" destOrd="0" presId="urn:microsoft.com/office/officeart/2005/8/layout/orgChart1"/>
    <dgm:cxn modelId="{4F910EFE-E157-4CDE-9AD3-585324A609C5}" type="presParOf" srcId="{0073CAE8-2516-44A8-9D1B-810B3714083A}" destId="{0EF6BB72-AD8A-493B-9A6F-F4F9FB3165B3}" srcOrd="0" destOrd="0" presId="urn:microsoft.com/office/officeart/2005/8/layout/orgChart1"/>
    <dgm:cxn modelId="{8BFC2709-4E4E-4F66-A9EB-396F6A4C71FC}" type="presParOf" srcId="{0073CAE8-2516-44A8-9D1B-810B3714083A}" destId="{E6B82545-C8B4-483F-98CB-B6BCAC766E10}" srcOrd="1" destOrd="0" presId="urn:microsoft.com/office/officeart/2005/8/layout/orgChart1"/>
    <dgm:cxn modelId="{96A37914-7630-43C8-983B-96B73EC8CA8F}" type="presParOf" srcId="{E9ADCD78-17D2-48FA-8892-85DADF45D573}" destId="{8EBA5D6C-D6E0-4F55-8D36-F049215D0FA8}" srcOrd="1" destOrd="0" presId="urn:microsoft.com/office/officeart/2005/8/layout/orgChart1"/>
    <dgm:cxn modelId="{93A53B3C-418B-40E6-962D-A021C73722A9}" type="presParOf" srcId="{E9ADCD78-17D2-48FA-8892-85DADF45D573}" destId="{778553CC-4FC7-4FA8-8BCD-623DB41B8758}" srcOrd="2" destOrd="0" presId="urn:microsoft.com/office/officeart/2005/8/layout/orgChart1"/>
    <dgm:cxn modelId="{18EDFE6A-CE8C-4963-B02C-92F01D3F8B7B}" type="presParOf" srcId="{F2504BD0-29BB-40FB-98DF-180926407927}" destId="{11E0B9B5-9684-4062-972E-210A1F176AA0}" srcOrd="2" destOrd="0" presId="urn:microsoft.com/office/officeart/2005/8/layout/orgChart1"/>
    <dgm:cxn modelId="{D7A96C0E-9D05-4F42-8D91-21FED5F6DD35}" type="presParOf" srcId="{F2504BD0-29BB-40FB-98DF-180926407927}" destId="{C69DB04C-70D5-4216-8623-574FC0E9CE8B}" srcOrd="3" destOrd="0" presId="urn:microsoft.com/office/officeart/2005/8/layout/orgChart1"/>
    <dgm:cxn modelId="{FA9C0080-26A0-48DC-9844-047B22C9F688}" type="presParOf" srcId="{C69DB04C-70D5-4216-8623-574FC0E9CE8B}" destId="{14C42376-1C6C-48C6-8B58-49C21192955A}" srcOrd="0" destOrd="0" presId="urn:microsoft.com/office/officeart/2005/8/layout/orgChart1"/>
    <dgm:cxn modelId="{6EFE711C-36CB-4F0C-B600-33D1FEA025CF}" type="presParOf" srcId="{14C42376-1C6C-48C6-8B58-49C21192955A}" destId="{4C5DFBB1-1397-41F3-9CA5-E15097F1DC69}" srcOrd="0" destOrd="0" presId="urn:microsoft.com/office/officeart/2005/8/layout/orgChart1"/>
    <dgm:cxn modelId="{CF5CD14B-5136-4B58-BEFC-329A465E2008}" type="presParOf" srcId="{14C42376-1C6C-48C6-8B58-49C21192955A}" destId="{85F216ED-4A14-4B10-BA82-8CE156A77AC7}" srcOrd="1" destOrd="0" presId="urn:microsoft.com/office/officeart/2005/8/layout/orgChart1"/>
    <dgm:cxn modelId="{E66D6FCF-236E-4B1D-8166-5FB9E6757DF2}" type="presParOf" srcId="{C69DB04C-70D5-4216-8623-574FC0E9CE8B}" destId="{9ADA4C04-9F05-48C2-B0D2-8B66E2E83F35}" srcOrd="1" destOrd="0" presId="urn:microsoft.com/office/officeart/2005/8/layout/orgChart1"/>
    <dgm:cxn modelId="{2DB1BF1D-9E5B-4641-A5EC-1AFF124F54E4}" type="presParOf" srcId="{C69DB04C-70D5-4216-8623-574FC0E9CE8B}" destId="{3F85A589-FAD8-4A15-8A04-43C68F862F6B}" srcOrd="2" destOrd="0" presId="urn:microsoft.com/office/officeart/2005/8/layout/orgChart1"/>
    <dgm:cxn modelId="{7617EE6A-4314-4275-9DD3-9FD28A3C2072}" type="presParOf" srcId="{4305040B-7D95-435C-8AA2-A67239C78C70}" destId="{FF51967A-B3A9-4C2D-9938-2374C5BD4A8F}" srcOrd="2" destOrd="0" presId="urn:microsoft.com/office/officeart/2005/8/layout/orgChart1"/>
    <dgm:cxn modelId="{97A67E43-A4D4-4479-82C7-350C620B478B}" type="presParOf" srcId="{14162546-9382-4E8A-89ED-C18FADF32BD9}" destId="{C65FF8F6-EDC1-4C05-8BB7-66083BDD38AD}" srcOrd="2" destOrd="0" presId="urn:microsoft.com/office/officeart/2005/8/layout/orgChart1"/>
    <dgm:cxn modelId="{410290F7-1F13-45E4-8DE7-A7F02D6C2434}" type="presParOf" srcId="{14162546-9382-4E8A-89ED-C18FADF32BD9}" destId="{64364E4F-A197-4C45-A53F-0FA652A79F16}" srcOrd="3" destOrd="0" presId="urn:microsoft.com/office/officeart/2005/8/layout/orgChart1"/>
    <dgm:cxn modelId="{DDFD2BBD-C5E5-41F2-8944-05B461A8D5E2}" type="presParOf" srcId="{64364E4F-A197-4C45-A53F-0FA652A79F16}" destId="{3B3DC53A-9285-4E50-89F9-7BC49A199147}" srcOrd="0" destOrd="0" presId="urn:microsoft.com/office/officeart/2005/8/layout/orgChart1"/>
    <dgm:cxn modelId="{39E0192A-AB25-46B3-A43F-274C2AE66403}" type="presParOf" srcId="{3B3DC53A-9285-4E50-89F9-7BC49A199147}" destId="{8AA338C2-039F-46D1-986C-CEA4E69771D2}" srcOrd="0" destOrd="0" presId="urn:microsoft.com/office/officeart/2005/8/layout/orgChart1"/>
    <dgm:cxn modelId="{9BA09F4E-3AF9-43C2-BC0F-6D7B2779CE7D}" type="presParOf" srcId="{3B3DC53A-9285-4E50-89F9-7BC49A199147}" destId="{985C1CF6-DDB1-4D37-9970-1765E7C53225}" srcOrd="1" destOrd="0" presId="urn:microsoft.com/office/officeart/2005/8/layout/orgChart1"/>
    <dgm:cxn modelId="{536BFC6D-E061-4C5A-9D9A-335000886EAA}" type="presParOf" srcId="{64364E4F-A197-4C45-A53F-0FA652A79F16}" destId="{B4907ED9-10A1-4916-9525-5D6BDFA70C0E}" srcOrd="1" destOrd="0" presId="urn:microsoft.com/office/officeart/2005/8/layout/orgChart1"/>
    <dgm:cxn modelId="{400F6C47-8501-4348-AFFD-4B979DCABC39}" type="presParOf" srcId="{B4907ED9-10A1-4916-9525-5D6BDFA70C0E}" destId="{7BAEA16B-E01A-49AF-B45F-6CA49EA91DDA}" srcOrd="0" destOrd="0" presId="urn:microsoft.com/office/officeart/2005/8/layout/orgChart1"/>
    <dgm:cxn modelId="{EF517BC7-041B-4671-A583-982DC1C69463}" type="presParOf" srcId="{B4907ED9-10A1-4916-9525-5D6BDFA70C0E}" destId="{156E3A9E-0B68-4628-8AC9-9C5AC361ED5E}" srcOrd="1" destOrd="0" presId="urn:microsoft.com/office/officeart/2005/8/layout/orgChart1"/>
    <dgm:cxn modelId="{156BD08A-5FB7-40C4-9534-D386C7063D9D}" type="presParOf" srcId="{156E3A9E-0B68-4628-8AC9-9C5AC361ED5E}" destId="{2EC8D229-227B-42FB-B0D7-BD359A5E60E1}" srcOrd="0" destOrd="0" presId="urn:microsoft.com/office/officeart/2005/8/layout/orgChart1"/>
    <dgm:cxn modelId="{89F9CFFD-C650-419F-9973-BC38F22D1D69}" type="presParOf" srcId="{2EC8D229-227B-42FB-B0D7-BD359A5E60E1}" destId="{E01E1B84-1B5F-45CB-A36A-267EFC32C4AC}" srcOrd="0" destOrd="0" presId="urn:microsoft.com/office/officeart/2005/8/layout/orgChart1"/>
    <dgm:cxn modelId="{09950B92-E867-4842-A5AC-E16F2EE8C5A8}" type="presParOf" srcId="{2EC8D229-227B-42FB-B0D7-BD359A5E60E1}" destId="{B3C63C04-BAD3-41E4-999B-D321C00F80BC}" srcOrd="1" destOrd="0" presId="urn:microsoft.com/office/officeart/2005/8/layout/orgChart1"/>
    <dgm:cxn modelId="{94551E7F-904E-4A80-BE27-12E766555A84}" type="presParOf" srcId="{156E3A9E-0B68-4628-8AC9-9C5AC361ED5E}" destId="{932A29A8-7D36-4966-842E-5B949A9554EA}" srcOrd="1" destOrd="0" presId="urn:microsoft.com/office/officeart/2005/8/layout/orgChart1"/>
    <dgm:cxn modelId="{F8A84F20-B039-4B14-A3D4-5D1237D743EA}" type="presParOf" srcId="{156E3A9E-0B68-4628-8AC9-9C5AC361ED5E}" destId="{5BF59B98-4464-4E7C-8F35-DCC6D5F2C2F3}" srcOrd="2" destOrd="0" presId="urn:microsoft.com/office/officeart/2005/8/layout/orgChart1"/>
    <dgm:cxn modelId="{46437577-F878-4A20-85F3-C541B0A1A7BF}" type="presParOf" srcId="{B4907ED9-10A1-4916-9525-5D6BDFA70C0E}" destId="{14A00889-DD9C-46C9-974B-AAF75910A3C7}" srcOrd="2" destOrd="0" presId="urn:microsoft.com/office/officeart/2005/8/layout/orgChart1"/>
    <dgm:cxn modelId="{1E987AD2-2019-459B-B054-8A5412293A43}" type="presParOf" srcId="{B4907ED9-10A1-4916-9525-5D6BDFA70C0E}" destId="{418E42CA-0DF2-4FA7-B5AB-85A81C951B6C}" srcOrd="3" destOrd="0" presId="urn:microsoft.com/office/officeart/2005/8/layout/orgChart1"/>
    <dgm:cxn modelId="{957CE749-7462-47E9-B16D-35CA017A79C0}" type="presParOf" srcId="{418E42CA-0DF2-4FA7-B5AB-85A81C951B6C}" destId="{797A3852-FC9A-4ED0-9F9C-019472CCE327}" srcOrd="0" destOrd="0" presId="urn:microsoft.com/office/officeart/2005/8/layout/orgChart1"/>
    <dgm:cxn modelId="{56DBF132-8330-4ADD-B354-C2F2489838B6}" type="presParOf" srcId="{797A3852-FC9A-4ED0-9F9C-019472CCE327}" destId="{347EA698-66D4-4703-9EE8-3F58353CEA7A}" srcOrd="0" destOrd="0" presId="urn:microsoft.com/office/officeart/2005/8/layout/orgChart1"/>
    <dgm:cxn modelId="{9B12AD60-0301-41B8-8A36-21212EF66CFB}" type="presParOf" srcId="{797A3852-FC9A-4ED0-9F9C-019472CCE327}" destId="{67329BD3-9CB1-4B7C-B9C9-D21A4139F029}" srcOrd="1" destOrd="0" presId="urn:microsoft.com/office/officeart/2005/8/layout/orgChart1"/>
    <dgm:cxn modelId="{451A6F6E-B634-455F-9368-B3578263ADC6}" type="presParOf" srcId="{418E42CA-0DF2-4FA7-B5AB-85A81C951B6C}" destId="{085D4552-2818-4784-B1EB-AA6F4899B072}" srcOrd="1" destOrd="0" presId="urn:microsoft.com/office/officeart/2005/8/layout/orgChart1"/>
    <dgm:cxn modelId="{F8633162-2084-4F35-89BE-784F0204EBF3}" type="presParOf" srcId="{418E42CA-0DF2-4FA7-B5AB-85A81C951B6C}" destId="{0D40A285-B11D-4EBD-AC9C-2883387A6BCF}" srcOrd="2" destOrd="0" presId="urn:microsoft.com/office/officeart/2005/8/layout/orgChart1"/>
    <dgm:cxn modelId="{E54970BE-5ED7-4A28-BFCD-2BFA0A19D7D3}" type="presParOf" srcId="{64364E4F-A197-4C45-A53F-0FA652A79F16}" destId="{165A82FA-FD4D-4926-B4C7-11A646B55D78}" srcOrd="2" destOrd="0" presId="urn:microsoft.com/office/officeart/2005/8/layout/orgChart1"/>
    <dgm:cxn modelId="{FDBBBA67-BC9C-4B2D-9F71-D0CA37611247}" type="presParOf" srcId="{FC48680E-BD40-48CC-A92B-35F8145AC359}" destId="{3E50DBFA-57EE-4BE7-A055-3E74CECC51BB}" srcOrd="2" destOrd="0" presId="urn:microsoft.com/office/officeart/2005/8/layout/orgChart1"/>
    <dgm:cxn modelId="{EAE315C2-3392-43AA-A51E-8E2CE9B0B248}" type="presParOf" srcId="{CF705DFB-6347-442D-9A20-F02D1F6A073B}" destId="{579A8DA1-FEBC-448A-A56D-F0CD31E165E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5" qsCatId="simple" csTypeId="urn:microsoft.com/office/officeart/2005/8/colors/accent0_2" csCatId="mainScheme" phldr="1"/>
      <dgm:spPr/>
      <dgm:t>
        <a:bodyPr/>
        <a:lstStyle/>
        <a:p>
          <a:endParaRPr lang="en-US"/>
        </a:p>
      </dgm:t>
    </dgm:pt>
    <dgm:pt modelId="{5CFF8C42-A05F-454E-A08C-32B519839B41}">
      <dgm:prSet custT="1"/>
      <dgm:spPr/>
      <dgm:t>
        <a:bodyPr/>
        <a:lstStyle/>
        <a:p>
          <a:pPr algn="ctr"/>
          <a:r>
            <a:rPr lang="en-US" sz="1600" noProof="0" dirty="0"/>
            <a:t>Project balance </a:t>
          </a:r>
        </a:p>
      </dgm:t>
    </dgm:pt>
    <dgm:pt modelId="{B3222D04-4965-435E-93B6-B1269A0CBD77}" type="parTrans" cxnId="{C176E9BA-4AB7-44FD-8510-35F4FA282049}">
      <dgm:prSet/>
      <dgm:spPr/>
      <dgm:t>
        <a:bodyPr/>
        <a:lstStyle/>
        <a:p>
          <a:pPr algn="ctr"/>
          <a:endParaRPr lang="en-US" sz="4000" noProof="0"/>
        </a:p>
      </dgm:t>
    </dgm:pt>
    <dgm:pt modelId="{38E6B861-88BE-4EE5-B057-C29776E1D83A}" type="sibTrans" cxnId="{C176E9BA-4AB7-44FD-8510-35F4FA282049}">
      <dgm:prSet/>
      <dgm:spPr/>
      <dgm:t>
        <a:bodyPr/>
        <a:lstStyle/>
        <a:p>
          <a:pPr algn="ctr"/>
          <a:endParaRPr lang="en-US" sz="4000" noProof="0"/>
        </a:p>
      </dgm:t>
    </dgm:pt>
    <dgm:pt modelId="{780E2C17-7959-4BE4-B5B9-2AF6E7CE28C3}">
      <dgm:prSet custT="1"/>
      <dgm:spPr/>
      <dgm:t>
        <a:bodyPr/>
        <a:lstStyle/>
        <a:p>
          <a:pPr algn="ctr"/>
          <a:r>
            <a:rPr lang="en-US" sz="1600" noProof="0" dirty="0"/>
            <a:t>Project cost</a:t>
          </a:r>
        </a:p>
      </dgm:t>
    </dgm:pt>
    <dgm:pt modelId="{2512B4B8-6636-4906-9597-60AD45FC6AB8}" type="parTrans" cxnId="{D3C15631-C6AA-431A-8019-B6CB89E454D1}">
      <dgm:prSet/>
      <dgm:spPr/>
      <dgm:t>
        <a:bodyPr/>
        <a:lstStyle/>
        <a:p>
          <a:pPr algn="ctr"/>
          <a:endParaRPr lang="en-US" sz="4000" noProof="0"/>
        </a:p>
      </dgm:t>
    </dgm:pt>
    <dgm:pt modelId="{DBC20B37-8FA3-4069-9306-016BCE515DEB}" type="sibTrans" cxnId="{D3C15631-C6AA-431A-8019-B6CB89E454D1}">
      <dgm:prSet/>
      <dgm:spPr/>
      <dgm:t>
        <a:bodyPr/>
        <a:lstStyle/>
        <a:p>
          <a:pPr algn="ctr"/>
          <a:endParaRPr lang="en-US" sz="4000" noProof="0"/>
        </a:p>
      </dgm:t>
    </dgm:pt>
    <dgm:pt modelId="{737D12E9-8A02-48FD-981F-55FEDEEB992B}">
      <dgm:prSet custT="1"/>
      <dgm:spPr/>
      <dgm:t>
        <a:bodyPr/>
        <a:lstStyle/>
        <a:p>
          <a:pPr algn="ctr"/>
          <a:r>
            <a:rPr lang="en-US" sz="1600" noProof="0" dirty="0"/>
            <a:t>System Benefits</a:t>
          </a:r>
        </a:p>
      </dgm:t>
    </dgm:pt>
    <dgm:pt modelId="{C49C39C5-B1D7-4276-BC5E-BCEEABC7E0B0}" type="parTrans" cxnId="{C863442A-282A-4AE8-83CC-D5D13D44B447}">
      <dgm:prSet/>
      <dgm:spPr/>
      <dgm:t>
        <a:bodyPr/>
        <a:lstStyle/>
        <a:p>
          <a:pPr algn="ctr"/>
          <a:endParaRPr lang="en-US" sz="4000" noProof="0"/>
        </a:p>
      </dgm:t>
    </dgm:pt>
    <dgm:pt modelId="{40F65ECA-BAF9-4A2F-AC30-3EEBD4253CED}" type="sibTrans" cxnId="{C863442A-282A-4AE8-83CC-D5D13D44B447}">
      <dgm:prSet/>
      <dgm:spPr/>
      <dgm:t>
        <a:bodyPr/>
        <a:lstStyle/>
        <a:p>
          <a:pPr algn="ctr"/>
          <a:endParaRPr lang="en-US" sz="4000" noProof="0"/>
        </a:p>
      </dgm:t>
    </dgm:pt>
    <dgm:pt modelId="{2659DFA5-A106-4A7E-8B49-DA98EAD7B296}">
      <dgm:prSet custT="1"/>
      <dgm:spPr/>
      <dgm:t>
        <a:bodyPr/>
        <a:lstStyle/>
        <a:p>
          <a:pPr algn="ctr"/>
          <a:r>
            <a:rPr lang="en-US" sz="1600" noProof="0" dirty="0"/>
            <a:t>System Cost</a:t>
          </a:r>
        </a:p>
      </dgm:t>
    </dgm:pt>
    <dgm:pt modelId="{CD068D29-924E-4D3E-B939-72B94EF3DF14}" type="parTrans" cxnId="{59A291B3-B751-4DB1-B743-4001DE73F01C}">
      <dgm:prSet/>
      <dgm:spPr/>
      <dgm:t>
        <a:bodyPr/>
        <a:lstStyle/>
        <a:p>
          <a:pPr algn="ctr"/>
          <a:endParaRPr lang="en-US" sz="4000" noProof="0"/>
        </a:p>
      </dgm:t>
    </dgm:pt>
    <dgm:pt modelId="{DAF67F12-D54A-4ACD-9080-9D952BD7196C}" type="sibTrans" cxnId="{59A291B3-B751-4DB1-B743-4001DE73F01C}">
      <dgm:prSet/>
      <dgm:spPr/>
      <dgm:t>
        <a:bodyPr/>
        <a:lstStyle/>
        <a:p>
          <a:pPr algn="ctr"/>
          <a:endParaRPr lang="en-US" sz="4000" noProof="0"/>
        </a:p>
      </dgm:t>
    </dgm:pt>
    <dgm:pt modelId="{56EC7F34-D759-4DEA-A55C-213BEA3062E9}">
      <dgm:prSet phldrT="[Testo]" custT="1"/>
      <dgm:spPr/>
      <dgm:t>
        <a:bodyPr/>
        <a:lstStyle/>
        <a:p>
          <a:pPr algn="ctr"/>
          <a:r>
            <a:rPr lang="en-US" sz="1600" noProof="0" dirty="0"/>
            <a:t>Management value  </a:t>
          </a:r>
        </a:p>
      </dgm:t>
    </dgm:pt>
    <dgm:pt modelId="{7C03C6F3-BDBB-49FE-B6DE-E09B03D04BAB}" type="parTrans" cxnId="{C0E18563-AA58-40C8-970E-A29B843364A6}">
      <dgm:prSet/>
      <dgm:spPr/>
      <dgm:t>
        <a:bodyPr/>
        <a:lstStyle/>
        <a:p>
          <a:pPr algn="ctr"/>
          <a:endParaRPr lang="en-US" sz="4000" noProof="0"/>
        </a:p>
      </dgm:t>
    </dgm:pt>
    <dgm:pt modelId="{99AA7D71-6832-4A73-B696-6F957B8AA6A7}" type="sibTrans" cxnId="{C0E18563-AA58-40C8-970E-A29B843364A6}">
      <dgm:prSet/>
      <dgm:spPr/>
      <dgm:t>
        <a:bodyPr/>
        <a:lstStyle/>
        <a:p>
          <a:pPr algn="ctr"/>
          <a:endParaRPr lang="en-US" sz="4000" noProof="0"/>
        </a:p>
      </dgm:t>
    </dgm:pt>
    <dgm:pt modelId="{D31A0BED-D533-4185-83D9-1F59F025D527}">
      <dgm:prSet phldrT="[Testo]" custT="1"/>
      <dgm:spPr/>
      <dgm:t>
        <a:bodyPr/>
        <a:lstStyle/>
        <a:p>
          <a:pPr algn="ctr"/>
          <a:r>
            <a:rPr lang="en-US" sz="1600" noProof="0" dirty="0"/>
            <a:t>Social value</a:t>
          </a:r>
        </a:p>
      </dgm:t>
    </dgm:pt>
    <dgm:pt modelId="{7D300048-D91B-45BD-85A3-9BE09DDAB495}" type="parTrans" cxnId="{811E4BE3-D924-4236-95FE-D3275E8F1634}">
      <dgm:prSet/>
      <dgm:spPr/>
      <dgm:t>
        <a:bodyPr/>
        <a:lstStyle/>
        <a:p>
          <a:pPr algn="ctr"/>
          <a:endParaRPr lang="en-US" sz="4000" noProof="0"/>
        </a:p>
      </dgm:t>
    </dgm:pt>
    <dgm:pt modelId="{AC745B1F-0995-471E-8837-D573C05968CF}" type="sibTrans" cxnId="{811E4BE3-D924-4236-95FE-D3275E8F1634}">
      <dgm:prSet/>
      <dgm:spPr/>
      <dgm:t>
        <a:bodyPr/>
        <a:lstStyle/>
        <a:p>
          <a:pPr algn="ctr"/>
          <a:endParaRPr lang="en-US" sz="4000" noProof="0"/>
        </a:p>
      </dgm:t>
    </dgm:pt>
    <dgm:pt modelId="{3C14636E-9810-4E0D-BD6B-FE319F34EF67}">
      <dgm:prSet custT="1"/>
      <dgm:spPr/>
      <dgm:t>
        <a:bodyPr/>
        <a:lstStyle/>
        <a:p>
          <a:pPr algn="ctr"/>
          <a:r>
            <a:rPr lang="en-US" sz="1400" b="0" noProof="0" dirty="0">
              <a:effectLst/>
              <a:latin typeface="Tahoma" pitchFamily="34" charset="0"/>
            </a:rPr>
            <a:t>Maintenance</a:t>
          </a:r>
        </a:p>
      </dgm:t>
    </dgm:pt>
    <dgm:pt modelId="{F2B2215B-D9EB-4DE3-9021-D0324CF0D628}" type="parTrans" cxnId="{845FE99E-0533-4733-BCC5-9DA5CCD384CA}">
      <dgm:prSet/>
      <dgm:spPr/>
      <dgm:t>
        <a:bodyPr/>
        <a:lstStyle/>
        <a:p>
          <a:pPr algn="ctr"/>
          <a:endParaRPr lang="en-US" sz="4000" noProof="0"/>
        </a:p>
      </dgm:t>
    </dgm:pt>
    <dgm:pt modelId="{5FBEBCF2-51A5-4A20-83E0-882BF63E2BF3}" type="sibTrans" cxnId="{845FE99E-0533-4733-BCC5-9DA5CCD384CA}">
      <dgm:prSet/>
      <dgm:spPr/>
      <dgm:t>
        <a:bodyPr/>
        <a:lstStyle/>
        <a:p>
          <a:pPr algn="ctr"/>
          <a:endParaRPr lang="en-US" sz="4000" noProof="0"/>
        </a:p>
      </dgm:t>
    </dgm:pt>
    <dgm:pt modelId="{49CC0D11-157E-4CA1-88C9-B972475F71DE}">
      <dgm:prSet custT="1"/>
      <dgm:spPr/>
      <dgm:t>
        <a:bodyPr/>
        <a:lstStyle/>
        <a:p>
          <a:pPr algn="ctr"/>
          <a:r>
            <a:rPr lang="en-US" sz="1600" noProof="0" dirty="0"/>
            <a:t>Operation</a:t>
          </a:r>
        </a:p>
      </dgm:t>
    </dgm:pt>
    <dgm:pt modelId="{772E7B0D-B69B-4E81-A85E-0A2BF0158C06}" type="parTrans" cxnId="{E5FE1FEA-A103-4474-BED1-25D86178E762}">
      <dgm:prSet/>
      <dgm:spPr/>
      <dgm:t>
        <a:bodyPr/>
        <a:lstStyle/>
        <a:p>
          <a:endParaRPr lang="it-IT" sz="3600"/>
        </a:p>
      </dgm:t>
    </dgm:pt>
    <dgm:pt modelId="{6215A419-3148-494A-8968-F97DFEEC4175}" type="sibTrans" cxnId="{E5FE1FEA-A103-4474-BED1-25D86178E762}">
      <dgm:prSet/>
      <dgm:spPr/>
      <dgm:t>
        <a:bodyPr/>
        <a:lstStyle/>
        <a:p>
          <a:endParaRPr lang="it-IT" sz="360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445DA5EE-73F8-4F4C-8369-1BA54A78A3D2}" type="pres">
      <dgm:prSet presAssocID="{5CFF8C42-A05F-454E-A08C-32B519839B41}" presName="hierRoot1" presStyleCnt="0">
        <dgm:presLayoutVars>
          <dgm:hierBranch val="init"/>
        </dgm:presLayoutVars>
      </dgm:prSet>
      <dgm:spPr/>
    </dgm:pt>
    <dgm:pt modelId="{1F94A7F9-CE59-44BE-B68E-B7148BCE5685}" type="pres">
      <dgm:prSet presAssocID="{5CFF8C42-A05F-454E-A08C-32B519839B41}" presName="rootComposite1" presStyleCnt="0"/>
      <dgm:spPr/>
    </dgm:pt>
    <dgm:pt modelId="{0A6042C5-B308-416A-8918-53173A1200FB}" type="pres">
      <dgm:prSet presAssocID="{5CFF8C42-A05F-454E-A08C-32B519839B41}" presName="rootText1" presStyleLbl="node0" presStyleIdx="0" presStyleCnt="1">
        <dgm:presLayoutVars>
          <dgm:chPref val="3"/>
        </dgm:presLayoutVars>
      </dgm:prSet>
      <dgm:spPr/>
    </dgm:pt>
    <dgm:pt modelId="{DAC084F4-D6BC-4577-85B6-4192C23B5F16}" type="pres">
      <dgm:prSet presAssocID="{5CFF8C42-A05F-454E-A08C-32B519839B41}" presName="rootConnector1" presStyleLbl="node1" presStyleIdx="0" presStyleCnt="0"/>
      <dgm:spPr/>
    </dgm:pt>
    <dgm:pt modelId="{AA7F212E-EBF2-42E1-B61E-E1F551051AAA}" type="pres">
      <dgm:prSet presAssocID="{5CFF8C42-A05F-454E-A08C-32B519839B41}" presName="hierChild2" presStyleCnt="0"/>
      <dgm:spPr/>
    </dgm:pt>
    <dgm:pt modelId="{D3AEA247-2D24-4316-BC29-C9CE269EF544}" type="pres">
      <dgm:prSet presAssocID="{2512B4B8-6636-4906-9597-60AD45FC6AB8}" presName="Name37" presStyleLbl="parChTrans1D2" presStyleIdx="0" presStyleCnt="3"/>
      <dgm:spPr/>
    </dgm:pt>
    <dgm:pt modelId="{B0F69A37-CF75-401B-87DF-141C2A0D14D2}" type="pres">
      <dgm:prSet presAssocID="{780E2C17-7959-4BE4-B5B9-2AF6E7CE28C3}" presName="hierRoot2" presStyleCnt="0">
        <dgm:presLayoutVars>
          <dgm:hierBranch val="init"/>
        </dgm:presLayoutVars>
      </dgm:prSet>
      <dgm:spPr/>
    </dgm:pt>
    <dgm:pt modelId="{DE2C5E30-73DC-407C-92F7-25870607226E}" type="pres">
      <dgm:prSet presAssocID="{780E2C17-7959-4BE4-B5B9-2AF6E7CE28C3}" presName="rootComposite" presStyleCnt="0"/>
      <dgm:spPr/>
    </dgm:pt>
    <dgm:pt modelId="{9C228AD5-00DB-40A8-BF33-C7E8A479CA04}" type="pres">
      <dgm:prSet presAssocID="{780E2C17-7959-4BE4-B5B9-2AF6E7CE28C3}" presName="rootText" presStyleLbl="node2" presStyleIdx="0" presStyleCnt="3" custLinFactNeighborX="7841" custLinFactNeighborY="-958">
        <dgm:presLayoutVars>
          <dgm:chPref val="3"/>
        </dgm:presLayoutVars>
      </dgm:prSet>
      <dgm:spPr/>
    </dgm:pt>
    <dgm:pt modelId="{135EAC3A-6608-4492-BD60-2DF621A21568}" type="pres">
      <dgm:prSet presAssocID="{780E2C17-7959-4BE4-B5B9-2AF6E7CE28C3}" presName="rootConnector" presStyleLbl="node2" presStyleIdx="0" presStyleCnt="3"/>
      <dgm:spPr/>
    </dgm:pt>
    <dgm:pt modelId="{A43618CA-B904-4B14-9BF0-54141D3F955E}" type="pres">
      <dgm:prSet presAssocID="{780E2C17-7959-4BE4-B5B9-2AF6E7CE28C3}" presName="hierChild4" presStyleCnt="0"/>
      <dgm:spPr/>
    </dgm:pt>
    <dgm:pt modelId="{17999507-AD0B-47C2-9564-CCE010D52F22}" type="pres">
      <dgm:prSet presAssocID="{780E2C17-7959-4BE4-B5B9-2AF6E7CE28C3}" presName="hierChild5" presStyleCnt="0"/>
      <dgm:spPr/>
    </dgm:pt>
    <dgm:pt modelId="{5B401D9D-9864-4C6B-9C34-E03E4C255748}" type="pres">
      <dgm:prSet presAssocID="{C49C39C5-B1D7-4276-BC5E-BCEEABC7E0B0}" presName="Name37" presStyleLbl="parChTrans1D2" presStyleIdx="1" presStyleCnt="3"/>
      <dgm:spPr/>
    </dgm:pt>
    <dgm:pt modelId="{B47A97CD-6AE2-482A-B3AE-7EC55FA3FB75}" type="pres">
      <dgm:prSet presAssocID="{737D12E9-8A02-48FD-981F-55FEDEEB992B}" presName="hierRoot2" presStyleCnt="0">
        <dgm:presLayoutVars>
          <dgm:hierBranch val="init"/>
        </dgm:presLayoutVars>
      </dgm:prSet>
      <dgm:spPr/>
    </dgm:pt>
    <dgm:pt modelId="{7286B375-5819-4FA8-BB59-99C2B45DD63F}" type="pres">
      <dgm:prSet presAssocID="{737D12E9-8A02-48FD-981F-55FEDEEB992B}" presName="rootComposite" presStyleCnt="0"/>
      <dgm:spPr/>
    </dgm:pt>
    <dgm:pt modelId="{617F114F-1568-4963-BE3B-E5BBF377486C}" type="pres">
      <dgm:prSet presAssocID="{737D12E9-8A02-48FD-981F-55FEDEEB992B}" presName="rootText" presStyleLbl="node2" presStyleIdx="1" presStyleCnt="3">
        <dgm:presLayoutVars>
          <dgm:chPref val="3"/>
        </dgm:presLayoutVars>
      </dgm:prSet>
      <dgm:spPr/>
    </dgm:pt>
    <dgm:pt modelId="{DE4FB3E6-E6CB-4EEA-A553-E74E312802CA}" type="pres">
      <dgm:prSet presAssocID="{737D12E9-8A02-48FD-981F-55FEDEEB992B}" presName="rootConnector" presStyleLbl="node2" presStyleIdx="1" presStyleCnt="3"/>
      <dgm:spPr/>
    </dgm:pt>
    <dgm:pt modelId="{397B9AC8-97EA-4DF2-9A39-D9AE63412A60}" type="pres">
      <dgm:prSet presAssocID="{737D12E9-8A02-48FD-981F-55FEDEEB992B}" presName="hierChild4" presStyleCnt="0"/>
      <dgm:spPr/>
    </dgm:pt>
    <dgm:pt modelId="{8C34D6E0-9E66-4D8C-B24F-7A1B13AF77E0}" type="pres">
      <dgm:prSet presAssocID="{7C03C6F3-BDBB-49FE-B6DE-E09B03D04BAB}" presName="Name37" presStyleLbl="parChTrans1D3" presStyleIdx="0" presStyleCnt="4"/>
      <dgm:spPr/>
    </dgm:pt>
    <dgm:pt modelId="{00898073-5F11-45D9-9D8B-A107F0D16341}" type="pres">
      <dgm:prSet presAssocID="{56EC7F34-D759-4DEA-A55C-213BEA3062E9}" presName="hierRoot2" presStyleCnt="0">
        <dgm:presLayoutVars>
          <dgm:hierBranch val="init"/>
        </dgm:presLayoutVars>
      </dgm:prSet>
      <dgm:spPr/>
    </dgm:pt>
    <dgm:pt modelId="{3437A0B0-2A18-4AA6-9678-BD02D0E23678}" type="pres">
      <dgm:prSet presAssocID="{56EC7F34-D759-4DEA-A55C-213BEA3062E9}" presName="rootComposite" presStyleCnt="0"/>
      <dgm:spPr/>
    </dgm:pt>
    <dgm:pt modelId="{301D1160-0883-435F-9D19-2E059CDD22CC}" type="pres">
      <dgm:prSet presAssocID="{56EC7F34-D759-4DEA-A55C-213BEA3062E9}" presName="rootText" presStyleLbl="node3" presStyleIdx="0" presStyleCnt="4">
        <dgm:presLayoutVars>
          <dgm:chPref val="3"/>
        </dgm:presLayoutVars>
      </dgm:prSet>
      <dgm:spPr/>
    </dgm:pt>
    <dgm:pt modelId="{9741FEE4-14A4-4A06-B5DD-531F978D50EA}" type="pres">
      <dgm:prSet presAssocID="{56EC7F34-D759-4DEA-A55C-213BEA3062E9}" presName="rootConnector" presStyleLbl="node3" presStyleIdx="0" presStyleCnt="4"/>
      <dgm:spPr/>
    </dgm:pt>
    <dgm:pt modelId="{628046F1-4729-493B-8A28-E7EC87D713EC}" type="pres">
      <dgm:prSet presAssocID="{56EC7F34-D759-4DEA-A55C-213BEA3062E9}" presName="hierChild4" presStyleCnt="0"/>
      <dgm:spPr/>
    </dgm:pt>
    <dgm:pt modelId="{14FE5435-E9BA-4397-B107-BE7F1E6AF7ED}" type="pres">
      <dgm:prSet presAssocID="{56EC7F34-D759-4DEA-A55C-213BEA3062E9}" presName="hierChild5" presStyleCnt="0"/>
      <dgm:spPr/>
    </dgm:pt>
    <dgm:pt modelId="{186B1680-C04B-4CA3-BE2D-5EEE4F0D0E77}" type="pres">
      <dgm:prSet presAssocID="{7D300048-D91B-45BD-85A3-9BE09DDAB495}" presName="Name37" presStyleLbl="parChTrans1D3" presStyleIdx="1" presStyleCnt="4"/>
      <dgm:spPr/>
    </dgm:pt>
    <dgm:pt modelId="{D2BE82CA-8FC4-403C-992F-AC2EA87EF556}" type="pres">
      <dgm:prSet presAssocID="{D31A0BED-D533-4185-83D9-1F59F025D527}" presName="hierRoot2" presStyleCnt="0">
        <dgm:presLayoutVars>
          <dgm:hierBranch val="init"/>
        </dgm:presLayoutVars>
      </dgm:prSet>
      <dgm:spPr/>
    </dgm:pt>
    <dgm:pt modelId="{5AAE9613-FD88-46D8-AAA5-83DFBA94F801}" type="pres">
      <dgm:prSet presAssocID="{D31A0BED-D533-4185-83D9-1F59F025D527}" presName="rootComposite" presStyleCnt="0"/>
      <dgm:spPr/>
    </dgm:pt>
    <dgm:pt modelId="{213E876B-9984-499D-9A4A-32E44D15ED56}" type="pres">
      <dgm:prSet presAssocID="{D31A0BED-D533-4185-83D9-1F59F025D527}" presName="rootText" presStyleLbl="node3" presStyleIdx="1" presStyleCnt="4" custLinFactNeighborX="7841" custLinFactNeighborY="-958">
        <dgm:presLayoutVars>
          <dgm:chPref val="3"/>
        </dgm:presLayoutVars>
      </dgm:prSet>
      <dgm:spPr/>
    </dgm:pt>
    <dgm:pt modelId="{E6916902-4EE8-4C7A-85CD-CBC90A980734}" type="pres">
      <dgm:prSet presAssocID="{D31A0BED-D533-4185-83D9-1F59F025D527}" presName="rootConnector" presStyleLbl="node3" presStyleIdx="1" presStyleCnt="4"/>
      <dgm:spPr/>
    </dgm:pt>
    <dgm:pt modelId="{342A4729-CA62-4AC6-A577-E124B9F66931}" type="pres">
      <dgm:prSet presAssocID="{D31A0BED-D533-4185-83D9-1F59F025D527}" presName="hierChild4" presStyleCnt="0"/>
      <dgm:spPr/>
    </dgm:pt>
    <dgm:pt modelId="{D2FFDA67-51F6-45F9-A6AE-A1EDA12D83C7}" type="pres">
      <dgm:prSet presAssocID="{D31A0BED-D533-4185-83D9-1F59F025D527}" presName="hierChild5" presStyleCnt="0"/>
      <dgm:spPr/>
    </dgm:pt>
    <dgm:pt modelId="{DBB9E2D9-090E-4758-AC3C-73EA0A12FF33}" type="pres">
      <dgm:prSet presAssocID="{737D12E9-8A02-48FD-981F-55FEDEEB992B}" presName="hierChild5" presStyleCnt="0"/>
      <dgm:spPr/>
    </dgm:pt>
    <dgm:pt modelId="{47845334-8CF7-4B92-AC9D-B1018AA497BD}" type="pres">
      <dgm:prSet presAssocID="{CD068D29-924E-4D3E-B939-72B94EF3DF14}" presName="Name37" presStyleLbl="parChTrans1D2" presStyleIdx="2" presStyleCnt="3"/>
      <dgm:spPr/>
    </dgm:pt>
    <dgm:pt modelId="{89218619-6C2A-45AB-A702-273282C4D862}" type="pres">
      <dgm:prSet presAssocID="{2659DFA5-A106-4A7E-8B49-DA98EAD7B296}" presName="hierRoot2" presStyleCnt="0">
        <dgm:presLayoutVars>
          <dgm:hierBranch val="init"/>
        </dgm:presLayoutVars>
      </dgm:prSet>
      <dgm:spPr/>
    </dgm:pt>
    <dgm:pt modelId="{8335173E-9A49-40EA-986D-98888C383D30}" type="pres">
      <dgm:prSet presAssocID="{2659DFA5-A106-4A7E-8B49-DA98EAD7B296}" presName="rootComposite" presStyleCnt="0"/>
      <dgm:spPr/>
    </dgm:pt>
    <dgm:pt modelId="{A100094E-083B-4086-BEFF-1EC7711664C5}" type="pres">
      <dgm:prSet presAssocID="{2659DFA5-A106-4A7E-8B49-DA98EAD7B296}" presName="rootText" presStyleLbl="node2" presStyleIdx="2" presStyleCnt="3" custLinFactNeighborX="7841" custLinFactNeighborY="-958">
        <dgm:presLayoutVars>
          <dgm:chPref val="3"/>
        </dgm:presLayoutVars>
      </dgm:prSet>
      <dgm:spPr/>
    </dgm:pt>
    <dgm:pt modelId="{5B518E81-8345-4D90-BD3C-4FD4E6901554}" type="pres">
      <dgm:prSet presAssocID="{2659DFA5-A106-4A7E-8B49-DA98EAD7B296}" presName="rootConnector" presStyleLbl="node2" presStyleIdx="2" presStyleCnt="3"/>
      <dgm:spPr/>
    </dgm:pt>
    <dgm:pt modelId="{C7B36271-7AB4-4E15-B01B-0AE2C6C93D7B}" type="pres">
      <dgm:prSet presAssocID="{2659DFA5-A106-4A7E-8B49-DA98EAD7B296}" presName="hierChild4" presStyleCnt="0"/>
      <dgm:spPr/>
    </dgm:pt>
    <dgm:pt modelId="{03D90786-AE6E-4D20-BA37-7BB32E0DE43B}" type="pres">
      <dgm:prSet presAssocID="{772E7B0D-B69B-4E81-A85E-0A2BF0158C06}" presName="Name37" presStyleLbl="parChTrans1D3" presStyleIdx="2" presStyleCnt="4"/>
      <dgm:spPr/>
    </dgm:pt>
    <dgm:pt modelId="{5ED48830-96B6-4151-A94E-DB14D5C7F274}" type="pres">
      <dgm:prSet presAssocID="{49CC0D11-157E-4CA1-88C9-B972475F71DE}" presName="hierRoot2" presStyleCnt="0">
        <dgm:presLayoutVars>
          <dgm:hierBranch val="init"/>
        </dgm:presLayoutVars>
      </dgm:prSet>
      <dgm:spPr/>
    </dgm:pt>
    <dgm:pt modelId="{9177902E-2500-410E-8D5A-182B52D7BF6C}" type="pres">
      <dgm:prSet presAssocID="{49CC0D11-157E-4CA1-88C9-B972475F71DE}" presName="rootComposite" presStyleCnt="0"/>
      <dgm:spPr/>
    </dgm:pt>
    <dgm:pt modelId="{5E0D5D4D-071E-4093-95ED-362593C4E3C1}" type="pres">
      <dgm:prSet presAssocID="{49CC0D11-157E-4CA1-88C9-B972475F71DE}" presName="rootText" presStyleLbl="node3" presStyleIdx="2" presStyleCnt="4">
        <dgm:presLayoutVars>
          <dgm:chPref val="3"/>
        </dgm:presLayoutVars>
      </dgm:prSet>
      <dgm:spPr/>
    </dgm:pt>
    <dgm:pt modelId="{9ECCACEF-1A60-4673-9978-201671603B4C}" type="pres">
      <dgm:prSet presAssocID="{49CC0D11-157E-4CA1-88C9-B972475F71DE}" presName="rootConnector" presStyleLbl="node3" presStyleIdx="2" presStyleCnt="4"/>
      <dgm:spPr/>
    </dgm:pt>
    <dgm:pt modelId="{5C29F9CF-D99B-4B95-8874-B350104A0AA0}" type="pres">
      <dgm:prSet presAssocID="{49CC0D11-157E-4CA1-88C9-B972475F71DE}" presName="hierChild4" presStyleCnt="0"/>
      <dgm:spPr/>
    </dgm:pt>
    <dgm:pt modelId="{F59E72AC-5A6D-4229-84A9-F24324509B4F}" type="pres">
      <dgm:prSet presAssocID="{49CC0D11-157E-4CA1-88C9-B972475F71DE}" presName="hierChild5" presStyleCnt="0"/>
      <dgm:spPr/>
    </dgm:pt>
    <dgm:pt modelId="{C65F68FE-3CC3-422E-B2E0-B52D4DA116C9}" type="pres">
      <dgm:prSet presAssocID="{F2B2215B-D9EB-4DE3-9021-D0324CF0D628}" presName="Name37" presStyleLbl="parChTrans1D3" presStyleIdx="3" presStyleCnt="4"/>
      <dgm:spPr/>
    </dgm:pt>
    <dgm:pt modelId="{98209297-BBDD-4F3C-BBC5-C4419BDE8E1D}" type="pres">
      <dgm:prSet presAssocID="{3C14636E-9810-4E0D-BD6B-FE319F34EF67}" presName="hierRoot2" presStyleCnt="0">
        <dgm:presLayoutVars>
          <dgm:hierBranch val="init"/>
        </dgm:presLayoutVars>
      </dgm:prSet>
      <dgm:spPr/>
    </dgm:pt>
    <dgm:pt modelId="{9667A7FD-EC56-4D36-873C-7FAC4BA57BD0}" type="pres">
      <dgm:prSet presAssocID="{3C14636E-9810-4E0D-BD6B-FE319F34EF67}" presName="rootComposite" presStyleCnt="0"/>
      <dgm:spPr/>
    </dgm:pt>
    <dgm:pt modelId="{97BF2314-B7B5-4D2B-8309-F7C86F0F4D77}" type="pres">
      <dgm:prSet presAssocID="{3C14636E-9810-4E0D-BD6B-FE319F34EF67}" presName="rootText" presStyleLbl="node3" presStyleIdx="3" presStyleCnt="4">
        <dgm:presLayoutVars>
          <dgm:chPref val="3"/>
        </dgm:presLayoutVars>
      </dgm:prSet>
      <dgm:spPr/>
    </dgm:pt>
    <dgm:pt modelId="{40BC5970-878C-4D5B-AA28-EF31BB8EB1F6}" type="pres">
      <dgm:prSet presAssocID="{3C14636E-9810-4E0D-BD6B-FE319F34EF67}" presName="rootConnector" presStyleLbl="node3" presStyleIdx="3" presStyleCnt="4"/>
      <dgm:spPr/>
    </dgm:pt>
    <dgm:pt modelId="{5AE82DD3-17A4-4FD3-9779-C02C5D19A15C}" type="pres">
      <dgm:prSet presAssocID="{3C14636E-9810-4E0D-BD6B-FE319F34EF67}" presName="hierChild4" presStyleCnt="0"/>
      <dgm:spPr/>
    </dgm:pt>
    <dgm:pt modelId="{90724C39-624A-41B5-96A9-D0D4C76BEA92}" type="pres">
      <dgm:prSet presAssocID="{3C14636E-9810-4E0D-BD6B-FE319F34EF67}" presName="hierChild5" presStyleCnt="0"/>
      <dgm:spPr/>
    </dgm:pt>
    <dgm:pt modelId="{79C21C5C-BCE0-440F-BB57-3C6711100D97}" type="pres">
      <dgm:prSet presAssocID="{2659DFA5-A106-4A7E-8B49-DA98EAD7B296}" presName="hierChild5" presStyleCnt="0"/>
      <dgm:spPr/>
    </dgm:pt>
    <dgm:pt modelId="{1CDB9DF7-910F-457D-AC37-C0EEC071CDFA}" type="pres">
      <dgm:prSet presAssocID="{5CFF8C42-A05F-454E-A08C-32B519839B41}" presName="hierChild3" presStyleCnt="0"/>
      <dgm:spPr/>
    </dgm:pt>
  </dgm:ptLst>
  <dgm:cxnLst>
    <dgm:cxn modelId="{384C0D00-9304-4575-8719-C01C4F892452}" type="presOf" srcId="{49CC0D11-157E-4CA1-88C9-B972475F71DE}" destId="{9ECCACEF-1A60-4673-9978-201671603B4C}" srcOrd="1" destOrd="0" presId="urn:microsoft.com/office/officeart/2005/8/layout/orgChart1"/>
    <dgm:cxn modelId="{0164B810-E769-4709-95D8-457379B030E5}" type="presOf" srcId="{56EC7F34-D759-4DEA-A55C-213BEA3062E9}" destId="{9741FEE4-14A4-4A06-B5DD-531F978D50EA}" srcOrd="1" destOrd="0" presId="urn:microsoft.com/office/officeart/2005/8/layout/orgChart1"/>
    <dgm:cxn modelId="{A0A91312-95BD-4181-9090-21DE141C749C}" type="presOf" srcId="{737D12E9-8A02-48FD-981F-55FEDEEB992B}" destId="{DE4FB3E6-E6CB-4EEA-A553-E74E312802CA}" srcOrd="1" destOrd="0" presId="urn:microsoft.com/office/officeart/2005/8/layout/orgChart1"/>
    <dgm:cxn modelId="{6878B214-6721-4E59-9F60-A2B838A19910}" type="presOf" srcId="{7C03C6F3-BDBB-49FE-B6DE-E09B03D04BAB}" destId="{8C34D6E0-9E66-4D8C-B24F-7A1B13AF77E0}" srcOrd="0" destOrd="0" presId="urn:microsoft.com/office/officeart/2005/8/layout/orgChart1"/>
    <dgm:cxn modelId="{510BFD20-0632-4B1D-B810-72A19AB7372F}" type="presOf" srcId="{F2B2215B-D9EB-4DE3-9021-D0324CF0D628}" destId="{C65F68FE-3CC3-422E-B2E0-B52D4DA116C9}" srcOrd="0" destOrd="0" presId="urn:microsoft.com/office/officeart/2005/8/layout/orgChart1"/>
    <dgm:cxn modelId="{BCE10923-E703-402F-915B-6BEB75BA77BF}" type="presOf" srcId="{9806DEA8-F325-4BC2-BE52-585E2948CFB3}" destId="{FC0D5DA3-7F08-40C9-A39B-512D9ACDB8BB}" srcOrd="0" destOrd="0" presId="urn:microsoft.com/office/officeart/2005/8/layout/orgChart1"/>
    <dgm:cxn modelId="{C863442A-282A-4AE8-83CC-D5D13D44B447}" srcId="{5CFF8C42-A05F-454E-A08C-32B519839B41}" destId="{737D12E9-8A02-48FD-981F-55FEDEEB992B}" srcOrd="1" destOrd="0" parTransId="{C49C39C5-B1D7-4276-BC5E-BCEEABC7E0B0}" sibTransId="{40F65ECA-BAF9-4A2F-AC30-3EEBD4253CED}"/>
    <dgm:cxn modelId="{33707030-6431-4B9B-965C-19BF89448A5F}" type="presOf" srcId="{780E2C17-7959-4BE4-B5B9-2AF6E7CE28C3}" destId="{9C228AD5-00DB-40A8-BF33-C7E8A479CA04}" srcOrd="0" destOrd="0" presId="urn:microsoft.com/office/officeart/2005/8/layout/orgChart1"/>
    <dgm:cxn modelId="{D3C15631-C6AA-431A-8019-B6CB89E454D1}" srcId="{5CFF8C42-A05F-454E-A08C-32B519839B41}" destId="{780E2C17-7959-4BE4-B5B9-2AF6E7CE28C3}" srcOrd="0" destOrd="0" parTransId="{2512B4B8-6636-4906-9597-60AD45FC6AB8}" sibTransId="{DBC20B37-8FA3-4069-9306-016BCE515DEB}"/>
    <dgm:cxn modelId="{C0E18563-AA58-40C8-970E-A29B843364A6}" srcId="{737D12E9-8A02-48FD-981F-55FEDEEB992B}" destId="{56EC7F34-D759-4DEA-A55C-213BEA3062E9}" srcOrd="0" destOrd="0" parTransId="{7C03C6F3-BDBB-49FE-B6DE-E09B03D04BAB}" sibTransId="{99AA7D71-6832-4A73-B696-6F957B8AA6A7}"/>
    <dgm:cxn modelId="{6D94096C-4238-4D7B-A72F-302A892B8C85}" type="presOf" srcId="{3C14636E-9810-4E0D-BD6B-FE319F34EF67}" destId="{97BF2314-B7B5-4D2B-8309-F7C86F0F4D77}" srcOrd="0" destOrd="0" presId="urn:microsoft.com/office/officeart/2005/8/layout/orgChart1"/>
    <dgm:cxn modelId="{FDFD5D50-E8FF-495D-AAD4-BB10247340F4}" type="presOf" srcId="{5CFF8C42-A05F-454E-A08C-32B519839B41}" destId="{DAC084F4-D6BC-4577-85B6-4192C23B5F16}" srcOrd="1" destOrd="0" presId="urn:microsoft.com/office/officeart/2005/8/layout/orgChart1"/>
    <dgm:cxn modelId="{009E9270-9B6F-46E5-9F50-A271E0022E4D}" type="presOf" srcId="{56EC7F34-D759-4DEA-A55C-213BEA3062E9}" destId="{301D1160-0883-435F-9D19-2E059CDD22CC}" srcOrd="0" destOrd="0" presId="urn:microsoft.com/office/officeart/2005/8/layout/orgChart1"/>
    <dgm:cxn modelId="{3C939058-ED4C-4300-AD1F-CB652C6F01A1}" type="presOf" srcId="{CD068D29-924E-4D3E-B939-72B94EF3DF14}" destId="{47845334-8CF7-4B92-AC9D-B1018AA497BD}" srcOrd="0" destOrd="0" presId="urn:microsoft.com/office/officeart/2005/8/layout/orgChart1"/>
    <dgm:cxn modelId="{5EEC0694-D914-4A77-ADF8-B921C25A6902}" type="presOf" srcId="{5CFF8C42-A05F-454E-A08C-32B519839B41}" destId="{0A6042C5-B308-416A-8918-53173A1200FB}" srcOrd="0" destOrd="0" presId="urn:microsoft.com/office/officeart/2005/8/layout/orgChart1"/>
    <dgm:cxn modelId="{91D8CE94-C6AD-4C04-97F5-2A9EDF3CB026}" type="presOf" srcId="{2659DFA5-A106-4A7E-8B49-DA98EAD7B296}" destId="{A100094E-083B-4086-BEFF-1EC7711664C5}" srcOrd="0" destOrd="0" presId="urn:microsoft.com/office/officeart/2005/8/layout/orgChart1"/>
    <dgm:cxn modelId="{A20C4F96-47F7-46E9-B8DA-E1EC229D388F}" type="presOf" srcId="{2659DFA5-A106-4A7E-8B49-DA98EAD7B296}" destId="{5B518E81-8345-4D90-BD3C-4FD4E6901554}" srcOrd="1" destOrd="0" presId="urn:microsoft.com/office/officeart/2005/8/layout/orgChart1"/>
    <dgm:cxn modelId="{845FE99E-0533-4733-BCC5-9DA5CCD384CA}" srcId="{2659DFA5-A106-4A7E-8B49-DA98EAD7B296}" destId="{3C14636E-9810-4E0D-BD6B-FE319F34EF67}" srcOrd="1" destOrd="0" parTransId="{F2B2215B-D9EB-4DE3-9021-D0324CF0D628}" sibTransId="{5FBEBCF2-51A5-4A20-83E0-882BF63E2BF3}"/>
    <dgm:cxn modelId="{EEC644A7-79CC-4C97-A525-298450562815}" type="presOf" srcId="{7D300048-D91B-45BD-85A3-9BE09DDAB495}" destId="{186B1680-C04B-4CA3-BE2D-5EEE4F0D0E77}" srcOrd="0" destOrd="0" presId="urn:microsoft.com/office/officeart/2005/8/layout/orgChart1"/>
    <dgm:cxn modelId="{59A291B3-B751-4DB1-B743-4001DE73F01C}" srcId="{5CFF8C42-A05F-454E-A08C-32B519839B41}" destId="{2659DFA5-A106-4A7E-8B49-DA98EAD7B296}" srcOrd="2" destOrd="0" parTransId="{CD068D29-924E-4D3E-B939-72B94EF3DF14}" sibTransId="{DAF67F12-D54A-4ACD-9080-9D952BD7196C}"/>
    <dgm:cxn modelId="{B843F2B3-0A29-43D5-80E5-F464BDE2421F}" type="presOf" srcId="{C49C39C5-B1D7-4276-BC5E-BCEEABC7E0B0}" destId="{5B401D9D-9864-4C6B-9C34-E03E4C255748}" srcOrd="0" destOrd="0" presId="urn:microsoft.com/office/officeart/2005/8/layout/orgChart1"/>
    <dgm:cxn modelId="{C176E9BA-4AB7-44FD-8510-35F4FA282049}" srcId="{9806DEA8-F325-4BC2-BE52-585E2948CFB3}" destId="{5CFF8C42-A05F-454E-A08C-32B519839B41}" srcOrd="0" destOrd="0" parTransId="{B3222D04-4965-435E-93B6-B1269A0CBD77}" sibTransId="{38E6B861-88BE-4EE5-B057-C29776E1D83A}"/>
    <dgm:cxn modelId="{226A93C2-8CD6-4AE6-A28E-89E5AA558839}" type="presOf" srcId="{3C14636E-9810-4E0D-BD6B-FE319F34EF67}" destId="{40BC5970-878C-4D5B-AA28-EF31BB8EB1F6}" srcOrd="1" destOrd="0" presId="urn:microsoft.com/office/officeart/2005/8/layout/orgChart1"/>
    <dgm:cxn modelId="{3AB071CB-2F14-496F-A507-8229A3B1FCBF}" type="presOf" srcId="{D31A0BED-D533-4185-83D9-1F59F025D527}" destId="{E6916902-4EE8-4C7A-85CD-CBC90A980734}" srcOrd="1" destOrd="0" presId="urn:microsoft.com/office/officeart/2005/8/layout/orgChart1"/>
    <dgm:cxn modelId="{B98BFCCB-16DD-4158-AA12-600E4A5CA0D8}" type="presOf" srcId="{780E2C17-7959-4BE4-B5B9-2AF6E7CE28C3}" destId="{135EAC3A-6608-4492-BD60-2DF621A21568}" srcOrd="1" destOrd="0" presId="urn:microsoft.com/office/officeart/2005/8/layout/orgChart1"/>
    <dgm:cxn modelId="{6F5CE6D8-38BE-428F-B282-9C6C267B4160}" type="presOf" srcId="{737D12E9-8A02-48FD-981F-55FEDEEB992B}" destId="{617F114F-1568-4963-BE3B-E5BBF377486C}" srcOrd="0" destOrd="0" presId="urn:microsoft.com/office/officeart/2005/8/layout/orgChart1"/>
    <dgm:cxn modelId="{811E4BE3-D924-4236-95FE-D3275E8F1634}" srcId="{737D12E9-8A02-48FD-981F-55FEDEEB992B}" destId="{D31A0BED-D533-4185-83D9-1F59F025D527}" srcOrd="1" destOrd="0" parTransId="{7D300048-D91B-45BD-85A3-9BE09DDAB495}" sibTransId="{AC745B1F-0995-471E-8837-D573C05968CF}"/>
    <dgm:cxn modelId="{2A09BAE3-7472-4C31-8EA3-F2A4FBC91D69}" type="presOf" srcId="{2512B4B8-6636-4906-9597-60AD45FC6AB8}" destId="{D3AEA247-2D24-4316-BC29-C9CE269EF544}" srcOrd="0" destOrd="0" presId="urn:microsoft.com/office/officeart/2005/8/layout/orgChart1"/>
    <dgm:cxn modelId="{4D6008E5-26B6-4AB8-B53B-F224E8684F68}" type="presOf" srcId="{49CC0D11-157E-4CA1-88C9-B972475F71DE}" destId="{5E0D5D4D-071E-4093-95ED-362593C4E3C1}" srcOrd="0" destOrd="0" presId="urn:microsoft.com/office/officeart/2005/8/layout/orgChart1"/>
    <dgm:cxn modelId="{E5FE1FEA-A103-4474-BED1-25D86178E762}" srcId="{2659DFA5-A106-4A7E-8B49-DA98EAD7B296}" destId="{49CC0D11-157E-4CA1-88C9-B972475F71DE}" srcOrd="0" destOrd="0" parTransId="{772E7B0D-B69B-4E81-A85E-0A2BF0158C06}" sibTransId="{6215A419-3148-494A-8968-F97DFEEC4175}"/>
    <dgm:cxn modelId="{166ED6F3-159D-4931-B91D-E3F6107CE59C}" type="presOf" srcId="{772E7B0D-B69B-4E81-A85E-0A2BF0158C06}" destId="{03D90786-AE6E-4D20-BA37-7BB32E0DE43B}" srcOrd="0" destOrd="0" presId="urn:microsoft.com/office/officeart/2005/8/layout/orgChart1"/>
    <dgm:cxn modelId="{701A86F8-0D39-41FD-8D54-E36EE5C1762E}" type="presOf" srcId="{D31A0BED-D533-4185-83D9-1F59F025D527}" destId="{213E876B-9984-499D-9A4A-32E44D15ED56}" srcOrd="0" destOrd="0" presId="urn:microsoft.com/office/officeart/2005/8/layout/orgChart1"/>
    <dgm:cxn modelId="{8947527D-7E79-4CA4-9424-1C78AE92C627}" type="presParOf" srcId="{FC0D5DA3-7F08-40C9-A39B-512D9ACDB8BB}" destId="{445DA5EE-73F8-4F4C-8369-1BA54A78A3D2}" srcOrd="0" destOrd="0" presId="urn:microsoft.com/office/officeart/2005/8/layout/orgChart1"/>
    <dgm:cxn modelId="{45B76893-53A8-499A-B78F-E69042729669}" type="presParOf" srcId="{445DA5EE-73F8-4F4C-8369-1BA54A78A3D2}" destId="{1F94A7F9-CE59-44BE-B68E-B7148BCE5685}" srcOrd="0" destOrd="0" presId="urn:microsoft.com/office/officeart/2005/8/layout/orgChart1"/>
    <dgm:cxn modelId="{82F91787-CE25-4D81-8B4F-80518E46C030}" type="presParOf" srcId="{1F94A7F9-CE59-44BE-B68E-B7148BCE5685}" destId="{0A6042C5-B308-416A-8918-53173A1200FB}" srcOrd="0" destOrd="0" presId="urn:microsoft.com/office/officeart/2005/8/layout/orgChart1"/>
    <dgm:cxn modelId="{6EEF2DE9-16F4-45D5-9558-A2F32C3BE55A}" type="presParOf" srcId="{1F94A7F9-CE59-44BE-B68E-B7148BCE5685}" destId="{DAC084F4-D6BC-4577-85B6-4192C23B5F16}" srcOrd="1" destOrd="0" presId="urn:microsoft.com/office/officeart/2005/8/layout/orgChart1"/>
    <dgm:cxn modelId="{2736FB68-6757-47D4-8494-D295946FFC47}" type="presParOf" srcId="{445DA5EE-73F8-4F4C-8369-1BA54A78A3D2}" destId="{AA7F212E-EBF2-42E1-B61E-E1F551051AAA}" srcOrd="1" destOrd="0" presId="urn:microsoft.com/office/officeart/2005/8/layout/orgChart1"/>
    <dgm:cxn modelId="{BFB5093D-0CFB-4FD1-B685-1F31ECB01A0D}" type="presParOf" srcId="{AA7F212E-EBF2-42E1-B61E-E1F551051AAA}" destId="{D3AEA247-2D24-4316-BC29-C9CE269EF544}" srcOrd="0" destOrd="0" presId="urn:microsoft.com/office/officeart/2005/8/layout/orgChart1"/>
    <dgm:cxn modelId="{AF1CC9DE-ABCB-4DEF-8B84-31EEB12AABFB}" type="presParOf" srcId="{AA7F212E-EBF2-42E1-B61E-E1F551051AAA}" destId="{B0F69A37-CF75-401B-87DF-141C2A0D14D2}" srcOrd="1" destOrd="0" presId="urn:microsoft.com/office/officeart/2005/8/layout/orgChart1"/>
    <dgm:cxn modelId="{0D54B53A-8498-464E-8B87-E7D69DB15672}" type="presParOf" srcId="{B0F69A37-CF75-401B-87DF-141C2A0D14D2}" destId="{DE2C5E30-73DC-407C-92F7-25870607226E}" srcOrd="0" destOrd="0" presId="urn:microsoft.com/office/officeart/2005/8/layout/orgChart1"/>
    <dgm:cxn modelId="{14BE9F59-9663-46DD-8BB7-8E911C2C4B72}" type="presParOf" srcId="{DE2C5E30-73DC-407C-92F7-25870607226E}" destId="{9C228AD5-00DB-40A8-BF33-C7E8A479CA04}" srcOrd="0" destOrd="0" presId="urn:microsoft.com/office/officeart/2005/8/layout/orgChart1"/>
    <dgm:cxn modelId="{5C08ED2C-E5CD-469E-8796-EA0E4BDE58A8}" type="presParOf" srcId="{DE2C5E30-73DC-407C-92F7-25870607226E}" destId="{135EAC3A-6608-4492-BD60-2DF621A21568}" srcOrd="1" destOrd="0" presId="urn:microsoft.com/office/officeart/2005/8/layout/orgChart1"/>
    <dgm:cxn modelId="{5D926C17-C79F-4F6D-ACA9-08845B304229}" type="presParOf" srcId="{B0F69A37-CF75-401B-87DF-141C2A0D14D2}" destId="{A43618CA-B904-4B14-9BF0-54141D3F955E}" srcOrd="1" destOrd="0" presId="urn:microsoft.com/office/officeart/2005/8/layout/orgChart1"/>
    <dgm:cxn modelId="{472D7B11-47A8-41F0-B308-F57CA73EC75A}" type="presParOf" srcId="{B0F69A37-CF75-401B-87DF-141C2A0D14D2}" destId="{17999507-AD0B-47C2-9564-CCE010D52F22}" srcOrd="2" destOrd="0" presId="urn:microsoft.com/office/officeart/2005/8/layout/orgChart1"/>
    <dgm:cxn modelId="{64815810-B6DC-43AD-9FA4-9BC23F6B32F5}" type="presParOf" srcId="{AA7F212E-EBF2-42E1-B61E-E1F551051AAA}" destId="{5B401D9D-9864-4C6B-9C34-E03E4C255748}" srcOrd="2" destOrd="0" presId="urn:microsoft.com/office/officeart/2005/8/layout/orgChart1"/>
    <dgm:cxn modelId="{93DBD1A9-9127-4F5A-8342-2654B127DD6F}" type="presParOf" srcId="{AA7F212E-EBF2-42E1-B61E-E1F551051AAA}" destId="{B47A97CD-6AE2-482A-B3AE-7EC55FA3FB75}" srcOrd="3" destOrd="0" presId="urn:microsoft.com/office/officeart/2005/8/layout/orgChart1"/>
    <dgm:cxn modelId="{EC3CE86A-5AAC-4F22-A30B-7470826EEA66}" type="presParOf" srcId="{B47A97CD-6AE2-482A-B3AE-7EC55FA3FB75}" destId="{7286B375-5819-4FA8-BB59-99C2B45DD63F}" srcOrd="0" destOrd="0" presId="urn:microsoft.com/office/officeart/2005/8/layout/orgChart1"/>
    <dgm:cxn modelId="{6B37775D-234D-40D1-8DBE-33982664EF4D}" type="presParOf" srcId="{7286B375-5819-4FA8-BB59-99C2B45DD63F}" destId="{617F114F-1568-4963-BE3B-E5BBF377486C}" srcOrd="0" destOrd="0" presId="urn:microsoft.com/office/officeart/2005/8/layout/orgChart1"/>
    <dgm:cxn modelId="{6BD60D0C-9850-4817-90EF-EF17FBD535AA}" type="presParOf" srcId="{7286B375-5819-4FA8-BB59-99C2B45DD63F}" destId="{DE4FB3E6-E6CB-4EEA-A553-E74E312802CA}" srcOrd="1" destOrd="0" presId="urn:microsoft.com/office/officeart/2005/8/layout/orgChart1"/>
    <dgm:cxn modelId="{6D09642D-D791-4E46-A051-CEBE87117580}" type="presParOf" srcId="{B47A97CD-6AE2-482A-B3AE-7EC55FA3FB75}" destId="{397B9AC8-97EA-4DF2-9A39-D9AE63412A60}" srcOrd="1" destOrd="0" presId="urn:microsoft.com/office/officeart/2005/8/layout/orgChart1"/>
    <dgm:cxn modelId="{D287CE09-6040-45AF-A6DA-7BE931653EE4}" type="presParOf" srcId="{397B9AC8-97EA-4DF2-9A39-D9AE63412A60}" destId="{8C34D6E0-9E66-4D8C-B24F-7A1B13AF77E0}" srcOrd="0" destOrd="0" presId="urn:microsoft.com/office/officeart/2005/8/layout/orgChart1"/>
    <dgm:cxn modelId="{544B6FA5-A563-428D-91F1-0F60C3D789BE}" type="presParOf" srcId="{397B9AC8-97EA-4DF2-9A39-D9AE63412A60}" destId="{00898073-5F11-45D9-9D8B-A107F0D16341}" srcOrd="1" destOrd="0" presId="urn:microsoft.com/office/officeart/2005/8/layout/orgChart1"/>
    <dgm:cxn modelId="{FA017C45-C677-4F3C-9B11-19CD3DA31C58}" type="presParOf" srcId="{00898073-5F11-45D9-9D8B-A107F0D16341}" destId="{3437A0B0-2A18-4AA6-9678-BD02D0E23678}" srcOrd="0" destOrd="0" presId="urn:microsoft.com/office/officeart/2005/8/layout/orgChart1"/>
    <dgm:cxn modelId="{AE202E00-C447-493B-97A0-0E81E0E7020E}" type="presParOf" srcId="{3437A0B0-2A18-4AA6-9678-BD02D0E23678}" destId="{301D1160-0883-435F-9D19-2E059CDD22CC}" srcOrd="0" destOrd="0" presId="urn:microsoft.com/office/officeart/2005/8/layout/orgChart1"/>
    <dgm:cxn modelId="{AF49ABD6-641B-46A6-8FCF-AB26DDC8D463}" type="presParOf" srcId="{3437A0B0-2A18-4AA6-9678-BD02D0E23678}" destId="{9741FEE4-14A4-4A06-B5DD-531F978D50EA}" srcOrd="1" destOrd="0" presId="urn:microsoft.com/office/officeart/2005/8/layout/orgChart1"/>
    <dgm:cxn modelId="{C804E9BE-1C96-4E17-9765-9802F3ED41AB}" type="presParOf" srcId="{00898073-5F11-45D9-9D8B-A107F0D16341}" destId="{628046F1-4729-493B-8A28-E7EC87D713EC}" srcOrd="1" destOrd="0" presId="urn:microsoft.com/office/officeart/2005/8/layout/orgChart1"/>
    <dgm:cxn modelId="{FE7B04A9-121E-4BBD-849D-107FD95336E2}" type="presParOf" srcId="{00898073-5F11-45D9-9D8B-A107F0D16341}" destId="{14FE5435-E9BA-4397-B107-BE7F1E6AF7ED}" srcOrd="2" destOrd="0" presId="urn:microsoft.com/office/officeart/2005/8/layout/orgChart1"/>
    <dgm:cxn modelId="{62CA407D-C5DF-4C53-B546-07213D291908}" type="presParOf" srcId="{397B9AC8-97EA-4DF2-9A39-D9AE63412A60}" destId="{186B1680-C04B-4CA3-BE2D-5EEE4F0D0E77}" srcOrd="2" destOrd="0" presId="urn:microsoft.com/office/officeart/2005/8/layout/orgChart1"/>
    <dgm:cxn modelId="{C278077E-5436-424F-A867-E27F511AB7D7}" type="presParOf" srcId="{397B9AC8-97EA-4DF2-9A39-D9AE63412A60}" destId="{D2BE82CA-8FC4-403C-992F-AC2EA87EF556}" srcOrd="3" destOrd="0" presId="urn:microsoft.com/office/officeart/2005/8/layout/orgChart1"/>
    <dgm:cxn modelId="{01C5903D-65F1-4018-B545-7099EC311FB7}" type="presParOf" srcId="{D2BE82CA-8FC4-403C-992F-AC2EA87EF556}" destId="{5AAE9613-FD88-46D8-AAA5-83DFBA94F801}" srcOrd="0" destOrd="0" presId="urn:microsoft.com/office/officeart/2005/8/layout/orgChart1"/>
    <dgm:cxn modelId="{6FDD073E-939E-4563-82DB-BACA6723D45C}" type="presParOf" srcId="{5AAE9613-FD88-46D8-AAA5-83DFBA94F801}" destId="{213E876B-9984-499D-9A4A-32E44D15ED56}" srcOrd="0" destOrd="0" presId="urn:microsoft.com/office/officeart/2005/8/layout/orgChart1"/>
    <dgm:cxn modelId="{298EE027-E713-45F3-9551-842B5D6E8B24}" type="presParOf" srcId="{5AAE9613-FD88-46D8-AAA5-83DFBA94F801}" destId="{E6916902-4EE8-4C7A-85CD-CBC90A980734}" srcOrd="1" destOrd="0" presId="urn:microsoft.com/office/officeart/2005/8/layout/orgChart1"/>
    <dgm:cxn modelId="{EC3306BA-A1B5-4A8B-80AF-0B4CF57598B0}" type="presParOf" srcId="{D2BE82CA-8FC4-403C-992F-AC2EA87EF556}" destId="{342A4729-CA62-4AC6-A577-E124B9F66931}" srcOrd="1" destOrd="0" presId="urn:microsoft.com/office/officeart/2005/8/layout/orgChart1"/>
    <dgm:cxn modelId="{2D5B811A-C507-4B8A-8C54-816452F8D3C3}" type="presParOf" srcId="{D2BE82CA-8FC4-403C-992F-AC2EA87EF556}" destId="{D2FFDA67-51F6-45F9-A6AE-A1EDA12D83C7}" srcOrd="2" destOrd="0" presId="urn:microsoft.com/office/officeart/2005/8/layout/orgChart1"/>
    <dgm:cxn modelId="{33F05313-B138-4F6C-82BB-C93149B2AB56}" type="presParOf" srcId="{B47A97CD-6AE2-482A-B3AE-7EC55FA3FB75}" destId="{DBB9E2D9-090E-4758-AC3C-73EA0A12FF33}" srcOrd="2" destOrd="0" presId="urn:microsoft.com/office/officeart/2005/8/layout/orgChart1"/>
    <dgm:cxn modelId="{80FBAEEE-AB6D-415D-A03C-27C6A7BEAAF9}" type="presParOf" srcId="{AA7F212E-EBF2-42E1-B61E-E1F551051AAA}" destId="{47845334-8CF7-4B92-AC9D-B1018AA497BD}" srcOrd="4" destOrd="0" presId="urn:microsoft.com/office/officeart/2005/8/layout/orgChart1"/>
    <dgm:cxn modelId="{A8B1FB7C-EC21-4ED8-B560-191AF0FAAA01}" type="presParOf" srcId="{AA7F212E-EBF2-42E1-B61E-E1F551051AAA}" destId="{89218619-6C2A-45AB-A702-273282C4D862}" srcOrd="5" destOrd="0" presId="urn:microsoft.com/office/officeart/2005/8/layout/orgChart1"/>
    <dgm:cxn modelId="{5521C912-ED65-4F6C-9BD2-0A7F41BD01D5}" type="presParOf" srcId="{89218619-6C2A-45AB-A702-273282C4D862}" destId="{8335173E-9A49-40EA-986D-98888C383D30}" srcOrd="0" destOrd="0" presId="urn:microsoft.com/office/officeart/2005/8/layout/orgChart1"/>
    <dgm:cxn modelId="{462BB069-8189-4BE3-A7A5-28709A0E1783}" type="presParOf" srcId="{8335173E-9A49-40EA-986D-98888C383D30}" destId="{A100094E-083B-4086-BEFF-1EC7711664C5}" srcOrd="0" destOrd="0" presId="urn:microsoft.com/office/officeart/2005/8/layout/orgChart1"/>
    <dgm:cxn modelId="{E1FEFAB1-7AA1-40B1-88A6-F420F6C194E0}" type="presParOf" srcId="{8335173E-9A49-40EA-986D-98888C383D30}" destId="{5B518E81-8345-4D90-BD3C-4FD4E6901554}" srcOrd="1" destOrd="0" presId="urn:microsoft.com/office/officeart/2005/8/layout/orgChart1"/>
    <dgm:cxn modelId="{2DBD574B-10BD-4550-8308-F1167C0DB43F}" type="presParOf" srcId="{89218619-6C2A-45AB-A702-273282C4D862}" destId="{C7B36271-7AB4-4E15-B01B-0AE2C6C93D7B}" srcOrd="1" destOrd="0" presId="urn:microsoft.com/office/officeart/2005/8/layout/orgChart1"/>
    <dgm:cxn modelId="{D7047F42-DAA7-4478-B8D6-06B4CF56441A}" type="presParOf" srcId="{C7B36271-7AB4-4E15-B01B-0AE2C6C93D7B}" destId="{03D90786-AE6E-4D20-BA37-7BB32E0DE43B}" srcOrd="0" destOrd="0" presId="urn:microsoft.com/office/officeart/2005/8/layout/orgChart1"/>
    <dgm:cxn modelId="{FF3B8490-0737-4BD1-9386-D51D5456683C}" type="presParOf" srcId="{C7B36271-7AB4-4E15-B01B-0AE2C6C93D7B}" destId="{5ED48830-96B6-4151-A94E-DB14D5C7F274}" srcOrd="1" destOrd="0" presId="urn:microsoft.com/office/officeart/2005/8/layout/orgChart1"/>
    <dgm:cxn modelId="{E54341E6-8F2F-4A17-988A-166F30BD42DA}" type="presParOf" srcId="{5ED48830-96B6-4151-A94E-DB14D5C7F274}" destId="{9177902E-2500-410E-8D5A-182B52D7BF6C}" srcOrd="0" destOrd="0" presId="urn:microsoft.com/office/officeart/2005/8/layout/orgChart1"/>
    <dgm:cxn modelId="{29C58CCC-5101-4D8C-9DF2-E2F6D8BA26F8}" type="presParOf" srcId="{9177902E-2500-410E-8D5A-182B52D7BF6C}" destId="{5E0D5D4D-071E-4093-95ED-362593C4E3C1}" srcOrd="0" destOrd="0" presId="urn:microsoft.com/office/officeart/2005/8/layout/orgChart1"/>
    <dgm:cxn modelId="{7F34FD7E-016F-44E3-98C5-A87A59D7D668}" type="presParOf" srcId="{9177902E-2500-410E-8D5A-182B52D7BF6C}" destId="{9ECCACEF-1A60-4673-9978-201671603B4C}" srcOrd="1" destOrd="0" presId="urn:microsoft.com/office/officeart/2005/8/layout/orgChart1"/>
    <dgm:cxn modelId="{200461BB-8229-4D33-87CC-892D8399EC3B}" type="presParOf" srcId="{5ED48830-96B6-4151-A94E-DB14D5C7F274}" destId="{5C29F9CF-D99B-4B95-8874-B350104A0AA0}" srcOrd="1" destOrd="0" presId="urn:microsoft.com/office/officeart/2005/8/layout/orgChart1"/>
    <dgm:cxn modelId="{99573C88-7DBB-4086-846C-59002C900A96}" type="presParOf" srcId="{5ED48830-96B6-4151-A94E-DB14D5C7F274}" destId="{F59E72AC-5A6D-4229-84A9-F24324509B4F}" srcOrd="2" destOrd="0" presId="urn:microsoft.com/office/officeart/2005/8/layout/orgChart1"/>
    <dgm:cxn modelId="{B2CCAB02-730C-4C0C-9484-E662CA5E16E8}" type="presParOf" srcId="{C7B36271-7AB4-4E15-B01B-0AE2C6C93D7B}" destId="{C65F68FE-3CC3-422E-B2E0-B52D4DA116C9}" srcOrd="2" destOrd="0" presId="urn:microsoft.com/office/officeart/2005/8/layout/orgChart1"/>
    <dgm:cxn modelId="{0C360E00-65C0-4C0E-A8CD-759C5CC76EF7}" type="presParOf" srcId="{C7B36271-7AB4-4E15-B01B-0AE2C6C93D7B}" destId="{98209297-BBDD-4F3C-BBC5-C4419BDE8E1D}" srcOrd="3" destOrd="0" presId="urn:microsoft.com/office/officeart/2005/8/layout/orgChart1"/>
    <dgm:cxn modelId="{AC8918D0-B01F-42E3-9D6C-387382DDDF9D}" type="presParOf" srcId="{98209297-BBDD-4F3C-BBC5-C4419BDE8E1D}" destId="{9667A7FD-EC56-4D36-873C-7FAC4BA57BD0}" srcOrd="0" destOrd="0" presId="urn:microsoft.com/office/officeart/2005/8/layout/orgChart1"/>
    <dgm:cxn modelId="{4DB66A37-C4C5-4C13-B85D-3905BDC41C82}" type="presParOf" srcId="{9667A7FD-EC56-4D36-873C-7FAC4BA57BD0}" destId="{97BF2314-B7B5-4D2B-8309-F7C86F0F4D77}" srcOrd="0" destOrd="0" presId="urn:microsoft.com/office/officeart/2005/8/layout/orgChart1"/>
    <dgm:cxn modelId="{56EFC000-89EE-46EB-AFA0-27FA228C9B6A}" type="presParOf" srcId="{9667A7FD-EC56-4D36-873C-7FAC4BA57BD0}" destId="{40BC5970-878C-4D5B-AA28-EF31BB8EB1F6}" srcOrd="1" destOrd="0" presId="urn:microsoft.com/office/officeart/2005/8/layout/orgChart1"/>
    <dgm:cxn modelId="{75FE24D7-484E-45F4-B72A-5DC1CE6290EA}" type="presParOf" srcId="{98209297-BBDD-4F3C-BBC5-C4419BDE8E1D}" destId="{5AE82DD3-17A4-4FD3-9779-C02C5D19A15C}" srcOrd="1" destOrd="0" presId="urn:microsoft.com/office/officeart/2005/8/layout/orgChart1"/>
    <dgm:cxn modelId="{0F389A73-C0F6-40CF-A95C-D4423AF81C9D}" type="presParOf" srcId="{98209297-BBDD-4F3C-BBC5-C4419BDE8E1D}" destId="{90724C39-624A-41B5-96A9-D0D4C76BEA92}" srcOrd="2" destOrd="0" presId="urn:microsoft.com/office/officeart/2005/8/layout/orgChart1"/>
    <dgm:cxn modelId="{30C789A0-DA39-40BC-8FE6-17FF9F45269B}" type="presParOf" srcId="{89218619-6C2A-45AB-A702-273282C4D862}" destId="{79C21C5C-BCE0-440F-BB57-3C6711100D97}" srcOrd="2" destOrd="0" presId="urn:microsoft.com/office/officeart/2005/8/layout/orgChart1"/>
    <dgm:cxn modelId="{C26C2CC7-6CA4-4E91-9AA2-97F34120CBC2}" type="presParOf" srcId="{445DA5EE-73F8-4F4C-8369-1BA54A78A3D2}" destId="{1CDB9DF7-910F-457D-AC37-C0EEC071CDFA}"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9806DEA8-F325-4BC2-BE52-585E2948CFB3}" type="doc">
      <dgm:prSet loTypeId="urn:microsoft.com/office/officeart/2005/8/layout/orgChart1" loCatId="hierarchy" qsTypeId="urn:microsoft.com/office/officeart/2005/8/quickstyle/simple5" qsCatId="simple" csTypeId="urn:microsoft.com/office/officeart/2005/8/colors/accent0_2" csCatId="mainScheme" phldr="1"/>
      <dgm:spPr/>
      <dgm:t>
        <a:bodyPr/>
        <a:lstStyle/>
        <a:p>
          <a:endParaRPr lang="en-US"/>
        </a:p>
      </dgm:t>
    </dgm:pt>
    <dgm:pt modelId="{5CFF8C42-A05F-454E-A08C-32B519839B41}">
      <dgm:prSet custT="1"/>
      <dgm:spPr/>
      <dgm:t>
        <a:bodyPr/>
        <a:lstStyle/>
        <a:p>
          <a:pPr algn="ctr"/>
          <a:r>
            <a:rPr lang="en-US" sz="1800" noProof="0" dirty="0"/>
            <a:t>Total balance </a:t>
          </a:r>
        </a:p>
      </dgm:t>
    </dgm:pt>
    <dgm:pt modelId="{B3222D04-4965-435E-93B6-B1269A0CBD77}" type="parTrans" cxnId="{C176E9BA-4AB7-44FD-8510-35F4FA282049}">
      <dgm:prSet/>
      <dgm:spPr/>
      <dgm:t>
        <a:bodyPr/>
        <a:lstStyle/>
        <a:p>
          <a:pPr algn="ctr"/>
          <a:endParaRPr lang="en-US" sz="4400" noProof="0"/>
        </a:p>
      </dgm:t>
    </dgm:pt>
    <dgm:pt modelId="{38E6B861-88BE-4EE5-B057-C29776E1D83A}" type="sibTrans" cxnId="{C176E9BA-4AB7-44FD-8510-35F4FA282049}">
      <dgm:prSet/>
      <dgm:spPr/>
      <dgm:t>
        <a:bodyPr/>
        <a:lstStyle/>
        <a:p>
          <a:pPr algn="ctr"/>
          <a:endParaRPr lang="en-US" sz="4400" noProof="0"/>
        </a:p>
      </dgm:t>
    </dgm:pt>
    <dgm:pt modelId="{780E2C17-7959-4BE4-B5B9-2AF6E7CE28C3}">
      <dgm:prSet custT="1"/>
      <dgm:spPr/>
      <dgm:t>
        <a:bodyPr/>
        <a:lstStyle/>
        <a:p>
          <a:pPr algn="ctr"/>
          <a:r>
            <a:rPr lang="en-US" sz="1800" noProof="0" dirty="0"/>
            <a:t>Project cost</a:t>
          </a:r>
        </a:p>
      </dgm:t>
    </dgm:pt>
    <dgm:pt modelId="{2512B4B8-6636-4906-9597-60AD45FC6AB8}" type="parTrans" cxnId="{D3C15631-C6AA-431A-8019-B6CB89E454D1}">
      <dgm:prSet/>
      <dgm:spPr/>
      <dgm:t>
        <a:bodyPr/>
        <a:lstStyle/>
        <a:p>
          <a:pPr algn="ctr"/>
          <a:endParaRPr lang="en-US" sz="4400" noProof="0"/>
        </a:p>
      </dgm:t>
    </dgm:pt>
    <dgm:pt modelId="{DBC20B37-8FA3-4069-9306-016BCE515DEB}" type="sibTrans" cxnId="{D3C15631-C6AA-431A-8019-B6CB89E454D1}">
      <dgm:prSet/>
      <dgm:spPr/>
      <dgm:t>
        <a:bodyPr/>
        <a:lstStyle/>
        <a:p>
          <a:pPr algn="ctr"/>
          <a:endParaRPr lang="en-US" sz="4400" noProof="0"/>
        </a:p>
      </dgm:t>
    </dgm:pt>
    <dgm:pt modelId="{737D12E9-8A02-48FD-981F-55FEDEEB992B}">
      <dgm:prSet custT="1"/>
      <dgm:spPr/>
      <dgm:t>
        <a:bodyPr/>
        <a:lstStyle/>
        <a:p>
          <a:pPr algn="ctr"/>
          <a:r>
            <a:rPr lang="en-US" sz="1800" noProof="0" dirty="0"/>
            <a:t>Benefits</a:t>
          </a:r>
        </a:p>
      </dgm:t>
    </dgm:pt>
    <dgm:pt modelId="{C49C39C5-B1D7-4276-BC5E-BCEEABC7E0B0}" type="parTrans" cxnId="{C863442A-282A-4AE8-83CC-D5D13D44B447}">
      <dgm:prSet/>
      <dgm:spPr/>
      <dgm:t>
        <a:bodyPr/>
        <a:lstStyle/>
        <a:p>
          <a:pPr algn="ctr"/>
          <a:endParaRPr lang="en-US" sz="4400" noProof="0"/>
        </a:p>
      </dgm:t>
    </dgm:pt>
    <dgm:pt modelId="{40F65ECA-BAF9-4A2F-AC30-3EEBD4253CED}" type="sibTrans" cxnId="{C863442A-282A-4AE8-83CC-D5D13D44B447}">
      <dgm:prSet/>
      <dgm:spPr/>
      <dgm:t>
        <a:bodyPr/>
        <a:lstStyle/>
        <a:p>
          <a:pPr algn="ctr"/>
          <a:endParaRPr lang="en-US" sz="4400" noProof="0"/>
        </a:p>
      </dgm:t>
    </dgm:pt>
    <dgm:pt modelId="{2659DFA5-A106-4A7E-8B49-DA98EAD7B296}">
      <dgm:prSet custT="1"/>
      <dgm:spPr/>
      <dgm:t>
        <a:bodyPr/>
        <a:lstStyle/>
        <a:p>
          <a:pPr algn="ctr"/>
          <a:r>
            <a:rPr lang="en-US" sz="1800" noProof="0" dirty="0"/>
            <a:t>Annual </a:t>
          </a:r>
        </a:p>
        <a:p>
          <a:pPr algn="ctr"/>
          <a:r>
            <a:rPr lang="en-US" sz="1800" noProof="0" dirty="0"/>
            <a:t>Costs</a:t>
          </a:r>
        </a:p>
      </dgm:t>
    </dgm:pt>
    <dgm:pt modelId="{CD068D29-924E-4D3E-B939-72B94EF3DF14}" type="parTrans" cxnId="{59A291B3-B751-4DB1-B743-4001DE73F01C}">
      <dgm:prSet/>
      <dgm:spPr/>
      <dgm:t>
        <a:bodyPr/>
        <a:lstStyle/>
        <a:p>
          <a:pPr algn="ctr"/>
          <a:endParaRPr lang="en-US" sz="4400" noProof="0"/>
        </a:p>
      </dgm:t>
    </dgm:pt>
    <dgm:pt modelId="{DAF67F12-D54A-4ACD-9080-9D952BD7196C}" type="sibTrans" cxnId="{59A291B3-B751-4DB1-B743-4001DE73F01C}">
      <dgm:prSet/>
      <dgm:spPr/>
      <dgm:t>
        <a:bodyPr/>
        <a:lstStyle/>
        <a:p>
          <a:pPr algn="ctr"/>
          <a:endParaRPr lang="en-US" sz="4400" noProof="0"/>
        </a:p>
      </dgm:t>
    </dgm:pt>
    <dgm:pt modelId="{82515DFC-9938-4C9D-833B-D7B6FE74F3D6}">
      <dgm:prSet custT="1"/>
      <dgm:spPr/>
      <dgm:t>
        <a:bodyPr/>
        <a:lstStyle/>
        <a:p>
          <a:pPr algn="ctr"/>
          <a:r>
            <a:rPr lang="en-US" sz="1800" noProof="0" dirty="0"/>
            <a:t>Project management </a:t>
          </a:r>
        </a:p>
      </dgm:t>
    </dgm:pt>
    <dgm:pt modelId="{81AD3CE4-69FA-4B9E-BB3B-4FF1EB31E2BF}" type="parTrans" cxnId="{544C879F-65F0-46A5-B7C0-8D1A458F62F9}">
      <dgm:prSet/>
      <dgm:spPr/>
      <dgm:t>
        <a:bodyPr/>
        <a:lstStyle/>
        <a:p>
          <a:pPr algn="ctr"/>
          <a:endParaRPr lang="en-US" sz="4400" noProof="0"/>
        </a:p>
      </dgm:t>
    </dgm:pt>
    <dgm:pt modelId="{3ABDE96B-50C5-4FE4-A81A-4FB2FAAAAFA5}" type="sibTrans" cxnId="{544C879F-65F0-46A5-B7C0-8D1A458F62F9}">
      <dgm:prSet/>
      <dgm:spPr/>
      <dgm:t>
        <a:bodyPr/>
        <a:lstStyle/>
        <a:p>
          <a:pPr algn="ctr"/>
          <a:endParaRPr lang="en-US" sz="4400" noProof="0"/>
        </a:p>
      </dgm:t>
    </dgm:pt>
    <dgm:pt modelId="{22AAB52A-F50E-450E-A45B-AA76C6E60155}">
      <dgm:prSet custT="1"/>
      <dgm:spPr/>
      <dgm:t>
        <a:bodyPr/>
        <a:lstStyle/>
        <a:p>
          <a:pPr algn="ctr"/>
          <a:r>
            <a:rPr lang="en-US" sz="1800" noProof="0" dirty="0"/>
            <a:t>Software project</a:t>
          </a:r>
        </a:p>
      </dgm:t>
    </dgm:pt>
    <dgm:pt modelId="{111B3508-DF67-4D45-82A6-7B60B4D41864}" type="parTrans" cxnId="{AEC67096-20FC-480D-97F0-F2F564BD9E8A}">
      <dgm:prSet/>
      <dgm:spPr/>
      <dgm:t>
        <a:bodyPr/>
        <a:lstStyle/>
        <a:p>
          <a:pPr algn="ctr"/>
          <a:endParaRPr lang="en-US" sz="4400" noProof="0"/>
        </a:p>
      </dgm:t>
    </dgm:pt>
    <dgm:pt modelId="{773A98D1-1721-4740-BBBC-EE4ECE532058}" type="sibTrans" cxnId="{AEC67096-20FC-480D-97F0-F2F564BD9E8A}">
      <dgm:prSet/>
      <dgm:spPr/>
      <dgm:t>
        <a:bodyPr/>
        <a:lstStyle/>
        <a:p>
          <a:pPr algn="ctr"/>
          <a:endParaRPr lang="en-US" sz="4400" noProof="0"/>
        </a:p>
      </dgm:t>
    </dgm:pt>
    <dgm:pt modelId="{5AD51844-7667-449C-B04B-2A3775799BFF}">
      <dgm:prSet custT="1"/>
      <dgm:spPr/>
      <dgm:t>
        <a:bodyPr/>
        <a:lstStyle/>
        <a:p>
          <a:pPr algn="ctr"/>
          <a:r>
            <a:rPr lang="en-US" sz="1800" noProof="0" dirty="0"/>
            <a:t>Business project</a:t>
          </a:r>
        </a:p>
      </dgm:t>
    </dgm:pt>
    <dgm:pt modelId="{FD7AA57F-CF0E-42DE-A55F-2EC78B30B05B}" type="parTrans" cxnId="{A25C5321-2397-436D-96DF-6B1391C6D905}">
      <dgm:prSet/>
      <dgm:spPr/>
      <dgm:t>
        <a:bodyPr/>
        <a:lstStyle/>
        <a:p>
          <a:pPr algn="ctr"/>
          <a:endParaRPr lang="en-US" sz="4400" noProof="0"/>
        </a:p>
      </dgm:t>
    </dgm:pt>
    <dgm:pt modelId="{6896A8BC-4889-4D51-8FB9-9AB4779A3BA7}" type="sibTrans" cxnId="{A25C5321-2397-436D-96DF-6B1391C6D905}">
      <dgm:prSet/>
      <dgm:spPr/>
      <dgm:t>
        <a:bodyPr/>
        <a:lstStyle/>
        <a:p>
          <a:pPr algn="ctr"/>
          <a:endParaRPr lang="en-US" sz="4400" noProof="0"/>
        </a:p>
      </dgm:t>
    </dgm:pt>
    <dgm:pt modelId="{5BFFD63B-5511-492C-9222-0156EFC4526B}">
      <dgm:prSet custT="1"/>
      <dgm:spPr/>
      <dgm:t>
        <a:bodyPr/>
        <a:lstStyle/>
        <a:p>
          <a:pPr algn="ctr"/>
          <a:r>
            <a:rPr lang="en-US" sz="1800" noProof="0" dirty="0"/>
            <a:t>Technology </a:t>
          </a:r>
        </a:p>
      </dgm:t>
    </dgm:pt>
    <dgm:pt modelId="{937CFD05-A419-45AA-A7A7-87FA7D9DF5E4}" type="parTrans" cxnId="{1D22AAAC-4B45-48C9-84FC-690C449BA89D}">
      <dgm:prSet/>
      <dgm:spPr/>
      <dgm:t>
        <a:bodyPr/>
        <a:lstStyle/>
        <a:p>
          <a:pPr algn="ctr"/>
          <a:endParaRPr lang="en-US" sz="4400" noProof="0"/>
        </a:p>
      </dgm:t>
    </dgm:pt>
    <dgm:pt modelId="{D2D278E8-783F-4750-A634-8BB5EBBA1118}" type="sibTrans" cxnId="{1D22AAAC-4B45-48C9-84FC-690C449BA89D}">
      <dgm:prSet/>
      <dgm:spPr/>
      <dgm:t>
        <a:bodyPr/>
        <a:lstStyle/>
        <a:p>
          <a:pPr algn="ctr"/>
          <a:endParaRPr lang="en-US" sz="4400" noProof="0"/>
        </a:p>
      </dgm:t>
    </dgm:pt>
    <dgm:pt modelId="{56EC7F34-D759-4DEA-A55C-213BEA3062E9}">
      <dgm:prSet phldrT="[Testo]" custT="1"/>
      <dgm:spPr/>
      <dgm:t>
        <a:bodyPr/>
        <a:lstStyle/>
        <a:p>
          <a:pPr algn="ctr"/>
          <a:r>
            <a:rPr lang="en-US" sz="1800" noProof="0" dirty="0"/>
            <a:t>Management value  </a:t>
          </a:r>
        </a:p>
      </dgm:t>
    </dgm:pt>
    <dgm:pt modelId="{7C03C6F3-BDBB-49FE-B6DE-E09B03D04BAB}" type="parTrans" cxnId="{C0E18563-AA58-40C8-970E-A29B843364A6}">
      <dgm:prSet/>
      <dgm:spPr/>
      <dgm:t>
        <a:bodyPr/>
        <a:lstStyle/>
        <a:p>
          <a:pPr algn="ctr"/>
          <a:endParaRPr lang="en-US" sz="4400" noProof="0"/>
        </a:p>
      </dgm:t>
    </dgm:pt>
    <dgm:pt modelId="{99AA7D71-6832-4A73-B696-6F957B8AA6A7}" type="sibTrans" cxnId="{C0E18563-AA58-40C8-970E-A29B843364A6}">
      <dgm:prSet/>
      <dgm:spPr/>
      <dgm:t>
        <a:bodyPr/>
        <a:lstStyle/>
        <a:p>
          <a:pPr algn="ctr"/>
          <a:endParaRPr lang="en-US" sz="4400" noProof="0"/>
        </a:p>
      </dgm:t>
    </dgm:pt>
    <dgm:pt modelId="{BA17EC81-F365-430A-A2FD-ACF45104382C}">
      <dgm:prSet phldrT="[Testo]" custT="1"/>
      <dgm:spPr/>
      <dgm:t>
        <a:bodyPr/>
        <a:lstStyle/>
        <a:p>
          <a:pPr algn="ctr"/>
          <a:r>
            <a:rPr lang="en-US" sz="1800" noProof="0" dirty="0"/>
            <a:t>Tangible </a:t>
          </a:r>
        </a:p>
      </dgm:t>
    </dgm:pt>
    <dgm:pt modelId="{C84EA265-0F05-4D7F-B7ED-7308C7727181}" type="parTrans" cxnId="{E534692D-C8A1-49D7-B37A-C575B13A6AFE}">
      <dgm:prSet/>
      <dgm:spPr/>
      <dgm:t>
        <a:bodyPr/>
        <a:lstStyle/>
        <a:p>
          <a:pPr algn="ctr"/>
          <a:endParaRPr lang="en-US" sz="4400" noProof="0"/>
        </a:p>
      </dgm:t>
    </dgm:pt>
    <dgm:pt modelId="{26FFD9B7-6326-458B-8591-0E83DAA9B80A}" type="sibTrans" cxnId="{E534692D-C8A1-49D7-B37A-C575B13A6AFE}">
      <dgm:prSet/>
      <dgm:spPr/>
      <dgm:t>
        <a:bodyPr/>
        <a:lstStyle/>
        <a:p>
          <a:pPr algn="ctr"/>
          <a:endParaRPr lang="en-US" sz="4400" noProof="0"/>
        </a:p>
      </dgm:t>
    </dgm:pt>
    <dgm:pt modelId="{860B66A7-0190-41DE-9C7C-DA69A51C52A9}">
      <dgm:prSet phldrT="[Testo]" custT="1"/>
      <dgm:spPr/>
      <dgm:t>
        <a:bodyPr/>
        <a:lstStyle/>
        <a:p>
          <a:pPr algn="ctr"/>
          <a:r>
            <a:rPr lang="en-US" sz="1800" noProof="0" dirty="0"/>
            <a:t>Intangible</a:t>
          </a:r>
        </a:p>
      </dgm:t>
    </dgm:pt>
    <dgm:pt modelId="{BC2700F6-1CFE-47F4-B750-58798A9CB713}" type="parTrans" cxnId="{E0E9EF28-86F8-4BA8-9DE2-CAA1B512997E}">
      <dgm:prSet/>
      <dgm:spPr/>
      <dgm:t>
        <a:bodyPr/>
        <a:lstStyle/>
        <a:p>
          <a:pPr algn="ctr"/>
          <a:endParaRPr lang="en-US" sz="4400" noProof="0"/>
        </a:p>
      </dgm:t>
    </dgm:pt>
    <dgm:pt modelId="{2193A3AD-5F33-4925-9470-F0784ED855C6}" type="sibTrans" cxnId="{E0E9EF28-86F8-4BA8-9DE2-CAA1B512997E}">
      <dgm:prSet/>
      <dgm:spPr/>
      <dgm:t>
        <a:bodyPr/>
        <a:lstStyle/>
        <a:p>
          <a:pPr algn="ctr"/>
          <a:endParaRPr lang="en-US" sz="4400" noProof="0"/>
        </a:p>
      </dgm:t>
    </dgm:pt>
    <dgm:pt modelId="{D31A0BED-D533-4185-83D9-1F59F025D527}">
      <dgm:prSet phldrT="[Testo]" custT="1"/>
      <dgm:spPr/>
      <dgm:t>
        <a:bodyPr/>
        <a:lstStyle/>
        <a:p>
          <a:pPr algn="ctr"/>
          <a:r>
            <a:rPr lang="en-US" sz="1800" noProof="0" dirty="0"/>
            <a:t>Social value</a:t>
          </a:r>
        </a:p>
      </dgm:t>
    </dgm:pt>
    <dgm:pt modelId="{7D300048-D91B-45BD-85A3-9BE09DDAB495}" type="parTrans" cxnId="{811E4BE3-D924-4236-95FE-D3275E8F1634}">
      <dgm:prSet/>
      <dgm:spPr/>
      <dgm:t>
        <a:bodyPr/>
        <a:lstStyle/>
        <a:p>
          <a:pPr algn="ctr"/>
          <a:endParaRPr lang="en-US" sz="4400" noProof="0"/>
        </a:p>
      </dgm:t>
    </dgm:pt>
    <dgm:pt modelId="{AC745B1F-0995-471E-8837-D573C05968CF}" type="sibTrans" cxnId="{811E4BE3-D924-4236-95FE-D3275E8F1634}">
      <dgm:prSet/>
      <dgm:spPr/>
      <dgm:t>
        <a:bodyPr/>
        <a:lstStyle/>
        <a:p>
          <a:pPr algn="ctr"/>
          <a:endParaRPr lang="en-US" sz="4400" noProof="0"/>
        </a:p>
      </dgm:t>
    </dgm:pt>
    <dgm:pt modelId="{7A2B9F21-00C0-4806-ABDD-E77D627B319F}">
      <dgm:prSet phldrT="[Testo]" custT="1"/>
      <dgm:spPr/>
      <dgm:t>
        <a:bodyPr/>
        <a:lstStyle/>
        <a:p>
          <a:pPr algn="ctr"/>
          <a:r>
            <a:rPr lang="en-US" sz="1800" noProof="0" dirty="0"/>
            <a:t>Tangible </a:t>
          </a:r>
        </a:p>
      </dgm:t>
    </dgm:pt>
    <dgm:pt modelId="{ADAC2B3A-C26F-44DD-A130-5E9FB1D50FEC}" type="parTrans" cxnId="{9AD77593-8B90-4FF3-B2CA-6CE5BE6A9E9D}">
      <dgm:prSet/>
      <dgm:spPr/>
      <dgm:t>
        <a:bodyPr/>
        <a:lstStyle/>
        <a:p>
          <a:pPr algn="ctr"/>
          <a:endParaRPr lang="en-US" sz="4400" noProof="0"/>
        </a:p>
      </dgm:t>
    </dgm:pt>
    <dgm:pt modelId="{496EE524-1B63-4977-A5FC-955EFDACF120}" type="sibTrans" cxnId="{9AD77593-8B90-4FF3-B2CA-6CE5BE6A9E9D}">
      <dgm:prSet/>
      <dgm:spPr/>
      <dgm:t>
        <a:bodyPr/>
        <a:lstStyle/>
        <a:p>
          <a:pPr algn="ctr"/>
          <a:endParaRPr lang="en-US" sz="4400" noProof="0"/>
        </a:p>
      </dgm:t>
    </dgm:pt>
    <dgm:pt modelId="{4F09CE32-B9C7-4356-9162-BE92B4750B7A}">
      <dgm:prSet phldrT="[Testo]" custT="1"/>
      <dgm:spPr/>
      <dgm:t>
        <a:bodyPr/>
        <a:lstStyle/>
        <a:p>
          <a:pPr algn="ctr"/>
          <a:r>
            <a:rPr lang="en-US" sz="1800" noProof="0" dirty="0"/>
            <a:t>Intangible</a:t>
          </a:r>
        </a:p>
      </dgm:t>
    </dgm:pt>
    <dgm:pt modelId="{692E85DD-A290-4219-B1BF-FE2F474D83D6}" type="parTrans" cxnId="{E63DD533-B042-403A-BE17-98ED01A252D5}">
      <dgm:prSet/>
      <dgm:spPr/>
      <dgm:t>
        <a:bodyPr/>
        <a:lstStyle/>
        <a:p>
          <a:pPr algn="ctr"/>
          <a:endParaRPr lang="en-US" sz="4400" noProof="0"/>
        </a:p>
      </dgm:t>
    </dgm:pt>
    <dgm:pt modelId="{92053FB3-E433-4353-B88A-FF3A1B0B44B7}" type="sibTrans" cxnId="{E63DD533-B042-403A-BE17-98ED01A252D5}">
      <dgm:prSet/>
      <dgm:spPr/>
      <dgm:t>
        <a:bodyPr/>
        <a:lstStyle/>
        <a:p>
          <a:pPr algn="ctr"/>
          <a:endParaRPr lang="en-US" sz="4400" noProof="0"/>
        </a:p>
      </dgm:t>
    </dgm:pt>
    <dgm:pt modelId="{3C14636E-9810-4E0D-BD6B-FE319F34EF67}">
      <dgm:prSet custT="1"/>
      <dgm:spPr>
        <a:gradFill rotWithShape="0">
          <a:gsLst>
            <a:gs pos="0">
              <a:srgbClr val="FFFFFF">
                <a:hueOff val="0"/>
                <a:satOff val="0"/>
                <a:lumOff val="0"/>
                <a:alphaOff val="0"/>
                <a:shade val="51000"/>
                <a:satMod val="130000"/>
              </a:srgbClr>
            </a:gs>
            <a:gs pos="80000">
              <a:srgbClr val="FFFFFF">
                <a:hueOff val="0"/>
                <a:satOff val="0"/>
                <a:lumOff val="0"/>
                <a:alphaOff val="0"/>
                <a:shade val="93000"/>
                <a:satMod val="130000"/>
              </a:srgbClr>
            </a:gs>
            <a:gs pos="100000">
              <a:srgbClr val="FFFFFF">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spcFirstLastPara="0" vert="horz" wrap="square" lIns="11430" tIns="11430" rIns="11430" bIns="11430" numCol="1" spcCol="1270" anchor="ctr" anchorCtr="0"/>
        <a:lstStyle/>
        <a:p>
          <a:pPr marL="0" lvl="0" indent="0" algn="ctr" defTabSz="800100">
            <a:lnSpc>
              <a:spcPct val="90000"/>
            </a:lnSpc>
            <a:spcBef>
              <a:spcPct val="0"/>
            </a:spcBef>
            <a:spcAft>
              <a:spcPct val="35000"/>
            </a:spcAft>
            <a:buNone/>
          </a:pPr>
          <a:r>
            <a:rPr lang="en-US" sz="1800" kern="1200" noProof="0" dirty="0">
              <a:solidFill>
                <a:srgbClr val="000000">
                  <a:hueOff val="0"/>
                  <a:satOff val="0"/>
                  <a:lumOff val="0"/>
                  <a:alphaOff val="0"/>
                </a:srgbClr>
              </a:solidFill>
              <a:latin typeface="Times New Roman"/>
              <a:ea typeface="+mn-ea"/>
              <a:cs typeface="+mn-cs"/>
            </a:rPr>
            <a:t>Maintenance</a:t>
          </a:r>
        </a:p>
      </dgm:t>
    </dgm:pt>
    <dgm:pt modelId="{F2B2215B-D9EB-4DE3-9021-D0324CF0D628}" type="parTrans" cxnId="{845FE99E-0533-4733-BCC5-9DA5CCD384CA}">
      <dgm:prSet/>
      <dgm:spPr/>
      <dgm:t>
        <a:bodyPr/>
        <a:lstStyle/>
        <a:p>
          <a:pPr algn="ctr"/>
          <a:endParaRPr lang="en-US" sz="4400" noProof="0"/>
        </a:p>
      </dgm:t>
    </dgm:pt>
    <dgm:pt modelId="{5FBEBCF2-51A5-4A20-83E0-882BF63E2BF3}" type="sibTrans" cxnId="{845FE99E-0533-4733-BCC5-9DA5CCD384CA}">
      <dgm:prSet/>
      <dgm:spPr/>
      <dgm:t>
        <a:bodyPr/>
        <a:lstStyle/>
        <a:p>
          <a:pPr algn="ctr"/>
          <a:endParaRPr lang="en-US" sz="4400" noProof="0"/>
        </a:p>
      </dgm:t>
    </dgm:pt>
    <dgm:pt modelId="{49CC0D11-157E-4CA1-88C9-B972475F71DE}">
      <dgm:prSet custT="1"/>
      <dgm:spPr>
        <a:gradFill rotWithShape="0">
          <a:gsLst>
            <a:gs pos="0">
              <a:srgbClr val="FFFFFF">
                <a:hueOff val="0"/>
                <a:satOff val="0"/>
                <a:lumOff val="0"/>
                <a:alphaOff val="0"/>
                <a:shade val="51000"/>
                <a:satMod val="130000"/>
              </a:srgbClr>
            </a:gs>
            <a:gs pos="80000">
              <a:srgbClr val="FFFFFF">
                <a:hueOff val="0"/>
                <a:satOff val="0"/>
                <a:lumOff val="0"/>
                <a:alphaOff val="0"/>
                <a:shade val="93000"/>
                <a:satMod val="130000"/>
              </a:srgbClr>
            </a:gs>
            <a:gs pos="100000">
              <a:srgbClr val="FFFFFF">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spcFirstLastPara="0" vert="horz" wrap="square" lIns="11430" tIns="11430" rIns="11430" bIns="11430" numCol="1" spcCol="1270" anchor="ctr" anchorCtr="0"/>
        <a:lstStyle/>
        <a:p>
          <a:pPr marL="0" lvl="0" indent="0" algn="ctr" defTabSz="800100">
            <a:lnSpc>
              <a:spcPct val="90000"/>
            </a:lnSpc>
            <a:spcBef>
              <a:spcPct val="0"/>
            </a:spcBef>
            <a:spcAft>
              <a:spcPct val="35000"/>
            </a:spcAft>
            <a:buNone/>
          </a:pPr>
          <a:r>
            <a:rPr lang="en-US" sz="1800" kern="1200" noProof="0" dirty="0">
              <a:solidFill>
                <a:srgbClr val="000000">
                  <a:hueOff val="0"/>
                  <a:satOff val="0"/>
                  <a:lumOff val="0"/>
                  <a:alphaOff val="0"/>
                </a:srgbClr>
              </a:solidFill>
              <a:latin typeface="Times New Roman"/>
              <a:ea typeface="+mn-ea"/>
              <a:cs typeface="+mn-cs"/>
            </a:rPr>
            <a:t>Operations</a:t>
          </a:r>
        </a:p>
      </dgm:t>
    </dgm:pt>
    <dgm:pt modelId="{772E7B0D-B69B-4E81-A85E-0A2BF0158C06}" type="parTrans" cxnId="{E5FE1FEA-A103-4474-BED1-25D86178E762}">
      <dgm:prSet/>
      <dgm:spPr/>
      <dgm:t>
        <a:bodyPr/>
        <a:lstStyle/>
        <a:p>
          <a:endParaRPr lang="it-IT" sz="4000"/>
        </a:p>
      </dgm:t>
    </dgm:pt>
    <dgm:pt modelId="{6215A419-3148-494A-8968-F97DFEEC4175}" type="sibTrans" cxnId="{E5FE1FEA-A103-4474-BED1-25D86178E762}">
      <dgm:prSet/>
      <dgm:spPr/>
      <dgm:t>
        <a:bodyPr/>
        <a:lstStyle/>
        <a:p>
          <a:endParaRPr lang="it-IT" sz="4000"/>
        </a:p>
      </dgm:t>
    </dgm:pt>
    <dgm:pt modelId="{FC0D5DA3-7F08-40C9-A39B-512D9ACDB8BB}" type="pres">
      <dgm:prSet presAssocID="{9806DEA8-F325-4BC2-BE52-585E2948CFB3}" presName="hierChild1" presStyleCnt="0">
        <dgm:presLayoutVars>
          <dgm:orgChart val="1"/>
          <dgm:chPref val="1"/>
          <dgm:dir/>
          <dgm:animOne val="branch"/>
          <dgm:animLvl val="lvl"/>
          <dgm:resizeHandles/>
        </dgm:presLayoutVars>
      </dgm:prSet>
      <dgm:spPr/>
    </dgm:pt>
    <dgm:pt modelId="{445DA5EE-73F8-4F4C-8369-1BA54A78A3D2}" type="pres">
      <dgm:prSet presAssocID="{5CFF8C42-A05F-454E-A08C-32B519839B41}" presName="hierRoot1" presStyleCnt="0">
        <dgm:presLayoutVars>
          <dgm:hierBranch val="init"/>
        </dgm:presLayoutVars>
      </dgm:prSet>
      <dgm:spPr/>
    </dgm:pt>
    <dgm:pt modelId="{1F94A7F9-CE59-44BE-B68E-B7148BCE5685}" type="pres">
      <dgm:prSet presAssocID="{5CFF8C42-A05F-454E-A08C-32B519839B41}" presName="rootComposite1" presStyleCnt="0"/>
      <dgm:spPr/>
    </dgm:pt>
    <dgm:pt modelId="{0A6042C5-B308-416A-8918-53173A1200FB}" type="pres">
      <dgm:prSet presAssocID="{5CFF8C42-A05F-454E-A08C-32B519839B41}" presName="rootText1" presStyleLbl="node0" presStyleIdx="0" presStyleCnt="1">
        <dgm:presLayoutVars>
          <dgm:chPref val="3"/>
        </dgm:presLayoutVars>
      </dgm:prSet>
      <dgm:spPr/>
    </dgm:pt>
    <dgm:pt modelId="{DAC084F4-D6BC-4577-85B6-4192C23B5F16}" type="pres">
      <dgm:prSet presAssocID="{5CFF8C42-A05F-454E-A08C-32B519839B41}" presName="rootConnector1" presStyleLbl="node1" presStyleIdx="0" presStyleCnt="0"/>
      <dgm:spPr/>
    </dgm:pt>
    <dgm:pt modelId="{AA7F212E-EBF2-42E1-B61E-E1F551051AAA}" type="pres">
      <dgm:prSet presAssocID="{5CFF8C42-A05F-454E-A08C-32B519839B41}" presName="hierChild2" presStyleCnt="0"/>
      <dgm:spPr/>
    </dgm:pt>
    <dgm:pt modelId="{D3AEA247-2D24-4316-BC29-C9CE269EF544}" type="pres">
      <dgm:prSet presAssocID="{2512B4B8-6636-4906-9597-60AD45FC6AB8}" presName="Name37" presStyleLbl="parChTrans1D2" presStyleIdx="0" presStyleCnt="3"/>
      <dgm:spPr/>
    </dgm:pt>
    <dgm:pt modelId="{B0F69A37-CF75-401B-87DF-141C2A0D14D2}" type="pres">
      <dgm:prSet presAssocID="{780E2C17-7959-4BE4-B5B9-2AF6E7CE28C3}" presName="hierRoot2" presStyleCnt="0">
        <dgm:presLayoutVars>
          <dgm:hierBranch val="init"/>
        </dgm:presLayoutVars>
      </dgm:prSet>
      <dgm:spPr/>
    </dgm:pt>
    <dgm:pt modelId="{DE2C5E30-73DC-407C-92F7-25870607226E}" type="pres">
      <dgm:prSet presAssocID="{780E2C17-7959-4BE4-B5B9-2AF6E7CE28C3}" presName="rootComposite" presStyleCnt="0"/>
      <dgm:spPr/>
    </dgm:pt>
    <dgm:pt modelId="{9C228AD5-00DB-40A8-BF33-C7E8A479CA04}" type="pres">
      <dgm:prSet presAssocID="{780E2C17-7959-4BE4-B5B9-2AF6E7CE28C3}" presName="rootText" presStyleLbl="node2" presStyleIdx="0" presStyleCnt="3" custLinFactNeighborX="7841" custLinFactNeighborY="-958">
        <dgm:presLayoutVars>
          <dgm:chPref val="3"/>
        </dgm:presLayoutVars>
      </dgm:prSet>
      <dgm:spPr/>
    </dgm:pt>
    <dgm:pt modelId="{135EAC3A-6608-4492-BD60-2DF621A21568}" type="pres">
      <dgm:prSet presAssocID="{780E2C17-7959-4BE4-B5B9-2AF6E7CE28C3}" presName="rootConnector" presStyleLbl="node2" presStyleIdx="0" presStyleCnt="3"/>
      <dgm:spPr/>
    </dgm:pt>
    <dgm:pt modelId="{A43618CA-B904-4B14-9BF0-54141D3F955E}" type="pres">
      <dgm:prSet presAssocID="{780E2C17-7959-4BE4-B5B9-2AF6E7CE28C3}" presName="hierChild4" presStyleCnt="0"/>
      <dgm:spPr/>
    </dgm:pt>
    <dgm:pt modelId="{31CF9883-6932-443B-BE67-EA6070F735FC}" type="pres">
      <dgm:prSet presAssocID="{81AD3CE4-69FA-4B9E-BB3B-4FF1EB31E2BF}" presName="Name37" presStyleLbl="parChTrans1D3" presStyleIdx="0" presStyleCnt="8"/>
      <dgm:spPr/>
    </dgm:pt>
    <dgm:pt modelId="{13ADB56E-8FDF-491C-8B29-1722087AD486}" type="pres">
      <dgm:prSet presAssocID="{82515DFC-9938-4C9D-833B-D7B6FE74F3D6}" presName="hierRoot2" presStyleCnt="0">
        <dgm:presLayoutVars>
          <dgm:hierBranch val="init"/>
        </dgm:presLayoutVars>
      </dgm:prSet>
      <dgm:spPr/>
    </dgm:pt>
    <dgm:pt modelId="{0985C86D-1B69-41D2-8B15-597C53B6120C}" type="pres">
      <dgm:prSet presAssocID="{82515DFC-9938-4C9D-833B-D7B6FE74F3D6}" presName="rootComposite" presStyleCnt="0"/>
      <dgm:spPr/>
    </dgm:pt>
    <dgm:pt modelId="{B36F738C-DABB-499F-A586-6245E56F73A4}" type="pres">
      <dgm:prSet presAssocID="{82515DFC-9938-4C9D-833B-D7B6FE74F3D6}" presName="rootText" presStyleLbl="node3" presStyleIdx="0" presStyleCnt="8" custLinFactNeighborX="7841" custLinFactNeighborY="-958">
        <dgm:presLayoutVars>
          <dgm:chPref val="3"/>
        </dgm:presLayoutVars>
      </dgm:prSet>
      <dgm:spPr/>
    </dgm:pt>
    <dgm:pt modelId="{14012CE9-2525-49DB-825E-72030D160490}" type="pres">
      <dgm:prSet presAssocID="{82515DFC-9938-4C9D-833B-D7B6FE74F3D6}" presName="rootConnector" presStyleLbl="node3" presStyleIdx="0" presStyleCnt="8"/>
      <dgm:spPr/>
    </dgm:pt>
    <dgm:pt modelId="{342643D6-E3A6-4A57-B9DD-0781D8759EFC}" type="pres">
      <dgm:prSet presAssocID="{82515DFC-9938-4C9D-833B-D7B6FE74F3D6}" presName="hierChild4" presStyleCnt="0"/>
      <dgm:spPr/>
    </dgm:pt>
    <dgm:pt modelId="{0DD17146-0F29-4885-9376-8A5705D23D4E}" type="pres">
      <dgm:prSet presAssocID="{82515DFC-9938-4C9D-833B-D7B6FE74F3D6}" presName="hierChild5" presStyleCnt="0"/>
      <dgm:spPr/>
    </dgm:pt>
    <dgm:pt modelId="{7B5206AE-36DB-43EE-84F3-AFB823AA6253}" type="pres">
      <dgm:prSet presAssocID="{111B3508-DF67-4D45-82A6-7B60B4D41864}" presName="Name37" presStyleLbl="parChTrans1D3" presStyleIdx="1" presStyleCnt="8"/>
      <dgm:spPr/>
    </dgm:pt>
    <dgm:pt modelId="{EA46275C-D34E-4970-A919-7FB5FB0D832D}" type="pres">
      <dgm:prSet presAssocID="{22AAB52A-F50E-450E-A45B-AA76C6E60155}" presName="hierRoot2" presStyleCnt="0">
        <dgm:presLayoutVars>
          <dgm:hierBranch val="init"/>
        </dgm:presLayoutVars>
      </dgm:prSet>
      <dgm:spPr/>
    </dgm:pt>
    <dgm:pt modelId="{33111035-7874-44A3-98C1-D4AC0AF8792D}" type="pres">
      <dgm:prSet presAssocID="{22AAB52A-F50E-450E-A45B-AA76C6E60155}" presName="rootComposite" presStyleCnt="0"/>
      <dgm:spPr/>
    </dgm:pt>
    <dgm:pt modelId="{BE33DF6D-96DD-447A-A304-E5B66ED4DEA0}" type="pres">
      <dgm:prSet presAssocID="{22AAB52A-F50E-450E-A45B-AA76C6E60155}" presName="rootText" presStyleLbl="node3" presStyleIdx="1" presStyleCnt="8" custLinFactNeighborX="7841" custLinFactNeighborY="-958">
        <dgm:presLayoutVars>
          <dgm:chPref val="3"/>
        </dgm:presLayoutVars>
      </dgm:prSet>
      <dgm:spPr/>
    </dgm:pt>
    <dgm:pt modelId="{609F4C0D-78CC-42E2-8EC6-ACCF5277829F}" type="pres">
      <dgm:prSet presAssocID="{22AAB52A-F50E-450E-A45B-AA76C6E60155}" presName="rootConnector" presStyleLbl="node3" presStyleIdx="1" presStyleCnt="8"/>
      <dgm:spPr/>
    </dgm:pt>
    <dgm:pt modelId="{21DB5F9D-117E-4396-A921-BD0D18829365}" type="pres">
      <dgm:prSet presAssocID="{22AAB52A-F50E-450E-A45B-AA76C6E60155}" presName="hierChild4" presStyleCnt="0"/>
      <dgm:spPr/>
    </dgm:pt>
    <dgm:pt modelId="{97D7E093-B9EA-413B-A30F-D5DDB8799B63}" type="pres">
      <dgm:prSet presAssocID="{22AAB52A-F50E-450E-A45B-AA76C6E60155}" presName="hierChild5" presStyleCnt="0"/>
      <dgm:spPr/>
    </dgm:pt>
    <dgm:pt modelId="{DBB6250D-A994-4B68-83F5-3A299E01BCF0}" type="pres">
      <dgm:prSet presAssocID="{FD7AA57F-CF0E-42DE-A55F-2EC78B30B05B}" presName="Name37" presStyleLbl="parChTrans1D3" presStyleIdx="2" presStyleCnt="8"/>
      <dgm:spPr/>
    </dgm:pt>
    <dgm:pt modelId="{7C3751AC-154A-4B83-86C4-3179D2CC195A}" type="pres">
      <dgm:prSet presAssocID="{5AD51844-7667-449C-B04B-2A3775799BFF}" presName="hierRoot2" presStyleCnt="0">
        <dgm:presLayoutVars>
          <dgm:hierBranch val="init"/>
        </dgm:presLayoutVars>
      </dgm:prSet>
      <dgm:spPr/>
    </dgm:pt>
    <dgm:pt modelId="{46E2E3C6-D8C5-40B9-98A1-533B92BF7BB4}" type="pres">
      <dgm:prSet presAssocID="{5AD51844-7667-449C-B04B-2A3775799BFF}" presName="rootComposite" presStyleCnt="0"/>
      <dgm:spPr/>
    </dgm:pt>
    <dgm:pt modelId="{143639B3-181C-491B-A515-4BAB93604BCB}" type="pres">
      <dgm:prSet presAssocID="{5AD51844-7667-449C-B04B-2A3775799BFF}" presName="rootText" presStyleLbl="node3" presStyleIdx="2" presStyleCnt="8" custLinFactNeighborX="8263" custLinFactNeighborY="-1651">
        <dgm:presLayoutVars>
          <dgm:chPref val="3"/>
        </dgm:presLayoutVars>
      </dgm:prSet>
      <dgm:spPr/>
    </dgm:pt>
    <dgm:pt modelId="{F76DCC48-5560-4BD5-AD58-0C6CED22E5B3}" type="pres">
      <dgm:prSet presAssocID="{5AD51844-7667-449C-B04B-2A3775799BFF}" presName="rootConnector" presStyleLbl="node3" presStyleIdx="2" presStyleCnt="8"/>
      <dgm:spPr/>
    </dgm:pt>
    <dgm:pt modelId="{54D71075-D9F2-4A86-BAD0-9859B2512DDE}" type="pres">
      <dgm:prSet presAssocID="{5AD51844-7667-449C-B04B-2A3775799BFF}" presName="hierChild4" presStyleCnt="0"/>
      <dgm:spPr/>
    </dgm:pt>
    <dgm:pt modelId="{E9CFFC85-30A2-4189-8956-70EF4403155E}" type="pres">
      <dgm:prSet presAssocID="{5AD51844-7667-449C-B04B-2A3775799BFF}" presName="hierChild5" presStyleCnt="0"/>
      <dgm:spPr/>
    </dgm:pt>
    <dgm:pt modelId="{06DDBB38-68F0-4317-9F77-306B5A4D0568}" type="pres">
      <dgm:prSet presAssocID="{937CFD05-A419-45AA-A7A7-87FA7D9DF5E4}" presName="Name37" presStyleLbl="parChTrans1D3" presStyleIdx="3" presStyleCnt="8"/>
      <dgm:spPr/>
    </dgm:pt>
    <dgm:pt modelId="{FCC89F73-75CB-4B04-8C24-E0C03F7FCC98}" type="pres">
      <dgm:prSet presAssocID="{5BFFD63B-5511-492C-9222-0156EFC4526B}" presName="hierRoot2" presStyleCnt="0">
        <dgm:presLayoutVars>
          <dgm:hierBranch val="init"/>
        </dgm:presLayoutVars>
      </dgm:prSet>
      <dgm:spPr/>
    </dgm:pt>
    <dgm:pt modelId="{51303DA3-8908-436D-83CD-FD00C3ED8F56}" type="pres">
      <dgm:prSet presAssocID="{5BFFD63B-5511-492C-9222-0156EFC4526B}" presName="rootComposite" presStyleCnt="0"/>
      <dgm:spPr/>
    </dgm:pt>
    <dgm:pt modelId="{C1E13093-8BD2-473F-9131-948EED45B322}" type="pres">
      <dgm:prSet presAssocID="{5BFFD63B-5511-492C-9222-0156EFC4526B}" presName="rootText" presStyleLbl="node3" presStyleIdx="3" presStyleCnt="8" custLinFactNeighborX="7841" custLinFactNeighborY="-958">
        <dgm:presLayoutVars>
          <dgm:chPref val="3"/>
        </dgm:presLayoutVars>
      </dgm:prSet>
      <dgm:spPr/>
    </dgm:pt>
    <dgm:pt modelId="{5CC39CA2-13D2-4B46-934E-C03FE919297A}" type="pres">
      <dgm:prSet presAssocID="{5BFFD63B-5511-492C-9222-0156EFC4526B}" presName="rootConnector" presStyleLbl="node3" presStyleIdx="3" presStyleCnt="8"/>
      <dgm:spPr/>
    </dgm:pt>
    <dgm:pt modelId="{932F9BBB-7364-461A-88DE-5DC2C9AE7C59}" type="pres">
      <dgm:prSet presAssocID="{5BFFD63B-5511-492C-9222-0156EFC4526B}" presName="hierChild4" presStyleCnt="0"/>
      <dgm:spPr/>
    </dgm:pt>
    <dgm:pt modelId="{95D487BC-91A7-450C-9E4C-F5D38D84DFBD}" type="pres">
      <dgm:prSet presAssocID="{5BFFD63B-5511-492C-9222-0156EFC4526B}" presName="hierChild5" presStyleCnt="0"/>
      <dgm:spPr/>
    </dgm:pt>
    <dgm:pt modelId="{17999507-AD0B-47C2-9564-CCE010D52F22}" type="pres">
      <dgm:prSet presAssocID="{780E2C17-7959-4BE4-B5B9-2AF6E7CE28C3}" presName="hierChild5" presStyleCnt="0"/>
      <dgm:spPr/>
    </dgm:pt>
    <dgm:pt modelId="{5B401D9D-9864-4C6B-9C34-E03E4C255748}" type="pres">
      <dgm:prSet presAssocID="{C49C39C5-B1D7-4276-BC5E-BCEEABC7E0B0}" presName="Name37" presStyleLbl="parChTrans1D2" presStyleIdx="1" presStyleCnt="3"/>
      <dgm:spPr/>
    </dgm:pt>
    <dgm:pt modelId="{B47A97CD-6AE2-482A-B3AE-7EC55FA3FB75}" type="pres">
      <dgm:prSet presAssocID="{737D12E9-8A02-48FD-981F-55FEDEEB992B}" presName="hierRoot2" presStyleCnt="0">
        <dgm:presLayoutVars>
          <dgm:hierBranch val="init"/>
        </dgm:presLayoutVars>
      </dgm:prSet>
      <dgm:spPr/>
    </dgm:pt>
    <dgm:pt modelId="{7286B375-5819-4FA8-BB59-99C2B45DD63F}" type="pres">
      <dgm:prSet presAssocID="{737D12E9-8A02-48FD-981F-55FEDEEB992B}" presName="rootComposite" presStyleCnt="0"/>
      <dgm:spPr/>
    </dgm:pt>
    <dgm:pt modelId="{617F114F-1568-4963-BE3B-E5BBF377486C}" type="pres">
      <dgm:prSet presAssocID="{737D12E9-8A02-48FD-981F-55FEDEEB992B}" presName="rootText" presStyleLbl="node2" presStyleIdx="1" presStyleCnt="3">
        <dgm:presLayoutVars>
          <dgm:chPref val="3"/>
        </dgm:presLayoutVars>
      </dgm:prSet>
      <dgm:spPr/>
    </dgm:pt>
    <dgm:pt modelId="{DE4FB3E6-E6CB-4EEA-A553-E74E312802CA}" type="pres">
      <dgm:prSet presAssocID="{737D12E9-8A02-48FD-981F-55FEDEEB992B}" presName="rootConnector" presStyleLbl="node2" presStyleIdx="1" presStyleCnt="3"/>
      <dgm:spPr/>
    </dgm:pt>
    <dgm:pt modelId="{397B9AC8-97EA-4DF2-9A39-D9AE63412A60}" type="pres">
      <dgm:prSet presAssocID="{737D12E9-8A02-48FD-981F-55FEDEEB992B}" presName="hierChild4" presStyleCnt="0"/>
      <dgm:spPr/>
    </dgm:pt>
    <dgm:pt modelId="{8C34D6E0-9E66-4D8C-B24F-7A1B13AF77E0}" type="pres">
      <dgm:prSet presAssocID="{7C03C6F3-BDBB-49FE-B6DE-E09B03D04BAB}" presName="Name37" presStyleLbl="parChTrans1D3" presStyleIdx="4" presStyleCnt="8"/>
      <dgm:spPr/>
    </dgm:pt>
    <dgm:pt modelId="{00898073-5F11-45D9-9D8B-A107F0D16341}" type="pres">
      <dgm:prSet presAssocID="{56EC7F34-D759-4DEA-A55C-213BEA3062E9}" presName="hierRoot2" presStyleCnt="0">
        <dgm:presLayoutVars>
          <dgm:hierBranch val="init"/>
        </dgm:presLayoutVars>
      </dgm:prSet>
      <dgm:spPr/>
    </dgm:pt>
    <dgm:pt modelId="{3437A0B0-2A18-4AA6-9678-BD02D0E23678}" type="pres">
      <dgm:prSet presAssocID="{56EC7F34-D759-4DEA-A55C-213BEA3062E9}" presName="rootComposite" presStyleCnt="0"/>
      <dgm:spPr/>
    </dgm:pt>
    <dgm:pt modelId="{301D1160-0883-435F-9D19-2E059CDD22CC}" type="pres">
      <dgm:prSet presAssocID="{56EC7F34-D759-4DEA-A55C-213BEA3062E9}" presName="rootText" presStyleLbl="node3" presStyleIdx="4" presStyleCnt="8">
        <dgm:presLayoutVars>
          <dgm:chPref val="3"/>
        </dgm:presLayoutVars>
      </dgm:prSet>
      <dgm:spPr/>
    </dgm:pt>
    <dgm:pt modelId="{9741FEE4-14A4-4A06-B5DD-531F978D50EA}" type="pres">
      <dgm:prSet presAssocID="{56EC7F34-D759-4DEA-A55C-213BEA3062E9}" presName="rootConnector" presStyleLbl="node3" presStyleIdx="4" presStyleCnt="8"/>
      <dgm:spPr/>
    </dgm:pt>
    <dgm:pt modelId="{628046F1-4729-493B-8A28-E7EC87D713EC}" type="pres">
      <dgm:prSet presAssocID="{56EC7F34-D759-4DEA-A55C-213BEA3062E9}" presName="hierChild4" presStyleCnt="0"/>
      <dgm:spPr/>
    </dgm:pt>
    <dgm:pt modelId="{8185C1B7-C97A-43E7-8DA2-B5346012AA14}" type="pres">
      <dgm:prSet presAssocID="{C84EA265-0F05-4D7F-B7ED-7308C7727181}" presName="Name37" presStyleLbl="parChTrans1D4" presStyleIdx="0" presStyleCnt="4"/>
      <dgm:spPr/>
    </dgm:pt>
    <dgm:pt modelId="{E8E42C56-D977-4F87-A4B7-BC2B6A54C610}" type="pres">
      <dgm:prSet presAssocID="{BA17EC81-F365-430A-A2FD-ACF45104382C}" presName="hierRoot2" presStyleCnt="0">
        <dgm:presLayoutVars>
          <dgm:hierBranch val="init"/>
        </dgm:presLayoutVars>
      </dgm:prSet>
      <dgm:spPr/>
    </dgm:pt>
    <dgm:pt modelId="{FB1196C7-A8F5-49C2-B499-65E7DF73B8EC}" type="pres">
      <dgm:prSet presAssocID="{BA17EC81-F365-430A-A2FD-ACF45104382C}" presName="rootComposite" presStyleCnt="0"/>
      <dgm:spPr/>
    </dgm:pt>
    <dgm:pt modelId="{58E346C8-D5D5-42DA-968B-E52CEF52AE5B}" type="pres">
      <dgm:prSet presAssocID="{BA17EC81-F365-430A-A2FD-ACF45104382C}" presName="rootText" presStyleLbl="node4" presStyleIdx="0" presStyleCnt="4" custLinFactNeighborX="7841" custLinFactNeighborY="-958">
        <dgm:presLayoutVars>
          <dgm:chPref val="3"/>
        </dgm:presLayoutVars>
      </dgm:prSet>
      <dgm:spPr/>
    </dgm:pt>
    <dgm:pt modelId="{79A3CF2E-375A-49CC-A0C5-9B1D542B018C}" type="pres">
      <dgm:prSet presAssocID="{BA17EC81-F365-430A-A2FD-ACF45104382C}" presName="rootConnector" presStyleLbl="node4" presStyleIdx="0" presStyleCnt="4"/>
      <dgm:spPr/>
    </dgm:pt>
    <dgm:pt modelId="{6D49C356-3F6B-430A-9A10-E15AF4F60AEA}" type="pres">
      <dgm:prSet presAssocID="{BA17EC81-F365-430A-A2FD-ACF45104382C}" presName="hierChild4" presStyleCnt="0"/>
      <dgm:spPr/>
    </dgm:pt>
    <dgm:pt modelId="{1FD83BA1-7F2D-48E6-B215-E866D9E17C58}" type="pres">
      <dgm:prSet presAssocID="{BA17EC81-F365-430A-A2FD-ACF45104382C}" presName="hierChild5" presStyleCnt="0"/>
      <dgm:spPr/>
    </dgm:pt>
    <dgm:pt modelId="{E1861590-D782-4F2C-A48D-CD7B36553041}" type="pres">
      <dgm:prSet presAssocID="{BC2700F6-1CFE-47F4-B750-58798A9CB713}" presName="Name37" presStyleLbl="parChTrans1D4" presStyleIdx="1" presStyleCnt="4"/>
      <dgm:spPr/>
    </dgm:pt>
    <dgm:pt modelId="{6F743B3A-D0C9-48D4-A2EC-F8C3ED823C7E}" type="pres">
      <dgm:prSet presAssocID="{860B66A7-0190-41DE-9C7C-DA69A51C52A9}" presName="hierRoot2" presStyleCnt="0">
        <dgm:presLayoutVars>
          <dgm:hierBranch val="init"/>
        </dgm:presLayoutVars>
      </dgm:prSet>
      <dgm:spPr/>
    </dgm:pt>
    <dgm:pt modelId="{21BD19F3-3658-4A97-96B9-582042A720BB}" type="pres">
      <dgm:prSet presAssocID="{860B66A7-0190-41DE-9C7C-DA69A51C52A9}" presName="rootComposite" presStyleCnt="0"/>
      <dgm:spPr/>
    </dgm:pt>
    <dgm:pt modelId="{E7E9D74B-469F-46AC-8DB8-633FFA63A770}" type="pres">
      <dgm:prSet presAssocID="{860B66A7-0190-41DE-9C7C-DA69A51C52A9}" presName="rootText" presStyleLbl="node4" presStyleIdx="1" presStyleCnt="4" custLinFactNeighborX="7841" custLinFactNeighborY="-958">
        <dgm:presLayoutVars>
          <dgm:chPref val="3"/>
        </dgm:presLayoutVars>
      </dgm:prSet>
      <dgm:spPr/>
    </dgm:pt>
    <dgm:pt modelId="{C46480A1-84FB-4A38-B49F-9A0BCD966D31}" type="pres">
      <dgm:prSet presAssocID="{860B66A7-0190-41DE-9C7C-DA69A51C52A9}" presName="rootConnector" presStyleLbl="node4" presStyleIdx="1" presStyleCnt="4"/>
      <dgm:spPr/>
    </dgm:pt>
    <dgm:pt modelId="{1D72C469-DB3D-4714-BE69-D467CB352D38}" type="pres">
      <dgm:prSet presAssocID="{860B66A7-0190-41DE-9C7C-DA69A51C52A9}" presName="hierChild4" presStyleCnt="0"/>
      <dgm:spPr/>
    </dgm:pt>
    <dgm:pt modelId="{9435B3EC-0B1B-41BE-A20B-352F3FF9AFA0}" type="pres">
      <dgm:prSet presAssocID="{860B66A7-0190-41DE-9C7C-DA69A51C52A9}" presName="hierChild5" presStyleCnt="0"/>
      <dgm:spPr/>
    </dgm:pt>
    <dgm:pt modelId="{14FE5435-E9BA-4397-B107-BE7F1E6AF7ED}" type="pres">
      <dgm:prSet presAssocID="{56EC7F34-D759-4DEA-A55C-213BEA3062E9}" presName="hierChild5" presStyleCnt="0"/>
      <dgm:spPr/>
    </dgm:pt>
    <dgm:pt modelId="{186B1680-C04B-4CA3-BE2D-5EEE4F0D0E77}" type="pres">
      <dgm:prSet presAssocID="{7D300048-D91B-45BD-85A3-9BE09DDAB495}" presName="Name37" presStyleLbl="parChTrans1D3" presStyleIdx="5" presStyleCnt="8"/>
      <dgm:spPr/>
    </dgm:pt>
    <dgm:pt modelId="{D2BE82CA-8FC4-403C-992F-AC2EA87EF556}" type="pres">
      <dgm:prSet presAssocID="{D31A0BED-D533-4185-83D9-1F59F025D527}" presName="hierRoot2" presStyleCnt="0">
        <dgm:presLayoutVars>
          <dgm:hierBranch val="init"/>
        </dgm:presLayoutVars>
      </dgm:prSet>
      <dgm:spPr/>
    </dgm:pt>
    <dgm:pt modelId="{5AAE9613-FD88-46D8-AAA5-83DFBA94F801}" type="pres">
      <dgm:prSet presAssocID="{D31A0BED-D533-4185-83D9-1F59F025D527}" presName="rootComposite" presStyleCnt="0"/>
      <dgm:spPr/>
    </dgm:pt>
    <dgm:pt modelId="{213E876B-9984-499D-9A4A-32E44D15ED56}" type="pres">
      <dgm:prSet presAssocID="{D31A0BED-D533-4185-83D9-1F59F025D527}" presName="rootText" presStyleLbl="node3" presStyleIdx="5" presStyleCnt="8" custLinFactNeighborX="7841" custLinFactNeighborY="-958">
        <dgm:presLayoutVars>
          <dgm:chPref val="3"/>
        </dgm:presLayoutVars>
      </dgm:prSet>
      <dgm:spPr/>
    </dgm:pt>
    <dgm:pt modelId="{E6916902-4EE8-4C7A-85CD-CBC90A980734}" type="pres">
      <dgm:prSet presAssocID="{D31A0BED-D533-4185-83D9-1F59F025D527}" presName="rootConnector" presStyleLbl="node3" presStyleIdx="5" presStyleCnt="8"/>
      <dgm:spPr/>
    </dgm:pt>
    <dgm:pt modelId="{342A4729-CA62-4AC6-A577-E124B9F66931}" type="pres">
      <dgm:prSet presAssocID="{D31A0BED-D533-4185-83D9-1F59F025D527}" presName="hierChild4" presStyleCnt="0"/>
      <dgm:spPr/>
    </dgm:pt>
    <dgm:pt modelId="{C472B140-51F0-46FE-BFE2-532D197DBEE5}" type="pres">
      <dgm:prSet presAssocID="{ADAC2B3A-C26F-44DD-A130-5E9FB1D50FEC}" presName="Name37" presStyleLbl="parChTrans1D4" presStyleIdx="2" presStyleCnt="4"/>
      <dgm:spPr/>
    </dgm:pt>
    <dgm:pt modelId="{8BD7CC97-225C-4A1A-863B-4CF965D9BF06}" type="pres">
      <dgm:prSet presAssocID="{7A2B9F21-00C0-4806-ABDD-E77D627B319F}" presName="hierRoot2" presStyleCnt="0">
        <dgm:presLayoutVars>
          <dgm:hierBranch val="init"/>
        </dgm:presLayoutVars>
      </dgm:prSet>
      <dgm:spPr/>
    </dgm:pt>
    <dgm:pt modelId="{0058E585-1DCA-4053-AA9C-AE843F9212B1}" type="pres">
      <dgm:prSet presAssocID="{7A2B9F21-00C0-4806-ABDD-E77D627B319F}" presName="rootComposite" presStyleCnt="0"/>
      <dgm:spPr/>
    </dgm:pt>
    <dgm:pt modelId="{81F65026-AB1B-43FF-8C3C-10A484F69584}" type="pres">
      <dgm:prSet presAssocID="{7A2B9F21-00C0-4806-ABDD-E77D627B319F}" presName="rootText" presStyleLbl="node4" presStyleIdx="2" presStyleCnt="4">
        <dgm:presLayoutVars>
          <dgm:chPref val="3"/>
        </dgm:presLayoutVars>
      </dgm:prSet>
      <dgm:spPr/>
    </dgm:pt>
    <dgm:pt modelId="{47C434A7-F9A7-40AE-8DA5-214C88492EE8}" type="pres">
      <dgm:prSet presAssocID="{7A2B9F21-00C0-4806-ABDD-E77D627B319F}" presName="rootConnector" presStyleLbl="node4" presStyleIdx="2" presStyleCnt="4"/>
      <dgm:spPr/>
    </dgm:pt>
    <dgm:pt modelId="{A111F5E1-FD2E-4593-B732-7A4D88555DC7}" type="pres">
      <dgm:prSet presAssocID="{7A2B9F21-00C0-4806-ABDD-E77D627B319F}" presName="hierChild4" presStyleCnt="0"/>
      <dgm:spPr/>
    </dgm:pt>
    <dgm:pt modelId="{2944FE1C-9B3B-405F-9A96-27391F0E75F0}" type="pres">
      <dgm:prSet presAssocID="{7A2B9F21-00C0-4806-ABDD-E77D627B319F}" presName="hierChild5" presStyleCnt="0"/>
      <dgm:spPr/>
    </dgm:pt>
    <dgm:pt modelId="{34C3A9FD-30D6-4129-8960-7E587443F938}" type="pres">
      <dgm:prSet presAssocID="{692E85DD-A290-4219-B1BF-FE2F474D83D6}" presName="Name37" presStyleLbl="parChTrans1D4" presStyleIdx="3" presStyleCnt="4"/>
      <dgm:spPr/>
    </dgm:pt>
    <dgm:pt modelId="{982A0E09-08A1-47D5-B4F2-794644B35058}" type="pres">
      <dgm:prSet presAssocID="{4F09CE32-B9C7-4356-9162-BE92B4750B7A}" presName="hierRoot2" presStyleCnt="0">
        <dgm:presLayoutVars>
          <dgm:hierBranch val="init"/>
        </dgm:presLayoutVars>
      </dgm:prSet>
      <dgm:spPr/>
    </dgm:pt>
    <dgm:pt modelId="{6EF0FF11-9CDE-4404-8791-0196C0A2E396}" type="pres">
      <dgm:prSet presAssocID="{4F09CE32-B9C7-4356-9162-BE92B4750B7A}" presName="rootComposite" presStyleCnt="0"/>
      <dgm:spPr/>
    </dgm:pt>
    <dgm:pt modelId="{767298F3-A1B4-4AF3-8D99-1E433AA344A9}" type="pres">
      <dgm:prSet presAssocID="{4F09CE32-B9C7-4356-9162-BE92B4750B7A}" presName="rootText" presStyleLbl="node4" presStyleIdx="3" presStyleCnt="4">
        <dgm:presLayoutVars>
          <dgm:chPref val="3"/>
        </dgm:presLayoutVars>
      </dgm:prSet>
      <dgm:spPr/>
    </dgm:pt>
    <dgm:pt modelId="{A7FB77E0-99A0-4C6C-A07D-4C91BE84CAA9}" type="pres">
      <dgm:prSet presAssocID="{4F09CE32-B9C7-4356-9162-BE92B4750B7A}" presName="rootConnector" presStyleLbl="node4" presStyleIdx="3" presStyleCnt="4"/>
      <dgm:spPr/>
    </dgm:pt>
    <dgm:pt modelId="{D8878A00-ACA3-4B27-BE42-A601BD74D1E3}" type="pres">
      <dgm:prSet presAssocID="{4F09CE32-B9C7-4356-9162-BE92B4750B7A}" presName="hierChild4" presStyleCnt="0"/>
      <dgm:spPr/>
    </dgm:pt>
    <dgm:pt modelId="{547AF146-2077-42FC-895B-17A85B85A2D4}" type="pres">
      <dgm:prSet presAssocID="{4F09CE32-B9C7-4356-9162-BE92B4750B7A}" presName="hierChild5" presStyleCnt="0"/>
      <dgm:spPr/>
    </dgm:pt>
    <dgm:pt modelId="{D2FFDA67-51F6-45F9-A6AE-A1EDA12D83C7}" type="pres">
      <dgm:prSet presAssocID="{D31A0BED-D533-4185-83D9-1F59F025D527}" presName="hierChild5" presStyleCnt="0"/>
      <dgm:spPr/>
    </dgm:pt>
    <dgm:pt modelId="{DBB9E2D9-090E-4758-AC3C-73EA0A12FF33}" type="pres">
      <dgm:prSet presAssocID="{737D12E9-8A02-48FD-981F-55FEDEEB992B}" presName="hierChild5" presStyleCnt="0"/>
      <dgm:spPr/>
    </dgm:pt>
    <dgm:pt modelId="{47845334-8CF7-4B92-AC9D-B1018AA497BD}" type="pres">
      <dgm:prSet presAssocID="{CD068D29-924E-4D3E-B939-72B94EF3DF14}" presName="Name37" presStyleLbl="parChTrans1D2" presStyleIdx="2" presStyleCnt="3"/>
      <dgm:spPr/>
    </dgm:pt>
    <dgm:pt modelId="{89218619-6C2A-45AB-A702-273282C4D862}" type="pres">
      <dgm:prSet presAssocID="{2659DFA5-A106-4A7E-8B49-DA98EAD7B296}" presName="hierRoot2" presStyleCnt="0">
        <dgm:presLayoutVars>
          <dgm:hierBranch val="init"/>
        </dgm:presLayoutVars>
      </dgm:prSet>
      <dgm:spPr/>
    </dgm:pt>
    <dgm:pt modelId="{8335173E-9A49-40EA-986D-98888C383D30}" type="pres">
      <dgm:prSet presAssocID="{2659DFA5-A106-4A7E-8B49-DA98EAD7B296}" presName="rootComposite" presStyleCnt="0"/>
      <dgm:spPr/>
    </dgm:pt>
    <dgm:pt modelId="{A100094E-083B-4086-BEFF-1EC7711664C5}" type="pres">
      <dgm:prSet presAssocID="{2659DFA5-A106-4A7E-8B49-DA98EAD7B296}" presName="rootText" presStyleLbl="node2" presStyleIdx="2" presStyleCnt="3" custLinFactNeighborX="7841" custLinFactNeighborY="-958">
        <dgm:presLayoutVars>
          <dgm:chPref val="3"/>
        </dgm:presLayoutVars>
      </dgm:prSet>
      <dgm:spPr/>
    </dgm:pt>
    <dgm:pt modelId="{5B518E81-8345-4D90-BD3C-4FD4E6901554}" type="pres">
      <dgm:prSet presAssocID="{2659DFA5-A106-4A7E-8B49-DA98EAD7B296}" presName="rootConnector" presStyleLbl="node2" presStyleIdx="2" presStyleCnt="3"/>
      <dgm:spPr/>
    </dgm:pt>
    <dgm:pt modelId="{C7B36271-7AB4-4E15-B01B-0AE2C6C93D7B}" type="pres">
      <dgm:prSet presAssocID="{2659DFA5-A106-4A7E-8B49-DA98EAD7B296}" presName="hierChild4" presStyleCnt="0"/>
      <dgm:spPr/>
    </dgm:pt>
    <dgm:pt modelId="{03D90786-AE6E-4D20-BA37-7BB32E0DE43B}" type="pres">
      <dgm:prSet presAssocID="{772E7B0D-B69B-4E81-A85E-0A2BF0158C06}" presName="Name37" presStyleLbl="parChTrans1D3" presStyleIdx="6" presStyleCnt="8"/>
      <dgm:spPr/>
    </dgm:pt>
    <dgm:pt modelId="{5ED48830-96B6-4151-A94E-DB14D5C7F274}" type="pres">
      <dgm:prSet presAssocID="{49CC0D11-157E-4CA1-88C9-B972475F71DE}" presName="hierRoot2" presStyleCnt="0">
        <dgm:presLayoutVars>
          <dgm:hierBranch val="init"/>
        </dgm:presLayoutVars>
      </dgm:prSet>
      <dgm:spPr/>
    </dgm:pt>
    <dgm:pt modelId="{9177902E-2500-410E-8D5A-182B52D7BF6C}" type="pres">
      <dgm:prSet presAssocID="{49CC0D11-157E-4CA1-88C9-B972475F71DE}" presName="rootComposite" presStyleCnt="0"/>
      <dgm:spPr/>
    </dgm:pt>
    <dgm:pt modelId="{5E0D5D4D-071E-4093-95ED-362593C4E3C1}" type="pres">
      <dgm:prSet presAssocID="{49CC0D11-157E-4CA1-88C9-B972475F71DE}" presName="rootText" presStyleLbl="node3" presStyleIdx="6" presStyleCnt="8">
        <dgm:presLayoutVars>
          <dgm:chPref val="3"/>
        </dgm:presLayoutVars>
      </dgm:prSet>
      <dgm:spPr>
        <a:xfrm>
          <a:off x="6930624" y="1936440"/>
          <a:ext cx="1363046" cy="681523"/>
        </a:xfrm>
        <a:prstGeom prst="rect">
          <a:avLst/>
        </a:prstGeom>
      </dgm:spPr>
    </dgm:pt>
    <dgm:pt modelId="{9ECCACEF-1A60-4673-9978-201671603B4C}" type="pres">
      <dgm:prSet presAssocID="{49CC0D11-157E-4CA1-88C9-B972475F71DE}" presName="rootConnector" presStyleLbl="node3" presStyleIdx="6" presStyleCnt="8"/>
      <dgm:spPr/>
    </dgm:pt>
    <dgm:pt modelId="{5C29F9CF-D99B-4B95-8874-B350104A0AA0}" type="pres">
      <dgm:prSet presAssocID="{49CC0D11-157E-4CA1-88C9-B972475F71DE}" presName="hierChild4" presStyleCnt="0"/>
      <dgm:spPr/>
    </dgm:pt>
    <dgm:pt modelId="{F59E72AC-5A6D-4229-84A9-F24324509B4F}" type="pres">
      <dgm:prSet presAssocID="{49CC0D11-157E-4CA1-88C9-B972475F71DE}" presName="hierChild5" presStyleCnt="0"/>
      <dgm:spPr/>
    </dgm:pt>
    <dgm:pt modelId="{C65F68FE-3CC3-422E-B2E0-B52D4DA116C9}" type="pres">
      <dgm:prSet presAssocID="{F2B2215B-D9EB-4DE3-9021-D0324CF0D628}" presName="Name37" presStyleLbl="parChTrans1D3" presStyleIdx="7" presStyleCnt="8"/>
      <dgm:spPr/>
    </dgm:pt>
    <dgm:pt modelId="{98209297-BBDD-4F3C-BBC5-C4419BDE8E1D}" type="pres">
      <dgm:prSet presAssocID="{3C14636E-9810-4E0D-BD6B-FE319F34EF67}" presName="hierRoot2" presStyleCnt="0">
        <dgm:presLayoutVars>
          <dgm:hierBranch val="init"/>
        </dgm:presLayoutVars>
      </dgm:prSet>
      <dgm:spPr/>
    </dgm:pt>
    <dgm:pt modelId="{9667A7FD-EC56-4D36-873C-7FAC4BA57BD0}" type="pres">
      <dgm:prSet presAssocID="{3C14636E-9810-4E0D-BD6B-FE319F34EF67}" presName="rootComposite" presStyleCnt="0"/>
      <dgm:spPr/>
    </dgm:pt>
    <dgm:pt modelId="{97BF2314-B7B5-4D2B-8309-F7C86F0F4D77}" type="pres">
      <dgm:prSet presAssocID="{3C14636E-9810-4E0D-BD6B-FE319F34EF67}" presName="rootText" presStyleLbl="node3" presStyleIdx="7" presStyleCnt="8">
        <dgm:presLayoutVars>
          <dgm:chPref val="3"/>
        </dgm:presLayoutVars>
      </dgm:prSet>
      <dgm:spPr>
        <a:xfrm>
          <a:off x="6930624" y="2904203"/>
          <a:ext cx="1363046" cy="681523"/>
        </a:xfrm>
        <a:prstGeom prst="rect">
          <a:avLst/>
        </a:prstGeom>
      </dgm:spPr>
    </dgm:pt>
    <dgm:pt modelId="{40BC5970-878C-4D5B-AA28-EF31BB8EB1F6}" type="pres">
      <dgm:prSet presAssocID="{3C14636E-9810-4E0D-BD6B-FE319F34EF67}" presName="rootConnector" presStyleLbl="node3" presStyleIdx="7" presStyleCnt="8"/>
      <dgm:spPr/>
    </dgm:pt>
    <dgm:pt modelId="{5AE82DD3-17A4-4FD3-9779-C02C5D19A15C}" type="pres">
      <dgm:prSet presAssocID="{3C14636E-9810-4E0D-BD6B-FE319F34EF67}" presName="hierChild4" presStyleCnt="0"/>
      <dgm:spPr/>
    </dgm:pt>
    <dgm:pt modelId="{90724C39-624A-41B5-96A9-D0D4C76BEA92}" type="pres">
      <dgm:prSet presAssocID="{3C14636E-9810-4E0D-BD6B-FE319F34EF67}" presName="hierChild5" presStyleCnt="0"/>
      <dgm:spPr/>
    </dgm:pt>
    <dgm:pt modelId="{79C21C5C-BCE0-440F-BB57-3C6711100D97}" type="pres">
      <dgm:prSet presAssocID="{2659DFA5-A106-4A7E-8B49-DA98EAD7B296}" presName="hierChild5" presStyleCnt="0"/>
      <dgm:spPr/>
    </dgm:pt>
    <dgm:pt modelId="{1CDB9DF7-910F-457D-AC37-C0EEC071CDFA}" type="pres">
      <dgm:prSet presAssocID="{5CFF8C42-A05F-454E-A08C-32B519839B41}" presName="hierChild3" presStyleCnt="0"/>
      <dgm:spPr/>
    </dgm:pt>
  </dgm:ptLst>
  <dgm:cxnLst>
    <dgm:cxn modelId="{384C0D00-9304-4575-8719-C01C4F892452}" type="presOf" srcId="{49CC0D11-157E-4CA1-88C9-B972475F71DE}" destId="{9ECCACEF-1A60-4673-9978-201671603B4C}" srcOrd="1" destOrd="0" presId="urn:microsoft.com/office/officeart/2005/8/layout/orgChart1"/>
    <dgm:cxn modelId="{4D7F710C-A6C4-4923-AB92-AD2CC6E708FB}" type="presOf" srcId="{82515DFC-9938-4C9D-833B-D7B6FE74F3D6}" destId="{14012CE9-2525-49DB-825E-72030D160490}" srcOrd="1" destOrd="0" presId="urn:microsoft.com/office/officeart/2005/8/layout/orgChart1"/>
    <dgm:cxn modelId="{5AE87D0E-ADF4-48A9-8B50-4FE6D28346D2}" type="presOf" srcId="{BA17EC81-F365-430A-A2FD-ACF45104382C}" destId="{58E346C8-D5D5-42DA-968B-E52CEF52AE5B}" srcOrd="0" destOrd="0" presId="urn:microsoft.com/office/officeart/2005/8/layout/orgChart1"/>
    <dgm:cxn modelId="{0164B810-E769-4709-95D8-457379B030E5}" type="presOf" srcId="{56EC7F34-D759-4DEA-A55C-213BEA3062E9}" destId="{9741FEE4-14A4-4A06-B5DD-531F978D50EA}" srcOrd="1" destOrd="0" presId="urn:microsoft.com/office/officeart/2005/8/layout/orgChart1"/>
    <dgm:cxn modelId="{A0A91312-95BD-4181-9090-21DE141C749C}" type="presOf" srcId="{737D12E9-8A02-48FD-981F-55FEDEEB992B}" destId="{DE4FB3E6-E6CB-4EEA-A553-E74E312802CA}" srcOrd="1" destOrd="0" presId="urn:microsoft.com/office/officeart/2005/8/layout/orgChart1"/>
    <dgm:cxn modelId="{6878B214-6721-4E59-9F60-A2B838A19910}" type="presOf" srcId="{7C03C6F3-BDBB-49FE-B6DE-E09B03D04BAB}" destId="{8C34D6E0-9E66-4D8C-B24F-7A1B13AF77E0}" srcOrd="0" destOrd="0" presId="urn:microsoft.com/office/officeart/2005/8/layout/orgChart1"/>
    <dgm:cxn modelId="{435AFC14-E7B8-4E9B-AB2C-88AF0F150C8C}" type="presOf" srcId="{22AAB52A-F50E-450E-A45B-AA76C6E60155}" destId="{609F4C0D-78CC-42E2-8EC6-ACCF5277829F}" srcOrd="1" destOrd="0" presId="urn:microsoft.com/office/officeart/2005/8/layout/orgChart1"/>
    <dgm:cxn modelId="{2F865316-2F8D-4752-9900-6EA668973081}" type="presOf" srcId="{22AAB52A-F50E-450E-A45B-AA76C6E60155}" destId="{BE33DF6D-96DD-447A-A304-E5B66ED4DEA0}" srcOrd="0" destOrd="0" presId="urn:microsoft.com/office/officeart/2005/8/layout/orgChart1"/>
    <dgm:cxn modelId="{510BFD20-0632-4B1D-B810-72A19AB7372F}" type="presOf" srcId="{F2B2215B-D9EB-4DE3-9021-D0324CF0D628}" destId="{C65F68FE-3CC3-422E-B2E0-B52D4DA116C9}" srcOrd="0" destOrd="0" presId="urn:microsoft.com/office/officeart/2005/8/layout/orgChart1"/>
    <dgm:cxn modelId="{A25C5321-2397-436D-96DF-6B1391C6D905}" srcId="{780E2C17-7959-4BE4-B5B9-2AF6E7CE28C3}" destId="{5AD51844-7667-449C-B04B-2A3775799BFF}" srcOrd="2" destOrd="0" parTransId="{FD7AA57F-CF0E-42DE-A55F-2EC78B30B05B}" sibTransId="{6896A8BC-4889-4D51-8FB9-9AB4779A3BA7}"/>
    <dgm:cxn modelId="{9743E922-A43E-4D45-A92F-B0C41420FD83}" type="presOf" srcId="{BA17EC81-F365-430A-A2FD-ACF45104382C}" destId="{79A3CF2E-375A-49CC-A0C5-9B1D542B018C}" srcOrd="1" destOrd="0" presId="urn:microsoft.com/office/officeart/2005/8/layout/orgChart1"/>
    <dgm:cxn modelId="{BCE10923-E703-402F-915B-6BEB75BA77BF}" type="presOf" srcId="{9806DEA8-F325-4BC2-BE52-585E2948CFB3}" destId="{FC0D5DA3-7F08-40C9-A39B-512D9ACDB8BB}" srcOrd="0" destOrd="0" presId="urn:microsoft.com/office/officeart/2005/8/layout/orgChart1"/>
    <dgm:cxn modelId="{E0E9EF28-86F8-4BA8-9DE2-CAA1B512997E}" srcId="{56EC7F34-D759-4DEA-A55C-213BEA3062E9}" destId="{860B66A7-0190-41DE-9C7C-DA69A51C52A9}" srcOrd="1" destOrd="0" parTransId="{BC2700F6-1CFE-47F4-B750-58798A9CB713}" sibTransId="{2193A3AD-5F33-4925-9470-F0784ED855C6}"/>
    <dgm:cxn modelId="{C863442A-282A-4AE8-83CC-D5D13D44B447}" srcId="{5CFF8C42-A05F-454E-A08C-32B519839B41}" destId="{737D12E9-8A02-48FD-981F-55FEDEEB992B}" srcOrd="1" destOrd="0" parTransId="{C49C39C5-B1D7-4276-BC5E-BCEEABC7E0B0}" sibTransId="{40F65ECA-BAF9-4A2F-AC30-3EEBD4253CED}"/>
    <dgm:cxn modelId="{E534692D-C8A1-49D7-B37A-C575B13A6AFE}" srcId="{56EC7F34-D759-4DEA-A55C-213BEA3062E9}" destId="{BA17EC81-F365-430A-A2FD-ACF45104382C}" srcOrd="0" destOrd="0" parTransId="{C84EA265-0F05-4D7F-B7ED-7308C7727181}" sibTransId="{26FFD9B7-6326-458B-8591-0E83DAA9B80A}"/>
    <dgm:cxn modelId="{33707030-6431-4B9B-965C-19BF89448A5F}" type="presOf" srcId="{780E2C17-7959-4BE4-B5B9-2AF6E7CE28C3}" destId="{9C228AD5-00DB-40A8-BF33-C7E8A479CA04}" srcOrd="0" destOrd="0" presId="urn:microsoft.com/office/officeart/2005/8/layout/orgChart1"/>
    <dgm:cxn modelId="{D3C15631-C6AA-431A-8019-B6CB89E454D1}" srcId="{5CFF8C42-A05F-454E-A08C-32B519839B41}" destId="{780E2C17-7959-4BE4-B5B9-2AF6E7CE28C3}" srcOrd="0" destOrd="0" parTransId="{2512B4B8-6636-4906-9597-60AD45FC6AB8}" sibTransId="{DBC20B37-8FA3-4069-9306-016BCE515DEB}"/>
    <dgm:cxn modelId="{E63DD533-B042-403A-BE17-98ED01A252D5}" srcId="{D31A0BED-D533-4185-83D9-1F59F025D527}" destId="{4F09CE32-B9C7-4356-9162-BE92B4750B7A}" srcOrd="1" destOrd="0" parTransId="{692E85DD-A290-4219-B1BF-FE2F474D83D6}" sibTransId="{92053FB3-E433-4353-B88A-FF3A1B0B44B7}"/>
    <dgm:cxn modelId="{80690737-449F-486A-A527-4406DF933B04}" type="presOf" srcId="{111B3508-DF67-4D45-82A6-7B60B4D41864}" destId="{7B5206AE-36DB-43EE-84F3-AFB823AA6253}" srcOrd="0" destOrd="0" presId="urn:microsoft.com/office/officeart/2005/8/layout/orgChart1"/>
    <dgm:cxn modelId="{8CDDCD38-11EF-4937-9EE5-5B7E9E4FD768}" type="presOf" srcId="{BC2700F6-1CFE-47F4-B750-58798A9CB713}" destId="{E1861590-D782-4F2C-A48D-CD7B36553041}" srcOrd="0" destOrd="0" presId="urn:microsoft.com/office/officeart/2005/8/layout/orgChart1"/>
    <dgm:cxn modelId="{3422DC3A-437D-420F-BE23-281E25C29192}" type="presOf" srcId="{C84EA265-0F05-4D7F-B7ED-7308C7727181}" destId="{8185C1B7-C97A-43E7-8DA2-B5346012AA14}" srcOrd="0" destOrd="0" presId="urn:microsoft.com/office/officeart/2005/8/layout/orgChart1"/>
    <dgm:cxn modelId="{067C505D-5A87-41D6-8403-7FE97E080380}" type="presOf" srcId="{937CFD05-A419-45AA-A7A7-87FA7D9DF5E4}" destId="{06DDBB38-68F0-4317-9F77-306B5A4D0568}" srcOrd="0" destOrd="0" presId="urn:microsoft.com/office/officeart/2005/8/layout/orgChart1"/>
    <dgm:cxn modelId="{C0E18563-AA58-40C8-970E-A29B843364A6}" srcId="{737D12E9-8A02-48FD-981F-55FEDEEB992B}" destId="{56EC7F34-D759-4DEA-A55C-213BEA3062E9}" srcOrd="0" destOrd="0" parTransId="{7C03C6F3-BDBB-49FE-B6DE-E09B03D04BAB}" sibTransId="{99AA7D71-6832-4A73-B696-6F957B8AA6A7}"/>
    <dgm:cxn modelId="{6D94096C-4238-4D7B-A72F-302A892B8C85}" type="presOf" srcId="{3C14636E-9810-4E0D-BD6B-FE319F34EF67}" destId="{97BF2314-B7B5-4D2B-8309-F7C86F0F4D77}" srcOrd="0" destOrd="0" presId="urn:microsoft.com/office/officeart/2005/8/layout/orgChart1"/>
    <dgm:cxn modelId="{234DCF4C-D20F-40B8-922F-109EFD192FA7}" type="presOf" srcId="{5BFFD63B-5511-492C-9222-0156EFC4526B}" destId="{C1E13093-8BD2-473F-9131-948EED45B322}" srcOrd="0" destOrd="0" presId="urn:microsoft.com/office/officeart/2005/8/layout/orgChart1"/>
    <dgm:cxn modelId="{351F454E-3DF8-4F3C-9020-B7F18175A444}" type="presOf" srcId="{4F09CE32-B9C7-4356-9162-BE92B4750B7A}" destId="{A7FB77E0-99A0-4C6C-A07D-4C91BE84CAA9}" srcOrd="1" destOrd="0" presId="urn:microsoft.com/office/officeart/2005/8/layout/orgChart1"/>
    <dgm:cxn modelId="{7665566E-3232-45EA-8E5E-B43B8150DC09}" type="presOf" srcId="{860B66A7-0190-41DE-9C7C-DA69A51C52A9}" destId="{C46480A1-84FB-4A38-B49F-9A0BCD966D31}" srcOrd="1" destOrd="0" presId="urn:microsoft.com/office/officeart/2005/8/layout/orgChart1"/>
    <dgm:cxn modelId="{FDFD5D50-E8FF-495D-AAD4-BB10247340F4}" type="presOf" srcId="{5CFF8C42-A05F-454E-A08C-32B519839B41}" destId="{DAC084F4-D6BC-4577-85B6-4192C23B5F16}" srcOrd="1" destOrd="0" presId="urn:microsoft.com/office/officeart/2005/8/layout/orgChart1"/>
    <dgm:cxn modelId="{009E9270-9B6F-46E5-9F50-A271E0022E4D}" type="presOf" srcId="{56EC7F34-D759-4DEA-A55C-213BEA3062E9}" destId="{301D1160-0883-435F-9D19-2E059CDD22CC}" srcOrd="0" destOrd="0" presId="urn:microsoft.com/office/officeart/2005/8/layout/orgChart1"/>
    <dgm:cxn modelId="{3C939058-ED4C-4300-AD1F-CB652C6F01A1}" type="presOf" srcId="{CD068D29-924E-4D3E-B939-72B94EF3DF14}" destId="{47845334-8CF7-4B92-AC9D-B1018AA497BD}" srcOrd="0" destOrd="0" presId="urn:microsoft.com/office/officeart/2005/8/layout/orgChart1"/>
    <dgm:cxn modelId="{DC65A585-4A33-4B00-8B6D-B077C478C793}" type="presOf" srcId="{860B66A7-0190-41DE-9C7C-DA69A51C52A9}" destId="{E7E9D74B-469F-46AC-8DB8-633FFA63A770}" srcOrd="0" destOrd="0" presId="urn:microsoft.com/office/officeart/2005/8/layout/orgChart1"/>
    <dgm:cxn modelId="{91CD4C8D-552A-44CD-8B76-CB1C13C0D946}" type="presOf" srcId="{692E85DD-A290-4219-B1BF-FE2F474D83D6}" destId="{34C3A9FD-30D6-4129-8960-7E587443F938}" srcOrd="0" destOrd="0" presId="urn:microsoft.com/office/officeart/2005/8/layout/orgChart1"/>
    <dgm:cxn modelId="{E9B4138F-0569-46FF-B026-D1A7D2204ED6}" type="presOf" srcId="{7A2B9F21-00C0-4806-ABDD-E77D627B319F}" destId="{81F65026-AB1B-43FF-8C3C-10A484F69584}" srcOrd="0" destOrd="0" presId="urn:microsoft.com/office/officeart/2005/8/layout/orgChart1"/>
    <dgm:cxn modelId="{9AD77593-8B90-4FF3-B2CA-6CE5BE6A9E9D}" srcId="{D31A0BED-D533-4185-83D9-1F59F025D527}" destId="{7A2B9F21-00C0-4806-ABDD-E77D627B319F}" srcOrd="0" destOrd="0" parTransId="{ADAC2B3A-C26F-44DD-A130-5E9FB1D50FEC}" sibTransId="{496EE524-1B63-4977-A5FC-955EFDACF120}"/>
    <dgm:cxn modelId="{5EEC0694-D914-4A77-ADF8-B921C25A6902}" type="presOf" srcId="{5CFF8C42-A05F-454E-A08C-32B519839B41}" destId="{0A6042C5-B308-416A-8918-53173A1200FB}" srcOrd="0" destOrd="0" presId="urn:microsoft.com/office/officeart/2005/8/layout/orgChart1"/>
    <dgm:cxn modelId="{91D8CE94-C6AD-4C04-97F5-2A9EDF3CB026}" type="presOf" srcId="{2659DFA5-A106-4A7E-8B49-DA98EAD7B296}" destId="{A100094E-083B-4086-BEFF-1EC7711664C5}" srcOrd="0" destOrd="0" presId="urn:microsoft.com/office/officeart/2005/8/layout/orgChart1"/>
    <dgm:cxn modelId="{A20C4F96-47F7-46E9-B8DA-E1EC229D388F}" type="presOf" srcId="{2659DFA5-A106-4A7E-8B49-DA98EAD7B296}" destId="{5B518E81-8345-4D90-BD3C-4FD4E6901554}" srcOrd="1" destOrd="0" presId="urn:microsoft.com/office/officeart/2005/8/layout/orgChart1"/>
    <dgm:cxn modelId="{AEC67096-20FC-480D-97F0-F2F564BD9E8A}" srcId="{780E2C17-7959-4BE4-B5B9-2AF6E7CE28C3}" destId="{22AAB52A-F50E-450E-A45B-AA76C6E60155}" srcOrd="1" destOrd="0" parTransId="{111B3508-DF67-4D45-82A6-7B60B4D41864}" sibTransId="{773A98D1-1721-4740-BBBC-EE4ECE532058}"/>
    <dgm:cxn modelId="{0E58869B-A7EC-4772-93E9-EB0B29EF4D27}" type="presOf" srcId="{5AD51844-7667-449C-B04B-2A3775799BFF}" destId="{F76DCC48-5560-4BD5-AD58-0C6CED22E5B3}" srcOrd="1" destOrd="0" presId="urn:microsoft.com/office/officeart/2005/8/layout/orgChart1"/>
    <dgm:cxn modelId="{845FE99E-0533-4733-BCC5-9DA5CCD384CA}" srcId="{2659DFA5-A106-4A7E-8B49-DA98EAD7B296}" destId="{3C14636E-9810-4E0D-BD6B-FE319F34EF67}" srcOrd="1" destOrd="0" parTransId="{F2B2215B-D9EB-4DE3-9021-D0324CF0D628}" sibTransId="{5FBEBCF2-51A5-4A20-83E0-882BF63E2BF3}"/>
    <dgm:cxn modelId="{544C879F-65F0-46A5-B7C0-8D1A458F62F9}" srcId="{780E2C17-7959-4BE4-B5B9-2AF6E7CE28C3}" destId="{82515DFC-9938-4C9D-833B-D7B6FE74F3D6}" srcOrd="0" destOrd="0" parTransId="{81AD3CE4-69FA-4B9E-BB3B-4FF1EB31E2BF}" sibTransId="{3ABDE96B-50C5-4FE4-A81A-4FB2FAAAAFA5}"/>
    <dgm:cxn modelId="{359DCD9F-67A1-46BD-B681-6DC1123E7D88}" type="presOf" srcId="{5AD51844-7667-449C-B04B-2A3775799BFF}" destId="{143639B3-181C-491B-A515-4BAB93604BCB}" srcOrd="0" destOrd="0" presId="urn:microsoft.com/office/officeart/2005/8/layout/orgChart1"/>
    <dgm:cxn modelId="{EEC644A7-79CC-4C97-A525-298450562815}" type="presOf" srcId="{7D300048-D91B-45BD-85A3-9BE09DDAB495}" destId="{186B1680-C04B-4CA3-BE2D-5EEE4F0D0E77}" srcOrd="0" destOrd="0" presId="urn:microsoft.com/office/officeart/2005/8/layout/orgChart1"/>
    <dgm:cxn modelId="{A362A9A8-133C-4FE0-87C1-1AA229779C7A}" type="presOf" srcId="{FD7AA57F-CF0E-42DE-A55F-2EC78B30B05B}" destId="{DBB6250D-A994-4B68-83F5-3A299E01BCF0}" srcOrd="0" destOrd="0" presId="urn:microsoft.com/office/officeart/2005/8/layout/orgChart1"/>
    <dgm:cxn modelId="{88180FA9-F930-4A94-9502-A6D688B67829}" type="presOf" srcId="{4F09CE32-B9C7-4356-9162-BE92B4750B7A}" destId="{767298F3-A1B4-4AF3-8D99-1E433AA344A9}" srcOrd="0" destOrd="0" presId="urn:microsoft.com/office/officeart/2005/8/layout/orgChart1"/>
    <dgm:cxn modelId="{1D22AAAC-4B45-48C9-84FC-690C449BA89D}" srcId="{780E2C17-7959-4BE4-B5B9-2AF6E7CE28C3}" destId="{5BFFD63B-5511-492C-9222-0156EFC4526B}" srcOrd="3" destOrd="0" parTransId="{937CFD05-A419-45AA-A7A7-87FA7D9DF5E4}" sibTransId="{D2D278E8-783F-4750-A634-8BB5EBBA1118}"/>
    <dgm:cxn modelId="{59A291B3-B751-4DB1-B743-4001DE73F01C}" srcId="{5CFF8C42-A05F-454E-A08C-32B519839B41}" destId="{2659DFA5-A106-4A7E-8B49-DA98EAD7B296}" srcOrd="2" destOrd="0" parTransId="{CD068D29-924E-4D3E-B939-72B94EF3DF14}" sibTransId="{DAF67F12-D54A-4ACD-9080-9D952BD7196C}"/>
    <dgm:cxn modelId="{B843F2B3-0A29-43D5-80E5-F464BDE2421F}" type="presOf" srcId="{C49C39C5-B1D7-4276-BC5E-BCEEABC7E0B0}" destId="{5B401D9D-9864-4C6B-9C34-E03E4C255748}" srcOrd="0" destOrd="0" presId="urn:microsoft.com/office/officeart/2005/8/layout/orgChart1"/>
    <dgm:cxn modelId="{C176E9BA-4AB7-44FD-8510-35F4FA282049}" srcId="{9806DEA8-F325-4BC2-BE52-585E2948CFB3}" destId="{5CFF8C42-A05F-454E-A08C-32B519839B41}" srcOrd="0" destOrd="0" parTransId="{B3222D04-4965-435E-93B6-B1269A0CBD77}" sibTransId="{38E6B861-88BE-4EE5-B057-C29776E1D83A}"/>
    <dgm:cxn modelId="{1CB952C2-4AD1-4BC6-BAC1-C72B25F8EE72}" type="presOf" srcId="{81AD3CE4-69FA-4B9E-BB3B-4FF1EB31E2BF}" destId="{31CF9883-6932-443B-BE67-EA6070F735FC}" srcOrd="0" destOrd="0" presId="urn:microsoft.com/office/officeart/2005/8/layout/orgChart1"/>
    <dgm:cxn modelId="{226A93C2-8CD6-4AE6-A28E-89E5AA558839}" type="presOf" srcId="{3C14636E-9810-4E0D-BD6B-FE319F34EF67}" destId="{40BC5970-878C-4D5B-AA28-EF31BB8EB1F6}" srcOrd="1" destOrd="0" presId="urn:microsoft.com/office/officeart/2005/8/layout/orgChart1"/>
    <dgm:cxn modelId="{CCFA97C6-CFBE-44C0-9BE8-3DD6D27C0DBC}" type="presOf" srcId="{7A2B9F21-00C0-4806-ABDD-E77D627B319F}" destId="{47C434A7-F9A7-40AE-8DA5-214C88492EE8}" srcOrd="1" destOrd="0" presId="urn:microsoft.com/office/officeart/2005/8/layout/orgChart1"/>
    <dgm:cxn modelId="{3AB071CB-2F14-496F-A507-8229A3B1FCBF}" type="presOf" srcId="{D31A0BED-D533-4185-83D9-1F59F025D527}" destId="{E6916902-4EE8-4C7A-85CD-CBC90A980734}" srcOrd="1" destOrd="0" presId="urn:microsoft.com/office/officeart/2005/8/layout/orgChart1"/>
    <dgm:cxn modelId="{B98BFCCB-16DD-4158-AA12-600E4A5CA0D8}" type="presOf" srcId="{780E2C17-7959-4BE4-B5B9-2AF6E7CE28C3}" destId="{135EAC3A-6608-4492-BD60-2DF621A21568}" srcOrd="1" destOrd="0" presId="urn:microsoft.com/office/officeart/2005/8/layout/orgChart1"/>
    <dgm:cxn modelId="{6F5CE6D8-38BE-428F-B282-9C6C267B4160}" type="presOf" srcId="{737D12E9-8A02-48FD-981F-55FEDEEB992B}" destId="{617F114F-1568-4963-BE3B-E5BBF377486C}" srcOrd="0" destOrd="0" presId="urn:microsoft.com/office/officeart/2005/8/layout/orgChart1"/>
    <dgm:cxn modelId="{811E4BE3-D924-4236-95FE-D3275E8F1634}" srcId="{737D12E9-8A02-48FD-981F-55FEDEEB992B}" destId="{D31A0BED-D533-4185-83D9-1F59F025D527}" srcOrd="1" destOrd="0" parTransId="{7D300048-D91B-45BD-85A3-9BE09DDAB495}" sibTransId="{AC745B1F-0995-471E-8837-D573C05968CF}"/>
    <dgm:cxn modelId="{2A09BAE3-7472-4C31-8EA3-F2A4FBC91D69}" type="presOf" srcId="{2512B4B8-6636-4906-9597-60AD45FC6AB8}" destId="{D3AEA247-2D24-4316-BC29-C9CE269EF544}" srcOrd="0" destOrd="0" presId="urn:microsoft.com/office/officeart/2005/8/layout/orgChart1"/>
    <dgm:cxn modelId="{4D6008E5-26B6-4AB8-B53B-F224E8684F68}" type="presOf" srcId="{49CC0D11-157E-4CA1-88C9-B972475F71DE}" destId="{5E0D5D4D-071E-4093-95ED-362593C4E3C1}" srcOrd="0" destOrd="0" presId="urn:microsoft.com/office/officeart/2005/8/layout/orgChart1"/>
    <dgm:cxn modelId="{E5FE1FEA-A103-4474-BED1-25D86178E762}" srcId="{2659DFA5-A106-4A7E-8B49-DA98EAD7B296}" destId="{49CC0D11-157E-4CA1-88C9-B972475F71DE}" srcOrd="0" destOrd="0" parTransId="{772E7B0D-B69B-4E81-A85E-0A2BF0158C06}" sibTransId="{6215A419-3148-494A-8968-F97DFEEC4175}"/>
    <dgm:cxn modelId="{166ED6F3-159D-4931-B91D-E3F6107CE59C}" type="presOf" srcId="{772E7B0D-B69B-4E81-A85E-0A2BF0158C06}" destId="{03D90786-AE6E-4D20-BA37-7BB32E0DE43B}" srcOrd="0" destOrd="0" presId="urn:microsoft.com/office/officeart/2005/8/layout/orgChart1"/>
    <dgm:cxn modelId="{BE791BF4-B930-4542-936E-704446589B1B}" type="presOf" srcId="{ADAC2B3A-C26F-44DD-A130-5E9FB1D50FEC}" destId="{C472B140-51F0-46FE-BFE2-532D197DBEE5}" srcOrd="0" destOrd="0" presId="urn:microsoft.com/office/officeart/2005/8/layout/orgChart1"/>
    <dgm:cxn modelId="{701A86F8-0D39-41FD-8D54-E36EE5C1762E}" type="presOf" srcId="{D31A0BED-D533-4185-83D9-1F59F025D527}" destId="{213E876B-9984-499D-9A4A-32E44D15ED56}" srcOrd="0" destOrd="0" presId="urn:microsoft.com/office/officeart/2005/8/layout/orgChart1"/>
    <dgm:cxn modelId="{5B14E1FE-2E12-46D4-B4BF-751F87FBA690}" type="presOf" srcId="{82515DFC-9938-4C9D-833B-D7B6FE74F3D6}" destId="{B36F738C-DABB-499F-A586-6245E56F73A4}" srcOrd="0" destOrd="0" presId="urn:microsoft.com/office/officeart/2005/8/layout/orgChart1"/>
    <dgm:cxn modelId="{D2D61DFF-6D40-45B7-9CDB-46B2CAA10710}" type="presOf" srcId="{5BFFD63B-5511-492C-9222-0156EFC4526B}" destId="{5CC39CA2-13D2-4B46-934E-C03FE919297A}" srcOrd="1" destOrd="0" presId="urn:microsoft.com/office/officeart/2005/8/layout/orgChart1"/>
    <dgm:cxn modelId="{8947527D-7E79-4CA4-9424-1C78AE92C627}" type="presParOf" srcId="{FC0D5DA3-7F08-40C9-A39B-512D9ACDB8BB}" destId="{445DA5EE-73F8-4F4C-8369-1BA54A78A3D2}" srcOrd="0" destOrd="0" presId="urn:microsoft.com/office/officeart/2005/8/layout/orgChart1"/>
    <dgm:cxn modelId="{45B76893-53A8-499A-B78F-E69042729669}" type="presParOf" srcId="{445DA5EE-73F8-4F4C-8369-1BA54A78A3D2}" destId="{1F94A7F9-CE59-44BE-B68E-B7148BCE5685}" srcOrd="0" destOrd="0" presId="urn:microsoft.com/office/officeart/2005/8/layout/orgChart1"/>
    <dgm:cxn modelId="{82F91787-CE25-4D81-8B4F-80518E46C030}" type="presParOf" srcId="{1F94A7F9-CE59-44BE-B68E-B7148BCE5685}" destId="{0A6042C5-B308-416A-8918-53173A1200FB}" srcOrd="0" destOrd="0" presId="urn:microsoft.com/office/officeart/2005/8/layout/orgChart1"/>
    <dgm:cxn modelId="{6EEF2DE9-16F4-45D5-9558-A2F32C3BE55A}" type="presParOf" srcId="{1F94A7F9-CE59-44BE-B68E-B7148BCE5685}" destId="{DAC084F4-D6BC-4577-85B6-4192C23B5F16}" srcOrd="1" destOrd="0" presId="urn:microsoft.com/office/officeart/2005/8/layout/orgChart1"/>
    <dgm:cxn modelId="{2736FB68-6757-47D4-8494-D295946FFC47}" type="presParOf" srcId="{445DA5EE-73F8-4F4C-8369-1BA54A78A3D2}" destId="{AA7F212E-EBF2-42E1-B61E-E1F551051AAA}" srcOrd="1" destOrd="0" presId="urn:microsoft.com/office/officeart/2005/8/layout/orgChart1"/>
    <dgm:cxn modelId="{BFB5093D-0CFB-4FD1-B685-1F31ECB01A0D}" type="presParOf" srcId="{AA7F212E-EBF2-42E1-B61E-E1F551051AAA}" destId="{D3AEA247-2D24-4316-BC29-C9CE269EF544}" srcOrd="0" destOrd="0" presId="urn:microsoft.com/office/officeart/2005/8/layout/orgChart1"/>
    <dgm:cxn modelId="{AF1CC9DE-ABCB-4DEF-8B84-31EEB12AABFB}" type="presParOf" srcId="{AA7F212E-EBF2-42E1-B61E-E1F551051AAA}" destId="{B0F69A37-CF75-401B-87DF-141C2A0D14D2}" srcOrd="1" destOrd="0" presId="urn:microsoft.com/office/officeart/2005/8/layout/orgChart1"/>
    <dgm:cxn modelId="{0D54B53A-8498-464E-8B87-E7D69DB15672}" type="presParOf" srcId="{B0F69A37-CF75-401B-87DF-141C2A0D14D2}" destId="{DE2C5E30-73DC-407C-92F7-25870607226E}" srcOrd="0" destOrd="0" presId="urn:microsoft.com/office/officeart/2005/8/layout/orgChart1"/>
    <dgm:cxn modelId="{14BE9F59-9663-46DD-8BB7-8E911C2C4B72}" type="presParOf" srcId="{DE2C5E30-73DC-407C-92F7-25870607226E}" destId="{9C228AD5-00DB-40A8-BF33-C7E8A479CA04}" srcOrd="0" destOrd="0" presId="urn:microsoft.com/office/officeart/2005/8/layout/orgChart1"/>
    <dgm:cxn modelId="{5C08ED2C-E5CD-469E-8796-EA0E4BDE58A8}" type="presParOf" srcId="{DE2C5E30-73DC-407C-92F7-25870607226E}" destId="{135EAC3A-6608-4492-BD60-2DF621A21568}" srcOrd="1" destOrd="0" presId="urn:microsoft.com/office/officeart/2005/8/layout/orgChart1"/>
    <dgm:cxn modelId="{5D926C17-C79F-4F6D-ACA9-08845B304229}" type="presParOf" srcId="{B0F69A37-CF75-401B-87DF-141C2A0D14D2}" destId="{A43618CA-B904-4B14-9BF0-54141D3F955E}" srcOrd="1" destOrd="0" presId="urn:microsoft.com/office/officeart/2005/8/layout/orgChart1"/>
    <dgm:cxn modelId="{267F8C42-073F-49C5-A803-3311AE861F40}" type="presParOf" srcId="{A43618CA-B904-4B14-9BF0-54141D3F955E}" destId="{31CF9883-6932-443B-BE67-EA6070F735FC}" srcOrd="0" destOrd="0" presId="urn:microsoft.com/office/officeart/2005/8/layout/orgChart1"/>
    <dgm:cxn modelId="{DDBF853C-32D7-446F-8500-940B84910558}" type="presParOf" srcId="{A43618CA-B904-4B14-9BF0-54141D3F955E}" destId="{13ADB56E-8FDF-491C-8B29-1722087AD486}" srcOrd="1" destOrd="0" presId="urn:microsoft.com/office/officeart/2005/8/layout/orgChart1"/>
    <dgm:cxn modelId="{2B823F1A-E6D3-4F36-9DF7-1B92635E6A2E}" type="presParOf" srcId="{13ADB56E-8FDF-491C-8B29-1722087AD486}" destId="{0985C86D-1B69-41D2-8B15-597C53B6120C}" srcOrd="0" destOrd="0" presId="urn:microsoft.com/office/officeart/2005/8/layout/orgChart1"/>
    <dgm:cxn modelId="{B25D7075-3DAC-4BF3-ABF4-E2F612033CEC}" type="presParOf" srcId="{0985C86D-1B69-41D2-8B15-597C53B6120C}" destId="{B36F738C-DABB-499F-A586-6245E56F73A4}" srcOrd="0" destOrd="0" presId="urn:microsoft.com/office/officeart/2005/8/layout/orgChart1"/>
    <dgm:cxn modelId="{E4890874-0FF8-4B96-8DD4-6EF6D4B2B36E}" type="presParOf" srcId="{0985C86D-1B69-41D2-8B15-597C53B6120C}" destId="{14012CE9-2525-49DB-825E-72030D160490}" srcOrd="1" destOrd="0" presId="urn:microsoft.com/office/officeart/2005/8/layout/orgChart1"/>
    <dgm:cxn modelId="{30130AF5-2628-448F-9724-CC093E19A8C3}" type="presParOf" srcId="{13ADB56E-8FDF-491C-8B29-1722087AD486}" destId="{342643D6-E3A6-4A57-B9DD-0781D8759EFC}" srcOrd="1" destOrd="0" presId="urn:microsoft.com/office/officeart/2005/8/layout/orgChart1"/>
    <dgm:cxn modelId="{448AA621-C810-41F7-8C64-3763B3F9F9D3}" type="presParOf" srcId="{13ADB56E-8FDF-491C-8B29-1722087AD486}" destId="{0DD17146-0F29-4885-9376-8A5705D23D4E}" srcOrd="2" destOrd="0" presId="urn:microsoft.com/office/officeart/2005/8/layout/orgChart1"/>
    <dgm:cxn modelId="{42213F6E-29B9-4D29-AD81-750FBA5DD1E6}" type="presParOf" srcId="{A43618CA-B904-4B14-9BF0-54141D3F955E}" destId="{7B5206AE-36DB-43EE-84F3-AFB823AA6253}" srcOrd="2" destOrd="0" presId="urn:microsoft.com/office/officeart/2005/8/layout/orgChart1"/>
    <dgm:cxn modelId="{4DCDBDDF-CCAE-4812-B468-35A3EC79482C}" type="presParOf" srcId="{A43618CA-B904-4B14-9BF0-54141D3F955E}" destId="{EA46275C-D34E-4970-A919-7FB5FB0D832D}" srcOrd="3" destOrd="0" presId="urn:microsoft.com/office/officeart/2005/8/layout/orgChart1"/>
    <dgm:cxn modelId="{BC59CACC-5A8A-4A1F-83D2-7B691BCB0ABC}" type="presParOf" srcId="{EA46275C-D34E-4970-A919-7FB5FB0D832D}" destId="{33111035-7874-44A3-98C1-D4AC0AF8792D}" srcOrd="0" destOrd="0" presId="urn:microsoft.com/office/officeart/2005/8/layout/orgChart1"/>
    <dgm:cxn modelId="{A031A8C0-D28A-4685-A6AE-ABC3381DAF67}" type="presParOf" srcId="{33111035-7874-44A3-98C1-D4AC0AF8792D}" destId="{BE33DF6D-96DD-447A-A304-E5B66ED4DEA0}" srcOrd="0" destOrd="0" presId="urn:microsoft.com/office/officeart/2005/8/layout/orgChart1"/>
    <dgm:cxn modelId="{17A60465-2F1F-43EF-8FB2-691D98E47179}" type="presParOf" srcId="{33111035-7874-44A3-98C1-D4AC0AF8792D}" destId="{609F4C0D-78CC-42E2-8EC6-ACCF5277829F}" srcOrd="1" destOrd="0" presId="urn:microsoft.com/office/officeart/2005/8/layout/orgChart1"/>
    <dgm:cxn modelId="{3A11D9E3-54AF-4440-8BB2-07AD9497171E}" type="presParOf" srcId="{EA46275C-D34E-4970-A919-7FB5FB0D832D}" destId="{21DB5F9D-117E-4396-A921-BD0D18829365}" srcOrd="1" destOrd="0" presId="urn:microsoft.com/office/officeart/2005/8/layout/orgChart1"/>
    <dgm:cxn modelId="{F4F5D120-3400-426E-8A80-D4972C3A4907}" type="presParOf" srcId="{EA46275C-D34E-4970-A919-7FB5FB0D832D}" destId="{97D7E093-B9EA-413B-A30F-D5DDB8799B63}" srcOrd="2" destOrd="0" presId="urn:microsoft.com/office/officeart/2005/8/layout/orgChart1"/>
    <dgm:cxn modelId="{5C7021E3-3459-4237-B37F-D32D72213484}" type="presParOf" srcId="{A43618CA-B904-4B14-9BF0-54141D3F955E}" destId="{DBB6250D-A994-4B68-83F5-3A299E01BCF0}" srcOrd="4" destOrd="0" presId="urn:microsoft.com/office/officeart/2005/8/layout/orgChart1"/>
    <dgm:cxn modelId="{EBCA5C42-7BEC-4685-8011-69C2CA4F1880}" type="presParOf" srcId="{A43618CA-B904-4B14-9BF0-54141D3F955E}" destId="{7C3751AC-154A-4B83-86C4-3179D2CC195A}" srcOrd="5" destOrd="0" presId="urn:microsoft.com/office/officeart/2005/8/layout/orgChart1"/>
    <dgm:cxn modelId="{67E0825F-F90D-4334-A7FD-3AEB51FC1E22}" type="presParOf" srcId="{7C3751AC-154A-4B83-86C4-3179D2CC195A}" destId="{46E2E3C6-D8C5-40B9-98A1-533B92BF7BB4}" srcOrd="0" destOrd="0" presId="urn:microsoft.com/office/officeart/2005/8/layout/orgChart1"/>
    <dgm:cxn modelId="{3003F088-FCB9-4D68-8597-0D0B062D928B}" type="presParOf" srcId="{46E2E3C6-D8C5-40B9-98A1-533B92BF7BB4}" destId="{143639B3-181C-491B-A515-4BAB93604BCB}" srcOrd="0" destOrd="0" presId="urn:microsoft.com/office/officeart/2005/8/layout/orgChart1"/>
    <dgm:cxn modelId="{E38C2CCD-DCD2-4521-9CBC-C194DA732010}" type="presParOf" srcId="{46E2E3C6-D8C5-40B9-98A1-533B92BF7BB4}" destId="{F76DCC48-5560-4BD5-AD58-0C6CED22E5B3}" srcOrd="1" destOrd="0" presId="urn:microsoft.com/office/officeart/2005/8/layout/orgChart1"/>
    <dgm:cxn modelId="{2175F168-8A4B-4DF3-A181-AEEC00FBC2DF}" type="presParOf" srcId="{7C3751AC-154A-4B83-86C4-3179D2CC195A}" destId="{54D71075-D9F2-4A86-BAD0-9859B2512DDE}" srcOrd="1" destOrd="0" presId="urn:microsoft.com/office/officeart/2005/8/layout/orgChart1"/>
    <dgm:cxn modelId="{4D178ED4-2250-499E-A801-3D768AB60C8A}" type="presParOf" srcId="{7C3751AC-154A-4B83-86C4-3179D2CC195A}" destId="{E9CFFC85-30A2-4189-8956-70EF4403155E}" srcOrd="2" destOrd="0" presId="urn:microsoft.com/office/officeart/2005/8/layout/orgChart1"/>
    <dgm:cxn modelId="{6B740649-F178-4DA2-A1FB-BA93F7C19B62}" type="presParOf" srcId="{A43618CA-B904-4B14-9BF0-54141D3F955E}" destId="{06DDBB38-68F0-4317-9F77-306B5A4D0568}" srcOrd="6" destOrd="0" presId="urn:microsoft.com/office/officeart/2005/8/layout/orgChart1"/>
    <dgm:cxn modelId="{9ACC9D0A-EA35-476B-879F-E6AFC12AE8D3}" type="presParOf" srcId="{A43618CA-B904-4B14-9BF0-54141D3F955E}" destId="{FCC89F73-75CB-4B04-8C24-E0C03F7FCC98}" srcOrd="7" destOrd="0" presId="urn:microsoft.com/office/officeart/2005/8/layout/orgChart1"/>
    <dgm:cxn modelId="{7D73108F-202C-42C1-9AA8-6985659504D2}" type="presParOf" srcId="{FCC89F73-75CB-4B04-8C24-E0C03F7FCC98}" destId="{51303DA3-8908-436D-83CD-FD00C3ED8F56}" srcOrd="0" destOrd="0" presId="urn:microsoft.com/office/officeart/2005/8/layout/orgChart1"/>
    <dgm:cxn modelId="{9A95ADEC-7D49-441E-9E2F-86C74A076ADD}" type="presParOf" srcId="{51303DA3-8908-436D-83CD-FD00C3ED8F56}" destId="{C1E13093-8BD2-473F-9131-948EED45B322}" srcOrd="0" destOrd="0" presId="urn:microsoft.com/office/officeart/2005/8/layout/orgChart1"/>
    <dgm:cxn modelId="{29ECDF0A-0C0A-41F1-9A33-8003B29B9804}" type="presParOf" srcId="{51303DA3-8908-436D-83CD-FD00C3ED8F56}" destId="{5CC39CA2-13D2-4B46-934E-C03FE919297A}" srcOrd="1" destOrd="0" presId="urn:microsoft.com/office/officeart/2005/8/layout/orgChart1"/>
    <dgm:cxn modelId="{CCC829C7-EF17-49AF-B785-5CF641979984}" type="presParOf" srcId="{FCC89F73-75CB-4B04-8C24-E0C03F7FCC98}" destId="{932F9BBB-7364-461A-88DE-5DC2C9AE7C59}" srcOrd="1" destOrd="0" presId="urn:microsoft.com/office/officeart/2005/8/layout/orgChart1"/>
    <dgm:cxn modelId="{811B5ACE-3C0B-4445-BF76-D1273BF81D1B}" type="presParOf" srcId="{FCC89F73-75CB-4B04-8C24-E0C03F7FCC98}" destId="{95D487BC-91A7-450C-9E4C-F5D38D84DFBD}" srcOrd="2" destOrd="0" presId="urn:microsoft.com/office/officeart/2005/8/layout/orgChart1"/>
    <dgm:cxn modelId="{472D7B11-47A8-41F0-B308-F57CA73EC75A}" type="presParOf" srcId="{B0F69A37-CF75-401B-87DF-141C2A0D14D2}" destId="{17999507-AD0B-47C2-9564-CCE010D52F22}" srcOrd="2" destOrd="0" presId="urn:microsoft.com/office/officeart/2005/8/layout/orgChart1"/>
    <dgm:cxn modelId="{64815810-B6DC-43AD-9FA4-9BC23F6B32F5}" type="presParOf" srcId="{AA7F212E-EBF2-42E1-B61E-E1F551051AAA}" destId="{5B401D9D-9864-4C6B-9C34-E03E4C255748}" srcOrd="2" destOrd="0" presId="urn:microsoft.com/office/officeart/2005/8/layout/orgChart1"/>
    <dgm:cxn modelId="{93DBD1A9-9127-4F5A-8342-2654B127DD6F}" type="presParOf" srcId="{AA7F212E-EBF2-42E1-B61E-E1F551051AAA}" destId="{B47A97CD-6AE2-482A-B3AE-7EC55FA3FB75}" srcOrd="3" destOrd="0" presId="urn:microsoft.com/office/officeart/2005/8/layout/orgChart1"/>
    <dgm:cxn modelId="{EC3CE86A-5AAC-4F22-A30B-7470826EEA66}" type="presParOf" srcId="{B47A97CD-6AE2-482A-B3AE-7EC55FA3FB75}" destId="{7286B375-5819-4FA8-BB59-99C2B45DD63F}" srcOrd="0" destOrd="0" presId="urn:microsoft.com/office/officeart/2005/8/layout/orgChart1"/>
    <dgm:cxn modelId="{6B37775D-234D-40D1-8DBE-33982664EF4D}" type="presParOf" srcId="{7286B375-5819-4FA8-BB59-99C2B45DD63F}" destId="{617F114F-1568-4963-BE3B-E5BBF377486C}" srcOrd="0" destOrd="0" presId="urn:microsoft.com/office/officeart/2005/8/layout/orgChart1"/>
    <dgm:cxn modelId="{6BD60D0C-9850-4817-90EF-EF17FBD535AA}" type="presParOf" srcId="{7286B375-5819-4FA8-BB59-99C2B45DD63F}" destId="{DE4FB3E6-E6CB-4EEA-A553-E74E312802CA}" srcOrd="1" destOrd="0" presId="urn:microsoft.com/office/officeart/2005/8/layout/orgChart1"/>
    <dgm:cxn modelId="{6D09642D-D791-4E46-A051-CEBE87117580}" type="presParOf" srcId="{B47A97CD-6AE2-482A-B3AE-7EC55FA3FB75}" destId="{397B9AC8-97EA-4DF2-9A39-D9AE63412A60}" srcOrd="1" destOrd="0" presId="urn:microsoft.com/office/officeart/2005/8/layout/orgChart1"/>
    <dgm:cxn modelId="{D287CE09-6040-45AF-A6DA-7BE931653EE4}" type="presParOf" srcId="{397B9AC8-97EA-4DF2-9A39-D9AE63412A60}" destId="{8C34D6E0-9E66-4D8C-B24F-7A1B13AF77E0}" srcOrd="0" destOrd="0" presId="urn:microsoft.com/office/officeart/2005/8/layout/orgChart1"/>
    <dgm:cxn modelId="{544B6FA5-A563-428D-91F1-0F60C3D789BE}" type="presParOf" srcId="{397B9AC8-97EA-4DF2-9A39-D9AE63412A60}" destId="{00898073-5F11-45D9-9D8B-A107F0D16341}" srcOrd="1" destOrd="0" presId="urn:microsoft.com/office/officeart/2005/8/layout/orgChart1"/>
    <dgm:cxn modelId="{FA017C45-C677-4F3C-9B11-19CD3DA31C58}" type="presParOf" srcId="{00898073-5F11-45D9-9D8B-A107F0D16341}" destId="{3437A0B0-2A18-4AA6-9678-BD02D0E23678}" srcOrd="0" destOrd="0" presId="urn:microsoft.com/office/officeart/2005/8/layout/orgChart1"/>
    <dgm:cxn modelId="{AE202E00-C447-493B-97A0-0E81E0E7020E}" type="presParOf" srcId="{3437A0B0-2A18-4AA6-9678-BD02D0E23678}" destId="{301D1160-0883-435F-9D19-2E059CDD22CC}" srcOrd="0" destOrd="0" presId="urn:microsoft.com/office/officeart/2005/8/layout/orgChart1"/>
    <dgm:cxn modelId="{AF49ABD6-641B-46A6-8FCF-AB26DDC8D463}" type="presParOf" srcId="{3437A0B0-2A18-4AA6-9678-BD02D0E23678}" destId="{9741FEE4-14A4-4A06-B5DD-531F978D50EA}" srcOrd="1" destOrd="0" presId="urn:microsoft.com/office/officeart/2005/8/layout/orgChart1"/>
    <dgm:cxn modelId="{C804E9BE-1C96-4E17-9765-9802F3ED41AB}" type="presParOf" srcId="{00898073-5F11-45D9-9D8B-A107F0D16341}" destId="{628046F1-4729-493B-8A28-E7EC87D713EC}" srcOrd="1" destOrd="0" presId="urn:microsoft.com/office/officeart/2005/8/layout/orgChart1"/>
    <dgm:cxn modelId="{160369BA-A04C-4B55-974D-1DC03C95F692}" type="presParOf" srcId="{628046F1-4729-493B-8A28-E7EC87D713EC}" destId="{8185C1B7-C97A-43E7-8DA2-B5346012AA14}" srcOrd="0" destOrd="0" presId="urn:microsoft.com/office/officeart/2005/8/layout/orgChart1"/>
    <dgm:cxn modelId="{5A18DCEF-0AB4-4C94-892F-9A806BEF0675}" type="presParOf" srcId="{628046F1-4729-493B-8A28-E7EC87D713EC}" destId="{E8E42C56-D977-4F87-A4B7-BC2B6A54C610}" srcOrd="1" destOrd="0" presId="urn:microsoft.com/office/officeart/2005/8/layout/orgChart1"/>
    <dgm:cxn modelId="{D245844E-BF33-4C86-BB2A-06B023C13FC8}" type="presParOf" srcId="{E8E42C56-D977-4F87-A4B7-BC2B6A54C610}" destId="{FB1196C7-A8F5-49C2-B499-65E7DF73B8EC}" srcOrd="0" destOrd="0" presId="urn:microsoft.com/office/officeart/2005/8/layout/orgChart1"/>
    <dgm:cxn modelId="{3E6F7CA6-41D4-4077-8B69-403839EF3715}" type="presParOf" srcId="{FB1196C7-A8F5-49C2-B499-65E7DF73B8EC}" destId="{58E346C8-D5D5-42DA-968B-E52CEF52AE5B}" srcOrd="0" destOrd="0" presId="urn:microsoft.com/office/officeart/2005/8/layout/orgChart1"/>
    <dgm:cxn modelId="{1B41DD7E-7803-48CA-8297-E5F0F8573546}" type="presParOf" srcId="{FB1196C7-A8F5-49C2-B499-65E7DF73B8EC}" destId="{79A3CF2E-375A-49CC-A0C5-9B1D542B018C}" srcOrd="1" destOrd="0" presId="urn:microsoft.com/office/officeart/2005/8/layout/orgChart1"/>
    <dgm:cxn modelId="{08D6093D-76D8-48DE-AB80-DF59B9E74F3A}" type="presParOf" srcId="{E8E42C56-D977-4F87-A4B7-BC2B6A54C610}" destId="{6D49C356-3F6B-430A-9A10-E15AF4F60AEA}" srcOrd="1" destOrd="0" presId="urn:microsoft.com/office/officeart/2005/8/layout/orgChart1"/>
    <dgm:cxn modelId="{E94CEBDD-E4F2-4B8A-80D6-775F34967DBF}" type="presParOf" srcId="{E8E42C56-D977-4F87-A4B7-BC2B6A54C610}" destId="{1FD83BA1-7F2D-48E6-B215-E866D9E17C58}" srcOrd="2" destOrd="0" presId="urn:microsoft.com/office/officeart/2005/8/layout/orgChart1"/>
    <dgm:cxn modelId="{C1430CC2-D376-41C2-A5CF-E8C139978B74}" type="presParOf" srcId="{628046F1-4729-493B-8A28-E7EC87D713EC}" destId="{E1861590-D782-4F2C-A48D-CD7B36553041}" srcOrd="2" destOrd="0" presId="urn:microsoft.com/office/officeart/2005/8/layout/orgChart1"/>
    <dgm:cxn modelId="{2897708E-3E8B-4499-93B4-A56EAB36BA02}" type="presParOf" srcId="{628046F1-4729-493B-8A28-E7EC87D713EC}" destId="{6F743B3A-D0C9-48D4-A2EC-F8C3ED823C7E}" srcOrd="3" destOrd="0" presId="urn:microsoft.com/office/officeart/2005/8/layout/orgChart1"/>
    <dgm:cxn modelId="{12C2433A-FB72-4E0C-96F0-ED3104EF485B}" type="presParOf" srcId="{6F743B3A-D0C9-48D4-A2EC-F8C3ED823C7E}" destId="{21BD19F3-3658-4A97-96B9-582042A720BB}" srcOrd="0" destOrd="0" presId="urn:microsoft.com/office/officeart/2005/8/layout/orgChart1"/>
    <dgm:cxn modelId="{B7E1ED10-A273-4D92-A48F-A7C9E2A0C825}" type="presParOf" srcId="{21BD19F3-3658-4A97-96B9-582042A720BB}" destId="{E7E9D74B-469F-46AC-8DB8-633FFA63A770}" srcOrd="0" destOrd="0" presId="urn:microsoft.com/office/officeart/2005/8/layout/orgChart1"/>
    <dgm:cxn modelId="{3DCBB086-063F-4A15-A81C-C5CB1F647E8E}" type="presParOf" srcId="{21BD19F3-3658-4A97-96B9-582042A720BB}" destId="{C46480A1-84FB-4A38-B49F-9A0BCD966D31}" srcOrd="1" destOrd="0" presId="urn:microsoft.com/office/officeart/2005/8/layout/orgChart1"/>
    <dgm:cxn modelId="{139761C7-E0C2-41F9-AF04-49F96A9C4516}" type="presParOf" srcId="{6F743B3A-D0C9-48D4-A2EC-F8C3ED823C7E}" destId="{1D72C469-DB3D-4714-BE69-D467CB352D38}" srcOrd="1" destOrd="0" presId="urn:microsoft.com/office/officeart/2005/8/layout/orgChart1"/>
    <dgm:cxn modelId="{95BBE514-2960-423F-8E58-68C085E1F353}" type="presParOf" srcId="{6F743B3A-D0C9-48D4-A2EC-F8C3ED823C7E}" destId="{9435B3EC-0B1B-41BE-A20B-352F3FF9AFA0}" srcOrd="2" destOrd="0" presId="urn:microsoft.com/office/officeart/2005/8/layout/orgChart1"/>
    <dgm:cxn modelId="{FE7B04A9-121E-4BBD-849D-107FD95336E2}" type="presParOf" srcId="{00898073-5F11-45D9-9D8B-A107F0D16341}" destId="{14FE5435-E9BA-4397-B107-BE7F1E6AF7ED}" srcOrd="2" destOrd="0" presId="urn:microsoft.com/office/officeart/2005/8/layout/orgChart1"/>
    <dgm:cxn modelId="{62CA407D-C5DF-4C53-B546-07213D291908}" type="presParOf" srcId="{397B9AC8-97EA-4DF2-9A39-D9AE63412A60}" destId="{186B1680-C04B-4CA3-BE2D-5EEE4F0D0E77}" srcOrd="2" destOrd="0" presId="urn:microsoft.com/office/officeart/2005/8/layout/orgChart1"/>
    <dgm:cxn modelId="{C278077E-5436-424F-A867-E27F511AB7D7}" type="presParOf" srcId="{397B9AC8-97EA-4DF2-9A39-D9AE63412A60}" destId="{D2BE82CA-8FC4-403C-992F-AC2EA87EF556}" srcOrd="3" destOrd="0" presId="urn:microsoft.com/office/officeart/2005/8/layout/orgChart1"/>
    <dgm:cxn modelId="{01C5903D-65F1-4018-B545-7099EC311FB7}" type="presParOf" srcId="{D2BE82CA-8FC4-403C-992F-AC2EA87EF556}" destId="{5AAE9613-FD88-46D8-AAA5-83DFBA94F801}" srcOrd="0" destOrd="0" presId="urn:microsoft.com/office/officeart/2005/8/layout/orgChart1"/>
    <dgm:cxn modelId="{6FDD073E-939E-4563-82DB-BACA6723D45C}" type="presParOf" srcId="{5AAE9613-FD88-46D8-AAA5-83DFBA94F801}" destId="{213E876B-9984-499D-9A4A-32E44D15ED56}" srcOrd="0" destOrd="0" presId="urn:microsoft.com/office/officeart/2005/8/layout/orgChart1"/>
    <dgm:cxn modelId="{298EE027-E713-45F3-9551-842B5D6E8B24}" type="presParOf" srcId="{5AAE9613-FD88-46D8-AAA5-83DFBA94F801}" destId="{E6916902-4EE8-4C7A-85CD-CBC90A980734}" srcOrd="1" destOrd="0" presId="urn:microsoft.com/office/officeart/2005/8/layout/orgChart1"/>
    <dgm:cxn modelId="{EC3306BA-A1B5-4A8B-80AF-0B4CF57598B0}" type="presParOf" srcId="{D2BE82CA-8FC4-403C-992F-AC2EA87EF556}" destId="{342A4729-CA62-4AC6-A577-E124B9F66931}" srcOrd="1" destOrd="0" presId="urn:microsoft.com/office/officeart/2005/8/layout/orgChart1"/>
    <dgm:cxn modelId="{755C4042-088D-4A7B-91E1-AB083B352B2E}" type="presParOf" srcId="{342A4729-CA62-4AC6-A577-E124B9F66931}" destId="{C472B140-51F0-46FE-BFE2-532D197DBEE5}" srcOrd="0" destOrd="0" presId="urn:microsoft.com/office/officeart/2005/8/layout/orgChart1"/>
    <dgm:cxn modelId="{F0450616-644E-4BE9-892E-A2C7A55B7F38}" type="presParOf" srcId="{342A4729-CA62-4AC6-A577-E124B9F66931}" destId="{8BD7CC97-225C-4A1A-863B-4CF965D9BF06}" srcOrd="1" destOrd="0" presId="urn:microsoft.com/office/officeart/2005/8/layout/orgChart1"/>
    <dgm:cxn modelId="{66069BDB-9A12-45D9-844F-3FE13BB5463F}" type="presParOf" srcId="{8BD7CC97-225C-4A1A-863B-4CF965D9BF06}" destId="{0058E585-1DCA-4053-AA9C-AE843F9212B1}" srcOrd="0" destOrd="0" presId="urn:microsoft.com/office/officeart/2005/8/layout/orgChart1"/>
    <dgm:cxn modelId="{BB33ECCE-FF16-4F12-8E4D-2C07B85B8496}" type="presParOf" srcId="{0058E585-1DCA-4053-AA9C-AE843F9212B1}" destId="{81F65026-AB1B-43FF-8C3C-10A484F69584}" srcOrd="0" destOrd="0" presId="urn:microsoft.com/office/officeart/2005/8/layout/orgChart1"/>
    <dgm:cxn modelId="{5EEB27F9-E6C2-4766-AE39-77DBFC1706F8}" type="presParOf" srcId="{0058E585-1DCA-4053-AA9C-AE843F9212B1}" destId="{47C434A7-F9A7-40AE-8DA5-214C88492EE8}" srcOrd="1" destOrd="0" presId="urn:microsoft.com/office/officeart/2005/8/layout/orgChart1"/>
    <dgm:cxn modelId="{AA18C9A7-037E-4D54-B988-05EE65B328CE}" type="presParOf" srcId="{8BD7CC97-225C-4A1A-863B-4CF965D9BF06}" destId="{A111F5E1-FD2E-4593-B732-7A4D88555DC7}" srcOrd="1" destOrd="0" presId="urn:microsoft.com/office/officeart/2005/8/layout/orgChart1"/>
    <dgm:cxn modelId="{B5272B90-E2EC-45D4-80E8-08FE0C3BA95E}" type="presParOf" srcId="{8BD7CC97-225C-4A1A-863B-4CF965D9BF06}" destId="{2944FE1C-9B3B-405F-9A96-27391F0E75F0}" srcOrd="2" destOrd="0" presId="urn:microsoft.com/office/officeart/2005/8/layout/orgChart1"/>
    <dgm:cxn modelId="{4248EE1A-F074-4496-954E-1151144A5448}" type="presParOf" srcId="{342A4729-CA62-4AC6-A577-E124B9F66931}" destId="{34C3A9FD-30D6-4129-8960-7E587443F938}" srcOrd="2" destOrd="0" presId="urn:microsoft.com/office/officeart/2005/8/layout/orgChart1"/>
    <dgm:cxn modelId="{D0491AC2-4CB9-4FA1-8623-1AE09B2D22CD}" type="presParOf" srcId="{342A4729-CA62-4AC6-A577-E124B9F66931}" destId="{982A0E09-08A1-47D5-B4F2-794644B35058}" srcOrd="3" destOrd="0" presId="urn:microsoft.com/office/officeart/2005/8/layout/orgChart1"/>
    <dgm:cxn modelId="{06CF4D35-3E80-4BED-A21D-53890F5ED50E}" type="presParOf" srcId="{982A0E09-08A1-47D5-B4F2-794644B35058}" destId="{6EF0FF11-9CDE-4404-8791-0196C0A2E396}" srcOrd="0" destOrd="0" presId="urn:microsoft.com/office/officeart/2005/8/layout/orgChart1"/>
    <dgm:cxn modelId="{3E71E448-C834-4D47-A37F-02092DB8836D}" type="presParOf" srcId="{6EF0FF11-9CDE-4404-8791-0196C0A2E396}" destId="{767298F3-A1B4-4AF3-8D99-1E433AA344A9}" srcOrd="0" destOrd="0" presId="urn:microsoft.com/office/officeart/2005/8/layout/orgChart1"/>
    <dgm:cxn modelId="{FE2D9AE7-96AD-4E89-AC55-F9990CA3493F}" type="presParOf" srcId="{6EF0FF11-9CDE-4404-8791-0196C0A2E396}" destId="{A7FB77E0-99A0-4C6C-A07D-4C91BE84CAA9}" srcOrd="1" destOrd="0" presId="urn:microsoft.com/office/officeart/2005/8/layout/orgChart1"/>
    <dgm:cxn modelId="{013BA701-9AF6-438B-82CF-F53B7C7BFDD8}" type="presParOf" srcId="{982A0E09-08A1-47D5-B4F2-794644B35058}" destId="{D8878A00-ACA3-4B27-BE42-A601BD74D1E3}" srcOrd="1" destOrd="0" presId="urn:microsoft.com/office/officeart/2005/8/layout/orgChart1"/>
    <dgm:cxn modelId="{40D33D2A-D9A0-4F62-9C93-2EADD277813C}" type="presParOf" srcId="{982A0E09-08A1-47D5-B4F2-794644B35058}" destId="{547AF146-2077-42FC-895B-17A85B85A2D4}" srcOrd="2" destOrd="0" presId="urn:microsoft.com/office/officeart/2005/8/layout/orgChart1"/>
    <dgm:cxn modelId="{2D5B811A-C507-4B8A-8C54-816452F8D3C3}" type="presParOf" srcId="{D2BE82CA-8FC4-403C-992F-AC2EA87EF556}" destId="{D2FFDA67-51F6-45F9-A6AE-A1EDA12D83C7}" srcOrd="2" destOrd="0" presId="urn:microsoft.com/office/officeart/2005/8/layout/orgChart1"/>
    <dgm:cxn modelId="{33F05313-B138-4F6C-82BB-C93149B2AB56}" type="presParOf" srcId="{B47A97CD-6AE2-482A-B3AE-7EC55FA3FB75}" destId="{DBB9E2D9-090E-4758-AC3C-73EA0A12FF33}" srcOrd="2" destOrd="0" presId="urn:microsoft.com/office/officeart/2005/8/layout/orgChart1"/>
    <dgm:cxn modelId="{80FBAEEE-AB6D-415D-A03C-27C6A7BEAAF9}" type="presParOf" srcId="{AA7F212E-EBF2-42E1-B61E-E1F551051AAA}" destId="{47845334-8CF7-4B92-AC9D-B1018AA497BD}" srcOrd="4" destOrd="0" presId="urn:microsoft.com/office/officeart/2005/8/layout/orgChart1"/>
    <dgm:cxn modelId="{A8B1FB7C-EC21-4ED8-B560-191AF0FAAA01}" type="presParOf" srcId="{AA7F212E-EBF2-42E1-B61E-E1F551051AAA}" destId="{89218619-6C2A-45AB-A702-273282C4D862}" srcOrd="5" destOrd="0" presId="urn:microsoft.com/office/officeart/2005/8/layout/orgChart1"/>
    <dgm:cxn modelId="{5521C912-ED65-4F6C-9BD2-0A7F41BD01D5}" type="presParOf" srcId="{89218619-6C2A-45AB-A702-273282C4D862}" destId="{8335173E-9A49-40EA-986D-98888C383D30}" srcOrd="0" destOrd="0" presId="urn:microsoft.com/office/officeart/2005/8/layout/orgChart1"/>
    <dgm:cxn modelId="{462BB069-8189-4BE3-A7A5-28709A0E1783}" type="presParOf" srcId="{8335173E-9A49-40EA-986D-98888C383D30}" destId="{A100094E-083B-4086-BEFF-1EC7711664C5}" srcOrd="0" destOrd="0" presId="urn:microsoft.com/office/officeart/2005/8/layout/orgChart1"/>
    <dgm:cxn modelId="{E1FEFAB1-7AA1-40B1-88A6-F420F6C194E0}" type="presParOf" srcId="{8335173E-9A49-40EA-986D-98888C383D30}" destId="{5B518E81-8345-4D90-BD3C-4FD4E6901554}" srcOrd="1" destOrd="0" presId="urn:microsoft.com/office/officeart/2005/8/layout/orgChart1"/>
    <dgm:cxn modelId="{2DBD574B-10BD-4550-8308-F1167C0DB43F}" type="presParOf" srcId="{89218619-6C2A-45AB-A702-273282C4D862}" destId="{C7B36271-7AB4-4E15-B01B-0AE2C6C93D7B}" srcOrd="1" destOrd="0" presId="urn:microsoft.com/office/officeart/2005/8/layout/orgChart1"/>
    <dgm:cxn modelId="{D7047F42-DAA7-4478-B8D6-06B4CF56441A}" type="presParOf" srcId="{C7B36271-7AB4-4E15-B01B-0AE2C6C93D7B}" destId="{03D90786-AE6E-4D20-BA37-7BB32E0DE43B}" srcOrd="0" destOrd="0" presId="urn:microsoft.com/office/officeart/2005/8/layout/orgChart1"/>
    <dgm:cxn modelId="{FF3B8490-0737-4BD1-9386-D51D5456683C}" type="presParOf" srcId="{C7B36271-7AB4-4E15-B01B-0AE2C6C93D7B}" destId="{5ED48830-96B6-4151-A94E-DB14D5C7F274}" srcOrd="1" destOrd="0" presId="urn:microsoft.com/office/officeart/2005/8/layout/orgChart1"/>
    <dgm:cxn modelId="{E54341E6-8F2F-4A17-988A-166F30BD42DA}" type="presParOf" srcId="{5ED48830-96B6-4151-A94E-DB14D5C7F274}" destId="{9177902E-2500-410E-8D5A-182B52D7BF6C}" srcOrd="0" destOrd="0" presId="urn:microsoft.com/office/officeart/2005/8/layout/orgChart1"/>
    <dgm:cxn modelId="{29C58CCC-5101-4D8C-9DF2-E2F6D8BA26F8}" type="presParOf" srcId="{9177902E-2500-410E-8D5A-182B52D7BF6C}" destId="{5E0D5D4D-071E-4093-95ED-362593C4E3C1}" srcOrd="0" destOrd="0" presId="urn:microsoft.com/office/officeart/2005/8/layout/orgChart1"/>
    <dgm:cxn modelId="{7F34FD7E-016F-44E3-98C5-A87A59D7D668}" type="presParOf" srcId="{9177902E-2500-410E-8D5A-182B52D7BF6C}" destId="{9ECCACEF-1A60-4673-9978-201671603B4C}" srcOrd="1" destOrd="0" presId="urn:microsoft.com/office/officeart/2005/8/layout/orgChart1"/>
    <dgm:cxn modelId="{200461BB-8229-4D33-87CC-892D8399EC3B}" type="presParOf" srcId="{5ED48830-96B6-4151-A94E-DB14D5C7F274}" destId="{5C29F9CF-D99B-4B95-8874-B350104A0AA0}" srcOrd="1" destOrd="0" presId="urn:microsoft.com/office/officeart/2005/8/layout/orgChart1"/>
    <dgm:cxn modelId="{99573C88-7DBB-4086-846C-59002C900A96}" type="presParOf" srcId="{5ED48830-96B6-4151-A94E-DB14D5C7F274}" destId="{F59E72AC-5A6D-4229-84A9-F24324509B4F}" srcOrd="2" destOrd="0" presId="urn:microsoft.com/office/officeart/2005/8/layout/orgChart1"/>
    <dgm:cxn modelId="{B2CCAB02-730C-4C0C-9484-E662CA5E16E8}" type="presParOf" srcId="{C7B36271-7AB4-4E15-B01B-0AE2C6C93D7B}" destId="{C65F68FE-3CC3-422E-B2E0-B52D4DA116C9}" srcOrd="2" destOrd="0" presId="urn:microsoft.com/office/officeart/2005/8/layout/orgChart1"/>
    <dgm:cxn modelId="{0C360E00-65C0-4C0E-A8CD-759C5CC76EF7}" type="presParOf" srcId="{C7B36271-7AB4-4E15-B01B-0AE2C6C93D7B}" destId="{98209297-BBDD-4F3C-BBC5-C4419BDE8E1D}" srcOrd="3" destOrd="0" presId="urn:microsoft.com/office/officeart/2005/8/layout/orgChart1"/>
    <dgm:cxn modelId="{AC8918D0-B01F-42E3-9D6C-387382DDDF9D}" type="presParOf" srcId="{98209297-BBDD-4F3C-BBC5-C4419BDE8E1D}" destId="{9667A7FD-EC56-4D36-873C-7FAC4BA57BD0}" srcOrd="0" destOrd="0" presId="urn:microsoft.com/office/officeart/2005/8/layout/orgChart1"/>
    <dgm:cxn modelId="{4DB66A37-C4C5-4C13-B85D-3905BDC41C82}" type="presParOf" srcId="{9667A7FD-EC56-4D36-873C-7FAC4BA57BD0}" destId="{97BF2314-B7B5-4D2B-8309-F7C86F0F4D77}" srcOrd="0" destOrd="0" presId="urn:microsoft.com/office/officeart/2005/8/layout/orgChart1"/>
    <dgm:cxn modelId="{56EFC000-89EE-46EB-AFA0-27FA228C9B6A}" type="presParOf" srcId="{9667A7FD-EC56-4D36-873C-7FAC4BA57BD0}" destId="{40BC5970-878C-4D5B-AA28-EF31BB8EB1F6}" srcOrd="1" destOrd="0" presId="urn:microsoft.com/office/officeart/2005/8/layout/orgChart1"/>
    <dgm:cxn modelId="{75FE24D7-484E-45F4-B72A-5DC1CE6290EA}" type="presParOf" srcId="{98209297-BBDD-4F3C-BBC5-C4419BDE8E1D}" destId="{5AE82DD3-17A4-4FD3-9779-C02C5D19A15C}" srcOrd="1" destOrd="0" presId="urn:microsoft.com/office/officeart/2005/8/layout/orgChart1"/>
    <dgm:cxn modelId="{0F389A73-C0F6-40CF-A95C-D4423AF81C9D}" type="presParOf" srcId="{98209297-BBDD-4F3C-BBC5-C4419BDE8E1D}" destId="{90724C39-624A-41B5-96A9-D0D4C76BEA92}" srcOrd="2" destOrd="0" presId="urn:microsoft.com/office/officeart/2005/8/layout/orgChart1"/>
    <dgm:cxn modelId="{30C789A0-DA39-40BC-8FE6-17FF9F45269B}" type="presParOf" srcId="{89218619-6C2A-45AB-A702-273282C4D862}" destId="{79C21C5C-BCE0-440F-BB57-3C6711100D97}" srcOrd="2" destOrd="0" presId="urn:microsoft.com/office/officeart/2005/8/layout/orgChart1"/>
    <dgm:cxn modelId="{C26C2CC7-6CA4-4E91-9AA2-97F34120CBC2}" type="presParOf" srcId="{445DA5EE-73F8-4F4C-8369-1BA54A78A3D2}" destId="{1CDB9DF7-910F-457D-AC37-C0EEC071CDFA}"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5732FC7C-4D05-465A-8F87-65FADF2CF1F3}" type="doc">
      <dgm:prSet loTypeId="urn:microsoft.com/office/officeart/2005/8/layout/radial6" loCatId="cycle" qsTypeId="urn:microsoft.com/office/officeart/2005/8/quickstyle/simple4" qsCatId="simple" csTypeId="urn:microsoft.com/office/officeart/2005/8/colors/accent0_1" csCatId="mainScheme" phldr="1"/>
      <dgm:spPr/>
      <dgm:t>
        <a:bodyPr/>
        <a:lstStyle/>
        <a:p>
          <a:endParaRPr lang="it-IT"/>
        </a:p>
      </dgm:t>
    </dgm:pt>
    <dgm:pt modelId="{910CEB26-5683-4E54-8BF2-717468D36E57}">
      <dgm:prSet phldrT="[Testo]" custT="1"/>
      <dgm:spPr/>
      <dgm:t>
        <a:bodyPr/>
        <a:lstStyle/>
        <a:p>
          <a:r>
            <a:rPr lang="en-US" sz="1600" b="1" noProof="0" dirty="0"/>
            <a:t>Cost Manage-</a:t>
          </a:r>
          <a:r>
            <a:rPr lang="en-US" sz="1600" b="1" noProof="0" dirty="0" err="1"/>
            <a:t>ment</a:t>
          </a:r>
          <a:r>
            <a:rPr lang="en-US" sz="1600" b="1" noProof="0" dirty="0"/>
            <a:t>  </a:t>
          </a:r>
        </a:p>
      </dgm:t>
    </dgm:pt>
    <dgm:pt modelId="{C5D0D7EB-D89F-456B-B36B-F9C82B8E8397}" type="parTrans" cxnId="{AD5B3414-42EE-4E22-B9FF-8727658E27C8}">
      <dgm:prSet/>
      <dgm:spPr/>
      <dgm:t>
        <a:bodyPr/>
        <a:lstStyle/>
        <a:p>
          <a:endParaRPr lang="it-IT" b="1"/>
        </a:p>
      </dgm:t>
    </dgm:pt>
    <dgm:pt modelId="{77207E75-ACC8-4387-A11D-7B8BE81CED65}" type="sibTrans" cxnId="{AD5B3414-42EE-4E22-B9FF-8727658E27C8}">
      <dgm:prSet/>
      <dgm:spPr/>
      <dgm:t>
        <a:bodyPr/>
        <a:lstStyle/>
        <a:p>
          <a:endParaRPr lang="it-IT" b="1"/>
        </a:p>
      </dgm:t>
    </dgm:pt>
    <dgm:pt modelId="{B1A87C31-8222-4125-B908-F44DCC2801CB}">
      <dgm:prSet phldrT="[Testo]" custT="1"/>
      <dgm:spPr>
        <a:solidFill>
          <a:schemeClr val="bg1"/>
        </a:solidFill>
      </dgm:spPr>
      <dgm:t>
        <a:bodyPr/>
        <a:lstStyle/>
        <a:p>
          <a:r>
            <a:rPr lang="en-US" sz="1600" b="0" noProof="0" dirty="0"/>
            <a:t>Plan Cost Management</a:t>
          </a:r>
        </a:p>
      </dgm:t>
    </dgm:pt>
    <dgm:pt modelId="{643F5CE6-22F0-4285-A2BE-21FFCD1CDF7A}" type="parTrans" cxnId="{43DD8D05-9557-4685-A4C7-47E1D5214C95}">
      <dgm:prSet/>
      <dgm:spPr/>
      <dgm:t>
        <a:bodyPr/>
        <a:lstStyle/>
        <a:p>
          <a:endParaRPr lang="en-US"/>
        </a:p>
      </dgm:t>
    </dgm:pt>
    <dgm:pt modelId="{BEE9DD99-733B-4C4D-861D-E4E585D0972C}" type="sibTrans" cxnId="{43DD8D05-9557-4685-A4C7-47E1D5214C95}">
      <dgm:prSet/>
      <dgm:spPr/>
      <dgm:t>
        <a:bodyPr/>
        <a:lstStyle/>
        <a:p>
          <a:endParaRPr lang="en-US"/>
        </a:p>
      </dgm:t>
    </dgm:pt>
    <dgm:pt modelId="{D02E291D-5943-44EA-ABB3-77A2D128545F}">
      <dgm:prSet custT="1"/>
      <dgm:spPr>
        <a:solidFill>
          <a:schemeClr val="bg1"/>
        </a:solidFill>
      </dgm:spPr>
      <dgm:t>
        <a:bodyPr/>
        <a:lstStyle/>
        <a:p>
          <a:r>
            <a:rPr lang="en-US" sz="1600" noProof="0" dirty="0"/>
            <a:t>Estimate Costs</a:t>
          </a:r>
        </a:p>
      </dgm:t>
    </dgm:pt>
    <dgm:pt modelId="{6BDDAD91-CA10-4455-89EC-6690A6A1AD62}" type="parTrans" cxnId="{CB4A6856-3A57-4F2C-8604-ED64F2EA87C9}">
      <dgm:prSet/>
      <dgm:spPr/>
      <dgm:t>
        <a:bodyPr/>
        <a:lstStyle/>
        <a:p>
          <a:endParaRPr lang="en-US"/>
        </a:p>
      </dgm:t>
    </dgm:pt>
    <dgm:pt modelId="{545EB0B2-816A-4441-8F93-7724A148F8EE}" type="sibTrans" cxnId="{CB4A6856-3A57-4F2C-8604-ED64F2EA87C9}">
      <dgm:prSet/>
      <dgm:spPr/>
      <dgm:t>
        <a:bodyPr/>
        <a:lstStyle/>
        <a:p>
          <a:endParaRPr lang="en-US"/>
        </a:p>
      </dgm:t>
    </dgm:pt>
    <dgm:pt modelId="{7BB796D5-0ACC-4064-8D7B-A4330FEFB843}">
      <dgm:prSet custT="1"/>
      <dgm:spPr>
        <a:solidFill>
          <a:schemeClr val="bg1"/>
        </a:solidFill>
      </dgm:spPr>
      <dgm:t>
        <a:bodyPr/>
        <a:lstStyle/>
        <a:p>
          <a:r>
            <a:rPr lang="en-US" sz="1600" noProof="0" dirty="0"/>
            <a:t>Determine Budget</a:t>
          </a:r>
        </a:p>
      </dgm:t>
    </dgm:pt>
    <dgm:pt modelId="{A81AEFCD-54A5-4976-A6C7-825101DA61C2}" type="parTrans" cxnId="{484A4132-C02A-40AC-BCB5-2F74B776D327}">
      <dgm:prSet/>
      <dgm:spPr/>
      <dgm:t>
        <a:bodyPr/>
        <a:lstStyle/>
        <a:p>
          <a:endParaRPr lang="en-US"/>
        </a:p>
      </dgm:t>
    </dgm:pt>
    <dgm:pt modelId="{E005FFAE-EE0B-453B-8703-1F71EC20B4CD}" type="sibTrans" cxnId="{484A4132-C02A-40AC-BCB5-2F74B776D327}">
      <dgm:prSet/>
      <dgm:spPr/>
      <dgm:t>
        <a:bodyPr/>
        <a:lstStyle/>
        <a:p>
          <a:endParaRPr lang="en-US"/>
        </a:p>
      </dgm:t>
    </dgm:pt>
    <dgm:pt modelId="{69010CA0-2535-4991-9916-23D8D32C3EC8}">
      <dgm:prSet custT="1"/>
      <dgm:spPr>
        <a:solidFill>
          <a:schemeClr val="bg1"/>
        </a:solidFill>
      </dgm:spPr>
      <dgm:t>
        <a:bodyPr/>
        <a:lstStyle/>
        <a:p>
          <a:r>
            <a:rPr lang="en-US" sz="1600" noProof="0" dirty="0"/>
            <a:t>Control Costs</a:t>
          </a:r>
        </a:p>
      </dgm:t>
    </dgm:pt>
    <dgm:pt modelId="{51BBD0BE-2360-4574-8271-8F7D85850FC8}" type="parTrans" cxnId="{563BFE65-8BBD-427B-97B5-86819EB36631}">
      <dgm:prSet/>
      <dgm:spPr/>
      <dgm:t>
        <a:bodyPr/>
        <a:lstStyle/>
        <a:p>
          <a:endParaRPr lang="en-US"/>
        </a:p>
      </dgm:t>
    </dgm:pt>
    <dgm:pt modelId="{D7A19745-D0D5-4426-AFB9-7B9A729B7E26}" type="sibTrans" cxnId="{563BFE65-8BBD-427B-97B5-86819EB36631}">
      <dgm:prSet/>
      <dgm:spPr/>
      <dgm:t>
        <a:bodyPr/>
        <a:lstStyle/>
        <a:p>
          <a:endParaRPr lang="en-US"/>
        </a:p>
      </dgm:t>
    </dgm:pt>
    <dgm:pt modelId="{D5A5E3BD-F1C7-42BA-9A68-3A4E9506F369}" type="pres">
      <dgm:prSet presAssocID="{5732FC7C-4D05-465A-8F87-65FADF2CF1F3}" presName="Name0" presStyleCnt="0">
        <dgm:presLayoutVars>
          <dgm:chMax val="1"/>
          <dgm:dir/>
          <dgm:animLvl val="ctr"/>
          <dgm:resizeHandles val="exact"/>
        </dgm:presLayoutVars>
      </dgm:prSet>
      <dgm:spPr/>
    </dgm:pt>
    <dgm:pt modelId="{2F786E7A-0B36-4F14-AAE0-49BB75557042}" type="pres">
      <dgm:prSet presAssocID="{910CEB26-5683-4E54-8BF2-717468D36E57}" presName="centerShape" presStyleLbl="node0" presStyleIdx="0" presStyleCnt="1" custScaleX="93447" custLinFactNeighborX="964" custLinFactNeighborY="-115"/>
      <dgm:spPr/>
    </dgm:pt>
    <dgm:pt modelId="{63E18994-DFAA-4775-BC1A-9A14498BDE3E}" type="pres">
      <dgm:prSet presAssocID="{B1A87C31-8222-4125-B908-F44DCC2801CB}" presName="node" presStyleLbl="node1" presStyleIdx="0" presStyleCnt="4" custScaleX="178503">
        <dgm:presLayoutVars>
          <dgm:bulletEnabled val="1"/>
        </dgm:presLayoutVars>
      </dgm:prSet>
      <dgm:spPr/>
    </dgm:pt>
    <dgm:pt modelId="{865291D6-CE5F-4EE9-B1EF-A414C6CD41C2}" type="pres">
      <dgm:prSet presAssocID="{B1A87C31-8222-4125-B908-F44DCC2801CB}" presName="dummy" presStyleCnt="0"/>
      <dgm:spPr/>
    </dgm:pt>
    <dgm:pt modelId="{FAC8DF3D-C7B5-4E29-ABC6-573BF31D1BE4}" type="pres">
      <dgm:prSet presAssocID="{BEE9DD99-733B-4C4D-861D-E4E585D0972C}" presName="sibTrans" presStyleLbl="sibTrans2D1" presStyleIdx="0" presStyleCnt="4"/>
      <dgm:spPr/>
    </dgm:pt>
    <dgm:pt modelId="{BC6CE0C6-B21F-4B4E-AB9C-4121C6009EC5}" type="pres">
      <dgm:prSet presAssocID="{D02E291D-5943-44EA-ABB3-77A2D128545F}" presName="node" presStyleLbl="node1" presStyleIdx="1" presStyleCnt="4" custScaleX="135266">
        <dgm:presLayoutVars>
          <dgm:bulletEnabled val="1"/>
        </dgm:presLayoutVars>
      </dgm:prSet>
      <dgm:spPr/>
    </dgm:pt>
    <dgm:pt modelId="{82FF79C3-44CC-4F0D-99EF-76A3AB6AC2F0}" type="pres">
      <dgm:prSet presAssocID="{D02E291D-5943-44EA-ABB3-77A2D128545F}" presName="dummy" presStyleCnt="0"/>
      <dgm:spPr/>
    </dgm:pt>
    <dgm:pt modelId="{827A8C83-CBF2-42E6-9747-43F6BA7EFA7B}" type="pres">
      <dgm:prSet presAssocID="{545EB0B2-816A-4441-8F93-7724A148F8EE}" presName="sibTrans" presStyleLbl="sibTrans2D1" presStyleIdx="1" presStyleCnt="4"/>
      <dgm:spPr/>
    </dgm:pt>
    <dgm:pt modelId="{A960BF46-3E48-408C-8AE1-7AFCA29C8093}" type="pres">
      <dgm:prSet presAssocID="{7BB796D5-0ACC-4064-8D7B-A4330FEFB843}" presName="node" presStyleLbl="node1" presStyleIdx="2" presStyleCnt="4" custScaleX="146212">
        <dgm:presLayoutVars>
          <dgm:bulletEnabled val="1"/>
        </dgm:presLayoutVars>
      </dgm:prSet>
      <dgm:spPr/>
    </dgm:pt>
    <dgm:pt modelId="{A4E1A3C3-8301-4597-86D5-9AD164706165}" type="pres">
      <dgm:prSet presAssocID="{7BB796D5-0ACC-4064-8D7B-A4330FEFB843}" presName="dummy" presStyleCnt="0"/>
      <dgm:spPr/>
    </dgm:pt>
    <dgm:pt modelId="{FED78715-B07E-4848-B2A4-6800352DE2FF}" type="pres">
      <dgm:prSet presAssocID="{E005FFAE-EE0B-453B-8703-1F71EC20B4CD}" presName="sibTrans" presStyleLbl="sibTrans2D1" presStyleIdx="2" presStyleCnt="4"/>
      <dgm:spPr/>
    </dgm:pt>
    <dgm:pt modelId="{EB8F0F45-29FD-411A-AB46-4AF76024996F}" type="pres">
      <dgm:prSet presAssocID="{69010CA0-2535-4991-9916-23D8D32C3EC8}" presName="node" presStyleLbl="node1" presStyleIdx="3" presStyleCnt="4" custScaleX="148991">
        <dgm:presLayoutVars>
          <dgm:bulletEnabled val="1"/>
        </dgm:presLayoutVars>
      </dgm:prSet>
      <dgm:spPr/>
    </dgm:pt>
    <dgm:pt modelId="{EB94BCCF-EE3A-48E6-BF6A-0A738B45CED1}" type="pres">
      <dgm:prSet presAssocID="{69010CA0-2535-4991-9916-23D8D32C3EC8}" presName="dummy" presStyleCnt="0"/>
      <dgm:spPr/>
    </dgm:pt>
    <dgm:pt modelId="{1169E517-5578-43A5-BCED-D8E510013441}" type="pres">
      <dgm:prSet presAssocID="{D7A19745-D0D5-4426-AFB9-7B9A729B7E26}" presName="sibTrans" presStyleLbl="sibTrans2D1" presStyleIdx="3" presStyleCnt="4"/>
      <dgm:spPr/>
    </dgm:pt>
  </dgm:ptLst>
  <dgm:cxnLst>
    <dgm:cxn modelId="{43DD8D05-9557-4685-A4C7-47E1D5214C95}" srcId="{910CEB26-5683-4E54-8BF2-717468D36E57}" destId="{B1A87C31-8222-4125-B908-F44DCC2801CB}" srcOrd="0" destOrd="0" parTransId="{643F5CE6-22F0-4285-A2BE-21FFCD1CDF7A}" sibTransId="{BEE9DD99-733B-4C4D-861D-E4E585D0972C}"/>
    <dgm:cxn modelId="{AD5B3414-42EE-4E22-B9FF-8727658E27C8}" srcId="{5732FC7C-4D05-465A-8F87-65FADF2CF1F3}" destId="{910CEB26-5683-4E54-8BF2-717468D36E57}" srcOrd="0" destOrd="0" parTransId="{C5D0D7EB-D89F-456B-B36B-F9C82B8E8397}" sibTransId="{77207E75-ACC8-4387-A11D-7B8BE81CED65}"/>
    <dgm:cxn modelId="{DDBA5B1C-56E6-4CDD-9E4C-B5F424C0FB3E}" type="presOf" srcId="{BEE9DD99-733B-4C4D-861D-E4E585D0972C}" destId="{FAC8DF3D-C7B5-4E29-ABC6-573BF31D1BE4}" srcOrd="0" destOrd="0" presId="urn:microsoft.com/office/officeart/2005/8/layout/radial6"/>
    <dgm:cxn modelId="{484A4132-C02A-40AC-BCB5-2F74B776D327}" srcId="{910CEB26-5683-4E54-8BF2-717468D36E57}" destId="{7BB796D5-0ACC-4064-8D7B-A4330FEFB843}" srcOrd="2" destOrd="0" parTransId="{A81AEFCD-54A5-4976-A6C7-825101DA61C2}" sibTransId="{E005FFAE-EE0B-453B-8703-1F71EC20B4CD}"/>
    <dgm:cxn modelId="{0A0FA732-E48C-4B6B-94B5-F97C731BD969}" type="presOf" srcId="{B1A87C31-8222-4125-B908-F44DCC2801CB}" destId="{63E18994-DFAA-4775-BC1A-9A14498BDE3E}" srcOrd="0" destOrd="0" presId="urn:microsoft.com/office/officeart/2005/8/layout/radial6"/>
    <dgm:cxn modelId="{563BFE65-8BBD-427B-97B5-86819EB36631}" srcId="{910CEB26-5683-4E54-8BF2-717468D36E57}" destId="{69010CA0-2535-4991-9916-23D8D32C3EC8}" srcOrd="3" destOrd="0" parTransId="{51BBD0BE-2360-4574-8271-8F7D85850FC8}" sibTransId="{D7A19745-D0D5-4426-AFB9-7B9A729B7E26}"/>
    <dgm:cxn modelId="{B8368866-5071-4EA4-A9D0-CF085FDA9575}" type="presOf" srcId="{545EB0B2-816A-4441-8F93-7724A148F8EE}" destId="{827A8C83-CBF2-42E6-9747-43F6BA7EFA7B}" srcOrd="0" destOrd="0" presId="urn:microsoft.com/office/officeart/2005/8/layout/radial6"/>
    <dgm:cxn modelId="{CB4A6856-3A57-4F2C-8604-ED64F2EA87C9}" srcId="{910CEB26-5683-4E54-8BF2-717468D36E57}" destId="{D02E291D-5943-44EA-ABB3-77A2D128545F}" srcOrd="1" destOrd="0" parTransId="{6BDDAD91-CA10-4455-89EC-6690A6A1AD62}" sibTransId="{545EB0B2-816A-4441-8F93-7724A148F8EE}"/>
    <dgm:cxn modelId="{3196B45A-7C77-4434-AD31-8EB1905FEFEA}" type="presOf" srcId="{E005FFAE-EE0B-453B-8703-1F71EC20B4CD}" destId="{FED78715-B07E-4848-B2A4-6800352DE2FF}" srcOrd="0" destOrd="0" presId="urn:microsoft.com/office/officeart/2005/8/layout/radial6"/>
    <dgm:cxn modelId="{495B4794-E1DA-47B0-AC1D-40825BB82273}" type="presOf" srcId="{69010CA0-2535-4991-9916-23D8D32C3EC8}" destId="{EB8F0F45-29FD-411A-AB46-4AF76024996F}" srcOrd="0" destOrd="0" presId="urn:microsoft.com/office/officeart/2005/8/layout/radial6"/>
    <dgm:cxn modelId="{DFC624CF-A463-477D-A150-C9C25D251B58}" type="presOf" srcId="{910CEB26-5683-4E54-8BF2-717468D36E57}" destId="{2F786E7A-0B36-4F14-AAE0-49BB75557042}" srcOrd="0" destOrd="0" presId="urn:microsoft.com/office/officeart/2005/8/layout/radial6"/>
    <dgm:cxn modelId="{0296C3D3-6558-4D88-9801-1A922CC3C1B4}" type="presOf" srcId="{D7A19745-D0D5-4426-AFB9-7B9A729B7E26}" destId="{1169E517-5578-43A5-BCED-D8E510013441}" srcOrd="0" destOrd="0" presId="urn:microsoft.com/office/officeart/2005/8/layout/radial6"/>
    <dgm:cxn modelId="{87DCADDC-03FD-40B1-9BC1-F2ED591F68C9}" type="presOf" srcId="{D02E291D-5943-44EA-ABB3-77A2D128545F}" destId="{BC6CE0C6-B21F-4B4E-AB9C-4121C6009EC5}" srcOrd="0" destOrd="0" presId="urn:microsoft.com/office/officeart/2005/8/layout/radial6"/>
    <dgm:cxn modelId="{EDA681E0-2BB0-442F-871D-93F11D1773DE}" type="presOf" srcId="{5732FC7C-4D05-465A-8F87-65FADF2CF1F3}" destId="{D5A5E3BD-F1C7-42BA-9A68-3A4E9506F369}" srcOrd="0" destOrd="0" presId="urn:microsoft.com/office/officeart/2005/8/layout/radial6"/>
    <dgm:cxn modelId="{0709D4E0-03B3-4958-8676-84D4C694C291}" type="presOf" srcId="{7BB796D5-0ACC-4064-8D7B-A4330FEFB843}" destId="{A960BF46-3E48-408C-8AE1-7AFCA29C8093}" srcOrd="0" destOrd="0" presId="urn:microsoft.com/office/officeart/2005/8/layout/radial6"/>
    <dgm:cxn modelId="{D28821B5-7A10-463B-9A8B-E684A838C61A}" type="presParOf" srcId="{D5A5E3BD-F1C7-42BA-9A68-3A4E9506F369}" destId="{2F786E7A-0B36-4F14-AAE0-49BB75557042}" srcOrd="0" destOrd="0" presId="urn:microsoft.com/office/officeart/2005/8/layout/radial6"/>
    <dgm:cxn modelId="{241C40F7-6A47-4F1C-8B4E-57A60CBB65FE}" type="presParOf" srcId="{D5A5E3BD-F1C7-42BA-9A68-3A4E9506F369}" destId="{63E18994-DFAA-4775-BC1A-9A14498BDE3E}" srcOrd="1" destOrd="0" presId="urn:microsoft.com/office/officeart/2005/8/layout/radial6"/>
    <dgm:cxn modelId="{D28D051B-24E3-4EE5-A775-2F5DC77D7B33}" type="presParOf" srcId="{D5A5E3BD-F1C7-42BA-9A68-3A4E9506F369}" destId="{865291D6-CE5F-4EE9-B1EF-A414C6CD41C2}" srcOrd="2" destOrd="0" presId="urn:microsoft.com/office/officeart/2005/8/layout/radial6"/>
    <dgm:cxn modelId="{6C3F7EA1-B2CD-4B58-92BE-BCFBF888D6E6}" type="presParOf" srcId="{D5A5E3BD-F1C7-42BA-9A68-3A4E9506F369}" destId="{FAC8DF3D-C7B5-4E29-ABC6-573BF31D1BE4}" srcOrd="3" destOrd="0" presId="urn:microsoft.com/office/officeart/2005/8/layout/radial6"/>
    <dgm:cxn modelId="{1A17186D-3E70-4728-A6E1-2A239ED03EFD}" type="presParOf" srcId="{D5A5E3BD-F1C7-42BA-9A68-3A4E9506F369}" destId="{BC6CE0C6-B21F-4B4E-AB9C-4121C6009EC5}" srcOrd="4" destOrd="0" presId="urn:microsoft.com/office/officeart/2005/8/layout/radial6"/>
    <dgm:cxn modelId="{E7BF4636-7697-42C4-BDE0-DBB0BE38D2F9}" type="presParOf" srcId="{D5A5E3BD-F1C7-42BA-9A68-3A4E9506F369}" destId="{82FF79C3-44CC-4F0D-99EF-76A3AB6AC2F0}" srcOrd="5" destOrd="0" presId="urn:microsoft.com/office/officeart/2005/8/layout/radial6"/>
    <dgm:cxn modelId="{8D2F93D6-44A2-4B99-A20E-12CBFFF45C5B}" type="presParOf" srcId="{D5A5E3BD-F1C7-42BA-9A68-3A4E9506F369}" destId="{827A8C83-CBF2-42E6-9747-43F6BA7EFA7B}" srcOrd="6" destOrd="0" presId="urn:microsoft.com/office/officeart/2005/8/layout/radial6"/>
    <dgm:cxn modelId="{51BA543F-4F14-4198-8C3E-ED24A9879643}" type="presParOf" srcId="{D5A5E3BD-F1C7-42BA-9A68-3A4E9506F369}" destId="{A960BF46-3E48-408C-8AE1-7AFCA29C8093}" srcOrd="7" destOrd="0" presId="urn:microsoft.com/office/officeart/2005/8/layout/radial6"/>
    <dgm:cxn modelId="{FACC91A5-842C-4C72-BE42-95D2C51C00F4}" type="presParOf" srcId="{D5A5E3BD-F1C7-42BA-9A68-3A4E9506F369}" destId="{A4E1A3C3-8301-4597-86D5-9AD164706165}" srcOrd="8" destOrd="0" presId="urn:microsoft.com/office/officeart/2005/8/layout/radial6"/>
    <dgm:cxn modelId="{5D72D3C6-336F-4D4B-9377-5E5304E9C393}" type="presParOf" srcId="{D5A5E3BD-F1C7-42BA-9A68-3A4E9506F369}" destId="{FED78715-B07E-4848-B2A4-6800352DE2FF}" srcOrd="9" destOrd="0" presId="urn:microsoft.com/office/officeart/2005/8/layout/radial6"/>
    <dgm:cxn modelId="{CC127F08-7D30-4C68-94C1-25577AB6606A}" type="presParOf" srcId="{D5A5E3BD-F1C7-42BA-9A68-3A4E9506F369}" destId="{EB8F0F45-29FD-411A-AB46-4AF76024996F}" srcOrd="10" destOrd="0" presId="urn:microsoft.com/office/officeart/2005/8/layout/radial6"/>
    <dgm:cxn modelId="{DFD45F27-E69E-4712-8A04-3968E828DF32}" type="presParOf" srcId="{D5A5E3BD-F1C7-42BA-9A68-3A4E9506F369}" destId="{EB94BCCF-EE3A-48E6-BF6A-0A738B45CED1}" srcOrd="11" destOrd="0" presId="urn:microsoft.com/office/officeart/2005/8/layout/radial6"/>
    <dgm:cxn modelId="{E12B63F2-5A70-4D42-8C40-A99F31B1B70B}" type="presParOf" srcId="{D5A5E3BD-F1C7-42BA-9A68-3A4E9506F369}" destId="{1169E517-5578-43A5-BCED-D8E510013441}" srcOrd="12"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BBED2C3A-7688-4775-8422-BBFBBAFB163C}" type="doc">
      <dgm:prSet loTypeId="urn:microsoft.com/office/officeart/2005/8/layout/hierarchy3" loCatId="hierarchy" qsTypeId="urn:microsoft.com/office/officeart/2005/8/quickstyle/simple4" qsCatId="simple" csTypeId="urn:microsoft.com/office/officeart/2005/8/colors/accent0_1" csCatId="mainScheme" phldr="1"/>
      <dgm:spPr/>
      <dgm:t>
        <a:bodyPr/>
        <a:lstStyle/>
        <a:p>
          <a:endParaRPr lang="en-US"/>
        </a:p>
      </dgm:t>
    </dgm:pt>
    <dgm:pt modelId="{55FE7F98-CE04-4F09-9447-733BA1D36E56}">
      <dgm:prSet phldrT="[Testo]" custT="1"/>
      <dgm:spPr>
        <a:solidFill>
          <a:srgbClr val="000000">
            <a:alpha val="90000"/>
            <a:tint val="40000"/>
            <a:hueOff val="0"/>
            <a:satOff val="0"/>
            <a:lumOff val="0"/>
            <a:alphaOff val="0"/>
          </a:srgbClr>
        </a:solidFill>
        <a:ln w="9525" cap="flat" cmpd="sng" algn="ctr">
          <a:solidFill>
            <a:srgbClr val="000000">
              <a:hueOff val="0"/>
              <a:satOff val="0"/>
              <a:lumOff val="0"/>
              <a:alphaOff val="0"/>
            </a:srgbClr>
          </a:solidFill>
          <a:prstDash val="solid"/>
        </a:ln>
        <a:effectLst/>
      </dgm:spPr>
      <dgm:t>
        <a:bodyPr spcFirstLastPara="0" vert="horz" wrap="square" lIns="30480" tIns="20320" rIns="30480" bIns="20320" numCol="1" spcCol="1270" anchor="ctr" anchorCtr="0"/>
        <a:lstStyle/>
        <a:p>
          <a:pPr marL="0" lvl="0" indent="0" algn="ctr" defTabSz="711200">
            <a:lnSpc>
              <a:spcPct val="90000"/>
            </a:lnSpc>
            <a:spcBef>
              <a:spcPct val="0"/>
            </a:spcBef>
            <a:spcAft>
              <a:spcPct val="35000"/>
            </a:spcAft>
            <a:buNone/>
          </a:pPr>
          <a:r>
            <a:rPr lang="en-US" sz="1600" kern="1200" noProof="0" dirty="0">
              <a:solidFill>
                <a:srgbClr val="000000">
                  <a:hueOff val="0"/>
                  <a:satOff val="0"/>
                  <a:lumOff val="0"/>
                  <a:alphaOff val="0"/>
                </a:srgbClr>
              </a:solidFill>
              <a:latin typeface="Times New Roman"/>
              <a:ea typeface="+mn-ea"/>
              <a:cs typeface="+mn-cs"/>
            </a:rPr>
            <a:t>Introduction </a:t>
          </a:r>
        </a:p>
      </dgm:t>
    </dgm:pt>
    <dgm:pt modelId="{98D9A23C-0E85-4E3D-ADC9-7AF9DA0D4705}" type="parTrans" cxnId="{02956B50-E951-4CDA-8EFE-FE77E15263F2}">
      <dgm:prSet/>
      <dgm:spPr/>
      <dgm:t>
        <a:bodyPr/>
        <a:lstStyle/>
        <a:p>
          <a:endParaRPr lang="en-US"/>
        </a:p>
      </dgm:t>
    </dgm:pt>
    <dgm:pt modelId="{646BF6E4-7199-41B6-BDEE-5CDBCA1C5946}" type="sibTrans" cxnId="{02956B50-E951-4CDA-8EFE-FE77E15263F2}">
      <dgm:prSet/>
      <dgm:spPr/>
      <dgm:t>
        <a:bodyPr/>
        <a:lstStyle/>
        <a:p>
          <a:endParaRPr lang="en-US"/>
        </a:p>
      </dgm:t>
    </dgm:pt>
    <dgm:pt modelId="{769BCF99-776A-494F-9B69-772278281651}">
      <dgm:prSet phldrT="[Testo]" custT="1"/>
      <dgm:spPr>
        <a:solidFill>
          <a:srgbClr val="000000">
            <a:alpha val="90000"/>
            <a:tint val="40000"/>
            <a:hueOff val="0"/>
            <a:satOff val="0"/>
            <a:lumOff val="0"/>
            <a:alphaOff val="0"/>
          </a:srgbClr>
        </a:solidFill>
        <a:ln w="9525" cap="flat" cmpd="sng" algn="ctr">
          <a:solidFill>
            <a:srgbClr val="000000">
              <a:hueOff val="0"/>
              <a:satOff val="0"/>
              <a:lumOff val="0"/>
              <a:alphaOff val="0"/>
            </a:srgbClr>
          </a:solidFill>
          <a:prstDash val="solid"/>
        </a:ln>
        <a:effectLst/>
      </dgm:spPr>
      <dgm:t>
        <a:bodyPr spcFirstLastPara="0" vert="horz" wrap="square" lIns="30480" tIns="20320" rIns="30480" bIns="20320" numCol="1" spcCol="1270" anchor="ctr" anchorCtr="0"/>
        <a:lstStyle/>
        <a:p>
          <a:pPr marL="0" lvl="0" indent="0" algn="ctr" defTabSz="711200">
            <a:lnSpc>
              <a:spcPct val="90000"/>
            </a:lnSpc>
            <a:spcBef>
              <a:spcPct val="0"/>
            </a:spcBef>
            <a:spcAft>
              <a:spcPct val="35000"/>
            </a:spcAft>
            <a:buNone/>
          </a:pPr>
          <a:r>
            <a:rPr lang="en-US" sz="1600" kern="1200" noProof="0" dirty="0">
              <a:solidFill>
                <a:srgbClr val="000000">
                  <a:hueOff val="0"/>
                  <a:satOff val="0"/>
                  <a:lumOff val="0"/>
                  <a:alphaOff val="0"/>
                </a:srgbClr>
              </a:solidFill>
              <a:latin typeface="Times New Roman"/>
              <a:ea typeface="+mn-ea"/>
              <a:cs typeface="+mn-cs"/>
            </a:rPr>
            <a:t>Summary</a:t>
          </a:r>
        </a:p>
      </dgm:t>
    </dgm:pt>
    <dgm:pt modelId="{213E07D6-2E71-4913-8657-276F933F33E9}" type="parTrans" cxnId="{E309F695-FE25-4998-AD06-21C2D37A8CC7}">
      <dgm:prSet/>
      <dgm:spPr/>
      <dgm:t>
        <a:bodyPr/>
        <a:lstStyle/>
        <a:p>
          <a:endParaRPr lang="en-US"/>
        </a:p>
      </dgm:t>
    </dgm:pt>
    <dgm:pt modelId="{F675D1A9-E63E-4CF4-A18D-9348F96B7A74}" type="sibTrans" cxnId="{E309F695-FE25-4998-AD06-21C2D37A8CC7}">
      <dgm:prSet/>
      <dgm:spPr/>
      <dgm:t>
        <a:bodyPr/>
        <a:lstStyle/>
        <a:p>
          <a:endParaRPr lang="en-US"/>
        </a:p>
      </dgm:t>
    </dgm:pt>
    <dgm:pt modelId="{BBBEC972-B645-453E-B27E-EBCBC8B790F7}">
      <dgm:prSet phldrT="[Testo]" custT="1"/>
      <dgm:spPr>
        <a:solidFill>
          <a:srgbClr val="000000">
            <a:alpha val="90000"/>
            <a:tint val="40000"/>
            <a:hueOff val="0"/>
            <a:satOff val="0"/>
            <a:lumOff val="0"/>
            <a:alphaOff val="0"/>
          </a:srgbClr>
        </a:solidFill>
        <a:ln w="9525" cap="flat" cmpd="sng" algn="ctr">
          <a:solidFill>
            <a:srgbClr val="000000">
              <a:hueOff val="0"/>
              <a:satOff val="0"/>
              <a:lumOff val="0"/>
              <a:alphaOff val="0"/>
            </a:srgbClr>
          </a:solidFill>
          <a:prstDash val="solid"/>
        </a:ln>
        <a:effectLst/>
      </dgm:spPr>
      <dgm:t>
        <a:bodyPr spcFirstLastPara="0" vert="horz" wrap="square" lIns="30480" tIns="20320" rIns="30480" bIns="20320" numCol="1" spcCol="1270" anchor="ctr" anchorCtr="0"/>
        <a:lstStyle/>
        <a:p>
          <a:r>
            <a:rPr lang="en-US" sz="1600" kern="1200" noProof="0" dirty="0">
              <a:solidFill>
                <a:srgbClr val="000000">
                  <a:hueOff val="0"/>
                  <a:satOff val="0"/>
                  <a:lumOff val="0"/>
                  <a:alphaOff val="0"/>
                </a:srgbClr>
              </a:solidFill>
              <a:latin typeface="Times New Roman"/>
              <a:ea typeface="+mn-ea"/>
              <a:cs typeface="+mn-cs"/>
            </a:rPr>
            <a:t>Detail</a:t>
          </a:r>
        </a:p>
      </dgm:t>
    </dgm:pt>
    <dgm:pt modelId="{DB05BDB7-D667-47E5-BC27-19563DD8C321}" type="parTrans" cxnId="{775BAFB4-2EC8-4BEF-8602-012114633305}">
      <dgm:prSet/>
      <dgm:spPr/>
      <dgm:t>
        <a:bodyPr/>
        <a:lstStyle/>
        <a:p>
          <a:endParaRPr lang="en-US"/>
        </a:p>
      </dgm:t>
    </dgm:pt>
    <dgm:pt modelId="{2178AFBC-FB4F-4C47-99E1-AA9B5806B5D0}" type="sibTrans" cxnId="{775BAFB4-2EC8-4BEF-8602-012114633305}">
      <dgm:prSet/>
      <dgm:spPr/>
      <dgm:t>
        <a:bodyPr/>
        <a:lstStyle/>
        <a:p>
          <a:endParaRPr lang="en-US"/>
        </a:p>
      </dgm:t>
    </dgm:pt>
    <dgm:pt modelId="{E3B23E0D-1AF4-4F85-935C-7032DE27FFB5}">
      <dgm:prSet phldrT="[Testo]"/>
      <dgm:spPr/>
      <dgm:t>
        <a:bodyPr/>
        <a:lstStyle/>
        <a:p>
          <a:r>
            <a:rPr lang="en-US" noProof="0" dirty="0"/>
            <a:t>Project Costs </a:t>
          </a:r>
        </a:p>
      </dgm:t>
    </dgm:pt>
    <dgm:pt modelId="{B6ED2A0E-F94C-4BBD-B9CA-EF8E1EBFADE5}" type="parTrans" cxnId="{8CA417AA-C922-429D-837A-D0BBB330ECA2}">
      <dgm:prSet/>
      <dgm:spPr/>
      <dgm:t>
        <a:bodyPr/>
        <a:lstStyle/>
        <a:p>
          <a:endParaRPr lang="en-US"/>
        </a:p>
      </dgm:t>
    </dgm:pt>
    <dgm:pt modelId="{66ADAAB0-7818-4608-84E9-0D46F6E96692}" type="sibTrans" cxnId="{8CA417AA-C922-429D-837A-D0BBB330ECA2}">
      <dgm:prSet/>
      <dgm:spPr/>
      <dgm:t>
        <a:bodyPr/>
        <a:lstStyle/>
        <a:p>
          <a:endParaRPr lang="en-US"/>
        </a:p>
      </dgm:t>
    </dgm:pt>
    <dgm:pt modelId="{3C47FD65-A238-42F4-B554-D779EBA1ADDF}">
      <dgm:prSet phldrT="[Testo]"/>
      <dgm:spPr/>
      <dgm:t>
        <a:bodyPr/>
        <a:lstStyle/>
        <a:p>
          <a:r>
            <a:rPr lang="en-US" noProof="0" dirty="0"/>
            <a:t>Business Case</a:t>
          </a:r>
        </a:p>
      </dgm:t>
    </dgm:pt>
    <dgm:pt modelId="{EDCEEFA9-D399-4C5D-9324-4560BE1A901E}" type="parTrans" cxnId="{9A191FC8-E866-4181-A89A-17E7DFCEFC63}">
      <dgm:prSet/>
      <dgm:spPr/>
      <dgm:t>
        <a:bodyPr/>
        <a:lstStyle/>
        <a:p>
          <a:endParaRPr lang="en-US"/>
        </a:p>
      </dgm:t>
    </dgm:pt>
    <dgm:pt modelId="{B3136D23-610F-4691-88F1-E23CFD5B2DEB}" type="sibTrans" cxnId="{9A191FC8-E866-4181-A89A-17E7DFCEFC63}">
      <dgm:prSet/>
      <dgm:spPr/>
      <dgm:t>
        <a:bodyPr/>
        <a:lstStyle/>
        <a:p>
          <a:endParaRPr lang="en-US"/>
        </a:p>
      </dgm:t>
    </dgm:pt>
    <dgm:pt modelId="{2132F2DF-51CA-4660-BDDC-DBBDF173A581}">
      <dgm:prSet phldrT="[Testo]"/>
      <dgm:spPr/>
      <dgm:t>
        <a:bodyPr/>
        <a:lstStyle/>
        <a:p>
          <a:r>
            <a:rPr lang="en-US" noProof="0" dirty="0"/>
            <a:t>Benefits </a:t>
          </a:r>
        </a:p>
      </dgm:t>
    </dgm:pt>
    <dgm:pt modelId="{A3743913-64CD-4C5F-9AFD-1C96AFC26A1E}" type="parTrans" cxnId="{9C9B8146-FE55-4964-83E9-23F27F29F4C8}">
      <dgm:prSet/>
      <dgm:spPr/>
      <dgm:t>
        <a:bodyPr/>
        <a:lstStyle/>
        <a:p>
          <a:endParaRPr lang="en-US"/>
        </a:p>
      </dgm:t>
    </dgm:pt>
    <dgm:pt modelId="{F2E44182-9341-435F-8B41-D0C1DBBEB486}" type="sibTrans" cxnId="{9C9B8146-FE55-4964-83E9-23F27F29F4C8}">
      <dgm:prSet/>
      <dgm:spPr/>
      <dgm:t>
        <a:bodyPr/>
        <a:lstStyle/>
        <a:p>
          <a:endParaRPr lang="en-US"/>
        </a:p>
      </dgm:t>
    </dgm:pt>
    <dgm:pt modelId="{8B8C3807-137A-4C12-A1D5-C5337F88DE60}">
      <dgm:prSet phldrT="[Testo]"/>
      <dgm:spPr/>
      <dgm:t>
        <a:bodyPr/>
        <a:lstStyle/>
        <a:p>
          <a:r>
            <a:rPr lang="en-US" noProof="0" dirty="0"/>
            <a:t>Annual Costs  </a:t>
          </a:r>
        </a:p>
      </dgm:t>
    </dgm:pt>
    <dgm:pt modelId="{FC65FD52-850C-4901-85FD-FDC515BE12DC}" type="parTrans" cxnId="{F34914FA-A945-40D5-9301-BECE50BA1E5F}">
      <dgm:prSet/>
      <dgm:spPr/>
      <dgm:t>
        <a:bodyPr/>
        <a:lstStyle/>
        <a:p>
          <a:endParaRPr lang="en-US"/>
        </a:p>
      </dgm:t>
    </dgm:pt>
    <dgm:pt modelId="{DC4ACB7B-F96E-44D8-AA59-E40BE76E103A}" type="sibTrans" cxnId="{F34914FA-A945-40D5-9301-BECE50BA1E5F}">
      <dgm:prSet/>
      <dgm:spPr/>
      <dgm:t>
        <a:bodyPr/>
        <a:lstStyle/>
        <a:p>
          <a:endParaRPr lang="en-US"/>
        </a:p>
      </dgm:t>
    </dgm:pt>
    <dgm:pt modelId="{E485F1E8-5734-4472-9F1A-37A5BF67EE13}">
      <dgm:prSet phldrT="[Testo]"/>
      <dgm:spPr/>
      <dgm:t>
        <a:bodyPr/>
        <a:lstStyle/>
        <a:p>
          <a:r>
            <a:rPr lang="en-US" noProof="0" dirty="0"/>
            <a:t>Tree </a:t>
          </a:r>
        </a:p>
      </dgm:t>
    </dgm:pt>
    <dgm:pt modelId="{80A81FDC-4F5B-4091-B49E-A27F686C595D}" type="parTrans" cxnId="{A6842E9B-B506-47FB-B67F-A0DBA8479595}">
      <dgm:prSet/>
      <dgm:spPr/>
      <dgm:t>
        <a:bodyPr/>
        <a:lstStyle/>
        <a:p>
          <a:endParaRPr lang="en-US"/>
        </a:p>
      </dgm:t>
    </dgm:pt>
    <dgm:pt modelId="{53679606-F013-4A66-AF8D-01F87C9A1037}" type="sibTrans" cxnId="{A6842E9B-B506-47FB-B67F-A0DBA8479595}">
      <dgm:prSet/>
      <dgm:spPr/>
      <dgm:t>
        <a:bodyPr/>
        <a:lstStyle/>
        <a:p>
          <a:endParaRPr lang="en-US"/>
        </a:p>
      </dgm:t>
    </dgm:pt>
    <dgm:pt modelId="{8D54EB68-0BEC-471E-AF15-263EBDFFE1B3}">
      <dgm:prSet phldrT="[Testo]"/>
      <dgm:spPr/>
      <dgm:t>
        <a:bodyPr/>
        <a:lstStyle/>
        <a:p>
          <a:r>
            <a:rPr lang="en-US" noProof="0" dirty="0"/>
            <a:t>Table </a:t>
          </a:r>
        </a:p>
      </dgm:t>
    </dgm:pt>
    <dgm:pt modelId="{6CAE271F-7AEA-4BFD-B717-62209B8AA419}" type="parTrans" cxnId="{EE0F4337-9B63-4722-A01F-C303E6B6DA1C}">
      <dgm:prSet/>
      <dgm:spPr/>
      <dgm:t>
        <a:bodyPr/>
        <a:lstStyle/>
        <a:p>
          <a:endParaRPr lang="en-US"/>
        </a:p>
      </dgm:t>
    </dgm:pt>
    <dgm:pt modelId="{693FF6C5-5990-4274-9757-ABC08176AFA9}" type="sibTrans" cxnId="{EE0F4337-9B63-4722-A01F-C303E6B6DA1C}">
      <dgm:prSet/>
      <dgm:spPr/>
      <dgm:t>
        <a:bodyPr/>
        <a:lstStyle/>
        <a:p>
          <a:endParaRPr lang="en-US"/>
        </a:p>
      </dgm:t>
    </dgm:pt>
    <dgm:pt modelId="{23279B91-05F2-4E69-A856-DD1E228EB463}">
      <dgm:prSet phldrT="[Testo]"/>
      <dgm:spPr/>
      <dgm:t>
        <a:bodyPr/>
        <a:lstStyle/>
        <a:p>
          <a:r>
            <a:rPr lang="en-US" noProof="0" dirty="0"/>
            <a:t>Items considered</a:t>
          </a:r>
        </a:p>
      </dgm:t>
    </dgm:pt>
    <dgm:pt modelId="{A8B1C4DA-C920-4F43-81F1-F9AA3D4C8A94}" type="parTrans" cxnId="{4A992108-D2FA-4884-9FDC-66FDAD63BBEC}">
      <dgm:prSet/>
      <dgm:spPr/>
      <dgm:t>
        <a:bodyPr/>
        <a:lstStyle/>
        <a:p>
          <a:endParaRPr lang="en-US"/>
        </a:p>
      </dgm:t>
    </dgm:pt>
    <dgm:pt modelId="{418AC758-ACF7-4054-BA27-DC43250B0A5A}" type="sibTrans" cxnId="{4A992108-D2FA-4884-9FDC-66FDAD63BBEC}">
      <dgm:prSet/>
      <dgm:spPr/>
      <dgm:t>
        <a:bodyPr/>
        <a:lstStyle/>
        <a:p>
          <a:endParaRPr lang="en-US"/>
        </a:p>
      </dgm:t>
    </dgm:pt>
    <dgm:pt modelId="{C763E155-4574-43B4-84FF-34D633B8A315}">
      <dgm:prSet phldrT="[Testo]"/>
      <dgm:spPr/>
      <dgm:t>
        <a:bodyPr/>
        <a:lstStyle/>
        <a:p>
          <a:r>
            <a:rPr lang="en-US" noProof="0" dirty="0"/>
            <a:t>Assumptions </a:t>
          </a:r>
        </a:p>
      </dgm:t>
    </dgm:pt>
    <dgm:pt modelId="{74715B17-159B-4EEF-88CF-ADE100F91693}" type="parTrans" cxnId="{C1A71448-7F93-4365-B68C-ABBC88C9AB09}">
      <dgm:prSet/>
      <dgm:spPr/>
      <dgm:t>
        <a:bodyPr/>
        <a:lstStyle/>
        <a:p>
          <a:endParaRPr lang="en-US"/>
        </a:p>
      </dgm:t>
    </dgm:pt>
    <dgm:pt modelId="{F3B55B99-8A74-4917-BC57-AC2370832C54}" type="sibTrans" cxnId="{C1A71448-7F93-4365-B68C-ABBC88C9AB09}">
      <dgm:prSet/>
      <dgm:spPr/>
      <dgm:t>
        <a:bodyPr/>
        <a:lstStyle/>
        <a:p>
          <a:endParaRPr lang="en-US"/>
        </a:p>
      </dgm:t>
    </dgm:pt>
    <dgm:pt modelId="{EABF872B-5F75-446D-95FD-A4CCD1316DE0}">
      <dgm:prSet phldrT="[Testo]"/>
      <dgm:spPr/>
      <dgm:t>
        <a:bodyPr/>
        <a:lstStyle/>
        <a:p>
          <a:r>
            <a:rPr lang="en-US" noProof="0" dirty="0"/>
            <a:t>Values </a:t>
          </a:r>
        </a:p>
      </dgm:t>
    </dgm:pt>
    <dgm:pt modelId="{C030A051-346B-46E4-AF47-E35F893B737A}" type="parTrans" cxnId="{01869E06-C00A-4691-B883-B05EE011C55B}">
      <dgm:prSet/>
      <dgm:spPr/>
      <dgm:t>
        <a:bodyPr/>
        <a:lstStyle/>
        <a:p>
          <a:endParaRPr lang="en-US"/>
        </a:p>
      </dgm:t>
    </dgm:pt>
    <dgm:pt modelId="{DF13A409-960B-400C-BE5F-05FAF6A199CA}" type="sibTrans" cxnId="{01869E06-C00A-4691-B883-B05EE011C55B}">
      <dgm:prSet/>
      <dgm:spPr/>
      <dgm:t>
        <a:bodyPr/>
        <a:lstStyle/>
        <a:p>
          <a:endParaRPr lang="en-US"/>
        </a:p>
      </dgm:t>
    </dgm:pt>
    <dgm:pt modelId="{C1E695A4-B744-4275-8B18-BC16F4B160D5}">
      <dgm:prSet phldrT="[Testo]"/>
      <dgm:spPr/>
      <dgm:t>
        <a:bodyPr/>
        <a:lstStyle/>
        <a:p>
          <a:r>
            <a:rPr lang="en-US" noProof="0" dirty="0"/>
            <a:t>Items considered</a:t>
          </a:r>
        </a:p>
      </dgm:t>
    </dgm:pt>
    <dgm:pt modelId="{5526A6A3-3A0E-4984-972B-29361E8C53F1}" type="parTrans" cxnId="{8D002DF7-65FC-4AE0-A024-3E1CF1EF4E36}">
      <dgm:prSet/>
      <dgm:spPr/>
      <dgm:t>
        <a:bodyPr/>
        <a:lstStyle/>
        <a:p>
          <a:endParaRPr lang="en-US"/>
        </a:p>
      </dgm:t>
    </dgm:pt>
    <dgm:pt modelId="{3354512C-7E54-4B22-9AE5-3FA00E33C9B0}" type="sibTrans" cxnId="{8D002DF7-65FC-4AE0-A024-3E1CF1EF4E36}">
      <dgm:prSet/>
      <dgm:spPr/>
      <dgm:t>
        <a:bodyPr/>
        <a:lstStyle/>
        <a:p>
          <a:endParaRPr lang="en-US"/>
        </a:p>
      </dgm:t>
    </dgm:pt>
    <dgm:pt modelId="{4F600917-6187-4DB8-B2D6-1B94B281144B}">
      <dgm:prSet phldrT="[Testo]"/>
      <dgm:spPr/>
      <dgm:t>
        <a:bodyPr/>
        <a:lstStyle/>
        <a:p>
          <a:r>
            <a:rPr lang="en-US" noProof="0" dirty="0"/>
            <a:t>Assumptions </a:t>
          </a:r>
        </a:p>
      </dgm:t>
    </dgm:pt>
    <dgm:pt modelId="{BFB3CFE1-F584-4EFB-B976-A210FFBC63CB}" type="parTrans" cxnId="{353C2BFA-C385-4698-AD87-B51CECCABF58}">
      <dgm:prSet/>
      <dgm:spPr/>
      <dgm:t>
        <a:bodyPr/>
        <a:lstStyle/>
        <a:p>
          <a:endParaRPr lang="en-US"/>
        </a:p>
      </dgm:t>
    </dgm:pt>
    <dgm:pt modelId="{F84AF27D-C5E9-4ADE-B0B5-C732154A6E70}" type="sibTrans" cxnId="{353C2BFA-C385-4698-AD87-B51CECCABF58}">
      <dgm:prSet/>
      <dgm:spPr/>
      <dgm:t>
        <a:bodyPr/>
        <a:lstStyle/>
        <a:p>
          <a:endParaRPr lang="en-US"/>
        </a:p>
      </dgm:t>
    </dgm:pt>
    <dgm:pt modelId="{43D38F5B-7435-4B00-909A-5F5EBA1FDDE0}">
      <dgm:prSet phldrT="[Testo]"/>
      <dgm:spPr/>
      <dgm:t>
        <a:bodyPr/>
        <a:lstStyle/>
        <a:p>
          <a:r>
            <a:rPr lang="en-US" noProof="0" dirty="0"/>
            <a:t>Values </a:t>
          </a:r>
        </a:p>
      </dgm:t>
    </dgm:pt>
    <dgm:pt modelId="{F79FEB6C-A6D6-4D0C-95FC-752346DA4D0A}" type="parTrans" cxnId="{010A2C54-1EAB-4360-B2DC-374E42C0A0C6}">
      <dgm:prSet/>
      <dgm:spPr/>
      <dgm:t>
        <a:bodyPr/>
        <a:lstStyle/>
        <a:p>
          <a:endParaRPr lang="en-US"/>
        </a:p>
      </dgm:t>
    </dgm:pt>
    <dgm:pt modelId="{FA051CE2-1913-49AA-8BB7-BE36C0E177E0}" type="sibTrans" cxnId="{010A2C54-1EAB-4360-B2DC-374E42C0A0C6}">
      <dgm:prSet/>
      <dgm:spPr/>
      <dgm:t>
        <a:bodyPr/>
        <a:lstStyle/>
        <a:p>
          <a:endParaRPr lang="en-US"/>
        </a:p>
      </dgm:t>
    </dgm:pt>
    <dgm:pt modelId="{D20B2285-CA03-4986-9DB6-6DE30F243365}">
      <dgm:prSet phldrT="[Testo]"/>
      <dgm:spPr/>
      <dgm:t>
        <a:bodyPr/>
        <a:lstStyle/>
        <a:p>
          <a:r>
            <a:rPr lang="en-US" noProof="0" dirty="0"/>
            <a:t>Items considered</a:t>
          </a:r>
        </a:p>
      </dgm:t>
    </dgm:pt>
    <dgm:pt modelId="{0CFB14DE-083D-48A7-8CF0-2CB21D6DB796}" type="parTrans" cxnId="{53A732B4-19EC-400E-ADC8-A1BA7D975494}">
      <dgm:prSet/>
      <dgm:spPr/>
      <dgm:t>
        <a:bodyPr/>
        <a:lstStyle/>
        <a:p>
          <a:endParaRPr lang="en-US"/>
        </a:p>
      </dgm:t>
    </dgm:pt>
    <dgm:pt modelId="{899F825F-887A-4E6A-876D-2777EB41BE79}" type="sibTrans" cxnId="{53A732B4-19EC-400E-ADC8-A1BA7D975494}">
      <dgm:prSet/>
      <dgm:spPr/>
      <dgm:t>
        <a:bodyPr/>
        <a:lstStyle/>
        <a:p>
          <a:endParaRPr lang="en-US"/>
        </a:p>
      </dgm:t>
    </dgm:pt>
    <dgm:pt modelId="{10596DFB-459B-472A-9C2C-BF1CBC636FF0}">
      <dgm:prSet phldrT="[Testo]"/>
      <dgm:spPr/>
      <dgm:t>
        <a:bodyPr/>
        <a:lstStyle/>
        <a:p>
          <a:r>
            <a:rPr lang="en-US" noProof="0" dirty="0"/>
            <a:t>Assumptions </a:t>
          </a:r>
        </a:p>
      </dgm:t>
    </dgm:pt>
    <dgm:pt modelId="{BC47B5ED-E215-43B1-9306-9DA28E2973F1}" type="parTrans" cxnId="{09E1D3DE-2CE9-49D1-B00C-5DD275570ED3}">
      <dgm:prSet/>
      <dgm:spPr/>
      <dgm:t>
        <a:bodyPr/>
        <a:lstStyle/>
        <a:p>
          <a:endParaRPr lang="en-US"/>
        </a:p>
      </dgm:t>
    </dgm:pt>
    <dgm:pt modelId="{9DB93CC4-A871-4897-AF7C-0A633FADC78C}" type="sibTrans" cxnId="{09E1D3DE-2CE9-49D1-B00C-5DD275570ED3}">
      <dgm:prSet/>
      <dgm:spPr/>
      <dgm:t>
        <a:bodyPr/>
        <a:lstStyle/>
        <a:p>
          <a:endParaRPr lang="en-US"/>
        </a:p>
      </dgm:t>
    </dgm:pt>
    <dgm:pt modelId="{25A48850-2866-4447-8C04-E75E6E44E743}">
      <dgm:prSet phldrT="[Testo]"/>
      <dgm:spPr/>
      <dgm:t>
        <a:bodyPr/>
        <a:lstStyle/>
        <a:p>
          <a:r>
            <a:rPr lang="en-US" noProof="0" dirty="0"/>
            <a:t>Values </a:t>
          </a:r>
        </a:p>
      </dgm:t>
    </dgm:pt>
    <dgm:pt modelId="{C78E2631-5416-4865-8DC3-683D92349E9B}" type="parTrans" cxnId="{E9C189F8-6570-4BF8-84BC-E5DA86B8C6A3}">
      <dgm:prSet/>
      <dgm:spPr/>
      <dgm:t>
        <a:bodyPr/>
        <a:lstStyle/>
        <a:p>
          <a:endParaRPr lang="en-US"/>
        </a:p>
      </dgm:t>
    </dgm:pt>
    <dgm:pt modelId="{A3862D88-66EA-49F5-A1E2-5E6F7DB8D944}" type="sibTrans" cxnId="{E9C189F8-6570-4BF8-84BC-E5DA86B8C6A3}">
      <dgm:prSet/>
      <dgm:spPr/>
      <dgm:t>
        <a:bodyPr/>
        <a:lstStyle/>
        <a:p>
          <a:endParaRPr lang="en-US"/>
        </a:p>
      </dgm:t>
    </dgm:pt>
    <dgm:pt modelId="{43056FC3-4B27-4CDB-938E-95466DA394E2}" type="pres">
      <dgm:prSet presAssocID="{BBED2C3A-7688-4775-8422-BBFBBAFB163C}" presName="diagram" presStyleCnt="0">
        <dgm:presLayoutVars>
          <dgm:chPref val="1"/>
          <dgm:dir/>
          <dgm:animOne val="branch"/>
          <dgm:animLvl val="lvl"/>
          <dgm:resizeHandles/>
        </dgm:presLayoutVars>
      </dgm:prSet>
      <dgm:spPr/>
    </dgm:pt>
    <dgm:pt modelId="{F7E3E79B-7E47-4E63-9A8F-1D5DEC90FF9A}" type="pres">
      <dgm:prSet presAssocID="{55FE7F98-CE04-4F09-9447-733BA1D36E56}" presName="root" presStyleCnt="0"/>
      <dgm:spPr/>
    </dgm:pt>
    <dgm:pt modelId="{EE843BB4-C215-4037-8028-8C27BD56CC52}" type="pres">
      <dgm:prSet presAssocID="{55FE7F98-CE04-4F09-9447-733BA1D36E56}" presName="rootComposite" presStyleCnt="0"/>
      <dgm:spPr/>
    </dgm:pt>
    <dgm:pt modelId="{C0F96CB9-E9ED-4BEE-AE21-3D24A255DE70}" type="pres">
      <dgm:prSet presAssocID="{55FE7F98-CE04-4F09-9447-733BA1D36E56}" presName="rootText" presStyleLbl="node1" presStyleIdx="0" presStyleCnt="3"/>
      <dgm:spPr>
        <a:xfrm>
          <a:off x="842832" y="1102"/>
          <a:ext cx="1924124" cy="962062"/>
        </a:xfrm>
        <a:prstGeom prst="roundRect">
          <a:avLst>
            <a:gd name="adj" fmla="val 10000"/>
          </a:avLst>
        </a:prstGeom>
      </dgm:spPr>
    </dgm:pt>
    <dgm:pt modelId="{1EBA3092-8C3E-4EEF-B5E0-08AB7D18E0CD}" type="pres">
      <dgm:prSet presAssocID="{55FE7F98-CE04-4F09-9447-733BA1D36E56}" presName="rootConnector" presStyleLbl="node1" presStyleIdx="0" presStyleCnt="3"/>
      <dgm:spPr/>
    </dgm:pt>
    <dgm:pt modelId="{4DF9BC06-A037-403C-995E-555D0506B439}" type="pres">
      <dgm:prSet presAssocID="{55FE7F98-CE04-4F09-9447-733BA1D36E56}" presName="childShape" presStyleCnt="0"/>
      <dgm:spPr/>
    </dgm:pt>
    <dgm:pt modelId="{E31FB513-1FC4-4A85-89DB-B54286025CA2}" type="pres">
      <dgm:prSet presAssocID="{EDCEEFA9-D399-4C5D-9324-4560BE1A901E}" presName="Name13" presStyleLbl="parChTrans1D2" presStyleIdx="0" presStyleCnt="6"/>
      <dgm:spPr/>
    </dgm:pt>
    <dgm:pt modelId="{B4F163B2-4AA4-40FA-AE90-358ECAEA8DD7}" type="pres">
      <dgm:prSet presAssocID="{3C47FD65-A238-42F4-B554-D779EBA1ADDF}" presName="childText" presStyleLbl="bgAcc1" presStyleIdx="0" presStyleCnt="6">
        <dgm:presLayoutVars>
          <dgm:bulletEnabled val="1"/>
        </dgm:presLayoutVars>
      </dgm:prSet>
      <dgm:spPr/>
    </dgm:pt>
    <dgm:pt modelId="{AE0F3AA7-DC27-4DB5-B8BE-D53D5C16932F}" type="pres">
      <dgm:prSet presAssocID="{769BCF99-776A-494F-9B69-772278281651}" presName="root" presStyleCnt="0"/>
      <dgm:spPr/>
    </dgm:pt>
    <dgm:pt modelId="{FA3A6163-05CA-41F2-8FE0-F595879B6B94}" type="pres">
      <dgm:prSet presAssocID="{769BCF99-776A-494F-9B69-772278281651}" presName="rootComposite" presStyleCnt="0"/>
      <dgm:spPr/>
    </dgm:pt>
    <dgm:pt modelId="{70E0E0F7-608A-4A7C-BD9C-A80B9344F7C5}" type="pres">
      <dgm:prSet presAssocID="{769BCF99-776A-494F-9B69-772278281651}" presName="rootText" presStyleLbl="node1" presStyleIdx="1" presStyleCnt="3"/>
      <dgm:spPr>
        <a:xfrm>
          <a:off x="3247987" y="1102"/>
          <a:ext cx="1924124" cy="962062"/>
        </a:xfrm>
        <a:prstGeom prst="roundRect">
          <a:avLst>
            <a:gd name="adj" fmla="val 10000"/>
          </a:avLst>
        </a:prstGeom>
      </dgm:spPr>
    </dgm:pt>
    <dgm:pt modelId="{5D8A1886-3668-465C-8AC3-45104FB82662}" type="pres">
      <dgm:prSet presAssocID="{769BCF99-776A-494F-9B69-772278281651}" presName="rootConnector" presStyleLbl="node1" presStyleIdx="1" presStyleCnt="3"/>
      <dgm:spPr/>
    </dgm:pt>
    <dgm:pt modelId="{784F8AA6-F417-4B07-BACE-E6E1D9DEE3EE}" type="pres">
      <dgm:prSet presAssocID="{769BCF99-776A-494F-9B69-772278281651}" presName="childShape" presStyleCnt="0"/>
      <dgm:spPr/>
    </dgm:pt>
    <dgm:pt modelId="{1FCD122D-916E-483D-84BD-98D271196CF3}" type="pres">
      <dgm:prSet presAssocID="{80A81FDC-4F5B-4091-B49E-A27F686C595D}" presName="Name13" presStyleLbl="parChTrans1D2" presStyleIdx="1" presStyleCnt="6"/>
      <dgm:spPr/>
    </dgm:pt>
    <dgm:pt modelId="{B8E440E7-4BC8-480A-8554-48C639EAB6FE}" type="pres">
      <dgm:prSet presAssocID="{E485F1E8-5734-4472-9F1A-37A5BF67EE13}" presName="childText" presStyleLbl="bgAcc1" presStyleIdx="1" presStyleCnt="6">
        <dgm:presLayoutVars>
          <dgm:bulletEnabled val="1"/>
        </dgm:presLayoutVars>
      </dgm:prSet>
      <dgm:spPr/>
    </dgm:pt>
    <dgm:pt modelId="{77B59046-BCA4-461E-88EB-4659A9DC0944}" type="pres">
      <dgm:prSet presAssocID="{6CAE271F-7AEA-4BFD-B717-62209B8AA419}" presName="Name13" presStyleLbl="parChTrans1D2" presStyleIdx="2" presStyleCnt="6"/>
      <dgm:spPr/>
    </dgm:pt>
    <dgm:pt modelId="{21A23923-1F70-4212-BC19-5F72F6C19A92}" type="pres">
      <dgm:prSet presAssocID="{8D54EB68-0BEC-471E-AF15-263EBDFFE1B3}" presName="childText" presStyleLbl="bgAcc1" presStyleIdx="2" presStyleCnt="6">
        <dgm:presLayoutVars>
          <dgm:bulletEnabled val="1"/>
        </dgm:presLayoutVars>
      </dgm:prSet>
      <dgm:spPr/>
    </dgm:pt>
    <dgm:pt modelId="{510B7FF2-F5C2-4BC0-982A-3BC3470F69D0}" type="pres">
      <dgm:prSet presAssocID="{BBBEC972-B645-453E-B27E-EBCBC8B790F7}" presName="root" presStyleCnt="0"/>
      <dgm:spPr/>
    </dgm:pt>
    <dgm:pt modelId="{5DF80EEE-3CD0-45CC-B70E-90A09606A6F7}" type="pres">
      <dgm:prSet presAssocID="{BBBEC972-B645-453E-B27E-EBCBC8B790F7}" presName="rootComposite" presStyleCnt="0"/>
      <dgm:spPr/>
    </dgm:pt>
    <dgm:pt modelId="{9D92FCEA-770E-4B2D-AEBB-6E7D3F0A6877}" type="pres">
      <dgm:prSet presAssocID="{BBBEC972-B645-453E-B27E-EBCBC8B790F7}" presName="rootText" presStyleLbl="node1" presStyleIdx="2" presStyleCnt="3"/>
      <dgm:spPr>
        <a:xfrm>
          <a:off x="5653143" y="1102"/>
          <a:ext cx="1924124" cy="962062"/>
        </a:xfrm>
        <a:prstGeom prst="roundRect">
          <a:avLst>
            <a:gd name="adj" fmla="val 10000"/>
          </a:avLst>
        </a:prstGeom>
      </dgm:spPr>
    </dgm:pt>
    <dgm:pt modelId="{20B9BAFB-6346-4BB2-A396-C65AB50B83A4}" type="pres">
      <dgm:prSet presAssocID="{BBBEC972-B645-453E-B27E-EBCBC8B790F7}" presName="rootConnector" presStyleLbl="node1" presStyleIdx="2" presStyleCnt="3"/>
      <dgm:spPr/>
    </dgm:pt>
    <dgm:pt modelId="{C52562D1-81CD-42A6-B2DA-517056AF9D55}" type="pres">
      <dgm:prSet presAssocID="{BBBEC972-B645-453E-B27E-EBCBC8B790F7}" presName="childShape" presStyleCnt="0"/>
      <dgm:spPr/>
    </dgm:pt>
    <dgm:pt modelId="{119E6A24-5C5F-48A3-89A1-E7E45FE03184}" type="pres">
      <dgm:prSet presAssocID="{B6ED2A0E-F94C-4BBD-B9CA-EF8E1EBFADE5}" presName="Name13" presStyleLbl="parChTrans1D2" presStyleIdx="3" presStyleCnt="6"/>
      <dgm:spPr/>
    </dgm:pt>
    <dgm:pt modelId="{BE673B29-0C1D-4F5D-A589-95BB926432DE}" type="pres">
      <dgm:prSet presAssocID="{E3B23E0D-1AF4-4F85-935C-7032DE27FFB5}" presName="childText" presStyleLbl="bgAcc1" presStyleIdx="3" presStyleCnt="6">
        <dgm:presLayoutVars>
          <dgm:bulletEnabled val="1"/>
        </dgm:presLayoutVars>
      </dgm:prSet>
      <dgm:spPr/>
    </dgm:pt>
    <dgm:pt modelId="{0E12777A-4385-4734-8849-B5F7B1216D4E}" type="pres">
      <dgm:prSet presAssocID="{A3743913-64CD-4C5F-9AFD-1C96AFC26A1E}" presName="Name13" presStyleLbl="parChTrans1D2" presStyleIdx="4" presStyleCnt="6"/>
      <dgm:spPr/>
    </dgm:pt>
    <dgm:pt modelId="{EC7669F6-07C2-4637-8E88-0D7DEB7611AD}" type="pres">
      <dgm:prSet presAssocID="{2132F2DF-51CA-4660-BDDC-DBBDF173A581}" presName="childText" presStyleLbl="bgAcc1" presStyleIdx="4" presStyleCnt="6">
        <dgm:presLayoutVars>
          <dgm:bulletEnabled val="1"/>
        </dgm:presLayoutVars>
      </dgm:prSet>
      <dgm:spPr/>
    </dgm:pt>
    <dgm:pt modelId="{C00C57EF-E57F-442A-A24F-EE2DCA8E2676}" type="pres">
      <dgm:prSet presAssocID="{FC65FD52-850C-4901-85FD-FDC515BE12DC}" presName="Name13" presStyleLbl="parChTrans1D2" presStyleIdx="5" presStyleCnt="6"/>
      <dgm:spPr/>
    </dgm:pt>
    <dgm:pt modelId="{609710A2-D420-48DA-B0B2-A478EC5CE732}" type="pres">
      <dgm:prSet presAssocID="{8B8C3807-137A-4C12-A1D5-C5337F88DE60}" presName="childText" presStyleLbl="bgAcc1" presStyleIdx="5" presStyleCnt="6">
        <dgm:presLayoutVars>
          <dgm:bulletEnabled val="1"/>
        </dgm:presLayoutVars>
      </dgm:prSet>
      <dgm:spPr/>
    </dgm:pt>
  </dgm:ptLst>
  <dgm:cxnLst>
    <dgm:cxn modelId="{01869E06-C00A-4691-B883-B05EE011C55B}" srcId="{E3B23E0D-1AF4-4F85-935C-7032DE27FFB5}" destId="{EABF872B-5F75-446D-95FD-A4CCD1316DE0}" srcOrd="2" destOrd="0" parTransId="{C030A051-346B-46E4-AF47-E35F893B737A}" sibTransId="{DF13A409-960B-400C-BE5F-05FAF6A199CA}"/>
    <dgm:cxn modelId="{4A992108-D2FA-4884-9FDC-66FDAD63BBEC}" srcId="{E3B23E0D-1AF4-4F85-935C-7032DE27FFB5}" destId="{23279B91-05F2-4E69-A856-DD1E228EB463}" srcOrd="0" destOrd="0" parTransId="{A8B1C4DA-C920-4F43-81F1-F9AA3D4C8A94}" sibTransId="{418AC758-ACF7-4054-BA27-DC43250B0A5A}"/>
    <dgm:cxn modelId="{B5886214-D42A-44DE-B9FC-D7BFBF66150D}" type="presOf" srcId="{B6ED2A0E-F94C-4BBD-B9CA-EF8E1EBFADE5}" destId="{119E6A24-5C5F-48A3-89A1-E7E45FE03184}" srcOrd="0" destOrd="0" presId="urn:microsoft.com/office/officeart/2005/8/layout/hierarchy3"/>
    <dgm:cxn modelId="{1E91431C-E8FB-4468-ADEC-94F4D6E7E550}" type="presOf" srcId="{A3743913-64CD-4C5F-9AFD-1C96AFC26A1E}" destId="{0E12777A-4385-4734-8849-B5F7B1216D4E}" srcOrd="0" destOrd="0" presId="urn:microsoft.com/office/officeart/2005/8/layout/hierarchy3"/>
    <dgm:cxn modelId="{8B19851E-D1F4-447F-99AF-C3BA7816D2E7}" type="presOf" srcId="{6CAE271F-7AEA-4BFD-B717-62209B8AA419}" destId="{77B59046-BCA4-461E-88EB-4659A9DC0944}" srcOrd="0" destOrd="0" presId="urn:microsoft.com/office/officeart/2005/8/layout/hierarchy3"/>
    <dgm:cxn modelId="{8626DD23-E6D9-4D1C-BA6B-9E98FF07F175}" type="presOf" srcId="{2132F2DF-51CA-4660-BDDC-DBBDF173A581}" destId="{EC7669F6-07C2-4637-8E88-0D7DEB7611AD}" srcOrd="0" destOrd="0" presId="urn:microsoft.com/office/officeart/2005/8/layout/hierarchy3"/>
    <dgm:cxn modelId="{F6E67E2F-773F-4A8A-AD53-2828C4C03A84}" type="presOf" srcId="{25A48850-2866-4447-8C04-E75E6E44E743}" destId="{609710A2-D420-48DA-B0B2-A478EC5CE732}" srcOrd="0" destOrd="3" presId="urn:microsoft.com/office/officeart/2005/8/layout/hierarchy3"/>
    <dgm:cxn modelId="{EE0F4337-9B63-4722-A01F-C303E6B6DA1C}" srcId="{769BCF99-776A-494F-9B69-772278281651}" destId="{8D54EB68-0BEC-471E-AF15-263EBDFFE1B3}" srcOrd="1" destOrd="0" parTransId="{6CAE271F-7AEA-4BFD-B717-62209B8AA419}" sibTransId="{693FF6C5-5990-4274-9757-ABC08176AFA9}"/>
    <dgm:cxn modelId="{D2479E40-F05F-48A8-AF63-F722CA5FF89E}" type="presOf" srcId="{BBBEC972-B645-453E-B27E-EBCBC8B790F7}" destId="{20B9BAFB-6346-4BB2-A396-C65AB50B83A4}" srcOrd="1" destOrd="0" presId="urn:microsoft.com/office/officeart/2005/8/layout/hierarchy3"/>
    <dgm:cxn modelId="{EADBD05B-2E64-4532-9DA0-5E6F3542727E}" type="presOf" srcId="{E485F1E8-5734-4472-9F1A-37A5BF67EE13}" destId="{B8E440E7-4BC8-480A-8554-48C639EAB6FE}" srcOrd="0" destOrd="0" presId="urn:microsoft.com/office/officeart/2005/8/layout/hierarchy3"/>
    <dgm:cxn modelId="{DD039141-AF13-443B-8B82-DF31A98FDB0D}" type="presOf" srcId="{55FE7F98-CE04-4F09-9447-733BA1D36E56}" destId="{1EBA3092-8C3E-4EEF-B5E0-08AB7D18E0CD}" srcOrd="1" destOrd="0" presId="urn:microsoft.com/office/officeart/2005/8/layout/hierarchy3"/>
    <dgm:cxn modelId="{9C9B8146-FE55-4964-83E9-23F27F29F4C8}" srcId="{BBBEC972-B645-453E-B27E-EBCBC8B790F7}" destId="{2132F2DF-51CA-4660-BDDC-DBBDF173A581}" srcOrd="1" destOrd="0" parTransId="{A3743913-64CD-4C5F-9AFD-1C96AFC26A1E}" sibTransId="{F2E44182-9341-435F-8B41-D0C1DBBEB486}"/>
    <dgm:cxn modelId="{C1A71448-7F93-4365-B68C-ABBC88C9AB09}" srcId="{E3B23E0D-1AF4-4F85-935C-7032DE27FFB5}" destId="{C763E155-4574-43B4-84FF-34D633B8A315}" srcOrd="1" destOrd="0" parTransId="{74715B17-159B-4EEF-88CF-ADE100F91693}" sibTransId="{F3B55B99-8A74-4917-BC57-AC2370832C54}"/>
    <dgm:cxn modelId="{ED6A846C-E6A5-4F55-97B2-728FF01EACA6}" type="presOf" srcId="{BBBEC972-B645-453E-B27E-EBCBC8B790F7}" destId="{9D92FCEA-770E-4B2D-AEBB-6E7D3F0A6877}" srcOrd="0" destOrd="0" presId="urn:microsoft.com/office/officeart/2005/8/layout/hierarchy3"/>
    <dgm:cxn modelId="{F5F0F94C-EE4D-481D-BD55-3A62E59BDA89}" type="presOf" srcId="{C1E695A4-B744-4275-8B18-BC16F4B160D5}" destId="{EC7669F6-07C2-4637-8E88-0D7DEB7611AD}" srcOrd="0" destOrd="1" presId="urn:microsoft.com/office/officeart/2005/8/layout/hierarchy3"/>
    <dgm:cxn modelId="{5A861350-9F63-401F-B7EC-D075A8DB21DE}" type="presOf" srcId="{43D38F5B-7435-4B00-909A-5F5EBA1FDDE0}" destId="{EC7669F6-07C2-4637-8E88-0D7DEB7611AD}" srcOrd="0" destOrd="3" presId="urn:microsoft.com/office/officeart/2005/8/layout/hierarchy3"/>
    <dgm:cxn modelId="{02956B50-E951-4CDA-8EFE-FE77E15263F2}" srcId="{BBED2C3A-7688-4775-8422-BBFBBAFB163C}" destId="{55FE7F98-CE04-4F09-9447-733BA1D36E56}" srcOrd="0" destOrd="0" parTransId="{98D9A23C-0E85-4E3D-ADC9-7AF9DA0D4705}" sibTransId="{646BF6E4-7199-41B6-BDEE-5CDBCA1C5946}"/>
    <dgm:cxn modelId="{697D0773-441E-4A6E-B6A2-C49D3DF10C1E}" type="presOf" srcId="{55FE7F98-CE04-4F09-9447-733BA1D36E56}" destId="{C0F96CB9-E9ED-4BEE-AE21-3D24A255DE70}" srcOrd="0" destOrd="0" presId="urn:microsoft.com/office/officeart/2005/8/layout/hierarchy3"/>
    <dgm:cxn modelId="{070C5D73-32CA-4BDB-85B3-F2484F39946F}" type="presOf" srcId="{8B8C3807-137A-4C12-A1D5-C5337F88DE60}" destId="{609710A2-D420-48DA-B0B2-A478EC5CE732}" srcOrd="0" destOrd="0" presId="urn:microsoft.com/office/officeart/2005/8/layout/hierarchy3"/>
    <dgm:cxn modelId="{010A2C54-1EAB-4360-B2DC-374E42C0A0C6}" srcId="{2132F2DF-51CA-4660-BDDC-DBBDF173A581}" destId="{43D38F5B-7435-4B00-909A-5F5EBA1FDDE0}" srcOrd="2" destOrd="0" parTransId="{F79FEB6C-A6D6-4D0C-95FC-752346DA4D0A}" sibTransId="{FA051CE2-1913-49AA-8BB7-BE36C0E177E0}"/>
    <dgm:cxn modelId="{0D953356-7F99-45BD-9317-7F832DD3F164}" type="presOf" srcId="{769BCF99-776A-494F-9B69-772278281651}" destId="{5D8A1886-3668-465C-8AC3-45104FB82662}" srcOrd="1" destOrd="0" presId="urn:microsoft.com/office/officeart/2005/8/layout/hierarchy3"/>
    <dgm:cxn modelId="{2D533776-8F62-42A9-8FE7-044C6CEF7AF4}" type="presOf" srcId="{E3B23E0D-1AF4-4F85-935C-7032DE27FFB5}" destId="{BE673B29-0C1D-4F5D-A589-95BB926432DE}" srcOrd="0" destOrd="0" presId="urn:microsoft.com/office/officeart/2005/8/layout/hierarchy3"/>
    <dgm:cxn modelId="{809D7E5A-19B6-48A6-899C-C58B7B603F2C}" type="presOf" srcId="{10596DFB-459B-472A-9C2C-BF1CBC636FF0}" destId="{609710A2-D420-48DA-B0B2-A478EC5CE732}" srcOrd="0" destOrd="2" presId="urn:microsoft.com/office/officeart/2005/8/layout/hierarchy3"/>
    <dgm:cxn modelId="{0BDA7A7C-5A74-4812-B286-A5F556009771}" type="presOf" srcId="{EABF872B-5F75-446D-95FD-A4CCD1316DE0}" destId="{BE673B29-0C1D-4F5D-A589-95BB926432DE}" srcOrd="0" destOrd="3" presId="urn:microsoft.com/office/officeart/2005/8/layout/hierarchy3"/>
    <dgm:cxn modelId="{2AB58584-8BD9-4E69-BBF3-60AC0FAA7560}" type="presOf" srcId="{8D54EB68-0BEC-471E-AF15-263EBDFFE1B3}" destId="{21A23923-1F70-4212-BC19-5F72F6C19A92}" srcOrd="0" destOrd="0" presId="urn:microsoft.com/office/officeart/2005/8/layout/hierarchy3"/>
    <dgm:cxn modelId="{26C77D87-6008-4F1F-8720-F012B767201E}" type="presOf" srcId="{769BCF99-776A-494F-9B69-772278281651}" destId="{70E0E0F7-608A-4A7C-BD9C-A80B9344F7C5}" srcOrd="0" destOrd="0" presId="urn:microsoft.com/office/officeart/2005/8/layout/hierarchy3"/>
    <dgm:cxn modelId="{BFBCE995-6785-43A9-977D-92E9BDA98AAF}" type="presOf" srcId="{FC65FD52-850C-4901-85FD-FDC515BE12DC}" destId="{C00C57EF-E57F-442A-A24F-EE2DCA8E2676}" srcOrd="0" destOrd="0" presId="urn:microsoft.com/office/officeart/2005/8/layout/hierarchy3"/>
    <dgm:cxn modelId="{E309F695-FE25-4998-AD06-21C2D37A8CC7}" srcId="{BBED2C3A-7688-4775-8422-BBFBBAFB163C}" destId="{769BCF99-776A-494F-9B69-772278281651}" srcOrd="1" destOrd="0" parTransId="{213E07D6-2E71-4913-8657-276F933F33E9}" sibTransId="{F675D1A9-E63E-4CF4-A18D-9348F96B7A74}"/>
    <dgm:cxn modelId="{A6842E9B-B506-47FB-B67F-A0DBA8479595}" srcId="{769BCF99-776A-494F-9B69-772278281651}" destId="{E485F1E8-5734-4472-9F1A-37A5BF67EE13}" srcOrd="0" destOrd="0" parTransId="{80A81FDC-4F5B-4091-B49E-A27F686C595D}" sibTransId="{53679606-F013-4A66-AF8D-01F87C9A1037}"/>
    <dgm:cxn modelId="{8CA417AA-C922-429D-837A-D0BBB330ECA2}" srcId="{BBBEC972-B645-453E-B27E-EBCBC8B790F7}" destId="{E3B23E0D-1AF4-4F85-935C-7032DE27FFB5}" srcOrd="0" destOrd="0" parTransId="{B6ED2A0E-F94C-4BBD-B9CA-EF8E1EBFADE5}" sibTransId="{66ADAAB0-7818-4608-84E9-0D46F6E96692}"/>
    <dgm:cxn modelId="{53A732B4-19EC-400E-ADC8-A1BA7D975494}" srcId="{8B8C3807-137A-4C12-A1D5-C5337F88DE60}" destId="{D20B2285-CA03-4986-9DB6-6DE30F243365}" srcOrd="0" destOrd="0" parTransId="{0CFB14DE-083D-48A7-8CF0-2CB21D6DB796}" sibTransId="{899F825F-887A-4E6A-876D-2777EB41BE79}"/>
    <dgm:cxn modelId="{775BAFB4-2EC8-4BEF-8602-012114633305}" srcId="{BBED2C3A-7688-4775-8422-BBFBBAFB163C}" destId="{BBBEC972-B645-453E-B27E-EBCBC8B790F7}" srcOrd="2" destOrd="0" parTransId="{DB05BDB7-D667-47E5-BC27-19563DD8C321}" sibTransId="{2178AFBC-FB4F-4C47-99E1-AA9B5806B5D0}"/>
    <dgm:cxn modelId="{9E4A9DB5-EFA4-40EB-B168-33EF0FAECC27}" type="presOf" srcId="{23279B91-05F2-4E69-A856-DD1E228EB463}" destId="{BE673B29-0C1D-4F5D-A589-95BB926432DE}" srcOrd="0" destOrd="1" presId="urn:microsoft.com/office/officeart/2005/8/layout/hierarchy3"/>
    <dgm:cxn modelId="{9A191FC8-E866-4181-A89A-17E7DFCEFC63}" srcId="{55FE7F98-CE04-4F09-9447-733BA1D36E56}" destId="{3C47FD65-A238-42F4-B554-D779EBA1ADDF}" srcOrd="0" destOrd="0" parTransId="{EDCEEFA9-D399-4C5D-9324-4560BE1A901E}" sibTransId="{B3136D23-610F-4691-88F1-E23CFD5B2DEB}"/>
    <dgm:cxn modelId="{8DE4CDD3-61CE-4292-BC2A-FF8FE80C9986}" type="presOf" srcId="{C763E155-4574-43B4-84FF-34D633B8A315}" destId="{BE673B29-0C1D-4F5D-A589-95BB926432DE}" srcOrd="0" destOrd="2" presId="urn:microsoft.com/office/officeart/2005/8/layout/hierarchy3"/>
    <dgm:cxn modelId="{5F68E0D3-C815-4A14-916B-60DA576DA2CA}" type="presOf" srcId="{80A81FDC-4F5B-4091-B49E-A27F686C595D}" destId="{1FCD122D-916E-483D-84BD-98D271196CF3}" srcOrd="0" destOrd="0" presId="urn:microsoft.com/office/officeart/2005/8/layout/hierarchy3"/>
    <dgm:cxn modelId="{371369D4-831E-47DC-9255-072B42778A5C}" type="presOf" srcId="{BBED2C3A-7688-4775-8422-BBFBBAFB163C}" destId="{43056FC3-4B27-4CDB-938E-95466DA394E2}" srcOrd="0" destOrd="0" presId="urn:microsoft.com/office/officeart/2005/8/layout/hierarchy3"/>
    <dgm:cxn modelId="{09E1D3DE-2CE9-49D1-B00C-5DD275570ED3}" srcId="{8B8C3807-137A-4C12-A1D5-C5337F88DE60}" destId="{10596DFB-459B-472A-9C2C-BF1CBC636FF0}" srcOrd="1" destOrd="0" parTransId="{BC47B5ED-E215-43B1-9306-9DA28E2973F1}" sibTransId="{9DB93CC4-A871-4897-AF7C-0A633FADC78C}"/>
    <dgm:cxn modelId="{17841BE0-5A76-485D-9522-BE27BAA6EB64}" type="presOf" srcId="{EDCEEFA9-D399-4C5D-9324-4560BE1A901E}" destId="{E31FB513-1FC4-4A85-89DB-B54286025CA2}" srcOrd="0" destOrd="0" presId="urn:microsoft.com/office/officeart/2005/8/layout/hierarchy3"/>
    <dgm:cxn modelId="{CB2131EB-7689-4E20-B8B3-9518D3C9FAD0}" type="presOf" srcId="{3C47FD65-A238-42F4-B554-D779EBA1ADDF}" destId="{B4F163B2-4AA4-40FA-AE90-358ECAEA8DD7}" srcOrd="0" destOrd="0" presId="urn:microsoft.com/office/officeart/2005/8/layout/hierarchy3"/>
    <dgm:cxn modelId="{FBB4C6F4-4CAE-47E5-BDC0-A818FCA4962F}" type="presOf" srcId="{D20B2285-CA03-4986-9DB6-6DE30F243365}" destId="{609710A2-D420-48DA-B0B2-A478EC5CE732}" srcOrd="0" destOrd="1" presId="urn:microsoft.com/office/officeart/2005/8/layout/hierarchy3"/>
    <dgm:cxn modelId="{8D002DF7-65FC-4AE0-A024-3E1CF1EF4E36}" srcId="{2132F2DF-51CA-4660-BDDC-DBBDF173A581}" destId="{C1E695A4-B744-4275-8B18-BC16F4B160D5}" srcOrd="0" destOrd="0" parTransId="{5526A6A3-3A0E-4984-972B-29361E8C53F1}" sibTransId="{3354512C-7E54-4B22-9AE5-3FA00E33C9B0}"/>
    <dgm:cxn modelId="{6B2370F7-2565-4553-AE6A-4D8037147F8D}" type="presOf" srcId="{4F600917-6187-4DB8-B2D6-1B94B281144B}" destId="{EC7669F6-07C2-4637-8E88-0D7DEB7611AD}" srcOrd="0" destOrd="2" presId="urn:microsoft.com/office/officeart/2005/8/layout/hierarchy3"/>
    <dgm:cxn modelId="{E9C189F8-6570-4BF8-84BC-E5DA86B8C6A3}" srcId="{8B8C3807-137A-4C12-A1D5-C5337F88DE60}" destId="{25A48850-2866-4447-8C04-E75E6E44E743}" srcOrd="2" destOrd="0" parTransId="{C78E2631-5416-4865-8DC3-683D92349E9B}" sibTransId="{A3862D88-66EA-49F5-A1E2-5E6F7DB8D944}"/>
    <dgm:cxn modelId="{F34914FA-A945-40D5-9301-BECE50BA1E5F}" srcId="{BBBEC972-B645-453E-B27E-EBCBC8B790F7}" destId="{8B8C3807-137A-4C12-A1D5-C5337F88DE60}" srcOrd="2" destOrd="0" parTransId="{FC65FD52-850C-4901-85FD-FDC515BE12DC}" sibTransId="{DC4ACB7B-F96E-44D8-AA59-E40BE76E103A}"/>
    <dgm:cxn modelId="{353C2BFA-C385-4698-AD87-B51CECCABF58}" srcId="{2132F2DF-51CA-4660-BDDC-DBBDF173A581}" destId="{4F600917-6187-4DB8-B2D6-1B94B281144B}" srcOrd="1" destOrd="0" parTransId="{BFB3CFE1-F584-4EFB-B976-A210FFBC63CB}" sibTransId="{F84AF27D-C5E9-4ADE-B0B5-C732154A6E70}"/>
    <dgm:cxn modelId="{134219A1-EB07-44CA-9E54-BF5594C1CE4F}" type="presParOf" srcId="{43056FC3-4B27-4CDB-938E-95466DA394E2}" destId="{F7E3E79B-7E47-4E63-9A8F-1D5DEC90FF9A}" srcOrd="0" destOrd="0" presId="urn:microsoft.com/office/officeart/2005/8/layout/hierarchy3"/>
    <dgm:cxn modelId="{A8B980EB-4D97-40BC-8548-C228757AEFFF}" type="presParOf" srcId="{F7E3E79B-7E47-4E63-9A8F-1D5DEC90FF9A}" destId="{EE843BB4-C215-4037-8028-8C27BD56CC52}" srcOrd="0" destOrd="0" presId="urn:microsoft.com/office/officeart/2005/8/layout/hierarchy3"/>
    <dgm:cxn modelId="{B5A1F2E3-D03C-4479-9ACC-77A7D9D487C5}" type="presParOf" srcId="{EE843BB4-C215-4037-8028-8C27BD56CC52}" destId="{C0F96CB9-E9ED-4BEE-AE21-3D24A255DE70}" srcOrd="0" destOrd="0" presId="urn:microsoft.com/office/officeart/2005/8/layout/hierarchy3"/>
    <dgm:cxn modelId="{9A2293A8-8EBB-45D1-B98E-199DE3CADB44}" type="presParOf" srcId="{EE843BB4-C215-4037-8028-8C27BD56CC52}" destId="{1EBA3092-8C3E-4EEF-B5E0-08AB7D18E0CD}" srcOrd="1" destOrd="0" presId="urn:microsoft.com/office/officeart/2005/8/layout/hierarchy3"/>
    <dgm:cxn modelId="{F27F6EF6-1ACB-4AF7-9D3F-57DE8A51C145}" type="presParOf" srcId="{F7E3E79B-7E47-4E63-9A8F-1D5DEC90FF9A}" destId="{4DF9BC06-A037-403C-995E-555D0506B439}" srcOrd="1" destOrd="0" presId="urn:microsoft.com/office/officeart/2005/8/layout/hierarchy3"/>
    <dgm:cxn modelId="{E1CEC4CF-C5E6-4B8D-ABA3-7C3ECBBD39B9}" type="presParOf" srcId="{4DF9BC06-A037-403C-995E-555D0506B439}" destId="{E31FB513-1FC4-4A85-89DB-B54286025CA2}" srcOrd="0" destOrd="0" presId="urn:microsoft.com/office/officeart/2005/8/layout/hierarchy3"/>
    <dgm:cxn modelId="{CC721BED-36D7-4F38-9E6B-0A6DCE21736F}" type="presParOf" srcId="{4DF9BC06-A037-403C-995E-555D0506B439}" destId="{B4F163B2-4AA4-40FA-AE90-358ECAEA8DD7}" srcOrd="1" destOrd="0" presId="urn:microsoft.com/office/officeart/2005/8/layout/hierarchy3"/>
    <dgm:cxn modelId="{5AB38AB0-919F-4C7F-AE6F-94AA34D4DB9F}" type="presParOf" srcId="{43056FC3-4B27-4CDB-938E-95466DA394E2}" destId="{AE0F3AA7-DC27-4DB5-B8BE-D53D5C16932F}" srcOrd="1" destOrd="0" presId="urn:microsoft.com/office/officeart/2005/8/layout/hierarchy3"/>
    <dgm:cxn modelId="{CF57E72C-99A8-4EBA-B9B1-5861E18436D0}" type="presParOf" srcId="{AE0F3AA7-DC27-4DB5-B8BE-D53D5C16932F}" destId="{FA3A6163-05CA-41F2-8FE0-F595879B6B94}" srcOrd="0" destOrd="0" presId="urn:microsoft.com/office/officeart/2005/8/layout/hierarchy3"/>
    <dgm:cxn modelId="{3C96BE9A-38DF-4530-B74E-3E3769E8590A}" type="presParOf" srcId="{FA3A6163-05CA-41F2-8FE0-F595879B6B94}" destId="{70E0E0F7-608A-4A7C-BD9C-A80B9344F7C5}" srcOrd="0" destOrd="0" presId="urn:microsoft.com/office/officeart/2005/8/layout/hierarchy3"/>
    <dgm:cxn modelId="{F5DF1C41-782A-4489-97B6-E4D74814B21B}" type="presParOf" srcId="{FA3A6163-05CA-41F2-8FE0-F595879B6B94}" destId="{5D8A1886-3668-465C-8AC3-45104FB82662}" srcOrd="1" destOrd="0" presId="urn:microsoft.com/office/officeart/2005/8/layout/hierarchy3"/>
    <dgm:cxn modelId="{7EAF0C4C-F124-4D3A-AB4D-8ABC0E3AFBD4}" type="presParOf" srcId="{AE0F3AA7-DC27-4DB5-B8BE-D53D5C16932F}" destId="{784F8AA6-F417-4B07-BACE-E6E1D9DEE3EE}" srcOrd="1" destOrd="0" presId="urn:microsoft.com/office/officeart/2005/8/layout/hierarchy3"/>
    <dgm:cxn modelId="{7F27D6EE-3E3A-444C-85AD-3E65085BA20F}" type="presParOf" srcId="{784F8AA6-F417-4B07-BACE-E6E1D9DEE3EE}" destId="{1FCD122D-916E-483D-84BD-98D271196CF3}" srcOrd="0" destOrd="0" presId="urn:microsoft.com/office/officeart/2005/8/layout/hierarchy3"/>
    <dgm:cxn modelId="{8338F863-53AE-4B31-AB7A-603B855C06BE}" type="presParOf" srcId="{784F8AA6-F417-4B07-BACE-E6E1D9DEE3EE}" destId="{B8E440E7-4BC8-480A-8554-48C639EAB6FE}" srcOrd="1" destOrd="0" presId="urn:microsoft.com/office/officeart/2005/8/layout/hierarchy3"/>
    <dgm:cxn modelId="{A6754C07-434D-49FD-A56A-9D0AD7F1C1E5}" type="presParOf" srcId="{784F8AA6-F417-4B07-BACE-E6E1D9DEE3EE}" destId="{77B59046-BCA4-461E-88EB-4659A9DC0944}" srcOrd="2" destOrd="0" presId="urn:microsoft.com/office/officeart/2005/8/layout/hierarchy3"/>
    <dgm:cxn modelId="{96095ED8-21AD-4EB3-8388-756572D02DD2}" type="presParOf" srcId="{784F8AA6-F417-4B07-BACE-E6E1D9DEE3EE}" destId="{21A23923-1F70-4212-BC19-5F72F6C19A92}" srcOrd="3" destOrd="0" presId="urn:microsoft.com/office/officeart/2005/8/layout/hierarchy3"/>
    <dgm:cxn modelId="{406B50E9-B092-40F9-9A45-C5C426287008}" type="presParOf" srcId="{43056FC3-4B27-4CDB-938E-95466DA394E2}" destId="{510B7FF2-F5C2-4BC0-982A-3BC3470F69D0}" srcOrd="2" destOrd="0" presId="urn:microsoft.com/office/officeart/2005/8/layout/hierarchy3"/>
    <dgm:cxn modelId="{A0BC4CD9-D7AC-4AEF-A565-9A3AAE5A41E3}" type="presParOf" srcId="{510B7FF2-F5C2-4BC0-982A-3BC3470F69D0}" destId="{5DF80EEE-3CD0-45CC-B70E-90A09606A6F7}" srcOrd="0" destOrd="0" presId="urn:microsoft.com/office/officeart/2005/8/layout/hierarchy3"/>
    <dgm:cxn modelId="{9966F8ED-2E1C-4444-AF5E-ADAEC447980B}" type="presParOf" srcId="{5DF80EEE-3CD0-45CC-B70E-90A09606A6F7}" destId="{9D92FCEA-770E-4B2D-AEBB-6E7D3F0A6877}" srcOrd="0" destOrd="0" presId="urn:microsoft.com/office/officeart/2005/8/layout/hierarchy3"/>
    <dgm:cxn modelId="{D4267173-9F6D-4E81-B4E7-81A6BCD3931E}" type="presParOf" srcId="{5DF80EEE-3CD0-45CC-B70E-90A09606A6F7}" destId="{20B9BAFB-6346-4BB2-A396-C65AB50B83A4}" srcOrd="1" destOrd="0" presId="urn:microsoft.com/office/officeart/2005/8/layout/hierarchy3"/>
    <dgm:cxn modelId="{B7938E77-F252-46DC-B9A2-85F7E1EE6297}" type="presParOf" srcId="{510B7FF2-F5C2-4BC0-982A-3BC3470F69D0}" destId="{C52562D1-81CD-42A6-B2DA-517056AF9D55}" srcOrd="1" destOrd="0" presId="urn:microsoft.com/office/officeart/2005/8/layout/hierarchy3"/>
    <dgm:cxn modelId="{A39E1FDE-9FEB-4034-86EB-D16019C0C093}" type="presParOf" srcId="{C52562D1-81CD-42A6-B2DA-517056AF9D55}" destId="{119E6A24-5C5F-48A3-89A1-E7E45FE03184}" srcOrd="0" destOrd="0" presId="urn:microsoft.com/office/officeart/2005/8/layout/hierarchy3"/>
    <dgm:cxn modelId="{920DCFB0-8279-495E-8C44-6F8A30CFF36E}" type="presParOf" srcId="{C52562D1-81CD-42A6-B2DA-517056AF9D55}" destId="{BE673B29-0C1D-4F5D-A589-95BB926432DE}" srcOrd="1" destOrd="0" presId="urn:microsoft.com/office/officeart/2005/8/layout/hierarchy3"/>
    <dgm:cxn modelId="{49035DA2-61BC-43FB-B354-8674D9170378}" type="presParOf" srcId="{C52562D1-81CD-42A6-B2DA-517056AF9D55}" destId="{0E12777A-4385-4734-8849-B5F7B1216D4E}" srcOrd="2" destOrd="0" presId="urn:microsoft.com/office/officeart/2005/8/layout/hierarchy3"/>
    <dgm:cxn modelId="{0432F189-3B83-4AC0-A451-8823513F281C}" type="presParOf" srcId="{C52562D1-81CD-42A6-B2DA-517056AF9D55}" destId="{EC7669F6-07C2-4637-8E88-0D7DEB7611AD}" srcOrd="3" destOrd="0" presId="urn:microsoft.com/office/officeart/2005/8/layout/hierarchy3"/>
    <dgm:cxn modelId="{5E25BC20-73EC-4A44-9888-05EC38F0AD31}" type="presParOf" srcId="{C52562D1-81CD-42A6-B2DA-517056AF9D55}" destId="{C00C57EF-E57F-442A-A24F-EE2DCA8E2676}" srcOrd="4" destOrd="0" presId="urn:microsoft.com/office/officeart/2005/8/layout/hierarchy3"/>
    <dgm:cxn modelId="{178073DC-EC78-4CFB-B2E8-9E8169568C0F}" type="presParOf" srcId="{C52562D1-81CD-42A6-B2DA-517056AF9D55}" destId="{609710A2-D420-48DA-B0B2-A478EC5CE732}"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5181F634-72C4-45E9-B96C-56652B1B73C5}"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7F313A88-D3BD-4574-BABE-4A4741E2DBDF}">
      <dgm:prSet phldrT="[Testo]" phldr="0"/>
      <dgm:spPr>
        <a:solidFill>
          <a:srgbClr val="FFC000"/>
        </a:solidFill>
        <a:ln>
          <a:solidFill>
            <a:schemeClr val="tx1"/>
          </a:solidFill>
        </a:ln>
      </dgm:spPr>
      <dgm:t>
        <a:bodyPr/>
        <a:lstStyle/>
        <a:p>
          <a:r>
            <a:rPr lang="it-IT" dirty="0">
              <a:solidFill>
                <a:schemeClr val="tx1"/>
              </a:solidFill>
            </a:rPr>
            <a:t>Business Case </a:t>
          </a:r>
          <a:endParaRPr lang="en-US" dirty="0">
            <a:solidFill>
              <a:schemeClr val="tx1"/>
            </a:solidFill>
          </a:endParaRPr>
        </a:p>
      </dgm:t>
    </dgm:pt>
    <dgm:pt modelId="{C3BE74FE-1886-4A45-A877-A5BF0C433D40}" type="parTrans" cxnId="{BFD09E25-E560-4364-88F7-72962000FFDF}">
      <dgm:prSet/>
      <dgm:spPr/>
      <dgm:t>
        <a:bodyPr/>
        <a:lstStyle/>
        <a:p>
          <a:endParaRPr lang="en-US"/>
        </a:p>
      </dgm:t>
    </dgm:pt>
    <dgm:pt modelId="{20870F08-AA1F-4E58-A9D4-7C8CE0CB2FD9}" type="sibTrans" cxnId="{BFD09E25-E560-4364-88F7-72962000FFDF}">
      <dgm:prSet/>
      <dgm:spPr/>
      <dgm:t>
        <a:bodyPr/>
        <a:lstStyle/>
        <a:p>
          <a:endParaRPr lang="en-US"/>
        </a:p>
      </dgm:t>
    </dgm:pt>
    <dgm:pt modelId="{FD8BB8DB-57AD-4258-878C-AF4ADF9EBE67}">
      <dgm:prSet phldrT="[Testo]" phldr="0"/>
      <dgm:spPr>
        <a:solidFill>
          <a:schemeClr val="bg1"/>
        </a:solidFill>
        <a:ln>
          <a:solidFill>
            <a:schemeClr val="tx1"/>
          </a:solidFill>
        </a:ln>
      </dgm:spPr>
      <dgm:t>
        <a:bodyPr/>
        <a:lstStyle/>
        <a:p>
          <a:r>
            <a:rPr lang="it-IT" dirty="0" err="1">
              <a:solidFill>
                <a:schemeClr val="tx1"/>
              </a:solidFill>
            </a:rPr>
            <a:t>Summary</a:t>
          </a:r>
          <a:endParaRPr lang="en-US" dirty="0">
            <a:solidFill>
              <a:schemeClr val="tx1"/>
            </a:solidFill>
          </a:endParaRPr>
        </a:p>
      </dgm:t>
    </dgm:pt>
    <dgm:pt modelId="{94AD382F-CAC3-4D46-8221-D5B84A8133BA}" type="parTrans" cxnId="{93D81B3B-CBBA-40D6-AD44-C49F5450685A}">
      <dgm:prSet/>
      <dgm:spPr/>
      <dgm:t>
        <a:bodyPr/>
        <a:lstStyle/>
        <a:p>
          <a:endParaRPr lang="en-US"/>
        </a:p>
      </dgm:t>
    </dgm:pt>
    <dgm:pt modelId="{23F1F9A8-C959-4388-A824-5008B02B7CD3}" type="sibTrans" cxnId="{93D81B3B-CBBA-40D6-AD44-C49F5450685A}">
      <dgm:prSet/>
      <dgm:spPr/>
      <dgm:t>
        <a:bodyPr/>
        <a:lstStyle/>
        <a:p>
          <a:endParaRPr lang="en-US"/>
        </a:p>
      </dgm:t>
    </dgm:pt>
    <dgm:pt modelId="{72B17BF6-63CD-40AB-AADA-19FEB0F2793E}">
      <dgm:prSet phldrT="[Testo]" phldr="0"/>
      <dgm:spPr>
        <a:solidFill>
          <a:schemeClr val="bg1"/>
        </a:solidFill>
        <a:ln>
          <a:solidFill>
            <a:schemeClr val="tx1"/>
          </a:solidFill>
        </a:ln>
      </dgm:spPr>
      <dgm:t>
        <a:bodyPr/>
        <a:lstStyle/>
        <a:p>
          <a:r>
            <a:rPr lang="it-IT" dirty="0" err="1">
              <a:solidFill>
                <a:schemeClr val="tx1"/>
              </a:solidFill>
            </a:rPr>
            <a:t>Detail</a:t>
          </a:r>
          <a:endParaRPr lang="en-US" dirty="0">
            <a:solidFill>
              <a:schemeClr val="tx1"/>
            </a:solidFill>
          </a:endParaRPr>
        </a:p>
      </dgm:t>
    </dgm:pt>
    <dgm:pt modelId="{FEEB60C5-202C-46AB-A113-00858E72083F}" type="parTrans" cxnId="{74EF5C0F-2E86-48ED-830D-4496F021F868}">
      <dgm:prSet/>
      <dgm:spPr/>
      <dgm:t>
        <a:bodyPr/>
        <a:lstStyle/>
        <a:p>
          <a:endParaRPr lang="en-US"/>
        </a:p>
      </dgm:t>
    </dgm:pt>
    <dgm:pt modelId="{AABD94F6-3567-41A7-A75D-B644387DB0CB}" type="sibTrans" cxnId="{74EF5C0F-2E86-48ED-830D-4496F021F868}">
      <dgm:prSet/>
      <dgm:spPr/>
      <dgm:t>
        <a:bodyPr/>
        <a:lstStyle/>
        <a:p>
          <a:endParaRPr lang="en-US"/>
        </a:p>
      </dgm:t>
    </dgm:pt>
    <dgm:pt modelId="{423FBD3D-1C3F-4433-8292-D35D88FF6337}" type="pres">
      <dgm:prSet presAssocID="{5181F634-72C4-45E9-B96C-56652B1B73C5}" presName="linearFlow" presStyleCnt="0">
        <dgm:presLayoutVars>
          <dgm:resizeHandles val="exact"/>
        </dgm:presLayoutVars>
      </dgm:prSet>
      <dgm:spPr/>
    </dgm:pt>
    <dgm:pt modelId="{AF3D85F0-72F2-4F67-87E2-E968149E4678}" type="pres">
      <dgm:prSet presAssocID="{7F313A88-D3BD-4574-BABE-4A4741E2DBDF}" presName="node" presStyleLbl="node1" presStyleIdx="0" presStyleCnt="3">
        <dgm:presLayoutVars>
          <dgm:bulletEnabled val="1"/>
        </dgm:presLayoutVars>
      </dgm:prSet>
      <dgm:spPr/>
    </dgm:pt>
    <dgm:pt modelId="{66E79B89-0DC6-4C62-97CC-30E12CDBC28C}" type="pres">
      <dgm:prSet presAssocID="{20870F08-AA1F-4E58-A9D4-7C8CE0CB2FD9}" presName="sibTrans" presStyleLbl="sibTrans2D1" presStyleIdx="0" presStyleCnt="2"/>
      <dgm:spPr/>
    </dgm:pt>
    <dgm:pt modelId="{C60FC087-FEFB-49A3-92E2-D2A5A292C2D5}" type="pres">
      <dgm:prSet presAssocID="{20870F08-AA1F-4E58-A9D4-7C8CE0CB2FD9}" presName="connectorText" presStyleLbl="sibTrans2D1" presStyleIdx="0" presStyleCnt="2"/>
      <dgm:spPr/>
    </dgm:pt>
    <dgm:pt modelId="{DD23B297-D832-4D5B-A073-B051F73CD0EF}" type="pres">
      <dgm:prSet presAssocID="{FD8BB8DB-57AD-4258-878C-AF4ADF9EBE67}" presName="node" presStyleLbl="node1" presStyleIdx="1" presStyleCnt="3">
        <dgm:presLayoutVars>
          <dgm:bulletEnabled val="1"/>
        </dgm:presLayoutVars>
      </dgm:prSet>
      <dgm:spPr/>
    </dgm:pt>
    <dgm:pt modelId="{6A6B723D-6EA0-4A2D-9DC5-6198C6D3EA84}" type="pres">
      <dgm:prSet presAssocID="{23F1F9A8-C959-4388-A824-5008B02B7CD3}" presName="sibTrans" presStyleLbl="sibTrans2D1" presStyleIdx="1" presStyleCnt="2"/>
      <dgm:spPr/>
    </dgm:pt>
    <dgm:pt modelId="{BEE21E30-2DDD-4182-854A-725029243D7C}" type="pres">
      <dgm:prSet presAssocID="{23F1F9A8-C959-4388-A824-5008B02B7CD3}" presName="connectorText" presStyleLbl="sibTrans2D1" presStyleIdx="1" presStyleCnt="2"/>
      <dgm:spPr/>
    </dgm:pt>
    <dgm:pt modelId="{0234C6C3-BEA9-4B69-AAEE-53664E13040F}" type="pres">
      <dgm:prSet presAssocID="{72B17BF6-63CD-40AB-AADA-19FEB0F2793E}" presName="node" presStyleLbl="node1" presStyleIdx="2" presStyleCnt="3">
        <dgm:presLayoutVars>
          <dgm:bulletEnabled val="1"/>
        </dgm:presLayoutVars>
      </dgm:prSet>
      <dgm:spPr/>
    </dgm:pt>
  </dgm:ptLst>
  <dgm:cxnLst>
    <dgm:cxn modelId="{74EF5C0F-2E86-48ED-830D-4496F021F868}" srcId="{5181F634-72C4-45E9-B96C-56652B1B73C5}" destId="{72B17BF6-63CD-40AB-AADA-19FEB0F2793E}" srcOrd="2" destOrd="0" parTransId="{FEEB60C5-202C-46AB-A113-00858E72083F}" sibTransId="{AABD94F6-3567-41A7-A75D-B644387DB0CB}"/>
    <dgm:cxn modelId="{BFD09E25-E560-4364-88F7-72962000FFDF}" srcId="{5181F634-72C4-45E9-B96C-56652B1B73C5}" destId="{7F313A88-D3BD-4574-BABE-4A4741E2DBDF}" srcOrd="0" destOrd="0" parTransId="{C3BE74FE-1886-4A45-A877-A5BF0C433D40}" sibTransId="{20870F08-AA1F-4E58-A9D4-7C8CE0CB2FD9}"/>
    <dgm:cxn modelId="{93D81B3B-CBBA-40D6-AD44-C49F5450685A}" srcId="{5181F634-72C4-45E9-B96C-56652B1B73C5}" destId="{FD8BB8DB-57AD-4258-878C-AF4ADF9EBE67}" srcOrd="1" destOrd="0" parTransId="{94AD382F-CAC3-4D46-8221-D5B84A8133BA}" sibTransId="{23F1F9A8-C959-4388-A824-5008B02B7CD3}"/>
    <dgm:cxn modelId="{E1041E42-BD8C-46DC-91CF-6414E48794D6}" type="presOf" srcId="{23F1F9A8-C959-4388-A824-5008B02B7CD3}" destId="{6A6B723D-6EA0-4A2D-9DC5-6198C6D3EA84}" srcOrd="0" destOrd="0" presId="urn:microsoft.com/office/officeart/2005/8/layout/process2"/>
    <dgm:cxn modelId="{FCDF07B3-5577-4CF2-AEB6-F200CC6E15D5}" type="presOf" srcId="{7F313A88-D3BD-4574-BABE-4A4741E2DBDF}" destId="{AF3D85F0-72F2-4F67-87E2-E968149E4678}" srcOrd="0" destOrd="0" presId="urn:microsoft.com/office/officeart/2005/8/layout/process2"/>
    <dgm:cxn modelId="{F97D93B7-668C-4A71-9B8E-0DF7EFEDADFF}" type="presOf" srcId="{72B17BF6-63CD-40AB-AADA-19FEB0F2793E}" destId="{0234C6C3-BEA9-4B69-AAEE-53664E13040F}" srcOrd="0" destOrd="0" presId="urn:microsoft.com/office/officeart/2005/8/layout/process2"/>
    <dgm:cxn modelId="{28CE01BD-307C-4F66-AFED-924F4E2EC7FF}" type="presOf" srcId="{23F1F9A8-C959-4388-A824-5008B02B7CD3}" destId="{BEE21E30-2DDD-4182-854A-725029243D7C}" srcOrd="1" destOrd="0" presId="urn:microsoft.com/office/officeart/2005/8/layout/process2"/>
    <dgm:cxn modelId="{5E05A8BD-A386-43BD-BBE3-E6F49D3B2E21}" type="presOf" srcId="{20870F08-AA1F-4E58-A9D4-7C8CE0CB2FD9}" destId="{C60FC087-FEFB-49A3-92E2-D2A5A292C2D5}" srcOrd="1" destOrd="0" presId="urn:microsoft.com/office/officeart/2005/8/layout/process2"/>
    <dgm:cxn modelId="{CC36DABD-C807-41C7-AE91-D008A2D79C76}" type="presOf" srcId="{20870F08-AA1F-4E58-A9D4-7C8CE0CB2FD9}" destId="{66E79B89-0DC6-4C62-97CC-30E12CDBC28C}" srcOrd="0" destOrd="0" presId="urn:microsoft.com/office/officeart/2005/8/layout/process2"/>
    <dgm:cxn modelId="{25474EC8-6870-4D6E-B2F3-2B3544A6E7D6}" type="presOf" srcId="{FD8BB8DB-57AD-4258-878C-AF4ADF9EBE67}" destId="{DD23B297-D832-4D5B-A073-B051F73CD0EF}" srcOrd="0" destOrd="0" presId="urn:microsoft.com/office/officeart/2005/8/layout/process2"/>
    <dgm:cxn modelId="{EDA6F2D0-252E-489D-9073-2B33AAC589E6}" type="presOf" srcId="{5181F634-72C4-45E9-B96C-56652B1B73C5}" destId="{423FBD3D-1C3F-4433-8292-D35D88FF6337}" srcOrd="0" destOrd="0" presId="urn:microsoft.com/office/officeart/2005/8/layout/process2"/>
    <dgm:cxn modelId="{AC11F8E9-1F5A-4C2B-AC9A-ACEA447ED1DF}" type="presParOf" srcId="{423FBD3D-1C3F-4433-8292-D35D88FF6337}" destId="{AF3D85F0-72F2-4F67-87E2-E968149E4678}" srcOrd="0" destOrd="0" presId="urn:microsoft.com/office/officeart/2005/8/layout/process2"/>
    <dgm:cxn modelId="{034706C0-9C72-4A7A-9E99-06BF1AAEECB7}" type="presParOf" srcId="{423FBD3D-1C3F-4433-8292-D35D88FF6337}" destId="{66E79B89-0DC6-4C62-97CC-30E12CDBC28C}" srcOrd="1" destOrd="0" presId="urn:microsoft.com/office/officeart/2005/8/layout/process2"/>
    <dgm:cxn modelId="{4495E5AE-2243-4F05-8E13-BFAC14ADC6B8}" type="presParOf" srcId="{66E79B89-0DC6-4C62-97CC-30E12CDBC28C}" destId="{C60FC087-FEFB-49A3-92E2-D2A5A292C2D5}" srcOrd="0" destOrd="0" presId="urn:microsoft.com/office/officeart/2005/8/layout/process2"/>
    <dgm:cxn modelId="{08BE9BC7-6B1F-4A27-B870-708E9E8F3757}" type="presParOf" srcId="{423FBD3D-1C3F-4433-8292-D35D88FF6337}" destId="{DD23B297-D832-4D5B-A073-B051F73CD0EF}" srcOrd="2" destOrd="0" presId="urn:microsoft.com/office/officeart/2005/8/layout/process2"/>
    <dgm:cxn modelId="{4EDFAA0D-F623-449A-809C-4D02DCCB711F}" type="presParOf" srcId="{423FBD3D-1C3F-4433-8292-D35D88FF6337}" destId="{6A6B723D-6EA0-4A2D-9DC5-6198C6D3EA84}" srcOrd="3" destOrd="0" presId="urn:microsoft.com/office/officeart/2005/8/layout/process2"/>
    <dgm:cxn modelId="{E2F26347-ACE6-4778-8523-5B1B6CED0ED7}" type="presParOf" srcId="{6A6B723D-6EA0-4A2D-9DC5-6198C6D3EA84}" destId="{BEE21E30-2DDD-4182-854A-725029243D7C}" srcOrd="0" destOrd="0" presId="urn:microsoft.com/office/officeart/2005/8/layout/process2"/>
    <dgm:cxn modelId="{B37CCAFF-0981-458B-AC24-141E5DB02573}" type="presParOf" srcId="{423FBD3D-1C3F-4433-8292-D35D88FF6337}" destId="{0234C6C3-BEA9-4B69-AAEE-53664E13040F}"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5181F634-72C4-45E9-B96C-56652B1B73C5}"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7F313A88-D3BD-4574-BABE-4A4741E2DBDF}">
      <dgm:prSet phldrT="[Testo]" phldr="0"/>
      <dgm:spPr>
        <a:solidFill>
          <a:srgbClr val="FFC000"/>
        </a:solidFill>
        <a:ln>
          <a:solidFill>
            <a:schemeClr val="tx1"/>
          </a:solidFill>
        </a:ln>
      </dgm:spPr>
      <dgm:t>
        <a:bodyPr/>
        <a:lstStyle/>
        <a:p>
          <a:r>
            <a:rPr lang="it-IT" dirty="0">
              <a:solidFill>
                <a:schemeClr val="tx1"/>
              </a:solidFill>
            </a:rPr>
            <a:t>Business Case </a:t>
          </a:r>
          <a:endParaRPr lang="en-US" dirty="0">
            <a:solidFill>
              <a:schemeClr val="tx1"/>
            </a:solidFill>
          </a:endParaRPr>
        </a:p>
      </dgm:t>
    </dgm:pt>
    <dgm:pt modelId="{C3BE74FE-1886-4A45-A877-A5BF0C433D40}" type="parTrans" cxnId="{BFD09E25-E560-4364-88F7-72962000FFDF}">
      <dgm:prSet/>
      <dgm:spPr/>
      <dgm:t>
        <a:bodyPr/>
        <a:lstStyle/>
        <a:p>
          <a:endParaRPr lang="en-US"/>
        </a:p>
      </dgm:t>
    </dgm:pt>
    <dgm:pt modelId="{20870F08-AA1F-4E58-A9D4-7C8CE0CB2FD9}" type="sibTrans" cxnId="{BFD09E25-E560-4364-88F7-72962000FFDF}">
      <dgm:prSet/>
      <dgm:spPr/>
      <dgm:t>
        <a:bodyPr/>
        <a:lstStyle/>
        <a:p>
          <a:endParaRPr lang="en-US"/>
        </a:p>
      </dgm:t>
    </dgm:pt>
    <dgm:pt modelId="{FD8BB8DB-57AD-4258-878C-AF4ADF9EBE67}">
      <dgm:prSet phldrT="[Testo]" phldr="0"/>
      <dgm:spPr>
        <a:solidFill>
          <a:schemeClr val="bg1"/>
        </a:solidFill>
        <a:ln>
          <a:solidFill>
            <a:schemeClr val="tx1"/>
          </a:solidFill>
        </a:ln>
      </dgm:spPr>
      <dgm:t>
        <a:bodyPr/>
        <a:lstStyle/>
        <a:p>
          <a:r>
            <a:rPr lang="it-IT" dirty="0" err="1">
              <a:solidFill>
                <a:schemeClr val="tx1"/>
              </a:solidFill>
            </a:rPr>
            <a:t>Summary</a:t>
          </a:r>
          <a:endParaRPr lang="en-US" dirty="0">
            <a:solidFill>
              <a:schemeClr val="tx1"/>
            </a:solidFill>
          </a:endParaRPr>
        </a:p>
      </dgm:t>
    </dgm:pt>
    <dgm:pt modelId="{94AD382F-CAC3-4D46-8221-D5B84A8133BA}" type="parTrans" cxnId="{93D81B3B-CBBA-40D6-AD44-C49F5450685A}">
      <dgm:prSet/>
      <dgm:spPr/>
      <dgm:t>
        <a:bodyPr/>
        <a:lstStyle/>
        <a:p>
          <a:endParaRPr lang="en-US"/>
        </a:p>
      </dgm:t>
    </dgm:pt>
    <dgm:pt modelId="{23F1F9A8-C959-4388-A824-5008B02B7CD3}" type="sibTrans" cxnId="{93D81B3B-CBBA-40D6-AD44-C49F5450685A}">
      <dgm:prSet/>
      <dgm:spPr/>
      <dgm:t>
        <a:bodyPr/>
        <a:lstStyle/>
        <a:p>
          <a:endParaRPr lang="en-US"/>
        </a:p>
      </dgm:t>
    </dgm:pt>
    <dgm:pt modelId="{72B17BF6-63CD-40AB-AADA-19FEB0F2793E}">
      <dgm:prSet phldrT="[Testo]" phldr="0"/>
      <dgm:spPr>
        <a:solidFill>
          <a:schemeClr val="bg1"/>
        </a:solidFill>
        <a:ln>
          <a:solidFill>
            <a:schemeClr val="tx1"/>
          </a:solidFill>
        </a:ln>
      </dgm:spPr>
      <dgm:t>
        <a:bodyPr/>
        <a:lstStyle/>
        <a:p>
          <a:r>
            <a:rPr lang="it-IT" dirty="0" err="1">
              <a:solidFill>
                <a:schemeClr val="tx1"/>
              </a:solidFill>
            </a:rPr>
            <a:t>Detail</a:t>
          </a:r>
          <a:endParaRPr lang="en-US" dirty="0">
            <a:solidFill>
              <a:schemeClr val="tx1"/>
            </a:solidFill>
          </a:endParaRPr>
        </a:p>
      </dgm:t>
    </dgm:pt>
    <dgm:pt modelId="{FEEB60C5-202C-46AB-A113-00858E72083F}" type="parTrans" cxnId="{74EF5C0F-2E86-48ED-830D-4496F021F868}">
      <dgm:prSet/>
      <dgm:spPr/>
      <dgm:t>
        <a:bodyPr/>
        <a:lstStyle/>
        <a:p>
          <a:endParaRPr lang="en-US"/>
        </a:p>
      </dgm:t>
    </dgm:pt>
    <dgm:pt modelId="{AABD94F6-3567-41A7-A75D-B644387DB0CB}" type="sibTrans" cxnId="{74EF5C0F-2E86-48ED-830D-4496F021F868}">
      <dgm:prSet/>
      <dgm:spPr/>
      <dgm:t>
        <a:bodyPr/>
        <a:lstStyle/>
        <a:p>
          <a:endParaRPr lang="en-US"/>
        </a:p>
      </dgm:t>
    </dgm:pt>
    <dgm:pt modelId="{423FBD3D-1C3F-4433-8292-D35D88FF6337}" type="pres">
      <dgm:prSet presAssocID="{5181F634-72C4-45E9-B96C-56652B1B73C5}" presName="linearFlow" presStyleCnt="0">
        <dgm:presLayoutVars>
          <dgm:resizeHandles val="exact"/>
        </dgm:presLayoutVars>
      </dgm:prSet>
      <dgm:spPr/>
    </dgm:pt>
    <dgm:pt modelId="{AF3D85F0-72F2-4F67-87E2-E968149E4678}" type="pres">
      <dgm:prSet presAssocID="{7F313A88-D3BD-4574-BABE-4A4741E2DBDF}" presName="node" presStyleLbl="node1" presStyleIdx="0" presStyleCnt="3">
        <dgm:presLayoutVars>
          <dgm:bulletEnabled val="1"/>
        </dgm:presLayoutVars>
      </dgm:prSet>
      <dgm:spPr/>
    </dgm:pt>
    <dgm:pt modelId="{66E79B89-0DC6-4C62-97CC-30E12CDBC28C}" type="pres">
      <dgm:prSet presAssocID="{20870F08-AA1F-4E58-A9D4-7C8CE0CB2FD9}" presName="sibTrans" presStyleLbl="sibTrans2D1" presStyleIdx="0" presStyleCnt="2"/>
      <dgm:spPr/>
    </dgm:pt>
    <dgm:pt modelId="{C60FC087-FEFB-49A3-92E2-D2A5A292C2D5}" type="pres">
      <dgm:prSet presAssocID="{20870F08-AA1F-4E58-A9D4-7C8CE0CB2FD9}" presName="connectorText" presStyleLbl="sibTrans2D1" presStyleIdx="0" presStyleCnt="2"/>
      <dgm:spPr/>
    </dgm:pt>
    <dgm:pt modelId="{DD23B297-D832-4D5B-A073-B051F73CD0EF}" type="pres">
      <dgm:prSet presAssocID="{FD8BB8DB-57AD-4258-878C-AF4ADF9EBE67}" presName="node" presStyleLbl="node1" presStyleIdx="1" presStyleCnt="3">
        <dgm:presLayoutVars>
          <dgm:bulletEnabled val="1"/>
        </dgm:presLayoutVars>
      </dgm:prSet>
      <dgm:spPr/>
    </dgm:pt>
    <dgm:pt modelId="{6A6B723D-6EA0-4A2D-9DC5-6198C6D3EA84}" type="pres">
      <dgm:prSet presAssocID="{23F1F9A8-C959-4388-A824-5008B02B7CD3}" presName="sibTrans" presStyleLbl="sibTrans2D1" presStyleIdx="1" presStyleCnt="2"/>
      <dgm:spPr/>
    </dgm:pt>
    <dgm:pt modelId="{BEE21E30-2DDD-4182-854A-725029243D7C}" type="pres">
      <dgm:prSet presAssocID="{23F1F9A8-C959-4388-A824-5008B02B7CD3}" presName="connectorText" presStyleLbl="sibTrans2D1" presStyleIdx="1" presStyleCnt="2"/>
      <dgm:spPr/>
    </dgm:pt>
    <dgm:pt modelId="{0234C6C3-BEA9-4B69-AAEE-53664E13040F}" type="pres">
      <dgm:prSet presAssocID="{72B17BF6-63CD-40AB-AADA-19FEB0F2793E}" presName="node" presStyleLbl="node1" presStyleIdx="2" presStyleCnt="3">
        <dgm:presLayoutVars>
          <dgm:bulletEnabled val="1"/>
        </dgm:presLayoutVars>
      </dgm:prSet>
      <dgm:spPr/>
    </dgm:pt>
  </dgm:ptLst>
  <dgm:cxnLst>
    <dgm:cxn modelId="{74EF5C0F-2E86-48ED-830D-4496F021F868}" srcId="{5181F634-72C4-45E9-B96C-56652B1B73C5}" destId="{72B17BF6-63CD-40AB-AADA-19FEB0F2793E}" srcOrd="2" destOrd="0" parTransId="{FEEB60C5-202C-46AB-A113-00858E72083F}" sibTransId="{AABD94F6-3567-41A7-A75D-B644387DB0CB}"/>
    <dgm:cxn modelId="{BFD09E25-E560-4364-88F7-72962000FFDF}" srcId="{5181F634-72C4-45E9-B96C-56652B1B73C5}" destId="{7F313A88-D3BD-4574-BABE-4A4741E2DBDF}" srcOrd="0" destOrd="0" parTransId="{C3BE74FE-1886-4A45-A877-A5BF0C433D40}" sibTransId="{20870F08-AA1F-4E58-A9D4-7C8CE0CB2FD9}"/>
    <dgm:cxn modelId="{93D81B3B-CBBA-40D6-AD44-C49F5450685A}" srcId="{5181F634-72C4-45E9-B96C-56652B1B73C5}" destId="{FD8BB8DB-57AD-4258-878C-AF4ADF9EBE67}" srcOrd="1" destOrd="0" parTransId="{94AD382F-CAC3-4D46-8221-D5B84A8133BA}" sibTransId="{23F1F9A8-C959-4388-A824-5008B02B7CD3}"/>
    <dgm:cxn modelId="{E1041E42-BD8C-46DC-91CF-6414E48794D6}" type="presOf" srcId="{23F1F9A8-C959-4388-A824-5008B02B7CD3}" destId="{6A6B723D-6EA0-4A2D-9DC5-6198C6D3EA84}" srcOrd="0" destOrd="0" presId="urn:microsoft.com/office/officeart/2005/8/layout/process2"/>
    <dgm:cxn modelId="{FCDF07B3-5577-4CF2-AEB6-F200CC6E15D5}" type="presOf" srcId="{7F313A88-D3BD-4574-BABE-4A4741E2DBDF}" destId="{AF3D85F0-72F2-4F67-87E2-E968149E4678}" srcOrd="0" destOrd="0" presId="urn:microsoft.com/office/officeart/2005/8/layout/process2"/>
    <dgm:cxn modelId="{F97D93B7-668C-4A71-9B8E-0DF7EFEDADFF}" type="presOf" srcId="{72B17BF6-63CD-40AB-AADA-19FEB0F2793E}" destId="{0234C6C3-BEA9-4B69-AAEE-53664E13040F}" srcOrd="0" destOrd="0" presId="urn:microsoft.com/office/officeart/2005/8/layout/process2"/>
    <dgm:cxn modelId="{28CE01BD-307C-4F66-AFED-924F4E2EC7FF}" type="presOf" srcId="{23F1F9A8-C959-4388-A824-5008B02B7CD3}" destId="{BEE21E30-2DDD-4182-854A-725029243D7C}" srcOrd="1" destOrd="0" presId="urn:microsoft.com/office/officeart/2005/8/layout/process2"/>
    <dgm:cxn modelId="{5E05A8BD-A386-43BD-BBE3-E6F49D3B2E21}" type="presOf" srcId="{20870F08-AA1F-4E58-A9D4-7C8CE0CB2FD9}" destId="{C60FC087-FEFB-49A3-92E2-D2A5A292C2D5}" srcOrd="1" destOrd="0" presId="urn:microsoft.com/office/officeart/2005/8/layout/process2"/>
    <dgm:cxn modelId="{CC36DABD-C807-41C7-AE91-D008A2D79C76}" type="presOf" srcId="{20870F08-AA1F-4E58-A9D4-7C8CE0CB2FD9}" destId="{66E79B89-0DC6-4C62-97CC-30E12CDBC28C}" srcOrd="0" destOrd="0" presId="urn:microsoft.com/office/officeart/2005/8/layout/process2"/>
    <dgm:cxn modelId="{25474EC8-6870-4D6E-B2F3-2B3544A6E7D6}" type="presOf" srcId="{FD8BB8DB-57AD-4258-878C-AF4ADF9EBE67}" destId="{DD23B297-D832-4D5B-A073-B051F73CD0EF}" srcOrd="0" destOrd="0" presId="urn:microsoft.com/office/officeart/2005/8/layout/process2"/>
    <dgm:cxn modelId="{EDA6F2D0-252E-489D-9073-2B33AAC589E6}" type="presOf" srcId="{5181F634-72C4-45E9-B96C-56652B1B73C5}" destId="{423FBD3D-1C3F-4433-8292-D35D88FF6337}" srcOrd="0" destOrd="0" presId="urn:microsoft.com/office/officeart/2005/8/layout/process2"/>
    <dgm:cxn modelId="{AC11F8E9-1F5A-4C2B-AC9A-ACEA447ED1DF}" type="presParOf" srcId="{423FBD3D-1C3F-4433-8292-D35D88FF6337}" destId="{AF3D85F0-72F2-4F67-87E2-E968149E4678}" srcOrd="0" destOrd="0" presId="urn:microsoft.com/office/officeart/2005/8/layout/process2"/>
    <dgm:cxn modelId="{034706C0-9C72-4A7A-9E99-06BF1AAEECB7}" type="presParOf" srcId="{423FBD3D-1C3F-4433-8292-D35D88FF6337}" destId="{66E79B89-0DC6-4C62-97CC-30E12CDBC28C}" srcOrd="1" destOrd="0" presId="urn:microsoft.com/office/officeart/2005/8/layout/process2"/>
    <dgm:cxn modelId="{4495E5AE-2243-4F05-8E13-BFAC14ADC6B8}" type="presParOf" srcId="{66E79B89-0DC6-4C62-97CC-30E12CDBC28C}" destId="{C60FC087-FEFB-49A3-92E2-D2A5A292C2D5}" srcOrd="0" destOrd="0" presId="urn:microsoft.com/office/officeart/2005/8/layout/process2"/>
    <dgm:cxn modelId="{08BE9BC7-6B1F-4A27-B870-708E9E8F3757}" type="presParOf" srcId="{423FBD3D-1C3F-4433-8292-D35D88FF6337}" destId="{DD23B297-D832-4D5B-A073-B051F73CD0EF}" srcOrd="2" destOrd="0" presId="urn:microsoft.com/office/officeart/2005/8/layout/process2"/>
    <dgm:cxn modelId="{4EDFAA0D-F623-449A-809C-4D02DCCB711F}" type="presParOf" srcId="{423FBD3D-1C3F-4433-8292-D35D88FF6337}" destId="{6A6B723D-6EA0-4A2D-9DC5-6198C6D3EA84}" srcOrd="3" destOrd="0" presId="urn:microsoft.com/office/officeart/2005/8/layout/process2"/>
    <dgm:cxn modelId="{E2F26347-ACE6-4778-8523-5B1B6CED0ED7}" type="presParOf" srcId="{6A6B723D-6EA0-4A2D-9DC5-6198C6D3EA84}" destId="{BEE21E30-2DDD-4182-854A-725029243D7C}" srcOrd="0" destOrd="0" presId="urn:microsoft.com/office/officeart/2005/8/layout/process2"/>
    <dgm:cxn modelId="{B37CCAFF-0981-458B-AC24-141E5DB02573}" type="presParOf" srcId="{423FBD3D-1C3F-4433-8292-D35D88FF6337}" destId="{0234C6C3-BEA9-4B69-AAEE-53664E13040F}"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5181F634-72C4-45E9-B96C-56652B1B73C5}"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7F313A88-D3BD-4574-BABE-4A4741E2DBDF}">
      <dgm:prSet phldrT="[Testo]" phldr="0"/>
      <dgm:spPr>
        <a:solidFill>
          <a:srgbClr val="FFC000"/>
        </a:solidFill>
        <a:ln>
          <a:solidFill>
            <a:schemeClr val="tx1"/>
          </a:solidFill>
        </a:ln>
      </dgm:spPr>
      <dgm:t>
        <a:bodyPr/>
        <a:lstStyle/>
        <a:p>
          <a:r>
            <a:rPr lang="it-IT" dirty="0">
              <a:solidFill>
                <a:schemeClr val="tx1"/>
              </a:solidFill>
            </a:rPr>
            <a:t>Business Case </a:t>
          </a:r>
          <a:endParaRPr lang="en-US" dirty="0">
            <a:solidFill>
              <a:schemeClr val="tx1"/>
            </a:solidFill>
          </a:endParaRPr>
        </a:p>
      </dgm:t>
    </dgm:pt>
    <dgm:pt modelId="{C3BE74FE-1886-4A45-A877-A5BF0C433D40}" type="parTrans" cxnId="{BFD09E25-E560-4364-88F7-72962000FFDF}">
      <dgm:prSet/>
      <dgm:spPr/>
      <dgm:t>
        <a:bodyPr/>
        <a:lstStyle/>
        <a:p>
          <a:endParaRPr lang="en-US"/>
        </a:p>
      </dgm:t>
    </dgm:pt>
    <dgm:pt modelId="{20870F08-AA1F-4E58-A9D4-7C8CE0CB2FD9}" type="sibTrans" cxnId="{BFD09E25-E560-4364-88F7-72962000FFDF}">
      <dgm:prSet/>
      <dgm:spPr/>
      <dgm:t>
        <a:bodyPr/>
        <a:lstStyle/>
        <a:p>
          <a:endParaRPr lang="en-US"/>
        </a:p>
      </dgm:t>
    </dgm:pt>
    <dgm:pt modelId="{FD8BB8DB-57AD-4258-878C-AF4ADF9EBE67}">
      <dgm:prSet phldrT="[Testo]" phldr="0"/>
      <dgm:spPr>
        <a:solidFill>
          <a:schemeClr val="bg1"/>
        </a:solidFill>
        <a:ln>
          <a:solidFill>
            <a:schemeClr val="tx1"/>
          </a:solidFill>
        </a:ln>
      </dgm:spPr>
      <dgm:t>
        <a:bodyPr/>
        <a:lstStyle/>
        <a:p>
          <a:r>
            <a:rPr lang="it-IT" dirty="0" err="1">
              <a:solidFill>
                <a:schemeClr val="tx1"/>
              </a:solidFill>
            </a:rPr>
            <a:t>Summary</a:t>
          </a:r>
          <a:endParaRPr lang="en-US" dirty="0">
            <a:solidFill>
              <a:schemeClr val="tx1"/>
            </a:solidFill>
          </a:endParaRPr>
        </a:p>
      </dgm:t>
    </dgm:pt>
    <dgm:pt modelId="{94AD382F-CAC3-4D46-8221-D5B84A8133BA}" type="parTrans" cxnId="{93D81B3B-CBBA-40D6-AD44-C49F5450685A}">
      <dgm:prSet/>
      <dgm:spPr/>
      <dgm:t>
        <a:bodyPr/>
        <a:lstStyle/>
        <a:p>
          <a:endParaRPr lang="en-US"/>
        </a:p>
      </dgm:t>
    </dgm:pt>
    <dgm:pt modelId="{23F1F9A8-C959-4388-A824-5008B02B7CD3}" type="sibTrans" cxnId="{93D81B3B-CBBA-40D6-AD44-C49F5450685A}">
      <dgm:prSet/>
      <dgm:spPr/>
      <dgm:t>
        <a:bodyPr/>
        <a:lstStyle/>
        <a:p>
          <a:endParaRPr lang="en-US"/>
        </a:p>
      </dgm:t>
    </dgm:pt>
    <dgm:pt modelId="{72B17BF6-63CD-40AB-AADA-19FEB0F2793E}">
      <dgm:prSet phldrT="[Testo]" phldr="0"/>
      <dgm:spPr>
        <a:solidFill>
          <a:schemeClr val="bg1"/>
        </a:solidFill>
        <a:ln>
          <a:solidFill>
            <a:schemeClr val="tx1"/>
          </a:solidFill>
        </a:ln>
      </dgm:spPr>
      <dgm:t>
        <a:bodyPr/>
        <a:lstStyle/>
        <a:p>
          <a:r>
            <a:rPr lang="it-IT" dirty="0" err="1">
              <a:solidFill>
                <a:schemeClr val="tx1"/>
              </a:solidFill>
            </a:rPr>
            <a:t>Detail</a:t>
          </a:r>
          <a:endParaRPr lang="en-US" dirty="0">
            <a:solidFill>
              <a:schemeClr val="tx1"/>
            </a:solidFill>
          </a:endParaRPr>
        </a:p>
      </dgm:t>
    </dgm:pt>
    <dgm:pt modelId="{FEEB60C5-202C-46AB-A113-00858E72083F}" type="parTrans" cxnId="{74EF5C0F-2E86-48ED-830D-4496F021F868}">
      <dgm:prSet/>
      <dgm:spPr/>
      <dgm:t>
        <a:bodyPr/>
        <a:lstStyle/>
        <a:p>
          <a:endParaRPr lang="en-US"/>
        </a:p>
      </dgm:t>
    </dgm:pt>
    <dgm:pt modelId="{AABD94F6-3567-41A7-A75D-B644387DB0CB}" type="sibTrans" cxnId="{74EF5C0F-2E86-48ED-830D-4496F021F868}">
      <dgm:prSet/>
      <dgm:spPr/>
      <dgm:t>
        <a:bodyPr/>
        <a:lstStyle/>
        <a:p>
          <a:endParaRPr lang="en-US"/>
        </a:p>
      </dgm:t>
    </dgm:pt>
    <dgm:pt modelId="{423FBD3D-1C3F-4433-8292-D35D88FF6337}" type="pres">
      <dgm:prSet presAssocID="{5181F634-72C4-45E9-B96C-56652B1B73C5}" presName="linearFlow" presStyleCnt="0">
        <dgm:presLayoutVars>
          <dgm:resizeHandles val="exact"/>
        </dgm:presLayoutVars>
      </dgm:prSet>
      <dgm:spPr/>
    </dgm:pt>
    <dgm:pt modelId="{AF3D85F0-72F2-4F67-87E2-E968149E4678}" type="pres">
      <dgm:prSet presAssocID="{7F313A88-D3BD-4574-BABE-4A4741E2DBDF}" presName="node" presStyleLbl="node1" presStyleIdx="0" presStyleCnt="3">
        <dgm:presLayoutVars>
          <dgm:bulletEnabled val="1"/>
        </dgm:presLayoutVars>
      </dgm:prSet>
      <dgm:spPr/>
    </dgm:pt>
    <dgm:pt modelId="{66E79B89-0DC6-4C62-97CC-30E12CDBC28C}" type="pres">
      <dgm:prSet presAssocID="{20870F08-AA1F-4E58-A9D4-7C8CE0CB2FD9}" presName="sibTrans" presStyleLbl="sibTrans2D1" presStyleIdx="0" presStyleCnt="2"/>
      <dgm:spPr/>
    </dgm:pt>
    <dgm:pt modelId="{C60FC087-FEFB-49A3-92E2-D2A5A292C2D5}" type="pres">
      <dgm:prSet presAssocID="{20870F08-AA1F-4E58-A9D4-7C8CE0CB2FD9}" presName="connectorText" presStyleLbl="sibTrans2D1" presStyleIdx="0" presStyleCnt="2"/>
      <dgm:spPr/>
    </dgm:pt>
    <dgm:pt modelId="{DD23B297-D832-4D5B-A073-B051F73CD0EF}" type="pres">
      <dgm:prSet presAssocID="{FD8BB8DB-57AD-4258-878C-AF4ADF9EBE67}" presName="node" presStyleLbl="node1" presStyleIdx="1" presStyleCnt="3">
        <dgm:presLayoutVars>
          <dgm:bulletEnabled val="1"/>
        </dgm:presLayoutVars>
      </dgm:prSet>
      <dgm:spPr/>
    </dgm:pt>
    <dgm:pt modelId="{6A6B723D-6EA0-4A2D-9DC5-6198C6D3EA84}" type="pres">
      <dgm:prSet presAssocID="{23F1F9A8-C959-4388-A824-5008B02B7CD3}" presName="sibTrans" presStyleLbl="sibTrans2D1" presStyleIdx="1" presStyleCnt="2"/>
      <dgm:spPr/>
    </dgm:pt>
    <dgm:pt modelId="{BEE21E30-2DDD-4182-854A-725029243D7C}" type="pres">
      <dgm:prSet presAssocID="{23F1F9A8-C959-4388-A824-5008B02B7CD3}" presName="connectorText" presStyleLbl="sibTrans2D1" presStyleIdx="1" presStyleCnt="2"/>
      <dgm:spPr/>
    </dgm:pt>
    <dgm:pt modelId="{0234C6C3-BEA9-4B69-AAEE-53664E13040F}" type="pres">
      <dgm:prSet presAssocID="{72B17BF6-63CD-40AB-AADA-19FEB0F2793E}" presName="node" presStyleLbl="node1" presStyleIdx="2" presStyleCnt="3">
        <dgm:presLayoutVars>
          <dgm:bulletEnabled val="1"/>
        </dgm:presLayoutVars>
      </dgm:prSet>
      <dgm:spPr/>
    </dgm:pt>
  </dgm:ptLst>
  <dgm:cxnLst>
    <dgm:cxn modelId="{74EF5C0F-2E86-48ED-830D-4496F021F868}" srcId="{5181F634-72C4-45E9-B96C-56652B1B73C5}" destId="{72B17BF6-63CD-40AB-AADA-19FEB0F2793E}" srcOrd="2" destOrd="0" parTransId="{FEEB60C5-202C-46AB-A113-00858E72083F}" sibTransId="{AABD94F6-3567-41A7-A75D-B644387DB0CB}"/>
    <dgm:cxn modelId="{BFD09E25-E560-4364-88F7-72962000FFDF}" srcId="{5181F634-72C4-45E9-B96C-56652B1B73C5}" destId="{7F313A88-D3BD-4574-BABE-4A4741E2DBDF}" srcOrd="0" destOrd="0" parTransId="{C3BE74FE-1886-4A45-A877-A5BF0C433D40}" sibTransId="{20870F08-AA1F-4E58-A9D4-7C8CE0CB2FD9}"/>
    <dgm:cxn modelId="{93D81B3B-CBBA-40D6-AD44-C49F5450685A}" srcId="{5181F634-72C4-45E9-B96C-56652B1B73C5}" destId="{FD8BB8DB-57AD-4258-878C-AF4ADF9EBE67}" srcOrd="1" destOrd="0" parTransId="{94AD382F-CAC3-4D46-8221-D5B84A8133BA}" sibTransId="{23F1F9A8-C959-4388-A824-5008B02B7CD3}"/>
    <dgm:cxn modelId="{E1041E42-BD8C-46DC-91CF-6414E48794D6}" type="presOf" srcId="{23F1F9A8-C959-4388-A824-5008B02B7CD3}" destId="{6A6B723D-6EA0-4A2D-9DC5-6198C6D3EA84}" srcOrd="0" destOrd="0" presId="urn:microsoft.com/office/officeart/2005/8/layout/process2"/>
    <dgm:cxn modelId="{FCDF07B3-5577-4CF2-AEB6-F200CC6E15D5}" type="presOf" srcId="{7F313A88-D3BD-4574-BABE-4A4741E2DBDF}" destId="{AF3D85F0-72F2-4F67-87E2-E968149E4678}" srcOrd="0" destOrd="0" presId="urn:microsoft.com/office/officeart/2005/8/layout/process2"/>
    <dgm:cxn modelId="{F97D93B7-668C-4A71-9B8E-0DF7EFEDADFF}" type="presOf" srcId="{72B17BF6-63CD-40AB-AADA-19FEB0F2793E}" destId="{0234C6C3-BEA9-4B69-AAEE-53664E13040F}" srcOrd="0" destOrd="0" presId="urn:microsoft.com/office/officeart/2005/8/layout/process2"/>
    <dgm:cxn modelId="{28CE01BD-307C-4F66-AFED-924F4E2EC7FF}" type="presOf" srcId="{23F1F9A8-C959-4388-A824-5008B02B7CD3}" destId="{BEE21E30-2DDD-4182-854A-725029243D7C}" srcOrd="1" destOrd="0" presId="urn:microsoft.com/office/officeart/2005/8/layout/process2"/>
    <dgm:cxn modelId="{5E05A8BD-A386-43BD-BBE3-E6F49D3B2E21}" type="presOf" srcId="{20870F08-AA1F-4E58-A9D4-7C8CE0CB2FD9}" destId="{C60FC087-FEFB-49A3-92E2-D2A5A292C2D5}" srcOrd="1" destOrd="0" presId="urn:microsoft.com/office/officeart/2005/8/layout/process2"/>
    <dgm:cxn modelId="{CC36DABD-C807-41C7-AE91-D008A2D79C76}" type="presOf" srcId="{20870F08-AA1F-4E58-A9D4-7C8CE0CB2FD9}" destId="{66E79B89-0DC6-4C62-97CC-30E12CDBC28C}" srcOrd="0" destOrd="0" presId="urn:microsoft.com/office/officeart/2005/8/layout/process2"/>
    <dgm:cxn modelId="{25474EC8-6870-4D6E-B2F3-2B3544A6E7D6}" type="presOf" srcId="{FD8BB8DB-57AD-4258-878C-AF4ADF9EBE67}" destId="{DD23B297-D832-4D5B-A073-B051F73CD0EF}" srcOrd="0" destOrd="0" presId="urn:microsoft.com/office/officeart/2005/8/layout/process2"/>
    <dgm:cxn modelId="{EDA6F2D0-252E-489D-9073-2B33AAC589E6}" type="presOf" srcId="{5181F634-72C4-45E9-B96C-56652B1B73C5}" destId="{423FBD3D-1C3F-4433-8292-D35D88FF6337}" srcOrd="0" destOrd="0" presId="urn:microsoft.com/office/officeart/2005/8/layout/process2"/>
    <dgm:cxn modelId="{AC11F8E9-1F5A-4C2B-AC9A-ACEA447ED1DF}" type="presParOf" srcId="{423FBD3D-1C3F-4433-8292-D35D88FF6337}" destId="{AF3D85F0-72F2-4F67-87E2-E968149E4678}" srcOrd="0" destOrd="0" presId="urn:microsoft.com/office/officeart/2005/8/layout/process2"/>
    <dgm:cxn modelId="{034706C0-9C72-4A7A-9E99-06BF1AAEECB7}" type="presParOf" srcId="{423FBD3D-1C3F-4433-8292-D35D88FF6337}" destId="{66E79B89-0DC6-4C62-97CC-30E12CDBC28C}" srcOrd="1" destOrd="0" presId="urn:microsoft.com/office/officeart/2005/8/layout/process2"/>
    <dgm:cxn modelId="{4495E5AE-2243-4F05-8E13-BFAC14ADC6B8}" type="presParOf" srcId="{66E79B89-0DC6-4C62-97CC-30E12CDBC28C}" destId="{C60FC087-FEFB-49A3-92E2-D2A5A292C2D5}" srcOrd="0" destOrd="0" presId="urn:microsoft.com/office/officeart/2005/8/layout/process2"/>
    <dgm:cxn modelId="{08BE9BC7-6B1F-4A27-B870-708E9E8F3757}" type="presParOf" srcId="{423FBD3D-1C3F-4433-8292-D35D88FF6337}" destId="{DD23B297-D832-4D5B-A073-B051F73CD0EF}" srcOrd="2" destOrd="0" presId="urn:microsoft.com/office/officeart/2005/8/layout/process2"/>
    <dgm:cxn modelId="{4EDFAA0D-F623-449A-809C-4D02DCCB711F}" type="presParOf" srcId="{423FBD3D-1C3F-4433-8292-D35D88FF6337}" destId="{6A6B723D-6EA0-4A2D-9DC5-6198C6D3EA84}" srcOrd="3" destOrd="0" presId="urn:microsoft.com/office/officeart/2005/8/layout/process2"/>
    <dgm:cxn modelId="{E2F26347-ACE6-4778-8523-5B1B6CED0ED7}" type="presParOf" srcId="{6A6B723D-6EA0-4A2D-9DC5-6198C6D3EA84}" destId="{BEE21E30-2DDD-4182-854A-725029243D7C}" srcOrd="0" destOrd="0" presId="urn:microsoft.com/office/officeart/2005/8/layout/process2"/>
    <dgm:cxn modelId="{B37CCAFF-0981-458B-AC24-141E5DB02573}" type="presParOf" srcId="{423FBD3D-1C3F-4433-8292-D35D88FF6337}" destId="{0234C6C3-BEA9-4B69-AAEE-53664E13040F}"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5181F634-72C4-45E9-B96C-56652B1B73C5}"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7F313A88-D3BD-4574-BABE-4A4741E2DBDF}">
      <dgm:prSet phldrT="[Testo]" phldr="0"/>
      <dgm:spPr>
        <a:solidFill>
          <a:schemeClr val="bg1"/>
        </a:solidFill>
        <a:ln>
          <a:solidFill>
            <a:schemeClr val="tx1"/>
          </a:solidFill>
        </a:ln>
      </dgm:spPr>
      <dgm:t>
        <a:bodyPr/>
        <a:lstStyle/>
        <a:p>
          <a:r>
            <a:rPr lang="it-IT" dirty="0">
              <a:solidFill>
                <a:schemeClr val="tx1"/>
              </a:solidFill>
            </a:rPr>
            <a:t>Business Case </a:t>
          </a:r>
          <a:endParaRPr lang="en-US" dirty="0">
            <a:solidFill>
              <a:schemeClr val="tx1"/>
            </a:solidFill>
          </a:endParaRPr>
        </a:p>
      </dgm:t>
    </dgm:pt>
    <dgm:pt modelId="{C3BE74FE-1886-4A45-A877-A5BF0C433D40}" type="parTrans" cxnId="{BFD09E25-E560-4364-88F7-72962000FFDF}">
      <dgm:prSet/>
      <dgm:spPr/>
      <dgm:t>
        <a:bodyPr/>
        <a:lstStyle/>
        <a:p>
          <a:endParaRPr lang="en-US"/>
        </a:p>
      </dgm:t>
    </dgm:pt>
    <dgm:pt modelId="{20870F08-AA1F-4E58-A9D4-7C8CE0CB2FD9}" type="sibTrans" cxnId="{BFD09E25-E560-4364-88F7-72962000FFDF}">
      <dgm:prSet/>
      <dgm:spPr/>
      <dgm:t>
        <a:bodyPr/>
        <a:lstStyle/>
        <a:p>
          <a:endParaRPr lang="en-US"/>
        </a:p>
      </dgm:t>
    </dgm:pt>
    <dgm:pt modelId="{FD8BB8DB-57AD-4258-878C-AF4ADF9EBE67}">
      <dgm:prSet phldrT="[Testo]" phldr="0"/>
      <dgm:spPr>
        <a:solidFill>
          <a:srgbClr val="FFC000"/>
        </a:solidFill>
        <a:ln>
          <a:solidFill>
            <a:schemeClr val="tx1"/>
          </a:solidFill>
        </a:ln>
      </dgm:spPr>
      <dgm:t>
        <a:bodyPr/>
        <a:lstStyle/>
        <a:p>
          <a:r>
            <a:rPr lang="it-IT" dirty="0" err="1">
              <a:solidFill>
                <a:schemeClr val="tx1"/>
              </a:solidFill>
            </a:rPr>
            <a:t>Summary</a:t>
          </a:r>
          <a:endParaRPr lang="en-US" dirty="0">
            <a:solidFill>
              <a:schemeClr val="tx1"/>
            </a:solidFill>
          </a:endParaRPr>
        </a:p>
      </dgm:t>
    </dgm:pt>
    <dgm:pt modelId="{94AD382F-CAC3-4D46-8221-D5B84A8133BA}" type="parTrans" cxnId="{93D81B3B-CBBA-40D6-AD44-C49F5450685A}">
      <dgm:prSet/>
      <dgm:spPr/>
      <dgm:t>
        <a:bodyPr/>
        <a:lstStyle/>
        <a:p>
          <a:endParaRPr lang="en-US"/>
        </a:p>
      </dgm:t>
    </dgm:pt>
    <dgm:pt modelId="{23F1F9A8-C959-4388-A824-5008B02B7CD3}" type="sibTrans" cxnId="{93D81B3B-CBBA-40D6-AD44-C49F5450685A}">
      <dgm:prSet/>
      <dgm:spPr/>
      <dgm:t>
        <a:bodyPr/>
        <a:lstStyle/>
        <a:p>
          <a:endParaRPr lang="en-US"/>
        </a:p>
      </dgm:t>
    </dgm:pt>
    <dgm:pt modelId="{72B17BF6-63CD-40AB-AADA-19FEB0F2793E}">
      <dgm:prSet phldrT="[Testo]" phldr="0"/>
      <dgm:spPr>
        <a:solidFill>
          <a:schemeClr val="bg1"/>
        </a:solidFill>
        <a:ln>
          <a:solidFill>
            <a:schemeClr val="tx1"/>
          </a:solidFill>
        </a:ln>
      </dgm:spPr>
      <dgm:t>
        <a:bodyPr/>
        <a:lstStyle/>
        <a:p>
          <a:r>
            <a:rPr lang="it-IT" dirty="0" err="1">
              <a:solidFill>
                <a:schemeClr val="tx1"/>
              </a:solidFill>
            </a:rPr>
            <a:t>Detail</a:t>
          </a:r>
          <a:endParaRPr lang="en-US" dirty="0">
            <a:solidFill>
              <a:schemeClr val="tx1"/>
            </a:solidFill>
          </a:endParaRPr>
        </a:p>
      </dgm:t>
    </dgm:pt>
    <dgm:pt modelId="{FEEB60C5-202C-46AB-A113-00858E72083F}" type="parTrans" cxnId="{74EF5C0F-2E86-48ED-830D-4496F021F868}">
      <dgm:prSet/>
      <dgm:spPr/>
      <dgm:t>
        <a:bodyPr/>
        <a:lstStyle/>
        <a:p>
          <a:endParaRPr lang="en-US"/>
        </a:p>
      </dgm:t>
    </dgm:pt>
    <dgm:pt modelId="{AABD94F6-3567-41A7-A75D-B644387DB0CB}" type="sibTrans" cxnId="{74EF5C0F-2E86-48ED-830D-4496F021F868}">
      <dgm:prSet/>
      <dgm:spPr/>
      <dgm:t>
        <a:bodyPr/>
        <a:lstStyle/>
        <a:p>
          <a:endParaRPr lang="en-US"/>
        </a:p>
      </dgm:t>
    </dgm:pt>
    <dgm:pt modelId="{423FBD3D-1C3F-4433-8292-D35D88FF6337}" type="pres">
      <dgm:prSet presAssocID="{5181F634-72C4-45E9-B96C-56652B1B73C5}" presName="linearFlow" presStyleCnt="0">
        <dgm:presLayoutVars>
          <dgm:resizeHandles val="exact"/>
        </dgm:presLayoutVars>
      </dgm:prSet>
      <dgm:spPr/>
    </dgm:pt>
    <dgm:pt modelId="{AF3D85F0-72F2-4F67-87E2-E968149E4678}" type="pres">
      <dgm:prSet presAssocID="{7F313A88-D3BD-4574-BABE-4A4741E2DBDF}" presName="node" presStyleLbl="node1" presStyleIdx="0" presStyleCnt="3">
        <dgm:presLayoutVars>
          <dgm:bulletEnabled val="1"/>
        </dgm:presLayoutVars>
      </dgm:prSet>
      <dgm:spPr/>
    </dgm:pt>
    <dgm:pt modelId="{66E79B89-0DC6-4C62-97CC-30E12CDBC28C}" type="pres">
      <dgm:prSet presAssocID="{20870F08-AA1F-4E58-A9D4-7C8CE0CB2FD9}" presName="sibTrans" presStyleLbl="sibTrans2D1" presStyleIdx="0" presStyleCnt="2"/>
      <dgm:spPr/>
    </dgm:pt>
    <dgm:pt modelId="{C60FC087-FEFB-49A3-92E2-D2A5A292C2D5}" type="pres">
      <dgm:prSet presAssocID="{20870F08-AA1F-4E58-A9D4-7C8CE0CB2FD9}" presName="connectorText" presStyleLbl="sibTrans2D1" presStyleIdx="0" presStyleCnt="2"/>
      <dgm:spPr/>
    </dgm:pt>
    <dgm:pt modelId="{DD23B297-D832-4D5B-A073-B051F73CD0EF}" type="pres">
      <dgm:prSet presAssocID="{FD8BB8DB-57AD-4258-878C-AF4ADF9EBE67}" presName="node" presStyleLbl="node1" presStyleIdx="1" presStyleCnt="3">
        <dgm:presLayoutVars>
          <dgm:bulletEnabled val="1"/>
        </dgm:presLayoutVars>
      </dgm:prSet>
      <dgm:spPr/>
    </dgm:pt>
    <dgm:pt modelId="{6A6B723D-6EA0-4A2D-9DC5-6198C6D3EA84}" type="pres">
      <dgm:prSet presAssocID="{23F1F9A8-C959-4388-A824-5008B02B7CD3}" presName="sibTrans" presStyleLbl="sibTrans2D1" presStyleIdx="1" presStyleCnt="2"/>
      <dgm:spPr/>
    </dgm:pt>
    <dgm:pt modelId="{BEE21E30-2DDD-4182-854A-725029243D7C}" type="pres">
      <dgm:prSet presAssocID="{23F1F9A8-C959-4388-A824-5008B02B7CD3}" presName="connectorText" presStyleLbl="sibTrans2D1" presStyleIdx="1" presStyleCnt="2"/>
      <dgm:spPr/>
    </dgm:pt>
    <dgm:pt modelId="{0234C6C3-BEA9-4B69-AAEE-53664E13040F}" type="pres">
      <dgm:prSet presAssocID="{72B17BF6-63CD-40AB-AADA-19FEB0F2793E}" presName="node" presStyleLbl="node1" presStyleIdx="2" presStyleCnt="3">
        <dgm:presLayoutVars>
          <dgm:bulletEnabled val="1"/>
        </dgm:presLayoutVars>
      </dgm:prSet>
      <dgm:spPr/>
    </dgm:pt>
  </dgm:ptLst>
  <dgm:cxnLst>
    <dgm:cxn modelId="{74EF5C0F-2E86-48ED-830D-4496F021F868}" srcId="{5181F634-72C4-45E9-B96C-56652B1B73C5}" destId="{72B17BF6-63CD-40AB-AADA-19FEB0F2793E}" srcOrd="2" destOrd="0" parTransId="{FEEB60C5-202C-46AB-A113-00858E72083F}" sibTransId="{AABD94F6-3567-41A7-A75D-B644387DB0CB}"/>
    <dgm:cxn modelId="{BFD09E25-E560-4364-88F7-72962000FFDF}" srcId="{5181F634-72C4-45E9-B96C-56652B1B73C5}" destId="{7F313A88-D3BD-4574-BABE-4A4741E2DBDF}" srcOrd="0" destOrd="0" parTransId="{C3BE74FE-1886-4A45-A877-A5BF0C433D40}" sibTransId="{20870F08-AA1F-4E58-A9D4-7C8CE0CB2FD9}"/>
    <dgm:cxn modelId="{93D81B3B-CBBA-40D6-AD44-C49F5450685A}" srcId="{5181F634-72C4-45E9-B96C-56652B1B73C5}" destId="{FD8BB8DB-57AD-4258-878C-AF4ADF9EBE67}" srcOrd="1" destOrd="0" parTransId="{94AD382F-CAC3-4D46-8221-D5B84A8133BA}" sibTransId="{23F1F9A8-C959-4388-A824-5008B02B7CD3}"/>
    <dgm:cxn modelId="{E1041E42-BD8C-46DC-91CF-6414E48794D6}" type="presOf" srcId="{23F1F9A8-C959-4388-A824-5008B02B7CD3}" destId="{6A6B723D-6EA0-4A2D-9DC5-6198C6D3EA84}" srcOrd="0" destOrd="0" presId="urn:microsoft.com/office/officeart/2005/8/layout/process2"/>
    <dgm:cxn modelId="{FCDF07B3-5577-4CF2-AEB6-F200CC6E15D5}" type="presOf" srcId="{7F313A88-D3BD-4574-BABE-4A4741E2DBDF}" destId="{AF3D85F0-72F2-4F67-87E2-E968149E4678}" srcOrd="0" destOrd="0" presId="urn:microsoft.com/office/officeart/2005/8/layout/process2"/>
    <dgm:cxn modelId="{F97D93B7-668C-4A71-9B8E-0DF7EFEDADFF}" type="presOf" srcId="{72B17BF6-63CD-40AB-AADA-19FEB0F2793E}" destId="{0234C6C3-BEA9-4B69-AAEE-53664E13040F}" srcOrd="0" destOrd="0" presId="urn:microsoft.com/office/officeart/2005/8/layout/process2"/>
    <dgm:cxn modelId="{28CE01BD-307C-4F66-AFED-924F4E2EC7FF}" type="presOf" srcId="{23F1F9A8-C959-4388-A824-5008B02B7CD3}" destId="{BEE21E30-2DDD-4182-854A-725029243D7C}" srcOrd="1" destOrd="0" presId="urn:microsoft.com/office/officeart/2005/8/layout/process2"/>
    <dgm:cxn modelId="{5E05A8BD-A386-43BD-BBE3-E6F49D3B2E21}" type="presOf" srcId="{20870F08-AA1F-4E58-A9D4-7C8CE0CB2FD9}" destId="{C60FC087-FEFB-49A3-92E2-D2A5A292C2D5}" srcOrd="1" destOrd="0" presId="urn:microsoft.com/office/officeart/2005/8/layout/process2"/>
    <dgm:cxn modelId="{CC36DABD-C807-41C7-AE91-D008A2D79C76}" type="presOf" srcId="{20870F08-AA1F-4E58-A9D4-7C8CE0CB2FD9}" destId="{66E79B89-0DC6-4C62-97CC-30E12CDBC28C}" srcOrd="0" destOrd="0" presId="urn:microsoft.com/office/officeart/2005/8/layout/process2"/>
    <dgm:cxn modelId="{25474EC8-6870-4D6E-B2F3-2B3544A6E7D6}" type="presOf" srcId="{FD8BB8DB-57AD-4258-878C-AF4ADF9EBE67}" destId="{DD23B297-D832-4D5B-A073-B051F73CD0EF}" srcOrd="0" destOrd="0" presId="urn:microsoft.com/office/officeart/2005/8/layout/process2"/>
    <dgm:cxn modelId="{EDA6F2D0-252E-489D-9073-2B33AAC589E6}" type="presOf" srcId="{5181F634-72C4-45E9-B96C-56652B1B73C5}" destId="{423FBD3D-1C3F-4433-8292-D35D88FF6337}" srcOrd="0" destOrd="0" presId="urn:microsoft.com/office/officeart/2005/8/layout/process2"/>
    <dgm:cxn modelId="{AC11F8E9-1F5A-4C2B-AC9A-ACEA447ED1DF}" type="presParOf" srcId="{423FBD3D-1C3F-4433-8292-D35D88FF6337}" destId="{AF3D85F0-72F2-4F67-87E2-E968149E4678}" srcOrd="0" destOrd="0" presId="urn:microsoft.com/office/officeart/2005/8/layout/process2"/>
    <dgm:cxn modelId="{034706C0-9C72-4A7A-9E99-06BF1AAEECB7}" type="presParOf" srcId="{423FBD3D-1C3F-4433-8292-D35D88FF6337}" destId="{66E79B89-0DC6-4C62-97CC-30E12CDBC28C}" srcOrd="1" destOrd="0" presId="urn:microsoft.com/office/officeart/2005/8/layout/process2"/>
    <dgm:cxn modelId="{4495E5AE-2243-4F05-8E13-BFAC14ADC6B8}" type="presParOf" srcId="{66E79B89-0DC6-4C62-97CC-30E12CDBC28C}" destId="{C60FC087-FEFB-49A3-92E2-D2A5A292C2D5}" srcOrd="0" destOrd="0" presId="urn:microsoft.com/office/officeart/2005/8/layout/process2"/>
    <dgm:cxn modelId="{08BE9BC7-6B1F-4A27-B870-708E9E8F3757}" type="presParOf" srcId="{423FBD3D-1C3F-4433-8292-D35D88FF6337}" destId="{DD23B297-D832-4D5B-A073-B051F73CD0EF}" srcOrd="2" destOrd="0" presId="urn:microsoft.com/office/officeart/2005/8/layout/process2"/>
    <dgm:cxn modelId="{4EDFAA0D-F623-449A-809C-4D02DCCB711F}" type="presParOf" srcId="{423FBD3D-1C3F-4433-8292-D35D88FF6337}" destId="{6A6B723D-6EA0-4A2D-9DC5-6198C6D3EA84}" srcOrd="3" destOrd="0" presId="urn:microsoft.com/office/officeart/2005/8/layout/process2"/>
    <dgm:cxn modelId="{E2F26347-ACE6-4778-8523-5B1B6CED0ED7}" type="presParOf" srcId="{6A6B723D-6EA0-4A2D-9DC5-6198C6D3EA84}" destId="{BEE21E30-2DDD-4182-854A-725029243D7C}" srcOrd="0" destOrd="0" presId="urn:microsoft.com/office/officeart/2005/8/layout/process2"/>
    <dgm:cxn modelId="{B37CCAFF-0981-458B-AC24-141E5DB02573}" type="presParOf" srcId="{423FBD3D-1C3F-4433-8292-D35D88FF6337}" destId="{0234C6C3-BEA9-4B69-AAEE-53664E13040F}"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5181F634-72C4-45E9-B96C-56652B1B73C5}"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7F313A88-D3BD-4574-BABE-4A4741E2DBDF}">
      <dgm:prSet phldrT="[Testo]" phldr="0"/>
      <dgm:spPr>
        <a:solidFill>
          <a:schemeClr val="bg1"/>
        </a:solidFill>
        <a:ln>
          <a:solidFill>
            <a:schemeClr val="tx1"/>
          </a:solidFill>
        </a:ln>
      </dgm:spPr>
      <dgm:t>
        <a:bodyPr/>
        <a:lstStyle/>
        <a:p>
          <a:r>
            <a:rPr lang="it-IT" dirty="0">
              <a:solidFill>
                <a:schemeClr val="tx1"/>
              </a:solidFill>
            </a:rPr>
            <a:t>Business Case </a:t>
          </a:r>
          <a:endParaRPr lang="en-US" dirty="0">
            <a:solidFill>
              <a:schemeClr val="tx1"/>
            </a:solidFill>
          </a:endParaRPr>
        </a:p>
      </dgm:t>
    </dgm:pt>
    <dgm:pt modelId="{C3BE74FE-1886-4A45-A877-A5BF0C433D40}" type="parTrans" cxnId="{BFD09E25-E560-4364-88F7-72962000FFDF}">
      <dgm:prSet/>
      <dgm:spPr/>
      <dgm:t>
        <a:bodyPr/>
        <a:lstStyle/>
        <a:p>
          <a:endParaRPr lang="en-US"/>
        </a:p>
      </dgm:t>
    </dgm:pt>
    <dgm:pt modelId="{20870F08-AA1F-4E58-A9D4-7C8CE0CB2FD9}" type="sibTrans" cxnId="{BFD09E25-E560-4364-88F7-72962000FFDF}">
      <dgm:prSet/>
      <dgm:spPr/>
      <dgm:t>
        <a:bodyPr/>
        <a:lstStyle/>
        <a:p>
          <a:endParaRPr lang="en-US"/>
        </a:p>
      </dgm:t>
    </dgm:pt>
    <dgm:pt modelId="{FD8BB8DB-57AD-4258-878C-AF4ADF9EBE67}">
      <dgm:prSet phldrT="[Testo]" phldr="0"/>
      <dgm:spPr>
        <a:solidFill>
          <a:srgbClr val="FFC000"/>
        </a:solidFill>
        <a:ln>
          <a:solidFill>
            <a:schemeClr val="tx1"/>
          </a:solidFill>
        </a:ln>
      </dgm:spPr>
      <dgm:t>
        <a:bodyPr/>
        <a:lstStyle/>
        <a:p>
          <a:r>
            <a:rPr lang="it-IT" dirty="0" err="1">
              <a:solidFill>
                <a:schemeClr val="tx1"/>
              </a:solidFill>
            </a:rPr>
            <a:t>Summary</a:t>
          </a:r>
          <a:endParaRPr lang="en-US" dirty="0">
            <a:solidFill>
              <a:schemeClr val="tx1"/>
            </a:solidFill>
          </a:endParaRPr>
        </a:p>
      </dgm:t>
    </dgm:pt>
    <dgm:pt modelId="{94AD382F-CAC3-4D46-8221-D5B84A8133BA}" type="parTrans" cxnId="{93D81B3B-CBBA-40D6-AD44-C49F5450685A}">
      <dgm:prSet/>
      <dgm:spPr/>
      <dgm:t>
        <a:bodyPr/>
        <a:lstStyle/>
        <a:p>
          <a:endParaRPr lang="en-US"/>
        </a:p>
      </dgm:t>
    </dgm:pt>
    <dgm:pt modelId="{23F1F9A8-C959-4388-A824-5008B02B7CD3}" type="sibTrans" cxnId="{93D81B3B-CBBA-40D6-AD44-C49F5450685A}">
      <dgm:prSet/>
      <dgm:spPr/>
      <dgm:t>
        <a:bodyPr/>
        <a:lstStyle/>
        <a:p>
          <a:endParaRPr lang="en-US"/>
        </a:p>
      </dgm:t>
    </dgm:pt>
    <dgm:pt modelId="{72B17BF6-63CD-40AB-AADA-19FEB0F2793E}">
      <dgm:prSet phldrT="[Testo]" phldr="0"/>
      <dgm:spPr>
        <a:solidFill>
          <a:schemeClr val="bg1"/>
        </a:solidFill>
        <a:ln>
          <a:solidFill>
            <a:schemeClr val="tx1"/>
          </a:solidFill>
        </a:ln>
      </dgm:spPr>
      <dgm:t>
        <a:bodyPr/>
        <a:lstStyle/>
        <a:p>
          <a:r>
            <a:rPr lang="it-IT" dirty="0" err="1">
              <a:solidFill>
                <a:schemeClr val="tx1"/>
              </a:solidFill>
            </a:rPr>
            <a:t>Detail</a:t>
          </a:r>
          <a:endParaRPr lang="en-US" dirty="0">
            <a:solidFill>
              <a:schemeClr val="tx1"/>
            </a:solidFill>
          </a:endParaRPr>
        </a:p>
      </dgm:t>
    </dgm:pt>
    <dgm:pt modelId="{FEEB60C5-202C-46AB-A113-00858E72083F}" type="parTrans" cxnId="{74EF5C0F-2E86-48ED-830D-4496F021F868}">
      <dgm:prSet/>
      <dgm:spPr/>
      <dgm:t>
        <a:bodyPr/>
        <a:lstStyle/>
        <a:p>
          <a:endParaRPr lang="en-US"/>
        </a:p>
      </dgm:t>
    </dgm:pt>
    <dgm:pt modelId="{AABD94F6-3567-41A7-A75D-B644387DB0CB}" type="sibTrans" cxnId="{74EF5C0F-2E86-48ED-830D-4496F021F868}">
      <dgm:prSet/>
      <dgm:spPr/>
      <dgm:t>
        <a:bodyPr/>
        <a:lstStyle/>
        <a:p>
          <a:endParaRPr lang="en-US"/>
        </a:p>
      </dgm:t>
    </dgm:pt>
    <dgm:pt modelId="{423FBD3D-1C3F-4433-8292-D35D88FF6337}" type="pres">
      <dgm:prSet presAssocID="{5181F634-72C4-45E9-B96C-56652B1B73C5}" presName="linearFlow" presStyleCnt="0">
        <dgm:presLayoutVars>
          <dgm:resizeHandles val="exact"/>
        </dgm:presLayoutVars>
      </dgm:prSet>
      <dgm:spPr/>
    </dgm:pt>
    <dgm:pt modelId="{AF3D85F0-72F2-4F67-87E2-E968149E4678}" type="pres">
      <dgm:prSet presAssocID="{7F313A88-D3BD-4574-BABE-4A4741E2DBDF}" presName="node" presStyleLbl="node1" presStyleIdx="0" presStyleCnt="3">
        <dgm:presLayoutVars>
          <dgm:bulletEnabled val="1"/>
        </dgm:presLayoutVars>
      </dgm:prSet>
      <dgm:spPr/>
    </dgm:pt>
    <dgm:pt modelId="{66E79B89-0DC6-4C62-97CC-30E12CDBC28C}" type="pres">
      <dgm:prSet presAssocID="{20870F08-AA1F-4E58-A9D4-7C8CE0CB2FD9}" presName="sibTrans" presStyleLbl="sibTrans2D1" presStyleIdx="0" presStyleCnt="2"/>
      <dgm:spPr/>
    </dgm:pt>
    <dgm:pt modelId="{C60FC087-FEFB-49A3-92E2-D2A5A292C2D5}" type="pres">
      <dgm:prSet presAssocID="{20870F08-AA1F-4E58-A9D4-7C8CE0CB2FD9}" presName="connectorText" presStyleLbl="sibTrans2D1" presStyleIdx="0" presStyleCnt="2"/>
      <dgm:spPr/>
    </dgm:pt>
    <dgm:pt modelId="{DD23B297-D832-4D5B-A073-B051F73CD0EF}" type="pres">
      <dgm:prSet presAssocID="{FD8BB8DB-57AD-4258-878C-AF4ADF9EBE67}" presName="node" presStyleLbl="node1" presStyleIdx="1" presStyleCnt="3">
        <dgm:presLayoutVars>
          <dgm:bulletEnabled val="1"/>
        </dgm:presLayoutVars>
      </dgm:prSet>
      <dgm:spPr/>
    </dgm:pt>
    <dgm:pt modelId="{6A6B723D-6EA0-4A2D-9DC5-6198C6D3EA84}" type="pres">
      <dgm:prSet presAssocID="{23F1F9A8-C959-4388-A824-5008B02B7CD3}" presName="sibTrans" presStyleLbl="sibTrans2D1" presStyleIdx="1" presStyleCnt="2"/>
      <dgm:spPr/>
    </dgm:pt>
    <dgm:pt modelId="{BEE21E30-2DDD-4182-854A-725029243D7C}" type="pres">
      <dgm:prSet presAssocID="{23F1F9A8-C959-4388-A824-5008B02B7CD3}" presName="connectorText" presStyleLbl="sibTrans2D1" presStyleIdx="1" presStyleCnt="2"/>
      <dgm:spPr/>
    </dgm:pt>
    <dgm:pt modelId="{0234C6C3-BEA9-4B69-AAEE-53664E13040F}" type="pres">
      <dgm:prSet presAssocID="{72B17BF6-63CD-40AB-AADA-19FEB0F2793E}" presName="node" presStyleLbl="node1" presStyleIdx="2" presStyleCnt="3">
        <dgm:presLayoutVars>
          <dgm:bulletEnabled val="1"/>
        </dgm:presLayoutVars>
      </dgm:prSet>
      <dgm:spPr/>
    </dgm:pt>
  </dgm:ptLst>
  <dgm:cxnLst>
    <dgm:cxn modelId="{74EF5C0F-2E86-48ED-830D-4496F021F868}" srcId="{5181F634-72C4-45E9-B96C-56652B1B73C5}" destId="{72B17BF6-63CD-40AB-AADA-19FEB0F2793E}" srcOrd="2" destOrd="0" parTransId="{FEEB60C5-202C-46AB-A113-00858E72083F}" sibTransId="{AABD94F6-3567-41A7-A75D-B644387DB0CB}"/>
    <dgm:cxn modelId="{BFD09E25-E560-4364-88F7-72962000FFDF}" srcId="{5181F634-72C4-45E9-B96C-56652B1B73C5}" destId="{7F313A88-D3BD-4574-BABE-4A4741E2DBDF}" srcOrd="0" destOrd="0" parTransId="{C3BE74FE-1886-4A45-A877-A5BF0C433D40}" sibTransId="{20870F08-AA1F-4E58-A9D4-7C8CE0CB2FD9}"/>
    <dgm:cxn modelId="{93D81B3B-CBBA-40D6-AD44-C49F5450685A}" srcId="{5181F634-72C4-45E9-B96C-56652B1B73C5}" destId="{FD8BB8DB-57AD-4258-878C-AF4ADF9EBE67}" srcOrd="1" destOrd="0" parTransId="{94AD382F-CAC3-4D46-8221-D5B84A8133BA}" sibTransId="{23F1F9A8-C959-4388-A824-5008B02B7CD3}"/>
    <dgm:cxn modelId="{E1041E42-BD8C-46DC-91CF-6414E48794D6}" type="presOf" srcId="{23F1F9A8-C959-4388-A824-5008B02B7CD3}" destId="{6A6B723D-6EA0-4A2D-9DC5-6198C6D3EA84}" srcOrd="0" destOrd="0" presId="urn:microsoft.com/office/officeart/2005/8/layout/process2"/>
    <dgm:cxn modelId="{FCDF07B3-5577-4CF2-AEB6-F200CC6E15D5}" type="presOf" srcId="{7F313A88-D3BD-4574-BABE-4A4741E2DBDF}" destId="{AF3D85F0-72F2-4F67-87E2-E968149E4678}" srcOrd="0" destOrd="0" presId="urn:microsoft.com/office/officeart/2005/8/layout/process2"/>
    <dgm:cxn modelId="{F97D93B7-668C-4A71-9B8E-0DF7EFEDADFF}" type="presOf" srcId="{72B17BF6-63CD-40AB-AADA-19FEB0F2793E}" destId="{0234C6C3-BEA9-4B69-AAEE-53664E13040F}" srcOrd="0" destOrd="0" presId="urn:microsoft.com/office/officeart/2005/8/layout/process2"/>
    <dgm:cxn modelId="{28CE01BD-307C-4F66-AFED-924F4E2EC7FF}" type="presOf" srcId="{23F1F9A8-C959-4388-A824-5008B02B7CD3}" destId="{BEE21E30-2DDD-4182-854A-725029243D7C}" srcOrd="1" destOrd="0" presId="urn:microsoft.com/office/officeart/2005/8/layout/process2"/>
    <dgm:cxn modelId="{5E05A8BD-A386-43BD-BBE3-E6F49D3B2E21}" type="presOf" srcId="{20870F08-AA1F-4E58-A9D4-7C8CE0CB2FD9}" destId="{C60FC087-FEFB-49A3-92E2-D2A5A292C2D5}" srcOrd="1" destOrd="0" presId="urn:microsoft.com/office/officeart/2005/8/layout/process2"/>
    <dgm:cxn modelId="{CC36DABD-C807-41C7-AE91-D008A2D79C76}" type="presOf" srcId="{20870F08-AA1F-4E58-A9D4-7C8CE0CB2FD9}" destId="{66E79B89-0DC6-4C62-97CC-30E12CDBC28C}" srcOrd="0" destOrd="0" presId="urn:microsoft.com/office/officeart/2005/8/layout/process2"/>
    <dgm:cxn modelId="{25474EC8-6870-4D6E-B2F3-2B3544A6E7D6}" type="presOf" srcId="{FD8BB8DB-57AD-4258-878C-AF4ADF9EBE67}" destId="{DD23B297-D832-4D5B-A073-B051F73CD0EF}" srcOrd="0" destOrd="0" presId="urn:microsoft.com/office/officeart/2005/8/layout/process2"/>
    <dgm:cxn modelId="{EDA6F2D0-252E-489D-9073-2B33AAC589E6}" type="presOf" srcId="{5181F634-72C4-45E9-B96C-56652B1B73C5}" destId="{423FBD3D-1C3F-4433-8292-D35D88FF6337}" srcOrd="0" destOrd="0" presId="urn:microsoft.com/office/officeart/2005/8/layout/process2"/>
    <dgm:cxn modelId="{AC11F8E9-1F5A-4C2B-AC9A-ACEA447ED1DF}" type="presParOf" srcId="{423FBD3D-1C3F-4433-8292-D35D88FF6337}" destId="{AF3D85F0-72F2-4F67-87E2-E968149E4678}" srcOrd="0" destOrd="0" presId="urn:microsoft.com/office/officeart/2005/8/layout/process2"/>
    <dgm:cxn modelId="{034706C0-9C72-4A7A-9E99-06BF1AAEECB7}" type="presParOf" srcId="{423FBD3D-1C3F-4433-8292-D35D88FF6337}" destId="{66E79B89-0DC6-4C62-97CC-30E12CDBC28C}" srcOrd="1" destOrd="0" presId="urn:microsoft.com/office/officeart/2005/8/layout/process2"/>
    <dgm:cxn modelId="{4495E5AE-2243-4F05-8E13-BFAC14ADC6B8}" type="presParOf" srcId="{66E79B89-0DC6-4C62-97CC-30E12CDBC28C}" destId="{C60FC087-FEFB-49A3-92E2-D2A5A292C2D5}" srcOrd="0" destOrd="0" presId="urn:microsoft.com/office/officeart/2005/8/layout/process2"/>
    <dgm:cxn modelId="{08BE9BC7-6B1F-4A27-B870-708E9E8F3757}" type="presParOf" srcId="{423FBD3D-1C3F-4433-8292-D35D88FF6337}" destId="{DD23B297-D832-4D5B-A073-B051F73CD0EF}" srcOrd="2" destOrd="0" presId="urn:microsoft.com/office/officeart/2005/8/layout/process2"/>
    <dgm:cxn modelId="{4EDFAA0D-F623-449A-809C-4D02DCCB711F}" type="presParOf" srcId="{423FBD3D-1C3F-4433-8292-D35D88FF6337}" destId="{6A6B723D-6EA0-4A2D-9DC5-6198C6D3EA84}" srcOrd="3" destOrd="0" presId="urn:microsoft.com/office/officeart/2005/8/layout/process2"/>
    <dgm:cxn modelId="{E2F26347-ACE6-4778-8523-5B1B6CED0ED7}" type="presParOf" srcId="{6A6B723D-6EA0-4A2D-9DC5-6198C6D3EA84}" destId="{BEE21E30-2DDD-4182-854A-725029243D7C}" srcOrd="0" destOrd="0" presId="urn:microsoft.com/office/officeart/2005/8/layout/process2"/>
    <dgm:cxn modelId="{B37CCAFF-0981-458B-AC24-141E5DB02573}" type="presParOf" srcId="{423FBD3D-1C3F-4433-8292-D35D88FF6337}" destId="{0234C6C3-BEA9-4B69-AAEE-53664E13040F}"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5181F634-72C4-45E9-B96C-56652B1B73C5}"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7F313A88-D3BD-4574-BABE-4A4741E2DBDF}">
      <dgm:prSet phldrT="[Testo]" phldr="0"/>
      <dgm:spPr>
        <a:solidFill>
          <a:schemeClr val="bg1"/>
        </a:solidFill>
        <a:ln>
          <a:solidFill>
            <a:schemeClr val="tx1"/>
          </a:solidFill>
        </a:ln>
      </dgm:spPr>
      <dgm:t>
        <a:bodyPr/>
        <a:lstStyle/>
        <a:p>
          <a:r>
            <a:rPr lang="it-IT" dirty="0">
              <a:solidFill>
                <a:schemeClr val="tx1"/>
              </a:solidFill>
            </a:rPr>
            <a:t>Business Case </a:t>
          </a:r>
          <a:endParaRPr lang="en-US" dirty="0">
            <a:solidFill>
              <a:schemeClr val="tx1"/>
            </a:solidFill>
          </a:endParaRPr>
        </a:p>
      </dgm:t>
    </dgm:pt>
    <dgm:pt modelId="{C3BE74FE-1886-4A45-A877-A5BF0C433D40}" type="parTrans" cxnId="{BFD09E25-E560-4364-88F7-72962000FFDF}">
      <dgm:prSet/>
      <dgm:spPr/>
      <dgm:t>
        <a:bodyPr/>
        <a:lstStyle/>
        <a:p>
          <a:endParaRPr lang="en-US"/>
        </a:p>
      </dgm:t>
    </dgm:pt>
    <dgm:pt modelId="{20870F08-AA1F-4E58-A9D4-7C8CE0CB2FD9}" type="sibTrans" cxnId="{BFD09E25-E560-4364-88F7-72962000FFDF}">
      <dgm:prSet/>
      <dgm:spPr/>
      <dgm:t>
        <a:bodyPr/>
        <a:lstStyle/>
        <a:p>
          <a:endParaRPr lang="en-US"/>
        </a:p>
      </dgm:t>
    </dgm:pt>
    <dgm:pt modelId="{FD8BB8DB-57AD-4258-878C-AF4ADF9EBE67}">
      <dgm:prSet phldrT="[Testo]" phldr="0"/>
      <dgm:spPr>
        <a:solidFill>
          <a:srgbClr val="FFC000"/>
        </a:solidFill>
        <a:ln>
          <a:solidFill>
            <a:schemeClr val="tx1"/>
          </a:solidFill>
        </a:ln>
      </dgm:spPr>
      <dgm:t>
        <a:bodyPr/>
        <a:lstStyle/>
        <a:p>
          <a:r>
            <a:rPr lang="it-IT" dirty="0" err="1">
              <a:solidFill>
                <a:schemeClr val="tx1"/>
              </a:solidFill>
            </a:rPr>
            <a:t>Summary</a:t>
          </a:r>
          <a:endParaRPr lang="en-US" dirty="0">
            <a:solidFill>
              <a:schemeClr val="tx1"/>
            </a:solidFill>
          </a:endParaRPr>
        </a:p>
      </dgm:t>
    </dgm:pt>
    <dgm:pt modelId="{94AD382F-CAC3-4D46-8221-D5B84A8133BA}" type="parTrans" cxnId="{93D81B3B-CBBA-40D6-AD44-C49F5450685A}">
      <dgm:prSet/>
      <dgm:spPr/>
      <dgm:t>
        <a:bodyPr/>
        <a:lstStyle/>
        <a:p>
          <a:endParaRPr lang="en-US"/>
        </a:p>
      </dgm:t>
    </dgm:pt>
    <dgm:pt modelId="{23F1F9A8-C959-4388-A824-5008B02B7CD3}" type="sibTrans" cxnId="{93D81B3B-CBBA-40D6-AD44-C49F5450685A}">
      <dgm:prSet/>
      <dgm:spPr/>
      <dgm:t>
        <a:bodyPr/>
        <a:lstStyle/>
        <a:p>
          <a:endParaRPr lang="en-US"/>
        </a:p>
      </dgm:t>
    </dgm:pt>
    <dgm:pt modelId="{72B17BF6-63CD-40AB-AADA-19FEB0F2793E}">
      <dgm:prSet phldrT="[Testo]" phldr="0"/>
      <dgm:spPr>
        <a:solidFill>
          <a:schemeClr val="bg1"/>
        </a:solidFill>
        <a:ln>
          <a:solidFill>
            <a:schemeClr val="tx1"/>
          </a:solidFill>
        </a:ln>
      </dgm:spPr>
      <dgm:t>
        <a:bodyPr/>
        <a:lstStyle/>
        <a:p>
          <a:r>
            <a:rPr lang="it-IT" dirty="0" err="1">
              <a:solidFill>
                <a:schemeClr val="tx1"/>
              </a:solidFill>
            </a:rPr>
            <a:t>Detail</a:t>
          </a:r>
          <a:endParaRPr lang="en-US" dirty="0">
            <a:solidFill>
              <a:schemeClr val="tx1"/>
            </a:solidFill>
          </a:endParaRPr>
        </a:p>
      </dgm:t>
    </dgm:pt>
    <dgm:pt modelId="{FEEB60C5-202C-46AB-A113-00858E72083F}" type="parTrans" cxnId="{74EF5C0F-2E86-48ED-830D-4496F021F868}">
      <dgm:prSet/>
      <dgm:spPr/>
      <dgm:t>
        <a:bodyPr/>
        <a:lstStyle/>
        <a:p>
          <a:endParaRPr lang="en-US"/>
        </a:p>
      </dgm:t>
    </dgm:pt>
    <dgm:pt modelId="{AABD94F6-3567-41A7-A75D-B644387DB0CB}" type="sibTrans" cxnId="{74EF5C0F-2E86-48ED-830D-4496F021F868}">
      <dgm:prSet/>
      <dgm:spPr/>
      <dgm:t>
        <a:bodyPr/>
        <a:lstStyle/>
        <a:p>
          <a:endParaRPr lang="en-US"/>
        </a:p>
      </dgm:t>
    </dgm:pt>
    <dgm:pt modelId="{423FBD3D-1C3F-4433-8292-D35D88FF6337}" type="pres">
      <dgm:prSet presAssocID="{5181F634-72C4-45E9-B96C-56652B1B73C5}" presName="linearFlow" presStyleCnt="0">
        <dgm:presLayoutVars>
          <dgm:resizeHandles val="exact"/>
        </dgm:presLayoutVars>
      </dgm:prSet>
      <dgm:spPr/>
    </dgm:pt>
    <dgm:pt modelId="{AF3D85F0-72F2-4F67-87E2-E968149E4678}" type="pres">
      <dgm:prSet presAssocID="{7F313A88-D3BD-4574-BABE-4A4741E2DBDF}" presName="node" presStyleLbl="node1" presStyleIdx="0" presStyleCnt="3">
        <dgm:presLayoutVars>
          <dgm:bulletEnabled val="1"/>
        </dgm:presLayoutVars>
      </dgm:prSet>
      <dgm:spPr/>
    </dgm:pt>
    <dgm:pt modelId="{66E79B89-0DC6-4C62-97CC-30E12CDBC28C}" type="pres">
      <dgm:prSet presAssocID="{20870F08-AA1F-4E58-A9D4-7C8CE0CB2FD9}" presName="sibTrans" presStyleLbl="sibTrans2D1" presStyleIdx="0" presStyleCnt="2"/>
      <dgm:spPr/>
    </dgm:pt>
    <dgm:pt modelId="{C60FC087-FEFB-49A3-92E2-D2A5A292C2D5}" type="pres">
      <dgm:prSet presAssocID="{20870F08-AA1F-4E58-A9D4-7C8CE0CB2FD9}" presName="connectorText" presStyleLbl="sibTrans2D1" presStyleIdx="0" presStyleCnt="2"/>
      <dgm:spPr/>
    </dgm:pt>
    <dgm:pt modelId="{DD23B297-D832-4D5B-A073-B051F73CD0EF}" type="pres">
      <dgm:prSet presAssocID="{FD8BB8DB-57AD-4258-878C-AF4ADF9EBE67}" presName="node" presStyleLbl="node1" presStyleIdx="1" presStyleCnt="3">
        <dgm:presLayoutVars>
          <dgm:bulletEnabled val="1"/>
        </dgm:presLayoutVars>
      </dgm:prSet>
      <dgm:spPr/>
    </dgm:pt>
    <dgm:pt modelId="{6A6B723D-6EA0-4A2D-9DC5-6198C6D3EA84}" type="pres">
      <dgm:prSet presAssocID="{23F1F9A8-C959-4388-A824-5008B02B7CD3}" presName="sibTrans" presStyleLbl="sibTrans2D1" presStyleIdx="1" presStyleCnt="2"/>
      <dgm:spPr/>
    </dgm:pt>
    <dgm:pt modelId="{BEE21E30-2DDD-4182-854A-725029243D7C}" type="pres">
      <dgm:prSet presAssocID="{23F1F9A8-C959-4388-A824-5008B02B7CD3}" presName="connectorText" presStyleLbl="sibTrans2D1" presStyleIdx="1" presStyleCnt="2"/>
      <dgm:spPr/>
    </dgm:pt>
    <dgm:pt modelId="{0234C6C3-BEA9-4B69-AAEE-53664E13040F}" type="pres">
      <dgm:prSet presAssocID="{72B17BF6-63CD-40AB-AADA-19FEB0F2793E}" presName="node" presStyleLbl="node1" presStyleIdx="2" presStyleCnt="3">
        <dgm:presLayoutVars>
          <dgm:bulletEnabled val="1"/>
        </dgm:presLayoutVars>
      </dgm:prSet>
      <dgm:spPr/>
    </dgm:pt>
  </dgm:ptLst>
  <dgm:cxnLst>
    <dgm:cxn modelId="{74EF5C0F-2E86-48ED-830D-4496F021F868}" srcId="{5181F634-72C4-45E9-B96C-56652B1B73C5}" destId="{72B17BF6-63CD-40AB-AADA-19FEB0F2793E}" srcOrd="2" destOrd="0" parTransId="{FEEB60C5-202C-46AB-A113-00858E72083F}" sibTransId="{AABD94F6-3567-41A7-A75D-B644387DB0CB}"/>
    <dgm:cxn modelId="{BFD09E25-E560-4364-88F7-72962000FFDF}" srcId="{5181F634-72C4-45E9-B96C-56652B1B73C5}" destId="{7F313A88-D3BD-4574-BABE-4A4741E2DBDF}" srcOrd="0" destOrd="0" parTransId="{C3BE74FE-1886-4A45-A877-A5BF0C433D40}" sibTransId="{20870F08-AA1F-4E58-A9D4-7C8CE0CB2FD9}"/>
    <dgm:cxn modelId="{93D81B3B-CBBA-40D6-AD44-C49F5450685A}" srcId="{5181F634-72C4-45E9-B96C-56652B1B73C5}" destId="{FD8BB8DB-57AD-4258-878C-AF4ADF9EBE67}" srcOrd="1" destOrd="0" parTransId="{94AD382F-CAC3-4D46-8221-D5B84A8133BA}" sibTransId="{23F1F9A8-C959-4388-A824-5008B02B7CD3}"/>
    <dgm:cxn modelId="{E1041E42-BD8C-46DC-91CF-6414E48794D6}" type="presOf" srcId="{23F1F9A8-C959-4388-A824-5008B02B7CD3}" destId="{6A6B723D-6EA0-4A2D-9DC5-6198C6D3EA84}" srcOrd="0" destOrd="0" presId="urn:microsoft.com/office/officeart/2005/8/layout/process2"/>
    <dgm:cxn modelId="{FCDF07B3-5577-4CF2-AEB6-F200CC6E15D5}" type="presOf" srcId="{7F313A88-D3BD-4574-BABE-4A4741E2DBDF}" destId="{AF3D85F0-72F2-4F67-87E2-E968149E4678}" srcOrd="0" destOrd="0" presId="urn:microsoft.com/office/officeart/2005/8/layout/process2"/>
    <dgm:cxn modelId="{F97D93B7-668C-4A71-9B8E-0DF7EFEDADFF}" type="presOf" srcId="{72B17BF6-63CD-40AB-AADA-19FEB0F2793E}" destId="{0234C6C3-BEA9-4B69-AAEE-53664E13040F}" srcOrd="0" destOrd="0" presId="urn:microsoft.com/office/officeart/2005/8/layout/process2"/>
    <dgm:cxn modelId="{28CE01BD-307C-4F66-AFED-924F4E2EC7FF}" type="presOf" srcId="{23F1F9A8-C959-4388-A824-5008B02B7CD3}" destId="{BEE21E30-2DDD-4182-854A-725029243D7C}" srcOrd="1" destOrd="0" presId="urn:microsoft.com/office/officeart/2005/8/layout/process2"/>
    <dgm:cxn modelId="{5E05A8BD-A386-43BD-BBE3-E6F49D3B2E21}" type="presOf" srcId="{20870F08-AA1F-4E58-A9D4-7C8CE0CB2FD9}" destId="{C60FC087-FEFB-49A3-92E2-D2A5A292C2D5}" srcOrd="1" destOrd="0" presId="urn:microsoft.com/office/officeart/2005/8/layout/process2"/>
    <dgm:cxn modelId="{CC36DABD-C807-41C7-AE91-D008A2D79C76}" type="presOf" srcId="{20870F08-AA1F-4E58-A9D4-7C8CE0CB2FD9}" destId="{66E79B89-0DC6-4C62-97CC-30E12CDBC28C}" srcOrd="0" destOrd="0" presId="urn:microsoft.com/office/officeart/2005/8/layout/process2"/>
    <dgm:cxn modelId="{25474EC8-6870-4D6E-B2F3-2B3544A6E7D6}" type="presOf" srcId="{FD8BB8DB-57AD-4258-878C-AF4ADF9EBE67}" destId="{DD23B297-D832-4D5B-A073-B051F73CD0EF}" srcOrd="0" destOrd="0" presId="urn:microsoft.com/office/officeart/2005/8/layout/process2"/>
    <dgm:cxn modelId="{EDA6F2D0-252E-489D-9073-2B33AAC589E6}" type="presOf" srcId="{5181F634-72C4-45E9-B96C-56652B1B73C5}" destId="{423FBD3D-1C3F-4433-8292-D35D88FF6337}" srcOrd="0" destOrd="0" presId="urn:microsoft.com/office/officeart/2005/8/layout/process2"/>
    <dgm:cxn modelId="{AC11F8E9-1F5A-4C2B-AC9A-ACEA447ED1DF}" type="presParOf" srcId="{423FBD3D-1C3F-4433-8292-D35D88FF6337}" destId="{AF3D85F0-72F2-4F67-87E2-E968149E4678}" srcOrd="0" destOrd="0" presId="urn:microsoft.com/office/officeart/2005/8/layout/process2"/>
    <dgm:cxn modelId="{034706C0-9C72-4A7A-9E99-06BF1AAEECB7}" type="presParOf" srcId="{423FBD3D-1C3F-4433-8292-D35D88FF6337}" destId="{66E79B89-0DC6-4C62-97CC-30E12CDBC28C}" srcOrd="1" destOrd="0" presId="urn:microsoft.com/office/officeart/2005/8/layout/process2"/>
    <dgm:cxn modelId="{4495E5AE-2243-4F05-8E13-BFAC14ADC6B8}" type="presParOf" srcId="{66E79B89-0DC6-4C62-97CC-30E12CDBC28C}" destId="{C60FC087-FEFB-49A3-92E2-D2A5A292C2D5}" srcOrd="0" destOrd="0" presId="urn:microsoft.com/office/officeart/2005/8/layout/process2"/>
    <dgm:cxn modelId="{08BE9BC7-6B1F-4A27-B870-708E9E8F3757}" type="presParOf" srcId="{423FBD3D-1C3F-4433-8292-D35D88FF6337}" destId="{DD23B297-D832-4D5B-A073-B051F73CD0EF}" srcOrd="2" destOrd="0" presId="urn:microsoft.com/office/officeart/2005/8/layout/process2"/>
    <dgm:cxn modelId="{4EDFAA0D-F623-449A-809C-4D02DCCB711F}" type="presParOf" srcId="{423FBD3D-1C3F-4433-8292-D35D88FF6337}" destId="{6A6B723D-6EA0-4A2D-9DC5-6198C6D3EA84}" srcOrd="3" destOrd="0" presId="urn:microsoft.com/office/officeart/2005/8/layout/process2"/>
    <dgm:cxn modelId="{E2F26347-ACE6-4778-8523-5B1B6CED0ED7}" type="presParOf" srcId="{6A6B723D-6EA0-4A2D-9DC5-6198C6D3EA84}" destId="{BEE21E30-2DDD-4182-854A-725029243D7C}" srcOrd="0" destOrd="0" presId="urn:microsoft.com/office/officeart/2005/8/layout/process2"/>
    <dgm:cxn modelId="{B37CCAFF-0981-458B-AC24-141E5DB02573}" type="presParOf" srcId="{423FBD3D-1C3F-4433-8292-D35D88FF6337}" destId="{0234C6C3-BEA9-4B69-AAEE-53664E13040F}"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5181F634-72C4-45E9-B96C-56652B1B73C5}"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7F313A88-D3BD-4574-BABE-4A4741E2DBDF}">
      <dgm:prSet phldrT="[Testo]" phldr="0"/>
      <dgm:spPr>
        <a:solidFill>
          <a:schemeClr val="bg1"/>
        </a:solidFill>
        <a:ln>
          <a:solidFill>
            <a:schemeClr val="tx1"/>
          </a:solidFill>
        </a:ln>
      </dgm:spPr>
      <dgm:t>
        <a:bodyPr/>
        <a:lstStyle/>
        <a:p>
          <a:r>
            <a:rPr lang="it-IT" dirty="0">
              <a:solidFill>
                <a:schemeClr val="tx1"/>
              </a:solidFill>
            </a:rPr>
            <a:t>Business Case </a:t>
          </a:r>
          <a:endParaRPr lang="en-US" dirty="0">
            <a:solidFill>
              <a:schemeClr val="tx1"/>
            </a:solidFill>
          </a:endParaRPr>
        </a:p>
      </dgm:t>
    </dgm:pt>
    <dgm:pt modelId="{C3BE74FE-1886-4A45-A877-A5BF0C433D40}" type="parTrans" cxnId="{BFD09E25-E560-4364-88F7-72962000FFDF}">
      <dgm:prSet/>
      <dgm:spPr/>
      <dgm:t>
        <a:bodyPr/>
        <a:lstStyle/>
        <a:p>
          <a:endParaRPr lang="en-US"/>
        </a:p>
      </dgm:t>
    </dgm:pt>
    <dgm:pt modelId="{20870F08-AA1F-4E58-A9D4-7C8CE0CB2FD9}" type="sibTrans" cxnId="{BFD09E25-E560-4364-88F7-72962000FFDF}">
      <dgm:prSet/>
      <dgm:spPr/>
      <dgm:t>
        <a:bodyPr/>
        <a:lstStyle/>
        <a:p>
          <a:endParaRPr lang="en-US"/>
        </a:p>
      </dgm:t>
    </dgm:pt>
    <dgm:pt modelId="{FD8BB8DB-57AD-4258-878C-AF4ADF9EBE67}">
      <dgm:prSet phldrT="[Testo]" phldr="0" custT="1"/>
      <dgm:spPr>
        <a:solidFill>
          <a:srgbClr val="FFFFFF"/>
        </a:solidFill>
        <a:ln w="25400" cap="flat" cmpd="sng" algn="ctr">
          <a:solidFill>
            <a:srgbClr val="000000"/>
          </a:solidFill>
          <a:prstDash val="solid"/>
        </a:ln>
        <a:effectLst/>
      </dgm:spPr>
      <dgm:t>
        <a:bodyPr spcFirstLastPara="0" vert="horz" wrap="square" lIns="102870" tIns="102870" rIns="102870" bIns="102870" numCol="1" spcCol="1270" anchor="ctr" anchorCtr="0"/>
        <a:lstStyle/>
        <a:p>
          <a:pPr marL="0" lvl="0" indent="0" algn="ctr" defTabSz="1200150">
            <a:lnSpc>
              <a:spcPct val="90000"/>
            </a:lnSpc>
            <a:spcBef>
              <a:spcPct val="0"/>
            </a:spcBef>
            <a:spcAft>
              <a:spcPct val="35000"/>
            </a:spcAft>
            <a:buNone/>
          </a:pPr>
          <a:r>
            <a:rPr lang="it-IT" sz="2700" kern="1200" dirty="0" err="1">
              <a:solidFill>
                <a:srgbClr val="000000"/>
              </a:solidFill>
              <a:latin typeface="Times New Roman"/>
              <a:ea typeface="+mn-ea"/>
              <a:cs typeface="+mn-cs"/>
            </a:rPr>
            <a:t>Summary</a:t>
          </a:r>
          <a:endParaRPr lang="en-US" sz="2700" kern="1200" dirty="0">
            <a:solidFill>
              <a:srgbClr val="000000"/>
            </a:solidFill>
            <a:latin typeface="Times New Roman"/>
            <a:ea typeface="+mn-ea"/>
            <a:cs typeface="+mn-cs"/>
          </a:endParaRPr>
        </a:p>
      </dgm:t>
    </dgm:pt>
    <dgm:pt modelId="{94AD382F-CAC3-4D46-8221-D5B84A8133BA}" type="parTrans" cxnId="{93D81B3B-CBBA-40D6-AD44-C49F5450685A}">
      <dgm:prSet/>
      <dgm:spPr/>
      <dgm:t>
        <a:bodyPr/>
        <a:lstStyle/>
        <a:p>
          <a:endParaRPr lang="en-US"/>
        </a:p>
      </dgm:t>
    </dgm:pt>
    <dgm:pt modelId="{23F1F9A8-C959-4388-A824-5008B02B7CD3}" type="sibTrans" cxnId="{93D81B3B-CBBA-40D6-AD44-C49F5450685A}">
      <dgm:prSet/>
      <dgm:spPr/>
      <dgm:t>
        <a:bodyPr/>
        <a:lstStyle/>
        <a:p>
          <a:endParaRPr lang="en-US"/>
        </a:p>
      </dgm:t>
    </dgm:pt>
    <dgm:pt modelId="{72B17BF6-63CD-40AB-AADA-19FEB0F2793E}">
      <dgm:prSet phldrT="[Testo]" phldr="0" custT="1"/>
      <dgm:spPr>
        <a:solidFill>
          <a:srgbClr val="FFC000"/>
        </a:solidFill>
        <a:ln w="25400" cap="flat" cmpd="sng" algn="ctr">
          <a:solidFill>
            <a:srgbClr val="000000"/>
          </a:solidFill>
          <a:prstDash val="solid"/>
        </a:ln>
        <a:effectLst/>
      </dgm:spPr>
      <dgm:t>
        <a:bodyPr spcFirstLastPara="0" vert="horz" wrap="square" lIns="102870" tIns="102870" rIns="102870" bIns="102870" numCol="1" spcCol="1270" anchor="ctr" anchorCtr="0"/>
        <a:lstStyle/>
        <a:p>
          <a:pPr marL="0" lvl="0" indent="0" algn="ctr" defTabSz="1200150">
            <a:lnSpc>
              <a:spcPct val="90000"/>
            </a:lnSpc>
            <a:spcBef>
              <a:spcPct val="0"/>
            </a:spcBef>
            <a:spcAft>
              <a:spcPct val="35000"/>
            </a:spcAft>
            <a:buNone/>
          </a:pPr>
          <a:r>
            <a:rPr lang="it-IT" sz="2700" kern="1200" dirty="0" err="1">
              <a:solidFill>
                <a:srgbClr val="000000"/>
              </a:solidFill>
              <a:latin typeface="Times New Roman"/>
              <a:ea typeface="+mn-ea"/>
              <a:cs typeface="+mn-cs"/>
            </a:rPr>
            <a:t>Detail</a:t>
          </a:r>
          <a:endParaRPr lang="en-US" sz="2700" kern="1200" dirty="0">
            <a:solidFill>
              <a:srgbClr val="000000"/>
            </a:solidFill>
            <a:latin typeface="Times New Roman"/>
            <a:ea typeface="+mn-ea"/>
            <a:cs typeface="+mn-cs"/>
          </a:endParaRPr>
        </a:p>
      </dgm:t>
    </dgm:pt>
    <dgm:pt modelId="{FEEB60C5-202C-46AB-A113-00858E72083F}" type="parTrans" cxnId="{74EF5C0F-2E86-48ED-830D-4496F021F868}">
      <dgm:prSet/>
      <dgm:spPr/>
      <dgm:t>
        <a:bodyPr/>
        <a:lstStyle/>
        <a:p>
          <a:endParaRPr lang="en-US"/>
        </a:p>
      </dgm:t>
    </dgm:pt>
    <dgm:pt modelId="{AABD94F6-3567-41A7-A75D-B644387DB0CB}" type="sibTrans" cxnId="{74EF5C0F-2E86-48ED-830D-4496F021F868}">
      <dgm:prSet/>
      <dgm:spPr/>
      <dgm:t>
        <a:bodyPr/>
        <a:lstStyle/>
        <a:p>
          <a:endParaRPr lang="en-US"/>
        </a:p>
      </dgm:t>
    </dgm:pt>
    <dgm:pt modelId="{423FBD3D-1C3F-4433-8292-D35D88FF6337}" type="pres">
      <dgm:prSet presAssocID="{5181F634-72C4-45E9-B96C-56652B1B73C5}" presName="linearFlow" presStyleCnt="0">
        <dgm:presLayoutVars>
          <dgm:resizeHandles val="exact"/>
        </dgm:presLayoutVars>
      </dgm:prSet>
      <dgm:spPr/>
    </dgm:pt>
    <dgm:pt modelId="{AF3D85F0-72F2-4F67-87E2-E968149E4678}" type="pres">
      <dgm:prSet presAssocID="{7F313A88-D3BD-4574-BABE-4A4741E2DBDF}" presName="node" presStyleLbl="node1" presStyleIdx="0" presStyleCnt="3">
        <dgm:presLayoutVars>
          <dgm:bulletEnabled val="1"/>
        </dgm:presLayoutVars>
      </dgm:prSet>
      <dgm:spPr/>
    </dgm:pt>
    <dgm:pt modelId="{66E79B89-0DC6-4C62-97CC-30E12CDBC28C}" type="pres">
      <dgm:prSet presAssocID="{20870F08-AA1F-4E58-A9D4-7C8CE0CB2FD9}" presName="sibTrans" presStyleLbl="sibTrans2D1" presStyleIdx="0" presStyleCnt="2"/>
      <dgm:spPr/>
    </dgm:pt>
    <dgm:pt modelId="{C60FC087-FEFB-49A3-92E2-D2A5A292C2D5}" type="pres">
      <dgm:prSet presAssocID="{20870F08-AA1F-4E58-A9D4-7C8CE0CB2FD9}" presName="connectorText" presStyleLbl="sibTrans2D1" presStyleIdx="0" presStyleCnt="2"/>
      <dgm:spPr/>
    </dgm:pt>
    <dgm:pt modelId="{DD23B297-D832-4D5B-A073-B051F73CD0EF}" type="pres">
      <dgm:prSet presAssocID="{FD8BB8DB-57AD-4258-878C-AF4ADF9EBE67}" presName="node" presStyleLbl="node1" presStyleIdx="1" presStyleCnt="3">
        <dgm:presLayoutVars>
          <dgm:bulletEnabled val="1"/>
        </dgm:presLayoutVars>
      </dgm:prSet>
      <dgm:spPr>
        <a:xfrm>
          <a:off x="0" y="1714500"/>
          <a:ext cx="1617663" cy="1143000"/>
        </a:xfrm>
        <a:prstGeom prst="roundRect">
          <a:avLst>
            <a:gd name="adj" fmla="val 10000"/>
          </a:avLst>
        </a:prstGeom>
      </dgm:spPr>
    </dgm:pt>
    <dgm:pt modelId="{6A6B723D-6EA0-4A2D-9DC5-6198C6D3EA84}" type="pres">
      <dgm:prSet presAssocID="{23F1F9A8-C959-4388-A824-5008B02B7CD3}" presName="sibTrans" presStyleLbl="sibTrans2D1" presStyleIdx="1" presStyleCnt="2"/>
      <dgm:spPr/>
    </dgm:pt>
    <dgm:pt modelId="{BEE21E30-2DDD-4182-854A-725029243D7C}" type="pres">
      <dgm:prSet presAssocID="{23F1F9A8-C959-4388-A824-5008B02B7CD3}" presName="connectorText" presStyleLbl="sibTrans2D1" presStyleIdx="1" presStyleCnt="2"/>
      <dgm:spPr/>
    </dgm:pt>
    <dgm:pt modelId="{0234C6C3-BEA9-4B69-AAEE-53664E13040F}" type="pres">
      <dgm:prSet presAssocID="{72B17BF6-63CD-40AB-AADA-19FEB0F2793E}" presName="node" presStyleLbl="node1" presStyleIdx="2" presStyleCnt="3">
        <dgm:presLayoutVars>
          <dgm:bulletEnabled val="1"/>
        </dgm:presLayoutVars>
      </dgm:prSet>
      <dgm:spPr>
        <a:xfrm>
          <a:off x="0" y="3429000"/>
          <a:ext cx="1617663" cy="1143000"/>
        </a:xfrm>
        <a:prstGeom prst="roundRect">
          <a:avLst>
            <a:gd name="adj" fmla="val 10000"/>
          </a:avLst>
        </a:prstGeom>
      </dgm:spPr>
    </dgm:pt>
  </dgm:ptLst>
  <dgm:cxnLst>
    <dgm:cxn modelId="{74EF5C0F-2E86-48ED-830D-4496F021F868}" srcId="{5181F634-72C4-45E9-B96C-56652B1B73C5}" destId="{72B17BF6-63CD-40AB-AADA-19FEB0F2793E}" srcOrd="2" destOrd="0" parTransId="{FEEB60C5-202C-46AB-A113-00858E72083F}" sibTransId="{AABD94F6-3567-41A7-A75D-B644387DB0CB}"/>
    <dgm:cxn modelId="{BFD09E25-E560-4364-88F7-72962000FFDF}" srcId="{5181F634-72C4-45E9-B96C-56652B1B73C5}" destId="{7F313A88-D3BD-4574-BABE-4A4741E2DBDF}" srcOrd="0" destOrd="0" parTransId="{C3BE74FE-1886-4A45-A877-A5BF0C433D40}" sibTransId="{20870F08-AA1F-4E58-A9D4-7C8CE0CB2FD9}"/>
    <dgm:cxn modelId="{93D81B3B-CBBA-40D6-AD44-C49F5450685A}" srcId="{5181F634-72C4-45E9-B96C-56652B1B73C5}" destId="{FD8BB8DB-57AD-4258-878C-AF4ADF9EBE67}" srcOrd="1" destOrd="0" parTransId="{94AD382F-CAC3-4D46-8221-D5B84A8133BA}" sibTransId="{23F1F9A8-C959-4388-A824-5008B02B7CD3}"/>
    <dgm:cxn modelId="{E1041E42-BD8C-46DC-91CF-6414E48794D6}" type="presOf" srcId="{23F1F9A8-C959-4388-A824-5008B02B7CD3}" destId="{6A6B723D-6EA0-4A2D-9DC5-6198C6D3EA84}" srcOrd="0" destOrd="0" presId="urn:microsoft.com/office/officeart/2005/8/layout/process2"/>
    <dgm:cxn modelId="{FCDF07B3-5577-4CF2-AEB6-F200CC6E15D5}" type="presOf" srcId="{7F313A88-D3BD-4574-BABE-4A4741E2DBDF}" destId="{AF3D85F0-72F2-4F67-87E2-E968149E4678}" srcOrd="0" destOrd="0" presId="urn:microsoft.com/office/officeart/2005/8/layout/process2"/>
    <dgm:cxn modelId="{F97D93B7-668C-4A71-9B8E-0DF7EFEDADFF}" type="presOf" srcId="{72B17BF6-63CD-40AB-AADA-19FEB0F2793E}" destId="{0234C6C3-BEA9-4B69-AAEE-53664E13040F}" srcOrd="0" destOrd="0" presId="urn:microsoft.com/office/officeart/2005/8/layout/process2"/>
    <dgm:cxn modelId="{28CE01BD-307C-4F66-AFED-924F4E2EC7FF}" type="presOf" srcId="{23F1F9A8-C959-4388-A824-5008B02B7CD3}" destId="{BEE21E30-2DDD-4182-854A-725029243D7C}" srcOrd="1" destOrd="0" presId="urn:microsoft.com/office/officeart/2005/8/layout/process2"/>
    <dgm:cxn modelId="{5E05A8BD-A386-43BD-BBE3-E6F49D3B2E21}" type="presOf" srcId="{20870F08-AA1F-4E58-A9D4-7C8CE0CB2FD9}" destId="{C60FC087-FEFB-49A3-92E2-D2A5A292C2D5}" srcOrd="1" destOrd="0" presId="urn:microsoft.com/office/officeart/2005/8/layout/process2"/>
    <dgm:cxn modelId="{CC36DABD-C807-41C7-AE91-D008A2D79C76}" type="presOf" srcId="{20870F08-AA1F-4E58-A9D4-7C8CE0CB2FD9}" destId="{66E79B89-0DC6-4C62-97CC-30E12CDBC28C}" srcOrd="0" destOrd="0" presId="urn:microsoft.com/office/officeart/2005/8/layout/process2"/>
    <dgm:cxn modelId="{25474EC8-6870-4D6E-B2F3-2B3544A6E7D6}" type="presOf" srcId="{FD8BB8DB-57AD-4258-878C-AF4ADF9EBE67}" destId="{DD23B297-D832-4D5B-A073-B051F73CD0EF}" srcOrd="0" destOrd="0" presId="urn:microsoft.com/office/officeart/2005/8/layout/process2"/>
    <dgm:cxn modelId="{EDA6F2D0-252E-489D-9073-2B33AAC589E6}" type="presOf" srcId="{5181F634-72C4-45E9-B96C-56652B1B73C5}" destId="{423FBD3D-1C3F-4433-8292-D35D88FF6337}" srcOrd="0" destOrd="0" presId="urn:microsoft.com/office/officeart/2005/8/layout/process2"/>
    <dgm:cxn modelId="{AC11F8E9-1F5A-4C2B-AC9A-ACEA447ED1DF}" type="presParOf" srcId="{423FBD3D-1C3F-4433-8292-D35D88FF6337}" destId="{AF3D85F0-72F2-4F67-87E2-E968149E4678}" srcOrd="0" destOrd="0" presId="urn:microsoft.com/office/officeart/2005/8/layout/process2"/>
    <dgm:cxn modelId="{034706C0-9C72-4A7A-9E99-06BF1AAEECB7}" type="presParOf" srcId="{423FBD3D-1C3F-4433-8292-D35D88FF6337}" destId="{66E79B89-0DC6-4C62-97CC-30E12CDBC28C}" srcOrd="1" destOrd="0" presId="urn:microsoft.com/office/officeart/2005/8/layout/process2"/>
    <dgm:cxn modelId="{4495E5AE-2243-4F05-8E13-BFAC14ADC6B8}" type="presParOf" srcId="{66E79B89-0DC6-4C62-97CC-30E12CDBC28C}" destId="{C60FC087-FEFB-49A3-92E2-D2A5A292C2D5}" srcOrd="0" destOrd="0" presId="urn:microsoft.com/office/officeart/2005/8/layout/process2"/>
    <dgm:cxn modelId="{08BE9BC7-6B1F-4A27-B870-708E9E8F3757}" type="presParOf" srcId="{423FBD3D-1C3F-4433-8292-D35D88FF6337}" destId="{DD23B297-D832-4D5B-A073-B051F73CD0EF}" srcOrd="2" destOrd="0" presId="urn:microsoft.com/office/officeart/2005/8/layout/process2"/>
    <dgm:cxn modelId="{4EDFAA0D-F623-449A-809C-4D02DCCB711F}" type="presParOf" srcId="{423FBD3D-1C3F-4433-8292-D35D88FF6337}" destId="{6A6B723D-6EA0-4A2D-9DC5-6198C6D3EA84}" srcOrd="3" destOrd="0" presId="urn:microsoft.com/office/officeart/2005/8/layout/process2"/>
    <dgm:cxn modelId="{E2F26347-ACE6-4778-8523-5B1B6CED0ED7}" type="presParOf" srcId="{6A6B723D-6EA0-4A2D-9DC5-6198C6D3EA84}" destId="{BEE21E30-2DDD-4182-854A-725029243D7C}" srcOrd="0" destOrd="0" presId="urn:microsoft.com/office/officeart/2005/8/layout/process2"/>
    <dgm:cxn modelId="{B37CCAFF-0981-458B-AC24-141E5DB02573}" type="presParOf" srcId="{423FBD3D-1C3F-4433-8292-D35D88FF6337}" destId="{0234C6C3-BEA9-4B69-AAEE-53664E13040F}"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BB9F9-868F-4D56-8A81-F1E0BA42E601}">
      <dsp:nvSpPr>
        <dsp:cNvPr id="0" name=""/>
        <dsp:cNvSpPr/>
      </dsp:nvSpPr>
      <dsp:spPr>
        <a:xfrm>
          <a:off x="2029" y="0"/>
          <a:ext cx="1991962" cy="4572000"/>
        </a:xfrm>
        <a:prstGeom prst="roundRect">
          <a:avLst>
            <a:gd name="adj" fmla="val 10000"/>
          </a:avLst>
        </a:prstGeom>
        <a:solidFill>
          <a:schemeClr val="bg1">
            <a:lumMod val="75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PROJECT COSTS</a:t>
          </a:r>
        </a:p>
      </dsp:txBody>
      <dsp:txXfrm>
        <a:off x="2029" y="0"/>
        <a:ext cx="1991962" cy="1371600"/>
      </dsp:txXfrm>
    </dsp:sp>
    <dsp:sp modelId="{91100A64-139A-4AC1-91C1-2699AF28B01F}">
      <dsp:nvSpPr>
        <dsp:cNvPr id="0" name=""/>
        <dsp:cNvSpPr/>
      </dsp:nvSpPr>
      <dsp:spPr>
        <a:xfrm>
          <a:off x="201226" y="1371711"/>
          <a:ext cx="1593569" cy="666043"/>
        </a:xfrm>
        <a:prstGeom prst="roundRect">
          <a:avLst>
            <a:gd name="adj" fmla="val 10000"/>
          </a:avLst>
        </a:prstGeom>
        <a:solidFill>
          <a:srgbClr val="FFC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SOFTWARE</a:t>
          </a:r>
        </a:p>
      </dsp:txBody>
      <dsp:txXfrm>
        <a:off x="220734" y="1391219"/>
        <a:ext cx="1554553" cy="627027"/>
      </dsp:txXfrm>
    </dsp:sp>
    <dsp:sp modelId="{7EBF8282-17D2-438B-95FF-BAC2AE4F3FBC}">
      <dsp:nvSpPr>
        <dsp:cNvPr id="0" name=""/>
        <dsp:cNvSpPr/>
      </dsp:nvSpPr>
      <dsp:spPr>
        <a:xfrm>
          <a:off x="201226" y="2140222"/>
          <a:ext cx="1593569" cy="666043"/>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INFRASTRUCTURE</a:t>
          </a:r>
        </a:p>
      </dsp:txBody>
      <dsp:txXfrm>
        <a:off x="220734" y="2159730"/>
        <a:ext cx="1554553" cy="627027"/>
      </dsp:txXfrm>
    </dsp:sp>
    <dsp:sp modelId="{BA4E3C7D-B958-47BE-A1E4-9388CD7AE2AB}">
      <dsp:nvSpPr>
        <dsp:cNvPr id="0" name=""/>
        <dsp:cNvSpPr/>
      </dsp:nvSpPr>
      <dsp:spPr>
        <a:xfrm>
          <a:off x="201226" y="2908734"/>
          <a:ext cx="1593569" cy="666043"/>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BUSINESS</a:t>
          </a:r>
        </a:p>
      </dsp:txBody>
      <dsp:txXfrm>
        <a:off x="220734" y="2928242"/>
        <a:ext cx="1554553" cy="627027"/>
      </dsp:txXfrm>
    </dsp:sp>
    <dsp:sp modelId="{ADE1B550-A5E0-45B1-BFE2-E87B3945EF1D}">
      <dsp:nvSpPr>
        <dsp:cNvPr id="0" name=""/>
        <dsp:cNvSpPr/>
      </dsp:nvSpPr>
      <dsp:spPr>
        <a:xfrm>
          <a:off x="201226" y="3677245"/>
          <a:ext cx="1593569" cy="666043"/>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PROJECT MANAGEMENT</a:t>
          </a:r>
        </a:p>
      </dsp:txBody>
      <dsp:txXfrm>
        <a:off x="220734" y="3696753"/>
        <a:ext cx="1554553" cy="627027"/>
      </dsp:txXfrm>
    </dsp:sp>
    <dsp:sp modelId="{E7DCD616-0639-48DE-9F93-B45AC0464A57}">
      <dsp:nvSpPr>
        <dsp:cNvPr id="0" name=""/>
        <dsp:cNvSpPr/>
      </dsp:nvSpPr>
      <dsp:spPr>
        <a:xfrm>
          <a:off x="2143389"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OPERATIONS  COST</a:t>
          </a:r>
        </a:p>
      </dsp:txBody>
      <dsp:txXfrm>
        <a:off x="2143389" y="0"/>
        <a:ext cx="1991962" cy="1371600"/>
      </dsp:txXfrm>
    </dsp:sp>
    <dsp:sp modelId="{0330B109-69E3-46F3-9D83-10671A7EBE70}">
      <dsp:nvSpPr>
        <dsp:cNvPr id="0" name=""/>
        <dsp:cNvSpPr/>
      </dsp:nvSpPr>
      <dsp:spPr>
        <a:xfrm>
          <a:off x="2342585"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OPERATIONS </a:t>
          </a:r>
        </a:p>
      </dsp:txBody>
      <dsp:txXfrm>
        <a:off x="2382960" y="1413314"/>
        <a:ext cx="1512819" cy="1297770"/>
      </dsp:txXfrm>
    </dsp:sp>
    <dsp:sp modelId="{68301150-8C06-4D05-AE88-8E675490E167}">
      <dsp:nvSpPr>
        <dsp:cNvPr id="0" name=""/>
        <dsp:cNvSpPr/>
      </dsp:nvSpPr>
      <dsp:spPr>
        <a:xfrm>
          <a:off x="2342585"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SYSTEM MAINTENANCE</a:t>
          </a:r>
        </a:p>
      </dsp:txBody>
      <dsp:txXfrm>
        <a:off x="2382960" y="3003915"/>
        <a:ext cx="1512819" cy="1297770"/>
      </dsp:txXfrm>
    </dsp:sp>
    <dsp:sp modelId="{5CC9F1A6-8682-4B7D-8924-5FD7B0F2E6E3}">
      <dsp:nvSpPr>
        <dsp:cNvPr id="0" name=""/>
        <dsp:cNvSpPr/>
      </dsp:nvSpPr>
      <dsp:spPr>
        <a:xfrm>
          <a:off x="4284748"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PROJECT BENEFITS</a:t>
          </a:r>
        </a:p>
      </dsp:txBody>
      <dsp:txXfrm>
        <a:off x="4284748" y="0"/>
        <a:ext cx="1991962" cy="1371600"/>
      </dsp:txXfrm>
    </dsp:sp>
    <dsp:sp modelId="{C9B82C22-048B-44CC-93D4-E3DD9EDD135B}">
      <dsp:nvSpPr>
        <dsp:cNvPr id="0" name=""/>
        <dsp:cNvSpPr/>
      </dsp:nvSpPr>
      <dsp:spPr>
        <a:xfrm>
          <a:off x="448394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MANAGEMENT VALUE</a:t>
          </a:r>
        </a:p>
      </dsp:txBody>
      <dsp:txXfrm>
        <a:off x="4524319" y="1413314"/>
        <a:ext cx="1512819" cy="1297770"/>
      </dsp:txXfrm>
    </dsp:sp>
    <dsp:sp modelId="{A0E6910F-4EF7-426B-8944-F0925D47BFB4}">
      <dsp:nvSpPr>
        <dsp:cNvPr id="0" name=""/>
        <dsp:cNvSpPr/>
      </dsp:nvSpPr>
      <dsp:spPr>
        <a:xfrm>
          <a:off x="4483944"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SOCIAL VALUE </a:t>
          </a:r>
        </a:p>
      </dsp:txBody>
      <dsp:txXfrm>
        <a:off x="4524319" y="3003915"/>
        <a:ext cx="1512819" cy="1297770"/>
      </dsp:txXfrm>
    </dsp:sp>
    <dsp:sp modelId="{D0E1A1A4-4EF7-46C0-9CCC-7F1571CB10F9}">
      <dsp:nvSpPr>
        <dsp:cNvPr id="0" name=""/>
        <dsp:cNvSpPr/>
      </dsp:nvSpPr>
      <dsp:spPr>
        <a:xfrm>
          <a:off x="6426107"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PROJECT VALUE </a:t>
          </a:r>
        </a:p>
      </dsp:txBody>
      <dsp:txXfrm>
        <a:off x="6426107" y="0"/>
        <a:ext cx="1991962" cy="1371600"/>
      </dsp:txXfrm>
    </dsp:sp>
    <dsp:sp modelId="{F3DF3EE7-C3E1-4556-B5E5-D675D9659B6D}">
      <dsp:nvSpPr>
        <dsp:cNvPr id="0" name=""/>
        <dsp:cNvSpPr/>
      </dsp:nvSpPr>
      <dsp:spPr>
        <a:xfrm>
          <a:off x="662530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FINANCIAL APPROACH</a:t>
          </a:r>
        </a:p>
      </dsp:txBody>
      <dsp:txXfrm>
        <a:off x="6665679" y="1413314"/>
        <a:ext cx="1512819" cy="1297770"/>
      </dsp:txXfrm>
    </dsp:sp>
    <dsp:sp modelId="{B2301BB8-8C5A-4642-99B6-6B3BE9385CA1}">
      <dsp:nvSpPr>
        <dsp:cNvPr id="0" name=""/>
        <dsp:cNvSpPr/>
      </dsp:nvSpPr>
      <dsp:spPr>
        <a:xfrm>
          <a:off x="6625304"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NET VALUE  APPROACH</a:t>
          </a:r>
        </a:p>
      </dsp:txBody>
      <dsp:txXfrm>
        <a:off x="6665679" y="3003915"/>
        <a:ext cx="1512819" cy="12977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572B96-E9BE-4A2E-80A7-76EB4CDA57E5}">
      <dsp:nvSpPr>
        <dsp:cNvPr id="0" name=""/>
        <dsp:cNvSpPr/>
      </dsp:nvSpPr>
      <dsp:spPr>
        <a:xfrm>
          <a:off x="1496988" y="1066604"/>
          <a:ext cx="157099" cy="2812838"/>
        </a:xfrm>
        <a:custGeom>
          <a:avLst/>
          <a:gdLst/>
          <a:ahLst/>
          <a:cxnLst/>
          <a:rect l="0" t="0" r="0" b="0"/>
          <a:pathLst>
            <a:path>
              <a:moveTo>
                <a:pt x="157099" y="0"/>
              </a:moveTo>
              <a:lnTo>
                <a:pt x="157099" y="2812838"/>
              </a:lnTo>
              <a:lnTo>
                <a:pt x="0" y="2812838"/>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9743945-5D42-4C9E-80E2-15361687280E}">
      <dsp:nvSpPr>
        <dsp:cNvPr id="0" name=""/>
        <dsp:cNvSpPr/>
      </dsp:nvSpPr>
      <dsp:spPr>
        <a:xfrm>
          <a:off x="1654087" y="1066604"/>
          <a:ext cx="157099" cy="1750542"/>
        </a:xfrm>
        <a:custGeom>
          <a:avLst/>
          <a:gdLst/>
          <a:ahLst/>
          <a:cxnLst/>
          <a:rect l="0" t="0" r="0" b="0"/>
          <a:pathLst>
            <a:path>
              <a:moveTo>
                <a:pt x="0" y="0"/>
              </a:moveTo>
              <a:lnTo>
                <a:pt x="0" y="1750542"/>
              </a:lnTo>
              <a:lnTo>
                <a:pt x="157099" y="175054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5803F7E-AD5E-4AFE-BD71-487AA73BCA53}">
      <dsp:nvSpPr>
        <dsp:cNvPr id="0" name=""/>
        <dsp:cNvSpPr/>
      </dsp:nvSpPr>
      <dsp:spPr>
        <a:xfrm>
          <a:off x="1496988" y="1066604"/>
          <a:ext cx="157099" cy="1750542"/>
        </a:xfrm>
        <a:custGeom>
          <a:avLst/>
          <a:gdLst/>
          <a:ahLst/>
          <a:cxnLst/>
          <a:rect l="0" t="0" r="0" b="0"/>
          <a:pathLst>
            <a:path>
              <a:moveTo>
                <a:pt x="157099" y="0"/>
              </a:moveTo>
              <a:lnTo>
                <a:pt x="157099" y="1750542"/>
              </a:lnTo>
              <a:lnTo>
                <a:pt x="0" y="175054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FA1F3A3-39E9-4835-AFE6-D173F45BFC7B}">
      <dsp:nvSpPr>
        <dsp:cNvPr id="0" name=""/>
        <dsp:cNvSpPr/>
      </dsp:nvSpPr>
      <dsp:spPr>
        <a:xfrm>
          <a:off x="1654087" y="1066604"/>
          <a:ext cx="157099" cy="688247"/>
        </a:xfrm>
        <a:custGeom>
          <a:avLst/>
          <a:gdLst/>
          <a:ahLst/>
          <a:cxnLst/>
          <a:rect l="0" t="0" r="0" b="0"/>
          <a:pathLst>
            <a:path>
              <a:moveTo>
                <a:pt x="0" y="0"/>
              </a:moveTo>
              <a:lnTo>
                <a:pt x="0" y="688247"/>
              </a:lnTo>
              <a:lnTo>
                <a:pt x="157099" y="688247"/>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0AD3E5E-93B0-4F18-8833-DA16286B3771}">
      <dsp:nvSpPr>
        <dsp:cNvPr id="0" name=""/>
        <dsp:cNvSpPr/>
      </dsp:nvSpPr>
      <dsp:spPr>
        <a:xfrm>
          <a:off x="1496988" y="1066604"/>
          <a:ext cx="157099" cy="688247"/>
        </a:xfrm>
        <a:custGeom>
          <a:avLst/>
          <a:gdLst/>
          <a:ahLst/>
          <a:cxnLst/>
          <a:rect l="0" t="0" r="0" b="0"/>
          <a:pathLst>
            <a:path>
              <a:moveTo>
                <a:pt x="157099" y="0"/>
              </a:moveTo>
              <a:lnTo>
                <a:pt x="157099" y="688247"/>
              </a:lnTo>
              <a:lnTo>
                <a:pt x="0" y="688247"/>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0056D3E-F833-48AD-B9F8-9AC42108810D}">
      <dsp:nvSpPr>
        <dsp:cNvPr id="0" name=""/>
        <dsp:cNvSpPr/>
      </dsp:nvSpPr>
      <dsp:spPr>
        <a:xfrm>
          <a:off x="905992" y="318509"/>
          <a:ext cx="1496190" cy="748095"/>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Software project</a:t>
          </a:r>
        </a:p>
      </dsp:txBody>
      <dsp:txXfrm>
        <a:off x="905992" y="318509"/>
        <a:ext cx="1496190" cy="748095"/>
      </dsp:txXfrm>
    </dsp:sp>
    <dsp:sp modelId="{63AB99B0-52A9-4FD4-95B2-D1CDAD6E4D6C}">
      <dsp:nvSpPr>
        <dsp:cNvPr id="0" name=""/>
        <dsp:cNvSpPr/>
      </dsp:nvSpPr>
      <dsp:spPr>
        <a:xfrm>
          <a:off x="797" y="1380804"/>
          <a:ext cx="1496190" cy="748095"/>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Analysis (modelling) </a:t>
          </a:r>
        </a:p>
      </dsp:txBody>
      <dsp:txXfrm>
        <a:off x="797" y="1380804"/>
        <a:ext cx="1496190" cy="748095"/>
      </dsp:txXfrm>
    </dsp:sp>
    <dsp:sp modelId="{152DB30B-0997-48AC-8E02-B305E6A174EA}">
      <dsp:nvSpPr>
        <dsp:cNvPr id="0" name=""/>
        <dsp:cNvSpPr/>
      </dsp:nvSpPr>
      <dsp:spPr>
        <a:xfrm>
          <a:off x="1811187" y="1380804"/>
          <a:ext cx="1496190" cy="748095"/>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Development</a:t>
          </a:r>
        </a:p>
      </dsp:txBody>
      <dsp:txXfrm>
        <a:off x="1811187" y="1380804"/>
        <a:ext cx="1496190" cy="748095"/>
      </dsp:txXfrm>
    </dsp:sp>
    <dsp:sp modelId="{2A5F8A13-F793-4295-A576-C273F1E67E53}">
      <dsp:nvSpPr>
        <dsp:cNvPr id="0" name=""/>
        <dsp:cNvSpPr/>
      </dsp:nvSpPr>
      <dsp:spPr>
        <a:xfrm>
          <a:off x="797" y="2443099"/>
          <a:ext cx="1496190" cy="748095"/>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System Test</a:t>
          </a:r>
        </a:p>
      </dsp:txBody>
      <dsp:txXfrm>
        <a:off x="797" y="2443099"/>
        <a:ext cx="1496190" cy="748095"/>
      </dsp:txXfrm>
    </dsp:sp>
    <dsp:sp modelId="{2907B370-BA96-40F4-A66F-C111E7FDFAAE}">
      <dsp:nvSpPr>
        <dsp:cNvPr id="0" name=""/>
        <dsp:cNvSpPr/>
      </dsp:nvSpPr>
      <dsp:spPr>
        <a:xfrm>
          <a:off x="1811187" y="2443099"/>
          <a:ext cx="1496190" cy="748095"/>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User Test</a:t>
          </a:r>
        </a:p>
      </dsp:txBody>
      <dsp:txXfrm>
        <a:off x="1811187" y="2443099"/>
        <a:ext cx="1496190" cy="748095"/>
      </dsp:txXfrm>
    </dsp:sp>
    <dsp:sp modelId="{9CAAEC64-6ADE-4DAC-BE74-9BCA6018D400}">
      <dsp:nvSpPr>
        <dsp:cNvPr id="0" name=""/>
        <dsp:cNvSpPr/>
      </dsp:nvSpPr>
      <dsp:spPr>
        <a:xfrm>
          <a:off x="797" y="3505395"/>
          <a:ext cx="1496190" cy="748095"/>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Miscellaneous</a:t>
          </a:r>
        </a:p>
      </dsp:txBody>
      <dsp:txXfrm>
        <a:off x="797" y="3505395"/>
        <a:ext cx="1496190" cy="7480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1D6D80-635D-48AE-A319-DDF70812735E}">
      <dsp:nvSpPr>
        <dsp:cNvPr id="0" name=""/>
        <dsp:cNvSpPr/>
      </dsp:nvSpPr>
      <dsp:spPr>
        <a:xfrm>
          <a:off x="1585829" y="994237"/>
          <a:ext cx="166423" cy="2979771"/>
        </a:xfrm>
        <a:custGeom>
          <a:avLst/>
          <a:gdLst/>
          <a:ahLst/>
          <a:cxnLst/>
          <a:rect l="0" t="0" r="0" b="0"/>
          <a:pathLst>
            <a:path>
              <a:moveTo>
                <a:pt x="166423" y="0"/>
              </a:moveTo>
              <a:lnTo>
                <a:pt x="166423" y="2979771"/>
              </a:lnTo>
              <a:lnTo>
                <a:pt x="0" y="2979771"/>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A2A9E24-5356-4715-A394-48938AB04B91}">
      <dsp:nvSpPr>
        <dsp:cNvPr id="0" name=""/>
        <dsp:cNvSpPr/>
      </dsp:nvSpPr>
      <dsp:spPr>
        <a:xfrm>
          <a:off x="1752253" y="994237"/>
          <a:ext cx="166423" cy="1854432"/>
        </a:xfrm>
        <a:custGeom>
          <a:avLst/>
          <a:gdLst/>
          <a:ahLst/>
          <a:cxnLst/>
          <a:rect l="0" t="0" r="0" b="0"/>
          <a:pathLst>
            <a:path>
              <a:moveTo>
                <a:pt x="0" y="0"/>
              </a:moveTo>
              <a:lnTo>
                <a:pt x="0" y="1854432"/>
              </a:lnTo>
              <a:lnTo>
                <a:pt x="166423" y="185443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A6720D2-3BC2-49D2-9440-503862A459F2}">
      <dsp:nvSpPr>
        <dsp:cNvPr id="0" name=""/>
        <dsp:cNvSpPr/>
      </dsp:nvSpPr>
      <dsp:spPr>
        <a:xfrm>
          <a:off x="1585829" y="994237"/>
          <a:ext cx="166423" cy="1854432"/>
        </a:xfrm>
        <a:custGeom>
          <a:avLst/>
          <a:gdLst/>
          <a:ahLst/>
          <a:cxnLst/>
          <a:rect l="0" t="0" r="0" b="0"/>
          <a:pathLst>
            <a:path>
              <a:moveTo>
                <a:pt x="166423" y="0"/>
              </a:moveTo>
              <a:lnTo>
                <a:pt x="166423" y="1854432"/>
              </a:lnTo>
              <a:lnTo>
                <a:pt x="0" y="185443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A25FF6E-637A-4FDC-B372-461A22767073}">
      <dsp:nvSpPr>
        <dsp:cNvPr id="0" name=""/>
        <dsp:cNvSpPr/>
      </dsp:nvSpPr>
      <dsp:spPr>
        <a:xfrm>
          <a:off x="1752253" y="994237"/>
          <a:ext cx="166423" cy="729092"/>
        </a:xfrm>
        <a:custGeom>
          <a:avLst/>
          <a:gdLst/>
          <a:ahLst/>
          <a:cxnLst/>
          <a:rect l="0" t="0" r="0" b="0"/>
          <a:pathLst>
            <a:path>
              <a:moveTo>
                <a:pt x="0" y="0"/>
              </a:moveTo>
              <a:lnTo>
                <a:pt x="0" y="729092"/>
              </a:lnTo>
              <a:lnTo>
                <a:pt x="166423" y="72909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7F1B7B0-E8BF-45D3-A1DB-42978364B9B5}">
      <dsp:nvSpPr>
        <dsp:cNvPr id="0" name=""/>
        <dsp:cNvSpPr/>
      </dsp:nvSpPr>
      <dsp:spPr>
        <a:xfrm>
          <a:off x="1585829" y="994237"/>
          <a:ext cx="166423" cy="729092"/>
        </a:xfrm>
        <a:custGeom>
          <a:avLst/>
          <a:gdLst/>
          <a:ahLst/>
          <a:cxnLst/>
          <a:rect l="0" t="0" r="0" b="0"/>
          <a:pathLst>
            <a:path>
              <a:moveTo>
                <a:pt x="166423" y="0"/>
              </a:moveTo>
              <a:lnTo>
                <a:pt x="166423" y="729092"/>
              </a:lnTo>
              <a:lnTo>
                <a:pt x="0" y="72909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DB6C6DB-B4A3-4742-8B05-4D27739C9CC6}">
      <dsp:nvSpPr>
        <dsp:cNvPr id="0" name=""/>
        <dsp:cNvSpPr/>
      </dsp:nvSpPr>
      <dsp:spPr>
        <a:xfrm>
          <a:off x="959760" y="201745"/>
          <a:ext cx="1584984" cy="79249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Software project</a:t>
          </a:r>
        </a:p>
      </dsp:txBody>
      <dsp:txXfrm>
        <a:off x="959760" y="201745"/>
        <a:ext cx="1584984" cy="792492"/>
      </dsp:txXfrm>
    </dsp:sp>
    <dsp:sp modelId="{63AB99B0-52A9-4FD4-95B2-D1CDAD6E4D6C}">
      <dsp:nvSpPr>
        <dsp:cNvPr id="0" name=""/>
        <dsp:cNvSpPr/>
      </dsp:nvSpPr>
      <dsp:spPr>
        <a:xfrm>
          <a:off x="844" y="1327084"/>
          <a:ext cx="1584984" cy="79249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Analysis (modelling) </a:t>
          </a:r>
        </a:p>
      </dsp:txBody>
      <dsp:txXfrm>
        <a:off x="844" y="1327084"/>
        <a:ext cx="1584984" cy="792492"/>
      </dsp:txXfrm>
    </dsp:sp>
    <dsp:sp modelId="{152DB30B-0997-48AC-8E02-B305E6A174EA}">
      <dsp:nvSpPr>
        <dsp:cNvPr id="0" name=""/>
        <dsp:cNvSpPr/>
      </dsp:nvSpPr>
      <dsp:spPr>
        <a:xfrm>
          <a:off x="1918676" y="1327084"/>
          <a:ext cx="1584984" cy="79249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Development</a:t>
          </a:r>
        </a:p>
      </dsp:txBody>
      <dsp:txXfrm>
        <a:off x="1918676" y="1327084"/>
        <a:ext cx="1584984" cy="792492"/>
      </dsp:txXfrm>
    </dsp:sp>
    <dsp:sp modelId="{2A5F8A13-F793-4295-A576-C273F1E67E53}">
      <dsp:nvSpPr>
        <dsp:cNvPr id="0" name=""/>
        <dsp:cNvSpPr/>
      </dsp:nvSpPr>
      <dsp:spPr>
        <a:xfrm>
          <a:off x="844" y="2452423"/>
          <a:ext cx="1584984" cy="79249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System Test</a:t>
          </a:r>
        </a:p>
      </dsp:txBody>
      <dsp:txXfrm>
        <a:off x="844" y="2452423"/>
        <a:ext cx="1584984" cy="792492"/>
      </dsp:txXfrm>
    </dsp:sp>
    <dsp:sp modelId="{2907B370-BA96-40F4-A66F-C111E7FDFAAE}">
      <dsp:nvSpPr>
        <dsp:cNvPr id="0" name=""/>
        <dsp:cNvSpPr/>
      </dsp:nvSpPr>
      <dsp:spPr>
        <a:xfrm>
          <a:off x="1918676" y="2452423"/>
          <a:ext cx="1584984" cy="79249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User Test</a:t>
          </a:r>
        </a:p>
      </dsp:txBody>
      <dsp:txXfrm>
        <a:off x="1918676" y="2452423"/>
        <a:ext cx="1584984" cy="792492"/>
      </dsp:txXfrm>
    </dsp:sp>
    <dsp:sp modelId="{9CAAEC64-6ADE-4DAC-BE74-9BCA6018D400}">
      <dsp:nvSpPr>
        <dsp:cNvPr id="0" name=""/>
        <dsp:cNvSpPr/>
      </dsp:nvSpPr>
      <dsp:spPr>
        <a:xfrm>
          <a:off x="844" y="3577762"/>
          <a:ext cx="1584984" cy="79249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Miscellaneous</a:t>
          </a:r>
        </a:p>
      </dsp:txBody>
      <dsp:txXfrm>
        <a:off x="844" y="3577762"/>
        <a:ext cx="1584984" cy="7924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1D6D80-635D-48AE-A319-DDF70812735E}">
      <dsp:nvSpPr>
        <dsp:cNvPr id="0" name=""/>
        <dsp:cNvSpPr/>
      </dsp:nvSpPr>
      <dsp:spPr>
        <a:xfrm>
          <a:off x="1545197" y="1027335"/>
          <a:ext cx="162159" cy="2903423"/>
        </a:xfrm>
        <a:custGeom>
          <a:avLst/>
          <a:gdLst/>
          <a:ahLst/>
          <a:cxnLst/>
          <a:rect l="0" t="0" r="0" b="0"/>
          <a:pathLst>
            <a:path>
              <a:moveTo>
                <a:pt x="162159" y="0"/>
              </a:moveTo>
              <a:lnTo>
                <a:pt x="162159" y="2903423"/>
              </a:lnTo>
              <a:lnTo>
                <a:pt x="0" y="2903423"/>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A2A9E24-5356-4715-A394-48938AB04B91}">
      <dsp:nvSpPr>
        <dsp:cNvPr id="0" name=""/>
        <dsp:cNvSpPr/>
      </dsp:nvSpPr>
      <dsp:spPr>
        <a:xfrm>
          <a:off x="1707356" y="1027335"/>
          <a:ext cx="162159" cy="1806917"/>
        </a:xfrm>
        <a:custGeom>
          <a:avLst/>
          <a:gdLst/>
          <a:ahLst/>
          <a:cxnLst/>
          <a:rect l="0" t="0" r="0" b="0"/>
          <a:pathLst>
            <a:path>
              <a:moveTo>
                <a:pt x="0" y="0"/>
              </a:moveTo>
              <a:lnTo>
                <a:pt x="0" y="1806917"/>
              </a:lnTo>
              <a:lnTo>
                <a:pt x="162159" y="1806917"/>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A6720D2-3BC2-49D2-9440-503862A459F2}">
      <dsp:nvSpPr>
        <dsp:cNvPr id="0" name=""/>
        <dsp:cNvSpPr/>
      </dsp:nvSpPr>
      <dsp:spPr>
        <a:xfrm>
          <a:off x="1545197" y="1027335"/>
          <a:ext cx="162159" cy="1806917"/>
        </a:xfrm>
        <a:custGeom>
          <a:avLst/>
          <a:gdLst/>
          <a:ahLst/>
          <a:cxnLst/>
          <a:rect l="0" t="0" r="0" b="0"/>
          <a:pathLst>
            <a:path>
              <a:moveTo>
                <a:pt x="162159" y="0"/>
              </a:moveTo>
              <a:lnTo>
                <a:pt x="162159" y="1806917"/>
              </a:lnTo>
              <a:lnTo>
                <a:pt x="0" y="1806917"/>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A25FF6E-637A-4FDC-B372-461A22767073}">
      <dsp:nvSpPr>
        <dsp:cNvPr id="0" name=""/>
        <dsp:cNvSpPr/>
      </dsp:nvSpPr>
      <dsp:spPr>
        <a:xfrm>
          <a:off x="1707356" y="1027335"/>
          <a:ext cx="162159" cy="710412"/>
        </a:xfrm>
        <a:custGeom>
          <a:avLst/>
          <a:gdLst/>
          <a:ahLst/>
          <a:cxnLst/>
          <a:rect l="0" t="0" r="0" b="0"/>
          <a:pathLst>
            <a:path>
              <a:moveTo>
                <a:pt x="0" y="0"/>
              </a:moveTo>
              <a:lnTo>
                <a:pt x="0" y="710412"/>
              </a:lnTo>
              <a:lnTo>
                <a:pt x="162159" y="71041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7F1B7B0-E8BF-45D3-A1DB-42978364B9B5}">
      <dsp:nvSpPr>
        <dsp:cNvPr id="0" name=""/>
        <dsp:cNvSpPr/>
      </dsp:nvSpPr>
      <dsp:spPr>
        <a:xfrm>
          <a:off x="1545197" y="1027335"/>
          <a:ext cx="162159" cy="710412"/>
        </a:xfrm>
        <a:custGeom>
          <a:avLst/>
          <a:gdLst/>
          <a:ahLst/>
          <a:cxnLst/>
          <a:rect l="0" t="0" r="0" b="0"/>
          <a:pathLst>
            <a:path>
              <a:moveTo>
                <a:pt x="162159" y="0"/>
              </a:moveTo>
              <a:lnTo>
                <a:pt x="162159" y="710412"/>
              </a:lnTo>
              <a:lnTo>
                <a:pt x="0" y="71041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DB6C6DB-B4A3-4742-8B05-4D27739C9CC6}">
      <dsp:nvSpPr>
        <dsp:cNvPr id="0" name=""/>
        <dsp:cNvSpPr/>
      </dsp:nvSpPr>
      <dsp:spPr>
        <a:xfrm>
          <a:off x="935169" y="255148"/>
          <a:ext cx="1544373" cy="772186"/>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Software project</a:t>
          </a:r>
        </a:p>
      </dsp:txBody>
      <dsp:txXfrm>
        <a:off x="935169" y="255148"/>
        <a:ext cx="1544373" cy="772186"/>
      </dsp:txXfrm>
    </dsp:sp>
    <dsp:sp modelId="{63AB99B0-52A9-4FD4-95B2-D1CDAD6E4D6C}">
      <dsp:nvSpPr>
        <dsp:cNvPr id="0" name=""/>
        <dsp:cNvSpPr/>
      </dsp:nvSpPr>
      <dsp:spPr>
        <a:xfrm>
          <a:off x="823" y="1351653"/>
          <a:ext cx="1544373" cy="772186"/>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Analysis (modelling) </a:t>
          </a:r>
        </a:p>
      </dsp:txBody>
      <dsp:txXfrm>
        <a:off x="823" y="1351653"/>
        <a:ext cx="1544373" cy="772186"/>
      </dsp:txXfrm>
    </dsp:sp>
    <dsp:sp modelId="{152DB30B-0997-48AC-8E02-B305E6A174EA}">
      <dsp:nvSpPr>
        <dsp:cNvPr id="0" name=""/>
        <dsp:cNvSpPr/>
      </dsp:nvSpPr>
      <dsp:spPr>
        <a:xfrm>
          <a:off x="1869515" y="1351653"/>
          <a:ext cx="1544373" cy="77218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Development</a:t>
          </a:r>
        </a:p>
      </dsp:txBody>
      <dsp:txXfrm>
        <a:off x="1869515" y="1351653"/>
        <a:ext cx="1544373" cy="772186"/>
      </dsp:txXfrm>
    </dsp:sp>
    <dsp:sp modelId="{2A5F8A13-F793-4295-A576-C273F1E67E53}">
      <dsp:nvSpPr>
        <dsp:cNvPr id="0" name=""/>
        <dsp:cNvSpPr/>
      </dsp:nvSpPr>
      <dsp:spPr>
        <a:xfrm>
          <a:off x="823" y="2448159"/>
          <a:ext cx="1544373" cy="772186"/>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System Test</a:t>
          </a:r>
        </a:p>
      </dsp:txBody>
      <dsp:txXfrm>
        <a:off x="823" y="2448159"/>
        <a:ext cx="1544373" cy="772186"/>
      </dsp:txXfrm>
    </dsp:sp>
    <dsp:sp modelId="{2907B370-BA96-40F4-A66F-C111E7FDFAAE}">
      <dsp:nvSpPr>
        <dsp:cNvPr id="0" name=""/>
        <dsp:cNvSpPr/>
      </dsp:nvSpPr>
      <dsp:spPr>
        <a:xfrm>
          <a:off x="1869515" y="2448159"/>
          <a:ext cx="1544373" cy="772186"/>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User Test</a:t>
          </a:r>
        </a:p>
      </dsp:txBody>
      <dsp:txXfrm>
        <a:off x="1869515" y="2448159"/>
        <a:ext cx="1544373" cy="772186"/>
      </dsp:txXfrm>
    </dsp:sp>
    <dsp:sp modelId="{9CAAEC64-6ADE-4DAC-BE74-9BCA6018D400}">
      <dsp:nvSpPr>
        <dsp:cNvPr id="0" name=""/>
        <dsp:cNvSpPr/>
      </dsp:nvSpPr>
      <dsp:spPr>
        <a:xfrm>
          <a:off x="823" y="3544664"/>
          <a:ext cx="1544373" cy="772186"/>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Miscellaneous</a:t>
          </a:r>
        </a:p>
      </dsp:txBody>
      <dsp:txXfrm>
        <a:off x="823" y="3544664"/>
        <a:ext cx="1544373" cy="7721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1D6D80-635D-48AE-A319-DDF70812735E}">
      <dsp:nvSpPr>
        <dsp:cNvPr id="0" name=""/>
        <dsp:cNvSpPr/>
      </dsp:nvSpPr>
      <dsp:spPr>
        <a:xfrm>
          <a:off x="1585829" y="994237"/>
          <a:ext cx="166423" cy="2979771"/>
        </a:xfrm>
        <a:custGeom>
          <a:avLst/>
          <a:gdLst/>
          <a:ahLst/>
          <a:cxnLst/>
          <a:rect l="0" t="0" r="0" b="0"/>
          <a:pathLst>
            <a:path>
              <a:moveTo>
                <a:pt x="166423" y="0"/>
              </a:moveTo>
              <a:lnTo>
                <a:pt x="166423" y="2979771"/>
              </a:lnTo>
              <a:lnTo>
                <a:pt x="0" y="2979771"/>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A2A9E24-5356-4715-A394-48938AB04B91}">
      <dsp:nvSpPr>
        <dsp:cNvPr id="0" name=""/>
        <dsp:cNvSpPr/>
      </dsp:nvSpPr>
      <dsp:spPr>
        <a:xfrm>
          <a:off x="1752253" y="994237"/>
          <a:ext cx="166423" cy="1854432"/>
        </a:xfrm>
        <a:custGeom>
          <a:avLst/>
          <a:gdLst/>
          <a:ahLst/>
          <a:cxnLst/>
          <a:rect l="0" t="0" r="0" b="0"/>
          <a:pathLst>
            <a:path>
              <a:moveTo>
                <a:pt x="0" y="0"/>
              </a:moveTo>
              <a:lnTo>
                <a:pt x="0" y="1854432"/>
              </a:lnTo>
              <a:lnTo>
                <a:pt x="166423" y="185443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A6720D2-3BC2-49D2-9440-503862A459F2}">
      <dsp:nvSpPr>
        <dsp:cNvPr id="0" name=""/>
        <dsp:cNvSpPr/>
      </dsp:nvSpPr>
      <dsp:spPr>
        <a:xfrm>
          <a:off x="1585829" y="994237"/>
          <a:ext cx="166423" cy="1854432"/>
        </a:xfrm>
        <a:custGeom>
          <a:avLst/>
          <a:gdLst/>
          <a:ahLst/>
          <a:cxnLst/>
          <a:rect l="0" t="0" r="0" b="0"/>
          <a:pathLst>
            <a:path>
              <a:moveTo>
                <a:pt x="166423" y="0"/>
              </a:moveTo>
              <a:lnTo>
                <a:pt x="166423" y="1854432"/>
              </a:lnTo>
              <a:lnTo>
                <a:pt x="0" y="185443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A25FF6E-637A-4FDC-B372-461A22767073}">
      <dsp:nvSpPr>
        <dsp:cNvPr id="0" name=""/>
        <dsp:cNvSpPr/>
      </dsp:nvSpPr>
      <dsp:spPr>
        <a:xfrm>
          <a:off x="1752253" y="994237"/>
          <a:ext cx="166423" cy="729092"/>
        </a:xfrm>
        <a:custGeom>
          <a:avLst/>
          <a:gdLst/>
          <a:ahLst/>
          <a:cxnLst/>
          <a:rect l="0" t="0" r="0" b="0"/>
          <a:pathLst>
            <a:path>
              <a:moveTo>
                <a:pt x="0" y="0"/>
              </a:moveTo>
              <a:lnTo>
                <a:pt x="0" y="729092"/>
              </a:lnTo>
              <a:lnTo>
                <a:pt x="166423" y="72909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7F1B7B0-E8BF-45D3-A1DB-42978364B9B5}">
      <dsp:nvSpPr>
        <dsp:cNvPr id="0" name=""/>
        <dsp:cNvSpPr/>
      </dsp:nvSpPr>
      <dsp:spPr>
        <a:xfrm>
          <a:off x="1585829" y="994237"/>
          <a:ext cx="166423" cy="729092"/>
        </a:xfrm>
        <a:custGeom>
          <a:avLst/>
          <a:gdLst/>
          <a:ahLst/>
          <a:cxnLst/>
          <a:rect l="0" t="0" r="0" b="0"/>
          <a:pathLst>
            <a:path>
              <a:moveTo>
                <a:pt x="166423" y="0"/>
              </a:moveTo>
              <a:lnTo>
                <a:pt x="166423" y="729092"/>
              </a:lnTo>
              <a:lnTo>
                <a:pt x="0" y="72909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DB6C6DB-B4A3-4742-8B05-4D27739C9CC6}">
      <dsp:nvSpPr>
        <dsp:cNvPr id="0" name=""/>
        <dsp:cNvSpPr/>
      </dsp:nvSpPr>
      <dsp:spPr>
        <a:xfrm>
          <a:off x="959760" y="201745"/>
          <a:ext cx="1584984" cy="79249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Software project</a:t>
          </a:r>
        </a:p>
      </dsp:txBody>
      <dsp:txXfrm>
        <a:off x="959760" y="201745"/>
        <a:ext cx="1584984" cy="792492"/>
      </dsp:txXfrm>
    </dsp:sp>
    <dsp:sp modelId="{63AB99B0-52A9-4FD4-95B2-D1CDAD6E4D6C}">
      <dsp:nvSpPr>
        <dsp:cNvPr id="0" name=""/>
        <dsp:cNvSpPr/>
      </dsp:nvSpPr>
      <dsp:spPr>
        <a:xfrm>
          <a:off x="844" y="1327084"/>
          <a:ext cx="1584984" cy="79249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Analysis (modelling) </a:t>
          </a:r>
        </a:p>
      </dsp:txBody>
      <dsp:txXfrm>
        <a:off x="844" y="1327084"/>
        <a:ext cx="1584984" cy="792492"/>
      </dsp:txXfrm>
    </dsp:sp>
    <dsp:sp modelId="{152DB30B-0997-48AC-8E02-B305E6A174EA}">
      <dsp:nvSpPr>
        <dsp:cNvPr id="0" name=""/>
        <dsp:cNvSpPr/>
      </dsp:nvSpPr>
      <dsp:spPr>
        <a:xfrm>
          <a:off x="1918676" y="1327084"/>
          <a:ext cx="1584984" cy="79249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Development</a:t>
          </a:r>
        </a:p>
      </dsp:txBody>
      <dsp:txXfrm>
        <a:off x="1918676" y="1327084"/>
        <a:ext cx="1584984" cy="792492"/>
      </dsp:txXfrm>
    </dsp:sp>
    <dsp:sp modelId="{2A5F8A13-F793-4295-A576-C273F1E67E53}">
      <dsp:nvSpPr>
        <dsp:cNvPr id="0" name=""/>
        <dsp:cNvSpPr/>
      </dsp:nvSpPr>
      <dsp:spPr>
        <a:xfrm>
          <a:off x="844" y="2452423"/>
          <a:ext cx="1584984" cy="79249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System Test</a:t>
          </a:r>
        </a:p>
      </dsp:txBody>
      <dsp:txXfrm>
        <a:off x="844" y="2452423"/>
        <a:ext cx="1584984" cy="792492"/>
      </dsp:txXfrm>
    </dsp:sp>
    <dsp:sp modelId="{2907B370-BA96-40F4-A66F-C111E7FDFAAE}">
      <dsp:nvSpPr>
        <dsp:cNvPr id="0" name=""/>
        <dsp:cNvSpPr/>
      </dsp:nvSpPr>
      <dsp:spPr>
        <a:xfrm>
          <a:off x="1918676" y="2452423"/>
          <a:ext cx="1584984" cy="79249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User Test</a:t>
          </a:r>
        </a:p>
      </dsp:txBody>
      <dsp:txXfrm>
        <a:off x="1918676" y="2452423"/>
        <a:ext cx="1584984" cy="792492"/>
      </dsp:txXfrm>
    </dsp:sp>
    <dsp:sp modelId="{9CAAEC64-6ADE-4DAC-BE74-9BCA6018D400}">
      <dsp:nvSpPr>
        <dsp:cNvPr id="0" name=""/>
        <dsp:cNvSpPr/>
      </dsp:nvSpPr>
      <dsp:spPr>
        <a:xfrm>
          <a:off x="844" y="3577762"/>
          <a:ext cx="1584984" cy="79249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noProof="0" dirty="0"/>
            <a:t>Miscellaneous</a:t>
          </a:r>
        </a:p>
      </dsp:txBody>
      <dsp:txXfrm>
        <a:off x="844" y="3577762"/>
        <a:ext cx="1584984" cy="7924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7594DB-AC5C-450F-80BB-6F32DE8A38A9}">
      <dsp:nvSpPr>
        <dsp:cNvPr id="0" name=""/>
        <dsp:cNvSpPr/>
      </dsp:nvSpPr>
      <dsp:spPr>
        <a:xfrm>
          <a:off x="1884656" y="871246"/>
          <a:ext cx="182268" cy="3263480"/>
        </a:xfrm>
        <a:custGeom>
          <a:avLst/>
          <a:gdLst/>
          <a:ahLst/>
          <a:cxnLst/>
          <a:rect l="0" t="0" r="0" b="0"/>
          <a:pathLst>
            <a:path>
              <a:moveTo>
                <a:pt x="182268" y="0"/>
              </a:moveTo>
              <a:lnTo>
                <a:pt x="182268" y="3263480"/>
              </a:lnTo>
              <a:lnTo>
                <a:pt x="0" y="3263480"/>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F89366F-EC3F-40BD-A47C-DF3615632F1A}">
      <dsp:nvSpPr>
        <dsp:cNvPr id="0" name=""/>
        <dsp:cNvSpPr/>
      </dsp:nvSpPr>
      <dsp:spPr>
        <a:xfrm>
          <a:off x="2066924" y="871246"/>
          <a:ext cx="182268" cy="2030996"/>
        </a:xfrm>
        <a:custGeom>
          <a:avLst/>
          <a:gdLst/>
          <a:ahLst/>
          <a:cxnLst/>
          <a:rect l="0" t="0" r="0" b="0"/>
          <a:pathLst>
            <a:path>
              <a:moveTo>
                <a:pt x="0" y="0"/>
              </a:moveTo>
              <a:lnTo>
                <a:pt x="0" y="2030996"/>
              </a:lnTo>
              <a:lnTo>
                <a:pt x="182268" y="2030996"/>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CFE6932-697C-41C0-A420-1A19EE73DFA7}">
      <dsp:nvSpPr>
        <dsp:cNvPr id="0" name=""/>
        <dsp:cNvSpPr/>
      </dsp:nvSpPr>
      <dsp:spPr>
        <a:xfrm>
          <a:off x="1884656" y="871246"/>
          <a:ext cx="182268" cy="2030996"/>
        </a:xfrm>
        <a:custGeom>
          <a:avLst/>
          <a:gdLst/>
          <a:ahLst/>
          <a:cxnLst/>
          <a:rect l="0" t="0" r="0" b="0"/>
          <a:pathLst>
            <a:path>
              <a:moveTo>
                <a:pt x="182268" y="0"/>
              </a:moveTo>
              <a:lnTo>
                <a:pt x="182268" y="2030996"/>
              </a:lnTo>
              <a:lnTo>
                <a:pt x="0" y="2030996"/>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26D5C1C-F496-4005-A6D7-3DECB0F0D47C}">
      <dsp:nvSpPr>
        <dsp:cNvPr id="0" name=""/>
        <dsp:cNvSpPr/>
      </dsp:nvSpPr>
      <dsp:spPr>
        <a:xfrm>
          <a:off x="2066924" y="871246"/>
          <a:ext cx="182268" cy="798511"/>
        </a:xfrm>
        <a:custGeom>
          <a:avLst/>
          <a:gdLst/>
          <a:ahLst/>
          <a:cxnLst/>
          <a:rect l="0" t="0" r="0" b="0"/>
          <a:pathLst>
            <a:path>
              <a:moveTo>
                <a:pt x="0" y="0"/>
              </a:moveTo>
              <a:lnTo>
                <a:pt x="0" y="798511"/>
              </a:lnTo>
              <a:lnTo>
                <a:pt x="182268" y="798511"/>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22DFB04-1E42-45F9-95EA-D05179D8394A}">
      <dsp:nvSpPr>
        <dsp:cNvPr id="0" name=""/>
        <dsp:cNvSpPr/>
      </dsp:nvSpPr>
      <dsp:spPr>
        <a:xfrm>
          <a:off x="1884656" y="871246"/>
          <a:ext cx="182268" cy="798511"/>
        </a:xfrm>
        <a:custGeom>
          <a:avLst/>
          <a:gdLst/>
          <a:ahLst/>
          <a:cxnLst/>
          <a:rect l="0" t="0" r="0" b="0"/>
          <a:pathLst>
            <a:path>
              <a:moveTo>
                <a:pt x="182268" y="0"/>
              </a:moveTo>
              <a:lnTo>
                <a:pt x="182268" y="798511"/>
              </a:lnTo>
              <a:lnTo>
                <a:pt x="0" y="798511"/>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C57FE33-2133-4200-8934-97A421152DB1}">
      <dsp:nvSpPr>
        <dsp:cNvPr id="0" name=""/>
        <dsp:cNvSpPr/>
      </dsp:nvSpPr>
      <dsp:spPr>
        <a:xfrm>
          <a:off x="1198977" y="3299"/>
          <a:ext cx="1735894" cy="867947"/>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noProof="0" dirty="0"/>
            <a:t>Software project</a:t>
          </a:r>
        </a:p>
      </dsp:txBody>
      <dsp:txXfrm>
        <a:off x="1198977" y="3299"/>
        <a:ext cx="1735894" cy="867947"/>
      </dsp:txXfrm>
    </dsp:sp>
    <dsp:sp modelId="{63AB99B0-52A9-4FD4-95B2-D1CDAD6E4D6C}">
      <dsp:nvSpPr>
        <dsp:cNvPr id="0" name=""/>
        <dsp:cNvSpPr/>
      </dsp:nvSpPr>
      <dsp:spPr>
        <a:xfrm>
          <a:off x="148762" y="1235784"/>
          <a:ext cx="1735894" cy="867947"/>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noProof="0" dirty="0"/>
            <a:t>Analysis (modelling) </a:t>
          </a:r>
        </a:p>
      </dsp:txBody>
      <dsp:txXfrm>
        <a:off x="148762" y="1235784"/>
        <a:ext cx="1735894" cy="867947"/>
      </dsp:txXfrm>
    </dsp:sp>
    <dsp:sp modelId="{152DB30B-0997-48AC-8E02-B305E6A174EA}">
      <dsp:nvSpPr>
        <dsp:cNvPr id="0" name=""/>
        <dsp:cNvSpPr/>
      </dsp:nvSpPr>
      <dsp:spPr>
        <a:xfrm>
          <a:off x="2249193" y="1235784"/>
          <a:ext cx="1735894" cy="867947"/>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noProof="0" dirty="0"/>
            <a:t>Development</a:t>
          </a:r>
        </a:p>
      </dsp:txBody>
      <dsp:txXfrm>
        <a:off x="2249193" y="1235784"/>
        <a:ext cx="1735894" cy="867947"/>
      </dsp:txXfrm>
    </dsp:sp>
    <dsp:sp modelId="{2A5F8A13-F793-4295-A576-C273F1E67E53}">
      <dsp:nvSpPr>
        <dsp:cNvPr id="0" name=""/>
        <dsp:cNvSpPr/>
      </dsp:nvSpPr>
      <dsp:spPr>
        <a:xfrm>
          <a:off x="148762" y="2468268"/>
          <a:ext cx="1735894" cy="867947"/>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noProof="0" dirty="0"/>
            <a:t>System Test</a:t>
          </a:r>
        </a:p>
      </dsp:txBody>
      <dsp:txXfrm>
        <a:off x="148762" y="2468268"/>
        <a:ext cx="1735894" cy="867947"/>
      </dsp:txXfrm>
    </dsp:sp>
    <dsp:sp modelId="{2907B370-BA96-40F4-A66F-C111E7FDFAAE}">
      <dsp:nvSpPr>
        <dsp:cNvPr id="0" name=""/>
        <dsp:cNvSpPr/>
      </dsp:nvSpPr>
      <dsp:spPr>
        <a:xfrm>
          <a:off x="2249193" y="2468268"/>
          <a:ext cx="1735894" cy="867947"/>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noProof="0" dirty="0"/>
            <a:t>User Test</a:t>
          </a:r>
        </a:p>
      </dsp:txBody>
      <dsp:txXfrm>
        <a:off x="2249193" y="2468268"/>
        <a:ext cx="1735894" cy="867947"/>
      </dsp:txXfrm>
    </dsp:sp>
    <dsp:sp modelId="{9CAAEC64-6ADE-4DAC-BE74-9BCA6018D400}">
      <dsp:nvSpPr>
        <dsp:cNvPr id="0" name=""/>
        <dsp:cNvSpPr/>
      </dsp:nvSpPr>
      <dsp:spPr>
        <a:xfrm>
          <a:off x="148762" y="3700753"/>
          <a:ext cx="1735894" cy="867947"/>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noProof="0" dirty="0"/>
            <a:t>Miscellaneous</a:t>
          </a:r>
        </a:p>
      </dsp:txBody>
      <dsp:txXfrm>
        <a:off x="148762" y="3700753"/>
        <a:ext cx="1735894" cy="86794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853615-91A5-4D47-A0C0-C3A5ACEF4F14}">
      <dsp:nvSpPr>
        <dsp:cNvPr id="0" name=""/>
        <dsp:cNvSpPr/>
      </dsp:nvSpPr>
      <dsp:spPr>
        <a:xfrm>
          <a:off x="2066924" y="1425975"/>
          <a:ext cx="196309" cy="2187453"/>
        </a:xfrm>
        <a:custGeom>
          <a:avLst/>
          <a:gdLst/>
          <a:ahLst/>
          <a:cxnLst/>
          <a:rect l="0" t="0" r="0" b="0"/>
          <a:pathLst>
            <a:path>
              <a:moveTo>
                <a:pt x="0" y="0"/>
              </a:moveTo>
              <a:lnTo>
                <a:pt x="0" y="2187453"/>
              </a:lnTo>
              <a:lnTo>
                <a:pt x="196309" y="218745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F1D47D-42DA-47A7-AF72-76A8EC6754C6}">
      <dsp:nvSpPr>
        <dsp:cNvPr id="0" name=""/>
        <dsp:cNvSpPr/>
      </dsp:nvSpPr>
      <dsp:spPr>
        <a:xfrm>
          <a:off x="1870615" y="1425975"/>
          <a:ext cx="196309" cy="2187453"/>
        </a:xfrm>
        <a:custGeom>
          <a:avLst/>
          <a:gdLst/>
          <a:ahLst/>
          <a:cxnLst/>
          <a:rect l="0" t="0" r="0" b="0"/>
          <a:pathLst>
            <a:path>
              <a:moveTo>
                <a:pt x="196309" y="0"/>
              </a:moveTo>
              <a:lnTo>
                <a:pt x="196309" y="2187453"/>
              </a:lnTo>
              <a:lnTo>
                <a:pt x="0" y="218745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D21AC8-1B5B-496F-8F3E-9CDDBC26B103}">
      <dsp:nvSpPr>
        <dsp:cNvPr id="0" name=""/>
        <dsp:cNvSpPr/>
      </dsp:nvSpPr>
      <dsp:spPr>
        <a:xfrm>
          <a:off x="2066924" y="1425975"/>
          <a:ext cx="196309" cy="860024"/>
        </a:xfrm>
        <a:custGeom>
          <a:avLst/>
          <a:gdLst/>
          <a:ahLst/>
          <a:cxnLst/>
          <a:rect l="0" t="0" r="0" b="0"/>
          <a:pathLst>
            <a:path>
              <a:moveTo>
                <a:pt x="0" y="0"/>
              </a:moveTo>
              <a:lnTo>
                <a:pt x="0" y="860024"/>
              </a:lnTo>
              <a:lnTo>
                <a:pt x="196309" y="8600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A80EFB4-D747-4194-8C54-37FBB9054B69}">
      <dsp:nvSpPr>
        <dsp:cNvPr id="0" name=""/>
        <dsp:cNvSpPr/>
      </dsp:nvSpPr>
      <dsp:spPr>
        <a:xfrm>
          <a:off x="1870615" y="1425975"/>
          <a:ext cx="196309" cy="860024"/>
        </a:xfrm>
        <a:custGeom>
          <a:avLst/>
          <a:gdLst/>
          <a:ahLst/>
          <a:cxnLst/>
          <a:rect l="0" t="0" r="0" b="0"/>
          <a:pathLst>
            <a:path>
              <a:moveTo>
                <a:pt x="196309" y="0"/>
              </a:moveTo>
              <a:lnTo>
                <a:pt x="196309" y="860024"/>
              </a:lnTo>
              <a:lnTo>
                <a:pt x="0" y="8600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04F2E1-EE75-4640-955D-C79342CF6558}">
      <dsp:nvSpPr>
        <dsp:cNvPr id="0" name=""/>
        <dsp:cNvSpPr/>
      </dsp:nvSpPr>
      <dsp:spPr>
        <a:xfrm>
          <a:off x="1132115" y="491166"/>
          <a:ext cx="1869618" cy="934809"/>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noProof="0" dirty="0">
              <a:solidFill>
                <a:schemeClr val="bg2"/>
              </a:solidFill>
            </a:rPr>
            <a:t>Software project cost</a:t>
          </a:r>
        </a:p>
      </dsp:txBody>
      <dsp:txXfrm>
        <a:off x="1132115" y="491166"/>
        <a:ext cx="1869618" cy="934809"/>
      </dsp:txXfrm>
    </dsp:sp>
    <dsp:sp modelId="{3C633305-7B61-4BBE-B864-29E5FBCDA2A4}">
      <dsp:nvSpPr>
        <dsp:cNvPr id="0" name=""/>
        <dsp:cNvSpPr/>
      </dsp:nvSpPr>
      <dsp:spPr>
        <a:xfrm>
          <a:off x="996" y="1818595"/>
          <a:ext cx="1869618" cy="934809"/>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noProof="0" dirty="0"/>
            <a:t>Analysis (modelling) </a:t>
          </a:r>
        </a:p>
      </dsp:txBody>
      <dsp:txXfrm>
        <a:off x="996" y="1818595"/>
        <a:ext cx="1869618" cy="934809"/>
      </dsp:txXfrm>
    </dsp:sp>
    <dsp:sp modelId="{45C1CC71-4AD6-4498-9387-CC10B9150870}">
      <dsp:nvSpPr>
        <dsp:cNvPr id="0" name=""/>
        <dsp:cNvSpPr/>
      </dsp:nvSpPr>
      <dsp:spPr>
        <a:xfrm>
          <a:off x="2263234" y="1818595"/>
          <a:ext cx="1869618" cy="934809"/>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noProof="0" dirty="0"/>
            <a:t>Development</a:t>
          </a:r>
        </a:p>
      </dsp:txBody>
      <dsp:txXfrm>
        <a:off x="2263234" y="1818595"/>
        <a:ext cx="1869618" cy="934809"/>
      </dsp:txXfrm>
    </dsp:sp>
    <dsp:sp modelId="{B77BFD9A-3A95-45BD-B823-04F3DCE5D441}">
      <dsp:nvSpPr>
        <dsp:cNvPr id="0" name=""/>
        <dsp:cNvSpPr/>
      </dsp:nvSpPr>
      <dsp:spPr>
        <a:xfrm>
          <a:off x="996" y="3146024"/>
          <a:ext cx="1869618" cy="934809"/>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noProof="0" dirty="0"/>
            <a:t>System Test</a:t>
          </a:r>
        </a:p>
      </dsp:txBody>
      <dsp:txXfrm>
        <a:off x="996" y="3146024"/>
        <a:ext cx="1869618" cy="934809"/>
      </dsp:txXfrm>
    </dsp:sp>
    <dsp:sp modelId="{5A29DBC2-90C7-4260-86B8-86B5444522D0}">
      <dsp:nvSpPr>
        <dsp:cNvPr id="0" name=""/>
        <dsp:cNvSpPr/>
      </dsp:nvSpPr>
      <dsp:spPr>
        <a:xfrm>
          <a:off x="2263234" y="3146024"/>
          <a:ext cx="1869618" cy="934809"/>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noProof="0" dirty="0"/>
            <a:t>User Test</a:t>
          </a:r>
        </a:p>
      </dsp:txBody>
      <dsp:txXfrm>
        <a:off x="2263234" y="3146024"/>
        <a:ext cx="1869618" cy="93480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BB9F9-868F-4D56-8A81-F1E0BA42E601}">
      <dsp:nvSpPr>
        <dsp:cNvPr id="0" name=""/>
        <dsp:cNvSpPr/>
      </dsp:nvSpPr>
      <dsp:spPr>
        <a:xfrm>
          <a:off x="2029" y="0"/>
          <a:ext cx="1991962" cy="4572000"/>
        </a:xfrm>
        <a:prstGeom prst="roundRect">
          <a:avLst>
            <a:gd name="adj" fmla="val 10000"/>
          </a:avLst>
        </a:prstGeom>
        <a:solidFill>
          <a:schemeClr val="bg1">
            <a:lumMod val="75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PROJECT COSTS</a:t>
          </a:r>
        </a:p>
      </dsp:txBody>
      <dsp:txXfrm>
        <a:off x="2029" y="0"/>
        <a:ext cx="1991962" cy="1371600"/>
      </dsp:txXfrm>
    </dsp:sp>
    <dsp:sp modelId="{91100A64-139A-4AC1-91C1-2699AF28B01F}">
      <dsp:nvSpPr>
        <dsp:cNvPr id="0" name=""/>
        <dsp:cNvSpPr/>
      </dsp:nvSpPr>
      <dsp:spPr>
        <a:xfrm>
          <a:off x="201226" y="1371711"/>
          <a:ext cx="1593569" cy="666043"/>
        </a:xfrm>
        <a:prstGeom prst="roundRect">
          <a:avLst>
            <a:gd name="adj" fmla="val 10000"/>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sp:txBody>
      <dsp:txXfrm>
        <a:off x="220734" y="1391219"/>
        <a:ext cx="1554553" cy="627027"/>
      </dsp:txXfrm>
    </dsp:sp>
    <dsp:sp modelId="{7EBF8282-17D2-438B-95FF-BAC2AE4F3FBC}">
      <dsp:nvSpPr>
        <dsp:cNvPr id="0" name=""/>
        <dsp:cNvSpPr/>
      </dsp:nvSpPr>
      <dsp:spPr>
        <a:xfrm>
          <a:off x="201226" y="2140222"/>
          <a:ext cx="1593569" cy="666043"/>
        </a:xfrm>
        <a:prstGeom prst="roundRect">
          <a:avLst>
            <a:gd name="adj" fmla="val 10000"/>
          </a:avLst>
        </a:prstGeom>
        <a:solidFill>
          <a:srgbClr val="FFC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INFRASTRUCTURE</a:t>
          </a:r>
        </a:p>
      </dsp:txBody>
      <dsp:txXfrm>
        <a:off x="220734" y="2159730"/>
        <a:ext cx="1554553" cy="627027"/>
      </dsp:txXfrm>
    </dsp:sp>
    <dsp:sp modelId="{BA4E3C7D-B958-47BE-A1E4-9388CD7AE2AB}">
      <dsp:nvSpPr>
        <dsp:cNvPr id="0" name=""/>
        <dsp:cNvSpPr/>
      </dsp:nvSpPr>
      <dsp:spPr>
        <a:xfrm>
          <a:off x="201226" y="2908734"/>
          <a:ext cx="1593569" cy="666043"/>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BUSINESS</a:t>
          </a:r>
        </a:p>
      </dsp:txBody>
      <dsp:txXfrm>
        <a:off x="220734" y="2928242"/>
        <a:ext cx="1554553" cy="627027"/>
      </dsp:txXfrm>
    </dsp:sp>
    <dsp:sp modelId="{01E3AEAE-F493-4AB3-81D0-5EF038E60515}">
      <dsp:nvSpPr>
        <dsp:cNvPr id="0" name=""/>
        <dsp:cNvSpPr/>
      </dsp:nvSpPr>
      <dsp:spPr>
        <a:xfrm>
          <a:off x="201226" y="3677245"/>
          <a:ext cx="1593569" cy="666043"/>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PROJECT MANAGEMENT</a:t>
          </a:r>
        </a:p>
      </dsp:txBody>
      <dsp:txXfrm>
        <a:off x="220734" y="3696753"/>
        <a:ext cx="1554553" cy="627027"/>
      </dsp:txXfrm>
    </dsp:sp>
    <dsp:sp modelId="{E7DCD616-0639-48DE-9F93-B45AC0464A57}">
      <dsp:nvSpPr>
        <dsp:cNvPr id="0" name=""/>
        <dsp:cNvSpPr/>
      </dsp:nvSpPr>
      <dsp:spPr>
        <a:xfrm>
          <a:off x="2143389"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OPERATIONS  COST</a:t>
          </a:r>
        </a:p>
      </dsp:txBody>
      <dsp:txXfrm>
        <a:off x="2143389" y="0"/>
        <a:ext cx="1991962" cy="1371600"/>
      </dsp:txXfrm>
    </dsp:sp>
    <dsp:sp modelId="{0330B109-69E3-46F3-9D83-10671A7EBE70}">
      <dsp:nvSpPr>
        <dsp:cNvPr id="0" name=""/>
        <dsp:cNvSpPr/>
      </dsp:nvSpPr>
      <dsp:spPr>
        <a:xfrm>
          <a:off x="2342585"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OPERATIONS </a:t>
          </a:r>
        </a:p>
      </dsp:txBody>
      <dsp:txXfrm>
        <a:off x="2382960" y="1413314"/>
        <a:ext cx="1512819" cy="1297770"/>
      </dsp:txXfrm>
    </dsp:sp>
    <dsp:sp modelId="{68301150-8C06-4D05-AE88-8E675490E167}">
      <dsp:nvSpPr>
        <dsp:cNvPr id="0" name=""/>
        <dsp:cNvSpPr/>
      </dsp:nvSpPr>
      <dsp:spPr>
        <a:xfrm>
          <a:off x="2342585"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SYSTEM MAINTENANCE</a:t>
          </a:r>
        </a:p>
      </dsp:txBody>
      <dsp:txXfrm>
        <a:off x="2382960" y="3003915"/>
        <a:ext cx="1512819" cy="1297770"/>
      </dsp:txXfrm>
    </dsp:sp>
    <dsp:sp modelId="{5CC9F1A6-8682-4B7D-8924-5FD7B0F2E6E3}">
      <dsp:nvSpPr>
        <dsp:cNvPr id="0" name=""/>
        <dsp:cNvSpPr/>
      </dsp:nvSpPr>
      <dsp:spPr>
        <a:xfrm>
          <a:off x="4284748"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PROJECT BENEFITS</a:t>
          </a:r>
        </a:p>
      </dsp:txBody>
      <dsp:txXfrm>
        <a:off x="4284748" y="0"/>
        <a:ext cx="1991962" cy="1371600"/>
      </dsp:txXfrm>
    </dsp:sp>
    <dsp:sp modelId="{C9B82C22-048B-44CC-93D4-E3DD9EDD135B}">
      <dsp:nvSpPr>
        <dsp:cNvPr id="0" name=""/>
        <dsp:cNvSpPr/>
      </dsp:nvSpPr>
      <dsp:spPr>
        <a:xfrm>
          <a:off x="448394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MANAGEMENT VALUE</a:t>
          </a:r>
        </a:p>
      </dsp:txBody>
      <dsp:txXfrm>
        <a:off x="4524319" y="1413314"/>
        <a:ext cx="1512819" cy="1297770"/>
      </dsp:txXfrm>
    </dsp:sp>
    <dsp:sp modelId="{A0E6910F-4EF7-426B-8944-F0925D47BFB4}">
      <dsp:nvSpPr>
        <dsp:cNvPr id="0" name=""/>
        <dsp:cNvSpPr/>
      </dsp:nvSpPr>
      <dsp:spPr>
        <a:xfrm>
          <a:off x="4483944"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SOCIAL VALUE </a:t>
          </a:r>
        </a:p>
      </dsp:txBody>
      <dsp:txXfrm>
        <a:off x="4524319" y="3003915"/>
        <a:ext cx="1512819" cy="1297770"/>
      </dsp:txXfrm>
    </dsp:sp>
    <dsp:sp modelId="{D0E1A1A4-4EF7-46C0-9CCC-7F1571CB10F9}">
      <dsp:nvSpPr>
        <dsp:cNvPr id="0" name=""/>
        <dsp:cNvSpPr/>
      </dsp:nvSpPr>
      <dsp:spPr>
        <a:xfrm>
          <a:off x="6426107"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PROJECT VALUE </a:t>
          </a:r>
        </a:p>
      </dsp:txBody>
      <dsp:txXfrm>
        <a:off x="6426107" y="0"/>
        <a:ext cx="1991962" cy="1371600"/>
      </dsp:txXfrm>
    </dsp:sp>
    <dsp:sp modelId="{F3DF3EE7-C3E1-4556-B5E5-D675D9659B6D}">
      <dsp:nvSpPr>
        <dsp:cNvPr id="0" name=""/>
        <dsp:cNvSpPr/>
      </dsp:nvSpPr>
      <dsp:spPr>
        <a:xfrm>
          <a:off x="662530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FINANCIAL APPROACH</a:t>
          </a:r>
        </a:p>
      </dsp:txBody>
      <dsp:txXfrm>
        <a:off x="6665679" y="1413314"/>
        <a:ext cx="1512819" cy="1297770"/>
      </dsp:txXfrm>
    </dsp:sp>
    <dsp:sp modelId="{B2301BB8-8C5A-4642-99B6-6B3BE9385CA1}">
      <dsp:nvSpPr>
        <dsp:cNvPr id="0" name=""/>
        <dsp:cNvSpPr/>
      </dsp:nvSpPr>
      <dsp:spPr>
        <a:xfrm>
          <a:off x="6625304"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NET VALUE  APPROACH</a:t>
          </a:r>
        </a:p>
      </dsp:txBody>
      <dsp:txXfrm>
        <a:off x="6665679" y="3003915"/>
        <a:ext cx="1512819" cy="129777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99BE6A-0E9D-4D18-9E0E-4F5C97F9202C}">
      <dsp:nvSpPr>
        <dsp:cNvPr id="0" name=""/>
        <dsp:cNvSpPr/>
      </dsp:nvSpPr>
      <dsp:spPr>
        <a:xfrm>
          <a:off x="1438064" y="1225857"/>
          <a:ext cx="136582" cy="2445481"/>
        </a:xfrm>
        <a:custGeom>
          <a:avLst/>
          <a:gdLst/>
          <a:ahLst/>
          <a:cxnLst/>
          <a:rect l="0" t="0" r="0" b="0"/>
          <a:pathLst>
            <a:path>
              <a:moveTo>
                <a:pt x="0" y="0"/>
              </a:moveTo>
              <a:lnTo>
                <a:pt x="0" y="2445481"/>
              </a:lnTo>
              <a:lnTo>
                <a:pt x="136582" y="2445481"/>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320325F-43D1-4D30-A07A-617B9052AD71}">
      <dsp:nvSpPr>
        <dsp:cNvPr id="0" name=""/>
        <dsp:cNvSpPr/>
      </dsp:nvSpPr>
      <dsp:spPr>
        <a:xfrm>
          <a:off x="1301481" y="1225857"/>
          <a:ext cx="136582" cy="2445481"/>
        </a:xfrm>
        <a:custGeom>
          <a:avLst/>
          <a:gdLst/>
          <a:ahLst/>
          <a:cxnLst/>
          <a:rect l="0" t="0" r="0" b="0"/>
          <a:pathLst>
            <a:path>
              <a:moveTo>
                <a:pt x="136582" y="0"/>
              </a:moveTo>
              <a:lnTo>
                <a:pt x="136582" y="2445481"/>
              </a:lnTo>
              <a:lnTo>
                <a:pt x="0" y="2445481"/>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89D0414-911A-4B60-A4D4-D7E2B54BE5E7}">
      <dsp:nvSpPr>
        <dsp:cNvPr id="0" name=""/>
        <dsp:cNvSpPr/>
      </dsp:nvSpPr>
      <dsp:spPr>
        <a:xfrm>
          <a:off x="1438064" y="1225857"/>
          <a:ext cx="136582" cy="1521921"/>
        </a:xfrm>
        <a:custGeom>
          <a:avLst/>
          <a:gdLst/>
          <a:ahLst/>
          <a:cxnLst/>
          <a:rect l="0" t="0" r="0" b="0"/>
          <a:pathLst>
            <a:path>
              <a:moveTo>
                <a:pt x="0" y="0"/>
              </a:moveTo>
              <a:lnTo>
                <a:pt x="0" y="1521921"/>
              </a:lnTo>
              <a:lnTo>
                <a:pt x="136582" y="1521921"/>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2B30873-E5D4-410B-9571-EC471856AA4C}">
      <dsp:nvSpPr>
        <dsp:cNvPr id="0" name=""/>
        <dsp:cNvSpPr/>
      </dsp:nvSpPr>
      <dsp:spPr>
        <a:xfrm>
          <a:off x="1301481" y="1225857"/>
          <a:ext cx="136582" cy="1521921"/>
        </a:xfrm>
        <a:custGeom>
          <a:avLst/>
          <a:gdLst/>
          <a:ahLst/>
          <a:cxnLst/>
          <a:rect l="0" t="0" r="0" b="0"/>
          <a:pathLst>
            <a:path>
              <a:moveTo>
                <a:pt x="136582" y="0"/>
              </a:moveTo>
              <a:lnTo>
                <a:pt x="136582" y="1521921"/>
              </a:lnTo>
              <a:lnTo>
                <a:pt x="0" y="1521921"/>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6F9E855-8E52-447B-B682-1C4271B4C2BE}">
      <dsp:nvSpPr>
        <dsp:cNvPr id="0" name=""/>
        <dsp:cNvSpPr/>
      </dsp:nvSpPr>
      <dsp:spPr>
        <a:xfrm>
          <a:off x="1438064" y="1225857"/>
          <a:ext cx="136582" cy="598362"/>
        </a:xfrm>
        <a:custGeom>
          <a:avLst/>
          <a:gdLst/>
          <a:ahLst/>
          <a:cxnLst/>
          <a:rect l="0" t="0" r="0" b="0"/>
          <a:pathLst>
            <a:path>
              <a:moveTo>
                <a:pt x="0" y="0"/>
              </a:moveTo>
              <a:lnTo>
                <a:pt x="0" y="598362"/>
              </a:lnTo>
              <a:lnTo>
                <a:pt x="136582" y="59836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EB63D60-B052-4B7C-B3BC-294241CF008A}">
      <dsp:nvSpPr>
        <dsp:cNvPr id="0" name=""/>
        <dsp:cNvSpPr/>
      </dsp:nvSpPr>
      <dsp:spPr>
        <a:xfrm>
          <a:off x="1301481" y="1225857"/>
          <a:ext cx="136582" cy="598362"/>
        </a:xfrm>
        <a:custGeom>
          <a:avLst/>
          <a:gdLst/>
          <a:ahLst/>
          <a:cxnLst/>
          <a:rect l="0" t="0" r="0" b="0"/>
          <a:pathLst>
            <a:path>
              <a:moveTo>
                <a:pt x="136582" y="0"/>
              </a:moveTo>
              <a:lnTo>
                <a:pt x="136582" y="598362"/>
              </a:lnTo>
              <a:lnTo>
                <a:pt x="0" y="59836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F8C74D8-1EF0-4609-84FB-25532547BD99}">
      <dsp:nvSpPr>
        <dsp:cNvPr id="0" name=""/>
        <dsp:cNvSpPr/>
      </dsp:nvSpPr>
      <dsp:spPr>
        <a:xfrm>
          <a:off x="787670" y="575463"/>
          <a:ext cx="1300787" cy="65039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Technology</a:t>
          </a:r>
        </a:p>
      </dsp:txBody>
      <dsp:txXfrm>
        <a:off x="787670" y="575463"/>
        <a:ext cx="1300787" cy="650393"/>
      </dsp:txXfrm>
    </dsp:sp>
    <dsp:sp modelId="{BD1C8E53-9BE8-4B0F-9765-020107A169D2}">
      <dsp:nvSpPr>
        <dsp:cNvPr id="0" name=""/>
        <dsp:cNvSpPr/>
      </dsp:nvSpPr>
      <dsp:spPr>
        <a:xfrm>
          <a:off x="693" y="1499023"/>
          <a:ext cx="1300787" cy="65039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Mobile</a:t>
          </a:r>
        </a:p>
      </dsp:txBody>
      <dsp:txXfrm>
        <a:off x="693" y="1499023"/>
        <a:ext cx="1300787" cy="650393"/>
      </dsp:txXfrm>
    </dsp:sp>
    <dsp:sp modelId="{340E49CD-E4B0-4729-87C8-94B2DE060E6F}">
      <dsp:nvSpPr>
        <dsp:cNvPr id="0" name=""/>
        <dsp:cNvSpPr/>
      </dsp:nvSpPr>
      <dsp:spPr>
        <a:xfrm>
          <a:off x="1574646" y="1499023"/>
          <a:ext cx="1300787" cy="65039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LAN/ Clients /EUC</a:t>
          </a:r>
        </a:p>
      </dsp:txBody>
      <dsp:txXfrm>
        <a:off x="1574646" y="1499023"/>
        <a:ext cx="1300787" cy="650393"/>
      </dsp:txXfrm>
    </dsp:sp>
    <dsp:sp modelId="{BC229DE0-F7A4-4553-B835-D21096967839}">
      <dsp:nvSpPr>
        <dsp:cNvPr id="0" name=""/>
        <dsp:cNvSpPr/>
      </dsp:nvSpPr>
      <dsp:spPr>
        <a:xfrm>
          <a:off x="693" y="2422582"/>
          <a:ext cx="1300787" cy="65039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Servers </a:t>
          </a:r>
        </a:p>
      </dsp:txBody>
      <dsp:txXfrm>
        <a:off x="693" y="2422582"/>
        <a:ext cx="1300787" cy="650393"/>
      </dsp:txXfrm>
    </dsp:sp>
    <dsp:sp modelId="{94C9DD66-620A-47C2-936D-5B25A85D06D8}">
      <dsp:nvSpPr>
        <dsp:cNvPr id="0" name=""/>
        <dsp:cNvSpPr/>
      </dsp:nvSpPr>
      <dsp:spPr>
        <a:xfrm>
          <a:off x="1574646" y="2422582"/>
          <a:ext cx="1300787" cy="650393"/>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Cloud  services</a:t>
          </a:r>
        </a:p>
      </dsp:txBody>
      <dsp:txXfrm>
        <a:off x="1574646" y="2422582"/>
        <a:ext cx="1300787" cy="650393"/>
      </dsp:txXfrm>
    </dsp:sp>
    <dsp:sp modelId="{63E8BA2B-AB9A-4B5C-9E5B-26DC0DDF49B1}">
      <dsp:nvSpPr>
        <dsp:cNvPr id="0" name=""/>
        <dsp:cNvSpPr/>
      </dsp:nvSpPr>
      <dsp:spPr>
        <a:xfrm>
          <a:off x="693" y="3346142"/>
          <a:ext cx="1300787" cy="650393"/>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Software  Platform </a:t>
          </a:r>
        </a:p>
      </dsp:txBody>
      <dsp:txXfrm>
        <a:off x="693" y="3346142"/>
        <a:ext cx="1300787" cy="650393"/>
      </dsp:txXfrm>
    </dsp:sp>
    <dsp:sp modelId="{694F4A1E-19E0-4432-857B-6B64A8687844}">
      <dsp:nvSpPr>
        <dsp:cNvPr id="0" name=""/>
        <dsp:cNvSpPr/>
      </dsp:nvSpPr>
      <dsp:spPr>
        <a:xfrm>
          <a:off x="1574646" y="3346142"/>
          <a:ext cx="1300787" cy="650393"/>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t>Miscellaneous</a:t>
          </a:r>
        </a:p>
      </dsp:txBody>
      <dsp:txXfrm>
        <a:off x="1574646" y="3346142"/>
        <a:ext cx="1300787" cy="65039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99BE6A-0E9D-4D18-9E0E-4F5C97F9202C}">
      <dsp:nvSpPr>
        <dsp:cNvPr id="0" name=""/>
        <dsp:cNvSpPr/>
      </dsp:nvSpPr>
      <dsp:spPr>
        <a:xfrm>
          <a:off x="2066924" y="871246"/>
          <a:ext cx="182268" cy="3263480"/>
        </a:xfrm>
        <a:custGeom>
          <a:avLst/>
          <a:gdLst/>
          <a:ahLst/>
          <a:cxnLst/>
          <a:rect l="0" t="0" r="0" b="0"/>
          <a:pathLst>
            <a:path>
              <a:moveTo>
                <a:pt x="0" y="0"/>
              </a:moveTo>
              <a:lnTo>
                <a:pt x="0" y="3263480"/>
              </a:lnTo>
              <a:lnTo>
                <a:pt x="182268" y="3263480"/>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320325F-43D1-4D30-A07A-617B9052AD71}">
      <dsp:nvSpPr>
        <dsp:cNvPr id="0" name=""/>
        <dsp:cNvSpPr/>
      </dsp:nvSpPr>
      <dsp:spPr>
        <a:xfrm>
          <a:off x="1884656" y="871246"/>
          <a:ext cx="182268" cy="3263480"/>
        </a:xfrm>
        <a:custGeom>
          <a:avLst/>
          <a:gdLst/>
          <a:ahLst/>
          <a:cxnLst/>
          <a:rect l="0" t="0" r="0" b="0"/>
          <a:pathLst>
            <a:path>
              <a:moveTo>
                <a:pt x="182268" y="0"/>
              </a:moveTo>
              <a:lnTo>
                <a:pt x="182268" y="3263480"/>
              </a:lnTo>
              <a:lnTo>
                <a:pt x="0" y="3263480"/>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89D0414-911A-4B60-A4D4-D7E2B54BE5E7}">
      <dsp:nvSpPr>
        <dsp:cNvPr id="0" name=""/>
        <dsp:cNvSpPr/>
      </dsp:nvSpPr>
      <dsp:spPr>
        <a:xfrm>
          <a:off x="2066924" y="871246"/>
          <a:ext cx="182268" cy="2030996"/>
        </a:xfrm>
        <a:custGeom>
          <a:avLst/>
          <a:gdLst/>
          <a:ahLst/>
          <a:cxnLst/>
          <a:rect l="0" t="0" r="0" b="0"/>
          <a:pathLst>
            <a:path>
              <a:moveTo>
                <a:pt x="0" y="0"/>
              </a:moveTo>
              <a:lnTo>
                <a:pt x="0" y="2030996"/>
              </a:lnTo>
              <a:lnTo>
                <a:pt x="182268" y="2030996"/>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2B30873-E5D4-410B-9571-EC471856AA4C}">
      <dsp:nvSpPr>
        <dsp:cNvPr id="0" name=""/>
        <dsp:cNvSpPr/>
      </dsp:nvSpPr>
      <dsp:spPr>
        <a:xfrm>
          <a:off x="1884656" y="871246"/>
          <a:ext cx="182268" cy="2030996"/>
        </a:xfrm>
        <a:custGeom>
          <a:avLst/>
          <a:gdLst/>
          <a:ahLst/>
          <a:cxnLst/>
          <a:rect l="0" t="0" r="0" b="0"/>
          <a:pathLst>
            <a:path>
              <a:moveTo>
                <a:pt x="182268" y="0"/>
              </a:moveTo>
              <a:lnTo>
                <a:pt x="182268" y="2030996"/>
              </a:lnTo>
              <a:lnTo>
                <a:pt x="0" y="2030996"/>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6F9E855-8E52-447B-B682-1C4271B4C2BE}">
      <dsp:nvSpPr>
        <dsp:cNvPr id="0" name=""/>
        <dsp:cNvSpPr/>
      </dsp:nvSpPr>
      <dsp:spPr>
        <a:xfrm>
          <a:off x="2066924" y="871246"/>
          <a:ext cx="182268" cy="798511"/>
        </a:xfrm>
        <a:custGeom>
          <a:avLst/>
          <a:gdLst/>
          <a:ahLst/>
          <a:cxnLst/>
          <a:rect l="0" t="0" r="0" b="0"/>
          <a:pathLst>
            <a:path>
              <a:moveTo>
                <a:pt x="0" y="0"/>
              </a:moveTo>
              <a:lnTo>
                <a:pt x="0" y="798511"/>
              </a:lnTo>
              <a:lnTo>
                <a:pt x="182268" y="798511"/>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EB63D60-B052-4B7C-B3BC-294241CF008A}">
      <dsp:nvSpPr>
        <dsp:cNvPr id="0" name=""/>
        <dsp:cNvSpPr/>
      </dsp:nvSpPr>
      <dsp:spPr>
        <a:xfrm>
          <a:off x="1884656" y="871246"/>
          <a:ext cx="182268" cy="798511"/>
        </a:xfrm>
        <a:custGeom>
          <a:avLst/>
          <a:gdLst/>
          <a:ahLst/>
          <a:cxnLst/>
          <a:rect l="0" t="0" r="0" b="0"/>
          <a:pathLst>
            <a:path>
              <a:moveTo>
                <a:pt x="182268" y="0"/>
              </a:moveTo>
              <a:lnTo>
                <a:pt x="182268" y="798511"/>
              </a:lnTo>
              <a:lnTo>
                <a:pt x="0" y="798511"/>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F8C74D8-1EF0-4609-84FB-25532547BD99}">
      <dsp:nvSpPr>
        <dsp:cNvPr id="0" name=""/>
        <dsp:cNvSpPr/>
      </dsp:nvSpPr>
      <dsp:spPr>
        <a:xfrm>
          <a:off x="1198977" y="3299"/>
          <a:ext cx="1735894" cy="867947"/>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Technology</a:t>
          </a:r>
        </a:p>
      </dsp:txBody>
      <dsp:txXfrm>
        <a:off x="1198977" y="3299"/>
        <a:ext cx="1735894" cy="867947"/>
      </dsp:txXfrm>
    </dsp:sp>
    <dsp:sp modelId="{BD1C8E53-9BE8-4B0F-9765-020107A169D2}">
      <dsp:nvSpPr>
        <dsp:cNvPr id="0" name=""/>
        <dsp:cNvSpPr/>
      </dsp:nvSpPr>
      <dsp:spPr>
        <a:xfrm>
          <a:off x="148762" y="1235784"/>
          <a:ext cx="1735894" cy="867947"/>
        </a:xfrm>
        <a:prstGeom prst="rect">
          <a:avLst/>
        </a:prstGeom>
        <a:solidFill>
          <a:srgbClr val="FFFFFF"/>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rgbClr val="000000">
                  <a:hueOff val="0"/>
                  <a:satOff val="0"/>
                  <a:lumOff val="0"/>
                  <a:alphaOff val="0"/>
                </a:srgbClr>
              </a:solidFill>
              <a:latin typeface="Times New Roman"/>
              <a:ea typeface="+mn-ea"/>
              <a:cs typeface="+mn-cs"/>
            </a:rPr>
            <a:t>Mobile</a:t>
          </a:r>
        </a:p>
      </dsp:txBody>
      <dsp:txXfrm>
        <a:off x="148762" y="1235784"/>
        <a:ext cx="1735894" cy="867947"/>
      </dsp:txXfrm>
    </dsp:sp>
    <dsp:sp modelId="{340E49CD-E4B0-4729-87C8-94B2DE060E6F}">
      <dsp:nvSpPr>
        <dsp:cNvPr id="0" name=""/>
        <dsp:cNvSpPr/>
      </dsp:nvSpPr>
      <dsp:spPr>
        <a:xfrm>
          <a:off x="2249193" y="1235784"/>
          <a:ext cx="1735894" cy="867947"/>
        </a:xfrm>
        <a:prstGeom prst="rect">
          <a:avLst/>
        </a:prstGeom>
        <a:solidFill>
          <a:srgbClr val="FFFFFF"/>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rgbClr val="000000">
                  <a:hueOff val="0"/>
                  <a:satOff val="0"/>
                  <a:lumOff val="0"/>
                  <a:alphaOff val="0"/>
                </a:srgbClr>
              </a:solidFill>
              <a:latin typeface="Times New Roman"/>
              <a:ea typeface="+mn-ea"/>
              <a:cs typeface="+mn-cs"/>
            </a:rPr>
            <a:t>LAN/ Clients /EUC</a:t>
          </a:r>
        </a:p>
      </dsp:txBody>
      <dsp:txXfrm>
        <a:off x="2249193" y="1235784"/>
        <a:ext cx="1735894" cy="867947"/>
      </dsp:txXfrm>
    </dsp:sp>
    <dsp:sp modelId="{BC229DE0-F7A4-4553-B835-D21096967839}">
      <dsp:nvSpPr>
        <dsp:cNvPr id="0" name=""/>
        <dsp:cNvSpPr/>
      </dsp:nvSpPr>
      <dsp:spPr>
        <a:xfrm>
          <a:off x="148762" y="2468268"/>
          <a:ext cx="1735894" cy="867947"/>
        </a:xfrm>
        <a:prstGeom prst="rect">
          <a:avLst/>
        </a:prstGeom>
        <a:solidFill>
          <a:srgbClr val="FFFFFF"/>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rgbClr val="000000">
                  <a:hueOff val="0"/>
                  <a:satOff val="0"/>
                  <a:lumOff val="0"/>
                  <a:alphaOff val="0"/>
                </a:srgbClr>
              </a:solidFill>
              <a:latin typeface="Times New Roman"/>
              <a:ea typeface="+mn-ea"/>
              <a:cs typeface="+mn-cs"/>
            </a:rPr>
            <a:t>Servers </a:t>
          </a:r>
        </a:p>
      </dsp:txBody>
      <dsp:txXfrm>
        <a:off x="148762" y="2468268"/>
        <a:ext cx="1735894" cy="867947"/>
      </dsp:txXfrm>
    </dsp:sp>
    <dsp:sp modelId="{94C9DD66-620A-47C2-936D-5B25A85D06D8}">
      <dsp:nvSpPr>
        <dsp:cNvPr id="0" name=""/>
        <dsp:cNvSpPr/>
      </dsp:nvSpPr>
      <dsp:spPr>
        <a:xfrm>
          <a:off x="2249193" y="2468268"/>
          <a:ext cx="1735894" cy="867947"/>
        </a:xfrm>
        <a:prstGeom prst="rect">
          <a:avLst/>
        </a:prstGeom>
        <a:gradFill rotWithShape="0">
          <a:gsLst>
            <a:gs pos="0">
              <a:srgbClr val="FFFFFF">
                <a:hueOff val="0"/>
                <a:satOff val="0"/>
                <a:lumOff val="0"/>
                <a:alphaOff val="0"/>
                <a:shade val="51000"/>
                <a:satMod val="130000"/>
              </a:srgbClr>
            </a:gs>
            <a:gs pos="80000">
              <a:srgbClr val="FFFFFF">
                <a:hueOff val="0"/>
                <a:satOff val="0"/>
                <a:lumOff val="0"/>
                <a:alphaOff val="0"/>
                <a:shade val="93000"/>
                <a:satMod val="130000"/>
              </a:srgbClr>
            </a:gs>
            <a:gs pos="100000">
              <a:srgbClr val="FFFFFF">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noProof="0" dirty="0">
              <a:solidFill>
                <a:srgbClr val="000000">
                  <a:hueOff val="0"/>
                  <a:satOff val="0"/>
                  <a:lumOff val="0"/>
                  <a:alphaOff val="0"/>
                </a:srgbClr>
              </a:solidFill>
              <a:latin typeface="Times New Roman"/>
              <a:ea typeface="+mn-ea"/>
              <a:cs typeface="+mn-cs"/>
            </a:rPr>
            <a:t>Cloud  services</a:t>
          </a:r>
        </a:p>
      </dsp:txBody>
      <dsp:txXfrm>
        <a:off x="2249193" y="2468268"/>
        <a:ext cx="1735894" cy="867947"/>
      </dsp:txXfrm>
    </dsp:sp>
    <dsp:sp modelId="{63E8BA2B-AB9A-4B5C-9E5B-26DC0DDF49B1}">
      <dsp:nvSpPr>
        <dsp:cNvPr id="0" name=""/>
        <dsp:cNvSpPr/>
      </dsp:nvSpPr>
      <dsp:spPr>
        <a:xfrm>
          <a:off x="148762" y="3700753"/>
          <a:ext cx="1735894" cy="867947"/>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Software  Platform </a:t>
          </a:r>
        </a:p>
      </dsp:txBody>
      <dsp:txXfrm>
        <a:off x="148762" y="3700753"/>
        <a:ext cx="1735894" cy="867947"/>
      </dsp:txXfrm>
    </dsp:sp>
    <dsp:sp modelId="{694F4A1E-19E0-4432-857B-6B64A8687844}">
      <dsp:nvSpPr>
        <dsp:cNvPr id="0" name=""/>
        <dsp:cNvSpPr/>
      </dsp:nvSpPr>
      <dsp:spPr>
        <a:xfrm>
          <a:off x="2249193" y="3700753"/>
          <a:ext cx="1735894" cy="867947"/>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Miscellaneous</a:t>
          </a:r>
        </a:p>
      </dsp:txBody>
      <dsp:txXfrm>
        <a:off x="2249193" y="3700753"/>
        <a:ext cx="1735894" cy="86794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99BE6A-0E9D-4D18-9E0E-4F5C97F9202C}">
      <dsp:nvSpPr>
        <dsp:cNvPr id="0" name=""/>
        <dsp:cNvSpPr/>
      </dsp:nvSpPr>
      <dsp:spPr>
        <a:xfrm>
          <a:off x="2066924" y="871246"/>
          <a:ext cx="182268" cy="3263480"/>
        </a:xfrm>
        <a:custGeom>
          <a:avLst/>
          <a:gdLst/>
          <a:ahLst/>
          <a:cxnLst/>
          <a:rect l="0" t="0" r="0" b="0"/>
          <a:pathLst>
            <a:path>
              <a:moveTo>
                <a:pt x="0" y="0"/>
              </a:moveTo>
              <a:lnTo>
                <a:pt x="0" y="3263480"/>
              </a:lnTo>
              <a:lnTo>
                <a:pt x="182268" y="3263480"/>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320325F-43D1-4D30-A07A-617B9052AD71}">
      <dsp:nvSpPr>
        <dsp:cNvPr id="0" name=""/>
        <dsp:cNvSpPr/>
      </dsp:nvSpPr>
      <dsp:spPr>
        <a:xfrm>
          <a:off x="1884656" y="871246"/>
          <a:ext cx="182268" cy="3263480"/>
        </a:xfrm>
        <a:custGeom>
          <a:avLst/>
          <a:gdLst/>
          <a:ahLst/>
          <a:cxnLst/>
          <a:rect l="0" t="0" r="0" b="0"/>
          <a:pathLst>
            <a:path>
              <a:moveTo>
                <a:pt x="182268" y="0"/>
              </a:moveTo>
              <a:lnTo>
                <a:pt x="182268" y="3263480"/>
              </a:lnTo>
              <a:lnTo>
                <a:pt x="0" y="3263480"/>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89D0414-911A-4B60-A4D4-D7E2B54BE5E7}">
      <dsp:nvSpPr>
        <dsp:cNvPr id="0" name=""/>
        <dsp:cNvSpPr/>
      </dsp:nvSpPr>
      <dsp:spPr>
        <a:xfrm>
          <a:off x="2066924" y="871246"/>
          <a:ext cx="182268" cy="2030996"/>
        </a:xfrm>
        <a:custGeom>
          <a:avLst/>
          <a:gdLst/>
          <a:ahLst/>
          <a:cxnLst/>
          <a:rect l="0" t="0" r="0" b="0"/>
          <a:pathLst>
            <a:path>
              <a:moveTo>
                <a:pt x="0" y="0"/>
              </a:moveTo>
              <a:lnTo>
                <a:pt x="0" y="2030996"/>
              </a:lnTo>
              <a:lnTo>
                <a:pt x="182268" y="2030996"/>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2B30873-E5D4-410B-9571-EC471856AA4C}">
      <dsp:nvSpPr>
        <dsp:cNvPr id="0" name=""/>
        <dsp:cNvSpPr/>
      </dsp:nvSpPr>
      <dsp:spPr>
        <a:xfrm>
          <a:off x="1884656" y="871246"/>
          <a:ext cx="182268" cy="2030996"/>
        </a:xfrm>
        <a:custGeom>
          <a:avLst/>
          <a:gdLst/>
          <a:ahLst/>
          <a:cxnLst/>
          <a:rect l="0" t="0" r="0" b="0"/>
          <a:pathLst>
            <a:path>
              <a:moveTo>
                <a:pt x="182268" y="0"/>
              </a:moveTo>
              <a:lnTo>
                <a:pt x="182268" y="2030996"/>
              </a:lnTo>
              <a:lnTo>
                <a:pt x="0" y="2030996"/>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6F9E855-8E52-447B-B682-1C4271B4C2BE}">
      <dsp:nvSpPr>
        <dsp:cNvPr id="0" name=""/>
        <dsp:cNvSpPr/>
      </dsp:nvSpPr>
      <dsp:spPr>
        <a:xfrm>
          <a:off x="2066924" y="871246"/>
          <a:ext cx="182268" cy="798511"/>
        </a:xfrm>
        <a:custGeom>
          <a:avLst/>
          <a:gdLst/>
          <a:ahLst/>
          <a:cxnLst/>
          <a:rect l="0" t="0" r="0" b="0"/>
          <a:pathLst>
            <a:path>
              <a:moveTo>
                <a:pt x="0" y="0"/>
              </a:moveTo>
              <a:lnTo>
                <a:pt x="0" y="798511"/>
              </a:lnTo>
              <a:lnTo>
                <a:pt x="182268" y="798511"/>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EB63D60-B052-4B7C-B3BC-294241CF008A}">
      <dsp:nvSpPr>
        <dsp:cNvPr id="0" name=""/>
        <dsp:cNvSpPr/>
      </dsp:nvSpPr>
      <dsp:spPr>
        <a:xfrm>
          <a:off x="1884656" y="871246"/>
          <a:ext cx="182268" cy="798511"/>
        </a:xfrm>
        <a:custGeom>
          <a:avLst/>
          <a:gdLst/>
          <a:ahLst/>
          <a:cxnLst/>
          <a:rect l="0" t="0" r="0" b="0"/>
          <a:pathLst>
            <a:path>
              <a:moveTo>
                <a:pt x="182268" y="0"/>
              </a:moveTo>
              <a:lnTo>
                <a:pt x="182268" y="798511"/>
              </a:lnTo>
              <a:lnTo>
                <a:pt x="0" y="798511"/>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F8C74D8-1EF0-4609-84FB-25532547BD99}">
      <dsp:nvSpPr>
        <dsp:cNvPr id="0" name=""/>
        <dsp:cNvSpPr/>
      </dsp:nvSpPr>
      <dsp:spPr>
        <a:xfrm>
          <a:off x="1198977" y="3299"/>
          <a:ext cx="1735894" cy="867947"/>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Technology</a:t>
          </a:r>
        </a:p>
      </dsp:txBody>
      <dsp:txXfrm>
        <a:off x="1198977" y="3299"/>
        <a:ext cx="1735894" cy="867947"/>
      </dsp:txXfrm>
    </dsp:sp>
    <dsp:sp modelId="{BD1C8E53-9BE8-4B0F-9765-020107A169D2}">
      <dsp:nvSpPr>
        <dsp:cNvPr id="0" name=""/>
        <dsp:cNvSpPr/>
      </dsp:nvSpPr>
      <dsp:spPr>
        <a:xfrm>
          <a:off x="148762" y="1235784"/>
          <a:ext cx="1735894" cy="867947"/>
        </a:xfrm>
        <a:prstGeom prst="rect">
          <a:avLst/>
        </a:prstGeom>
        <a:solidFill>
          <a:srgbClr val="FFFFFF"/>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1800" kern="1200" noProof="0" dirty="0">
              <a:solidFill>
                <a:srgbClr val="000000">
                  <a:hueOff val="0"/>
                  <a:satOff val="0"/>
                  <a:lumOff val="0"/>
                  <a:alphaOff val="0"/>
                </a:srgbClr>
              </a:solidFill>
              <a:latin typeface="Times New Roman"/>
              <a:ea typeface="+mn-ea"/>
              <a:cs typeface="+mn-cs"/>
            </a:rPr>
            <a:t>Mobile</a:t>
          </a:r>
        </a:p>
      </dsp:txBody>
      <dsp:txXfrm>
        <a:off x="148762" y="1235784"/>
        <a:ext cx="1735894" cy="867947"/>
      </dsp:txXfrm>
    </dsp:sp>
    <dsp:sp modelId="{340E49CD-E4B0-4729-87C8-94B2DE060E6F}">
      <dsp:nvSpPr>
        <dsp:cNvPr id="0" name=""/>
        <dsp:cNvSpPr/>
      </dsp:nvSpPr>
      <dsp:spPr>
        <a:xfrm>
          <a:off x="2249193" y="1235784"/>
          <a:ext cx="1735894" cy="867947"/>
        </a:xfrm>
        <a:prstGeom prst="rect">
          <a:avLst/>
        </a:prstGeom>
        <a:solidFill>
          <a:srgbClr val="FFFFFF"/>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1800" kern="1200" noProof="0" dirty="0">
              <a:solidFill>
                <a:srgbClr val="000000">
                  <a:hueOff val="0"/>
                  <a:satOff val="0"/>
                  <a:lumOff val="0"/>
                  <a:alphaOff val="0"/>
                </a:srgbClr>
              </a:solidFill>
              <a:latin typeface="Times New Roman"/>
              <a:ea typeface="+mn-ea"/>
              <a:cs typeface="+mn-cs"/>
            </a:rPr>
            <a:t>LAN/ Clients /EUC</a:t>
          </a:r>
        </a:p>
      </dsp:txBody>
      <dsp:txXfrm>
        <a:off x="2249193" y="1235784"/>
        <a:ext cx="1735894" cy="867947"/>
      </dsp:txXfrm>
    </dsp:sp>
    <dsp:sp modelId="{BC229DE0-F7A4-4553-B835-D21096967839}">
      <dsp:nvSpPr>
        <dsp:cNvPr id="0" name=""/>
        <dsp:cNvSpPr/>
      </dsp:nvSpPr>
      <dsp:spPr>
        <a:xfrm>
          <a:off x="148762" y="2468268"/>
          <a:ext cx="1735894" cy="867947"/>
        </a:xfrm>
        <a:prstGeom prst="rect">
          <a:avLst/>
        </a:prstGeom>
        <a:solidFill>
          <a:srgbClr val="FFFFFF"/>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1800" kern="1200" noProof="0" dirty="0">
              <a:solidFill>
                <a:srgbClr val="000000">
                  <a:hueOff val="0"/>
                  <a:satOff val="0"/>
                  <a:lumOff val="0"/>
                  <a:alphaOff val="0"/>
                </a:srgbClr>
              </a:solidFill>
              <a:latin typeface="Times New Roman"/>
              <a:ea typeface="+mn-ea"/>
              <a:cs typeface="+mn-cs"/>
            </a:rPr>
            <a:t>Servers </a:t>
          </a:r>
        </a:p>
      </dsp:txBody>
      <dsp:txXfrm>
        <a:off x="148762" y="2468268"/>
        <a:ext cx="1735894" cy="867947"/>
      </dsp:txXfrm>
    </dsp:sp>
    <dsp:sp modelId="{94C9DD66-620A-47C2-936D-5B25A85D06D8}">
      <dsp:nvSpPr>
        <dsp:cNvPr id="0" name=""/>
        <dsp:cNvSpPr/>
      </dsp:nvSpPr>
      <dsp:spPr>
        <a:xfrm>
          <a:off x="2249193" y="2468268"/>
          <a:ext cx="1735894" cy="867947"/>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Cloud  services</a:t>
          </a:r>
        </a:p>
      </dsp:txBody>
      <dsp:txXfrm>
        <a:off x="2249193" y="2468268"/>
        <a:ext cx="1735894" cy="867947"/>
      </dsp:txXfrm>
    </dsp:sp>
    <dsp:sp modelId="{63E8BA2B-AB9A-4B5C-9E5B-26DC0DDF49B1}">
      <dsp:nvSpPr>
        <dsp:cNvPr id="0" name=""/>
        <dsp:cNvSpPr/>
      </dsp:nvSpPr>
      <dsp:spPr>
        <a:xfrm>
          <a:off x="148762" y="3700753"/>
          <a:ext cx="1735894" cy="867947"/>
        </a:xfrm>
        <a:prstGeom prst="rect">
          <a:avLst/>
        </a:prstGeom>
        <a:gradFill rotWithShape="0">
          <a:gsLst>
            <a:gs pos="0">
              <a:srgbClr val="FFFFFF">
                <a:hueOff val="0"/>
                <a:satOff val="0"/>
                <a:lumOff val="0"/>
                <a:alphaOff val="0"/>
                <a:shade val="51000"/>
                <a:satMod val="130000"/>
              </a:srgbClr>
            </a:gs>
            <a:gs pos="80000">
              <a:srgbClr val="FFFFFF">
                <a:hueOff val="0"/>
                <a:satOff val="0"/>
                <a:lumOff val="0"/>
                <a:alphaOff val="0"/>
                <a:shade val="93000"/>
                <a:satMod val="130000"/>
              </a:srgbClr>
            </a:gs>
            <a:gs pos="100000">
              <a:srgbClr val="FFFFFF">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800100">
            <a:lnSpc>
              <a:spcPct val="90000"/>
            </a:lnSpc>
            <a:spcBef>
              <a:spcPct val="0"/>
            </a:spcBef>
            <a:spcAft>
              <a:spcPct val="35000"/>
            </a:spcAft>
            <a:buNone/>
          </a:pPr>
          <a:r>
            <a:rPr lang="en-US" sz="1800" kern="1200" noProof="0" dirty="0"/>
            <a:t>Software  Platform </a:t>
          </a:r>
        </a:p>
      </dsp:txBody>
      <dsp:txXfrm>
        <a:off x="148762" y="3700753"/>
        <a:ext cx="1735894" cy="867947"/>
      </dsp:txXfrm>
    </dsp:sp>
    <dsp:sp modelId="{694F4A1E-19E0-4432-857B-6B64A8687844}">
      <dsp:nvSpPr>
        <dsp:cNvPr id="0" name=""/>
        <dsp:cNvSpPr/>
      </dsp:nvSpPr>
      <dsp:spPr>
        <a:xfrm>
          <a:off x="2249193" y="3700753"/>
          <a:ext cx="1735894" cy="867947"/>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Miscellaneous</a:t>
          </a:r>
        </a:p>
      </dsp:txBody>
      <dsp:txXfrm>
        <a:off x="2249193" y="3700753"/>
        <a:ext cx="1735894" cy="86794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BB9F9-868F-4D56-8A81-F1E0BA42E601}">
      <dsp:nvSpPr>
        <dsp:cNvPr id="0" name=""/>
        <dsp:cNvSpPr/>
      </dsp:nvSpPr>
      <dsp:spPr>
        <a:xfrm>
          <a:off x="2029" y="0"/>
          <a:ext cx="1991962" cy="4572000"/>
        </a:xfrm>
        <a:prstGeom prst="roundRect">
          <a:avLst>
            <a:gd name="adj" fmla="val 10000"/>
          </a:avLst>
        </a:prstGeom>
        <a:solidFill>
          <a:schemeClr val="bg1">
            <a:lumMod val="75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PROJECT COSTS</a:t>
          </a:r>
        </a:p>
      </dsp:txBody>
      <dsp:txXfrm>
        <a:off x="2029" y="0"/>
        <a:ext cx="1991962" cy="1371600"/>
      </dsp:txXfrm>
    </dsp:sp>
    <dsp:sp modelId="{91100A64-139A-4AC1-91C1-2699AF28B01F}">
      <dsp:nvSpPr>
        <dsp:cNvPr id="0" name=""/>
        <dsp:cNvSpPr/>
      </dsp:nvSpPr>
      <dsp:spPr>
        <a:xfrm>
          <a:off x="201226" y="1371711"/>
          <a:ext cx="1593569" cy="666043"/>
        </a:xfrm>
        <a:prstGeom prst="roundRect">
          <a:avLst>
            <a:gd name="adj" fmla="val 10000"/>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sp:txBody>
      <dsp:txXfrm>
        <a:off x="220734" y="1391219"/>
        <a:ext cx="1554553" cy="627027"/>
      </dsp:txXfrm>
    </dsp:sp>
    <dsp:sp modelId="{7EBF8282-17D2-438B-95FF-BAC2AE4F3FBC}">
      <dsp:nvSpPr>
        <dsp:cNvPr id="0" name=""/>
        <dsp:cNvSpPr/>
      </dsp:nvSpPr>
      <dsp:spPr>
        <a:xfrm>
          <a:off x="201226" y="2140222"/>
          <a:ext cx="1593569" cy="666043"/>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INFRASTRUCTURE</a:t>
          </a:r>
        </a:p>
      </dsp:txBody>
      <dsp:txXfrm>
        <a:off x="220734" y="2159730"/>
        <a:ext cx="1554553" cy="627027"/>
      </dsp:txXfrm>
    </dsp:sp>
    <dsp:sp modelId="{BA4E3C7D-B958-47BE-A1E4-9388CD7AE2AB}">
      <dsp:nvSpPr>
        <dsp:cNvPr id="0" name=""/>
        <dsp:cNvSpPr/>
      </dsp:nvSpPr>
      <dsp:spPr>
        <a:xfrm>
          <a:off x="201226" y="2908734"/>
          <a:ext cx="1593569" cy="666043"/>
        </a:xfrm>
        <a:prstGeom prst="roundRect">
          <a:avLst>
            <a:gd name="adj" fmla="val 10000"/>
          </a:avLst>
        </a:prstGeom>
        <a:solidFill>
          <a:srgbClr val="FFC000"/>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BUSINESS</a:t>
          </a:r>
        </a:p>
      </dsp:txBody>
      <dsp:txXfrm>
        <a:off x="220734" y="2928242"/>
        <a:ext cx="1554553" cy="627027"/>
      </dsp:txXfrm>
    </dsp:sp>
    <dsp:sp modelId="{F4E26588-D736-40F0-ABCF-AD950B9DBBE2}">
      <dsp:nvSpPr>
        <dsp:cNvPr id="0" name=""/>
        <dsp:cNvSpPr/>
      </dsp:nvSpPr>
      <dsp:spPr>
        <a:xfrm>
          <a:off x="201226" y="3677245"/>
          <a:ext cx="1593569" cy="666043"/>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PROJECT MANAGEMENT</a:t>
          </a:r>
          <a:endParaRPr lang="en-US" sz="1300" kern="1200" noProof="0" dirty="0">
            <a:solidFill>
              <a:srgbClr val="000000"/>
            </a:solidFill>
            <a:latin typeface="Times New Roman"/>
            <a:ea typeface="+mn-ea"/>
            <a:cs typeface="+mn-cs"/>
          </a:endParaRPr>
        </a:p>
      </dsp:txBody>
      <dsp:txXfrm>
        <a:off x="220734" y="3696753"/>
        <a:ext cx="1554553" cy="627027"/>
      </dsp:txXfrm>
    </dsp:sp>
    <dsp:sp modelId="{E7DCD616-0639-48DE-9F93-B45AC0464A57}">
      <dsp:nvSpPr>
        <dsp:cNvPr id="0" name=""/>
        <dsp:cNvSpPr/>
      </dsp:nvSpPr>
      <dsp:spPr>
        <a:xfrm>
          <a:off x="2143389"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OPERATIONS  COST</a:t>
          </a:r>
        </a:p>
      </dsp:txBody>
      <dsp:txXfrm>
        <a:off x="2143389" y="0"/>
        <a:ext cx="1991962" cy="1371600"/>
      </dsp:txXfrm>
    </dsp:sp>
    <dsp:sp modelId="{0330B109-69E3-46F3-9D83-10671A7EBE70}">
      <dsp:nvSpPr>
        <dsp:cNvPr id="0" name=""/>
        <dsp:cNvSpPr/>
      </dsp:nvSpPr>
      <dsp:spPr>
        <a:xfrm>
          <a:off x="2342585"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OPERATIONS </a:t>
          </a:r>
        </a:p>
      </dsp:txBody>
      <dsp:txXfrm>
        <a:off x="2382960" y="1413314"/>
        <a:ext cx="1512819" cy="1297770"/>
      </dsp:txXfrm>
    </dsp:sp>
    <dsp:sp modelId="{68301150-8C06-4D05-AE88-8E675490E167}">
      <dsp:nvSpPr>
        <dsp:cNvPr id="0" name=""/>
        <dsp:cNvSpPr/>
      </dsp:nvSpPr>
      <dsp:spPr>
        <a:xfrm>
          <a:off x="2342585"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SYSTEM MAINTENANCE</a:t>
          </a:r>
        </a:p>
      </dsp:txBody>
      <dsp:txXfrm>
        <a:off x="2382960" y="3003915"/>
        <a:ext cx="1512819" cy="1297770"/>
      </dsp:txXfrm>
    </dsp:sp>
    <dsp:sp modelId="{5CC9F1A6-8682-4B7D-8924-5FD7B0F2E6E3}">
      <dsp:nvSpPr>
        <dsp:cNvPr id="0" name=""/>
        <dsp:cNvSpPr/>
      </dsp:nvSpPr>
      <dsp:spPr>
        <a:xfrm>
          <a:off x="4284748"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PROJECT BENEFITS</a:t>
          </a:r>
        </a:p>
      </dsp:txBody>
      <dsp:txXfrm>
        <a:off x="4284748" y="0"/>
        <a:ext cx="1991962" cy="1371600"/>
      </dsp:txXfrm>
    </dsp:sp>
    <dsp:sp modelId="{C9B82C22-048B-44CC-93D4-E3DD9EDD135B}">
      <dsp:nvSpPr>
        <dsp:cNvPr id="0" name=""/>
        <dsp:cNvSpPr/>
      </dsp:nvSpPr>
      <dsp:spPr>
        <a:xfrm>
          <a:off x="448394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MANAGEMENT VALUE</a:t>
          </a:r>
        </a:p>
      </dsp:txBody>
      <dsp:txXfrm>
        <a:off x="4524319" y="1413314"/>
        <a:ext cx="1512819" cy="1297770"/>
      </dsp:txXfrm>
    </dsp:sp>
    <dsp:sp modelId="{A0E6910F-4EF7-426B-8944-F0925D47BFB4}">
      <dsp:nvSpPr>
        <dsp:cNvPr id="0" name=""/>
        <dsp:cNvSpPr/>
      </dsp:nvSpPr>
      <dsp:spPr>
        <a:xfrm>
          <a:off x="4483944"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SOCIAL VALUE </a:t>
          </a:r>
        </a:p>
      </dsp:txBody>
      <dsp:txXfrm>
        <a:off x="4524319" y="3003915"/>
        <a:ext cx="1512819" cy="1297770"/>
      </dsp:txXfrm>
    </dsp:sp>
    <dsp:sp modelId="{D0E1A1A4-4EF7-46C0-9CCC-7F1571CB10F9}">
      <dsp:nvSpPr>
        <dsp:cNvPr id="0" name=""/>
        <dsp:cNvSpPr/>
      </dsp:nvSpPr>
      <dsp:spPr>
        <a:xfrm>
          <a:off x="6426107"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PROJECT VALUE </a:t>
          </a:r>
        </a:p>
      </dsp:txBody>
      <dsp:txXfrm>
        <a:off x="6426107" y="0"/>
        <a:ext cx="1991962" cy="1371600"/>
      </dsp:txXfrm>
    </dsp:sp>
    <dsp:sp modelId="{F3DF3EE7-C3E1-4556-B5E5-D675D9659B6D}">
      <dsp:nvSpPr>
        <dsp:cNvPr id="0" name=""/>
        <dsp:cNvSpPr/>
      </dsp:nvSpPr>
      <dsp:spPr>
        <a:xfrm>
          <a:off x="662530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FINANCIAL APPROACH</a:t>
          </a:r>
        </a:p>
      </dsp:txBody>
      <dsp:txXfrm>
        <a:off x="6665679" y="1413314"/>
        <a:ext cx="1512819" cy="1297770"/>
      </dsp:txXfrm>
    </dsp:sp>
    <dsp:sp modelId="{B2301BB8-8C5A-4642-99B6-6B3BE9385CA1}">
      <dsp:nvSpPr>
        <dsp:cNvPr id="0" name=""/>
        <dsp:cNvSpPr/>
      </dsp:nvSpPr>
      <dsp:spPr>
        <a:xfrm>
          <a:off x="6625304"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NET VALUE  APPROACH</a:t>
          </a:r>
        </a:p>
      </dsp:txBody>
      <dsp:txXfrm>
        <a:off x="6665679" y="3003915"/>
        <a:ext cx="1512819" cy="129777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73FDA2-14F8-408F-A52A-4840282D65F4}">
      <dsp:nvSpPr>
        <dsp:cNvPr id="0" name=""/>
        <dsp:cNvSpPr/>
      </dsp:nvSpPr>
      <dsp:spPr>
        <a:xfrm>
          <a:off x="1155580" y="871246"/>
          <a:ext cx="260384" cy="3263480"/>
        </a:xfrm>
        <a:custGeom>
          <a:avLst/>
          <a:gdLst/>
          <a:ahLst/>
          <a:cxnLst/>
          <a:rect l="0" t="0" r="0" b="0"/>
          <a:pathLst>
            <a:path>
              <a:moveTo>
                <a:pt x="0" y="0"/>
              </a:moveTo>
              <a:lnTo>
                <a:pt x="0" y="3263480"/>
              </a:lnTo>
              <a:lnTo>
                <a:pt x="260384" y="3263480"/>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D4B3166-D277-4685-A587-00984310DE42}">
      <dsp:nvSpPr>
        <dsp:cNvPr id="0" name=""/>
        <dsp:cNvSpPr/>
      </dsp:nvSpPr>
      <dsp:spPr>
        <a:xfrm>
          <a:off x="1155580" y="871246"/>
          <a:ext cx="260384" cy="2030996"/>
        </a:xfrm>
        <a:custGeom>
          <a:avLst/>
          <a:gdLst/>
          <a:ahLst/>
          <a:cxnLst/>
          <a:rect l="0" t="0" r="0" b="0"/>
          <a:pathLst>
            <a:path>
              <a:moveTo>
                <a:pt x="0" y="0"/>
              </a:moveTo>
              <a:lnTo>
                <a:pt x="0" y="2030996"/>
              </a:lnTo>
              <a:lnTo>
                <a:pt x="260384" y="2030996"/>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03F8991-B37D-408A-9625-60DA883D44C0}">
      <dsp:nvSpPr>
        <dsp:cNvPr id="0" name=""/>
        <dsp:cNvSpPr/>
      </dsp:nvSpPr>
      <dsp:spPr>
        <a:xfrm>
          <a:off x="1155580" y="871246"/>
          <a:ext cx="260384" cy="798511"/>
        </a:xfrm>
        <a:custGeom>
          <a:avLst/>
          <a:gdLst/>
          <a:ahLst/>
          <a:cxnLst/>
          <a:rect l="0" t="0" r="0" b="0"/>
          <a:pathLst>
            <a:path>
              <a:moveTo>
                <a:pt x="0" y="0"/>
              </a:moveTo>
              <a:lnTo>
                <a:pt x="0" y="798511"/>
              </a:lnTo>
              <a:lnTo>
                <a:pt x="260384" y="798511"/>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FA227EC-8BC0-4A44-A0CC-B89ABC4C1C94}">
      <dsp:nvSpPr>
        <dsp:cNvPr id="0" name=""/>
        <dsp:cNvSpPr/>
      </dsp:nvSpPr>
      <dsp:spPr>
        <a:xfrm>
          <a:off x="981991" y="3299"/>
          <a:ext cx="1735894" cy="867947"/>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noProof="0" dirty="0"/>
            <a:t>BPR</a:t>
          </a:r>
        </a:p>
      </dsp:txBody>
      <dsp:txXfrm>
        <a:off x="981991" y="3299"/>
        <a:ext cx="1735894" cy="867947"/>
      </dsp:txXfrm>
    </dsp:sp>
    <dsp:sp modelId="{63AB99B0-52A9-4FD4-95B2-D1CDAD6E4D6C}">
      <dsp:nvSpPr>
        <dsp:cNvPr id="0" name=""/>
        <dsp:cNvSpPr/>
      </dsp:nvSpPr>
      <dsp:spPr>
        <a:xfrm>
          <a:off x="1415964" y="1235784"/>
          <a:ext cx="1735894" cy="867947"/>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noProof="0" dirty="0"/>
            <a:t>Analysis (modelling) </a:t>
          </a:r>
        </a:p>
      </dsp:txBody>
      <dsp:txXfrm>
        <a:off x="1415964" y="1235784"/>
        <a:ext cx="1735894" cy="867947"/>
      </dsp:txXfrm>
    </dsp:sp>
    <dsp:sp modelId="{152DB30B-0997-48AC-8E02-B305E6A174EA}">
      <dsp:nvSpPr>
        <dsp:cNvPr id="0" name=""/>
        <dsp:cNvSpPr/>
      </dsp:nvSpPr>
      <dsp:spPr>
        <a:xfrm>
          <a:off x="1415964" y="2468268"/>
          <a:ext cx="1735894" cy="867947"/>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noProof="0" dirty="0"/>
            <a:t>Education / Training </a:t>
          </a:r>
        </a:p>
      </dsp:txBody>
      <dsp:txXfrm>
        <a:off x="1415964" y="2468268"/>
        <a:ext cx="1735894" cy="867947"/>
      </dsp:txXfrm>
    </dsp:sp>
    <dsp:sp modelId="{9CAAEC64-6ADE-4DAC-BE74-9BCA6018D400}">
      <dsp:nvSpPr>
        <dsp:cNvPr id="0" name=""/>
        <dsp:cNvSpPr/>
      </dsp:nvSpPr>
      <dsp:spPr>
        <a:xfrm>
          <a:off x="1415964" y="3700753"/>
          <a:ext cx="1735894" cy="867947"/>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noProof="0" dirty="0"/>
            <a:t>Miscellaneous</a:t>
          </a:r>
        </a:p>
      </dsp:txBody>
      <dsp:txXfrm>
        <a:off x="1415964" y="3700753"/>
        <a:ext cx="1735894" cy="86794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BB9F9-868F-4D56-8A81-F1E0BA42E601}">
      <dsp:nvSpPr>
        <dsp:cNvPr id="0" name=""/>
        <dsp:cNvSpPr/>
      </dsp:nvSpPr>
      <dsp:spPr>
        <a:xfrm>
          <a:off x="2029" y="0"/>
          <a:ext cx="1991962" cy="4572000"/>
        </a:xfrm>
        <a:prstGeom prst="roundRect">
          <a:avLst>
            <a:gd name="adj" fmla="val 10000"/>
          </a:avLst>
        </a:prstGeom>
        <a:solidFill>
          <a:schemeClr val="bg1">
            <a:lumMod val="75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PROJECT COSTS</a:t>
          </a:r>
        </a:p>
      </dsp:txBody>
      <dsp:txXfrm>
        <a:off x="2029" y="0"/>
        <a:ext cx="1991962" cy="1371600"/>
      </dsp:txXfrm>
    </dsp:sp>
    <dsp:sp modelId="{91100A64-139A-4AC1-91C1-2699AF28B01F}">
      <dsp:nvSpPr>
        <dsp:cNvPr id="0" name=""/>
        <dsp:cNvSpPr/>
      </dsp:nvSpPr>
      <dsp:spPr>
        <a:xfrm>
          <a:off x="201226" y="1371711"/>
          <a:ext cx="1593569" cy="666043"/>
        </a:xfrm>
        <a:prstGeom prst="roundRect">
          <a:avLst>
            <a:gd name="adj" fmla="val 10000"/>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sp:txBody>
      <dsp:txXfrm>
        <a:off x="220734" y="1391219"/>
        <a:ext cx="1554553" cy="627027"/>
      </dsp:txXfrm>
    </dsp:sp>
    <dsp:sp modelId="{7EBF8282-17D2-438B-95FF-BAC2AE4F3FBC}">
      <dsp:nvSpPr>
        <dsp:cNvPr id="0" name=""/>
        <dsp:cNvSpPr/>
      </dsp:nvSpPr>
      <dsp:spPr>
        <a:xfrm>
          <a:off x="201226" y="2140222"/>
          <a:ext cx="1593569" cy="666043"/>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INFRASTRUCTURE</a:t>
          </a:r>
        </a:p>
      </dsp:txBody>
      <dsp:txXfrm>
        <a:off x="220734" y="2159730"/>
        <a:ext cx="1554553" cy="627027"/>
      </dsp:txXfrm>
    </dsp:sp>
    <dsp:sp modelId="{BA4E3C7D-B958-47BE-A1E4-9388CD7AE2AB}">
      <dsp:nvSpPr>
        <dsp:cNvPr id="0" name=""/>
        <dsp:cNvSpPr/>
      </dsp:nvSpPr>
      <dsp:spPr>
        <a:xfrm>
          <a:off x="201226" y="2908734"/>
          <a:ext cx="1593569" cy="666043"/>
        </a:xfrm>
        <a:prstGeom prst="roundRect">
          <a:avLst>
            <a:gd name="adj" fmla="val 10000"/>
          </a:avLst>
        </a:prstGeom>
        <a:solidFill>
          <a:schemeClr val="bg1"/>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BUSINESS</a:t>
          </a:r>
        </a:p>
      </dsp:txBody>
      <dsp:txXfrm>
        <a:off x="220734" y="2928242"/>
        <a:ext cx="1554553" cy="627027"/>
      </dsp:txXfrm>
    </dsp:sp>
    <dsp:sp modelId="{F4E26588-D736-40F0-ABCF-AD950B9DBBE2}">
      <dsp:nvSpPr>
        <dsp:cNvPr id="0" name=""/>
        <dsp:cNvSpPr/>
      </dsp:nvSpPr>
      <dsp:spPr>
        <a:xfrm>
          <a:off x="201226" y="3677245"/>
          <a:ext cx="1593569" cy="666043"/>
        </a:xfrm>
        <a:prstGeom prst="roundRect">
          <a:avLst>
            <a:gd name="adj" fmla="val 10000"/>
          </a:avLst>
        </a:prstGeom>
        <a:solidFill>
          <a:srgbClr val="FFC000"/>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PROJECT </a:t>
          </a:r>
          <a:r>
            <a:rPr lang="en-US" sz="1300" kern="1200" noProof="0" dirty="0">
              <a:solidFill>
                <a:srgbClr val="000000"/>
              </a:solidFill>
              <a:latin typeface="Times New Roman"/>
              <a:ea typeface="+mn-ea"/>
              <a:cs typeface="+mn-cs"/>
            </a:rPr>
            <a:t>MANAGEMENT</a:t>
          </a:r>
        </a:p>
      </dsp:txBody>
      <dsp:txXfrm>
        <a:off x="220734" y="3696753"/>
        <a:ext cx="1554553" cy="627027"/>
      </dsp:txXfrm>
    </dsp:sp>
    <dsp:sp modelId="{E7DCD616-0639-48DE-9F93-B45AC0464A57}">
      <dsp:nvSpPr>
        <dsp:cNvPr id="0" name=""/>
        <dsp:cNvSpPr/>
      </dsp:nvSpPr>
      <dsp:spPr>
        <a:xfrm>
          <a:off x="2143389"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OPERATIONS  COST</a:t>
          </a:r>
        </a:p>
      </dsp:txBody>
      <dsp:txXfrm>
        <a:off x="2143389" y="0"/>
        <a:ext cx="1991962" cy="1371600"/>
      </dsp:txXfrm>
    </dsp:sp>
    <dsp:sp modelId="{0330B109-69E3-46F3-9D83-10671A7EBE70}">
      <dsp:nvSpPr>
        <dsp:cNvPr id="0" name=""/>
        <dsp:cNvSpPr/>
      </dsp:nvSpPr>
      <dsp:spPr>
        <a:xfrm>
          <a:off x="2342585"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OPERATIONS </a:t>
          </a:r>
        </a:p>
      </dsp:txBody>
      <dsp:txXfrm>
        <a:off x="2382960" y="1413314"/>
        <a:ext cx="1512819" cy="1297770"/>
      </dsp:txXfrm>
    </dsp:sp>
    <dsp:sp modelId="{68301150-8C06-4D05-AE88-8E675490E167}">
      <dsp:nvSpPr>
        <dsp:cNvPr id="0" name=""/>
        <dsp:cNvSpPr/>
      </dsp:nvSpPr>
      <dsp:spPr>
        <a:xfrm>
          <a:off x="2342585"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SYSTEM MAINTENANCE</a:t>
          </a:r>
        </a:p>
      </dsp:txBody>
      <dsp:txXfrm>
        <a:off x="2382960" y="3003915"/>
        <a:ext cx="1512819" cy="1297770"/>
      </dsp:txXfrm>
    </dsp:sp>
    <dsp:sp modelId="{5CC9F1A6-8682-4B7D-8924-5FD7B0F2E6E3}">
      <dsp:nvSpPr>
        <dsp:cNvPr id="0" name=""/>
        <dsp:cNvSpPr/>
      </dsp:nvSpPr>
      <dsp:spPr>
        <a:xfrm>
          <a:off x="4284748"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PROJECT BENEFITS</a:t>
          </a:r>
        </a:p>
      </dsp:txBody>
      <dsp:txXfrm>
        <a:off x="4284748" y="0"/>
        <a:ext cx="1991962" cy="1371600"/>
      </dsp:txXfrm>
    </dsp:sp>
    <dsp:sp modelId="{C9B82C22-048B-44CC-93D4-E3DD9EDD135B}">
      <dsp:nvSpPr>
        <dsp:cNvPr id="0" name=""/>
        <dsp:cNvSpPr/>
      </dsp:nvSpPr>
      <dsp:spPr>
        <a:xfrm>
          <a:off x="448394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MANAGEMENT VALUE</a:t>
          </a:r>
        </a:p>
      </dsp:txBody>
      <dsp:txXfrm>
        <a:off x="4524319" y="1413314"/>
        <a:ext cx="1512819" cy="1297770"/>
      </dsp:txXfrm>
    </dsp:sp>
    <dsp:sp modelId="{A0E6910F-4EF7-426B-8944-F0925D47BFB4}">
      <dsp:nvSpPr>
        <dsp:cNvPr id="0" name=""/>
        <dsp:cNvSpPr/>
      </dsp:nvSpPr>
      <dsp:spPr>
        <a:xfrm>
          <a:off x="4483944"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SOCIAL VALUE </a:t>
          </a:r>
        </a:p>
      </dsp:txBody>
      <dsp:txXfrm>
        <a:off x="4524319" y="3003915"/>
        <a:ext cx="1512819" cy="1297770"/>
      </dsp:txXfrm>
    </dsp:sp>
    <dsp:sp modelId="{D0E1A1A4-4EF7-46C0-9CCC-7F1571CB10F9}">
      <dsp:nvSpPr>
        <dsp:cNvPr id="0" name=""/>
        <dsp:cNvSpPr/>
      </dsp:nvSpPr>
      <dsp:spPr>
        <a:xfrm>
          <a:off x="6426107"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PROJECT VALUE </a:t>
          </a:r>
        </a:p>
      </dsp:txBody>
      <dsp:txXfrm>
        <a:off x="6426107" y="0"/>
        <a:ext cx="1991962" cy="1371600"/>
      </dsp:txXfrm>
    </dsp:sp>
    <dsp:sp modelId="{F3DF3EE7-C3E1-4556-B5E5-D675D9659B6D}">
      <dsp:nvSpPr>
        <dsp:cNvPr id="0" name=""/>
        <dsp:cNvSpPr/>
      </dsp:nvSpPr>
      <dsp:spPr>
        <a:xfrm>
          <a:off x="662530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FINANCIAL APPROACH</a:t>
          </a:r>
        </a:p>
      </dsp:txBody>
      <dsp:txXfrm>
        <a:off x="6665679" y="1413314"/>
        <a:ext cx="1512819" cy="1297770"/>
      </dsp:txXfrm>
    </dsp:sp>
    <dsp:sp modelId="{B2301BB8-8C5A-4642-99B6-6B3BE9385CA1}">
      <dsp:nvSpPr>
        <dsp:cNvPr id="0" name=""/>
        <dsp:cNvSpPr/>
      </dsp:nvSpPr>
      <dsp:spPr>
        <a:xfrm>
          <a:off x="6625304"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NET VALUE  APPROACH</a:t>
          </a:r>
        </a:p>
      </dsp:txBody>
      <dsp:txXfrm>
        <a:off x="6665679" y="3003915"/>
        <a:ext cx="1512819" cy="129777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93F8DC-C4C5-4D13-88FF-0F2B327C225F}">
      <dsp:nvSpPr>
        <dsp:cNvPr id="0" name=""/>
        <dsp:cNvSpPr/>
      </dsp:nvSpPr>
      <dsp:spPr>
        <a:xfrm>
          <a:off x="1348976" y="686000"/>
          <a:ext cx="205128" cy="3541879"/>
        </a:xfrm>
        <a:custGeom>
          <a:avLst/>
          <a:gdLst/>
          <a:ahLst/>
          <a:cxnLst/>
          <a:rect l="0" t="0" r="0" b="0"/>
          <a:pathLst>
            <a:path>
              <a:moveTo>
                <a:pt x="0" y="0"/>
              </a:moveTo>
              <a:lnTo>
                <a:pt x="0" y="3541879"/>
              </a:lnTo>
              <a:lnTo>
                <a:pt x="205128" y="3541879"/>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C366BDD-856B-4056-BBD3-305FB5597B48}">
      <dsp:nvSpPr>
        <dsp:cNvPr id="0" name=""/>
        <dsp:cNvSpPr/>
      </dsp:nvSpPr>
      <dsp:spPr>
        <a:xfrm>
          <a:off x="1348976" y="686000"/>
          <a:ext cx="205128" cy="2570939"/>
        </a:xfrm>
        <a:custGeom>
          <a:avLst/>
          <a:gdLst/>
          <a:ahLst/>
          <a:cxnLst/>
          <a:rect l="0" t="0" r="0" b="0"/>
          <a:pathLst>
            <a:path>
              <a:moveTo>
                <a:pt x="0" y="0"/>
              </a:moveTo>
              <a:lnTo>
                <a:pt x="0" y="2570939"/>
              </a:lnTo>
              <a:lnTo>
                <a:pt x="205128" y="2570939"/>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EFE2593-CC3D-48DC-BCC0-D1893F82B6AA}">
      <dsp:nvSpPr>
        <dsp:cNvPr id="0" name=""/>
        <dsp:cNvSpPr/>
      </dsp:nvSpPr>
      <dsp:spPr>
        <a:xfrm>
          <a:off x="1348976" y="686000"/>
          <a:ext cx="205128" cy="1599999"/>
        </a:xfrm>
        <a:custGeom>
          <a:avLst/>
          <a:gdLst/>
          <a:ahLst/>
          <a:cxnLst/>
          <a:rect l="0" t="0" r="0" b="0"/>
          <a:pathLst>
            <a:path>
              <a:moveTo>
                <a:pt x="0" y="0"/>
              </a:moveTo>
              <a:lnTo>
                <a:pt x="0" y="1599999"/>
              </a:lnTo>
              <a:lnTo>
                <a:pt x="205128" y="1599999"/>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1531471-616A-4BBF-9AED-0B7C2952FA94}">
      <dsp:nvSpPr>
        <dsp:cNvPr id="0" name=""/>
        <dsp:cNvSpPr/>
      </dsp:nvSpPr>
      <dsp:spPr>
        <a:xfrm>
          <a:off x="1348976" y="686000"/>
          <a:ext cx="205128" cy="629059"/>
        </a:xfrm>
        <a:custGeom>
          <a:avLst/>
          <a:gdLst/>
          <a:ahLst/>
          <a:cxnLst/>
          <a:rect l="0" t="0" r="0" b="0"/>
          <a:pathLst>
            <a:path>
              <a:moveTo>
                <a:pt x="0" y="0"/>
              </a:moveTo>
              <a:lnTo>
                <a:pt x="0" y="629059"/>
              </a:lnTo>
              <a:lnTo>
                <a:pt x="205128" y="629059"/>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43C4E00-CF1A-4D68-8F14-C76BD29645C6}">
      <dsp:nvSpPr>
        <dsp:cNvPr id="0" name=""/>
        <dsp:cNvSpPr/>
      </dsp:nvSpPr>
      <dsp:spPr>
        <a:xfrm>
          <a:off x="1212224" y="2239"/>
          <a:ext cx="1367521" cy="683760"/>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Project cost</a:t>
          </a:r>
        </a:p>
      </dsp:txBody>
      <dsp:txXfrm>
        <a:off x="1212224" y="2239"/>
        <a:ext cx="1367521" cy="683760"/>
      </dsp:txXfrm>
    </dsp:sp>
    <dsp:sp modelId="{B36F738C-DABB-499F-A586-6245E56F73A4}">
      <dsp:nvSpPr>
        <dsp:cNvPr id="0" name=""/>
        <dsp:cNvSpPr/>
      </dsp:nvSpPr>
      <dsp:spPr>
        <a:xfrm>
          <a:off x="1554104" y="973179"/>
          <a:ext cx="1367521" cy="68376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Project management </a:t>
          </a:r>
        </a:p>
      </dsp:txBody>
      <dsp:txXfrm>
        <a:off x="1554104" y="973179"/>
        <a:ext cx="1367521" cy="683760"/>
      </dsp:txXfrm>
    </dsp:sp>
    <dsp:sp modelId="{BE33DF6D-96DD-447A-A304-E5B66ED4DEA0}">
      <dsp:nvSpPr>
        <dsp:cNvPr id="0" name=""/>
        <dsp:cNvSpPr/>
      </dsp:nvSpPr>
      <dsp:spPr>
        <a:xfrm>
          <a:off x="1554104" y="1944119"/>
          <a:ext cx="1367521" cy="683760"/>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Software project</a:t>
          </a:r>
        </a:p>
      </dsp:txBody>
      <dsp:txXfrm>
        <a:off x="1554104" y="1944119"/>
        <a:ext cx="1367521" cy="683760"/>
      </dsp:txXfrm>
    </dsp:sp>
    <dsp:sp modelId="{B9E8338E-8EF7-4889-83CE-FC25BACB55F5}">
      <dsp:nvSpPr>
        <dsp:cNvPr id="0" name=""/>
        <dsp:cNvSpPr/>
      </dsp:nvSpPr>
      <dsp:spPr>
        <a:xfrm>
          <a:off x="1554104" y="2915059"/>
          <a:ext cx="1367521" cy="683760"/>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BPR </a:t>
          </a:r>
        </a:p>
      </dsp:txBody>
      <dsp:txXfrm>
        <a:off x="1554104" y="2915059"/>
        <a:ext cx="1367521" cy="683760"/>
      </dsp:txXfrm>
    </dsp:sp>
    <dsp:sp modelId="{B180F919-E3CC-47B1-8555-CFE180D2DDDC}">
      <dsp:nvSpPr>
        <dsp:cNvPr id="0" name=""/>
        <dsp:cNvSpPr/>
      </dsp:nvSpPr>
      <dsp:spPr>
        <a:xfrm>
          <a:off x="1554104" y="3885999"/>
          <a:ext cx="1367521" cy="683760"/>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noProof="0" dirty="0"/>
            <a:t>Technology</a:t>
          </a:r>
        </a:p>
      </dsp:txBody>
      <dsp:txXfrm>
        <a:off x="1554104" y="3885999"/>
        <a:ext cx="1367521" cy="68376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BB9F9-868F-4D56-8A81-F1E0BA42E601}">
      <dsp:nvSpPr>
        <dsp:cNvPr id="0" name=""/>
        <dsp:cNvSpPr/>
      </dsp:nvSpPr>
      <dsp:spPr>
        <a:xfrm>
          <a:off x="2029" y="0"/>
          <a:ext cx="1991962" cy="4572000"/>
        </a:xfrm>
        <a:prstGeom prst="roundRect">
          <a:avLst>
            <a:gd name="adj" fmla="val 10000"/>
          </a:avLst>
        </a:prstGeom>
        <a:solidFill>
          <a:srgbClr val="FFFFFF"/>
        </a:solidFill>
        <a:ln>
          <a:noFill/>
        </a:ln>
        <a:effectLst/>
      </dsp:spPr>
      <dsp:style>
        <a:lnRef idx="0">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noProof="0" dirty="0"/>
            <a:t>PROJECT COSTS</a:t>
          </a:r>
        </a:p>
      </dsp:txBody>
      <dsp:txXfrm>
        <a:off x="2029" y="0"/>
        <a:ext cx="1991962" cy="1371600"/>
      </dsp:txXfrm>
    </dsp:sp>
    <dsp:sp modelId="{91100A64-139A-4AC1-91C1-2699AF28B01F}">
      <dsp:nvSpPr>
        <dsp:cNvPr id="0" name=""/>
        <dsp:cNvSpPr/>
      </dsp:nvSpPr>
      <dsp:spPr>
        <a:xfrm>
          <a:off x="201226" y="1371711"/>
          <a:ext cx="1593569" cy="666043"/>
        </a:xfrm>
        <a:prstGeom prst="roundRect">
          <a:avLst>
            <a:gd name="adj" fmla="val 10000"/>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sp:txBody>
      <dsp:txXfrm>
        <a:off x="220734" y="1391219"/>
        <a:ext cx="1554553" cy="627027"/>
      </dsp:txXfrm>
    </dsp:sp>
    <dsp:sp modelId="{7EBF8282-17D2-438B-95FF-BAC2AE4F3FBC}">
      <dsp:nvSpPr>
        <dsp:cNvPr id="0" name=""/>
        <dsp:cNvSpPr/>
      </dsp:nvSpPr>
      <dsp:spPr>
        <a:xfrm>
          <a:off x="201226" y="2140222"/>
          <a:ext cx="1593569" cy="666043"/>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INFRASTRUCTURE</a:t>
          </a:r>
        </a:p>
      </dsp:txBody>
      <dsp:txXfrm>
        <a:off x="220734" y="2159730"/>
        <a:ext cx="1554553" cy="627027"/>
      </dsp:txXfrm>
    </dsp:sp>
    <dsp:sp modelId="{BA4E3C7D-B958-47BE-A1E4-9388CD7AE2AB}">
      <dsp:nvSpPr>
        <dsp:cNvPr id="0" name=""/>
        <dsp:cNvSpPr/>
      </dsp:nvSpPr>
      <dsp:spPr>
        <a:xfrm>
          <a:off x="201226" y="2908734"/>
          <a:ext cx="1593569" cy="666043"/>
        </a:xfrm>
        <a:prstGeom prst="roundRect">
          <a:avLst>
            <a:gd name="adj" fmla="val 10000"/>
          </a:avLst>
        </a:prstGeom>
        <a:solidFill>
          <a:schemeClr val="bg1"/>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BUSINESS</a:t>
          </a:r>
        </a:p>
      </dsp:txBody>
      <dsp:txXfrm>
        <a:off x="220734" y="2928242"/>
        <a:ext cx="1554553" cy="627027"/>
      </dsp:txXfrm>
    </dsp:sp>
    <dsp:sp modelId="{F4E26588-D736-40F0-ABCF-AD950B9DBBE2}">
      <dsp:nvSpPr>
        <dsp:cNvPr id="0" name=""/>
        <dsp:cNvSpPr/>
      </dsp:nvSpPr>
      <dsp:spPr>
        <a:xfrm>
          <a:off x="201226" y="3677245"/>
          <a:ext cx="1593569" cy="666043"/>
        </a:xfrm>
        <a:prstGeom prst="roundRect">
          <a:avLst>
            <a:gd name="adj" fmla="val 10000"/>
          </a:avLst>
        </a:prstGeom>
        <a:solidFill>
          <a:schemeClr val="bg1"/>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PROJECT </a:t>
          </a:r>
          <a:r>
            <a:rPr lang="en-US" sz="1300" kern="1200" noProof="0" dirty="0">
              <a:solidFill>
                <a:srgbClr val="000000"/>
              </a:solidFill>
              <a:latin typeface="Times New Roman"/>
              <a:ea typeface="+mn-ea"/>
              <a:cs typeface="+mn-cs"/>
            </a:rPr>
            <a:t>MANAGEMENT</a:t>
          </a:r>
        </a:p>
      </dsp:txBody>
      <dsp:txXfrm>
        <a:off x="220734" y="3696753"/>
        <a:ext cx="1554553" cy="627027"/>
      </dsp:txXfrm>
    </dsp:sp>
    <dsp:sp modelId="{E7DCD616-0639-48DE-9F93-B45AC0464A57}">
      <dsp:nvSpPr>
        <dsp:cNvPr id="0" name=""/>
        <dsp:cNvSpPr/>
      </dsp:nvSpPr>
      <dsp:spPr>
        <a:xfrm>
          <a:off x="2143389" y="0"/>
          <a:ext cx="1991962" cy="4572000"/>
        </a:xfrm>
        <a:prstGeom prst="roundRect">
          <a:avLst>
            <a:gd name="adj" fmla="val 10000"/>
          </a:avLst>
        </a:prstGeom>
        <a:solidFill>
          <a:srgbClr val="FFFFFF">
            <a:lumMod val="7500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OPERATIONS  </a:t>
          </a:r>
          <a:r>
            <a:rPr lang="en-US" sz="2300" kern="1200" noProof="0" dirty="0">
              <a:solidFill>
                <a:srgbClr val="000000">
                  <a:hueOff val="0"/>
                  <a:satOff val="0"/>
                  <a:lumOff val="0"/>
                  <a:alphaOff val="0"/>
                </a:srgbClr>
              </a:solidFill>
              <a:latin typeface="Times New Roman"/>
              <a:ea typeface="+mn-ea"/>
              <a:cs typeface="+mn-cs"/>
            </a:rPr>
            <a:t>COST</a:t>
          </a:r>
        </a:p>
      </dsp:txBody>
      <dsp:txXfrm>
        <a:off x="2143389" y="0"/>
        <a:ext cx="1991962" cy="1371600"/>
      </dsp:txXfrm>
    </dsp:sp>
    <dsp:sp modelId="{0330B109-69E3-46F3-9D83-10671A7EBE70}">
      <dsp:nvSpPr>
        <dsp:cNvPr id="0" name=""/>
        <dsp:cNvSpPr/>
      </dsp:nvSpPr>
      <dsp:spPr>
        <a:xfrm>
          <a:off x="2342585" y="1372939"/>
          <a:ext cx="1593569" cy="1378520"/>
        </a:xfrm>
        <a:prstGeom prst="roundRect">
          <a:avLst>
            <a:gd name="adj" fmla="val 10000"/>
          </a:avLst>
        </a:prstGeom>
        <a:solidFill>
          <a:srgbClr val="FF99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OPERATIONS </a:t>
          </a:r>
        </a:p>
      </dsp:txBody>
      <dsp:txXfrm>
        <a:off x="2382960" y="1413314"/>
        <a:ext cx="1512819" cy="1297770"/>
      </dsp:txXfrm>
    </dsp:sp>
    <dsp:sp modelId="{68301150-8C06-4D05-AE88-8E675490E167}">
      <dsp:nvSpPr>
        <dsp:cNvPr id="0" name=""/>
        <dsp:cNvSpPr/>
      </dsp:nvSpPr>
      <dsp:spPr>
        <a:xfrm>
          <a:off x="2342585" y="2963540"/>
          <a:ext cx="1593569" cy="1378520"/>
        </a:xfrm>
        <a:prstGeom prst="roundRect">
          <a:avLst>
            <a:gd name="adj" fmla="val 10000"/>
          </a:avLst>
        </a:prstGeom>
        <a:solidFill>
          <a:srgbClr val="FF99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SYSTEM MAINTENANCE</a:t>
          </a:r>
        </a:p>
      </dsp:txBody>
      <dsp:txXfrm>
        <a:off x="2382960" y="3003915"/>
        <a:ext cx="1512819" cy="1297770"/>
      </dsp:txXfrm>
    </dsp:sp>
    <dsp:sp modelId="{5CC9F1A6-8682-4B7D-8924-5FD7B0F2E6E3}">
      <dsp:nvSpPr>
        <dsp:cNvPr id="0" name=""/>
        <dsp:cNvSpPr/>
      </dsp:nvSpPr>
      <dsp:spPr>
        <a:xfrm>
          <a:off x="4284748"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noProof="0" dirty="0"/>
            <a:t>PROJECT BENEFITS</a:t>
          </a:r>
        </a:p>
      </dsp:txBody>
      <dsp:txXfrm>
        <a:off x="4284748" y="0"/>
        <a:ext cx="1991962" cy="1371600"/>
      </dsp:txXfrm>
    </dsp:sp>
    <dsp:sp modelId="{C9B82C22-048B-44CC-93D4-E3DD9EDD135B}">
      <dsp:nvSpPr>
        <dsp:cNvPr id="0" name=""/>
        <dsp:cNvSpPr/>
      </dsp:nvSpPr>
      <dsp:spPr>
        <a:xfrm>
          <a:off x="448394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MANAGEMENT VALUE</a:t>
          </a:r>
        </a:p>
      </dsp:txBody>
      <dsp:txXfrm>
        <a:off x="4524319" y="1413314"/>
        <a:ext cx="1512819" cy="1297770"/>
      </dsp:txXfrm>
    </dsp:sp>
    <dsp:sp modelId="{A0E6910F-4EF7-426B-8944-F0925D47BFB4}">
      <dsp:nvSpPr>
        <dsp:cNvPr id="0" name=""/>
        <dsp:cNvSpPr/>
      </dsp:nvSpPr>
      <dsp:spPr>
        <a:xfrm>
          <a:off x="4483944"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SOCIAL VALUE </a:t>
          </a:r>
        </a:p>
      </dsp:txBody>
      <dsp:txXfrm>
        <a:off x="4524319" y="3003915"/>
        <a:ext cx="1512819" cy="1297770"/>
      </dsp:txXfrm>
    </dsp:sp>
    <dsp:sp modelId="{D0E1A1A4-4EF7-46C0-9CCC-7F1571CB10F9}">
      <dsp:nvSpPr>
        <dsp:cNvPr id="0" name=""/>
        <dsp:cNvSpPr/>
      </dsp:nvSpPr>
      <dsp:spPr>
        <a:xfrm>
          <a:off x="6426107"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noProof="0" dirty="0"/>
            <a:t>PROJECT VALUE </a:t>
          </a:r>
        </a:p>
      </dsp:txBody>
      <dsp:txXfrm>
        <a:off x="6426107" y="0"/>
        <a:ext cx="1991962" cy="1371600"/>
      </dsp:txXfrm>
    </dsp:sp>
    <dsp:sp modelId="{F3DF3EE7-C3E1-4556-B5E5-D675D9659B6D}">
      <dsp:nvSpPr>
        <dsp:cNvPr id="0" name=""/>
        <dsp:cNvSpPr/>
      </dsp:nvSpPr>
      <dsp:spPr>
        <a:xfrm>
          <a:off x="662530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FINANCIAL APPROACH</a:t>
          </a:r>
        </a:p>
      </dsp:txBody>
      <dsp:txXfrm>
        <a:off x="6665679" y="1413314"/>
        <a:ext cx="1512819" cy="1297770"/>
      </dsp:txXfrm>
    </dsp:sp>
    <dsp:sp modelId="{B2301BB8-8C5A-4642-99B6-6B3BE9385CA1}">
      <dsp:nvSpPr>
        <dsp:cNvPr id="0" name=""/>
        <dsp:cNvSpPr/>
      </dsp:nvSpPr>
      <dsp:spPr>
        <a:xfrm>
          <a:off x="6625304"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NET VALUE  APPROACH</a:t>
          </a:r>
        </a:p>
      </dsp:txBody>
      <dsp:txXfrm>
        <a:off x="6665679" y="3003915"/>
        <a:ext cx="1512819" cy="129777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D17228-2D5A-41ED-A50B-11AE9A8012E7}">
      <dsp:nvSpPr>
        <dsp:cNvPr id="0" name=""/>
        <dsp:cNvSpPr/>
      </dsp:nvSpPr>
      <dsp:spPr>
        <a:xfrm>
          <a:off x="2066924" y="986278"/>
          <a:ext cx="1462364" cy="253798"/>
        </a:xfrm>
        <a:custGeom>
          <a:avLst/>
          <a:gdLst/>
          <a:ahLst/>
          <a:cxnLst/>
          <a:rect l="0" t="0" r="0" b="0"/>
          <a:pathLst>
            <a:path>
              <a:moveTo>
                <a:pt x="0" y="0"/>
              </a:moveTo>
              <a:lnTo>
                <a:pt x="0" y="126899"/>
              </a:lnTo>
              <a:lnTo>
                <a:pt x="1462364" y="126899"/>
              </a:lnTo>
              <a:lnTo>
                <a:pt x="1462364" y="253798"/>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E5A8ECB-BDCB-4FB1-A259-3C804225F596}">
      <dsp:nvSpPr>
        <dsp:cNvPr id="0" name=""/>
        <dsp:cNvSpPr/>
      </dsp:nvSpPr>
      <dsp:spPr>
        <a:xfrm>
          <a:off x="1583498" y="1844359"/>
          <a:ext cx="181284" cy="2272103"/>
        </a:xfrm>
        <a:custGeom>
          <a:avLst/>
          <a:gdLst/>
          <a:ahLst/>
          <a:cxnLst/>
          <a:rect l="0" t="0" r="0" b="0"/>
          <a:pathLst>
            <a:path>
              <a:moveTo>
                <a:pt x="0" y="0"/>
              </a:moveTo>
              <a:lnTo>
                <a:pt x="0" y="2272103"/>
              </a:lnTo>
              <a:lnTo>
                <a:pt x="181284" y="2272103"/>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DF2C50F-A831-440A-B458-85C1D8C01D1B}">
      <dsp:nvSpPr>
        <dsp:cNvPr id="0" name=""/>
        <dsp:cNvSpPr/>
      </dsp:nvSpPr>
      <dsp:spPr>
        <a:xfrm>
          <a:off x="1583498" y="1844359"/>
          <a:ext cx="181284" cy="1414021"/>
        </a:xfrm>
        <a:custGeom>
          <a:avLst/>
          <a:gdLst/>
          <a:ahLst/>
          <a:cxnLst/>
          <a:rect l="0" t="0" r="0" b="0"/>
          <a:pathLst>
            <a:path>
              <a:moveTo>
                <a:pt x="0" y="0"/>
              </a:moveTo>
              <a:lnTo>
                <a:pt x="0" y="1414021"/>
              </a:lnTo>
              <a:lnTo>
                <a:pt x="181284" y="1414021"/>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44B28F5-73A9-460E-9D50-9BF116840373}">
      <dsp:nvSpPr>
        <dsp:cNvPr id="0" name=""/>
        <dsp:cNvSpPr/>
      </dsp:nvSpPr>
      <dsp:spPr>
        <a:xfrm>
          <a:off x="1583498" y="1844359"/>
          <a:ext cx="181284" cy="555940"/>
        </a:xfrm>
        <a:custGeom>
          <a:avLst/>
          <a:gdLst/>
          <a:ahLst/>
          <a:cxnLst/>
          <a:rect l="0" t="0" r="0" b="0"/>
          <a:pathLst>
            <a:path>
              <a:moveTo>
                <a:pt x="0" y="0"/>
              </a:moveTo>
              <a:lnTo>
                <a:pt x="0" y="555940"/>
              </a:lnTo>
              <a:lnTo>
                <a:pt x="181284" y="555940"/>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5930FFF-0D2A-4499-A0D2-896646222CF6}">
      <dsp:nvSpPr>
        <dsp:cNvPr id="0" name=""/>
        <dsp:cNvSpPr/>
      </dsp:nvSpPr>
      <dsp:spPr>
        <a:xfrm>
          <a:off x="2021204" y="986278"/>
          <a:ext cx="91440" cy="253798"/>
        </a:xfrm>
        <a:custGeom>
          <a:avLst/>
          <a:gdLst/>
          <a:ahLst/>
          <a:cxnLst/>
          <a:rect l="0" t="0" r="0" b="0"/>
          <a:pathLst>
            <a:path>
              <a:moveTo>
                <a:pt x="45720" y="0"/>
              </a:moveTo>
              <a:lnTo>
                <a:pt x="45720" y="253798"/>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D6F29E-E01A-40B3-AC0A-BD3B6969C899}">
      <dsp:nvSpPr>
        <dsp:cNvPr id="0" name=""/>
        <dsp:cNvSpPr/>
      </dsp:nvSpPr>
      <dsp:spPr>
        <a:xfrm>
          <a:off x="121134" y="1844359"/>
          <a:ext cx="181284" cy="2272103"/>
        </a:xfrm>
        <a:custGeom>
          <a:avLst/>
          <a:gdLst/>
          <a:ahLst/>
          <a:cxnLst/>
          <a:rect l="0" t="0" r="0" b="0"/>
          <a:pathLst>
            <a:path>
              <a:moveTo>
                <a:pt x="0" y="0"/>
              </a:moveTo>
              <a:lnTo>
                <a:pt x="0" y="2272103"/>
              </a:lnTo>
              <a:lnTo>
                <a:pt x="181284" y="2272103"/>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A8A3CCF-965E-4E9F-AC24-CF68CCD8DC17}">
      <dsp:nvSpPr>
        <dsp:cNvPr id="0" name=""/>
        <dsp:cNvSpPr/>
      </dsp:nvSpPr>
      <dsp:spPr>
        <a:xfrm>
          <a:off x="121134" y="1844359"/>
          <a:ext cx="181284" cy="1414021"/>
        </a:xfrm>
        <a:custGeom>
          <a:avLst/>
          <a:gdLst/>
          <a:ahLst/>
          <a:cxnLst/>
          <a:rect l="0" t="0" r="0" b="0"/>
          <a:pathLst>
            <a:path>
              <a:moveTo>
                <a:pt x="0" y="0"/>
              </a:moveTo>
              <a:lnTo>
                <a:pt x="0" y="1414021"/>
              </a:lnTo>
              <a:lnTo>
                <a:pt x="181284" y="1414021"/>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336BFC9-F7CB-4BC7-837D-FAEC486982B6}">
      <dsp:nvSpPr>
        <dsp:cNvPr id="0" name=""/>
        <dsp:cNvSpPr/>
      </dsp:nvSpPr>
      <dsp:spPr>
        <a:xfrm>
          <a:off x="121134" y="1844359"/>
          <a:ext cx="181284" cy="555940"/>
        </a:xfrm>
        <a:custGeom>
          <a:avLst/>
          <a:gdLst/>
          <a:ahLst/>
          <a:cxnLst/>
          <a:rect l="0" t="0" r="0" b="0"/>
          <a:pathLst>
            <a:path>
              <a:moveTo>
                <a:pt x="0" y="0"/>
              </a:moveTo>
              <a:lnTo>
                <a:pt x="0" y="555940"/>
              </a:lnTo>
              <a:lnTo>
                <a:pt x="181284" y="555940"/>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1BA8054-1759-49A4-A936-7C3DD87955AF}">
      <dsp:nvSpPr>
        <dsp:cNvPr id="0" name=""/>
        <dsp:cNvSpPr/>
      </dsp:nvSpPr>
      <dsp:spPr>
        <a:xfrm>
          <a:off x="604560" y="986278"/>
          <a:ext cx="1462364" cy="253798"/>
        </a:xfrm>
        <a:custGeom>
          <a:avLst/>
          <a:gdLst/>
          <a:ahLst/>
          <a:cxnLst/>
          <a:rect l="0" t="0" r="0" b="0"/>
          <a:pathLst>
            <a:path>
              <a:moveTo>
                <a:pt x="1462364" y="0"/>
              </a:moveTo>
              <a:lnTo>
                <a:pt x="1462364" y="126899"/>
              </a:lnTo>
              <a:lnTo>
                <a:pt x="0" y="126899"/>
              </a:lnTo>
              <a:lnTo>
                <a:pt x="0" y="253798"/>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C3A4A9B-3F36-4EB0-B682-ABBAAA59FA77}">
      <dsp:nvSpPr>
        <dsp:cNvPr id="0" name=""/>
        <dsp:cNvSpPr/>
      </dsp:nvSpPr>
      <dsp:spPr>
        <a:xfrm>
          <a:off x="1462642" y="381995"/>
          <a:ext cx="1208565" cy="60428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latin typeface="+mn-lt"/>
            </a:rPr>
            <a:t>Annual Costs</a:t>
          </a:r>
        </a:p>
      </dsp:txBody>
      <dsp:txXfrm>
        <a:off x="1462642" y="381995"/>
        <a:ext cx="1208565" cy="604282"/>
      </dsp:txXfrm>
    </dsp:sp>
    <dsp:sp modelId="{617F114F-1568-4963-BE3B-E5BBF377486C}">
      <dsp:nvSpPr>
        <dsp:cNvPr id="0" name=""/>
        <dsp:cNvSpPr/>
      </dsp:nvSpPr>
      <dsp:spPr>
        <a:xfrm>
          <a:off x="277" y="1240076"/>
          <a:ext cx="1208565" cy="60428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effectLst/>
              <a:latin typeface="+mn-lt"/>
            </a:rPr>
            <a:t>Operations</a:t>
          </a:r>
          <a:endParaRPr lang="en-US" sz="1600" b="0" kern="1200" noProof="0" dirty="0">
            <a:latin typeface="+mn-lt"/>
          </a:endParaRPr>
        </a:p>
      </dsp:txBody>
      <dsp:txXfrm>
        <a:off x="277" y="1240076"/>
        <a:ext cx="1208565" cy="604282"/>
      </dsp:txXfrm>
    </dsp:sp>
    <dsp:sp modelId="{4025926B-28FE-4FDF-97DC-5341A8CCFB01}">
      <dsp:nvSpPr>
        <dsp:cNvPr id="0" name=""/>
        <dsp:cNvSpPr/>
      </dsp:nvSpPr>
      <dsp:spPr>
        <a:xfrm>
          <a:off x="302418" y="2098158"/>
          <a:ext cx="1208565" cy="60428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effectLst/>
              <a:latin typeface="+mn-lt"/>
            </a:rPr>
            <a:t>Network services </a:t>
          </a:r>
          <a:endParaRPr lang="en-US" sz="1600" b="0" kern="1200" noProof="0" dirty="0">
            <a:latin typeface="+mn-lt"/>
          </a:endParaRPr>
        </a:p>
      </dsp:txBody>
      <dsp:txXfrm>
        <a:off x="302418" y="2098158"/>
        <a:ext cx="1208565" cy="604282"/>
      </dsp:txXfrm>
    </dsp:sp>
    <dsp:sp modelId="{446AC8EA-366E-4B0A-B0E5-389FDE7B0132}">
      <dsp:nvSpPr>
        <dsp:cNvPr id="0" name=""/>
        <dsp:cNvSpPr/>
      </dsp:nvSpPr>
      <dsp:spPr>
        <a:xfrm>
          <a:off x="302418" y="2956240"/>
          <a:ext cx="1208565" cy="60428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latin typeface="+mn-lt"/>
            </a:rPr>
            <a:t>Operations staff</a:t>
          </a:r>
        </a:p>
      </dsp:txBody>
      <dsp:txXfrm>
        <a:off x="302418" y="2956240"/>
        <a:ext cx="1208565" cy="604282"/>
      </dsp:txXfrm>
    </dsp:sp>
    <dsp:sp modelId="{D5BF008E-2BBD-4416-9AC7-46D856BEE3E2}">
      <dsp:nvSpPr>
        <dsp:cNvPr id="0" name=""/>
        <dsp:cNvSpPr/>
      </dsp:nvSpPr>
      <dsp:spPr>
        <a:xfrm>
          <a:off x="302418" y="3814321"/>
          <a:ext cx="1208565" cy="60428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latin typeface="+mn-lt"/>
            </a:rPr>
            <a:t>Energy </a:t>
          </a:r>
        </a:p>
      </dsp:txBody>
      <dsp:txXfrm>
        <a:off x="302418" y="3814321"/>
        <a:ext cx="1208565" cy="604282"/>
      </dsp:txXfrm>
    </dsp:sp>
    <dsp:sp modelId="{C1F58284-AEFE-4938-932F-08669E555BEC}">
      <dsp:nvSpPr>
        <dsp:cNvPr id="0" name=""/>
        <dsp:cNvSpPr/>
      </dsp:nvSpPr>
      <dsp:spPr>
        <a:xfrm>
          <a:off x="1462642" y="1240076"/>
          <a:ext cx="1208565" cy="60428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effectLst/>
              <a:latin typeface="+mn-lt"/>
            </a:rPr>
            <a:t>System Maintenance</a:t>
          </a:r>
        </a:p>
      </dsp:txBody>
      <dsp:txXfrm>
        <a:off x="1462642" y="1240076"/>
        <a:ext cx="1208565" cy="604282"/>
      </dsp:txXfrm>
    </dsp:sp>
    <dsp:sp modelId="{DEFA5E88-7262-4B27-904E-802C523666D9}">
      <dsp:nvSpPr>
        <dsp:cNvPr id="0" name=""/>
        <dsp:cNvSpPr/>
      </dsp:nvSpPr>
      <dsp:spPr>
        <a:xfrm>
          <a:off x="1764783" y="2098158"/>
          <a:ext cx="1208565" cy="60428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err="1">
              <a:effectLst/>
              <a:latin typeface="+mn-lt"/>
            </a:rPr>
            <a:t>Hw</a:t>
          </a:r>
          <a:r>
            <a:rPr lang="en-US" sz="1600" b="0" kern="1200" noProof="0" dirty="0">
              <a:effectLst/>
              <a:latin typeface="+mn-lt"/>
            </a:rPr>
            <a:t> / </a:t>
          </a:r>
          <a:r>
            <a:rPr lang="en-US" sz="1600" b="0" kern="1200" noProof="0" dirty="0" err="1">
              <a:effectLst/>
              <a:latin typeface="+mn-lt"/>
            </a:rPr>
            <a:t>Sw</a:t>
          </a:r>
          <a:r>
            <a:rPr lang="en-US" sz="1600" b="0" kern="1200" noProof="0" dirty="0">
              <a:effectLst/>
              <a:latin typeface="+mn-lt"/>
            </a:rPr>
            <a:t> platforms</a:t>
          </a:r>
        </a:p>
      </dsp:txBody>
      <dsp:txXfrm>
        <a:off x="1764783" y="2098158"/>
        <a:ext cx="1208565" cy="604282"/>
      </dsp:txXfrm>
    </dsp:sp>
    <dsp:sp modelId="{DE41670F-1A90-4697-A320-21721E3521A3}">
      <dsp:nvSpPr>
        <dsp:cNvPr id="0" name=""/>
        <dsp:cNvSpPr/>
      </dsp:nvSpPr>
      <dsp:spPr>
        <a:xfrm>
          <a:off x="1764783" y="2956240"/>
          <a:ext cx="1208565" cy="60428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effectLst/>
              <a:latin typeface="+mn-lt"/>
            </a:rPr>
            <a:t>SW application</a:t>
          </a:r>
        </a:p>
      </dsp:txBody>
      <dsp:txXfrm>
        <a:off x="1764783" y="2956240"/>
        <a:ext cx="1208565" cy="604282"/>
      </dsp:txXfrm>
    </dsp:sp>
    <dsp:sp modelId="{5D7D695A-5080-42E4-BFE2-B8901C153971}">
      <dsp:nvSpPr>
        <dsp:cNvPr id="0" name=""/>
        <dsp:cNvSpPr/>
      </dsp:nvSpPr>
      <dsp:spPr>
        <a:xfrm>
          <a:off x="1764783" y="3814321"/>
          <a:ext cx="1208565" cy="60428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effectLst/>
              <a:latin typeface="+mn-lt"/>
            </a:rPr>
            <a:t>BPR</a:t>
          </a:r>
        </a:p>
      </dsp:txBody>
      <dsp:txXfrm>
        <a:off x="1764783" y="3814321"/>
        <a:ext cx="1208565" cy="604282"/>
      </dsp:txXfrm>
    </dsp:sp>
    <dsp:sp modelId="{9B529135-53B1-4CE5-A498-F7D694788F06}">
      <dsp:nvSpPr>
        <dsp:cNvPr id="0" name=""/>
        <dsp:cNvSpPr/>
      </dsp:nvSpPr>
      <dsp:spPr>
        <a:xfrm>
          <a:off x="2925006" y="1240076"/>
          <a:ext cx="1208565" cy="604282"/>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effectLst/>
              <a:latin typeface="+mn-lt"/>
            </a:rPr>
            <a:t>Miscellaneous </a:t>
          </a:r>
        </a:p>
      </dsp:txBody>
      <dsp:txXfrm>
        <a:off x="2925006" y="1240076"/>
        <a:ext cx="1208565" cy="60428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D17228-2D5A-41ED-A50B-11AE9A8012E7}">
      <dsp:nvSpPr>
        <dsp:cNvPr id="0" name=""/>
        <dsp:cNvSpPr/>
      </dsp:nvSpPr>
      <dsp:spPr>
        <a:xfrm>
          <a:off x="2374167" y="776087"/>
          <a:ext cx="1679741" cy="291525"/>
        </a:xfrm>
        <a:custGeom>
          <a:avLst/>
          <a:gdLst/>
          <a:ahLst/>
          <a:cxnLst/>
          <a:rect l="0" t="0" r="0" b="0"/>
          <a:pathLst>
            <a:path>
              <a:moveTo>
                <a:pt x="0" y="0"/>
              </a:moveTo>
              <a:lnTo>
                <a:pt x="0" y="145762"/>
              </a:lnTo>
              <a:lnTo>
                <a:pt x="1679741" y="145762"/>
              </a:lnTo>
              <a:lnTo>
                <a:pt x="1679741" y="291525"/>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E5A8ECB-BDCB-4FB1-A259-3C804225F596}">
      <dsp:nvSpPr>
        <dsp:cNvPr id="0" name=""/>
        <dsp:cNvSpPr/>
      </dsp:nvSpPr>
      <dsp:spPr>
        <a:xfrm>
          <a:off x="1818881" y="1761720"/>
          <a:ext cx="208232" cy="2609845"/>
        </a:xfrm>
        <a:custGeom>
          <a:avLst/>
          <a:gdLst/>
          <a:ahLst/>
          <a:cxnLst/>
          <a:rect l="0" t="0" r="0" b="0"/>
          <a:pathLst>
            <a:path>
              <a:moveTo>
                <a:pt x="0" y="0"/>
              </a:moveTo>
              <a:lnTo>
                <a:pt x="0" y="2609845"/>
              </a:lnTo>
              <a:lnTo>
                <a:pt x="208232" y="2609845"/>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DF2C50F-A831-440A-B458-85C1D8C01D1B}">
      <dsp:nvSpPr>
        <dsp:cNvPr id="0" name=""/>
        <dsp:cNvSpPr/>
      </dsp:nvSpPr>
      <dsp:spPr>
        <a:xfrm>
          <a:off x="1818881" y="1761720"/>
          <a:ext cx="208232" cy="1624212"/>
        </a:xfrm>
        <a:custGeom>
          <a:avLst/>
          <a:gdLst/>
          <a:ahLst/>
          <a:cxnLst/>
          <a:rect l="0" t="0" r="0" b="0"/>
          <a:pathLst>
            <a:path>
              <a:moveTo>
                <a:pt x="0" y="0"/>
              </a:moveTo>
              <a:lnTo>
                <a:pt x="0" y="1624212"/>
              </a:lnTo>
              <a:lnTo>
                <a:pt x="208232" y="1624212"/>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44B28F5-73A9-460E-9D50-9BF116840373}">
      <dsp:nvSpPr>
        <dsp:cNvPr id="0" name=""/>
        <dsp:cNvSpPr/>
      </dsp:nvSpPr>
      <dsp:spPr>
        <a:xfrm>
          <a:off x="1818881" y="1761720"/>
          <a:ext cx="208232" cy="638579"/>
        </a:xfrm>
        <a:custGeom>
          <a:avLst/>
          <a:gdLst/>
          <a:ahLst/>
          <a:cxnLst/>
          <a:rect l="0" t="0" r="0" b="0"/>
          <a:pathLst>
            <a:path>
              <a:moveTo>
                <a:pt x="0" y="0"/>
              </a:moveTo>
              <a:lnTo>
                <a:pt x="0" y="638579"/>
              </a:lnTo>
              <a:lnTo>
                <a:pt x="208232" y="638579"/>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5930FFF-0D2A-4499-A0D2-896646222CF6}">
      <dsp:nvSpPr>
        <dsp:cNvPr id="0" name=""/>
        <dsp:cNvSpPr/>
      </dsp:nvSpPr>
      <dsp:spPr>
        <a:xfrm>
          <a:off x="2328447" y="776087"/>
          <a:ext cx="91440" cy="291525"/>
        </a:xfrm>
        <a:custGeom>
          <a:avLst/>
          <a:gdLst/>
          <a:ahLst/>
          <a:cxnLst/>
          <a:rect l="0" t="0" r="0" b="0"/>
          <a:pathLst>
            <a:path>
              <a:moveTo>
                <a:pt x="45720" y="0"/>
              </a:moveTo>
              <a:lnTo>
                <a:pt x="45720" y="291525"/>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D6F29E-E01A-40B3-AC0A-BD3B6969C899}">
      <dsp:nvSpPr>
        <dsp:cNvPr id="0" name=""/>
        <dsp:cNvSpPr/>
      </dsp:nvSpPr>
      <dsp:spPr>
        <a:xfrm>
          <a:off x="139140" y="1761720"/>
          <a:ext cx="208232" cy="2609845"/>
        </a:xfrm>
        <a:custGeom>
          <a:avLst/>
          <a:gdLst/>
          <a:ahLst/>
          <a:cxnLst/>
          <a:rect l="0" t="0" r="0" b="0"/>
          <a:pathLst>
            <a:path>
              <a:moveTo>
                <a:pt x="0" y="0"/>
              </a:moveTo>
              <a:lnTo>
                <a:pt x="0" y="2609845"/>
              </a:lnTo>
              <a:lnTo>
                <a:pt x="208232" y="2609845"/>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A8A3CCF-965E-4E9F-AC24-CF68CCD8DC17}">
      <dsp:nvSpPr>
        <dsp:cNvPr id="0" name=""/>
        <dsp:cNvSpPr/>
      </dsp:nvSpPr>
      <dsp:spPr>
        <a:xfrm>
          <a:off x="139140" y="1761720"/>
          <a:ext cx="208232" cy="1624212"/>
        </a:xfrm>
        <a:custGeom>
          <a:avLst/>
          <a:gdLst/>
          <a:ahLst/>
          <a:cxnLst/>
          <a:rect l="0" t="0" r="0" b="0"/>
          <a:pathLst>
            <a:path>
              <a:moveTo>
                <a:pt x="0" y="0"/>
              </a:moveTo>
              <a:lnTo>
                <a:pt x="0" y="1624212"/>
              </a:lnTo>
              <a:lnTo>
                <a:pt x="208232" y="1624212"/>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336BFC9-F7CB-4BC7-837D-FAEC486982B6}">
      <dsp:nvSpPr>
        <dsp:cNvPr id="0" name=""/>
        <dsp:cNvSpPr/>
      </dsp:nvSpPr>
      <dsp:spPr>
        <a:xfrm>
          <a:off x="139140" y="1761720"/>
          <a:ext cx="208232" cy="638579"/>
        </a:xfrm>
        <a:custGeom>
          <a:avLst/>
          <a:gdLst/>
          <a:ahLst/>
          <a:cxnLst/>
          <a:rect l="0" t="0" r="0" b="0"/>
          <a:pathLst>
            <a:path>
              <a:moveTo>
                <a:pt x="0" y="0"/>
              </a:moveTo>
              <a:lnTo>
                <a:pt x="0" y="638579"/>
              </a:lnTo>
              <a:lnTo>
                <a:pt x="208232" y="638579"/>
              </a:lnTo>
            </a:path>
          </a:pathLst>
        </a:custGeom>
        <a:noFill/>
        <a:ln w="9525" cap="flat" cmpd="sng" algn="ctr">
          <a:solidFill>
            <a:schemeClr val="dk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1BA8054-1759-49A4-A936-7C3DD87955AF}">
      <dsp:nvSpPr>
        <dsp:cNvPr id="0" name=""/>
        <dsp:cNvSpPr/>
      </dsp:nvSpPr>
      <dsp:spPr>
        <a:xfrm>
          <a:off x="694426" y="776087"/>
          <a:ext cx="1679741" cy="291525"/>
        </a:xfrm>
        <a:custGeom>
          <a:avLst/>
          <a:gdLst/>
          <a:ahLst/>
          <a:cxnLst/>
          <a:rect l="0" t="0" r="0" b="0"/>
          <a:pathLst>
            <a:path>
              <a:moveTo>
                <a:pt x="1679741" y="0"/>
              </a:moveTo>
              <a:lnTo>
                <a:pt x="1679741" y="145762"/>
              </a:lnTo>
              <a:lnTo>
                <a:pt x="0" y="145762"/>
              </a:lnTo>
              <a:lnTo>
                <a:pt x="0" y="291525"/>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C3A4A9B-3F36-4EB0-B682-ABBAAA59FA77}">
      <dsp:nvSpPr>
        <dsp:cNvPr id="0" name=""/>
        <dsp:cNvSpPr/>
      </dsp:nvSpPr>
      <dsp:spPr>
        <a:xfrm>
          <a:off x="1680060" y="81979"/>
          <a:ext cx="1388215" cy="694107"/>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latin typeface="+mj-lt"/>
            </a:rPr>
            <a:t>Annual Costs</a:t>
          </a:r>
        </a:p>
      </dsp:txBody>
      <dsp:txXfrm>
        <a:off x="1680060" y="81979"/>
        <a:ext cx="1388215" cy="694107"/>
      </dsp:txXfrm>
    </dsp:sp>
    <dsp:sp modelId="{617F114F-1568-4963-BE3B-E5BBF377486C}">
      <dsp:nvSpPr>
        <dsp:cNvPr id="0" name=""/>
        <dsp:cNvSpPr/>
      </dsp:nvSpPr>
      <dsp:spPr>
        <a:xfrm>
          <a:off x="318" y="1067612"/>
          <a:ext cx="1388215" cy="694107"/>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effectLst/>
              <a:latin typeface="+mj-lt"/>
            </a:rPr>
            <a:t>Operations</a:t>
          </a:r>
          <a:endParaRPr lang="en-US" sz="1600" b="0" kern="1200" noProof="0" dirty="0">
            <a:latin typeface="+mj-lt"/>
          </a:endParaRPr>
        </a:p>
      </dsp:txBody>
      <dsp:txXfrm>
        <a:off x="318" y="1067612"/>
        <a:ext cx="1388215" cy="694107"/>
      </dsp:txXfrm>
    </dsp:sp>
    <dsp:sp modelId="{4025926B-28FE-4FDF-97DC-5341A8CCFB01}">
      <dsp:nvSpPr>
        <dsp:cNvPr id="0" name=""/>
        <dsp:cNvSpPr/>
      </dsp:nvSpPr>
      <dsp:spPr>
        <a:xfrm>
          <a:off x="347372" y="2053246"/>
          <a:ext cx="1388215" cy="694107"/>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effectLst/>
              <a:latin typeface="+mj-lt"/>
            </a:rPr>
            <a:t>Network services </a:t>
          </a:r>
          <a:endParaRPr lang="en-US" sz="1600" b="0" kern="1200" noProof="0" dirty="0">
            <a:latin typeface="+mj-lt"/>
          </a:endParaRPr>
        </a:p>
      </dsp:txBody>
      <dsp:txXfrm>
        <a:off x="347372" y="2053246"/>
        <a:ext cx="1388215" cy="694107"/>
      </dsp:txXfrm>
    </dsp:sp>
    <dsp:sp modelId="{446AC8EA-366E-4B0A-B0E5-389FDE7B0132}">
      <dsp:nvSpPr>
        <dsp:cNvPr id="0" name=""/>
        <dsp:cNvSpPr/>
      </dsp:nvSpPr>
      <dsp:spPr>
        <a:xfrm>
          <a:off x="347372" y="3038879"/>
          <a:ext cx="1388215" cy="694107"/>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latin typeface="+mj-lt"/>
            </a:rPr>
            <a:t>Operations staff</a:t>
          </a:r>
        </a:p>
      </dsp:txBody>
      <dsp:txXfrm>
        <a:off x="347372" y="3038879"/>
        <a:ext cx="1388215" cy="694107"/>
      </dsp:txXfrm>
    </dsp:sp>
    <dsp:sp modelId="{D5BF008E-2BBD-4416-9AC7-46D856BEE3E2}">
      <dsp:nvSpPr>
        <dsp:cNvPr id="0" name=""/>
        <dsp:cNvSpPr/>
      </dsp:nvSpPr>
      <dsp:spPr>
        <a:xfrm>
          <a:off x="347372" y="4024512"/>
          <a:ext cx="1388215" cy="694107"/>
        </a:xfrm>
        <a:prstGeom prst="rect">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latin typeface="+mj-lt"/>
            </a:rPr>
            <a:t>Energy </a:t>
          </a:r>
        </a:p>
      </dsp:txBody>
      <dsp:txXfrm>
        <a:off x="347372" y="4024512"/>
        <a:ext cx="1388215" cy="694107"/>
      </dsp:txXfrm>
    </dsp:sp>
    <dsp:sp modelId="{C1F58284-AEFE-4938-932F-08669E555BEC}">
      <dsp:nvSpPr>
        <dsp:cNvPr id="0" name=""/>
        <dsp:cNvSpPr/>
      </dsp:nvSpPr>
      <dsp:spPr>
        <a:xfrm>
          <a:off x="1680060" y="1067612"/>
          <a:ext cx="1388215" cy="694107"/>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effectLst/>
              <a:latin typeface="+mj-lt"/>
            </a:rPr>
            <a:t>System Maintenance</a:t>
          </a:r>
        </a:p>
      </dsp:txBody>
      <dsp:txXfrm>
        <a:off x="1680060" y="1067612"/>
        <a:ext cx="1388215" cy="694107"/>
      </dsp:txXfrm>
    </dsp:sp>
    <dsp:sp modelId="{DEFA5E88-7262-4B27-904E-802C523666D9}">
      <dsp:nvSpPr>
        <dsp:cNvPr id="0" name=""/>
        <dsp:cNvSpPr/>
      </dsp:nvSpPr>
      <dsp:spPr>
        <a:xfrm>
          <a:off x="2027114" y="2053246"/>
          <a:ext cx="1388215" cy="694107"/>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err="1">
              <a:effectLst/>
              <a:latin typeface="+mj-lt"/>
            </a:rPr>
            <a:t>Hw</a:t>
          </a:r>
          <a:r>
            <a:rPr lang="en-US" sz="1600" b="0" kern="1200" noProof="0" dirty="0">
              <a:effectLst/>
              <a:latin typeface="+mj-lt"/>
            </a:rPr>
            <a:t> / </a:t>
          </a:r>
          <a:r>
            <a:rPr lang="en-US" sz="1600" b="0" kern="1200" noProof="0" dirty="0" err="1">
              <a:effectLst/>
              <a:latin typeface="+mj-lt"/>
            </a:rPr>
            <a:t>Sw</a:t>
          </a:r>
          <a:r>
            <a:rPr lang="en-US" sz="1600" b="0" kern="1200" noProof="0" dirty="0">
              <a:effectLst/>
              <a:latin typeface="+mj-lt"/>
            </a:rPr>
            <a:t> platforms</a:t>
          </a:r>
        </a:p>
      </dsp:txBody>
      <dsp:txXfrm>
        <a:off x="2027114" y="2053246"/>
        <a:ext cx="1388215" cy="694107"/>
      </dsp:txXfrm>
    </dsp:sp>
    <dsp:sp modelId="{DE41670F-1A90-4697-A320-21721E3521A3}">
      <dsp:nvSpPr>
        <dsp:cNvPr id="0" name=""/>
        <dsp:cNvSpPr/>
      </dsp:nvSpPr>
      <dsp:spPr>
        <a:xfrm>
          <a:off x="2027114" y="3038879"/>
          <a:ext cx="1388215" cy="694107"/>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effectLst/>
              <a:latin typeface="+mj-lt"/>
            </a:rPr>
            <a:t>SW application</a:t>
          </a:r>
        </a:p>
      </dsp:txBody>
      <dsp:txXfrm>
        <a:off x="2027114" y="3038879"/>
        <a:ext cx="1388215" cy="694107"/>
      </dsp:txXfrm>
    </dsp:sp>
    <dsp:sp modelId="{5D7D695A-5080-42E4-BFE2-B8901C153971}">
      <dsp:nvSpPr>
        <dsp:cNvPr id="0" name=""/>
        <dsp:cNvSpPr/>
      </dsp:nvSpPr>
      <dsp:spPr>
        <a:xfrm>
          <a:off x="2027114" y="4024512"/>
          <a:ext cx="1388215" cy="694107"/>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effectLst/>
              <a:latin typeface="+mj-lt"/>
            </a:rPr>
            <a:t>BPR</a:t>
          </a:r>
        </a:p>
      </dsp:txBody>
      <dsp:txXfrm>
        <a:off x="2027114" y="4024512"/>
        <a:ext cx="1388215" cy="694107"/>
      </dsp:txXfrm>
    </dsp:sp>
    <dsp:sp modelId="{9B529135-53B1-4CE5-A498-F7D694788F06}">
      <dsp:nvSpPr>
        <dsp:cNvPr id="0" name=""/>
        <dsp:cNvSpPr/>
      </dsp:nvSpPr>
      <dsp:spPr>
        <a:xfrm>
          <a:off x="3359801" y="1067612"/>
          <a:ext cx="1388215" cy="694107"/>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effectLst/>
              <a:latin typeface="+mj-lt"/>
            </a:rPr>
            <a:t>Miscellaneous </a:t>
          </a:r>
        </a:p>
      </dsp:txBody>
      <dsp:txXfrm>
        <a:off x="3359801" y="1067612"/>
        <a:ext cx="1388215" cy="69410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C488C0-6AC0-4D53-ACA3-A1EA50BB9FD8}">
      <dsp:nvSpPr>
        <dsp:cNvPr id="0" name=""/>
        <dsp:cNvSpPr/>
      </dsp:nvSpPr>
      <dsp:spPr>
        <a:xfrm>
          <a:off x="7696309" y="1404420"/>
          <a:ext cx="170406" cy="2175386"/>
        </a:xfrm>
        <a:custGeom>
          <a:avLst/>
          <a:gdLst/>
          <a:ahLst/>
          <a:cxnLst/>
          <a:rect l="0" t="0" r="0" b="0"/>
          <a:pathLst>
            <a:path>
              <a:moveTo>
                <a:pt x="0" y="0"/>
              </a:moveTo>
              <a:lnTo>
                <a:pt x="0" y="2175386"/>
              </a:lnTo>
              <a:lnTo>
                <a:pt x="170406" y="2175386"/>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595A5D-3ED8-4596-98F3-6D41B047A3A8}">
      <dsp:nvSpPr>
        <dsp:cNvPr id="0" name=""/>
        <dsp:cNvSpPr/>
      </dsp:nvSpPr>
      <dsp:spPr>
        <a:xfrm>
          <a:off x="7696309" y="1404420"/>
          <a:ext cx="173931" cy="1356663"/>
        </a:xfrm>
        <a:custGeom>
          <a:avLst/>
          <a:gdLst/>
          <a:ahLst/>
          <a:cxnLst/>
          <a:rect l="0" t="0" r="0" b="0"/>
          <a:pathLst>
            <a:path>
              <a:moveTo>
                <a:pt x="0" y="0"/>
              </a:moveTo>
              <a:lnTo>
                <a:pt x="0" y="1356663"/>
              </a:lnTo>
              <a:lnTo>
                <a:pt x="173931" y="1356663"/>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9C80F3-7EB4-4EAE-840A-26172EDAD41C}">
      <dsp:nvSpPr>
        <dsp:cNvPr id="0" name=""/>
        <dsp:cNvSpPr/>
      </dsp:nvSpPr>
      <dsp:spPr>
        <a:xfrm>
          <a:off x="7696309" y="1404420"/>
          <a:ext cx="173931" cy="533389"/>
        </a:xfrm>
        <a:custGeom>
          <a:avLst/>
          <a:gdLst/>
          <a:ahLst/>
          <a:cxnLst/>
          <a:rect l="0" t="0" r="0" b="0"/>
          <a:pathLst>
            <a:path>
              <a:moveTo>
                <a:pt x="0" y="0"/>
              </a:moveTo>
              <a:lnTo>
                <a:pt x="0" y="533389"/>
              </a:lnTo>
              <a:lnTo>
                <a:pt x="173931" y="533389"/>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5F68FE-3CC3-422E-B2E0-B52D4DA116C9}">
      <dsp:nvSpPr>
        <dsp:cNvPr id="0" name=""/>
        <dsp:cNvSpPr/>
      </dsp:nvSpPr>
      <dsp:spPr>
        <a:xfrm>
          <a:off x="7458603" y="581146"/>
          <a:ext cx="701522" cy="243503"/>
        </a:xfrm>
        <a:custGeom>
          <a:avLst/>
          <a:gdLst/>
          <a:ahLst/>
          <a:cxnLst/>
          <a:rect l="0" t="0" r="0" b="0"/>
          <a:pathLst>
            <a:path>
              <a:moveTo>
                <a:pt x="0" y="0"/>
              </a:moveTo>
              <a:lnTo>
                <a:pt x="0" y="121751"/>
              </a:lnTo>
              <a:lnTo>
                <a:pt x="701522" y="121751"/>
              </a:lnTo>
              <a:lnTo>
                <a:pt x="701522" y="243503"/>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E7E8CDB-3182-4F7D-B0D1-BE0B8668BF24}">
      <dsp:nvSpPr>
        <dsp:cNvPr id="0" name=""/>
        <dsp:cNvSpPr/>
      </dsp:nvSpPr>
      <dsp:spPr>
        <a:xfrm>
          <a:off x="6293264" y="1404420"/>
          <a:ext cx="173931" cy="2179937"/>
        </a:xfrm>
        <a:custGeom>
          <a:avLst/>
          <a:gdLst/>
          <a:ahLst/>
          <a:cxnLst/>
          <a:rect l="0" t="0" r="0" b="0"/>
          <a:pathLst>
            <a:path>
              <a:moveTo>
                <a:pt x="0" y="0"/>
              </a:moveTo>
              <a:lnTo>
                <a:pt x="0" y="2179937"/>
              </a:lnTo>
              <a:lnTo>
                <a:pt x="173931" y="2179937"/>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073CB3B-60AE-43CD-AA07-80B0C6A99FAF}">
      <dsp:nvSpPr>
        <dsp:cNvPr id="0" name=""/>
        <dsp:cNvSpPr/>
      </dsp:nvSpPr>
      <dsp:spPr>
        <a:xfrm>
          <a:off x="6293264" y="1404420"/>
          <a:ext cx="173931" cy="1356663"/>
        </a:xfrm>
        <a:custGeom>
          <a:avLst/>
          <a:gdLst/>
          <a:ahLst/>
          <a:cxnLst/>
          <a:rect l="0" t="0" r="0" b="0"/>
          <a:pathLst>
            <a:path>
              <a:moveTo>
                <a:pt x="0" y="0"/>
              </a:moveTo>
              <a:lnTo>
                <a:pt x="0" y="1356663"/>
              </a:lnTo>
              <a:lnTo>
                <a:pt x="173931" y="1356663"/>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B40934C-B2A6-47A7-9D3B-94EF8C82922D}">
      <dsp:nvSpPr>
        <dsp:cNvPr id="0" name=""/>
        <dsp:cNvSpPr/>
      </dsp:nvSpPr>
      <dsp:spPr>
        <a:xfrm>
          <a:off x="6293264" y="1404420"/>
          <a:ext cx="173931" cy="533389"/>
        </a:xfrm>
        <a:custGeom>
          <a:avLst/>
          <a:gdLst/>
          <a:ahLst/>
          <a:cxnLst/>
          <a:rect l="0" t="0" r="0" b="0"/>
          <a:pathLst>
            <a:path>
              <a:moveTo>
                <a:pt x="0" y="0"/>
              </a:moveTo>
              <a:lnTo>
                <a:pt x="0" y="533389"/>
              </a:lnTo>
              <a:lnTo>
                <a:pt x="173931" y="533389"/>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D90786-AE6E-4D20-BA37-7BB32E0DE43B}">
      <dsp:nvSpPr>
        <dsp:cNvPr id="0" name=""/>
        <dsp:cNvSpPr/>
      </dsp:nvSpPr>
      <dsp:spPr>
        <a:xfrm>
          <a:off x="6757080" y="581146"/>
          <a:ext cx="701522" cy="243503"/>
        </a:xfrm>
        <a:custGeom>
          <a:avLst/>
          <a:gdLst/>
          <a:ahLst/>
          <a:cxnLst/>
          <a:rect l="0" t="0" r="0" b="0"/>
          <a:pathLst>
            <a:path>
              <a:moveTo>
                <a:pt x="701522" y="0"/>
              </a:moveTo>
              <a:lnTo>
                <a:pt x="701522" y="121751"/>
              </a:lnTo>
              <a:lnTo>
                <a:pt x="0" y="121751"/>
              </a:lnTo>
              <a:lnTo>
                <a:pt x="0" y="243503"/>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19B586-D155-4777-9916-36F3C2BAE68B}">
      <dsp:nvSpPr>
        <dsp:cNvPr id="0" name=""/>
        <dsp:cNvSpPr/>
      </dsp:nvSpPr>
      <dsp:spPr>
        <a:xfrm>
          <a:off x="4935418" y="1398866"/>
          <a:ext cx="91440" cy="3832040"/>
        </a:xfrm>
        <a:custGeom>
          <a:avLst/>
          <a:gdLst/>
          <a:ahLst/>
          <a:cxnLst/>
          <a:rect l="0" t="0" r="0" b="0"/>
          <a:pathLst>
            <a:path>
              <a:moveTo>
                <a:pt x="45720" y="0"/>
              </a:moveTo>
              <a:lnTo>
                <a:pt x="45720" y="3832040"/>
              </a:lnTo>
              <a:lnTo>
                <a:pt x="128731" y="3832040"/>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CC894A4-24AD-401E-82FA-692CCC9B2095}">
      <dsp:nvSpPr>
        <dsp:cNvPr id="0" name=""/>
        <dsp:cNvSpPr/>
      </dsp:nvSpPr>
      <dsp:spPr>
        <a:xfrm>
          <a:off x="4935418" y="1398866"/>
          <a:ext cx="91440" cy="3008766"/>
        </a:xfrm>
        <a:custGeom>
          <a:avLst/>
          <a:gdLst/>
          <a:ahLst/>
          <a:cxnLst/>
          <a:rect l="0" t="0" r="0" b="0"/>
          <a:pathLst>
            <a:path>
              <a:moveTo>
                <a:pt x="45720" y="0"/>
              </a:moveTo>
              <a:lnTo>
                <a:pt x="45720" y="3008766"/>
              </a:lnTo>
              <a:lnTo>
                <a:pt x="128731" y="3008766"/>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081E41-0CD0-44BC-92E0-252E0ECC0C9E}">
      <dsp:nvSpPr>
        <dsp:cNvPr id="0" name=""/>
        <dsp:cNvSpPr/>
      </dsp:nvSpPr>
      <dsp:spPr>
        <a:xfrm>
          <a:off x="4935418" y="1398866"/>
          <a:ext cx="91440" cy="2185491"/>
        </a:xfrm>
        <a:custGeom>
          <a:avLst/>
          <a:gdLst/>
          <a:ahLst/>
          <a:cxnLst/>
          <a:rect l="0" t="0" r="0" b="0"/>
          <a:pathLst>
            <a:path>
              <a:moveTo>
                <a:pt x="45720" y="0"/>
              </a:moveTo>
              <a:lnTo>
                <a:pt x="45720" y="2185491"/>
              </a:lnTo>
              <a:lnTo>
                <a:pt x="128731" y="2185491"/>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9BF389-AB9A-43FE-B105-B6B70C399452}">
      <dsp:nvSpPr>
        <dsp:cNvPr id="0" name=""/>
        <dsp:cNvSpPr/>
      </dsp:nvSpPr>
      <dsp:spPr>
        <a:xfrm>
          <a:off x="4935418" y="1398866"/>
          <a:ext cx="91440" cy="1362217"/>
        </a:xfrm>
        <a:custGeom>
          <a:avLst/>
          <a:gdLst/>
          <a:ahLst/>
          <a:cxnLst/>
          <a:rect l="0" t="0" r="0" b="0"/>
          <a:pathLst>
            <a:path>
              <a:moveTo>
                <a:pt x="45720" y="0"/>
              </a:moveTo>
              <a:lnTo>
                <a:pt x="45720" y="1362217"/>
              </a:lnTo>
              <a:lnTo>
                <a:pt x="128731" y="1362217"/>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5D4CA6-BBAF-40EB-955D-DC7F91D0A738}">
      <dsp:nvSpPr>
        <dsp:cNvPr id="0" name=""/>
        <dsp:cNvSpPr/>
      </dsp:nvSpPr>
      <dsp:spPr>
        <a:xfrm>
          <a:off x="4935418" y="1398866"/>
          <a:ext cx="91440" cy="538943"/>
        </a:xfrm>
        <a:custGeom>
          <a:avLst/>
          <a:gdLst/>
          <a:ahLst/>
          <a:cxnLst/>
          <a:rect l="0" t="0" r="0" b="0"/>
          <a:pathLst>
            <a:path>
              <a:moveTo>
                <a:pt x="45720" y="0"/>
              </a:moveTo>
              <a:lnTo>
                <a:pt x="45720" y="538943"/>
              </a:lnTo>
              <a:lnTo>
                <a:pt x="128731" y="538943"/>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245E46-82A5-4095-80A3-06B62E3ABEE8}">
      <dsp:nvSpPr>
        <dsp:cNvPr id="0" name=""/>
        <dsp:cNvSpPr/>
      </dsp:nvSpPr>
      <dsp:spPr>
        <a:xfrm>
          <a:off x="3249468" y="581146"/>
          <a:ext cx="2195487" cy="237949"/>
        </a:xfrm>
        <a:custGeom>
          <a:avLst/>
          <a:gdLst/>
          <a:ahLst/>
          <a:cxnLst/>
          <a:rect l="0" t="0" r="0" b="0"/>
          <a:pathLst>
            <a:path>
              <a:moveTo>
                <a:pt x="0" y="0"/>
              </a:moveTo>
              <a:lnTo>
                <a:pt x="0" y="116197"/>
              </a:lnTo>
              <a:lnTo>
                <a:pt x="2195487" y="116197"/>
              </a:lnTo>
              <a:lnTo>
                <a:pt x="2195487" y="237949"/>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10BC65-F2F4-48C8-9082-FB2C42128887}">
      <dsp:nvSpPr>
        <dsp:cNvPr id="0" name=""/>
        <dsp:cNvSpPr/>
      </dsp:nvSpPr>
      <dsp:spPr>
        <a:xfrm>
          <a:off x="3582987" y="1394848"/>
          <a:ext cx="169037" cy="1360681"/>
        </a:xfrm>
        <a:custGeom>
          <a:avLst/>
          <a:gdLst/>
          <a:ahLst/>
          <a:cxnLst/>
          <a:rect l="0" t="0" r="0" b="0"/>
          <a:pathLst>
            <a:path>
              <a:moveTo>
                <a:pt x="0" y="0"/>
              </a:moveTo>
              <a:lnTo>
                <a:pt x="0" y="1360681"/>
              </a:lnTo>
              <a:lnTo>
                <a:pt x="169037" y="1360681"/>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21B16A-ECDB-42E3-8519-D013550CE1D3}">
      <dsp:nvSpPr>
        <dsp:cNvPr id="0" name=""/>
        <dsp:cNvSpPr/>
      </dsp:nvSpPr>
      <dsp:spPr>
        <a:xfrm>
          <a:off x="3582987" y="1394848"/>
          <a:ext cx="169037" cy="537406"/>
        </a:xfrm>
        <a:custGeom>
          <a:avLst/>
          <a:gdLst/>
          <a:ahLst/>
          <a:cxnLst/>
          <a:rect l="0" t="0" r="0" b="0"/>
          <a:pathLst>
            <a:path>
              <a:moveTo>
                <a:pt x="0" y="0"/>
              </a:moveTo>
              <a:lnTo>
                <a:pt x="0" y="537406"/>
              </a:lnTo>
              <a:lnTo>
                <a:pt x="169037" y="537406"/>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B6250D-A994-4B68-83F5-3A299E01BCF0}">
      <dsp:nvSpPr>
        <dsp:cNvPr id="0" name=""/>
        <dsp:cNvSpPr/>
      </dsp:nvSpPr>
      <dsp:spPr>
        <a:xfrm>
          <a:off x="3249468" y="581146"/>
          <a:ext cx="797335" cy="233931"/>
        </a:xfrm>
        <a:custGeom>
          <a:avLst/>
          <a:gdLst/>
          <a:ahLst/>
          <a:cxnLst/>
          <a:rect l="0" t="0" r="0" b="0"/>
          <a:pathLst>
            <a:path>
              <a:moveTo>
                <a:pt x="0" y="0"/>
              </a:moveTo>
              <a:lnTo>
                <a:pt x="0" y="112179"/>
              </a:lnTo>
              <a:lnTo>
                <a:pt x="797335" y="112179"/>
              </a:lnTo>
              <a:lnTo>
                <a:pt x="797335" y="233931"/>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D331E9-EB87-4B3B-B27A-4328BDFD50F6}">
      <dsp:nvSpPr>
        <dsp:cNvPr id="0" name=""/>
        <dsp:cNvSpPr/>
      </dsp:nvSpPr>
      <dsp:spPr>
        <a:xfrm>
          <a:off x="2175048" y="1398866"/>
          <a:ext cx="173931" cy="3003212"/>
        </a:xfrm>
        <a:custGeom>
          <a:avLst/>
          <a:gdLst/>
          <a:ahLst/>
          <a:cxnLst/>
          <a:rect l="0" t="0" r="0" b="0"/>
          <a:pathLst>
            <a:path>
              <a:moveTo>
                <a:pt x="0" y="0"/>
              </a:moveTo>
              <a:lnTo>
                <a:pt x="0" y="3003212"/>
              </a:lnTo>
              <a:lnTo>
                <a:pt x="173931" y="3003212"/>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4D6337-DC10-4A2A-B856-314A41E612E8}">
      <dsp:nvSpPr>
        <dsp:cNvPr id="0" name=""/>
        <dsp:cNvSpPr/>
      </dsp:nvSpPr>
      <dsp:spPr>
        <a:xfrm>
          <a:off x="2175048" y="1398866"/>
          <a:ext cx="173931" cy="2179937"/>
        </a:xfrm>
        <a:custGeom>
          <a:avLst/>
          <a:gdLst/>
          <a:ahLst/>
          <a:cxnLst/>
          <a:rect l="0" t="0" r="0" b="0"/>
          <a:pathLst>
            <a:path>
              <a:moveTo>
                <a:pt x="0" y="0"/>
              </a:moveTo>
              <a:lnTo>
                <a:pt x="0" y="2179937"/>
              </a:lnTo>
              <a:lnTo>
                <a:pt x="173931" y="2179937"/>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D855C7-600A-499D-B0A8-DE9BCE52E531}">
      <dsp:nvSpPr>
        <dsp:cNvPr id="0" name=""/>
        <dsp:cNvSpPr/>
      </dsp:nvSpPr>
      <dsp:spPr>
        <a:xfrm>
          <a:off x="2175048" y="1398866"/>
          <a:ext cx="173931" cy="1356663"/>
        </a:xfrm>
        <a:custGeom>
          <a:avLst/>
          <a:gdLst/>
          <a:ahLst/>
          <a:cxnLst/>
          <a:rect l="0" t="0" r="0" b="0"/>
          <a:pathLst>
            <a:path>
              <a:moveTo>
                <a:pt x="0" y="0"/>
              </a:moveTo>
              <a:lnTo>
                <a:pt x="0" y="1356663"/>
              </a:lnTo>
              <a:lnTo>
                <a:pt x="173931" y="1356663"/>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333CFF-6E7D-4480-9D2E-94A4A14EE4E1}">
      <dsp:nvSpPr>
        <dsp:cNvPr id="0" name=""/>
        <dsp:cNvSpPr/>
      </dsp:nvSpPr>
      <dsp:spPr>
        <a:xfrm>
          <a:off x="2175048" y="1398866"/>
          <a:ext cx="173931" cy="533389"/>
        </a:xfrm>
        <a:custGeom>
          <a:avLst/>
          <a:gdLst/>
          <a:ahLst/>
          <a:cxnLst/>
          <a:rect l="0" t="0" r="0" b="0"/>
          <a:pathLst>
            <a:path>
              <a:moveTo>
                <a:pt x="0" y="0"/>
              </a:moveTo>
              <a:lnTo>
                <a:pt x="0" y="533389"/>
              </a:lnTo>
              <a:lnTo>
                <a:pt x="173931" y="533389"/>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5206AE-36DB-43EE-84F3-AFB823AA6253}">
      <dsp:nvSpPr>
        <dsp:cNvPr id="0" name=""/>
        <dsp:cNvSpPr/>
      </dsp:nvSpPr>
      <dsp:spPr>
        <a:xfrm>
          <a:off x="2638865" y="581146"/>
          <a:ext cx="610602" cy="237949"/>
        </a:xfrm>
        <a:custGeom>
          <a:avLst/>
          <a:gdLst/>
          <a:ahLst/>
          <a:cxnLst/>
          <a:rect l="0" t="0" r="0" b="0"/>
          <a:pathLst>
            <a:path>
              <a:moveTo>
                <a:pt x="610602" y="0"/>
              </a:moveTo>
              <a:lnTo>
                <a:pt x="610602" y="116197"/>
              </a:lnTo>
              <a:lnTo>
                <a:pt x="0" y="116197"/>
              </a:lnTo>
              <a:lnTo>
                <a:pt x="0" y="237949"/>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CF9883-6932-443B-BE67-EA6070F735FC}">
      <dsp:nvSpPr>
        <dsp:cNvPr id="0" name=""/>
        <dsp:cNvSpPr/>
      </dsp:nvSpPr>
      <dsp:spPr>
        <a:xfrm>
          <a:off x="1235820" y="581146"/>
          <a:ext cx="2013647" cy="237949"/>
        </a:xfrm>
        <a:custGeom>
          <a:avLst/>
          <a:gdLst/>
          <a:ahLst/>
          <a:cxnLst/>
          <a:rect l="0" t="0" r="0" b="0"/>
          <a:pathLst>
            <a:path>
              <a:moveTo>
                <a:pt x="2013647" y="0"/>
              </a:moveTo>
              <a:lnTo>
                <a:pt x="2013647" y="116197"/>
              </a:lnTo>
              <a:lnTo>
                <a:pt x="0" y="116197"/>
              </a:lnTo>
              <a:lnTo>
                <a:pt x="0" y="237949"/>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7B9A54-BE12-4CFE-8C1D-AC2D878A62E9}">
      <dsp:nvSpPr>
        <dsp:cNvPr id="0" name=""/>
        <dsp:cNvSpPr/>
      </dsp:nvSpPr>
      <dsp:spPr>
        <a:xfrm>
          <a:off x="2669697" y="1375"/>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Project</a:t>
          </a:r>
        </a:p>
      </dsp:txBody>
      <dsp:txXfrm>
        <a:off x="2669697" y="1375"/>
        <a:ext cx="1159541" cy="579770"/>
      </dsp:txXfrm>
    </dsp:sp>
    <dsp:sp modelId="{B36F738C-DABB-499F-A586-6245E56F73A4}">
      <dsp:nvSpPr>
        <dsp:cNvPr id="0" name=""/>
        <dsp:cNvSpPr/>
      </dsp:nvSpPr>
      <dsp:spPr>
        <a:xfrm>
          <a:off x="656049" y="819095"/>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Project management </a:t>
          </a:r>
        </a:p>
      </dsp:txBody>
      <dsp:txXfrm>
        <a:off x="656049" y="819095"/>
        <a:ext cx="1159541" cy="579770"/>
      </dsp:txXfrm>
    </dsp:sp>
    <dsp:sp modelId="{BE33DF6D-96DD-447A-A304-E5B66ED4DEA0}">
      <dsp:nvSpPr>
        <dsp:cNvPr id="0" name=""/>
        <dsp:cNvSpPr/>
      </dsp:nvSpPr>
      <dsp:spPr>
        <a:xfrm>
          <a:off x="2059094" y="819095"/>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Software project</a:t>
          </a:r>
        </a:p>
      </dsp:txBody>
      <dsp:txXfrm>
        <a:off x="2059094" y="819095"/>
        <a:ext cx="1159541" cy="579770"/>
      </dsp:txXfrm>
    </dsp:sp>
    <dsp:sp modelId="{63AB99B0-52A9-4FD4-95B2-D1CDAD6E4D6C}">
      <dsp:nvSpPr>
        <dsp:cNvPr id="0" name=""/>
        <dsp:cNvSpPr/>
      </dsp:nvSpPr>
      <dsp:spPr>
        <a:xfrm>
          <a:off x="2348980" y="1642370"/>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Analysis (modelling) </a:t>
          </a:r>
        </a:p>
      </dsp:txBody>
      <dsp:txXfrm>
        <a:off x="2348980" y="1642370"/>
        <a:ext cx="1159541" cy="579770"/>
      </dsp:txXfrm>
    </dsp:sp>
    <dsp:sp modelId="{152DB30B-0997-48AC-8E02-B305E6A174EA}">
      <dsp:nvSpPr>
        <dsp:cNvPr id="0" name=""/>
        <dsp:cNvSpPr/>
      </dsp:nvSpPr>
      <dsp:spPr>
        <a:xfrm>
          <a:off x="2348980" y="2465644"/>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Development</a:t>
          </a:r>
        </a:p>
      </dsp:txBody>
      <dsp:txXfrm>
        <a:off x="2348980" y="2465644"/>
        <a:ext cx="1159541" cy="579770"/>
      </dsp:txXfrm>
    </dsp:sp>
    <dsp:sp modelId="{2A5F8A13-F793-4295-A576-C273F1E67E53}">
      <dsp:nvSpPr>
        <dsp:cNvPr id="0" name=""/>
        <dsp:cNvSpPr/>
      </dsp:nvSpPr>
      <dsp:spPr>
        <a:xfrm>
          <a:off x="2348980" y="3288918"/>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System Test</a:t>
          </a:r>
        </a:p>
      </dsp:txBody>
      <dsp:txXfrm>
        <a:off x="2348980" y="3288918"/>
        <a:ext cx="1159541" cy="579770"/>
      </dsp:txXfrm>
    </dsp:sp>
    <dsp:sp modelId="{2907B370-BA96-40F4-A66F-C111E7FDFAAE}">
      <dsp:nvSpPr>
        <dsp:cNvPr id="0" name=""/>
        <dsp:cNvSpPr/>
      </dsp:nvSpPr>
      <dsp:spPr>
        <a:xfrm>
          <a:off x="2348980" y="4112193"/>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User Test</a:t>
          </a:r>
        </a:p>
      </dsp:txBody>
      <dsp:txXfrm>
        <a:off x="2348980" y="4112193"/>
        <a:ext cx="1159541" cy="579770"/>
      </dsp:txXfrm>
    </dsp:sp>
    <dsp:sp modelId="{143639B3-181C-491B-A515-4BAB93604BCB}">
      <dsp:nvSpPr>
        <dsp:cNvPr id="0" name=""/>
        <dsp:cNvSpPr/>
      </dsp:nvSpPr>
      <dsp:spPr>
        <a:xfrm>
          <a:off x="3467033" y="815077"/>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Business Project</a:t>
          </a:r>
        </a:p>
      </dsp:txBody>
      <dsp:txXfrm>
        <a:off x="3467033" y="815077"/>
        <a:ext cx="1159541" cy="579770"/>
      </dsp:txXfrm>
    </dsp:sp>
    <dsp:sp modelId="{30523AB1-C99C-444B-AA4F-1E73092027E9}">
      <dsp:nvSpPr>
        <dsp:cNvPr id="0" name=""/>
        <dsp:cNvSpPr/>
      </dsp:nvSpPr>
      <dsp:spPr>
        <a:xfrm>
          <a:off x="3752025" y="1642370"/>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Analysis</a:t>
          </a:r>
        </a:p>
      </dsp:txBody>
      <dsp:txXfrm>
        <a:off x="3752025" y="1642370"/>
        <a:ext cx="1159541" cy="579770"/>
      </dsp:txXfrm>
    </dsp:sp>
    <dsp:sp modelId="{72CEFB75-59D1-4656-8F8B-120522C92D35}">
      <dsp:nvSpPr>
        <dsp:cNvPr id="0" name=""/>
        <dsp:cNvSpPr/>
      </dsp:nvSpPr>
      <dsp:spPr>
        <a:xfrm>
          <a:off x="3752025" y="2465644"/>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Education/ training/ change</a:t>
          </a:r>
        </a:p>
      </dsp:txBody>
      <dsp:txXfrm>
        <a:off x="3752025" y="2465644"/>
        <a:ext cx="1159541" cy="579770"/>
      </dsp:txXfrm>
    </dsp:sp>
    <dsp:sp modelId="{C1E13093-8BD2-473F-9131-948EED45B322}">
      <dsp:nvSpPr>
        <dsp:cNvPr id="0" name=""/>
        <dsp:cNvSpPr/>
      </dsp:nvSpPr>
      <dsp:spPr>
        <a:xfrm>
          <a:off x="4865184" y="819095"/>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Technology </a:t>
          </a:r>
        </a:p>
      </dsp:txBody>
      <dsp:txXfrm>
        <a:off x="4865184" y="819095"/>
        <a:ext cx="1159541" cy="579770"/>
      </dsp:txXfrm>
    </dsp:sp>
    <dsp:sp modelId="{71CFB7A4-87DA-4816-B7A4-500ED09ACC80}">
      <dsp:nvSpPr>
        <dsp:cNvPr id="0" name=""/>
        <dsp:cNvSpPr/>
      </dsp:nvSpPr>
      <dsp:spPr>
        <a:xfrm>
          <a:off x="5064150" y="1647924"/>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Mobile</a:t>
          </a:r>
        </a:p>
      </dsp:txBody>
      <dsp:txXfrm>
        <a:off x="5064150" y="1647924"/>
        <a:ext cx="1159541" cy="579770"/>
      </dsp:txXfrm>
    </dsp:sp>
    <dsp:sp modelId="{EE5463CD-2007-41E8-A571-D5AD678DE2DA}">
      <dsp:nvSpPr>
        <dsp:cNvPr id="0" name=""/>
        <dsp:cNvSpPr/>
      </dsp:nvSpPr>
      <dsp:spPr>
        <a:xfrm>
          <a:off x="5064150" y="2471198"/>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LAN/ Clients/EUC</a:t>
          </a:r>
        </a:p>
      </dsp:txBody>
      <dsp:txXfrm>
        <a:off x="5064150" y="2471198"/>
        <a:ext cx="1159541" cy="579770"/>
      </dsp:txXfrm>
    </dsp:sp>
    <dsp:sp modelId="{1EDDC4A0-7BC2-483A-84BD-549CE25340AD}">
      <dsp:nvSpPr>
        <dsp:cNvPr id="0" name=""/>
        <dsp:cNvSpPr/>
      </dsp:nvSpPr>
      <dsp:spPr>
        <a:xfrm>
          <a:off x="5064150" y="3294473"/>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Servers </a:t>
          </a:r>
        </a:p>
      </dsp:txBody>
      <dsp:txXfrm>
        <a:off x="5064150" y="3294473"/>
        <a:ext cx="1159541" cy="579770"/>
      </dsp:txXfrm>
    </dsp:sp>
    <dsp:sp modelId="{B0F39982-E304-45AF-8EF7-38288AD49A0D}">
      <dsp:nvSpPr>
        <dsp:cNvPr id="0" name=""/>
        <dsp:cNvSpPr/>
      </dsp:nvSpPr>
      <dsp:spPr>
        <a:xfrm>
          <a:off x="5064150" y="4117747"/>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Cloud services </a:t>
          </a:r>
        </a:p>
      </dsp:txBody>
      <dsp:txXfrm>
        <a:off x="5064150" y="4117747"/>
        <a:ext cx="1159541" cy="579770"/>
      </dsp:txXfrm>
    </dsp:sp>
    <dsp:sp modelId="{4C86EA09-F73D-4068-97BD-3CF8AA0C71E5}">
      <dsp:nvSpPr>
        <dsp:cNvPr id="0" name=""/>
        <dsp:cNvSpPr/>
      </dsp:nvSpPr>
      <dsp:spPr>
        <a:xfrm>
          <a:off x="5064150" y="4941021"/>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Software  platforms </a:t>
          </a:r>
        </a:p>
      </dsp:txBody>
      <dsp:txXfrm>
        <a:off x="5064150" y="4941021"/>
        <a:ext cx="1159541" cy="579770"/>
      </dsp:txXfrm>
    </dsp:sp>
    <dsp:sp modelId="{9970962E-5966-4A32-B07D-FBF8C5E5B9F8}">
      <dsp:nvSpPr>
        <dsp:cNvPr id="0" name=""/>
        <dsp:cNvSpPr/>
      </dsp:nvSpPr>
      <dsp:spPr>
        <a:xfrm>
          <a:off x="6878832" y="1375"/>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Operations  </a:t>
          </a:r>
        </a:p>
      </dsp:txBody>
      <dsp:txXfrm>
        <a:off x="6878832" y="1375"/>
        <a:ext cx="1159541" cy="579770"/>
      </dsp:txXfrm>
    </dsp:sp>
    <dsp:sp modelId="{5E0D5D4D-071E-4093-95ED-362593C4E3C1}">
      <dsp:nvSpPr>
        <dsp:cNvPr id="0" name=""/>
        <dsp:cNvSpPr/>
      </dsp:nvSpPr>
      <dsp:spPr>
        <a:xfrm>
          <a:off x="6177310" y="824649"/>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Operations</a:t>
          </a:r>
        </a:p>
      </dsp:txBody>
      <dsp:txXfrm>
        <a:off x="6177310" y="824649"/>
        <a:ext cx="1159541" cy="579770"/>
      </dsp:txXfrm>
    </dsp:sp>
    <dsp:sp modelId="{2B50F316-1879-4EC4-9D80-896B473068C7}">
      <dsp:nvSpPr>
        <dsp:cNvPr id="0" name=""/>
        <dsp:cNvSpPr/>
      </dsp:nvSpPr>
      <dsp:spPr>
        <a:xfrm>
          <a:off x="6467195" y="1647924"/>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noProof="0" dirty="0">
              <a:effectLst/>
              <a:latin typeface="Tahoma" pitchFamily="34" charset="0"/>
            </a:rPr>
            <a:t>Network services </a:t>
          </a:r>
          <a:endParaRPr lang="en-US" sz="1000" kern="1200" noProof="0" dirty="0"/>
        </a:p>
      </dsp:txBody>
      <dsp:txXfrm>
        <a:off x="6467195" y="1647924"/>
        <a:ext cx="1159541" cy="579770"/>
      </dsp:txXfrm>
    </dsp:sp>
    <dsp:sp modelId="{110C8BB8-22BA-4CC7-AFD0-ED80A5CB9247}">
      <dsp:nvSpPr>
        <dsp:cNvPr id="0" name=""/>
        <dsp:cNvSpPr/>
      </dsp:nvSpPr>
      <dsp:spPr>
        <a:xfrm>
          <a:off x="6467195" y="2471198"/>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Operations staff</a:t>
          </a:r>
        </a:p>
      </dsp:txBody>
      <dsp:txXfrm>
        <a:off x="6467195" y="2471198"/>
        <a:ext cx="1159541" cy="579770"/>
      </dsp:txXfrm>
    </dsp:sp>
    <dsp:sp modelId="{23DC8785-B06D-4D81-9ECA-DDB11B65F57E}">
      <dsp:nvSpPr>
        <dsp:cNvPr id="0" name=""/>
        <dsp:cNvSpPr/>
      </dsp:nvSpPr>
      <dsp:spPr>
        <a:xfrm>
          <a:off x="6467195" y="3294473"/>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Energy </a:t>
          </a:r>
        </a:p>
      </dsp:txBody>
      <dsp:txXfrm>
        <a:off x="6467195" y="3294473"/>
        <a:ext cx="1159541" cy="579770"/>
      </dsp:txXfrm>
    </dsp:sp>
    <dsp:sp modelId="{97BF2314-B7B5-4D2B-8309-F7C86F0F4D77}">
      <dsp:nvSpPr>
        <dsp:cNvPr id="0" name=""/>
        <dsp:cNvSpPr/>
      </dsp:nvSpPr>
      <dsp:spPr>
        <a:xfrm>
          <a:off x="7580355" y="824649"/>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noProof="0" dirty="0">
              <a:effectLst/>
              <a:latin typeface="Tahoma" pitchFamily="34" charset="0"/>
            </a:rPr>
            <a:t>Maintenance</a:t>
          </a:r>
        </a:p>
      </dsp:txBody>
      <dsp:txXfrm>
        <a:off x="7580355" y="824649"/>
        <a:ext cx="1159541" cy="579770"/>
      </dsp:txXfrm>
    </dsp:sp>
    <dsp:sp modelId="{16159F22-8073-4582-B1D2-28A3A11958E0}">
      <dsp:nvSpPr>
        <dsp:cNvPr id="0" name=""/>
        <dsp:cNvSpPr/>
      </dsp:nvSpPr>
      <dsp:spPr>
        <a:xfrm>
          <a:off x="7870240" y="1647924"/>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noProof="0" dirty="0" err="1">
              <a:effectLst/>
              <a:latin typeface="Tahoma" pitchFamily="34" charset="0"/>
            </a:rPr>
            <a:t>Hw</a:t>
          </a:r>
          <a:r>
            <a:rPr lang="en-US" sz="1000" b="0" kern="1200" noProof="0" dirty="0">
              <a:effectLst/>
              <a:latin typeface="Tahoma" pitchFamily="34" charset="0"/>
            </a:rPr>
            <a:t> / </a:t>
          </a:r>
          <a:r>
            <a:rPr lang="en-US" sz="1000" b="0" kern="1200" noProof="0" dirty="0" err="1">
              <a:effectLst/>
              <a:latin typeface="Tahoma" pitchFamily="34" charset="0"/>
            </a:rPr>
            <a:t>Sw</a:t>
          </a:r>
          <a:r>
            <a:rPr lang="en-US" sz="1000" b="0" kern="1200" noProof="0" dirty="0">
              <a:effectLst/>
              <a:latin typeface="Tahoma" pitchFamily="34" charset="0"/>
            </a:rPr>
            <a:t> platforms </a:t>
          </a:r>
        </a:p>
      </dsp:txBody>
      <dsp:txXfrm>
        <a:off x="7870240" y="1647924"/>
        <a:ext cx="1159541" cy="579770"/>
      </dsp:txXfrm>
    </dsp:sp>
    <dsp:sp modelId="{DD182B45-B27A-4F3C-8B65-4912C3155890}">
      <dsp:nvSpPr>
        <dsp:cNvPr id="0" name=""/>
        <dsp:cNvSpPr/>
      </dsp:nvSpPr>
      <dsp:spPr>
        <a:xfrm>
          <a:off x="7870240" y="2471198"/>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noProof="0" dirty="0">
              <a:effectLst/>
              <a:latin typeface="Tahoma" pitchFamily="34" charset="0"/>
            </a:rPr>
            <a:t>SW application</a:t>
          </a:r>
        </a:p>
      </dsp:txBody>
      <dsp:txXfrm>
        <a:off x="7870240" y="2471198"/>
        <a:ext cx="1159541" cy="579770"/>
      </dsp:txXfrm>
    </dsp:sp>
    <dsp:sp modelId="{8C9743F8-C6C0-41B1-B005-1B96D8A260E9}">
      <dsp:nvSpPr>
        <dsp:cNvPr id="0" name=""/>
        <dsp:cNvSpPr/>
      </dsp:nvSpPr>
      <dsp:spPr>
        <a:xfrm>
          <a:off x="7866715" y="3289921"/>
          <a:ext cx="1159541" cy="579770"/>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noProof="0" dirty="0">
              <a:effectLst/>
              <a:latin typeface="Tahoma" pitchFamily="34" charset="0"/>
            </a:rPr>
            <a:t>Business</a:t>
          </a:r>
        </a:p>
      </dsp:txBody>
      <dsp:txXfrm>
        <a:off x="7866715" y="3289921"/>
        <a:ext cx="1159541" cy="57977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BB9F9-868F-4D56-8A81-F1E0BA42E601}">
      <dsp:nvSpPr>
        <dsp:cNvPr id="0" name=""/>
        <dsp:cNvSpPr/>
      </dsp:nvSpPr>
      <dsp:spPr>
        <a:xfrm>
          <a:off x="2029" y="0"/>
          <a:ext cx="1991962" cy="4572000"/>
        </a:xfrm>
        <a:prstGeom prst="roundRect">
          <a:avLst>
            <a:gd name="adj" fmla="val 10000"/>
          </a:avLst>
        </a:prstGeom>
        <a:solidFill>
          <a:srgbClr val="FFFFFF"/>
        </a:solidFill>
        <a:ln>
          <a:noFill/>
        </a:ln>
        <a:effectLst/>
      </dsp:spPr>
      <dsp:style>
        <a:lnRef idx="0">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066800">
            <a:lnSpc>
              <a:spcPct val="90000"/>
            </a:lnSpc>
            <a:spcBef>
              <a:spcPct val="0"/>
            </a:spcBef>
            <a:spcAft>
              <a:spcPct val="35000"/>
            </a:spcAft>
            <a:buNone/>
          </a:pPr>
          <a:r>
            <a:rPr lang="en-US" sz="2400" kern="1200" noProof="0" dirty="0"/>
            <a:t>PROJECT COSTS</a:t>
          </a:r>
        </a:p>
      </dsp:txBody>
      <dsp:txXfrm>
        <a:off x="2029" y="0"/>
        <a:ext cx="1991962" cy="1371600"/>
      </dsp:txXfrm>
    </dsp:sp>
    <dsp:sp modelId="{91100A64-139A-4AC1-91C1-2699AF28B01F}">
      <dsp:nvSpPr>
        <dsp:cNvPr id="0" name=""/>
        <dsp:cNvSpPr/>
      </dsp:nvSpPr>
      <dsp:spPr>
        <a:xfrm>
          <a:off x="201226" y="1371711"/>
          <a:ext cx="1593569" cy="666043"/>
        </a:xfrm>
        <a:prstGeom prst="roundRect">
          <a:avLst>
            <a:gd name="adj" fmla="val 10000"/>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sp:txBody>
      <dsp:txXfrm>
        <a:off x="220734" y="1391219"/>
        <a:ext cx="1554553" cy="627027"/>
      </dsp:txXfrm>
    </dsp:sp>
    <dsp:sp modelId="{7EBF8282-17D2-438B-95FF-BAC2AE4F3FBC}">
      <dsp:nvSpPr>
        <dsp:cNvPr id="0" name=""/>
        <dsp:cNvSpPr/>
      </dsp:nvSpPr>
      <dsp:spPr>
        <a:xfrm>
          <a:off x="201226" y="2140222"/>
          <a:ext cx="1593569" cy="666043"/>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INFRASTRUCTURE</a:t>
          </a:r>
        </a:p>
      </dsp:txBody>
      <dsp:txXfrm>
        <a:off x="220734" y="2159730"/>
        <a:ext cx="1554553" cy="627027"/>
      </dsp:txXfrm>
    </dsp:sp>
    <dsp:sp modelId="{BA4E3C7D-B958-47BE-A1E4-9388CD7AE2AB}">
      <dsp:nvSpPr>
        <dsp:cNvPr id="0" name=""/>
        <dsp:cNvSpPr/>
      </dsp:nvSpPr>
      <dsp:spPr>
        <a:xfrm>
          <a:off x="201226" y="2908734"/>
          <a:ext cx="1593569" cy="666043"/>
        </a:xfrm>
        <a:prstGeom prst="roundRect">
          <a:avLst>
            <a:gd name="adj" fmla="val 10000"/>
          </a:avLst>
        </a:prstGeom>
        <a:solidFill>
          <a:schemeClr val="bg1"/>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BUSINESS</a:t>
          </a:r>
        </a:p>
      </dsp:txBody>
      <dsp:txXfrm>
        <a:off x="220734" y="2928242"/>
        <a:ext cx="1554553" cy="627027"/>
      </dsp:txXfrm>
    </dsp:sp>
    <dsp:sp modelId="{F4E26588-D736-40F0-ABCF-AD950B9DBBE2}">
      <dsp:nvSpPr>
        <dsp:cNvPr id="0" name=""/>
        <dsp:cNvSpPr/>
      </dsp:nvSpPr>
      <dsp:spPr>
        <a:xfrm>
          <a:off x="201226" y="3677245"/>
          <a:ext cx="1593569" cy="666043"/>
        </a:xfrm>
        <a:prstGeom prst="roundRect">
          <a:avLst>
            <a:gd name="adj" fmla="val 10000"/>
          </a:avLst>
        </a:prstGeom>
        <a:solidFill>
          <a:schemeClr val="bg1"/>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PROJECT </a:t>
          </a:r>
          <a:r>
            <a:rPr lang="en-US" sz="1300" kern="1200" noProof="0" dirty="0">
              <a:solidFill>
                <a:srgbClr val="000000"/>
              </a:solidFill>
              <a:latin typeface="Times New Roman"/>
              <a:ea typeface="+mn-ea"/>
              <a:cs typeface="+mn-cs"/>
            </a:rPr>
            <a:t>MANAGEMENT</a:t>
          </a:r>
        </a:p>
      </dsp:txBody>
      <dsp:txXfrm>
        <a:off x="220734" y="3696753"/>
        <a:ext cx="1554553" cy="627027"/>
      </dsp:txXfrm>
    </dsp:sp>
    <dsp:sp modelId="{E7DCD616-0639-48DE-9F93-B45AC0464A57}">
      <dsp:nvSpPr>
        <dsp:cNvPr id="0" name=""/>
        <dsp:cNvSpPr/>
      </dsp:nvSpPr>
      <dsp:spPr>
        <a:xfrm>
          <a:off x="2143389"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OPERATIONS  </a:t>
          </a:r>
          <a:r>
            <a:rPr lang="en-US" sz="2300" kern="1200" noProof="0" dirty="0">
              <a:solidFill>
                <a:srgbClr val="000000">
                  <a:hueOff val="0"/>
                  <a:satOff val="0"/>
                  <a:lumOff val="0"/>
                  <a:alphaOff val="0"/>
                </a:srgbClr>
              </a:solidFill>
              <a:latin typeface="Times New Roman"/>
              <a:ea typeface="+mn-ea"/>
              <a:cs typeface="+mn-cs"/>
            </a:rPr>
            <a:t>COST</a:t>
          </a:r>
        </a:p>
      </dsp:txBody>
      <dsp:txXfrm>
        <a:off x="2143389" y="0"/>
        <a:ext cx="1991962" cy="1371600"/>
      </dsp:txXfrm>
    </dsp:sp>
    <dsp:sp modelId="{0330B109-69E3-46F3-9D83-10671A7EBE70}">
      <dsp:nvSpPr>
        <dsp:cNvPr id="0" name=""/>
        <dsp:cNvSpPr/>
      </dsp:nvSpPr>
      <dsp:spPr>
        <a:xfrm>
          <a:off x="2342585"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OPERATIONS </a:t>
          </a:r>
        </a:p>
      </dsp:txBody>
      <dsp:txXfrm>
        <a:off x="2382960" y="1413314"/>
        <a:ext cx="1512819" cy="1297770"/>
      </dsp:txXfrm>
    </dsp:sp>
    <dsp:sp modelId="{68301150-8C06-4D05-AE88-8E675490E167}">
      <dsp:nvSpPr>
        <dsp:cNvPr id="0" name=""/>
        <dsp:cNvSpPr/>
      </dsp:nvSpPr>
      <dsp:spPr>
        <a:xfrm>
          <a:off x="2342585"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SYSTEM MAINTENANCE</a:t>
          </a:r>
        </a:p>
      </dsp:txBody>
      <dsp:txXfrm>
        <a:off x="2382960" y="3003915"/>
        <a:ext cx="1512819" cy="1297770"/>
      </dsp:txXfrm>
    </dsp:sp>
    <dsp:sp modelId="{5CC9F1A6-8682-4B7D-8924-5FD7B0F2E6E3}">
      <dsp:nvSpPr>
        <dsp:cNvPr id="0" name=""/>
        <dsp:cNvSpPr/>
      </dsp:nvSpPr>
      <dsp:spPr>
        <a:xfrm>
          <a:off x="4284748" y="0"/>
          <a:ext cx="1991962" cy="4572000"/>
        </a:xfrm>
        <a:prstGeom prst="roundRect">
          <a:avLst>
            <a:gd name="adj" fmla="val 10000"/>
          </a:avLst>
        </a:prstGeom>
        <a:solidFill>
          <a:srgbClr val="FFFFFF">
            <a:lumMod val="7500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solidFill>
                <a:srgbClr val="000000">
                  <a:hueOff val="0"/>
                  <a:satOff val="0"/>
                  <a:lumOff val="0"/>
                  <a:alphaOff val="0"/>
                </a:srgbClr>
              </a:solidFill>
              <a:latin typeface="Times New Roman"/>
              <a:ea typeface="+mn-ea"/>
              <a:cs typeface="+mn-cs"/>
            </a:rPr>
            <a:t>PROJECT BENEFITS</a:t>
          </a:r>
        </a:p>
      </dsp:txBody>
      <dsp:txXfrm>
        <a:off x="4284748" y="0"/>
        <a:ext cx="1991962" cy="1371600"/>
      </dsp:txXfrm>
    </dsp:sp>
    <dsp:sp modelId="{C9B82C22-048B-44CC-93D4-E3DD9EDD135B}">
      <dsp:nvSpPr>
        <dsp:cNvPr id="0" name=""/>
        <dsp:cNvSpPr/>
      </dsp:nvSpPr>
      <dsp:spPr>
        <a:xfrm>
          <a:off x="4483944" y="1372939"/>
          <a:ext cx="1593569" cy="1378520"/>
        </a:xfrm>
        <a:prstGeom prst="roundRect">
          <a:avLst>
            <a:gd name="adj" fmla="val 10000"/>
          </a:avLst>
        </a:prstGeom>
        <a:solidFill>
          <a:srgbClr val="FF9933"/>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MANAGEMENT VALUE</a:t>
          </a:r>
        </a:p>
      </dsp:txBody>
      <dsp:txXfrm>
        <a:off x="4524319" y="1413314"/>
        <a:ext cx="1512819" cy="1297770"/>
      </dsp:txXfrm>
    </dsp:sp>
    <dsp:sp modelId="{A0E6910F-4EF7-426B-8944-F0925D47BFB4}">
      <dsp:nvSpPr>
        <dsp:cNvPr id="0" name=""/>
        <dsp:cNvSpPr/>
      </dsp:nvSpPr>
      <dsp:spPr>
        <a:xfrm>
          <a:off x="4483944"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SOCIAL VALUE </a:t>
          </a:r>
        </a:p>
      </dsp:txBody>
      <dsp:txXfrm>
        <a:off x="4524319" y="3003915"/>
        <a:ext cx="1512819" cy="1297770"/>
      </dsp:txXfrm>
    </dsp:sp>
    <dsp:sp modelId="{D0E1A1A4-4EF7-46C0-9CCC-7F1571CB10F9}">
      <dsp:nvSpPr>
        <dsp:cNvPr id="0" name=""/>
        <dsp:cNvSpPr/>
      </dsp:nvSpPr>
      <dsp:spPr>
        <a:xfrm>
          <a:off x="6426107"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PROJECT VALUE </a:t>
          </a:r>
        </a:p>
      </dsp:txBody>
      <dsp:txXfrm>
        <a:off x="6426107" y="0"/>
        <a:ext cx="1991962" cy="1371600"/>
      </dsp:txXfrm>
    </dsp:sp>
    <dsp:sp modelId="{F3DF3EE7-C3E1-4556-B5E5-D675D9659B6D}">
      <dsp:nvSpPr>
        <dsp:cNvPr id="0" name=""/>
        <dsp:cNvSpPr/>
      </dsp:nvSpPr>
      <dsp:spPr>
        <a:xfrm>
          <a:off x="662530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FINANCIAL APPROACH</a:t>
          </a:r>
        </a:p>
      </dsp:txBody>
      <dsp:txXfrm>
        <a:off x="6665679" y="1413314"/>
        <a:ext cx="1512819" cy="1297770"/>
      </dsp:txXfrm>
    </dsp:sp>
    <dsp:sp modelId="{B2301BB8-8C5A-4642-99B6-6B3BE9385CA1}">
      <dsp:nvSpPr>
        <dsp:cNvPr id="0" name=""/>
        <dsp:cNvSpPr/>
      </dsp:nvSpPr>
      <dsp:spPr>
        <a:xfrm>
          <a:off x="6625304"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NET VALUE  APPROACH</a:t>
          </a:r>
        </a:p>
      </dsp:txBody>
      <dsp:txXfrm>
        <a:off x="6665679" y="3003915"/>
        <a:ext cx="1512819" cy="129777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0BC9B1-520D-4191-9EA5-72130E76237B}">
      <dsp:nvSpPr>
        <dsp:cNvPr id="0" name=""/>
        <dsp:cNvSpPr/>
      </dsp:nvSpPr>
      <dsp:spPr>
        <a:xfrm>
          <a:off x="131729" y="747579"/>
          <a:ext cx="197233" cy="3405563"/>
        </a:xfrm>
        <a:custGeom>
          <a:avLst/>
          <a:gdLst/>
          <a:ahLst/>
          <a:cxnLst/>
          <a:rect l="0" t="0" r="0" b="0"/>
          <a:pathLst>
            <a:path>
              <a:moveTo>
                <a:pt x="0" y="0"/>
              </a:moveTo>
              <a:lnTo>
                <a:pt x="0" y="3405563"/>
              </a:lnTo>
              <a:lnTo>
                <a:pt x="197233" y="3405563"/>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C3BE9090-D7B0-48E2-850E-54B815EA472C}">
      <dsp:nvSpPr>
        <dsp:cNvPr id="0" name=""/>
        <dsp:cNvSpPr/>
      </dsp:nvSpPr>
      <dsp:spPr>
        <a:xfrm>
          <a:off x="460452" y="1681150"/>
          <a:ext cx="197233" cy="1538420"/>
        </a:xfrm>
        <a:custGeom>
          <a:avLst/>
          <a:gdLst/>
          <a:ahLst/>
          <a:cxnLst/>
          <a:rect l="0" t="0" r="0" b="0"/>
          <a:pathLst>
            <a:path>
              <a:moveTo>
                <a:pt x="0" y="0"/>
              </a:moveTo>
              <a:lnTo>
                <a:pt x="0" y="1538420"/>
              </a:lnTo>
              <a:lnTo>
                <a:pt x="197233" y="153842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D69BF8-18B4-4595-A928-97F546FEC654}">
      <dsp:nvSpPr>
        <dsp:cNvPr id="0" name=""/>
        <dsp:cNvSpPr/>
      </dsp:nvSpPr>
      <dsp:spPr>
        <a:xfrm>
          <a:off x="460452" y="1681150"/>
          <a:ext cx="197233" cy="604849"/>
        </a:xfrm>
        <a:custGeom>
          <a:avLst/>
          <a:gdLst/>
          <a:ahLst/>
          <a:cxnLst/>
          <a:rect l="0" t="0" r="0" b="0"/>
          <a:pathLst>
            <a:path>
              <a:moveTo>
                <a:pt x="0" y="0"/>
              </a:moveTo>
              <a:lnTo>
                <a:pt x="0" y="604849"/>
              </a:lnTo>
              <a:lnTo>
                <a:pt x="197233" y="60484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466D6B-93E5-4363-9D22-C1B7BA86760E}">
      <dsp:nvSpPr>
        <dsp:cNvPr id="0" name=""/>
        <dsp:cNvSpPr/>
      </dsp:nvSpPr>
      <dsp:spPr>
        <a:xfrm>
          <a:off x="131729" y="747579"/>
          <a:ext cx="197233" cy="604849"/>
        </a:xfrm>
        <a:custGeom>
          <a:avLst/>
          <a:gdLst/>
          <a:ahLst/>
          <a:cxnLst/>
          <a:rect l="0" t="0" r="0" b="0"/>
          <a:pathLst>
            <a:path>
              <a:moveTo>
                <a:pt x="0" y="0"/>
              </a:moveTo>
              <a:lnTo>
                <a:pt x="0" y="604849"/>
              </a:lnTo>
              <a:lnTo>
                <a:pt x="197233" y="604849"/>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60D878CD-FF60-4E67-8E0C-47324581D0A8}">
      <dsp:nvSpPr>
        <dsp:cNvPr id="0" name=""/>
        <dsp:cNvSpPr/>
      </dsp:nvSpPr>
      <dsp:spPr>
        <a:xfrm>
          <a:off x="240" y="90134"/>
          <a:ext cx="1314889" cy="657444"/>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err="1"/>
            <a:t>ManagementValue</a:t>
          </a:r>
          <a:r>
            <a:rPr lang="en-US" sz="1800" kern="1200" noProof="0" dirty="0"/>
            <a:t> </a:t>
          </a:r>
        </a:p>
      </dsp:txBody>
      <dsp:txXfrm>
        <a:off x="240" y="90134"/>
        <a:ext cx="1314889" cy="657444"/>
      </dsp:txXfrm>
    </dsp:sp>
    <dsp:sp modelId="{529C8486-A6D3-4F7A-8CE6-9596BD0C1648}">
      <dsp:nvSpPr>
        <dsp:cNvPr id="0" name=""/>
        <dsp:cNvSpPr/>
      </dsp:nvSpPr>
      <dsp:spPr>
        <a:xfrm>
          <a:off x="328963" y="1023706"/>
          <a:ext cx="1314889" cy="657444"/>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t>Tangible  Benefits </a:t>
          </a:r>
        </a:p>
      </dsp:txBody>
      <dsp:txXfrm>
        <a:off x="328963" y="1023706"/>
        <a:ext cx="1314889" cy="657444"/>
      </dsp:txXfrm>
    </dsp:sp>
    <dsp:sp modelId="{571CE610-9928-4C3D-A1ED-8EB5A571C637}">
      <dsp:nvSpPr>
        <dsp:cNvPr id="0" name=""/>
        <dsp:cNvSpPr/>
      </dsp:nvSpPr>
      <dsp:spPr>
        <a:xfrm>
          <a:off x="657685" y="1957277"/>
          <a:ext cx="1314889" cy="657444"/>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t> Cost   saving</a:t>
          </a:r>
        </a:p>
      </dsp:txBody>
      <dsp:txXfrm>
        <a:off x="657685" y="1957277"/>
        <a:ext cx="1314889" cy="657444"/>
      </dsp:txXfrm>
    </dsp:sp>
    <dsp:sp modelId="{55052360-2361-4229-8115-8BE3A2E59689}">
      <dsp:nvSpPr>
        <dsp:cNvPr id="0" name=""/>
        <dsp:cNvSpPr/>
      </dsp:nvSpPr>
      <dsp:spPr>
        <a:xfrm>
          <a:off x="657685" y="2890849"/>
          <a:ext cx="1314889" cy="657444"/>
        </a:xfrm>
        <a:prstGeom prst="rect">
          <a:avLst/>
        </a:prstGeom>
        <a:solidFill>
          <a:schemeClr val="bg1"/>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t>Increased sales</a:t>
          </a:r>
        </a:p>
      </dsp:txBody>
      <dsp:txXfrm>
        <a:off x="657685" y="2890849"/>
        <a:ext cx="1314889" cy="657444"/>
      </dsp:txXfrm>
    </dsp:sp>
    <dsp:sp modelId="{6414A371-D69C-4EC7-B396-71D9EE4D872E}">
      <dsp:nvSpPr>
        <dsp:cNvPr id="0" name=""/>
        <dsp:cNvSpPr/>
      </dsp:nvSpPr>
      <dsp:spPr>
        <a:xfrm>
          <a:off x="328963" y="3824420"/>
          <a:ext cx="1314889" cy="657444"/>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Intangible</a:t>
          </a:r>
        </a:p>
      </dsp:txBody>
      <dsp:txXfrm>
        <a:off x="328963" y="3824420"/>
        <a:ext cx="1314889" cy="657444"/>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0BC9B1-520D-4191-9EA5-72130E76237B}">
      <dsp:nvSpPr>
        <dsp:cNvPr id="0" name=""/>
        <dsp:cNvSpPr/>
      </dsp:nvSpPr>
      <dsp:spPr>
        <a:xfrm>
          <a:off x="131729" y="747579"/>
          <a:ext cx="197233" cy="3405563"/>
        </a:xfrm>
        <a:custGeom>
          <a:avLst/>
          <a:gdLst/>
          <a:ahLst/>
          <a:cxnLst/>
          <a:rect l="0" t="0" r="0" b="0"/>
          <a:pathLst>
            <a:path>
              <a:moveTo>
                <a:pt x="0" y="0"/>
              </a:moveTo>
              <a:lnTo>
                <a:pt x="0" y="3405563"/>
              </a:lnTo>
              <a:lnTo>
                <a:pt x="197233" y="3405563"/>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C3BE9090-D7B0-48E2-850E-54B815EA472C}">
      <dsp:nvSpPr>
        <dsp:cNvPr id="0" name=""/>
        <dsp:cNvSpPr/>
      </dsp:nvSpPr>
      <dsp:spPr>
        <a:xfrm>
          <a:off x="460452" y="1681150"/>
          <a:ext cx="197233" cy="1538420"/>
        </a:xfrm>
        <a:custGeom>
          <a:avLst/>
          <a:gdLst/>
          <a:ahLst/>
          <a:cxnLst/>
          <a:rect l="0" t="0" r="0" b="0"/>
          <a:pathLst>
            <a:path>
              <a:moveTo>
                <a:pt x="0" y="0"/>
              </a:moveTo>
              <a:lnTo>
                <a:pt x="0" y="1538420"/>
              </a:lnTo>
              <a:lnTo>
                <a:pt x="197233" y="153842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D69BF8-18B4-4595-A928-97F546FEC654}">
      <dsp:nvSpPr>
        <dsp:cNvPr id="0" name=""/>
        <dsp:cNvSpPr/>
      </dsp:nvSpPr>
      <dsp:spPr>
        <a:xfrm>
          <a:off x="460452" y="1681150"/>
          <a:ext cx="197233" cy="604849"/>
        </a:xfrm>
        <a:custGeom>
          <a:avLst/>
          <a:gdLst/>
          <a:ahLst/>
          <a:cxnLst/>
          <a:rect l="0" t="0" r="0" b="0"/>
          <a:pathLst>
            <a:path>
              <a:moveTo>
                <a:pt x="0" y="0"/>
              </a:moveTo>
              <a:lnTo>
                <a:pt x="0" y="604849"/>
              </a:lnTo>
              <a:lnTo>
                <a:pt x="197233" y="60484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466D6B-93E5-4363-9D22-C1B7BA86760E}">
      <dsp:nvSpPr>
        <dsp:cNvPr id="0" name=""/>
        <dsp:cNvSpPr/>
      </dsp:nvSpPr>
      <dsp:spPr>
        <a:xfrm>
          <a:off x="131729" y="747579"/>
          <a:ext cx="197233" cy="604849"/>
        </a:xfrm>
        <a:custGeom>
          <a:avLst/>
          <a:gdLst/>
          <a:ahLst/>
          <a:cxnLst/>
          <a:rect l="0" t="0" r="0" b="0"/>
          <a:pathLst>
            <a:path>
              <a:moveTo>
                <a:pt x="0" y="0"/>
              </a:moveTo>
              <a:lnTo>
                <a:pt x="0" y="604849"/>
              </a:lnTo>
              <a:lnTo>
                <a:pt x="197233" y="604849"/>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60D878CD-FF60-4E67-8E0C-47324581D0A8}">
      <dsp:nvSpPr>
        <dsp:cNvPr id="0" name=""/>
        <dsp:cNvSpPr/>
      </dsp:nvSpPr>
      <dsp:spPr>
        <a:xfrm>
          <a:off x="240" y="90134"/>
          <a:ext cx="1314889" cy="657444"/>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err="1"/>
            <a:t>ManagementValue</a:t>
          </a:r>
          <a:r>
            <a:rPr lang="en-US" sz="1800" kern="1200" noProof="0" dirty="0"/>
            <a:t> </a:t>
          </a:r>
        </a:p>
      </dsp:txBody>
      <dsp:txXfrm>
        <a:off x="240" y="90134"/>
        <a:ext cx="1314889" cy="657444"/>
      </dsp:txXfrm>
    </dsp:sp>
    <dsp:sp modelId="{529C8486-A6D3-4F7A-8CE6-9596BD0C1648}">
      <dsp:nvSpPr>
        <dsp:cNvPr id="0" name=""/>
        <dsp:cNvSpPr/>
      </dsp:nvSpPr>
      <dsp:spPr>
        <a:xfrm>
          <a:off x="328963" y="1023706"/>
          <a:ext cx="1314889" cy="657444"/>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t>Tangible Benefits </a:t>
          </a:r>
        </a:p>
      </dsp:txBody>
      <dsp:txXfrm>
        <a:off x="328963" y="1023706"/>
        <a:ext cx="1314889" cy="657444"/>
      </dsp:txXfrm>
    </dsp:sp>
    <dsp:sp modelId="{571CE610-9928-4C3D-A1ED-8EB5A571C637}">
      <dsp:nvSpPr>
        <dsp:cNvPr id="0" name=""/>
        <dsp:cNvSpPr/>
      </dsp:nvSpPr>
      <dsp:spPr>
        <a:xfrm>
          <a:off x="657685" y="1957277"/>
          <a:ext cx="1314889" cy="657444"/>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noProof="0" dirty="0"/>
            <a:t> Cost saving</a:t>
          </a:r>
        </a:p>
      </dsp:txBody>
      <dsp:txXfrm>
        <a:off x="657685" y="1957277"/>
        <a:ext cx="1314889" cy="657444"/>
      </dsp:txXfrm>
    </dsp:sp>
    <dsp:sp modelId="{55052360-2361-4229-8115-8BE3A2E59689}">
      <dsp:nvSpPr>
        <dsp:cNvPr id="0" name=""/>
        <dsp:cNvSpPr/>
      </dsp:nvSpPr>
      <dsp:spPr>
        <a:xfrm>
          <a:off x="657685" y="2890849"/>
          <a:ext cx="1314889" cy="657444"/>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noProof="0" dirty="0"/>
            <a:t>Increased sales</a:t>
          </a:r>
        </a:p>
      </dsp:txBody>
      <dsp:txXfrm>
        <a:off x="657685" y="2890849"/>
        <a:ext cx="1314889" cy="657444"/>
      </dsp:txXfrm>
    </dsp:sp>
    <dsp:sp modelId="{6414A371-D69C-4EC7-B396-71D9EE4D872E}">
      <dsp:nvSpPr>
        <dsp:cNvPr id="0" name=""/>
        <dsp:cNvSpPr/>
      </dsp:nvSpPr>
      <dsp:spPr>
        <a:xfrm>
          <a:off x="328963" y="3824420"/>
          <a:ext cx="1314889" cy="657444"/>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Intangible Benefits</a:t>
          </a:r>
        </a:p>
      </dsp:txBody>
      <dsp:txXfrm>
        <a:off x="328963" y="3824420"/>
        <a:ext cx="1314889" cy="65744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0BC9B1-520D-4191-9EA5-72130E76237B}">
      <dsp:nvSpPr>
        <dsp:cNvPr id="0" name=""/>
        <dsp:cNvSpPr/>
      </dsp:nvSpPr>
      <dsp:spPr>
        <a:xfrm>
          <a:off x="91354" y="1219101"/>
          <a:ext cx="136781" cy="2361765"/>
        </a:xfrm>
        <a:custGeom>
          <a:avLst/>
          <a:gdLst/>
          <a:ahLst/>
          <a:cxnLst/>
          <a:rect l="0" t="0" r="0" b="0"/>
          <a:pathLst>
            <a:path>
              <a:moveTo>
                <a:pt x="0" y="0"/>
              </a:moveTo>
              <a:lnTo>
                <a:pt x="0" y="2361765"/>
              </a:lnTo>
              <a:lnTo>
                <a:pt x="136781" y="2361765"/>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C3BE9090-D7B0-48E2-850E-54B815EA472C}">
      <dsp:nvSpPr>
        <dsp:cNvPr id="0" name=""/>
        <dsp:cNvSpPr/>
      </dsp:nvSpPr>
      <dsp:spPr>
        <a:xfrm>
          <a:off x="319324" y="1866535"/>
          <a:ext cx="136781" cy="1066898"/>
        </a:xfrm>
        <a:custGeom>
          <a:avLst/>
          <a:gdLst/>
          <a:ahLst/>
          <a:cxnLst/>
          <a:rect l="0" t="0" r="0" b="0"/>
          <a:pathLst>
            <a:path>
              <a:moveTo>
                <a:pt x="0" y="0"/>
              </a:moveTo>
              <a:lnTo>
                <a:pt x="0" y="1066898"/>
              </a:lnTo>
              <a:lnTo>
                <a:pt x="136781" y="106689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D69BF8-18B4-4595-A928-97F546FEC654}">
      <dsp:nvSpPr>
        <dsp:cNvPr id="0" name=""/>
        <dsp:cNvSpPr/>
      </dsp:nvSpPr>
      <dsp:spPr>
        <a:xfrm>
          <a:off x="319324" y="1866535"/>
          <a:ext cx="136781" cy="419464"/>
        </a:xfrm>
        <a:custGeom>
          <a:avLst/>
          <a:gdLst/>
          <a:ahLst/>
          <a:cxnLst/>
          <a:rect l="0" t="0" r="0" b="0"/>
          <a:pathLst>
            <a:path>
              <a:moveTo>
                <a:pt x="0" y="0"/>
              </a:moveTo>
              <a:lnTo>
                <a:pt x="0" y="419464"/>
              </a:lnTo>
              <a:lnTo>
                <a:pt x="136781" y="41946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466D6B-93E5-4363-9D22-C1B7BA86760E}">
      <dsp:nvSpPr>
        <dsp:cNvPr id="0" name=""/>
        <dsp:cNvSpPr/>
      </dsp:nvSpPr>
      <dsp:spPr>
        <a:xfrm>
          <a:off x="91354" y="1219101"/>
          <a:ext cx="136781" cy="419464"/>
        </a:xfrm>
        <a:custGeom>
          <a:avLst/>
          <a:gdLst/>
          <a:ahLst/>
          <a:cxnLst/>
          <a:rect l="0" t="0" r="0" b="0"/>
          <a:pathLst>
            <a:path>
              <a:moveTo>
                <a:pt x="0" y="0"/>
              </a:moveTo>
              <a:lnTo>
                <a:pt x="0" y="419464"/>
              </a:lnTo>
              <a:lnTo>
                <a:pt x="136781" y="419464"/>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60D878CD-FF60-4E67-8E0C-47324581D0A8}">
      <dsp:nvSpPr>
        <dsp:cNvPr id="0" name=""/>
        <dsp:cNvSpPr/>
      </dsp:nvSpPr>
      <dsp:spPr>
        <a:xfrm>
          <a:off x="167" y="763162"/>
          <a:ext cx="911878" cy="455939"/>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0" kern="1200" noProof="0" dirty="0" err="1"/>
            <a:t>ManagementValue</a:t>
          </a:r>
          <a:r>
            <a:rPr lang="en-US" sz="1200" b="0" kern="1200" noProof="0" dirty="0"/>
            <a:t> </a:t>
          </a:r>
        </a:p>
      </dsp:txBody>
      <dsp:txXfrm>
        <a:off x="167" y="763162"/>
        <a:ext cx="911878" cy="455939"/>
      </dsp:txXfrm>
    </dsp:sp>
    <dsp:sp modelId="{529C8486-A6D3-4F7A-8CE6-9596BD0C1648}">
      <dsp:nvSpPr>
        <dsp:cNvPr id="0" name=""/>
        <dsp:cNvSpPr/>
      </dsp:nvSpPr>
      <dsp:spPr>
        <a:xfrm>
          <a:off x="228136" y="1410596"/>
          <a:ext cx="911878" cy="455939"/>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0" kern="1200" noProof="0" dirty="0"/>
            <a:t>Tangible  Benefits </a:t>
          </a:r>
        </a:p>
      </dsp:txBody>
      <dsp:txXfrm>
        <a:off x="228136" y="1410596"/>
        <a:ext cx="911878" cy="455939"/>
      </dsp:txXfrm>
    </dsp:sp>
    <dsp:sp modelId="{571CE610-9928-4C3D-A1ED-8EB5A571C637}">
      <dsp:nvSpPr>
        <dsp:cNvPr id="0" name=""/>
        <dsp:cNvSpPr/>
      </dsp:nvSpPr>
      <dsp:spPr>
        <a:xfrm>
          <a:off x="456106" y="2058030"/>
          <a:ext cx="911878" cy="455939"/>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0" kern="1200" noProof="0" dirty="0"/>
            <a:t> Cost saving</a:t>
          </a:r>
        </a:p>
      </dsp:txBody>
      <dsp:txXfrm>
        <a:off x="456106" y="2058030"/>
        <a:ext cx="911878" cy="455939"/>
      </dsp:txXfrm>
    </dsp:sp>
    <dsp:sp modelId="{55052360-2361-4229-8115-8BE3A2E59689}">
      <dsp:nvSpPr>
        <dsp:cNvPr id="0" name=""/>
        <dsp:cNvSpPr/>
      </dsp:nvSpPr>
      <dsp:spPr>
        <a:xfrm>
          <a:off x="456106" y="2705464"/>
          <a:ext cx="911878" cy="455939"/>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0" kern="1200" noProof="0" dirty="0"/>
            <a:t>Increased sales</a:t>
          </a:r>
        </a:p>
      </dsp:txBody>
      <dsp:txXfrm>
        <a:off x="456106" y="2705464"/>
        <a:ext cx="911878" cy="455939"/>
      </dsp:txXfrm>
    </dsp:sp>
    <dsp:sp modelId="{6414A371-D69C-4EC7-B396-71D9EE4D872E}">
      <dsp:nvSpPr>
        <dsp:cNvPr id="0" name=""/>
        <dsp:cNvSpPr/>
      </dsp:nvSpPr>
      <dsp:spPr>
        <a:xfrm>
          <a:off x="228136" y="3352898"/>
          <a:ext cx="911878" cy="455939"/>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0" kern="1200" noProof="0" dirty="0"/>
            <a:t>Intangible</a:t>
          </a:r>
        </a:p>
      </dsp:txBody>
      <dsp:txXfrm>
        <a:off x="228136" y="3352898"/>
        <a:ext cx="911878" cy="45593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3F6B06-EBAD-4CEC-8EFA-D133E59AEF80}">
      <dsp:nvSpPr>
        <dsp:cNvPr id="0" name=""/>
        <dsp:cNvSpPr/>
      </dsp:nvSpPr>
      <dsp:spPr>
        <a:xfrm>
          <a:off x="672570" y="1844548"/>
          <a:ext cx="143951" cy="2485562"/>
        </a:xfrm>
        <a:custGeom>
          <a:avLst/>
          <a:gdLst/>
          <a:ahLst/>
          <a:cxnLst/>
          <a:rect l="0" t="0" r="0" b="0"/>
          <a:pathLst>
            <a:path>
              <a:moveTo>
                <a:pt x="0" y="0"/>
              </a:moveTo>
              <a:lnTo>
                <a:pt x="0" y="2485562"/>
              </a:lnTo>
              <a:lnTo>
                <a:pt x="143951" y="248556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B5E217-1496-4751-985D-328589B22E67}">
      <dsp:nvSpPr>
        <dsp:cNvPr id="0" name=""/>
        <dsp:cNvSpPr/>
      </dsp:nvSpPr>
      <dsp:spPr>
        <a:xfrm>
          <a:off x="672570" y="1844548"/>
          <a:ext cx="143951" cy="1804192"/>
        </a:xfrm>
        <a:custGeom>
          <a:avLst/>
          <a:gdLst/>
          <a:ahLst/>
          <a:cxnLst/>
          <a:rect l="0" t="0" r="0" b="0"/>
          <a:pathLst>
            <a:path>
              <a:moveTo>
                <a:pt x="0" y="0"/>
              </a:moveTo>
              <a:lnTo>
                <a:pt x="0" y="1804192"/>
              </a:lnTo>
              <a:lnTo>
                <a:pt x="143951" y="18041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839BC9-75E3-46F8-8FE7-ABF0BD28FA88}">
      <dsp:nvSpPr>
        <dsp:cNvPr id="0" name=""/>
        <dsp:cNvSpPr/>
      </dsp:nvSpPr>
      <dsp:spPr>
        <a:xfrm>
          <a:off x="672570" y="1844548"/>
          <a:ext cx="143951" cy="1122821"/>
        </a:xfrm>
        <a:custGeom>
          <a:avLst/>
          <a:gdLst/>
          <a:ahLst/>
          <a:cxnLst/>
          <a:rect l="0" t="0" r="0" b="0"/>
          <a:pathLst>
            <a:path>
              <a:moveTo>
                <a:pt x="0" y="0"/>
              </a:moveTo>
              <a:lnTo>
                <a:pt x="0" y="1122821"/>
              </a:lnTo>
              <a:lnTo>
                <a:pt x="143951" y="112282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96C29F5-C453-4D70-B736-A6C57B189A2B}">
      <dsp:nvSpPr>
        <dsp:cNvPr id="0" name=""/>
        <dsp:cNvSpPr/>
      </dsp:nvSpPr>
      <dsp:spPr>
        <a:xfrm>
          <a:off x="672570" y="1844548"/>
          <a:ext cx="143951" cy="441451"/>
        </a:xfrm>
        <a:custGeom>
          <a:avLst/>
          <a:gdLst/>
          <a:ahLst/>
          <a:cxnLst/>
          <a:rect l="0" t="0" r="0" b="0"/>
          <a:pathLst>
            <a:path>
              <a:moveTo>
                <a:pt x="0" y="0"/>
              </a:moveTo>
              <a:lnTo>
                <a:pt x="0" y="441451"/>
              </a:lnTo>
              <a:lnTo>
                <a:pt x="143951" y="44145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0BC9B1-520D-4191-9EA5-72130E76237B}">
      <dsp:nvSpPr>
        <dsp:cNvPr id="0" name=""/>
        <dsp:cNvSpPr/>
      </dsp:nvSpPr>
      <dsp:spPr>
        <a:xfrm>
          <a:off x="348611" y="481807"/>
          <a:ext cx="227991" cy="1122821"/>
        </a:xfrm>
        <a:custGeom>
          <a:avLst/>
          <a:gdLst/>
          <a:ahLst/>
          <a:cxnLst/>
          <a:rect l="0" t="0" r="0" b="0"/>
          <a:pathLst>
            <a:path>
              <a:moveTo>
                <a:pt x="0" y="0"/>
              </a:moveTo>
              <a:lnTo>
                <a:pt x="0" y="1122821"/>
              </a:lnTo>
              <a:lnTo>
                <a:pt x="227991" y="1122821"/>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1C466D6B-93E5-4363-9D22-C1B7BA86760E}">
      <dsp:nvSpPr>
        <dsp:cNvPr id="0" name=""/>
        <dsp:cNvSpPr/>
      </dsp:nvSpPr>
      <dsp:spPr>
        <a:xfrm>
          <a:off x="348611" y="481807"/>
          <a:ext cx="227991" cy="441451"/>
        </a:xfrm>
        <a:custGeom>
          <a:avLst/>
          <a:gdLst/>
          <a:ahLst/>
          <a:cxnLst/>
          <a:rect l="0" t="0" r="0" b="0"/>
          <a:pathLst>
            <a:path>
              <a:moveTo>
                <a:pt x="0" y="0"/>
              </a:moveTo>
              <a:lnTo>
                <a:pt x="0" y="441451"/>
              </a:lnTo>
              <a:lnTo>
                <a:pt x="227991" y="441451"/>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60D878CD-FF60-4E67-8E0C-47324581D0A8}">
      <dsp:nvSpPr>
        <dsp:cNvPr id="0" name=""/>
        <dsp:cNvSpPr/>
      </dsp:nvSpPr>
      <dsp:spPr>
        <a:xfrm>
          <a:off x="196616" y="1969"/>
          <a:ext cx="1519945" cy="479838"/>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Management Value </a:t>
          </a:r>
        </a:p>
      </dsp:txBody>
      <dsp:txXfrm>
        <a:off x="196616" y="1969"/>
        <a:ext cx="1519945" cy="479838"/>
      </dsp:txXfrm>
    </dsp:sp>
    <dsp:sp modelId="{529C8486-A6D3-4F7A-8CE6-9596BD0C1648}">
      <dsp:nvSpPr>
        <dsp:cNvPr id="0" name=""/>
        <dsp:cNvSpPr/>
      </dsp:nvSpPr>
      <dsp:spPr>
        <a:xfrm>
          <a:off x="576603" y="683339"/>
          <a:ext cx="959676" cy="479838"/>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0" kern="1200" noProof="0" dirty="0"/>
            <a:t>Tangible Benefits </a:t>
          </a:r>
        </a:p>
      </dsp:txBody>
      <dsp:txXfrm>
        <a:off x="576603" y="683339"/>
        <a:ext cx="959676" cy="479838"/>
      </dsp:txXfrm>
    </dsp:sp>
    <dsp:sp modelId="{6414A371-D69C-4EC7-B396-71D9EE4D872E}">
      <dsp:nvSpPr>
        <dsp:cNvPr id="0" name=""/>
        <dsp:cNvSpPr/>
      </dsp:nvSpPr>
      <dsp:spPr>
        <a:xfrm>
          <a:off x="576603" y="1364710"/>
          <a:ext cx="959676" cy="479838"/>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Intangible Benefits</a:t>
          </a:r>
        </a:p>
      </dsp:txBody>
      <dsp:txXfrm>
        <a:off x="576603" y="1364710"/>
        <a:ext cx="959676" cy="479838"/>
      </dsp:txXfrm>
    </dsp:sp>
    <dsp:sp modelId="{2F57014F-F9E8-4167-9218-642E577BF09D}">
      <dsp:nvSpPr>
        <dsp:cNvPr id="0" name=""/>
        <dsp:cNvSpPr/>
      </dsp:nvSpPr>
      <dsp:spPr>
        <a:xfrm>
          <a:off x="816522" y="2046080"/>
          <a:ext cx="959676" cy="479838"/>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Image</a:t>
          </a:r>
        </a:p>
      </dsp:txBody>
      <dsp:txXfrm>
        <a:off x="816522" y="2046080"/>
        <a:ext cx="959676" cy="479838"/>
      </dsp:txXfrm>
    </dsp:sp>
    <dsp:sp modelId="{0F0E19C9-F92B-4635-B78C-B4F57D59330F}">
      <dsp:nvSpPr>
        <dsp:cNvPr id="0" name=""/>
        <dsp:cNvSpPr/>
      </dsp:nvSpPr>
      <dsp:spPr>
        <a:xfrm>
          <a:off x="816522" y="2727451"/>
          <a:ext cx="959676" cy="479838"/>
        </a:xfrm>
        <a:prstGeom prst="rect">
          <a:avLst/>
        </a:prstGeom>
        <a:solidFill>
          <a:schemeClr val="bg1"/>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QoS-KPI</a:t>
          </a:r>
        </a:p>
      </dsp:txBody>
      <dsp:txXfrm>
        <a:off x="816522" y="2727451"/>
        <a:ext cx="959676" cy="479838"/>
      </dsp:txXfrm>
    </dsp:sp>
    <dsp:sp modelId="{E62E289A-2B13-4447-B270-AF99BC886CBA}">
      <dsp:nvSpPr>
        <dsp:cNvPr id="0" name=""/>
        <dsp:cNvSpPr/>
      </dsp:nvSpPr>
      <dsp:spPr>
        <a:xfrm>
          <a:off x="816522" y="3408821"/>
          <a:ext cx="959676" cy="479838"/>
        </a:xfrm>
        <a:prstGeom prst="rect">
          <a:avLst/>
        </a:prstGeom>
        <a:solidFill>
          <a:schemeClr val="bg1"/>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Risk</a:t>
          </a:r>
        </a:p>
      </dsp:txBody>
      <dsp:txXfrm>
        <a:off x="816522" y="3408821"/>
        <a:ext cx="959676" cy="479838"/>
      </dsp:txXfrm>
    </dsp:sp>
    <dsp:sp modelId="{DE5C4BDA-F911-48FC-B965-63B70546ADB0}">
      <dsp:nvSpPr>
        <dsp:cNvPr id="0" name=""/>
        <dsp:cNvSpPr/>
      </dsp:nvSpPr>
      <dsp:spPr>
        <a:xfrm>
          <a:off x="816522" y="4090192"/>
          <a:ext cx="959676" cy="479838"/>
        </a:xfrm>
        <a:prstGeom prst="rect">
          <a:avLst/>
        </a:prstGeom>
        <a:solidFill>
          <a:schemeClr val="bg1"/>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Governance </a:t>
          </a:r>
        </a:p>
      </dsp:txBody>
      <dsp:txXfrm>
        <a:off x="816522" y="4090192"/>
        <a:ext cx="959676" cy="47983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3F6B06-EBAD-4CEC-8EFA-D133E59AEF80}">
      <dsp:nvSpPr>
        <dsp:cNvPr id="0" name=""/>
        <dsp:cNvSpPr/>
      </dsp:nvSpPr>
      <dsp:spPr>
        <a:xfrm>
          <a:off x="672570" y="1844548"/>
          <a:ext cx="143951" cy="2485562"/>
        </a:xfrm>
        <a:custGeom>
          <a:avLst/>
          <a:gdLst/>
          <a:ahLst/>
          <a:cxnLst/>
          <a:rect l="0" t="0" r="0" b="0"/>
          <a:pathLst>
            <a:path>
              <a:moveTo>
                <a:pt x="0" y="0"/>
              </a:moveTo>
              <a:lnTo>
                <a:pt x="0" y="2485562"/>
              </a:lnTo>
              <a:lnTo>
                <a:pt x="143951" y="248556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B5E217-1496-4751-985D-328589B22E67}">
      <dsp:nvSpPr>
        <dsp:cNvPr id="0" name=""/>
        <dsp:cNvSpPr/>
      </dsp:nvSpPr>
      <dsp:spPr>
        <a:xfrm>
          <a:off x="672570" y="1844548"/>
          <a:ext cx="143951" cy="1804192"/>
        </a:xfrm>
        <a:custGeom>
          <a:avLst/>
          <a:gdLst/>
          <a:ahLst/>
          <a:cxnLst/>
          <a:rect l="0" t="0" r="0" b="0"/>
          <a:pathLst>
            <a:path>
              <a:moveTo>
                <a:pt x="0" y="0"/>
              </a:moveTo>
              <a:lnTo>
                <a:pt x="0" y="1804192"/>
              </a:lnTo>
              <a:lnTo>
                <a:pt x="143951" y="18041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839BC9-75E3-46F8-8FE7-ABF0BD28FA88}">
      <dsp:nvSpPr>
        <dsp:cNvPr id="0" name=""/>
        <dsp:cNvSpPr/>
      </dsp:nvSpPr>
      <dsp:spPr>
        <a:xfrm>
          <a:off x="672570" y="1844548"/>
          <a:ext cx="143951" cy="1122821"/>
        </a:xfrm>
        <a:custGeom>
          <a:avLst/>
          <a:gdLst/>
          <a:ahLst/>
          <a:cxnLst/>
          <a:rect l="0" t="0" r="0" b="0"/>
          <a:pathLst>
            <a:path>
              <a:moveTo>
                <a:pt x="0" y="0"/>
              </a:moveTo>
              <a:lnTo>
                <a:pt x="0" y="1122821"/>
              </a:lnTo>
              <a:lnTo>
                <a:pt x="143951" y="112282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96C29F5-C453-4D70-B736-A6C57B189A2B}">
      <dsp:nvSpPr>
        <dsp:cNvPr id="0" name=""/>
        <dsp:cNvSpPr/>
      </dsp:nvSpPr>
      <dsp:spPr>
        <a:xfrm>
          <a:off x="672570" y="1844548"/>
          <a:ext cx="143951" cy="441451"/>
        </a:xfrm>
        <a:custGeom>
          <a:avLst/>
          <a:gdLst/>
          <a:ahLst/>
          <a:cxnLst/>
          <a:rect l="0" t="0" r="0" b="0"/>
          <a:pathLst>
            <a:path>
              <a:moveTo>
                <a:pt x="0" y="0"/>
              </a:moveTo>
              <a:lnTo>
                <a:pt x="0" y="441451"/>
              </a:lnTo>
              <a:lnTo>
                <a:pt x="143951" y="44145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0BC9B1-520D-4191-9EA5-72130E76237B}">
      <dsp:nvSpPr>
        <dsp:cNvPr id="0" name=""/>
        <dsp:cNvSpPr/>
      </dsp:nvSpPr>
      <dsp:spPr>
        <a:xfrm>
          <a:off x="348611" y="481807"/>
          <a:ext cx="227991" cy="1122821"/>
        </a:xfrm>
        <a:custGeom>
          <a:avLst/>
          <a:gdLst/>
          <a:ahLst/>
          <a:cxnLst/>
          <a:rect l="0" t="0" r="0" b="0"/>
          <a:pathLst>
            <a:path>
              <a:moveTo>
                <a:pt x="0" y="0"/>
              </a:moveTo>
              <a:lnTo>
                <a:pt x="0" y="1122821"/>
              </a:lnTo>
              <a:lnTo>
                <a:pt x="227991" y="1122821"/>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1C466D6B-93E5-4363-9D22-C1B7BA86760E}">
      <dsp:nvSpPr>
        <dsp:cNvPr id="0" name=""/>
        <dsp:cNvSpPr/>
      </dsp:nvSpPr>
      <dsp:spPr>
        <a:xfrm>
          <a:off x="348611" y="481807"/>
          <a:ext cx="227991" cy="441451"/>
        </a:xfrm>
        <a:custGeom>
          <a:avLst/>
          <a:gdLst/>
          <a:ahLst/>
          <a:cxnLst/>
          <a:rect l="0" t="0" r="0" b="0"/>
          <a:pathLst>
            <a:path>
              <a:moveTo>
                <a:pt x="0" y="0"/>
              </a:moveTo>
              <a:lnTo>
                <a:pt x="0" y="441451"/>
              </a:lnTo>
              <a:lnTo>
                <a:pt x="227991" y="441451"/>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60D878CD-FF60-4E67-8E0C-47324581D0A8}">
      <dsp:nvSpPr>
        <dsp:cNvPr id="0" name=""/>
        <dsp:cNvSpPr/>
      </dsp:nvSpPr>
      <dsp:spPr>
        <a:xfrm>
          <a:off x="196616" y="1969"/>
          <a:ext cx="1519945" cy="479838"/>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Management Value </a:t>
          </a:r>
        </a:p>
      </dsp:txBody>
      <dsp:txXfrm>
        <a:off x="196616" y="1969"/>
        <a:ext cx="1519945" cy="479838"/>
      </dsp:txXfrm>
    </dsp:sp>
    <dsp:sp modelId="{529C8486-A6D3-4F7A-8CE6-9596BD0C1648}">
      <dsp:nvSpPr>
        <dsp:cNvPr id="0" name=""/>
        <dsp:cNvSpPr/>
      </dsp:nvSpPr>
      <dsp:spPr>
        <a:xfrm>
          <a:off x="576603" y="683339"/>
          <a:ext cx="959676" cy="479838"/>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0" kern="1200" noProof="0" dirty="0"/>
            <a:t>Tangible Benefits </a:t>
          </a:r>
        </a:p>
      </dsp:txBody>
      <dsp:txXfrm>
        <a:off x="576603" y="683339"/>
        <a:ext cx="959676" cy="479838"/>
      </dsp:txXfrm>
    </dsp:sp>
    <dsp:sp modelId="{6414A371-D69C-4EC7-B396-71D9EE4D872E}">
      <dsp:nvSpPr>
        <dsp:cNvPr id="0" name=""/>
        <dsp:cNvSpPr/>
      </dsp:nvSpPr>
      <dsp:spPr>
        <a:xfrm>
          <a:off x="576603" y="1364710"/>
          <a:ext cx="959676" cy="479838"/>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Intangible Benefits</a:t>
          </a:r>
        </a:p>
      </dsp:txBody>
      <dsp:txXfrm>
        <a:off x="576603" y="1364710"/>
        <a:ext cx="959676" cy="479838"/>
      </dsp:txXfrm>
    </dsp:sp>
    <dsp:sp modelId="{2F57014F-F9E8-4167-9218-642E577BF09D}">
      <dsp:nvSpPr>
        <dsp:cNvPr id="0" name=""/>
        <dsp:cNvSpPr/>
      </dsp:nvSpPr>
      <dsp:spPr>
        <a:xfrm>
          <a:off x="816522" y="2046080"/>
          <a:ext cx="959676" cy="479838"/>
        </a:xfrm>
        <a:prstGeom prst="rect">
          <a:avLst/>
        </a:prstGeom>
        <a:solidFill>
          <a:schemeClr val="bg1"/>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Image</a:t>
          </a:r>
        </a:p>
      </dsp:txBody>
      <dsp:txXfrm>
        <a:off x="816522" y="2046080"/>
        <a:ext cx="959676" cy="479838"/>
      </dsp:txXfrm>
    </dsp:sp>
    <dsp:sp modelId="{0F0E19C9-F92B-4635-B78C-B4F57D59330F}">
      <dsp:nvSpPr>
        <dsp:cNvPr id="0" name=""/>
        <dsp:cNvSpPr/>
      </dsp:nvSpPr>
      <dsp:spPr>
        <a:xfrm>
          <a:off x="816522" y="2727451"/>
          <a:ext cx="959676" cy="479838"/>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QoS-KPI</a:t>
          </a:r>
        </a:p>
      </dsp:txBody>
      <dsp:txXfrm>
        <a:off x="816522" y="2727451"/>
        <a:ext cx="959676" cy="479838"/>
      </dsp:txXfrm>
    </dsp:sp>
    <dsp:sp modelId="{E62E289A-2B13-4447-B270-AF99BC886CBA}">
      <dsp:nvSpPr>
        <dsp:cNvPr id="0" name=""/>
        <dsp:cNvSpPr/>
      </dsp:nvSpPr>
      <dsp:spPr>
        <a:xfrm>
          <a:off x="816522" y="3408821"/>
          <a:ext cx="959676" cy="479838"/>
        </a:xfrm>
        <a:prstGeom prst="rect">
          <a:avLst/>
        </a:prstGeom>
        <a:solidFill>
          <a:schemeClr val="bg1"/>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Risk</a:t>
          </a:r>
        </a:p>
      </dsp:txBody>
      <dsp:txXfrm>
        <a:off x="816522" y="3408821"/>
        <a:ext cx="959676" cy="479838"/>
      </dsp:txXfrm>
    </dsp:sp>
    <dsp:sp modelId="{DE5C4BDA-F911-48FC-B965-63B70546ADB0}">
      <dsp:nvSpPr>
        <dsp:cNvPr id="0" name=""/>
        <dsp:cNvSpPr/>
      </dsp:nvSpPr>
      <dsp:spPr>
        <a:xfrm>
          <a:off x="816522" y="4090192"/>
          <a:ext cx="959676" cy="479838"/>
        </a:xfrm>
        <a:prstGeom prst="rect">
          <a:avLst/>
        </a:prstGeom>
        <a:solidFill>
          <a:schemeClr val="bg1"/>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Governance </a:t>
          </a:r>
        </a:p>
      </dsp:txBody>
      <dsp:txXfrm>
        <a:off x="816522" y="4090192"/>
        <a:ext cx="959676" cy="479838"/>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3F6B06-EBAD-4CEC-8EFA-D133E59AEF80}">
      <dsp:nvSpPr>
        <dsp:cNvPr id="0" name=""/>
        <dsp:cNvSpPr/>
      </dsp:nvSpPr>
      <dsp:spPr>
        <a:xfrm>
          <a:off x="672570" y="1844548"/>
          <a:ext cx="143951" cy="2485562"/>
        </a:xfrm>
        <a:custGeom>
          <a:avLst/>
          <a:gdLst/>
          <a:ahLst/>
          <a:cxnLst/>
          <a:rect l="0" t="0" r="0" b="0"/>
          <a:pathLst>
            <a:path>
              <a:moveTo>
                <a:pt x="0" y="0"/>
              </a:moveTo>
              <a:lnTo>
                <a:pt x="0" y="2485562"/>
              </a:lnTo>
              <a:lnTo>
                <a:pt x="143951" y="248556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B5E217-1496-4751-985D-328589B22E67}">
      <dsp:nvSpPr>
        <dsp:cNvPr id="0" name=""/>
        <dsp:cNvSpPr/>
      </dsp:nvSpPr>
      <dsp:spPr>
        <a:xfrm>
          <a:off x="672570" y="1844548"/>
          <a:ext cx="143951" cy="1804192"/>
        </a:xfrm>
        <a:custGeom>
          <a:avLst/>
          <a:gdLst/>
          <a:ahLst/>
          <a:cxnLst/>
          <a:rect l="0" t="0" r="0" b="0"/>
          <a:pathLst>
            <a:path>
              <a:moveTo>
                <a:pt x="0" y="0"/>
              </a:moveTo>
              <a:lnTo>
                <a:pt x="0" y="1804192"/>
              </a:lnTo>
              <a:lnTo>
                <a:pt x="143951" y="18041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839BC9-75E3-46F8-8FE7-ABF0BD28FA88}">
      <dsp:nvSpPr>
        <dsp:cNvPr id="0" name=""/>
        <dsp:cNvSpPr/>
      </dsp:nvSpPr>
      <dsp:spPr>
        <a:xfrm>
          <a:off x="672570" y="1844548"/>
          <a:ext cx="143951" cy="1122821"/>
        </a:xfrm>
        <a:custGeom>
          <a:avLst/>
          <a:gdLst/>
          <a:ahLst/>
          <a:cxnLst/>
          <a:rect l="0" t="0" r="0" b="0"/>
          <a:pathLst>
            <a:path>
              <a:moveTo>
                <a:pt x="0" y="0"/>
              </a:moveTo>
              <a:lnTo>
                <a:pt x="0" y="1122821"/>
              </a:lnTo>
              <a:lnTo>
                <a:pt x="143951" y="112282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96C29F5-C453-4D70-B736-A6C57B189A2B}">
      <dsp:nvSpPr>
        <dsp:cNvPr id="0" name=""/>
        <dsp:cNvSpPr/>
      </dsp:nvSpPr>
      <dsp:spPr>
        <a:xfrm>
          <a:off x="672570" y="1844548"/>
          <a:ext cx="143951" cy="441451"/>
        </a:xfrm>
        <a:custGeom>
          <a:avLst/>
          <a:gdLst/>
          <a:ahLst/>
          <a:cxnLst/>
          <a:rect l="0" t="0" r="0" b="0"/>
          <a:pathLst>
            <a:path>
              <a:moveTo>
                <a:pt x="0" y="0"/>
              </a:moveTo>
              <a:lnTo>
                <a:pt x="0" y="441451"/>
              </a:lnTo>
              <a:lnTo>
                <a:pt x="143951" y="44145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0BC9B1-520D-4191-9EA5-72130E76237B}">
      <dsp:nvSpPr>
        <dsp:cNvPr id="0" name=""/>
        <dsp:cNvSpPr/>
      </dsp:nvSpPr>
      <dsp:spPr>
        <a:xfrm>
          <a:off x="348611" y="481807"/>
          <a:ext cx="227991" cy="1122821"/>
        </a:xfrm>
        <a:custGeom>
          <a:avLst/>
          <a:gdLst/>
          <a:ahLst/>
          <a:cxnLst/>
          <a:rect l="0" t="0" r="0" b="0"/>
          <a:pathLst>
            <a:path>
              <a:moveTo>
                <a:pt x="0" y="0"/>
              </a:moveTo>
              <a:lnTo>
                <a:pt x="0" y="1122821"/>
              </a:lnTo>
              <a:lnTo>
                <a:pt x="227991" y="1122821"/>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1C466D6B-93E5-4363-9D22-C1B7BA86760E}">
      <dsp:nvSpPr>
        <dsp:cNvPr id="0" name=""/>
        <dsp:cNvSpPr/>
      </dsp:nvSpPr>
      <dsp:spPr>
        <a:xfrm>
          <a:off x="348611" y="481807"/>
          <a:ext cx="227991" cy="441451"/>
        </a:xfrm>
        <a:custGeom>
          <a:avLst/>
          <a:gdLst/>
          <a:ahLst/>
          <a:cxnLst/>
          <a:rect l="0" t="0" r="0" b="0"/>
          <a:pathLst>
            <a:path>
              <a:moveTo>
                <a:pt x="0" y="0"/>
              </a:moveTo>
              <a:lnTo>
                <a:pt x="0" y="441451"/>
              </a:lnTo>
              <a:lnTo>
                <a:pt x="227991" y="441451"/>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60D878CD-FF60-4E67-8E0C-47324581D0A8}">
      <dsp:nvSpPr>
        <dsp:cNvPr id="0" name=""/>
        <dsp:cNvSpPr/>
      </dsp:nvSpPr>
      <dsp:spPr>
        <a:xfrm>
          <a:off x="196616" y="1969"/>
          <a:ext cx="1519945" cy="479838"/>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Management Value </a:t>
          </a:r>
        </a:p>
      </dsp:txBody>
      <dsp:txXfrm>
        <a:off x="196616" y="1969"/>
        <a:ext cx="1519945" cy="479838"/>
      </dsp:txXfrm>
    </dsp:sp>
    <dsp:sp modelId="{529C8486-A6D3-4F7A-8CE6-9596BD0C1648}">
      <dsp:nvSpPr>
        <dsp:cNvPr id="0" name=""/>
        <dsp:cNvSpPr/>
      </dsp:nvSpPr>
      <dsp:spPr>
        <a:xfrm>
          <a:off x="576603" y="683339"/>
          <a:ext cx="959676" cy="479838"/>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0" kern="1200" noProof="0" dirty="0"/>
            <a:t>Tangible Benefits </a:t>
          </a:r>
        </a:p>
      </dsp:txBody>
      <dsp:txXfrm>
        <a:off x="576603" y="683339"/>
        <a:ext cx="959676" cy="479838"/>
      </dsp:txXfrm>
    </dsp:sp>
    <dsp:sp modelId="{6414A371-D69C-4EC7-B396-71D9EE4D872E}">
      <dsp:nvSpPr>
        <dsp:cNvPr id="0" name=""/>
        <dsp:cNvSpPr/>
      </dsp:nvSpPr>
      <dsp:spPr>
        <a:xfrm>
          <a:off x="576603" y="1364710"/>
          <a:ext cx="959676" cy="479838"/>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Intangible Benefits</a:t>
          </a:r>
        </a:p>
      </dsp:txBody>
      <dsp:txXfrm>
        <a:off x="576603" y="1364710"/>
        <a:ext cx="959676" cy="479838"/>
      </dsp:txXfrm>
    </dsp:sp>
    <dsp:sp modelId="{2F57014F-F9E8-4167-9218-642E577BF09D}">
      <dsp:nvSpPr>
        <dsp:cNvPr id="0" name=""/>
        <dsp:cNvSpPr/>
      </dsp:nvSpPr>
      <dsp:spPr>
        <a:xfrm>
          <a:off x="816522" y="2046080"/>
          <a:ext cx="959676" cy="479838"/>
        </a:xfrm>
        <a:prstGeom prst="rect">
          <a:avLst/>
        </a:prstGeom>
        <a:solidFill>
          <a:schemeClr val="bg1"/>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Image</a:t>
          </a:r>
        </a:p>
      </dsp:txBody>
      <dsp:txXfrm>
        <a:off x="816522" y="2046080"/>
        <a:ext cx="959676" cy="479838"/>
      </dsp:txXfrm>
    </dsp:sp>
    <dsp:sp modelId="{0F0E19C9-F92B-4635-B78C-B4F57D59330F}">
      <dsp:nvSpPr>
        <dsp:cNvPr id="0" name=""/>
        <dsp:cNvSpPr/>
      </dsp:nvSpPr>
      <dsp:spPr>
        <a:xfrm>
          <a:off x="816522" y="2727451"/>
          <a:ext cx="959676" cy="479838"/>
        </a:xfrm>
        <a:prstGeom prst="rect">
          <a:avLst/>
        </a:prstGeom>
        <a:solidFill>
          <a:schemeClr val="bg1"/>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QoS-KPI</a:t>
          </a:r>
        </a:p>
      </dsp:txBody>
      <dsp:txXfrm>
        <a:off x="816522" y="2727451"/>
        <a:ext cx="959676" cy="479838"/>
      </dsp:txXfrm>
    </dsp:sp>
    <dsp:sp modelId="{E62E289A-2B13-4447-B270-AF99BC886CBA}">
      <dsp:nvSpPr>
        <dsp:cNvPr id="0" name=""/>
        <dsp:cNvSpPr/>
      </dsp:nvSpPr>
      <dsp:spPr>
        <a:xfrm>
          <a:off x="816522" y="3408821"/>
          <a:ext cx="959676" cy="479838"/>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Risk</a:t>
          </a:r>
        </a:p>
      </dsp:txBody>
      <dsp:txXfrm>
        <a:off x="816522" y="3408821"/>
        <a:ext cx="959676" cy="479838"/>
      </dsp:txXfrm>
    </dsp:sp>
    <dsp:sp modelId="{DE5C4BDA-F911-48FC-B965-63B70546ADB0}">
      <dsp:nvSpPr>
        <dsp:cNvPr id="0" name=""/>
        <dsp:cNvSpPr/>
      </dsp:nvSpPr>
      <dsp:spPr>
        <a:xfrm>
          <a:off x="816522" y="4090192"/>
          <a:ext cx="959676" cy="479838"/>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noProof="0" dirty="0"/>
            <a:t>Governance </a:t>
          </a:r>
        </a:p>
      </dsp:txBody>
      <dsp:txXfrm>
        <a:off x="816522" y="4090192"/>
        <a:ext cx="959676" cy="479838"/>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3F6B06-EBAD-4CEC-8EFA-D133E59AEF80}">
      <dsp:nvSpPr>
        <dsp:cNvPr id="0" name=""/>
        <dsp:cNvSpPr/>
      </dsp:nvSpPr>
      <dsp:spPr>
        <a:xfrm>
          <a:off x="672570" y="1844548"/>
          <a:ext cx="143951" cy="2485562"/>
        </a:xfrm>
        <a:custGeom>
          <a:avLst/>
          <a:gdLst/>
          <a:ahLst/>
          <a:cxnLst/>
          <a:rect l="0" t="0" r="0" b="0"/>
          <a:pathLst>
            <a:path>
              <a:moveTo>
                <a:pt x="0" y="0"/>
              </a:moveTo>
              <a:lnTo>
                <a:pt x="0" y="2485562"/>
              </a:lnTo>
              <a:lnTo>
                <a:pt x="143951" y="248556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B5E217-1496-4751-985D-328589B22E67}">
      <dsp:nvSpPr>
        <dsp:cNvPr id="0" name=""/>
        <dsp:cNvSpPr/>
      </dsp:nvSpPr>
      <dsp:spPr>
        <a:xfrm>
          <a:off x="672570" y="1844548"/>
          <a:ext cx="143951" cy="1804192"/>
        </a:xfrm>
        <a:custGeom>
          <a:avLst/>
          <a:gdLst/>
          <a:ahLst/>
          <a:cxnLst/>
          <a:rect l="0" t="0" r="0" b="0"/>
          <a:pathLst>
            <a:path>
              <a:moveTo>
                <a:pt x="0" y="0"/>
              </a:moveTo>
              <a:lnTo>
                <a:pt x="0" y="1804192"/>
              </a:lnTo>
              <a:lnTo>
                <a:pt x="143951" y="18041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839BC9-75E3-46F8-8FE7-ABF0BD28FA88}">
      <dsp:nvSpPr>
        <dsp:cNvPr id="0" name=""/>
        <dsp:cNvSpPr/>
      </dsp:nvSpPr>
      <dsp:spPr>
        <a:xfrm>
          <a:off x="672570" y="1844548"/>
          <a:ext cx="143951" cy="1122821"/>
        </a:xfrm>
        <a:custGeom>
          <a:avLst/>
          <a:gdLst/>
          <a:ahLst/>
          <a:cxnLst/>
          <a:rect l="0" t="0" r="0" b="0"/>
          <a:pathLst>
            <a:path>
              <a:moveTo>
                <a:pt x="0" y="0"/>
              </a:moveTo>
              <a:lnTo>
                <a:pt x="0" y="1122821"/>
              </a:lnTo>
              <a:lnTo>
                <a:pt x="143951" y="112282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96C29F5-C453-4D70-B736-A6C57B189A2B}">
      <dsp:nvSpPr>
        <dsp:cNvPr id="0" name=""/>
        <dsp:cNvSpPr/>
      </dsp:nvSpPr>
      <dsp:spPr>
        <a:xfrm>
          <a:off x="672570" y="1844548"/>
          <a:ext cx="143951" cy="441451"/>
        </a:xfrm>
        <a:custGeom>
          <a:avLst/>
          <a:gdLst/>
          <a:ahLst/>
          <a:cxnLst/>
          <a:rect l="0" t="0" r="0" b="0"/>
          <a:pathLst>
            <a:path>
              <a:moveTo>
                <a:pt x="0" y="0"/>
              </a:moveTo>
              <a:lnTo>
                <a:pt x="0" y="441451"/>
              </a:lnTo>
              <a:lnTo>
                <a:pt x="143951" y="44145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0BC9B1-520D-4191-9EA5-72130E76237B}">
      <dsp:nvSpPr>
        <dsp:cNvPr id="0" name=""/>
        <dsp:cNvSpPr/>
      </dsp:nvSpPr>
      <dsp:spPr>
        <a:xfrm>
          <a:off x="348611" y="481807"/>
          <a:ext cx="227991" cy="1122821"/>
        </a:xfrm>
        <a:custGeom>
          <a:avLst/>
          <a:gdLst/>
          <a:ahLst/>
          <a:cxnLst/>
          <a:rect l="0" t="0" r="0" b="0"/>
          <a:pathLst>
            <a:path>
              <a:moveTo>
                <a:pt x="0" y="0"/>
              </a:moveTo>
              <a:lnTo>
                <a:pt x="0" y="1122821"/>
              </a:lnTo>
              <a:lnTo>
                <a:pt x="227991" y="1122821"/>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1C466D6B-93E5-4363-9D22-C1B7BA86760E}">
      <dsp:nvSpPr>
        <dsp:cNvPr id="0" name=""/>
        <dsp:cNvSpPr/>
      </dsp:nvSpPr>
      <dsp:spPr>
        <a:xfrm>
          <a:off x="348611" y="481807"/>
          <a:ext cx="227991" cy="441451"/>
        </a:xfrm>
        <a:custGeom>
          <a:avLst/>
          <a:gdLst/>
          <a:ahLst/>
          <a:cxnLst/>
          <a:rect l="0" t="0" r="0" b="0"/>
          <a:pathLst>
            <a:path>
              <a:moveTo>
                <a:pt x="0" y="0"/>
              </a:moveTo>
              <a:lnTo>
                <a:pt x="0" y="441451"/>
              </a:lnTo>
              <a:lnTo>
                <a:pt x="227991" y="441451"/>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60D878CD-FF60-4E67-8E0C-47324581D0A8}">
      <dsp:nvSpPr>
        <dsp:cNvPr id="0" name=""/>
        <dsp:cNvSpPr/>
      </dsp:nvSpPr>
      <dsp:spPr>
        <a:xfrm>
          <a:off x="196616" y="1969"/>
          <a:ext cx="1519945" cy="479838"/>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Management Value </a:t>
          </a:r>
        </a:p>
      </dsp:txBody>
      <dsp:txXfrm>
        <a:off x="196616" y="1969"/>
        <a:ext cx="1519945" cy="479838"/>
      </dsp:txXfrm>
    </dsp:sp>
    <dsp:sp modelId="{529C8486-A6D3-4F7A-8CE6-9596BD0C1648}">
      <dsp:nvSpPr>
        <dsp:cNvPr id="0" name=""/>
        <dsp:cNvSpPr/>
      </dsp:nvSpPr>
      <dsp:spPr>
        <a:xfrm>
          <a:off x="576603" y="683339"/>
          <a:ext cx="959676" cy="479838"/>
        </a:xfrm>
        <a:prstGeom prst="rect">
          <a:avLst/>
        </a:prstGeom>
        <a:solidFill>
          <a:schemeClr val="bg1">
            <a:lumMod val="95000"/>
          </a:schemeClr>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0" kern="1200" noProof="0" dirty="0"/>
            <a:t>Tangible Benefits </a:t>
          </a:r>
        </a:p>
      </dsp:txBody>
      <dsp:txXfrm>
        <a:off x="576603" y="683339"/>
        <a:ext cx="959676" cy="479838"/>
      </dsp:txXfrm>
    </dsp:sp>
    <dsp:sp modelId="{6414A371-D69C-4EC7-B396-71D9EE4D872E}">
      <dsp:nvSpPr>
        <dsp:cNvPr id="0" name=""/>
        <dsp:cNvSpPr/>
      </dsp:nvSpPr>
      <dsp:spPr>
        <a:xfrm>
          <a:off x="576603" y="1364710"/>
          <a:ext cx="959676" cy="479838"/>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0" kern="1200" noProof="0" dirty="0"/>
            <a:t>Intangible Benefits</a:t>
          </a:r>
        </a:p>
      </dsp:txBody>
      <dsp:txXfrm>
        <a:off x="576603" y="1364710"/>
        <a:ext cx="959676" cy="479838"/>
      </dsp:txXfrm>
    </dsp:sp>
    <dsp:sp modelId="{2F57014F-F9E8-4167-9218-642E577BF09D}">
      <dsp:nvSpPr>
        <dsp:cNvPr id="0" name=""/>
        <dsp:cNvSpPr/>
      </dsp:nvSpPr>
      <dsp:spPr>
        <a:xfrm>
          <a:off x="816522" y="2046080"/>
          <a:ext cx="959676" cy="479838"/>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0" kern="1200" noProof="0" dirty="0"/>
            <a:t>Image</a:t>
          </a:r>
        </a:p>
      </dsp:txBody>
      <dsp:txXfrm>
        <a:off x="816522" y="2046080"/>
        <a:ext cx="959676" cy="479838"/>
      </dsp:txXfrm>
    </dsp:sp>
    <dsp:sp modelId="{0F0E19C9-F92B-4635-B78C-B4F57D59330F}">
      <dsp:nvSpPr>
        <dsp:cNvPr id="0" name=""/>
        <dsp:cNvSpPr/>
      </dsp:nvSpPr>
      <dsp:spPr>
        <a:xfrm>
          <a:off x="816522" y="2727451"/>
          <a:ext cx="959676" cy="479838"/>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0" kern="1200" noProof="0" dirty="0"/>
            <a:t>QoS-KPI</a:t>
          </a:r>
        </a:p>
      </dsp:txBody>
      <dsp:txXfrm>
        <a:off x="816522" y="2727451"/>
        <a:ext cx="959676" cy="479838"/>
      </dsp:txXfrm>
    </dsp:sp>
    <dsp:sp modelId="{E62E289A-2B13-4447-B270-AF99BC886CBA}">
      <dsp:nvSpPr>
        <dsp:cNvPr id="0" name=""/>
        <dsp:cNvSpPr/>
      </dsp:nvSpPr>
      <dsp:spPr>
        <a:xfrm>
          <a:off x="816522" y="3408821"/>
          <a:ext cx="959676" cy="479838"/>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0" kern="1200" noProof="0" dirty="0"/>
            <a:t>Risk</a:t>
          </a:r>
        </a:p>
      </dsp:txBody>
      <dsp:txXfrm>
        <a:off x="816522" y="3408821"/>
        <a:ext cx="959676" cy="479838"/>
      </dsp:txXfrm>
    </dsp:sp>
    <dsp:sp modelId="{DE5C4BDA-F911-48FC-B965-63B70546ADB0}">
      <dsp:nvSpPr>
        <dsp:cNvPr id="0" name=""/>
        <dsp:cNvSpPr/>
      </dsp:nvSpPr>
      <dsp:spPr>
        <a:xfrm>
          <a:off x="816522" y="4090192"/>
          <a:ext cx="959676" cy="479838"/>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0" kern="1200" noProof="0" dirty="0"/>
            <a:t>Governance </a:t>
          </a:r>
        </a:p>
      </dsp:txBody>
      <dsp:txXfrm>
        <a:off x="816522" y="4090192"/>
        <a:ext cx="959676" cy="479838"/>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BB9F9-868F-4D56-8A81-F1E0BA42E601}">
      <dsp:nvSpPr>
        <dsp:cNvPr id="0" name=""/>
        <dsp:cNvSpPr/>
      </dsp:nvSpPr>
      <dsp:spPr>
        <a:xfrm>
          <a:off x="2029" y="0"/>
          <a:ext cx="1991962" cy="4572000"/>
        </a:xfrm>
        <a:prstGeom prst="roundRect">
          <a:avLst>
            <a:gd name="adj" fmla="val 10000"/>
          </a:avLst>
        </a:prstGeom>
        <a:solidFill>
          <a:srgbClr val="FFFFFF"/>
        </a:solidFill>
        <a:ln>
          <a:noFill/>
        </a:ln>
        <a:effectLst/>
      </dsp:spPr>
      <dsp:style>
        <a:lnRef idx="0">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066800">
            <a:lnSpc>
              <a:spcPct val="90000"/>
            </a:lnSpc>
            <a:spcBef>
              <a:spcPct val="0"/>
            </a:spcBef>
            <a:spcAft>
              <a:spcPct val="35000"/>
            </a:spcAft>
            <a:buNone/>
          </a:pPr>
          <a:r>
            <a:rPr lang="en-US" sz="2400" kern="1200" noProof="0" dirty="0"/>
            <a:t>PROJECT COSTS</a:t>
          </a:r>
        </a:p>
      </dsp:txBody>
      <dsp:txXfrm>
        <a:off x="2029" y="0"/>
        <a:ext cx="1991962" cy="1371600"/>
      </dsp:txXfrm>
    </dsp:sp>
    <dsp:sp modelId="{91100A64-139A-4AC1-91C1-2699AF28B01F}">
      <dsp:nvSpPr>
        <dsp:cNvPr id="0" name=""/>
        <dsp:cNvSpPr/>
      </dsp:nvSpPr>
      <dsp:spPr>
        <a:xfrm>
          <a:off x="201226" y="1371711"/>
          <a:ext cx="1593569" cy="666043"/>
        </a:xfrm>
        <a:prstGeom prst="roundRect">
          <a:avLst>
            <a:gd name="adj" fmla="val 10000"/>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sp:txBody>
      <dsp:txXfrm>
        <a:off x="220734" y="1391219"/>
        <a:ext cx="1554553" cy="627027"/>
      </dsp:txXfrm>
    </dsp:sp>
    <dsp:sp modelId="{7EBF8282-17D2-438B-95FF-BAC2AE4F3FBC}">
      <dsp:nvSpPr>
        <dsp:cNvPr id="0" name=""/>
        <dsp:cNvSpPr/>
      </dsp:nvSpPr>
      <dsp:spPr>
        <a:xfrm>
          <a:off x="201226" y="2140222"/>
          <a:ext cx="1593569" cy="666043"/>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INFRASTRUCTURE</a:t>
          </a:r>
        </a:p>
      </dsp:txBody>
      <dsp:txXfrm>
        <a:off x="220734" y="2159730"/>
        <a:ext cx="1554553" cy="627027"/>
      </dsp:txXfrm>
    </dsp:sp>
    <dsp:sp modelId="{BA4E3C7D-B958-47BE-A1E4-9388CD7AE2AB}">
      <dsp:nvSpPr>
        <dsp:cNvPr id="0" name=""/>
        <dsp:cNvSpPr/>
      </dsp:nvSpPr>
      <dsp:spPr>
        <a:xfrm>
          <a:off x="201226" y="2908734"/>
          <a:ext cx="1593569" cy="666043"/>
        </a:xfrm>
        <a:prstGeom prst="roundRect">
          <a:avLst>
            <a:gd name="adj" fmla="val 10000"/>
          </a:avLst>
        </a:prstGeom>
        <a:solidFill>
          <a:schemeClr val="bg1"/>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BUSINESS</a:t>
          </a:r>
        </a:p>
      </dsp:txBody>
      <dsp:txXfrm>
        <a:off x="220734" y="2928242"/>
        <a:ext cx="1554553" cy="627027"/>
      </dsp:txXfrm>
    </dsp:sp>
    <dsp:sp modelId="{F4E26588-D736-40F0-ABCF-AD950B9DBBE2}">
      <dsp:nvSpPr>
        <dsp:cNvPr id="0" name=""/>
        <dsp:cNvSpPr/>
      </dsp:nvSpPr>
      <dsp:spPr>
        <a:xfrm>
          <a:off x="201226" y="3677245"/>
          <a:ext cx="1593569" cy="666043"/>
        </a:xfrm>
        <a:prstGeom prst="roundRect">
          <a:avLst>
            <a:gd name="adj" fmla="val 10000"/>
          </a:avLst>
        </a:prstGeom>
        <a:solidFill>
          <a:schemeClr val="bg1"/>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PROJECT </a:t>
          </a:r>
          <a:r>
            <a:rPr lang="en-US" sz="1300" kern="1200" noProof="0" dirty="0">
              <a:solidFill>
                <a:srgbClr val="000000"/>
              </a:solidFill>
              <a:latin typeface="Times New Roman"/>
              <a:ea typeface="+mn-ea"/>
              <a:cs typeface="+mn-cs"/>
            </a:rPr>
            <a:t>MANAGEMENT</a:t>
          </a:r>
        </a:p>
      </dsp:txBody>
      <dsp:txXfrm>
        <a:off x="220734" y="3696753"/>
        <a:ext cx="1554553" cy="627027"/>
      </dsp:txXfrm>
    </dsp:sp>
    <dsp:sp modelId="{E7DCD616-0639-48DE-9F93-B45AC0464A57}">
      <dsp:nvSpPr>
        <dsp:cNvPr id="0" name=""/>
        <dsp:cNvSpPr/>
      </dsp:nvSpPr>
      <dsp:spPr>
        <a:xfrm>
          <a:off x="2143389"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OPERATIONS  </a:t>
          </a:r>
          <a:r>
            <a:rPr lang="en-US" sz="2300" kern="1200" noProof="0" dirty="0">
              <a:solidFill>
                <a:srgbClr val="000000">
                  <a:hueOff val="0"/>
                  <a:satOff val="0"/>
                  <a:lumOff val="0"/>
                  <a:alphaOff val="0"/>
                </a:srgbClr>
              </a:solidFill>
              <a:latin typeface="Times New Roman"/>
              <a:ea typeface="+mn-ea"/>
              <a:cs typeface="+mn-cs"/>
            </a:rPr>
            <a:t>COST</a:t>
          </a:r>
        </a:p>
      </dsp:txBody>
      <dsp:txXfrm>
        <a:off x="2143389" y="0"/>
        <a:ext cx="1991962" cy="1371600"/>
      </dsp:txXfrm>
    </dsp:sp>
    <dsp:sp modelId="{0330B109-69E3-46F3-9D83-10671A7EBE70}">
      <dsp:nvSpPr>
        <dsp:cNvPr id="0" name=""/>
        <dsp:cNvSpPr/>
      </dsp:nvSpPr>
      <dsp:spPr>
        <a:xfrm>
          <a:off x="2342585"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OPERATIONS </a:t>
          </a:r>
        </a:p>
      </dsp:txBody>
      <dsp:txXfrm>
        <a:off x="2382960" y="1413314"/>
        <a:ext cx="1512819" cy="1297770"/>
      </dsp:txXfrm>
    </dsp:sp>
    <dsp:sp modelId="{68301150-8C06-4D05-AE88-8E675490E167}">
      <dsp:nvSpPr>
        <dsp:cNvPr id="0" name=""/>
        <dsp:cNvSpPr/>
      </dsp:nvSpPr>
      <dsp:spPr>
        <a:xfrm>
          <a:off x="2342585"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SYSTEM MAINTENANCE</a:t>
          </a:r>
        </a:p>
      </dsp:txBody>
      <dsp:txXfrm>
        <a:off x="2382960" y="3003915"/>
        <a:ext cx="1512819" cy="1297770"/>
      </dsp:txXfrm>
    </dsp:sp>
    <dsp:sp modelId="{5CC9F1A6-8682-4B7D-8924-5FD7B0F2E6E3}">
      <dsp:nvSpPr>
        <dsp:cNvPr id="0" name=""/>
        <dsp:cNvSpPr/>
      </dsp:nvSpPr>
      <dsp:spPr>
        <a:xfrm>
          <a:off x="4284748" y="0"/>
          <a:ext cx="1991962" cy="4572000"/>
        </a:xfrm>
        <a:prstGeom prst="roundRect">
          <a:avLst>
            <a:gd name="adj" fmla="val 10000"/>
          </a:avLst>
        </a:prstGeom>
        <a:solidFill>
          <a:srgbClr val="FFFFFF">
            <a:lumMod val="7500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solidFill>
                <a:srgbClr val="000000">
                  <a:hueOff val="0"/>
                  <a:satOff val="0"/>
                  <a:lumOff val="0"/>
                  <a:alphaOff val="0"/>
                </a:srgbClr>
              </a:solidFill>
              <a:latin typeface="Times New Roman"/>
              <a:ea typeface="+mn-ea"/>
              <a:cs typeface="+mn-cs"/>
            </a:rPr>
            <a:t>PROJECT BENEFITS</a:t>
          </a:r>
        </a:p>
      </dsp:txBody>
      <dsp:txXfrm>
        <a:off x="4284748" y="0"/>
        <a:ext cx="1991962" cy="1371600"/>
      </dsp:txXfrm>
    </dsp:sp>
    <dsp:sp modelId="{C9B82C22-048B-44CC-93D4-E3DD9EDD135B}">
      <dsp:nvSpPr>
        <dsp:cNvPr id="0" name=""/>
        <dsp:cNvSpPr/>
      </dsp:nvSpPr>
      <dsp:spPr>
        <a:xfrm>
          <a:off x="448394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MANAGEMENT VALUE</a:t>
          </a:r>
        </a:p>
      </dsp:txBody>
      <dsp:txXfrm>
        <a:off x="4524319" y="1413314"/>
        <a:ext cx="1512819" cy="1297770"/>
      </dsp:txXfrm>
    </dsp:sp>
    <dsp:sp modelId="{A0E6910F-4EF7-426B-8944-F0925D47BFB4}">
      <dsp:nvSpPr>
        <dsp:cNvPr id="0" name=""/>
        <dsp:cNvSpPr/>
      </dsp:nvSpPr>
      <dsp:spPr>
        <a:xfrm>
          <a:off x="4483944" y="2963540"/>
          <a:ext cx="1593569" cy="1378520"/>
        </a:xfrm>
        <a:prstGeom prst="roundRect">
          <a:avLst>
            <a:gd name="adj" fmla="val 10000"/>
          </a:avLst>
        </a:prstGeom>
        <a:solidFill>
          <a:srgbClr val="FF9933"/>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SOCIAL VALUE </a:t>
          </a:r>
        </a:p>
      </dsp:txBody>
      <dsp:txXfrm>
        <a:off x="4524319" y="3003915"/>
        <a:ext cx="1512819" cy="1297770"/>
      </dsp:txXfrm>
    </dsp:sp>
    <dsp:sp modelId="{D0E1A1A4-4EF7-46C0-9CCC-7F1571CB10F9}">
      <dsp:nvSpPr>
        <dsp:cNvPr id="0" name=""/>
        <dsp:cNvSpPr/>
      </dsp:nvSpPr>
      <dsp:spPr>
        <a:xfrm>
          <a:off x="6426107"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PROJECT VALUE </a:t>
          </a:r>
        </a:p>
      </dsp:txBody>
      <dsp:txXfrm>
        <a:off x="6426107" y="0"/>
        <a:ext cx="1991962" cy="1371600"/>
      </dsp:txXfrm>
    </dsp:sp>
    <dsp:sp modelId="{F3DF3EE7-C3E1-4556-B5E5-D675D9659B6D}">
      <dsp:nvSpPr>
        <dsp:cNvPr id="0" name=""/>
        <dsp:cNvSpPr/>
      </dsp:nvSpPr>
      <dsp:spPr>
        <a:xfrm>
          <a:off x="662530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FINANCIAL APPROACH</a:t>
          </a:r>
        </a:p>
      </dsp:txBody>
      <dsp:txXfrm>
        <a:off x="6665679" y="1413314"/>
        <a:ext cx="1512819" cy="1297770"/>
      </dsp:txXfrm>
    </dsp:sp>
    <dsp:sp modelId="{B2301BB8-8C5A-4642-99B6-6B3BE9385CA1}">
      <dsp:nvSpPr>
        <dsp:cNvPr id="0" name=""/>
        <dsp:cNvSpPr/>
      </dsp:nvSpPr>
      <dsp:spPr>
        <a:xfrm>
          <a:off x="6625304"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NET VALUE  APPROACH</a:t>
          </a:r>
        </a:p>
      </dsp:txBody>
      <dsp:txXfrm>
        <a:off x="6665679" y="3003915"/>
        <a:ext cx="1512819" cy="1297770"/>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0BC9B1-520D-4191-9EA5-72130E76237B}">
      <dsp:nvSpPr>
        <dsp:cNvPr id="0" name=""/>
        <dsp:cNvSpPr/>
      </dsp:nvSpPr>
      <dsp:spPr>
        <a:xfrm>
          <a:off x="158280" y="1560402"/>
          <a:ext cx="236607" cy="1845541"/>
        </a:xfrm>
        <a:custGeom>
          <a:avLst/>
          <a:gdLst/>
          <a:ahLst/>
          <a:cxnLst/>
          <a:rect l="0" t="0" r="0" b="0"/>
          <a:pathLst>
            <a:path>
              <a:moveTo>
                <a:pt x="0" y="0"/>
              </a:moveTo>
              <a:lnTo>
                <a:pt x="0" y="1845541"/>
              </a:lnTo>
              <a:lnTo>
                <a:pt x="236607" y="1845541"/>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1C466D6B-93E5-4363-9D22-C1B7BA86760E}">
      <dsp:nvSpPr>
        <dsp:cNvPr id="0" name=""/>
        <dsp:cNvSpPr/>
      </dsp:nvSpPr>
      <dsp:spPr>
        <a:xfrm>
          <a:off x="158280" y="1560402"/>
          <a:ext cx="236607" cy="725597"/>
        </a:xfrm>
        <a:custGeom>
          <a:avLst/>
          <a:gdLst/>
          <a:ahLst/>
          <a:cxnLst/>
          <a:rect l="0" t="0" r="0" b="0"/>
          <a:pathLst>
            <a:path>
              <a:moveTo>
                <a:pt x="0" y="0"/>
              </a:moveTo>
              <a:lnTo>
                <a:pt x="0" y="725597"/>
              </a:lnTo>
              <a:lnTo>
                <a:pt x="236607" y="725597"/>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60D878CD-FF60-4E67-8E0C-47324581D0A8}">
      <dsp:nvSpPr>
        <dsp:cNvPr id="0" name=""/>
        <dsp:cNvSpPr/>
      </dsp:nvSpPr>
      <dsp:spPr>
        <a:xfrm>
          <a:off x="541" y="771709"/>
          <a:ext cx="1577385" cy="788692"/>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Social</a:t>
          </a:r>
        </a:p>
        <a:p>
          <a:pPr marL="0" lvl="0" indent="0" algn="ctr" defTabSz="1066800">
            <a:lnSpc>
              <a:spcPct val="90000"/>
            </a:lnSpc>
            <a:spcBef>
              <a:spcPct val="0"/>
            </a:spcBef>
            <a:spcAft>
              <a:spcPct val="35000"/>
            </a:spcAft>
            <a:buNone/>
          </a:pPr>
          <a:r>
            <a:rPr lang="en-US" sz="2400" kern="1200" noProof="0" dirty="0"/>
            <a:t>Value </a:t>
          </a:r>
        </a:p>
      </dsp:txBody>
      <dsp:txXfrm>
        <a:off x="541" y="771709"/>
        <a:ext cx="1577385" cy="788692"/>
      </dsp:txXfrm>
    </dsp:sp>
    <dsp:sp modelId="{529C8486-A6D3-4F7A-8CE6-9596BD0C1648}">
      <dsp:nvSpPr>
        <dsp:cNvPr id="0" name=""/>
        <dsp:cNvSpPr/>
      </dsp:nvSpPr>
      <dsp:spPr>
        <a:xfrm>
          <a:off x="394888" y="1891653"/>
          <a:ext cx="1577385" cy="788692"/>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Tangible </a:t>
          </a:r>
        </a:p>
      </dsp:txBody>
      <dsp:txXfrm>
        <a:off x="394888" y="1891653"/>
        <a:ext cx="1577385" cy="788692"/>
      </dsp:txXfrm>
    </dsp:sp>
    <dsp:sp modelId="{6414A371-D69C-4EC7-B396-71D9EE4D872E}">
      <dsp:nvSpPr>
        <dsp:cNvPr id="0" name=""/>
        <dsp:cNvSpPr/>
      </dsp:nvSpPr>
      <dsp:spPr>
        <a:xfrm>
          <a:off x="394888" y="3011597"/>
          <a:ext cx="1577385" cy="788692"/>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Intangible</a:t>
          </a:r>
        </a:p>
      </dsp:txBody>
      <dsp:txXfrm>
        <a:off x="394888" y="3011597"/>
        <a:ext cx="1577385" cy="788692"/>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0BC9B1-520D-4191-9EA5-72130E76237B}">
      <dsp:nvSpPr>
        <dsp:cNvPr id="0" name=""/>
        <dsp:cNvSpPr/>
      </dsp:nvSpPr>
      <dsp:spPr>
        <a:xfrm>
          <a:off x="109309" y="1784896"/>
          <a:ext cx="163403" cy="1274545"/>
        </a:xfrm>
        <a:custGeom>
          <a:avLst/>
          <a:gdLst/>
          <a:ahLst/>
          <a:cxnLst/>
          <a:rect l="0" t="0" r="0" b="0"/>
          <a:pathLst>
            <a:path>
              <a:moveTo>
                <a:pt x="0" y="0"/>
              </a:moveTo>
              <a:lnTo>
                <a:pt x="0" y="1274545"/>
              </a:lnTo>
              <a:lnTo>
                <a:pt x="163403" y="1274545"/>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1C466D6B-93E5-4363-9D22-C1B7BA86760E}">
      <dsp:nvSpPr>
        <dsp:cNvPr id="0" name=""/>
        <dsp:cNvSpPr/>
      </dsp:nvSpPr>
      <dsp:spPr>
        <a:xfrm>
          <a:off x="109309" y="1784896"/>
          <a:ext cx="163403" cy="501103"/>
        </a:xfrm>
        <a:custGeom>
          <a:avLst/>
          <a:gdLst/>
          <a:ahLst/>
          <a:cxnLst/>
          <a:rect l="0" t="0" r="0" b="0"/>
          <a:pathLst>
            <a:path>
              <a:moveTo>
                <a:pt x="0" y="0"/>
              </a:moveTo>
              <a:lnTo>
                <a:pt x="0" y="501103"/>
              </a:lnTo>
              <a:lnTo>
                <a:pt x="163403" y="501103"/>
              </a:lnTo>
            </a:path>
          </a:pathLst>
        </a:custGeom>
        <a:noFill/>
        <a:ln w="25400" cap="flat" cmpd="sng" algn="ctr">
          <a:solidFill>
            <a:schemeClr val="dk1">
              <a:shade val="6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0">
          <a:scrgbClr r="0" g="0" b="0"/>
        </a:fillRef>
        <a:effectRef idx="0">
          <a:scrgbClr r="0" g="0" b="0"/>
        </a:effectRef>
        <a:fontRef idx="minor"/>
      </dsp:style>
    </dsp:sp>
    <dsp:sp modelId="{60D878CD-FF60-4E67-8E0C-47324581D0A8}">
      <dsp:nvSpPr>
        <dsp:cNvPr id="0" name=""/>
        <dsp:cNvSpPr/>
      </dsp:nvSpPr>
      <dsp:spPr>
        <a:xfrm>
          <a:off x="374" y="1240219"/>
          <a:ext cx="1089354" cy="544677"/>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Social</a:t>
          </a:r>
        </a:p>
        <a:p>
          <a:pPr marL="0" lvl="0" indent="0" algn="ctr" defTabSz="711200">
            <a:lnSpc>
              <a:spcPct val="90000"/>
            </a:lnSpc>
            <a:spcBef>
              <a:spcPct val="0"/>
            </a:spcBef>
            <a:spcAft>
              <a:spcPct val="35000"/>
            </a:spcAft>
            <a:buNone/>
          </a:pPr>
          <a:r>
            <a:rPr lang="en-US" sz="1600" kern="1200" noProof="0" dirty="0"/>
            <a:t>Value </a:t>
          </a:r>
        </a:p>
      </dsp:txBody>
      <dsp:txXfrm>
        <a:off x="374" y="1240219"/>
        <a:ext cx="1089354" cy="544677"/>
      </dsp:txXfrm>
    </dsp:sp>
    <dsp:sp modelId="{529C8486-A6D3-4F7A-8CE6-9596BD0C1648}">
      <dsp:nvSpPr>
        <dsp:cNvPr id="0" name=""/>
        <dsp:cNvSpPr/>
      </dsp:nvSpPr>
      <dsp:spPr>
        <a:xfrm>
          <a:off x="272712" y="2013661"/>
          <a:ext cx="1089354" cy="544677"/>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Tangible </a:t>
          </a:r>
        </a:p>
      </dsp:txBody>
      <dsp:txXfrm>
        <a:off x="272712" y="2013661"/>
        <a:ext cx="1089354" cy="544677"/>
      </dsp:txXfrm>
    </dsp:sp>
    <dsp:sp modelId="{6414A371-D69C-4EC7-B396-71D9EE4D872E}">
      <dsp:nvSpPr>
        <dsp:cNvPr id="0" name=""/>
        <dsp:cNvSpPr/>
      </dsp:nvSpPr>
      <dsp:spPr>
        <a:xfrm>
          <a:off x="272712" y="2787103"/>
          <a:ext cx="1089354" cy="544677"/>
        </a:xfrm>
        <a:prstGeom prst="rect">
          <a:avLst/>
        </a:prstGeom>
        <a:solidFill>
          <a:srgbClr val="FFC000"/>
        </a:solidFill>
        <a:ln w="25400" cap="flat" cmpd="sng" algn="ctr">
          <a:solidFill>
            <a:schemeClr val="dk1">
              <a:shade val="80000"/>
              <a:hueOff val="0"/>
              <a:satOff val="0"/>
              <a:lumOff val="0"/>
              <a:alphaOff val="0"/>
            </a:schemeClr>
          </a:solidFill>
          <a:prstDash val="solid"/>
        </a:ln>
        <a:effectLst/>
        <a:scene3d>
          <a:camera prst="orthographicFront"/>
          <a:lightRig rig="threePt" dir="t"/>
        </a:scene3d>
        <a:sp3d>
          <a:bevelT prst="angle"/>
        </a:sp3d>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Intangible</a:t>
          </a:r>
        </a:p>
      </dsp:txBody>
      <dsp:txXfrm>
        <a:off x="272712" y="2787103"/>
        <a:ext cx="1089354" cy="544677"/>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BB9F9-868F-4D56-8A81-F1E0BA42E601}">
      <dsp:nvSpPr>
        <dsp:cNvPr id="0" name=""/>
        <dsp:cNvSpPr/>
      </dsp:nvSpPr>
      <dsp:spPr>
        <a:xfrm>
          <a:off x="2029" y="0"/>
          <a:ext cx="1991962" cy="4572000"/>
        </a:xfrm>
        <a:prstGeom prst="roundRect">
          <a:avLst>
            <a:gd name="adj" fmla="val 10000"/>
          </a:avLst>
        </a:prstGeom>
        <a:solidFill>
          <a:srgbClr val="FFFFFF"/>
        </a:solidFill>
        <a:ln>
          <a:noFill/>
        </a:ln>
        <a:effectLst/>
      </dsp:spPr>
      <dsp:style>
        <a:lnRef idx="0">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066800">
            <a:lnSpc>
              <a:spcPct val="90000"/>
            </a:lnSpc>
            <a:spcBef>
              <a:spcPct val="0"/>
            </a:spcBef>
            <a:spcAft>
              <a:spcPct val="35000"/>
            </a:spcAft>
            <a:buNone/>
          </a:pPr>
          <a:r>
            <a:rPr lang="en-US" sz="2400" kern="1200" noProof="0" dirty="0"/>
            <a:t>PROJECT COSTS</a:t>
          </a:r>
        </a:p>
      </dsp:txBody>
      <dsp:txXfrm>
        <a:off x="2029" y="0"/>
        <a:ext cx="1991962" cy="1371600"/>
      </dsp:txXfrm>
    </dsp:sp>
    <dsp:sp modelId="{91100A64-139A-4AC1-91C1-2699AF28B01F}">
      <dsp:nvSpPr>
        <dsp:cNvPr id="0" name=""/>
        <dsp:cNvSpPr/>
      </dsp:nvSpPr>
      <dsp:spPr>
        <a:xfrm>
          <a:off x="201226" y="1371711"/>
          <a:ext cx="1593569" cy="666043"/>
        </a:xfrm>
        <a:prstGeom prst="roundRect">
          <a:avLst>
            <a:gd name="adj" fmla="val 10000"/>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sp:txBody>
      <dsp:txXfrm>
        <a:off x="220734" y="1391219"/>
        <a:ext cx="1554553" cy="627027"/>
      </dsp:txXfrm>
    </dsp:sp>
    <dsp:sp modelId="{7EBF8282-17D2-438B-95FF-BAC2AE4F3FBC}">
      <dsp:nvSpPr>
        <dsp:cNvPr id="0" name=""/>
        <dsp:cNvSpPr/>
      </dsp:nvSpPr>
      <dsp:spPr>
        <a:xfrm>
          <a:off x="201226" y="2140222"/>
          <a:ext cx="1593569" cy="666043"/>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INFRASTRUCTURE</a:t>
          </a:r>
        </a:p>
      </dsp:txBody>
      <dsp:txXfrm>
        <a:off x="220734" y="2159730"/>
        <a:ext cx="1554553" cy="627027"/>
      </dsp:txXfrm>
    </dsp:sp>
    <dsp:sp modelId="{BA4E3C7D-B958-47BE-A1E4-9388CD7AE2AB}">
      <dsp:nvSpPr>
        <dsp:cNvPr id="0" name=""/>
        <dsp:cNvSpPr/>
      </dsp:nvSpPr>
      <dsp:spPr>
        <a:xfrm>
          <a:off x="201226" y="2908734"/>
          <a:ext cx="1593569" cy="666043"/>
        </a:xfrm>
        <a:prstGeom prst="roundRect">
          <a:avLst>
            <a:gd name="adj" fmla="val 10000"/>
          </a:avLst>
        </a:prstGeom>
        <a:solidFill>
          <a:schemeClr val="bg1"/>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BUSINESS</a:t>
          </a:r>
        </a:p>
      </dsp:txBody>
      <dsp:txXfrm>
        <a:off x="220734" y="2928242"/>
        <a:ext cx="1554553" cy="627027"/>
      </dsp:txXfrm>
    </dsp:sp>
    <dsp:sp modelId="{F4E26588-D736-40F0-ABCF-AD950B9DBBE2}">
      <dsp:nvSpPr>
        <dsp:cNvPr id="0" name=""/>
        <dsp:cNvSpPr/>
      </dsp:nvSpPr>
      <dsp:spPr>
        <a:xfrm>
          <a:off x="201226" y="3677245"/>
          <a:ext cx="1593569" cy="666043"/>
        </a:xfrm>
        <a:prstGeom prst="roundRect">
          <a:avLst>
            <a:gd name="adj" fmla="val 10000"/>
          </a:avLst>
        </a:prstGeom>
        <a:solidFill>
          <a:schemeClr val="bg1"/>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PROJECT </a:t>
          </a:r>
          <a:r>
            <a:rPr lang="en-US" sz="1300" kern="1200" noProof="0" dirty="0">
              <a:solidFill>
                <a:srgbClr val="000000"/>
              </a:solidFill>
              <a:latin typeface="Times New Roman"/>
              <a:ea typeface="+mn-ea"/>
              <a:cs typeface="+mn-cs"/>
            </a:rPr>
            <a:t>MANAGEMENT</a:t>
          </a:r>
        </a:p>
      </dsp:txBody>
      <dsp:txXfrm>
        <a:off x="220734" y="3696753"/>
        <a:ext cx="1554553" cy="627027"/>
      </dsp:txXfrm>
    </dsp:sp>
    <dsp:sp modelId="{E7DCD616-0639-48DE-9F93-B45AC0464A57}">
      <dsp:nvSpPr>
        <dsp:cNvPr id="0" name=""/>
        <dsp:cNvSpPr/>
      </dsp:nvSpPr>
      <dsp:spPr>
        <a:xfrm>
          <a:off x="2143389"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OPERATIONS  </a:t>
          </a:r>
          <a:r>
            <a:rPr lang="en-US" sz="2300" kern="1200" noProof="0" dirty="0">
              <a:solidFill>
                <a:srgbClr val="000000">
                  <a:hueOff val="0"/>
                  <a:satOff val="0"/>
                  <a:lumOff val="0"/>
                  <a:alphaOff val="0"/>
                </a:srgbClr>
              </a:solidFill>
              <a:latin typeface="Times New Roman"/>
              <a:ea typeface="+mn-ea"/>
              <a:cs typeface="+mn-cs"/>
            </a:rPr>
            <a:t>COST</a:t>
          </a:r>
        </a:p>
      </dsp:txBody>
      <dsp:txXfrm>
        <a:off x="2143389" y="0"/>
        <a:ext cx="1991962" cy="1371600"/>
      </dsp:txXfrm>
    </dsp:sp>
    <dsp:sp modelId="{0330B109-69E3-46F3-9D83-10671A7EBE70}">
      <dsp:nvSpPr>
        <dsp:cNvPr id="0" name=""/>
        <dsp:cNvSpPr/>
      </dsp:nvSpPr>
      <dsp:spPr>
        <a:xfrm>
          <a:off x="2342585"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OPERATIONS </a:t>
          </a:r>
        </a:p>
      </dsp:txBody>
      <dsp:txXfrm>
        <a:off x="2382960" y="1413314"/>
        <a:ext cx="1512819" cy="1297770"/>
      </dsp:txXfrm>
    </dsp:sp>
    <dsp:sp modelId="{68301150-8C06-4D05-AE88-8E675490E167}">
      <dsp:nvSpPr>
        <dsp:cNvPr id="0" name=""/>
        <dsp:cNvSpPr/>
      </dsp:nvSpPr>
      <dsp:spPr>
        <a:xfrm>
          <a:off x="2342585"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SYSTEM MAINTENANCE</a:t>
          </a:r>
        </a:p>
      </dsp:txBody>
      <dsp:txXfrm>
        <a:off x="2382960" y="3003915"/>
        <a:ext cx="1512819" cy="1297770"/>
      </dsp:txXfrm>
    </dsp:sp>
    <dsp:sp modelId="{5CC9F1A6-8682-4B7D-8924-5FD7B0F2E6E3}">
      <dsp:nvSpPr>
        <dsp:cNvPr id="0" name=""/>
        <dsp:cNvSpPr/>
      </dsp:nvSpPr>
      <dsp:spPr>
        <a:xfrm>
          <a:off x="4284748" y="0"/>
          <a:ext cx="1991962" cy="4572000"/>
        </a:xfrm>
        <a:prstGeom prst="roundRect">
          <a:avLst>
            <a:gd name="adj" fmla="val 10000"/>
          </a:avLst>
        </a:prstGeom>
        <a:solidFill>
          <a:srgbClr val="FFFFFF"/>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solidFill>
                <a:srgbClr val="000000">
                  <a:hueOff val="0"/>
                  <a:satOff val="0"/>
                  <a:lumOff val="0"/>
                  <a:alphaOff val="0"/>
                </a:srgbClr>
              </a:solidFill>
              <a:latin typeface="Times New Roman"/>
              <a:ea typeface="+mn-ea"/>
              <a:cs typeface="+mn-cs"/>
            </a:rPr>
            <a:t>PROJECT BENEFITS</a:t>
          </a:r>
        </a:p>
      </dsp:txBody>
      <dsp:txXfrm>
        <a:off x="4284748" y="0"/>
        <a:ext cx="1991962" cy="1371600"/>
      </dsp:txXfrm>
    </dsp:sp>
    <dsp:sp modelId="{C9B82C22-048B-44CC-93D4-E3DD9EDD135B}">
      <dsp:nvSpPr>
        <dsp:cNvPr id="0" name=""/>
        <dsp:cNvSpPr/>
      </dsp:nvSpPr>
      <dsp:spPr>
        <a:xfrm>
          <a:off x="448394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MANAGEMENT VALUE</a:t>
          </a:r>
        </a:p>
      </dsp:txBody>
      <dsp:txXfrm>
        <a:off x="4524319" y="1413314"/>
        <a:ext cx="1512819" cy="1297770"/>
      </dsp:txXfrm>
    </dsp:sp>
    <dsp:sp modelId="{A0E6910F-4EF7-426B-8944-F0925D47BFB4}">
      <dsp:nvSpPr>
        <dsp:cNvPr id="0" name=""/>
        <dsp:cNvSpPr/>
      </dsp:nvSpPr>
      <dsp:spPr>
        <a:xfrm>
          <a:off x="4483944" y="2963540"/>
          <a:ext cx="1593569" cy="1378520"/>
        </a:xfrm>
        <a:prstGeom prst="roundRect">
          <a:avLst>
            <a:gd name="adj" fmla="val 10000"/>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SOCIAL VALUE </a:t>
          </a:r>
        </a:p>
      </dsp:txBody>
      <dsp:txXfrm>
        <a:off x="4524319" y="3003915"/>
        <a:ext cx="1512819" cy="1297770"/>
      </dsp:txXfrm>
    </dsp:sp>
    <dsp:sp modelId="{D0E1A1A4-4EF7-46C0-9CCC-7F1571CB10F9}">
      <dsp:nvSpPr>
        <dsp:cNvPr id="0" name=""/>
        <dsp:cNvSpPr/>
      </dsp:nvSpPr>
      <dsp:spPr>
        <a:xfrm>
          <a:off x="6426107" y="0"/>
          <a:ext cx="1991962" cy="4572000"/>
        </a:xfrm>
        <a:prstGeom prst="roundRect">
          <a:avLst>
            <a:gd name="adj" fmla="val 10000"/>
          </a:avLst>
        </a:prstGeom>
        <a:solidFill>
          <a:srgbClr val="FFFFFF">
            <a:lumMod val="7500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solidFill>
                <a:srgbClr val="000000">
                  <a:hueOff val="0"/>
                  <a:satOff val="0"/>
                  <a:lumOff val="0"/>
                  <a:alphaOff val="0"/>
                </a:srgbClr>
              </a:solidFill>
              <a:latin typeface="Times New Roman"/>
              <a:ea typeface="+mn-ea"/>
              <a:cs typeface="+mn-cs"/>
            </a:rPr>
            <a:t>PROJECT VALUE </a:t>
          </a:r>
        </a:p>
      </dsp:txBody>
      <dsp:txXfrm>
        <a:off x="6426107" y="0"/>
        <a:ext cx="1991962" cy="1371600"/>
      </dsp:txXfrm>
    </dsp:sp>
    <dsp:sp modelId="{F3DF3EE7-C3E1-4556-B5E5-D675D9659B6D}">
      <dsp:nvSpPr>
        <dsp:cNvPr id="0" name=""/>
        <dsp:cNvSpPr/>
      </dsp:nvSpPr>
      <dsp:spPr>
        <a:xfrm>
          <a:off x="6625304" y="1372939"/>
          <a:ext cx="1593569" cy="1378520"/>
        </a:xfrm>
        <a:prstGeom prst="roundRect">
          <a:avLst>
            <a:gd name="adj" fmla="val 10000"/>
          </a:avLst>
        </a:prstGeom>
        <a:solidFill>
          <a:srgbClr val="FF99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FINANCIAL APPROACH</a:t>
          </a:r>
        </a:p>
      </dsp:txBody>
      <dsp:txXfrm>
        <a:off x="6665679" y="1413314"/>
        <a:ext cx="1512819" cy="1297770"/>
      </dsp:txXfrm>
    </dsp:sp>
    <dsp:sp modelId="{B2301BB8-8C5A-4642-99B6-6B3BE9385CA1}">
      <dsp:nvSpPr>
        <dsp:cNvPr id="0" name=""/>
        <dsp:cNvSpPr/>
      </dsp:nvSpPr>
      <dsp:spPr>
        <a:xfrm>
          <a:off x="6625304"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NET VALUE  APPROACH</a:t>
          </a:r>
        </a:p>
      </dsp:txBody>
      <dsp:txXfrm>
        <a:off x="6665679" y="3003915"/>
        <a:ext cx="1512819" cy="1297770"/>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BB9F9-868F-4D56-8A81-F1E0BA42E601}">
      <dsp:nvSpPr>
        <dsp:cNvPr id="0" name=""/>
        <dsp:cNvSpPr/>
      </dsp:nvSpPr>
      <dsp:spPr>
        <a:xfrm>
          <a:off x="2029" y="0"/>
          <a:ext cx="1991962" cy="4572000"/>
        </a:xfrm>
        <a:prstGeom prst="roundRect">
          <a:avLst>
            <a:gd name="adj" fmla="val 10000"/>
          </a:avLst>
        </a:prstGeom>
        <a:solidFill>
          <a:srgbClr val="FFFFFF"/>
        </a:solidFill>
        <a:ln>
          <a:noFill/>
        </a:ln>
        <a:effectLst/>
      </dsp:spPr>
      <dsp:style>
        <a:lnRef idx="0">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066800">
            <a:lnSpc>
              <a:spcPct val="90000"/>
            </a:lnSpc>
            <a:spcBef>
              <a:spcPct val="0"/>
            </a:spcBef>
            <a:spcAft>
              <a:spcPct val="35000"/>
            </a:spcAft>
            <a:buNone/>
          </a:pPr>
          <a:r>
            <a:rPr lang="en-US" sz="2400" kern="1200" noProof="0" dirty="0"/>
            <a:t>PROJECT COSTS</a:t>
          </a:r>
        </a:p>
      </dsp:txBody>
      <dsp:txXfrm>
        <a:off x="2029" y="0"/>
        <a:ext cx="1991962" cy="1371600"/>
      </dsp:txXfrm>
    </dsp:sp>
    <dsp:sp modelId="{91100A64-139A-4AC1-91C1-2699AF28B01F}">
      <dsp:nvSpPr>
        <dsp:cNvPr id="0" name=""/>
        <dsp:cNvSpPr/>
      </dsp:nvSpPr>
      <dsp:spPr>
        <a:xfrm>
          <a:off x="201226" y="1371711"/>
          <a:ext cx="1593569" cy="666043"/>
        </a:xfrm>
        <a:prstGeom prst="roundRect">
          <a:avLst>
            <a:gd name="adj" fmla="val 10000"/>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SOFTWARE</a:t>
          </a:r>
        </a:p>
      </dsp:txBody>
      <dsp:txXfrm>
        <a:off x="220734" y="1391219"/>
        <a:ext cx="1554553" cy="627027"/>
      </dsp:txXfrm>
    </dsp:sp>
    <dsp:sp modelId="{7EBF8282-17D2-438B-95FF-BAC2AE4F3FBC}">
      <dsp:nvSpPr>
        <dsp:cNvPr id="0" name=""/>
        <dsp:cNvSpPr/>
      </dsp:nvSpPr>
      <dsp:spPr>
        <a:xfrm>
          <a:off x="201226" y="2140222"/>
          <a:ext cx="1593569" cy="666043"/>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INFRASTRUCTURE</a:t>
          </a:r>
        </a:p>
      </dsp:txBody>
      <dsp:txXfrm>
        <a:off x="220734" y="2159730"/>
        <a:ext cx="1554553" cy="627027"/>
      </dsp:txXfrm>
    </dsp:sp>
    <dsp:sp modelId="{BA4E3C7D-B958-47BE-A1E4-9388CD7AE2AB}">
      <dsp:nvSpPr>
        <dsp:cNvPr id="0" name=""/>
        <dsp:cNvSpPr/>
      </dsp:nvSpPr>
      <dsp:spPr>
        <a:xfrm>
          <a:off x="201226" y="2908734"/>
          <a:ext cx="1593569" cy="666043"/>
        </a:xfrm>
        <a:prstGeom prst="roundRect">
          <a:avLst>
            <a:gd name="adj" fmla="val 10000"/>
          </a:avLst>
        </a:prstGeom>
        <a:solidFill>
          <a:schemeClr val="bg1"/>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BUSINESS</a:t>
          </a:r>
        </a:p>
      </dsp:txBody>
      <dsp:txXfrm>
        <a:off x="220734" y="2928242"/>
        <a:ext cx="1554553" cy="627027"/>
      </dsp:txXfrm>
    </dsp:sp>
    <dsp:sp modelId="{F4E26588-D736-40F0-ABCF-AD950B9DBBE2}">
      <dsp:nvSpPr>
        <dsp:cNvPr id="0" name=""/>
        <dsp:cNvSpPr/>
      </dsp:nvSpPr>
      <dsp:spPr>
        <a:xfrm>
          <a:off x="201226" y="3677245"/>
          <a:ext cx="1593569" cy="666043"/>
        </a:xfrm>
        <a:prstGeom prst="roundRect">
          <a:avLst>
            <a:gd name="adj" fmla="val 10000"/>
          </a:avLst>
        </a:prstGeom>
        <a:solidFill>
          <a:schemeClr val="bg1"/>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PROJECT </a:t>
          </a:r>
          <a:r>
            <a:rPr lang="en-US" sz="1300" kern="1200" noProof="0" dirty="0">
              <a:solidFill>
                <a:srgbClr val="000000"/>
              </a:solidFill>
              <a:latin typeface="Times New Roman"/>
              <a:ea typeface="+mn-ea"/>
              <a:cs typeface="+mn-cs"/>
            </a:rPr>
            <a:t>MANAGEMENT</a:t>
          </a:r>
        </a:p>
      </dsp:txBody>
      <dsp:txXfrm>
        <a:off x="220734" y="3696753"/>
        <a:ext cx="1554553" cy="627027"/>
      </dsp:txXfrm>
    </dsp:sp>
    <dsp:sp modelId="{E7DCD616-0639-48DE-9F93-B45AC0464A57}">
      <dsp:nvSpPr>
        <dsp:cNvPr id="0" name=""/>
        <dsp:cNvSpPr/>
      </dsp:nvSpPr>
      <dsp:spPr>
        <a:xfrm>
          <a:off x="2143389" y="0"/>
          <a:ext cx="1991962" cy="4572000"/>
        </a:xfrm>
        <a:prstGeom prst="roundRect">
          <a:avLst>
            <a:gd name="adj" fmla="val 10000"/>
          </a:avLst>
        </a:prstGeom>
        <a:solidFill>
          <a:schemeClr val="bg1"/>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t>OPERATIONS  </a:t>
          </a:r>
          <a:r>
            <a:rPr lang="en-US" sz="2300" kern="1200" noProof="0" dirty="0">
              <a:solidFill>
                <a:srgbClr val="000000">
                  <a:hueOff val="0"/>
                  <a:satOff val="0"/>
                  <a:lumOff val="0"/>
                  <a:alphaOff val="0"/>
                </a:srgbClr>
              </a:solidFill>
              <a:latin typeface="Times New Roman"/>
              <a:ea typeface="+mn-ea"/>
              <a:cs typeface="+mn-cs"/>
            </a:rPr>
            <a:t>COST</a:t>
          </a:r>
        </a:p>
      </dsp:txBody>
      <dsp:txXfrm>
        <a:off x="2143389" y="0"/>
        <a:ext cx="1991962" cy="1371600"/>
      </dsp:txXfrm>
    </dsp:sp>
    <dsp:sp modelId="{0330B109-69E3-46F3-9D83-10671A7EBE70}">
      <dsp:nvSpPr>
        <dsp:cNvPr id="0" name=""/>
        <dsp:cNvSpPr/>
      </dsp:nvSpPr>
      <dsp:spPr>
        <a:xfrm>
          <a:off x="2342585"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OPERATIONS </a:t>
          </a:r>
        </a:p>
      </dsp:txBody>
      <dsp:txXfrm>
        <a:off x="2382960" y="1413314"/>
        <a:ext cx="1512819" cy="1297770"/>
      </dsp:txXfrm>
    </dsp:sp>
    <dsp:sp modelId="{68301150-8C06-4D05-AE88-8E675490E167}">
      <dsp:nvSpPr>
        <dsp:cNvPr id="0" name=""/>
        <dsp:cNvSpPr/>
      </dsp:nvSpPr>
      <dsp:spPr>
        <a:xfrm>
          <a:off x="2342585" y="2963540"/>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SYSTEM MAINTENANCE</a:t>
          </a:r>
        </a:p>
      </dsp:txBody>
      <dsp:txXfrm>
        <a:off x="2382960" y="3003915"/>
        <a:ext cx="1512819" cy="1297770"/>
      </dsp:txXfrm>
    </dsp:sp>
    <dsp:sp modelId="{5CC9F1A6-8682-4B7D-8924-5FD7B0F2E6E3}">
      <dsp:nvSpPr>
        <dsp:cNvPr id="0" name=""/>
        <dsp:cNvSpPr/>
      </dsp:nvSpPr>
      <dsp:spPr>
        <a:xfrm>
          <a:off x="4284748" y="0"/>
          <a:ext cx="1991962" cy="4572000"/>
        </a:xfrm>
        <a:prstGeom prst="roundRect">
          <a:avLst>
            <a:gd name="adj" fmla="val 10000"/>
          </a:avLst>
        </a:prstGeom>
        <a:solidFill>
          <a:srgbClr val="FFFFFF"/>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solidFill>
                <a:srgbClr val="000000">
                  <a:hueOff val="0"/>
                  <a:satOff val="0"/>
                  <a:lumOff val="0"/>
                  <a:alphaOff val="0"/>
                </a:srgbClr>
              </a:solidFill>
              <a:latin typeface="Times New Roman"/>
              <a:ea typeface="+mn-ea"/>
              <a:cs typeface="+mn-cs"/>
            </a:rPr>
            <a:t>PROJECT BENEFITS</a:t>
          </a:r>
        </a:p>
      </dsp:txBody>
      <dsp:txXfrm>
        <a:off x="4284748" y="0"/>
        <a:ext cx="1991962" cy="1371600"/>
      </dsp:txXfrm>
    </dsp:sp>
    <dsp:sp modelId="{C9B82C22-048B-44CC-93D4-E3DD9EDD135B}">
      <dsp:nvSpPr>
        <dsp:cNvPr id="0" name=""/>
        <dsp:cNvSpPr/>
      </dsp:nvSpPr>
      <dsp:spPr>
        <a:xfrm>
          <a:off x="448394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MANAGEMENT VALUE</a:t>
          </a:r>
        </a:p>
      </dsp:txBody>
      <dsp:txXfrm>
        <a:off x="4524319" y="1413314"/>
        <a:ext cx="1512819" cy="1297770"/>
      </dsp:txXfrm>
    </dsp:sp>
    <dsp:sp modelId="{A0E6910F-4EF7-426B-8944-F0925D47BFB4}">
      <dsp:nvSpPr>
        <dsp:cNvPr id="0" name=""/>
        <dsp:cNvSpPr/>
      </dsp:nvSpPr>
      <dsp:spPr>
        <a:xfrm>
          <a:off x="4483944" y="2963540"/>
          <a:ext cx="1593569" cy="1378520"/>
        </a:xfrm>
        <a:prstGeom prst="roundRect">
          <a:avLst>
            <a:gd name="adj" fmla="val 10000"/>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rgbClr val="000000"/>
              </a:solidFill>
              <a:latin typeface="Times New Roman"/>
              <a:ea typeface="+mn-ea"/>
              <a:cs typeface="+mn-cs"/>
            </a:rPr>
            <a:t>SOCIAL VALUE </a:t>
          </a:r>
        </a:p>
      </dsp:txBody>
      <dsp:txXfrm>
        <a:off x="4524319" y="3003915"/>
        <a:ext cx="1512819" cy="1297770"/>
      </dsp:txXfrm>
    </dsp:sp>
    <dsp:sp modelId="{D0E1A1A4-4EF7-46C0-9CCC-7F1571CB10F9}">
      <dsp:nvSpPr>
        <dsp:cNvPr id="0" name=""/>
        <dsp:cNvSpPr/>
      </dsp:nvSpPr>
      <dsp:spPr>
        <a:xfrm>
          <a:off x="6426107" y="0"/>
          <a:ext cx="1991962" cy="4572000"/>
        </a:xfrm>
        <a:prstGeom prst="roundRect">
          <a:avLst>
            <a:gd name="adj" fmla="val 10000"/>
          </a:avLst>
        </a:prstGeom>
        <a:solidFill>
          <a:srgbClr val="FFFFFF">
            <a:lumMod val="7500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noProof="0" dirty="0">
              <a:solidFill>
                <a:srgbClr val="000000">
                  <a:hueOff val="0"/>
                  <a:satOff val="0"/>
                  <a:lumOff val="0"/>
                  <a:alphaOff val="0"/>
                </a:srgbClr>
              </a:solidFill>
              <a:latin typeface="Times New Roman"/>
              <a:ea typeface="+mn-ea"/>
              <a:cs typeface="+mn-cs"/>
            </a:rPr>
            <a:t>PROJECT VALUE </a:t>
          </a:r>
        </a:p>
      </dsp:txBody>
      <dsp:txXfrm>
        <a:off x="6426107" y="0"/>
        <a:ext cx="1991962" cy="1371600"/>
      </dsp:txXfrm>
    </dsp:sp>
    <dsp:sp modelId="{F3DF3EE7-C3E1-4556-B5E5-D675D9659B6D}">
      <dsp:nvSpPr>
        <dsp:cNvPr id="0" name=""/>
        <dsp:cNvSpPr/>
      </dsp:nvSpPr>
      <dsp:spPr>
        <a:xfrm>
          <a:off x="6625304" y="1372939"/>
          <a:ext cx="1593569" cy="137852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FINANCIAL APPROACH</a:t>
          </a:r>
        </a:p>
      </dsp:txBody>
      <dsp:txXfrm>
        <a:off x="6665679" y="1413314"/>
        <a:ext cx="1512819" cy="1297770"/>
      </dsp:txXfrm>
    </dsp:sp>
    <dsp:sp modelId="{B2301BB8-8C5A-4642-99B6-6B3BE9385CA1}">
      <dsp:nvSpPr>
        <dsp:cNvPr id="0" name=""/>
        <dsp:cNvSpPr/>
      </dsp:nvSpPr>
      <dsp:spPr>
        <a:xfrm>
          <a:off x="6625304" y="2963540"/>
          <a:ext cx="1593569" cy="1378520"/>
        </a:xfrm>
        <a:prstGeom prst="roundRect">
          <a:avLst>
            <a:gd name="adj" fmla="val 10000"/>
          </a:avLst>
        </a:prstGeom>
        <a:solidFill>
          <a:srgbClr val="FF99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tx1"/>
              </a:solidFill>
            </a:rPr>
            <a:t>NET VALUE  APPROACH</a:t>
          </a:r>
        </a:p>
      </dsp:txBody>
      <dsp:txXfrm>
        <a:off x="6665679" y="3003915"/>
        <a:ext cx="1512819" cy="1297770"/>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2F3E49-8828-44BA-8469-E76C54371435}">
      <dsp:nvSpPr>
        <dsp:cNvPr id="0" name=""/>
        <dsp:cNvSpPr/>
      </dsp:nvSpPr>
      <dsp:spPr>
        <a:xfrm>
          <a:off x="1545755" y="856971"/>
          <a:ext cx="2158515" cy="495857"/>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accent6">
                  <a:lumMod val="50000"/>
                </a:schemeClr>
              </a:solidFill>
            </a:rPr>
            <a:t>Gross project / product value (V)</a:t>
          </a:r>
        </a:p>
      </dsp:txBody>
      <dsp:txXfrm>
        <a:off x="1560278" y="871494"/>
        <a:ext cx="2129469" cy="466811"/>
      </dsp:txXfrm>
    </dsp:sp>
    <dsp:sp modelId="{DDB794B0-3C5E-4DCA-96F3-A6ADB88AF949}">
      <dsp:nvSpPr>
        <dsp:cNvPr id="0" name=""/>
        <dsp:cNvSpPr/>
      </dsp:nvSpPr>
      <dsp:spPr>
        <a:xfrm rot="18289469">
          <a:off x="3555292" y="799587"/>
          <a:ext cx="694642" cy="40390"/>
        </a:xfrm>
        <a:custGeom>
          <a:avLst/>
          <a:gdLst/>
          <a:ahLst/>
          <a:cxnLst/>
          <a:rect l="0" t="0" r="0" b="0"/>
          <a:pathLst>
            <a:path>
              <a:moveTo>
                <a:pt x="0" y="20195"/>
              </a:moveTo>
              <a:lnTo>
                <a:pt x="694642" y="20195"/>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8900">
            <a:lnSpc>
              <a:spcPct val="90000"/>
            </a:lnSpc>
            <a:spcBef>
              <a:spcPct val="0"/>
            </a:spcBef>
            <a:spcAft>
              <a:spcPct val="35000"/>
            </a:spcAft>
            <a:buNone/>
          </a:pPr>
          <a:endParaRPr lang="en-US" sz="200" kern="1200" noProof="0" dirty="0">
            <a:solidFill>
              <a:schemeClr val="accent6">
                <a:lumMod val="50000"/>
              </a:schemeClr>
            </a:solidFill>
          </a:endParaRPr>
        </a:p>
      </dsp:txBody>
      <dsp:txXfrm>
        <a:off x="3885247" y="802416"/>
        <a:ext cx="34732" cy="34732"/>
      </dsp:txXfrm>
    </dsp:sp>
    <dsp:sp modelId="{4BD66DDB-6245-4BAB-A019-E32B2E9DD65E}">
      <dsp:nvSpPr>
        <dsp:cNvPr id="0" name=""/>
        <dsp:cNvSpPr/>
      </dsp:nvSpPr>
      <dsp:spPr>
        <a:xfrm>
          <a:off x="4100956" y="286735"/>
          <a:ext cx="1384988" cy="495857"/>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accent6">
                  <a:lumMod val="50000"/>
                </a:schemeClr>
              </a:solidFill>
            </a:rPr>
            <a:t>Management value (MV)  </a:t>
          </a:r>
        </a:p>
      </dsp:txBody>
      <dsp:txXfrm>
        <a:off x="4115479" y="301258"/>
        <a:ext cx="1355942" cy="466811"/>
      </dsp:txXfrm>
    </dsp:sp>
    <dsp:sp modelId="{9788CB19-A480-4CC9-AA45-DA609E4CF67E}">
      <dsp:nvSpPr>
        <dsp:cNvPr id="0" name=""/>
        <dsp:cNvSpPr/>
      </dsp:nvSpPr>
      <dsp:spPr>
        <a:xfrm rot="19457599">
          <a:off x="5440027" y="371910"/>
          <a:ext cx="488519" cy="40390"/>
        </a:xfrm>
        <a:custGeom>
          <a:avLst/>
          <a:gdLst/>
          <a:ahLst/>
          <a:cxnLst/>
          <a:rect l="0" t="0" r="0" b="0"/>
          <a:pathLst>
            <a:path>
              <a:moveTo>
                <a:pt x="0" y="20195"/>
              </a:moveTo>
              <a:lnTo>
                <a:pt x="488519" y="2019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kern="1200" noProof="0" dirty="0">
            <a:solidFill>
              <a:schemeClr val="accent6">
                <a:lumMod val="50000"/>
              </a:schemeClr>
            </a:solidFill>
          </a:endParaRPr>
        </a:p>
      </dsp:txBody>
      <dsp:txXfrm>
        <a:off x="5672074" y="379892"/>
        <a:ext cx="24425" cy="24425"/>
      </dsp:txXfrm>
    </dsp:sp>
    <dsp:sp modelId="{6BA8BCF8-C22A-4AA0-A9FA-488A18D5147B}">
      <dsp:nvSpPr>
        <dsp:cNvPr id="0" name=""/>
        <dsp:cNvSpPr/>
      </dsp:nvSpPr>
      <dsp:spPr>
        <a:xfrm>
          <a:off x="5882630" y="1617"/>
          <a:ext cx="991714" cy="495857"/>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solidFill>
                <a:schemeClr val="accent6">
                  <a:lumMod val="50000"/>
                </a:schemeClr>
              </a:solidFill>
            </a:rPr>
            <a:t>Tangible </a:t>
          </a:r>
        </a:p>
      </dsp:txBody>
      <dsp:txXfrm>
        <a:off x="5897153" y="16140"/>
        <a:ext cx="962668" cy="466811"/>
      </dsp:txXfrm>
    </dsp:sp>
    <dsp:sp modelId="{4547D6B9-C065-496B-8102-7DFDAE7E99E3}">
      <dsp:nvSpPr>
        <dsp:cNvPr id="0" name=""/>
        <dsp:cNvSpPr/>
      </dsp:nvSpPr>
      <dsp:spPr>
        <a:xfrm rot="2142401">
          <a:off x="5440027" y="657028"/>
          <a:ext cx="488519" cy="40390"/>
        </a:xfrm>
        <a:custGeom>
          <a:avLst/>
          <a:gdLst/>
          <a:ahLst/>
          <a:cxnLst/>
          <a:rect l="0" t="0" r="0" b="0"/>
          <a:pathLst>
            <a:path>
              <a:moveTo>
                <a:pt x="0" y="20195"/>
              </a:moveTo>
              <a:lnTo>
                <a:pt x="488519" y="2019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kern="1200" noProof="0" dirty="0">
            <a:solidFill>
              <a:schemeClr val="accent6">
                <a:lumMod val="50000"/>
              </a:schemeClr>
            </a:solidFill>
          </a:endParaRPr>
        </a:p>
      </dsp:txBody>
      <dsp:txXfrm>
        <a:off x="5672074" y="665010"/>
        <a:ext cx="24425" cy="24425"/>
      </dsp:txXfrm>
    </dsp:sp>
    <dsp:sp modelId="{3E4040EB-FA51-44AD-BC71-66F6CE4C062C}">
      <dsp:nvSpPr>
        <dsp:cNvPr id="0" name=""/>
        <dsp:cNvSpPr/>
      </dsp:nvSpPr>
      <dsp:spPr>
        <a:xfrm>
          <a:off x="5882630" y="571853"/>
          <a:ext cx="991714" cy="495857"/>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622300">
            <a:lnSpc>
              <a:spcPct val="90000"/>
            </a:lnSpc>
            <a:spcBef>
              <a:spcPct val="0"/>
            </a:spcBef>
            <a:spcAft>
              <a:spcPct val="35000"/>
            </a:spcAft>
            <a:buNone/>
          </a:pPr>
          <a:r>
            <a:rPr lang="en-US" sz="1400" kern="1200" noProof="0" dirty="0">
              <a:solidFill>
                <a:schemeClr val="accent6">
                  <a:lumMod val="50000"/>
                </a:schemeClr>
              </a:solidFill>
            </a:rPr>
            <a:t>Intangible</a:t>
          </a:r>
        </a:p>
      </dsp:txBody>
      <dsp:txXfrm>
        <a:off x="5897153" y="586376"/>
        <a:ext cx="962668" cy="466811"/>
      </dsp:txXfrm>
    </dsp:sp>
    <dsp:sp modelId="{247FAD39-F789-4547-8338-CFA0F2054D68}">
      <dsp:nvSpPr>
        <dsp:cNvPr id="0" name=""/>
        <dsp:cNvSpPr/>
      </dsp:nvSpPr>
      <dsp:spPr>
        <a:xfrm rot="3310531">
          <a:off x="3555292" y="1369822"/>
          <a:ext cx="694642" cy="40390"/>
        </a:xfrm>
        <a:custGeom>
          <a:avLst/>
          <a:gdLst/>
          <a:ahLst/>
          <a:cxnLst/>
          <a:rect l="0" t="0" r="0" b="0"/>
          <a:pathLst>
            <a:path>
              <a:moveTo>
                <a:pt x="0" y="20195"/>
              </a:moveTo>
              <a:lnTo>
                <a:pt x="694642" y="20195"/>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kern="1200" noProof="0" dirty="0">
            <a:solidFill>
              <a:schemeClr val="accent6">
                <a:lumMod val="50000"/>
              </a:schemeClr>
            </a:solidFill>
          </a:endParaRPr>
        </a:p>
      </dsp:txBody>
      <dsp:txXfrm>
        <a:off x="3885247" y="1372651"/>
        <a:ext cx="34732" cy="34732"/>
      </dsp:txXfrm>
    </dsp:sp>
    <dsp:sp modelId="{4632F518-D300-4455-8B15-60C08026DC5D}">
      <dsp:nvSpPr>
        <dsp:cNvPr id="0" name=""/>
        <dsp:cNvSpPr/>
      </dsp:nvSpPr>
      <dsp:spPr>
        <a:xfrm>
          <a:off x="4100956" y="1427207"/>
          <a:ext cx="1384988" cy="495857"/>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solidFill>
                <a:schemeClr val="accent6">
                  <a:lumMod val="50000"/>
                </a:schemeClr>
              </a:solidFill>
            </a:rPr>
            <a:t>Social value (SV)</a:t>
          </a:r>
        </a:p>
      </dsp:txBody>
      <dsp:txXfrm>
        <a:off x="4115479" y="1441730"/>
        <a:ext cx="1355942" cy="466811"/>
      </dsp:txXfrm>
    </dsp:sp>
    <dsp:sp modelId="{7C517B1C-E83C-49EA-AFB6-73769CD48705}">
      <dsp:nvSpPr>
        <dsp:cNvPr id="0" name=""/>
        <dsp:cNvSpPr/>
      </dsp:nvSpPr>
      <dsp:spPr>
        <a:xfrm rot="19457599">
          <a:off x="5440027" y="1512381"/>
          <a:ext cx="488519" cy="40390"/>
        </a:xfrm>
        <a:custGeom>
          <a:avLst/>
          <a:gdLst/>
          <a:ahLst/>
          <a:cxnLst/>
          <a:rect l="0" t="0" r="0" b="0"/>
          <a:pathLst>
            <a:path>
              <a:moveTo>
                <a:pt x="0" y="20195"/>
              </a:moveTo>
              <a:lnTo>
                <a:pt x="488519" y="2019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kern="1200" noProof="0" dirty="0">
            <a:solidFill>
              <a:schemeClr val="accent6">
                <a:lumMod val="50000"/>
              </a:schemeClr>
            </a:solidFill>
          </a:endParaRPr>
        </a:p>
      </dsp:txBody>
      <dsp:txXfrm>
        <a:off x="5672074" y="1520363"/>
        <a:ext cx="24425" cy="24425"/>
      </dsp:txXfrm>
    </dsp:sp>
    <dsp:sp modelId="{61F43AFC-27F3-4854-9726-9A1D4E73208C}">
      <dsp:nvSpPr>
        <dsp:cNvPr id="0" name=""/>
        <dsp:cNvSpPr/>
      </dsp:nvSpPr>
      <dsp:spPr>
        <a:xfrm>
          <a:off x="5882630" y="1142089"/>
          <a:ext cx="991714" cy="495857"/>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solidFill>
                <a:schemeClr val="accent6">
                  <a:lumMod val="50000"/>
                </a:schemeClr>
              </a:solidFill>
            </a:rPr>
            <a:t>Tangible </a:t>
          </a:r>
        </a:p>
      </dsp:txBody>
      <dsp:txXfrm>
        <a:off x="5897153" y="1156612"/>
        <a:ext cx="962668" cy="466811"/>
      </dsp:txXfrm>
    </dsp:sp>
    <dsp:sp modelId="{D2837AB7-1721-46C1-97DC-A9BC9C255215}">
      <dsp:nvSpPr>
        <dsp:cNvPr id="0" name=""/>
        <dsp:cNvSpPr/>
      </dsp:nvSpPr>
      <dsp:spPr>
        <a:xfrm rot="2142401">
          <a:off x="5440027" y="1797499"/>
          <a:ext cx="488519" cy="40390"/>
        </a:xfrm>
        <a:custGeom>
          <a:avLst/>
          <a:gdLst/>
          <a:ahLst/>
          <a:cxnLst/>
          <a:rect l="0" t="0" r="0" b="0"/>
          <a:pathLst>
            <a:path>
              <a:moveTo>
                <a:pt x="0" y="20195"/>
              </a:moveTo>
              <a:lnTo>
                <a:pt x="488519" y="2019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US" sz="1100" kern="1200" noProof="0" dirty="0">
            <a:solidFill>
              <a:schemeClr val="accent6">
                <a:lumMod val="50000"/>
              </a:schemeClr>
            </a:solidFill>
          </a:endParaRPr>
        </a:p>
      </dsp:txBody>
      <dsp:txXfrm>
        <a:off x="5672074" y="1805481"/>
        <a:ext cx="24425" cy="24425"/>
      </dsp:txXfrm>
    </dsp:sp>
    <dsp:sp modelId="{146B0A75-2C53-431B-8670-C298C790FF06}">
      <dsp:nvSpPr>
        <dsp:cNvPr id="0" name=""/>
        <dsp:cNvSpPr/>
      </dsp:nvSpPr>
      <dsp:spPr>
        <a:xfrm>
          <a:off x="5882630" y="1712324"/>
          <a:ext cx="991714" cy="495857"/>
        </a:xfrm>
        <a:prstGeom prst="roundRect">
          <a:avLst>
            <a:gd name="adj" fmla="val 10000"/>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solidFill>
                <a:schemeClr val="accent6">
                  <a:lumMod val="50000"/>
                </a:schemeClr>
              </a:solidFill>
            </a:rPr>
            <a:t>Intangible</a:t>
          </a:r>
        </a:p>
      </dsp:txBody>
      <dsp:txXfrm>
        <a:off x="5897153" y="1726847"/>
        <a:ext cx="962668" cy="466811"/>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B52147-68B5-4700-A05D-063F18137076}">
      <dsp:nvSpPr>
        <dsp:cNvPr id="0" name=""/>
        <dsp:cNvSpPr/>
      </dsp:nvSpPr>
      <dsp:spPr>
        <a:xfrm>
          <a:off x="5780133" y="1231637"/>
          <a:ext cx="343813" cy="2681748"/>
        </a:xfrm>
        <a:custGeom>
          <a:avLst/>
          <a:gdLst/>
          <a:ahLst/>
          <a:cxnLst/>
          <a:rect l="0" t="0" r="0" b="0"/>
          <a:pathLst>
            <a:path>
              <a:moveTo>
                <a:pt x="0" y="0"/>
              </a:moveTo>
              <a:lnTo>
                <a:pt x="0" y="2681748"/>
              </a:lnTo>
              <a:lnTo>
                <a:pt x="343813" y="2681748"/>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BCE5AF-982F-47EC-842E-066AF6FBF9B3}">
      <dsp:nvSpPr>
        <dsp:cNvPr id="0" name=""/>
        <dsp:cNvSpPr/>
      </dsp:nvSpPr>
      <dsp:spPr>
        <a:xfrm>
          <a:off x="5780133" y="1231637"/>
          <a:ext cx="343813" cy="1054362"/>
        </a:xfrm>
        <a:custGeom>
          <a:avLst/>
          <a:gdLst/>
          <a:ahLst/>
          <a:cxnLst/>
          <a:rect l="0" t="0" r="0" b="0"/>
          <a:pathLst>
            <a:path>
              <a:moveTo>
                <a:pt x="0" y="0"/>
              </a:moveTo>
              <a:lnTo>
                <a:pt x="0" y="1054362"/>
              </a:lnTo>
              <a:lnTo>
                <a:pt x="343813" y="1054362"/>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B9EE42-A191-4912-84AB-FB1D1E41F55F}">
      <dsp:nvSpPr>
        <dsp:cNvPr id="0" name=""/>
        <dsp:cNvSpPr/>
      </dsp:nvSpPr>
      <dsp:spPr>
        <a:xfrm>
          <a:off x="3006701" y="1231637"/>
          <a:ext cx="343813" cy="2681748"/>
        </a:xfrm>
        <a:custGeom>
          <a:avLst/>
          <a:gdLst/>
          <a:ahLst/>
          <a:cxnLst/>
          <a:rect l="0" t="0" r="0" b="0"/>
          <a:pathLst>
            <a:path>
              <a:moveTo>
                <a:pt x="0" y="0"/>
              </a:moveTo>
              <a:lnTo>
                <a:pt x="0" y="2681748"/>
              </a:lnTo>
              <a:lnTo>
                <a:pt x="343813" y="2681748"/>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08C3F1F-5A5F-4067-A3C6-8D3998DBC9B9}">
      <dsp:nvSpPr>
        <dsp:cNvPr id="0" name=""/>
        <dsp:cNvSpPr/>
      </dsp:nvSpPr>
      <dsp:spPr>
        <a:xfrm>
          <a:off x="3006701" y="1231637"/>
          <a:ext cx="343813" cy="1054362"/>
        </a:xfrm>
        <a:custGeom>
          <a:avLst/>
          <a:gdLst/>
          <a:ahLst/>
          <a:cxnLst/>
          <a:rect l="0" t="0" r="0" b="0"/>
          <a:pathLst>
            <a:path>
              <a:moveTo>
                <a:pt x="0" y="0"/>
              </a:moveTo>
              <a:lnTo>
                <a:pt x="0" y="1054362"/>
              </a:lnTo>
              <a:lnTo>
                <a:pt x="343813" y="1054362"/>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CCDE7C-D2F0-418F-B571-C70C52080562}">
      <dsp:nvSpPr>
        <dsp:cNvPr id="0" name=""/>
        <dsp:cNvSpPr/>
      </dsp:nvSpPr>
      <dsp:spPr>
        <a:xfrm>
          <a:off x="233269" y="1231637"/>
          <a:ext cx="343813" cy="2681748"/>
        </a:xfrm>
        <a:custGeom>
          <a:avLst/>
          <a:gdLst/>
          <a:ahLst/>
          <a:cxnLst/>
          <a:rect l="0" t="0" r="0" b="0"/>
          <a:pathLst>
            <a:path>
              <a:moveTo>
                <a:pt x="0" y="0"/>
              </a:moveTo>
              <a:lnTo>
                <a:pt x="0" y="2681748"/>
              </a:lnTo>
              <a:lnTo>
                <a:pt x="343813" y="2681748"/>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133B33-8ACF-405A-8198-3E31EC62DB5F}">
      <dsp:nvSpPr>
        <dsp:cNvPr id="0" name=""/>
        <dsp:cNvSpPr/>
      </dsp:nvSpPr>
      <dsp:spPr>
        <a:xfrm>
          <a:off x="233269" y="1231637"/>
          <a:ext cx="343813" cy="1054362"/>
        </a:xfrm>
        <a:custGeom>
          <a:avLst/>
          <a:gdLst/>
          <a:ahLst/>
          <a:cxnLst/>
          <a:rect l="0" t="0" r="0" b="0"/>
          <a:pathLst>
            <a:path>
              <a:moveTo>
                <a:pt x="0" y="0"/>
              </a:moveTo>
              <a:lnTo>
                <a:pt x="0" y="1054362"/>
              </a:lnTo>
              <a:lnTo>
                <a:pt x="343813" y="1054362"/>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A3B4BA-ED50-4E41-A4CB-821BD025FE04}">
      <dsp:nvSpPr>
        <dsp:cNvPr id="0" name=""/>
        <dsp:cNvSpPr/>
      </dsp:nvSpPr>
      <dsp:spPr>
        <a:xfrm>
          <a:off x="4059" y="85591"/>
          <a:ext cx="2292092" cy="1146046"/>
        </a:xfrm>
        <a:prstGeom prst="rect">
          <a:avLst/>
        </a:prstGeom>
        <a:solidFill>
          <a:srgbClr val="FF9933"/>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it-IT" sz="2800" kern="1200" noProof="0" dirty="0"/>
            <a:t>SUMMARY</a:t>
          </a:r>
          <a:endParaRPr lang="en-US" sz="2800" kern="1200" noProof="0" dirty="0"/>
        </a:p>
      </dsp:txBody>
      <dsp:txXfrm>
        <a:off x="4059" y="85591"/>
        <a:ext cx="2292092" cy="1146046"/>
      </dsp:txXfrm>
    </dsp:sp>
    <dsp:sp modelId="{B3806EBD-3BE7-47C3-8D10-AAA7F8DB4E7B}">
      <dsp:nvSpPr>
        <dsp:cNvPr id="0" name=""/>
        <dsp:cNvSpPr/>
      </dsp:nvSpPr>
      <dsp:spPr>
        <a:xfrm>
          <a:off x="577083" y="1712976"/>
          <a:ext cx="2292092" cy="1146046"/>
        </a:xfrm>
        <a:prstGeom prst="rect">
          <a:avLst/>
        </a:prstGeom>
        <a:solidFill>
          <a:srgbClr val="FF9933"/>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COST BENEFIT TREE</a:t>
          </a:r>
        </a:p>
      </dsp:txBody>
      <dsp:txXfrm>
        <a:off x="577083" y="1712976"/>
        <a:ext cx="2292092" cy="1146046"/>
      </dsp:txXfrm>
    </dsp:sp>
    <dsp:sp modelId="{0F961E4A-9583-4DDC-BE90-D8C54C0295AA}">
      <dsp:nvSpPr>
        <dsp:cNvPr id="0" name=""/>
        <dsp:cNvSpPr/>
      </dsp:nvSpPr>
      <dsp:spPr>
        <a:xfrm>
          <a:off x="577083" y="3340362"/>
          <a:ext cx="2292092" cy="1146046"/>
        </a:xfrm>
        <a:prstGeom prst="rect">
          <a:avLst/>
        </a:prstGeom>
        <a:solidFill>
          <a:srgbClr val="FF9933"/>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REVIEW QUESTIONS</a:t>
          </a:r>
        </a:p>
      </dsp:txBody>
      <dsp:txXfrm>
        <a:off x="577083" y="3340362"/>
        <a:ext cx="2292092" cy="1146046"/>
      </dsp:txXfrm>
    </dsp:sp>
    <dsp:sp modelId="{D28A3C5F-53A2-4040-8AAD-BB5385B9505C}">
      <dsp:nvSpPr>
        <dsp:cNvPr id="0" name=""/>
        <dsp:cNvSpPr/>
      </dsp:nvSpPr>
      <dsp:spPr>
        <a:xfrm>
          <a:off x="2777492" y="85591"/>
          <a:ext cx="2292092" cy="114604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PROJECT BENEFIT</a:t>
          </a:r>
        </a:p>
      </dsp:txBody>
      <dsp:txXfrm>
        <a:off x="2777492" y="85591"/>
        <a:ext cx="2292092" cy="1146046"/>
      </dsp:txXfrm>
    </dsp:sp>
    <dsp:sp modelId="{392BE293-FC2B-4178-84CD-08BA402A72E1}">
      <dsp:nvSpPr>
        <dsp:cNvPr id="0" name=""/>
        <dsp:cNvSpPr/>
      </dsp:nvSpPr>
      <dsp:spPr>
        <a:xfrm>
          <a:off x="3350515" y="1712976"/>
          <a:ext cx="2292092" cy="114604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BENEFIT MAP</a:t>
          </a:r>
        </a:p>
      </dsp:txBody>
      <dsp:txXfrm>
        <a:off x="3350515" y="1712976"/>
        <a:ext cx="2292092" cy="1146046"/>
      </dsp:txXfrm>
    </dsp:sp>
    <dsp:sp modelId="{024C823E-EC07-44B6-AD65-5CB3603B9105}">
      <dsp:nvSpPr>
        <dsp:cNvPr id="0" name=""/>
        <dsp:cNvSpPr/>
      </dsp:nvSpPr>
      <dsp:spPr>
        <a:xfrm>
          <a:off x="3350515" y="3340362"/>
          <a:ext cx="2292092" cy="114604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SENSITIVITY ANALYSIS</a:t>
          </a:r>
        </a:p>
      </dsp:txBody>
      <dsp:txXfrm>
        <a:off x="3350515" y="3340362"/>
        <a:ext cx="2292092" cy="1146046"/>
      </dsp:txXfrm>
    </dsp:sp>
    <dsp:sp modelId="{2D5CF5AA-5C33-4BC7-8B25-6036976265B9}">
      <dsp:nvSpPr>
        <dsp:cNvPr id="0" name=""/>
        <dsp:cNvSpPr/>
      </dsp:nvSpPr>
      <dsp:spPr>
        <a:xfrm>
          <a:off x="5550924" y="85591"/>
          <a:ext cx="2292092" cy="114604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PROJECT COST</a:t>
          </a:r>
        </a:p>
      </dsp:txBody>
      <dsp:txXfrm>
        <a:off x="5550924" y="85591"/>
        <a:ext cx="2292092" cy="1146046"/>
      </dsp:txXfrm>
    </dsp:sp>
    <dsp:sp modelId="{721D71C9-DE86-4CD5-A2B3-7B21075CE30B}">
      <dsp:nvSpPr>
        <dsp:cNvPr id="0" name=""/>
        <dsp:cNvSpPr/>
      </dsp:nvSpPr>
      <dsp:spPr>
        <a:xfrm>
          <a:off x="6123947" y="1712976"/>
          <a:ext cx="2292092" cy="114604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COST MAP</a:t>
          </a:r>
        </a:p>
      </dsp:txBody>
      <dsp:txXfrm>
        <a:off x="6123947" y="1712976"/>
        <a:ext cx="2292092" cy="1146046"/>
      </dsp:txXfrm>
    </dsp:sp>
    <dsp:sp modelId="{72E36BE1-7AD3-49A2-9919-E890DF2A04E7}">
      <dsp:nvSpPr>
        <dsp:cNvPr id="0" name=""/>
        <dsp:cNvSpPr/>
      </dsp:nvSpPr>
      <dsp:spPr>
        <a:xfrm>
          <a:off x="6123947" y="3340362"/>
          <a:ext cx="2292092" cy="114604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SENSITIVITY ANALYSIS</a:t>
          </a:r>
        </a:p>
      </dsp:txBody>
      <dsp:txXfrm>
        <a:off x="6123947" y="3340362"/>
        <a:ext cx="2292092" cy="1146046"/>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C488C0-6AC0-4D53-ACA3-A1EA50BB9FD8}">
      <dsp:nvSpPr>
        <dsp:cNvPr id="0" name=""/>
        <dsp:cNvSpPr/>
      </dsp:nvSpPr>
      <dsp:spPr>
        <a:xfrm>
          <a:off x="8581609" y="2669001"/>
          <a:ext cx="131546" cy="1648715"/>
        </a:xfrm>
        <a:custGeom>
          <a:avLst/>
          <a:gdLst/>
          <a:ahLst/>
          <a:cxnLst/>
          <a:rect l="0" t="0" r="0" b="0"/>
          <a:pathLst>
            <a:path>
              <a:moveTo>
                <a:pt x="0" y="0"/>
              </a:moveTo>
              <a:lnTo>
                <a:pt x="0" y="1648715"/>
              </a:lnTo>
              <a:lnTo>
                <a:pt x="131546" y="164871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595A5D-3ED8-4596-98F3-6D41B047A3A8}">
      <dsp:nvSpPr>
        <dsp:cNvPr id="0" name=""/>
        <dsp:cNvSpPr/>
      </dsp:nvSpPr>
      <dsp:spPr>
        <a:xfrm>
          <a:off x="8581609" y="2669001"/>
          <a:ext cx="131546" cy="1026062"/>
        </a:xfrm>
        <a:custGeom>
          <a:avLst/>
          <a:gdLst/>
          <a:ahLst/>
          <a:cxnLst/>
          <a:rect l="0" t="0" r="0" b="0"/>
          <a:pathLst>
            <a:path>
              <a:moveTo>
                <a:pt x="0" y="0"/>
              </a:moveTo>
              <a:lnTo>
                <a:pt x="0" y="1026062"/>
              </a:lnTo>
              <a:lnTo>
                <a:pt x="131546" y="1026062"/>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9C80F3-7EB4-4EAE-840A-26172EDAD41C}">
      <dsp:nvSpPr>
        <dsp:cNvPr id="0" name=""/>
        <dsp:cNvSpPr/>
      </dsp:nvSpPr>
      <dsp:spPr>
        <a:xfrm>
          <a:off x="8581609" y="2669001"/>
          <a:ext cx="131546" cy="403409"/>
        </a:xfrm>
        <a:custGeom>
          <a:avLst/>
          <a:gdLst/>
          <a:ahLst/>
          <a:cxnLst/>
          <a:rect l="0" t="0" r="0" b="0"/>
          <a:pathLst>
            <a:path>
              <a:moveTo>
                <a:pt x="0" y="0"/>
              </a:moveTo>
              <a:lnTo>
                <a:pt x="0" y="403409"/>
              </a:lnTo>
              <a:lnTo>
                <a:pt x="131546" y="403409"/>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5F68FE-3CC3-422E-B2E0-B52D4DA116C9}">
      <dsp:nvSpPr>
        <dsp:cNvPr id="0" name=""/>
        <dsp:cNvSpPr/>
      </dsp:nvSpPr>
      <dsp:spPr>
        <a:xfrm>
          <a:off x="8470592" y="2042147"/>
          <a:ext cx="461806" cy="188365"/>
        </a:xfrm>
        <a:custGeom>
          <a:avLst/>
          <a:gdLst/>
          <a:ahLst/>
          <a:cxnLst/>
          <a:rect l="0" t="0" r="0" b="0"/>
          <a:pathLst>
            <a:path>
              <a:moveTo>
                <a:pt x="0" y="0"/>
              </a:moveTo>
              <a:lnTo>
                <a:pt x="0" y="96283"/>
              </a:lnTo>
              <a:lnTo>
                <a:pt x="461806" y="96283"/>
              </a:lnTo>
              <a:lnTo>
                <a:pt x="461806" y="18836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E7E8CDB-3182-4F7D-B0D1-BE0B8668BF24}">
      <dsp:nvSpPr>
        <dsp:cNvPr id="0" name=""/>
        <dsp:cNvSpPr/>
      </dsp:nvSpPr>
      <dsp:spPr>
        <a:xfrm>
          <a:off x="7520467" y="2669001"/>
          <a:ext cx="131546" cy="1648715"/>
        </a:xfrm>
        <a:custGeom>
          <a:avLst/>
          <a:gdLst/>
          <a:ahLst/>
          <a:cxnLst/>
          <a:rect l="0" t="0" r="0" b="0"/>
          <a:pathLst>
            <a:path>
              <a:moveTo>
                <a:pt x="0" y="0"/>
              </a:moveTo>
              <a:lnTo>
                <a:pt x="0" y="1648715"/>
              </a:lnTo>
              <a:lnTo>
                <a:pt x="131546" y="164871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073CB3B-60AE-43CD-AA07-80B0C6A99FAF}">
      <dsp:nvSpPr>
        <dsp:cNvPr id="0" name=""/>
        <dsp:cNvSpPr/>
      </dsp:nvSpPr>
      <dsp:spPr>
        <a:xfrm>
          <a:off x="7520467" y="2669001"/>
          <a:ext cx="131546" cy="1026062"/>
        </a:xfrm>
        <a:custGeom>
          <a:avLst/>
          <a:gdLst/>
          <a:ahLst/>
          <a:cxnLst/>
          <a:rect l="0" t="0" r="0" b="0"/>
          <a:pathLst>
            <a:path>
              <a:moveTo>
                <a:pt x="0" y="0"/>
              </a:moveTo>
              <a:lnTo>
                <a:pt x="0" y="1026062"/>
              </a:lnTo>
              <a:lnTo>
                <a:pt x="131546" y="1026062"/>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B40934C-B2A6-47A7-9D3B-94EF8C82922D}">
      <dsp:nvSpPr>
        <dsp:cNvPr id="0" name=""/>
        <dsp:cNvSpPr/>
      </dsp:nvSpPr>
      <dsp:spPr>
        <a:xfrm>
          <a:off x="7520467" y="2669001"/>
          <a:ext cx="131546" cy="403409"/>
        </a:xfrm>
        <a:custGeom>
          <a:avLst/>
          <a:gdLst/>
          <a:ahLst/>
          <a:cxnLst/>
          <a:rect l="0" t="0" r="0" b="0"/>
          <a:pathLst>
            <a:path>
              <a:moveTo>
                <a:pt x="0" y="0"/>
              </a:moveTo>
              <a:lnTo>
                <a:pt x="0" y="403409"/>
              </a:lnTo>
              <a:lnTo>
                <a:pt x="131546" y="403409"/>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D90786-AE6E-4D20-BA37-7BB32E0DE43B}">
      <dsp:nvSpPr>
        <dsp:cNvPr id="0" name=""/>
        <dsp:cNvSpPr/>
      </dsp:nvSpPr>
      <dsp:spPr>
        <a:xfrm>
          <a:off x="7871258" y="2042147"/>
          <a:ext cx="599334" cy="188365"/>
        </a:xfrm>
        <a:custGeom>
          <a:avLst/>
          <a:gdLst/>
          <a:ahLst/>
          <a:cxnLst/>
          <a:rect l="0" t="0" r="0" b="0"/>
          <a:pathLst>
            <a:path>
              <a:moveTo>
                <a:pt x="599334" y="0"/>
              </a:moveTo>
              <a:lnTo>
                <a:pt x="599334" y="96283"/>
              </a:lnTo>
              <a:lnTo>
                <a:pt x="0" y="96283"/>
              </a:lnTo>
              <a:lnTo>
                <a:pt x="0" y="18836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845334-8CF7-4B92-AC9D-B1018AA497BD}">
      <dsp:nvSpPr>
        <dsp:cNvPr id="0" name=""/>
        <dsp:cNvSpPr/>
      </dsp:nvSpPr>
      <dsp:spPr>
        <a:xfrm>
          <a:off x="7262855" y="1423695"/>
          <a:ext cx="1207736" cy="179964"/>
        </a:xfrm>
        <a:custGeom>
          <a:avLst/>
          <a:gdLst/>
          <a:ahLst/>
          <a:cxnLst/>
          <a:rect l="0" t="0" r="0" b="0"/>
          <a:pathLst>
            <a:path>
              <a:moveTo>
                <a:pt x="0" y="0"/>
              </a:moveTo>
              <a:lnTo>
                <a:pt x="0" y="87881"/>
              </a:lnTo>
              <a:lnTo>
                <a:pt x="1207736" y="87881"/>
              </a:lnTo>
              <a:lnTo>
                <a:pt x="1207736" y="179964"/>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C3A9FD-30D6-4129-8960-7E587443F938}">
      <dsp:nvSpPr>
        <dsp:cNvPr id="0" name=""/>
        <dsp:cNvSpPr/>
      </dsp:nvSpPr>
      <dsp:spPr>
        <a:xfrm>
          <a:off x="6482369" y="2664800"/>
          <a:ext cx="91440" cy="1030263"/>
        </a:xfrm>
        <a:custGeom>
          <a:avLst/>
          <a:gdLst/>
          <a:ahLst/>
          <a:cxnLst/>
          <a:rect l="0" t="0" r="0" b="0"/>
          <a:pathLst>
            <a:path>
              <a:moveTo>
                <a:pt x="45720" y="0"/>
              </a:moveTo>
              <a:lnTo>
                <a:pt x="45720" y="1030263"/>
              </a:lnTo>
              <a:lnTo>
                <a:pt x="108502" y="1030263"/>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72B140-51F0-46FE-BFE2-532D197DBEE5}">
      <dsp:nvSpPr>
        <dsp:cNvPr id="0" name=""/>
        <dsp:cNvSpPr/>
      </dsp:nvSpPr>
      <dsp:spPr>
        <a:xfrm>
          <a:off x="6482369" y="2664800"/>
          <a:ext cx="91440" cy="407609"/>
        </a:xfrm>
        <a:custGeom>
          <a:avLst/>
          <a:gdLst/>
          <a:ahLst/>
          <a:cxnLst/>
          <a:rect l="0" t="0" r="0" b="0"/>
          <a:pathLst>
            <a:path>
              <a:moveTo>
                <a:pt x="45720" y="0"/>
              </a:moveTo>
              <a:lnTo>
                <a:pt x="45720" y="407609"/>
              </a:lnTo>
              <a:lnTo>
                <a:pt x="108502" y="407609"/>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6B1680-C04B-4CA3-BE2D-5EEE4F0D0E77}">
      <dsp:nvSpPr>
        <dsp:cNvPr id="0" name=""/>
        <dsp:cNvSpPr/>
      </dsp:nvSpPr>
      <dsp:spPr>
        <a:xfrm>
          <a:off x="6123882" y="2046348"/>
          <a:ext cx="754997" cy="179964"/>
        </a:xfrm>
        <a:custGeom>
          <a:avLst/>
          <a:gdLst/>
          <a:ahLst/>
          <a:cxnLst/>
          <a:rect l="0" t="0" r="0" b="0"/>
          <a:pathLst>
            <a:path>
              <a:moveTo>
                <a:pt x="0" y="0"/>
              </a:moveTo>
              <a:lnTo>
                <a:pt x="0" y="87881"/>
              </a:lnTo>
              <a:lnTo>
                <a:pt x="754997" y="87881"/>
              </a:lnTo>
              <a:lnTo>
                <a:pt x="754997" y="179964"/>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861590-D782-4F2C-A48D-CD7B36553041}">
      <dsp:nvSpPr>
        <dsp:cNvPr id="0" name=""/>
        <dsp:cNvSpPr/>
      </dsp:nvSpPr>
      <dsp:spPr>
        <a:xfrm>
          <a:off x="5437648" y="2669001"/>
          <a:ext cx="599334" cy="179964"/>
        </a:xfrm>
        <a:custGeom>
          <a:avLst/>
          <a:gdLst/>
          <a:ahLst/>
          <a:cxnLst/>
          <a:rect l="0" t="0" r="0" b="0"/>
          <a:pathLst>
            <a:path>
              <a:moveTo>
                <a:pt x="0" y="0"/>
              </a:moveTo>
              <a:lnTo>
                <a:pt x="0" y="87881"/>
              </a:lnTo>
              <a:lnTo>
                <a:pt x="599334" y="87881"/>
              </a:lnTo>
              <a:lnTo>
                <a:pt x="599334" y="179964"/>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09632E-25A0-4E75-9FED-01071F089807}">
      <dsp:nvSpPr>
        <dsp:cNvPr id="0" name=""/>
        <dsp:cNvSpPr/>
      </dsp:nvSpPr>
      <dsp:spPr>
        <a:xfrm>
          <a:off x="4579331" y="3287453"/>
          <a:ext cx="91440" cy="1030263"/>
        </a:xfrm>
        <a:custGeom>
          <a:avLst/>
          <a:gdLst/>
          <a:ahLst/>
          <a:cxnLst/>
          <a:rect l="0" t="0" r="0" b="0"/>
          <a:pathLst>
            <a:path>
              <a:moveTo>
                <a:pt x="45720" y="0"/>
              </a:moveTo>
              <a:lnTo>
                <a:pt x="45720" y="1030263"/>
              </a:lnTo>
              <a:lnTo>
                <a:pt x="108502" y="1030263"/>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C6E247-F0F2-408B-9D0B-CB704677DD1F}">
      <dsp:nvSpPr>
        <dsp:cNvPr id="0" name=""/>
        <dsp:cNvSpPr/>
      </dsp:nvSpPr>
      <dsp:spPr>
        <a:xfrm>
          <a:off x="4625051" y="3287453"/>
          <a:ext cx="131546" cy="403409"/>
        </a:xfrm>
        <a:custGeom>
          <a:avLst/>
          <a:gdLst/>
          <a:ahLst/>
          <a:cxnLst/>
          <a:rect l="0" t="0" r="0" b="0"/>
          <a:pathLst>
            <a:path>
              <a:moveTo>
                <a:pt x="0" y="0"/>
              </a:moveTo>
              <a:lnTo>
                <a:pt x="0" y="403409"/>
              </a:lnTo>
              <a:lnTo>
                <a:pt x="131546" y="403409"/>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85C1B7-C97A-43E7-8DA2-B5346012AA14}">
      <dsp:nvSpPr>
        <dsp:cNvPr id="0" name=""/>
        <dsp:cNvSpPr/>
      </dsp:nvSpPr>
      <dsp:spPr>
        <a:xfrm>
          <a:off x="4975841" y="2669001"/>
          <a:ext cx="461806" cy="179964"/>
        </a:xfrm>
        <a:custGeom>
          <a:avLst/>
          <a:gdLst/>
          <a:ahLst/>
          <a:cxnLst/>
          <a:rect l="0" t="0" r="0" b="0"/>
          <a:pathLst>
            <a:path>
              <a:moveTo>
                <a:pt x="461806" y="0"/>
              </a:moveTo>
              <a:lnTo>
                <a:pt x="461806" y="87881"/>
              </a:lnTo>
              <a:lnTo>
                <a:pt x="0" y="87881"/>
              </a:lnTo>
              <a:lnTo>
                <a:pt x="0" y="179964"/>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34D6E0-9E66-4D8C-B24F-7A1B13AF77E0}">
      <dsp:nvSpPr>
        <dsp:cNvPr id="0" name=""/>
        <dsp:cNvSpPr/>
      </dsp:nvSpPr>
      <dsp:spPr>
        <a:xfrm>
          <a:off x="5437648" y="2046348"/>
          <a:ext cx="686234" cy="184165"/>
        </a:xfrm>
        <a:custGeom>
          <a:avLst/>
          <a:gdLst/>
          <a:ahLst/>
          <a:cxnLst/>
          <a:rect l="0" t="0" r="0" b="0"/>
          <a:pathLst>
            <a:path>
              <a:moveTo>
                <a:pt x="686234" y="0"/>
              </a:moveTo>
              <a:lnTo>
                <a:pt x="686234" y="92082"/>
              </a:lnTo>
              <a:lnTo>
                <a:pt x="0" y="92082"/>
              </a:lnTo>
              <a:lnTo>
                <a:pt x="0" y="18416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401D9D-9864-4C6B-9C34-E03E4C255748}">
      <dsp:nvSpPr>
        <dsp:cNvPr id="0" name=""/>
        <dsp:cNvSpPr/>
      </dsp:nvSpPr>
      <dsp:spPr>
        <a:xfrm>
          <a:off x="6123882" y="1423695"/>
          <a:ext cx="1138973" cy="184165"/>
        </a:xfrm>
        <a:custGeom>
          <a:avLst/>
          <a:gdLst/>
          <a:ahLst/>
          <a:cxnLst/>
          <a:rect l="0" t="0" r="0" b="0"/>
          <a:pathLst>
            <a:path>
              <a:moveTo>
                <a:pt x="1138973" y="0"/>
              </a:moveTo>
              <a:lnTo>
                <a:pt x="1138973" y="92082"/>
              </a:lnTo>
              <a:lnTo>
                <a:pt x="0" y="92082"/>
              </a:lnTo>
              <a:lnTo>
                <a:pt x="0" y="18416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F99F43-8134-4948-8885-685DEB7B3547}">
      <dsp:nvSpPr>
        <dsp:cNvPr id="0" name=""/>
        <dsp:cNvSpPr/>
      </dsp:nvSpPr>
      <dsp:spPr>
        <a:xfrm>
          <a:off x="4648918" y="801041"/>
          <a:ext cx="2613937" cy="184165"/>
        </a:xfrm>
        <a:custGeom>
          <a:avLst/>
          <a:gdLst/>
          <a:ahLst/>
          <a:cxnLst/>
          <a:rect l="0" t="0" r="0" b="0"/>
          <a:pathLst>
            <a:path>
              <a:moveTo>
                <a:pt x="0" y="0"/>
              </a:moveTo>
              <a:lnTo>
                <a:pt x="0" y="92082"/>
              </a:lnTo>
              <a:lnTo>
                <a:pt x="2613937" y="92082"/>
              </a:lnTo>
              <a:lnTo>
                <a:pt x="2613937" y="184165"/>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FC6AFC-9FB3-43F0-963F-DCEC2BD04B5A}">
      <dsp:nvSpPr>
        <dsp:cNvPr id="0" name=""/>
        <dsp:cNvSpPr/>
      </dsp:nvSpPr>
      <dsp:spPr>
        <a:xfrm>
          <a:off x="3298945" y="2042147"/>
          <a:ext cx="91440" cy="2898222"/>
        </a:xfrm>
        <a:custGeom>
          <a:avLst/>
          <a:gdLst/>
          <a:ahLst/>
          <a:cxnLst/>
          <a:rect l="0" t="0" r="0" b="0"/>
          <a:pathLst>
            <a:path>
              <a:moveTo>
                <a:pt x="45720" y="0"/>
              </a:moveTo>
              <a:lnTo>
                <a:pt x="45720" y="2898222"/>
              </a:lnTo>
              <a:lnTo>
                <a:pt x="108502" y="2898222"/>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2B5459-5D73-4D3D-91C4-9AD101FA5E57}">
      <dsp:nvSpPr>
        <dsp:cNvPr id="0" name=""/>
        <dsp:cNvSpPr/>
      </dsp:nvSpPr>
      <dsp:spPr>
        <a:xfrm>
          <a:off x="3298945" y="2042147"/>
          <a:ext cx="91440" cy="2275569"/>
        </a:xfrm>
        <a:custGeom>
          <a:avLst/>
          <a:gdLst/>
          <a:ahLst/>
          <a:cxnLst/>
          <a:rect l="0" t="0" r="0" b="0"/>
          <a:pathLst>
            <a:path>
              <a:moveTo>
                <a:pt x="45720" y="0"/>
              </a:moveTo>
              <a:lnTo>
                <a:pt x="45720" y="2275569"/>
              </a:lnTo>
              <a:lnTo>
                <a:pt x="108502" y="2275569"/>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0ABB879-25C5-4214-B504-117B584C155B}">
      <dsp:nvSpPr>
        <dsp:cNvPr id="0" name=""/>
        <dsp:cNvSpPr/>
      </dsp:nvSpPr>
      <dsp:spPr>
        <a:xfrm>
          <a:off x="3298945" y="2042147"/>
          <a:ext cx="91440" cy="1652916"/>
        </a:xfrm>
        <a:custGeom>
          <a:avLst/>
          <a:gdLst/>
          <a:ahLst/>
          <a:cxnLst/>
          <a:rect l="0" t="0" r="0" b="0"/>
          <a:pathLst>
            <a:path>
              <a:moveTo>
                <a:pt x="45720" y="0"/>
              </a:moveTo>
              <a:lnTo>
                <a:pt x="45720" y="1652916"/>
              </a:lnTo>
              <a:lnTo>
                <a:pt x="108502" y="1652916"/>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4AE582E-FC3E-4AAF-A604-879BBBB38A95}">
      <dsp:nvSpPr>
        <dsp:cNvPr id="0" name=""/>
        <dsp:cNvSpPr/>
      </dsp:nvSpPr>
      <dsp:spPr>
        <a:xfrm>
          <a:off x="3298945" y="2042147"/>
          <a:ext cx="91440" cy="1030263"/>
        </a:xfrm>
        <a:custGeom>
          <a:avLst/>
          <a:gdLst/>
          <a:ahLst/>
          <a:cxnLst/>
          <a:rect l="0" t="0" r="0" b="0"/>
          <a:pathLst>
            <a:path>
              <a:moveTo>
                <a:pt x="45720" y="0"/>
              </a:moveTo>
              <a:lnTo>
                <a:pt x="45720" y="1030263"/>
              </a:lnTo>
              <a:lnTo>
                <a:pt x="108502" y="1030263"/>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98178AB-D0B2-4695-B46C-3B1AF941F46D}">
      <dsp:nvSpPr>
        <dsp:cNvPr id="0" name=""/>
        <dsp:cNvSpPr/>
      </dsp:nvSpPr>
      <dsp:spPr>
        <a:xfrm>
          <a:off x="3298945" y="2042147"/>
          <a:ext cx="91440" cy="407609"/>
        </a:xfrm>
        <a:custGeom>
          <a:avLst/>
          <a:gdLst/>
          <a:ahLst/>
          <a:cxnLst/>
          <a:rect l="0" t="0" r="0" b="0"/>
          <a:pathLst>
            <a:path>
              <a:moveTo>
                <a:pt x="45720" y="0"/>
              </a:moveTo>
              <a:lnTo>
                <a:pt x="45720" y="407609"/>
              </a:lnTo>
              <a:lnTo>
                <a:pt x="108502" y="407609"/>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DDBB38-68F0-4317-9F77-306B5A4D0568}">
      <dsp:nvSpPr>
        <dsp:cNvPr id="0" name=""/>
        <dsp:cNvSpPr/>
      </dsp:nvSpPr>
      <dsp:spPr>
        <a:xfrm>
          <a:off x="2103744" y="1419494"/>
          <a:ext cx="1591712" cy="184165"/>
        </a:xfrm>
        <a:custGeom>
          <a:avLst/>
          <a:gdLst/>
          <a:ahLst/>
          <a:cxnLst/>
          <a:rect l="0" t="0" r="0" b="0"/>
          <a:pathLst>
            <a:path>
              <a:moveTo>
                <a:pt x="0" y="0"/>
              </a:moveTo>
              <a:lnTo>
                <a:pt x="0" y="92082"/>
              </a:lnTo>
              <a:lnTo>
                <a:pt x="1591712" y="92082"/>
              </a:lnTo>
              <a:lnTo>
                <a:pt x="1591712" y="18416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98790C-149B-4698-BA8C-D7134D2063DB}">
      <dsp:nvSpPr>
        <dsp:cNvPr id="0" name=""/>
        <dsp:cNvSpPr/>
      </dsp:nvSpPr>
      <dsp:spPr>
        <a:xfrm>
          <a:off x="2287225" y="2039108"/>
          <a:ext cx="127845" cy="1651754"/>
        </a:xfrm>
        <a:custGeom>
          <a:avLst/>
          <a:gdLst/>
          <a:ahLst/>
          <a:cxnLst/>
          <a:rect l="0" t="0" r="0" b="0"/>
          <a:pathLst>
            <a:path>
              <a:moveTo>
                <a:pt x="0" y="0"/>
              </a:moveTo>
              <a:lnTo>
                <a:pt x="0" y="1651754"/>
              </a:lnTo>
              <a:lnTo>
                <a:pt x="127845" y="1651754"/>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66A192-41BF-4B05-9C2B-3184310FF5C6}">
      <dsp:nvSpPr>
        <dsp:cNvPr id="0" name=""/>
        <dsp:cNvSpPr/>
      </dsp:nvSpPr>
      <dsp:spPr>
        <a:xfrm>
          <a:off x="2287225" y="2039108"/>
          <a:ext cx="127845" cy="1029101"/>
        </a:xfrm>
        <a:custGeom>
          <a:avLst/>
          <a:gdLst/>
          <a:ahLst/>
          <a:cxnLst/>
          <a:rect l="0" t="0" r="0" b="0"/>
          <a:pathLst>
            <a:path>
              <a:moveTo>
                <a:pt x="0" y="0"/>
              </a:moveTo>
              <a:lnTo>
                <a:pt x="0" y="1029101"/>
              </a:lnTo>
              <a:lnTo>
                <a:pt x="127845" y="1029101"/>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58471-3416-48AF-94C0-257C660D6C30}">
      <dsp:nvSpPr>
        <dsp:cNvPr id="0" name=""/>
        <dsp:cNvSpPr/>
      </dsp:nvSpPr>
      <dsp:spPr>
        <a:xfrm>
          <a:off x="2287225" y="2039108"/>
          <a:ext cx="127845" cy="406447"/>
        </a:xfrm>
        <a:custGeom>
          <a:avLst/>
          <a:gdLst/>
          <a:ahLst/>
          <a:cxnLst/>
          <a:rect l="0" t="0" r="0" b="0"/>
          <a:pathLst>
            <a:path>
              <a:moveTo>
                <a:pt x="0" y="0"/>
              </a:moveTo>
              <a:lnTo>
                <a:pt x="0" y="406447"/>
              </a:lnTo>
              <a:lnTo>
                <a:pt x="127845" y="406447"/>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B6250D-A994-4B68-83F5-3A299E01BCF0}">
      <dsp:nvSpPr>
        <dsp:cNvPr id="0" name=""/>
        <dsp:cNvSpPr/>
      </dsp:nvSpPr>
      <dsp:spPr>
        <a:xfrm>
          <a:off x="2103744" y="1419494"/>
          <a:ext cx="534271" cy="181126"/>
        </a:xfrm>
        <a:custGeom>
          <a:avLst/>
          <a:gdLst/>
          <a:ahLst/>
          <a:cxnLst/>
          <a:rect l="0" t="0" r="0" b="0"/>
          <a:pathLst>
            <a:path>
              <a:moveTo>
                <a:pt x="0" y="0"/>
              </a:moveTo>
              <a:lnTo>
                <a:pt x="0" y="89043"/>
              </a:lnTo>
              <a:lnTo>
                <a:pt x="534271" y="89043"/>
              </a:lnTo>
              <a:lnTo>
                <a:pt x="534271" y="181126"/>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D331E9-EB87-4B3B-B27A-4328BDFD50F6}">
      <dsp:nvSpPr>
        <dsp:cNvPr id="0" name=""/>
        <dsp:cNvSpPr/>
      </dsp:nvSpPr>
      <dsp:spPr>
        <a:xfrm>
          <a:off x="1222382" y="2042147"/>
          <a:ext cx="131546" cy="2271368"/>
        </a:xfrm>
        <a:custGeom>
          <a:avLst/>
          <a:gdLst/>
          <a:ahLst/>
          <a:cxnLst/>
          <a:rect l="0" t="0" r="0" b="0"/>
          <a:pathLst>
            <a:path>
              <a:moveTo>
                <a:pt x="0" y="0"/>
              </a:moveTo>
              <a:lnTo>
                <a:pt x="0" y="2271368"/>
              </a:lnTo>
              <a:lnTo>
                <a:pt x="131546" y="2271368"/>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4D6337-DC10-4A2A-B856-314A41E612E8}">
      <dsp:nvSpPr>
        <dsp:cNvPr id="0" name=""/>
        <dsp:cNvSpPr/>
      </dsp:nvSpPr>
      <dsp:spPr>
        <a:xfrm>
          <a:off x="1222382" y="2042147"/>
          <a:ext cx="131546" cy="1648715"/>
        </a:xfrm>
        <a:custGeom>
          <a:avLst/>
          <a:gdLst/>
          <a:ahLst/>
          <a:cxnLst/>
          <a:rect l="0" t="0" r="0" b="0"/>
          <a:pathLst>
            <a:path>
              <a:moveTo>
                <a:pt x="0" y="0"/>
              </a:moveTo>
              <a:lnTo>
                <a:pt x="0" y="1648715"/>
              </a:lnTo>
              <a:lnTo>
                <a:pt x="131546" y="164871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D855C7-600A-499D-B0A8-DE9BCE52E531}">
      <dsp:nvSpPr>
        <dsp:cNvPr id="0" name=""/>
        <dsp:cNvSpPr/>
      </dsp:nvSpPr>
      <dsp:spPr>
        <a:xfrm>
          <a:off x="1222382" y="2042147"/>
          <a:ext cx="131546" cy="1026062"/>
        </a:xfrm>
        <a:custGeom>
          <a:avLst/>
          <a:gdLst/>
          <a:ahLst/>
          <a:cxnLst/>
          <a:rect l="0" t="0" r="0" b="0"/>
          <a:pathLst>
            <a:path>
              <a:moveTo>
                <a:pt x="0" y="0"/>
              </a:moveTo>
              <a:lnTo>
                <a:pt x="0" y="1026062"/>
              </a:lnTo>
              <a:lnTo>
                <a:pt x="131546" y="1026062"/>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333CFF-6E7D-4480-9D2E-94A4A14EE4E1}">
      <dsp:nvSpPr>
        <dsp:cNvPr id="0" name=""/>
        <dsp:cNvSpPr/>
      </dsp:nvSpPr>
      <dsp:spPr>
        <a:xfrm>
          <a:off x="1222382" y="2042147"/>
          <a:ext cx="131546" cy="403409"/>
        </a:xfrm>
        <a:custGeom>
          <a:avLst/>
          <a:gdLst/>
          <a:ahLst/>
          <a:cxnLst/>
          <a:rect l="0" t="0" r="0" b="0"/>
          <a:pathLst>
            <a:path>
              <a:moveTo>
                <a:pt x="0" y="0"/>
              </a:moveTo>
              <a:lnTo>
                <a:pt x="0" y="403409"/>
              </a:lnTo>
              <a:lnTo>
                <a:pt x="131546" y="403409"/>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5206AE-36DB-43EE-84F3-AFB823AA6253}">
      <dsp:nvSpPr>
        <dsp:cNvPr id="0" name=""/>
        <dsp:cNvSpPr/>
      </dsp:nvSpPr>
      <dsp:spPr>
        <a:xfrm>
          <a:off x="1573173" y="1419494"/>
          <a:ext cx="530570" cy="184165"/>
        </a:xfrm>
        <a:custGeom>
          <a:avLst/>
          <a:gdLst/>
          <a:ahLst/>
          <a:cxnLst/>
          <a:rect l="0" t="0" r="0" b="0"/>
          <a:pathLst>
            <a:path>
              <a:moveTo>
                <a:pt x="530570" y="0"/>
              </a:moveTo>
              <a:lnTo>
                <a:pt x="530570" y="92082"/>
              </a:lnTo>
              <a:lnTo>
                <a:pt x="0" y="92082"/>
              </a:lnTo>
              <a:lnTo>
                <a:pt x="0" y="18416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CF9883-6932-443B-BE67-EA6070F735FC}">
      <dsp:nvSpPr>
        <dsp:cNvPr id="0" name=""/>
        <dsp:cNvSpPr/>
      </dsp:nvSpPr>
      <dsp:spPr>
        <a:xfrm>
          <a:off x="512032" y="1419494"/>
          <a:ext cx="1591712" cy="184165"/>
        </a:xfrm>
        <a:custGeom>
          <a:avLst/>
          <a:gdLst/>
          <a:ahLst/>
          <a:cxnLst/>
          <a:rect l="0" t="0" r="0" b="0"/>
          <a:pathLst>
            <a:path>
              <a:moveTo>
                <a:pt x="1591712" y="0"/>
              </a:moveTo>
              <a:lnTo>
                <a:pt x="1591712" y="92082"/>
              </a:lnTo>
              <a:lnTo>
                <a:pt x="0" y="92082"/>
              </a:lnTo>
              <a:lnTo>
                <a:pt x="0" y="18416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AEA247-2D24-4316-BC29-C9CE269EF544}">
      <dsp:nvSpPr>
        <dsp:cNvPr id="0" name=""/>
        <dsp:cNvSpPr/>
      </dsp:nvSpPr>
      <dsp:spPr>
        <a:xfrm>
          <a:off x="2103744" y="801041"/>
          <a:ext cx="2545173" cy="179964"/>
        </a:xfrm>
        <a:custGeom>
          <a:avLst/>
          <a:gdLst/>
          <a:ahLst/>
          <a:cxnLst/>
          <a:rect l="0" t="0" r="0" b="0"/>
          <a:pathLst>
            <a:path>
              <a:moveTo>
                <a:pt x="2545173" y="0"/>
              </a:moveTo>
              <a:lnTo>
                <a:pt x="2545173" y="87881"/>
              </a:lnTo>
              <a:lnTo>
                <a:pt x="0" y="87881"/>
              </a:lnTo>
              <a:lnTo>
                <a:pt x="0" y="179964"/>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6042C5-B308-416A-8918-53173A1200FB}">
      <dsp:nvSpPr>
        <dsp:cNvPr id="0" name=""/>
        <dsp:cNvSpPr/>
      </dsp:nvSpPr>
      <dsp:spPr>
        <a:xfrm>
          <a:off x="4210429" y="362553"/>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Total balance </a:t>
          </a:r>
        </a:p>
      </dsp:txBody>
      <dsp:txXfrm>
        <a:off x="4210429" y="362553"/>
        <a:ext cx="876976" cy="438488"/>
      </dsp:txXfrm>
    </dsp:sp>
    <dsp:sp modelId="{9C228AD5-00DB-40A8-BF33-C7E8A479CA04}">
      <dsp:nvSpPr>
        <dsp:cNvPr id="0" name=""/>
        <dsp:cNvSpPr/>
      </dsp:nvSpPr>
      <dsp:spPr>
        <a:xfrm>
          <a:off x="1665255" y="981006"/>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Project cost</a:t>
          </a:r>
        </a:p>
      </dsp:txBody>
      <dsp:txXfrm>
        <a:off x="1665255" y="981006"/>
        <a:ext cx="876976" cy="438488"/>
      </dsp:txXfrm>
    </dsp:sp>
    <dsp:sp modelId="{B36F738C-DABB-499F-A586-6245E56F73A4}">
      <dsp:nvSpPr>
        <dsp:cNvPr id="0" name=""/>
        <dsp:cNvSpPr/>
      </dsp:nvSpPr>
      <dsp:spPr>
        <a:xfrm>
          <a:off x="73543" y="1603659"/>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Project management </a:t>
          </a:r>
        </a:p>
      </dsp:txBody>
      <dsp:txXfrm>
        <a:off x="73543" y="1603659"/>
        <a:ext cx="876976" cy="438488"/>
      </dsp:txXfrm>
    </dsp:sp>
    <dsp:sp modelId="{BE33DF6D-96DD-447A-A304-E5B66ED4DEA0}">
      <dsp:nvSpPr>
        <dsp:cNvPr id="0" name=""/>
        <dsp:cNvSpPr/>
      </dsp:nvSpPr>
      <dsp:spPr>
        <a:xfrm>
          <a:off x="1134685" y="1603659"/>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Software project</a:t>
          </a:r>
        </a:p>
      </dsp:txBody>
      <dsp:txXfrm>
        <a:off x="1134685" y="1603659"/>
        <a:ext cx="876976" cy="438488"/>
      </dsp:txXfrm>
    </dsp:sp>
    <dsp:sp modelId="{63AB99B0-52A9-4FD4-95B2-D1CDAD6E4D6C}">
      <dsp:nvSpPr>
        <dsp:cNvPr id="0" name=""/>
        <dsp:cNvSpPr/>
      </dsp:nvSpPr>
      <dsp:spPr>
        <a:xfrm>
          <a:off x="1353929" y="2226312"/>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Analysis (modelling) </a:t>
          </a:r>
        </a:p>
      </dsp:txBody>
      <dsp:txXfrm>
        <a:off x="1353929" y="2226312"/>
        <a:ext cx="876976" cy="438488"/>
      </dsp:txXfrm>
    </dsp:sp>
    <dsp:sp modelId="{152DB30B-0997-48AC-8E02-B305E6A174EA}">
      <dsp:nvSpPr>
        <dsp:cNvPr id="0" name=""/>
        <dsp:cNvSpPr/>
      </dsp:nvSpPr>
      <dsp:spPr>
        <a:xfrm>
          <a:off x="1353929" y="2848965"/>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Development</a:t>
          </a:r>
        </a:p>
      </dsp:txBody>
      <dsp:txXfrm>
        <a:off x="1353929" y="2848965"/>
        <a:ext cx="876976" cy="438488"/>
      </dsp:txXfrm>
    </dsp:sp>
    <dsp:sp modelId="{2A5F8A13-F793-4295-A576-C273F1E67E53}">
      <dsp:nvSpPr>
        <dsp:cNvPr id="0" name=""/>
        <dsp:cNvSpPr/>
      </dsp:nvSpPr>
      <dsp:spPr>
        <a:xfrm>
          <a:off x="1353929" y="3471619"/>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System Test</a:t>
          </a:r>
        </a:p>
      </dsp:txBody>
      <dsp:txXfrm>
        <a:off x="1353929" y="3471619"/>
        <a:ext cx="876976" cy="438488"/>
      </dsp:txXfrm>
    </dsp:sp>
    <dsp:sp modelId="{2907B370-BA96-40F4-A66F-C111E7FDFAAE}">
      <dsp:nvSpPr>
        <dsp:cNvPr id="0" name=""/>
        <dsp:cNvSpPr/>
      </dsp:nvSpPr>
      <dsp:spPr>
        <a:xfrm>
          <a:off x="1353929" y="4094272"/>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User Test</a:t>
          </a:r>
        </a:p>
      </dsp:txBody>
      <dsp:txXfrm>
        <a:off x="1353929" y="4094272"/>
        <a:ext cx="876976" cy="438488"/>
      </dsp:txXfrm>
    </dsp:sp>
    <dsp:sp modelId="{143639B3-181C-491B-A515-4BAB93604BCB}">
      <dsp:nvSpPr>
        <dsp:cNvPr id="0" name=""/>
        <dsp:cNvSpPr/>
      </dsp:nvSpPr>
      <dsp:spPr>
        <a:xfrm>
          <a:off x="2199527" y="1600620"/>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Business Project</a:t>
          </a:r>
        </a:p>
      </dsp:txBody>
      <dsp:txXfrm>
        <a:off x="2199527" y="1600620"/>
        <a:ext cx="876976" cy="438488"/>
      </dsp:txXfrm>
    </dsp:sp>
    <dsp:sp modelId="{30523AB1-C99C-444B-AA4F-1E73092027E9}">
      <dsp:nvSpPr>
        <dsp:cNvPr id="0" name=""/>
        <dsp:cNvSpPr/>
      </dsp:nvSpPr>
      <dsp:spPr>
        <a:xfrm>
          <a:off x="2415070" y="2226312"/>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Analysis</a:t>
          </a:r>
        </a:p>
      </dsp:txBody>
      <dsp:txXfrm>
        <a:off x="2415070" y="2226312"/>
        <a:ext cx="876976" cy="438488"/>
      </dsp:txXfrm>
    </dsp:sp>
    <dsp:sp modelId="{72CEFB75-59D1-4656-8F8B-120522C92D35}">
      <dsp:nvSpPr>
        <dsp:cNvPr id="0" name=""/>
        <dsp:cNvSpPr/>
      </dsp:nvSpPr>
      <dsp:spPr>
        <a:xfrm>
          <a:off x="2415070" y="2848965"/>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Education/ training/ change</a:t>
          </a:r>
        </a:p>
      </dsp:txBody>
      <dsp:txXfrm>
        <a:off x="2415070" y="2848965"/>
        <a:ext cx="876976" cy="438488"/>
      </dsp:txXfrm>
    </dsp:sp>
    <dsp:sp modelId="{1D51532B-12DB-46BA-BB30-F962FCC102BE}">
      <dsp:nvSpPr>
        <dsp:cNvPr id="0" name=""/>
        <dsp:cNvSpPr/>
      </dsp:nvSpPr>
      <dsp:spPr>
        <a:xfrm>
          <a:off x="2415070" y="3471619"/>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err="1"/>
            <a:t>Miscellanous</a:t>
          </a:r>
          <a:r>
            <a:rPr lang="en-US" sz="1000" kern="1200" noProof="0" dirty="0"/>
            <a:t> </a:t>
          </a:r>
        </a:p>
      </dsp:txBody>
      <dsp:txXfrm>
        <a:off x="2415070" y="3471619"/>
        <a:ext cx="876976" cy="438488"/>
      </dsp:txXfrm>
    </dsp:sp>
    <dsp:sp modelId="{C1E13093-8BD2-473F-9131-948EED45B322}">
      <dsp:nvSpPr>
        <dsp:cNvPr id="0" name=""/>
        <dsp:cNvSpPr/>
      </dsp:nvSpPr>
      <dsp:spPr>
        <a:xfrm>
          <a:off x="3256968" y="1603659"/>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Technology </a:t>
          </a:r>
        </a:p>
      </dsp:txBody>
      <dsp:txXfrm>
        <a:off x="3256968" y="1603659"/>
        <a:ext cx="876976" cy="438488"/>
      </dsp:txXfrm>
    </dsp:sp>
    <dsp:sp modelId="{71CFB7A4-87DA-4816-B7A4-500ED09ACC80}">
      <dsp:nvSpPr>
        <dsp:cNvPr id="0" name=""/>
        <dsp:cNvSpPr/>
      </dsp:nvSpPr>
      <dsp:spPr>
        <a:xfrm>
          <a:off x="3407448" y="2230513"/>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Mobile</a:t>
          </a:r>
        </a:p>
      </dsp:txBody>
      <dsp:txXfrm>
        <a:off x="3407448" y="2230513"/>
        <a:ext cx="876976" cy="438488"/>
      </dsp:txXfrm>
    </dsp:sp>
    <dsp:sp modelId="{EE5463CD-2007-41E8-A571-D5AD678DE2DA}">
      <dsp:nvSpPr>
        <dsp:cNvPr id="0" name=""/>
        <dsp:cNvSpPr/>
      </dsp:nvSpPr>
      <dsp:spPr>
        <a:xfrm>
          <a:off x="3407448" y="2853166"/>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LAN/ Clients/EUC</a:t>
          </a:r>
        </a:p>
      </dsp:txBody>
      <dsp:txXfrm>
        <a:off x="3407448" y="2853166"/>
        <a:ext cx="876976" cy="438488"/>
      </dsp:txXfrm>
    </dsp:sp>
    <dsp:sp modelId="{1EDDC4A0-7BC2-483A-84BD-549CE25340AD}">
      <dsp:nvSpPr>
        <dsp:cNvPr id="0" name=""/>
        <dsp:cNvSpPr/>
      </dsp:nvSpPr>
      <dsp:spPr>
        <a:xfrm>
          <a:off x="3407448" y="3475819"/>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Servers </a:t>
          </a:r>
        </a:p>
      </dsp:txBody>
      <dsp:txXfrm>
        <a:off x="3407448" y="3475819"/>
        <a:ext cx="876976" cy="438488"/>
      </dsp:txXfrm>
    </dsp:sp>
    <dsp:sp modelId="{B0F39982-E304-45AF-8EF7-38288AD49A0D}">
      <dsp:nvSpPr>
        <dsp:cNvPr id="0" name=""/>
        <dsp:cNvSpPr/>
      </dsp:nvSpPr>
      <dsp:spPr>
        <a:xfrm>
          <a:off x="3407448" y="4098472"/>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Cloud services </a:t>
          </a:r>
        </a:p>
      </dsp:txBody>
      <dsp:txXfrm>
        <a:off x="3407448" y="4098472"/>
        <a:ext cx="876976" cy="438488"/>
      </dsp:txXfrm>
    </dsp:sp>
    <dsp:sp modelId="{4C86EA09-F73D-4068-97BD-3CF8AA0C71E5}">
      <dsp:nvSpPr>
        <dsp:cNvPr id="0" name=""/>
        <dsp:cNvSpPr/>
      </dsp:nvSpPr>
      <dsp:spPr>
        <a:xfrm>
          <a:off x="3407448" y="4721126"/>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Software  platforms </a:t>
          </a:r>
        </a:p>
      </dsp:txBody>
      <dsp:txXfrm>
        <a:off x="3407448" y="4721126"/>
        <a:ext cx="876976" cy="438488"/>
      </dsp:txXfrm>
    </dsp:sp>
    <dsp:sp modelId="{F13C9E0A-C300-47BC-91B3-4D35252F9E81}">
      <dsp:nvSpPr>
        <dsp:cNvPr id="0" name=""/>
        <dsp:cNvSpPr/>
      </dsp:nvSpPr>
      <dsp:spPr>
        <a:xfrm>
          <a:off x="6824367" y="985206"/>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Annual balance </a:t>
          </a:r>
        </a:p>
      </dsp:txBody>
      <dsp:txXfrm>
        <a:off x="6824367" y="985206"/>
        <a:ext cx="876976" cy="438488"/>
      </dsp:txXfrm>
    </dsp:sp>
    <dsp:sp modelId="{617F114F-1568-4963-BE3B-E5BBF377486C}">
      <dsp:nvSpPr>
        <dsp:cNvPr id="0" name=""/>
        <dsp:cNvSpPr/>
      </dsp:nvSpPr>
      <dsp:spPr>
        <a:xfrm>
          <a:off x="5685394" y="1607860"/>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Benefits</a:t>
          </a:r>
        </a:p>
      </dsp:txBody>
      <dsp:txXfrm>
        <a:off x="5685394" y="1607860"/>
        <a:ext cx="876976" cy="438488"/>
      </dsp:txXfrm>
    </dsp:sp>
    <dsp:sp modelId="{301D1160-0883-435F-9D19-2E059CDD22CC}">
      <dsp:nvSpPr>
        <dsp:cNvPr id="0" name=""/>
        <dsp:cNvSpPr/>
      </dsp:nvSpPr>
      <dsp:spPr>
        <a:xfrm>
          <a:off x="4999160" y="2230513"/>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Management value  </a:t>
          </a:r>
        </a:p>
      </dsp:txBody>
      <dsp:txXfrm>
        <a:off x="4999160" y="2230513"/>
        <a:ext cx="876976" cy="438488"/>
      </dsp:txXfrm>
    </dsp:sp>
    <dsp:sp modelId="{58E346C8-D5D5-42DA-968B-E52CEF52AE5B}">
      <dsp:nvSpPr>
        <dsp:cNvPr id="0" name=""/>
        <dsp:cNvSpPr/>
      </dsp:nvSpPr>
      <dsp:spPr>
        <a:xfrm>
          <a:off x="4537353" y="2848965"/>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Tangible </a:t>
          </a:r>
        </a:p>
      </dsp:txBody>
      <dsp:txXfrm>
        <a:off x="4537353" y="2848965"/>
        <a:ext cx="876976" cy="438488"/>
      </dsp:txXfrm>
    </dsp:sp>
    <dsp:sp modelId="{989BEA1E-6B8D-4DBC-8C5B-37EE70BF0159}">
      <dsp:nvSpPr>
        <dsp:cNvPr id="0" name=""/>
        <dsp:cNvSpPr/>
      </dsp:nvSpPr>
      <dsp:spPr>
        <a:xfrm>
          <a:off x="4756597" y="3471619"/>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Cost saving</a:t>
          </a:r>
        </a:p>
      </dsp:txBody>
      <dsp:txXfrm>
        <a:off x="4756597" y="3471619"/>
        <a:ext cx="876976" cy="438488"/>
      </dsp:txXfrm>
    </dsp:sp>
    <dsp:sp modelId="{85D10BAA-C62A-4AA1-A5D7-4DA749818B88}">
      <dsp:nvSpPr>
        <dsp:cNvPr id="0" name=""/>
        <dsp:cNvSpPr/>
      </dsp:nvSpPr>
      <dsp:spPr>
        <a:xfrm>
          <a:off x="4687833" y="4098472"/>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Sales Increase </a:t>
          </a:r>
        </a:p>
      </dsp:txBody>
      <dsp:txXfrm>
        <a:off x="4687833" y="4098472"/>
        <a:ext cx="876976" cy="438488"/>
      </dsp:txXfrm>
    </dsp:sp>
    <dsp:sp modelId="{E7E9D74B-469F-46AC-8DB8-633FFA63A770}">
      <dsp:nvSpPr>
        <dsp:cNvPr id="0" name=""/>
        <dsp:cNvSpPr/>
      </dsp:nvSpPr>
      <dsp:spPr>
        <a:xfrm>
          <a:off x="5598494" y="2848965"/>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Intangible</a:t>
          </a:r>
        </a:p>
      </dsp:txBody>
      <dsp:txXfrm>
        <a:off x="5598494" y="2848965"/>
        <a:ext cx="876976" cy="438488"/>
      </dsp:txXfrm>
    </dsp:sp>
    <dsp:sp modelId="{213E876B-9984-499D-9A4A-32E44D15ED56}">
      <dsp:nvSpPr>
        <dsp:cNvPr id="0" name=""/>
        <dsp:cNvSpPr/>
      </dsp:nvSpPr>
      <dsp:spPr>
        <a:xfrm>
          <a:off x="6440392" y="2226312"/>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Social value</a:t>
          </a:r>
        </a:p>
      </dsp:txBody>
      <dsp:txXfrm>
        <a:off x="6440392" y="2226312"/>
        <a:ext cx="876976" cy="438488"/>
      </dsp:txXfrm>
    </dsp:sp>
    <dsp:sp modelId="{81F65026-AB1B-43FF-8C3C-10A484F69584}">
      <dsp:nvSpPr>
        <dsp:cNvPr id="0" name=""/>
        <dsp:cNvSpPr/>
      </dsp:nvSpPr>
      <dsp:spPr>
        <a:xfrm>
          <a:off x="6590872" y="2853166"/>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Tangible </a:t>
          </a:r>
        </a:p>
      </dsp:txBody>
      <dsp:txXfrm>
        <a:off x="6590872" y="2853166"/>
        <a:ext cx="876976" cy="438488"/>
      </dsp:txXfrm>
    </dsp:sp>
    <dsp:sp modelId="{767298F3-A1B4-4AF3-8D99-1E433AA344A9}">
      <dsp:nvSpPr>
        <dsp:cNvPr id="0" name=""/>
        <dsp:cNvSpPr/>
      </dsp:nvSpPr>
      <dsp:spPr>
        <a:xfrm>
          <a:off x="6590872" y="3475819"/>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Intangible</a:t>
          </a:r>
        </a:p>
      </dsp:txBody>
      <dsp:txXfrm>
        <a:off x="6590872" y="3475819"/>
        <a:ext cx="876976" cy="438488"/>
      </dsp:txXfrm>
    </dsp:sp>
    <dsp:sp modelId="{A100094E-083B-4086-BEFF-1EC7711664C5}">
      <dsp:nvSpPr>
        <dsp:cNvPr id="0" name=""/>
        <dsp:cNvSpPr/>
      </dsp:nvSpPr>
      <dsp:spPr>
        <a:xfrm>
          <a:off x="8032104" y="1603659"/>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Costs</a:t>
          </a:r>
        </a:p>
      </dsp:txBody>
      <dsp:txXfrm>
        <a:off x="8032104" y="1603659"/>
        <a:ext cx="876976" cy="438488"/>
      </dsp:txXfrm>
    </dsp:sp>
    <dsp:sp modelId="{5E0D5D4D-071E-4093-95ED-362593C4E3C1}">
      <dsp:nvSpPr>
        <dsp:cNvPr id="0" name=""/>
        <dsp:cNvSpPr/>
      </dsp:nvSpPr>
      <dsp:spPr>
        <a:xfrm>
          <a:off x="7432769" y="2230513"/>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Operations</a:t>
          </a:r>
        </a:p>
      </dsp:txBody>
      <dsp:txXfrm>
        <a:off x="7432769" y="2230513"/>
        <a:ext cx="876976" cy="438488"/>
      </dsp:txXfrm>
    </dsp:sp>
    <dsp:sp modelId="{2B50F316-1879-4EC4-9D80-896B473068C7}">
      <dsp:nvSpPr>
        <dsp:cNvPr id="0" name=""/>
        <dsp:cNvSpPr/>
      </dsp:nvSpPr>
      <dsp:spPr>
        <a:xfrm>
          <a:off x="7652014" y="2853166"/>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noProof="0" dirty="0">
              <a:effectLst/>
              <a:latin typeface="Tahoma" pitchFamily="34" charset="0"/>
            </a:rPr>
            <a:t>Network services </a:t>
          </a:r>
          <a:endParaRPr lang="en-US" sz="1000" kern="1200" noProof="0" dirty="0"/>
        </a:p>
      </dsp:txBody>
      <dsp:txXfrm>
        <a:off x="7652014" y="2853166"/>
        <a:ext cx="876976" cy="438488"/>
      </dsp:txXfrm>
    </dsp:sp>
    <dsp:sp modelId="{110C8BB8-22BA-4CC7-AFD0-ED80A5CB9247}">
      <dsp:nvSpPr>
        <dsp:cNvPr id="0" name=""/>
        <dsp:cNvSpPr/>
      </dsp:nvSpPr>
      <dsp:spPr>
        <a:xfrm>
          <a:off x="7652014" y="3475819"/>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Operations staff</a:t>
          </a:r>
        </a:p>
      </dsp:txBody>
      <dsp:txXfrm>
        <a:off x="7652014" y="3475819"/>
        <a:ext cx="876976" cy="438488"/>
      </dsp:txXfrm>
    </dsp:sp>
    <dsp:sp modelId="{23DC8785-B06D-4D81-9ECA-DDB11B65F57E}">
      <dsp:nvSpPr>
        <dsp:cNvPr id="0" name=""/>
        <dsp:cNvSpPr/>
      </dsp:nvSpPr>
      <dsp:spPr>
        <a:xfrm>
          <a:off x="7652014" y="4098472"/>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noProof="0" dirty="0"/>
            <a:t>Energy </a:t>
          </a:r>
        </a:p>
      </dsp:txBody>
      <dsp:txXfrm>
        <a:off x="7652014" y="4098472"/>
        <a:ext cx="876976" cy="438488"/>
      </dsp:txXfrm>
    </dsp:sp>
    <dsp:sp modelId="{97BF2314-B7B5-4D2B-8309-F7C86F0F4D77}">
      <dsp:nvSpPr>
        <dsp:cNvPr id="0" name=""/>
        <dsp:cNvSpPr/>
      </dsp:nvSpPr>
      <dsp:spPr>
        <a:xfrm>
          <a:off x="8493911" y="2230513"/>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noProof="0" dirty="0">
              <a:effectLst/>
              <a:latin typeface="Tahoma" pitchFamily="34" charset="0"/>
            </a:rPr>
            <a:t>Maintenance</a:t>
          </a:r>
        </a:p>
      </dsp:txBody>
      <dsp:txXfrm>
        <a:off x="8493911" y="2230513"/>
        <a:ext cx="876976" cy="438488"/>
      </dsp:txXfrm>
    </dsp:sp>
    <dsp:sp modelId="{16159F22-8073-4582-B1D2-28A3A11958E0}">
      <dsp:nvSpPr>
        <dsp:cNvPr id="0" name=""/>
        <dsp:cNvSpPr/>
      </dsp:nvSpPr>
      <dsp:spPr>
        <a:xfrm>
          <a:off x="8713155" y="2853166"/>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noProof="0" dirty="0" err="1">
              <a:effectLst/>
              <a:latin typeface="Tahoma" pitchFamily="34" charset="0"/>
            </a:rPr>
            <a:t>Hw</a:t>
          </a:r>
          <a:r>
            <a:rPr lang="en-US" sz="1000" b="0" kern="1200" noProof="0" dirty="0">
              <a:effectLst/>
              <a:latin typeface="Tahoma" pitchFamily="34" charset="0"/>
            </a:rPr>
            <a:t> / </a:t>
          </a:r>
          <a:r>
            <a:rPr lang="en-US" sz="1000" b="0" kern="1200" noProof="0" dirty="0" err="1">
              <a:effectLst/>
              <a:latin typeface="Tahoma" pitchFamily="34" charset="0"/>
            </a:rPr>
            <a:t>Sw</a:t>
          </a:r>
          <a:r>
            <a:rPr lang="en-US" sz="1000" b="0" kern="1200" noProof="0" dirty="0">
              <a:effectLst/>
              <a:latin typeface="Tahoma" pitchFamily="34" charset="0"/>
            </a:rPr>
            <a:t> platforms </a:t>
          </a:r>
        </a:p>
      </dsp:txBody>
      <dsp:txXfrm>
        <a:off x="8713155" y="2853166"/>
        <a:ext cx="876976" cy="438488"/>
      </dsp:txXfrm>
    </dsp:sp>
    <dsp:sp modelId="{DD182B45-B27A-4F3C-8B65-4912C3155890}">
      <dsp:nvSpPr>
        <dsp:cNvPr id="0" name=""/>
        <dsp:cNvSpPr/>
      </dsp:nvSpPr>
      <dsp:spPr>
        <a:xfrm>
          <a:off x="8713155" y="3475819"/>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noProof="0" dirty="0">
              <a:effectLst/>
              <a:latin typeface="Tahoma" pitchFamily="34" charset="0"/>
            </a:rPr>
            <a:t>SW application</a:t>
          </a:r>
        </a:p>
      </dsp:txBody>
      <dsp:txXfrm>
        <a:off x="8713155" y="3475819"/>
        <a:ext cx="876976" cy="438488"/>
      </dsp:txXfrm>
    </dsp:sp>
    <dsp:sp modelId="{8C9743F8-C6C0-41B1-B005-1B96D8A260E9}">
      <dsp:nvSpPr>
        <dsp:cNvPr id="0" name=""/>
        <dsp:cNvSpPr/>
      </dsp:nvSpPr>
      <dsp:spPr>
        <a:xfrm>
          <a:off x="8713155" y="4098472"/>
          <a:ext cx="876976" cy="438488"/>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kern="1200" noProof="0" dirty="0">
              <a:effectLst/>
              <a:latin typeface="Tahoma" pitchFamily="34" charset="0"/>
            </a:rPr>
            <a:t>Business</a:t>
          </a:r>
        </a:p>
      </dsp:txBody>
      <dsp:txXfrm>
        <a:off x="8713155" y="4098472"/>
        <a:ext cx="876976" cy="438488"/>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B7A6C2-DB36-41B6-83AC-AECBAA0CA958}">
      <dsp:nvSpPr>
        <dsp:cNvPr id="0" name=""/>
        <dsp:cNvSpPr/>
      </dsp:nvSpPr>
      <dsp:spPr>
        <a:xfrm>
          <a:off x="5780133" y="1231637"/>
          <a:ext cx="343813" cy="2681748"/>
        </a:xfrm>
        <a:custGeom>
          <a:avLst/>
          <a:gdLst/>
          <a:ahLst/>
          <a:cxnLst/>
          <a:rect l="0" t="0" r="0" b="0"/>
          <a:pathLst>
            <a:path>
              <a:moveTo>
                <a:pt x="0" y="0"/>
              </a:moveTo>
              <a:lnTo>
                <a:pt x="0" y="2681748"/>
              </a:lnTo>
              <a:lnTo>
                <a:pt x="343813" y="2681748"/>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AA10CE-749B-412B-9C5F-E3E68CC8D929}">
      <dsp:nvSpPr>
        <dsp:cNvPr id="0" name=""/>
        <dsp:cNvSpPr/>
      </dsp:nvSpPr>
      <dsp:spPr>
        <a:xfrm>
          <a:off x="5780133" y="1231637"/>
          <a:ext cx="343813" cy="1054362"/>
        </a:xfrm>
        <a:custGeom>
          <a:avLst/>
          <a:gdLst/>
          <a:ahLst/>
          <a:cxnLst/>
          <a:rect l="0" t="0" r="0" b="0"/>
          <a:pathLst>
            <a:path>
              <a:moveTo>
                <a:pt x="0" y="0"/>
              </a:moveTo>
              <a:lnTo>
                <a:pt x="0" y="1054362"/>
              </a:lnTo>
              <a:lnTo>
                <a:pt x="343813" y="1054362"/>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A293DC-2348-489F-9602-9C42F171E63F}">
      <dsp:nvSpPr>
        <dsp:cNvPr id="0" name=""/>
        <dsp:cNvSpPr/>
      </dsp:nvSpPr>
      <dsp:spPr>
        <a:xfrm>
          <a:off x="3006701" y="1231637"/>
          <a:ext cx="343813" cy="2681748"/>
        </a:xfrm>
        <a:custGeom>
          <a:avLst/>
          <a:gdLst/>
          <a:ahLst/>
          <a:cxnLst/>
          <a:rect l="0" t="0" r="0" b="0"/>
          <a:pathLst>
            <a:path>
              <a:moveTo>
                <a:pt x="0" y="0"/>
              </a:moveTo>
              <a:lnTo>
                <a:pt x="0" y="2681748"/>
              </a:lnTo>
              <a:lnTo>
                <a:pt x="343813" y="2681748"/>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05E59F5-4486-477B-95FA-B8453BDD6295}">
      <dsp:nvSpPr>
        <dsp:cNvPr id="0" name=""/>
        <dsp:cNvSpPr/>
      </dsp:nvSpPr>
      <dsp:spPr>
        <a:xfrm>
          <a:off x="3006701" y="1231637"/>
          <a:ext cx="343813" cy="1054362"/>
        </a:xfrm>
        <a:custGeom>
          <a:avLst/>
          <a:gdLst/>
          <a:ahLst/>
          <a:cxnLst/>
          <a:rect l="0" t="0" r="0" b="0"/>
          <a:pathLst>
            <a:path>
              <a:moveTo>
                <a:pt x="0" y="0"/>
              </a:moveTo>
              <a:lnTo>
                <a:pt x="0" y="1054362"/>
              </a:lnTo>
              <a:lnTo>
                <a:pt x="343813" y="1054362"/>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CCDE7C-D2F0-418F-B571-C70C52080562}">
      <dsp:nvSpPr>
        <dsp:cNvPr id="0" name=""/>
        <dsp:cNvSpPr/>
      </dsp:nvSpPr>
      <dsp:spPr>
        <a:xfrm>
          <a:off x="233269" y="1231637"/>
          <a:ext cx="343813" cy="2681748"/>
        </a:xfrm>
        <a:custGeom>
          <a:avLst/>
          <a:gdLst/>
          <a:ahLst/>
          <a:cxnLst/>
          <a:rect l="0" t="0" r="0" b="0"/>
          <a:pathLst>
            <a:path>
              <a:moveTo>
                <a:pt x="0" y="0"/>
              </a:moveTo>
              <a:lnTo>
                <a:pt x="0" y="2681748"/>
              </a:lnTo>
              <a:lnTo>
                <a:pt x="343813" y="2681748"/>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133B33-8ACF-405A-8198-3E31EC62DB5F}">
      <dsp:nvSpPr>
        <dsp:cNvPr id="0" name=""/>
        <dsp:cNvSpPr/>
      </dsp:nvSpPr>
      <dsp:spPr>
        <a:xfrm>
          <a:off x="233269" y="1231637"/>
          <a:ext cx="343813" cy="1054362"/>
        </a:xfrm>
        <a:custGeom>
          <a:avLst/>
          <a:gdLst/>
          <a:ahLst/>
          <a:cxnLst/>
          <a:rect l="0" t="0" r="0" b="0"/>
          <a:pathLst>
            <a:path>
              <a:moveTo>
                <a:pt x="0" y="0"/>
              </a:moveTo>
              <a:lnTo>
                <a:pt x="0" y="1054362"/>
              </a:lnTo>
              <a:lnTo>
                <a:pt x="343813" y="1054362"/>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A3B4BA-ED50-4E41-A4CB-821BD025FE04}">
      <dsp:nvSpPr>
        <dsp:cNvPr id="0" name=""/>
        <dsp:cNvSpPr/>
      </dsp:nvSpPr>
      <dsp:spPr>
        <a:xfrm>
          <a:off x="4059" y="85591"/>
          <a:ext cx="2292092" cy="1146046"/>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it-IT" sz="2800" kern="1200" noProof="0" dirty="0"/>
            <a:t>SUMMARY</a:t>
          </a:r>
          <a:endParaRPr lang="en-US" sz="2800" kern="1200" noProof="0" dirty="0"/>
        </a:p>
      </dsp:txBody>
      <dsp:txXfrm>
        <a:off x="4059" y="85591"/>
        <a:ext cx="2292092" cy="1146046"/>
      </dsp:txXfrm>
    </dsp:sp>
    <dsp:sp modelId="{B3806EBD-3BE7-47C3-8D10-AAA7F8DB4E7B}">
      <dsp:nvSpPr>
        <dsp:cNvPr id="0" name=""/>
        <dsp:cNvSpPr/>
      </dsp:nvSpPr>
      <dsp:spPr>
        <a:xfrm>
          <a:off x="577083" y="1712976"/>
          <a:ext cx="2292092" cy="1146046"/>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COST BENEFIT TREE</a:t>
          </a:r>
        </a:p>
      </dsp:txBody>
      <dsp:txXfrm>
        <a:off x="577083" y="1712976"/>
        <a:ext cx="2292092" cy="1146046"/>
      </dsp:txXfrm>
    </dsp:sp>
    <dsp:sp modelId="{0F961E4A-9583-4DDC-BE90-D8C54C0295AA}">
      <dsp:nvSpPr>
        <dsp:cNvPr id="0" name=""/>
        <dsp:cNvSpPr/>
      </dsp:nvSpPr>
      <dsp:spPr>
        <a:xfrm>
          <a:off x="577083" y="3340362"/>
          <a:ext cx="2292092" cy="1146046"/>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REVIEW QUESTIONS</a:t>
          </a:r>
        </a:p>
      </dsp:txBody>
      <dsp:txXfrm>
        <a:off x="577083" y="3340362"/>
        <a:ext cx="2292092" cy="1146046"/>
      </dsp:txXfrm>
    </dsp:sp>
    <dsp:sp modelId="{D28A3C5F-53A2-4040-8AAD-BB5385B9505C}">
      <dsp:nvSpPr>
        <dsp:cNvPr id="0" name=""/>
        <dsp:cNvSpPr/>
      </dsp:nvSpPr>
      <dsp:spPr>
        <a:xfrm>
          <a:off x="2777492" y="85591"/>
          <a:ext cx="2292092" cy="1146046"/>
        </a:xfrm>
        <a:prstGeom prst="rect">
          <a:avLst/>
        </a:prstGeom>
        <a:solidFill>
          <a:srgbClr val="FF9933"/>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PROJECT COST</a:t>
          </a:r>
        </a:p>
      </dsp:txBody>
      <dsp:txXfrm>
        <a:off x="2777492" y="85591"/>
        <a:ext cx="2292092" cy="1146046"/>
      </dsp:txXfrm>
    </dsp:sp>
    <dsp:sp modelId="{674DB767-870C-47A5-88DB-5F438395072B}">
      <dsp:nvSpPr>
        <dsp:cNvPr id="0" name=""/>
        <dsp:cNvSpPr/>
      </dsp:nvSpPr>
      <dsp:spPr>
        <a:xfrm>
          <a:off x="3350515" y="1712976"/>
          <a:ext cx="2292092" cy="1146046"/>
        </a:xfrm>
        <a:prstGeom prst="rect">
          <a:avLst/>
        </a:prstGeom>
        <a:solidFill>
          <a:srgbClr val="FF9933"/>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solidFill>
                <a:srgbClr val="000000">
                  <a:hueOff val="0"/>
                  <a:satOff val="0"/>
                  <a:lumOff val="0"/>
                  <a:alphaOff val="0"/>
                </a:srgbClr>
              </a:solidFill>
              <a:latin typeface="Times New Roman"/>
              <a:ea typeface="+mn-ea"/>
              <a:cs typeface="+mn-cs"/>
            </a:rPr>
            <a:t>COST MAP</a:t>
          </a:r>
        </a:p>
      </dsp:txBody>
      <dsp:txXfrm>
        <a:off x="3350515" y="1712976"/>
        <a:ext cx="2292092" cy="1146046"/>
      </dsp:txXfrm>
    </dsp:sp>
    <dsp:sp modelId="{DD10A616-A9BE-4108-B1E9-2E6A49C71ECA}">
      <dsp:nvSpPr>
        <dsp:cNvPr id="0" name=""/>
        <dsp:cNvSpPr/>
      </dsp:nvSpPr>
      <dsp:spPr>
        <a:xfrm>
          <a:off x="3350515" y="3340362"/>
          <a:ext cx="2292092" cy="1146046"/>
        </a:xfrm>
        <a:prstGeom prst="rect">
          <a:avLst/>
        </a:prstGeom>
        <a:solidFill>
          <a:srgbClr val="FF9933"/>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solidFill>
                <a:srgbClr val="000000">
                  <a:hueOff val="0"/>
                  <a:satOff val="0"/>
                  <a:lumOff val="0"/>
                  <a:alphaOff val="0"/>
                </a:srgbClr>
              </a:solidFill>
              <a:latin typeface="Times New Roman"/>
              <a:ea typeface="+mn-ea"/>
              <a:cs typeface="+mn-cs"/>
            </a:rPr>
            <a:t>SENSITIVITY ANALYSIS</a:t>
          </a:r>
        </a:p>
      </dsp:txBody>
      <dsp:txXfrm>
        <a:off x="3350515" y="3340362"/>
        <a:ext cx="2292092" cy="1146046"/>
      </dsp:txXfrm>
    </dsp:sp>
    <dsp:sp modelId="{7074F2A7-B477-4F9E-A58D-95E439CE5811}">
      <dsp:nvSpPr>
        <dsp:cNvPr id="0" name=""/>
        <dsp:cNvSpPr/>
      </dsp:nvSpPr>
      <dsp:spPr>
        <a:xfrm>
          <a:off x="5550924" y="85591"/>
          <a:ext cx="2292092" cy="114604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a:t>PROJECT </a:t>
          </a:r>
          <a:r>
            <a:rPr lang="en-US" sz="2800" kern="1200" noProof="0" dirty="0"/>
            <a:t>BENEFIT</a:t>
          </a:r>
        </a:p>
      </dsp:txBody>
      <dsp:txXfrm>
        <a:off x="5550924" y="85591"/>
        <a:ext cx="2292092" cy="1146046"/>
      </dsp:txXfrm>
    </dsp:sp>
    <dsp:sp modelId="{392BE293-FC2B-4178-84CD-08BA402A72E1}">
      <dsp:nvSpPr>
        <dsp:cNvPr id="0" name=""/>
        <dsp:cNvSpPr/>
      </dsp:nvSpPr>
      <dsp:spPr>
        <a:xfrm>
          <a:off x="6123947" y="1712976"/>
          <a:ext cx="2292092" cy="114604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BENEFIT MAP</a:t>
          </a:r>
        </a:p>
      </dsp:txBody>
      <dsp:txXfrm>
        <a:off x="6123947" y="1712976"/>
        <a:ext cx="2292092" cy="1146046"/>
      </dsp:txXfrm>
    </dsp:sp>
    <dsp:sp modelId="{024C823E-EC07-44B6-AD65-5CB3603B9105}">
      <dsp:nvSpPr>
        <dsp:cNvPr id="0" name=""/>
        <dsp:cNvSpPr/>
      </dsp:nvSpPr>
      <dsp:spPr>
        <a:xfrm>
          <a:off x="6123947" y="3340362"/>
          <a:ext cx="2292092" cy="114604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SENSITIVITY ANALYSIS</a:t>
          </a:r>
        </a:p>
      </dsp:txBody>
      <dsp:txXfrm>
        <a:off x="6123947" y="3340362"/>
        <a:ext cx="2292092" cy="1146046"/>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1DD64-8E2B-4213-A922-5172F8217136}">
      <dsp:nvSpPr>
        <dsp:cNvPr id="0" name=""/>
        <dsp:cNvSpPr/>
      </dsp:nvSpPr>
      <dsp:spPr>
        <a:xfrm>
          <a:off x="6957958" y="1674918"/>
          <a:ext cx="139486" cy="2497464"/>
        </a:xfrm>
        <a:custGeom>
          <a:avLst/>
          <a:gdLst/>
          <a:ahLst/>
          <a:cxnLst/>
          <a:rect l="0" t="0" r="0" b="0"/>
          <a:pathLst>
            <a:path>
              <a:moveTo>
                <a:pt x="139486" y="0"/>
              </a:moveTo>
              <a:lnTo>
                <a:pt x="139486" y="2497464"/>
              </a:lnTo>
              <a:lnTo>
                <a:pt x="0" y="2497464"/>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20C4DE16-1EA8-4E66-8AE0-84BB1C2EADBB}">
      <dsp:nvSpPr>
        <dsp:cNvPr id="0" name=""/>
        <dsp:cNvSpPr/>
      </dsp:nvSpPr>
      <dsp:spPr>
        <a:xfrm>
          <a:off x="7097444" y="1674918"/>
          <a:ext cx="139486" cy="1554273"/>
        </a:xfrm>
        <a:custGeom>
          <a:avLst/>
          <a:gdLst/>
          <a:ahLst/>
          <a:cxnLst/>
          <a:rect l="0" t="0" r="0" b="0"/>
          <a:pathLst>
            <a:path>
              <a:moveTo>
                <a:pt x="0" y="0"/>
              </a:moveTo>
              <a:lnTo>
                <a:pt x="0" y="1554273"/>
              </a:lnTo>
              <a:lnTo>
                <a:pt x="139486" y="1554273"/>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C8C37B1E-7897-4E09-B59D-DF81792129F6}">
      <dsp:nvSpPr>
        <dsp:cNvPr id="0" name=""/>
        <dsp:cNvSpPr/>
      </dsp:nvSpPr>
      <dsp:spPr>
        <a:xfrm>
          <a:off x="6957958" y="1674918"/>
          <a:ext cx="139486" cy="1554273"/>
        </a:xfrm>
        <a:custGeom>
          <a:avLst/>
          <a:gdLst/>
          <a:ahLst/>
          <a:cxnLst/>
          <a:rect l="0" t="0" r="0" b="0"/>
          <a:pathLst>
            <a:path>
              <a:moveTo>
                <a:pt x="139486" y="0"/>
              </a:moveTo>
              <a:lnTo>
                <a:pt x="139486" y="1554273"/>
              </a:lnTo>
              <a:lnTo>
                <a:pt x="0" y="1554273"/>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E6D3E7C7-5F9F-4403-A4C8-CCABCA206563}">
      <dsp:nvSpPr>
        <dsp:cNvPr id="0" name=""/>
        <dsp:cNvSpPr/>
      </dsp:nvSpPr>
      <dsp:spPr>
        <a:xfrm>
          <a:off x="7097444" y="1674918"/>
          <a:ext cx="139486" cy="611081"/>
        </a:xfrm>
        <a:custGeom>
          <a:avLst/>
          <a:gdLst/>
          <a:ahLst/>
          <a:cxnLst/>
          <a:rect l="0" t="0" r="0" b="0"/>
          <a:pathLst>
            <a:path>
              <a:moveTo>
                <a:pt x="0" y="0"/>
              </a:moveTo>
              <a:lnTo>
                <a:pt x="0" y="611081"/>
              </a:lnTo>
              <a:lnTo>
                <a:pt x="139486" y="611081"/>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54004330-659C-421A-AA00-2A60A650D1AA}">
      <dsp:nvSpPr>
        <dsp:cNvPr id="0" name=""/>
        <dsp:cNvSpPr/>
      </dsp:nvSpPr>
      <dsp:spPr>
        <a:xfrm>
          <a:off x="6957958" y="1674918"/>
          <a:ext cx="139486" cy="611081"/>
        </a:xfrm>
        <a:custGeom>
          <a:avLst/>
          <a:gdLst/>
          <a:ahLst/>
          <a:cxnLst/>
          <a:rect l="0" t="0" r="0" b="0"/>
          <a:pathLst>
            <a:path>
              <a:moveTo>
                <a:pt x="139486" y="0"/>
              </a:moveTo>
              <a:lnTo>
                <a:pt x="139486" y="611081"/>
              </a:lnTo>
              <a:lnTo>
                <a:pt x="0" y="611081"/>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06DDBB38-68F0-4317-9F77-306B5A4D0568}">
      <dsp:nvSpPr>
        <dsp:cNvPr id="0" name=""/>
        <dsp:cNvSpPr/>
      </dsp:nvSpPr>
      <dsp:spPr>
        <a:xfrm>
          <a:off x="3882623" y="731726"/>
          <a:ext cx="3214821" cy="278972"/>
        </a:xfrm>
        <a:custGeom>
          <a:avLst/>
          <a:gdLst/>
          <a:ahLst/>
          <a:cxnLst/>
          <a:rect l="0" t="0" r="0" b="0"/>
          <a:pathLst>
            <a:path>
              <a:moveTo>
                <a:pt x="0" y="0"/>
              </a:moveTo>
              <a:lnTo>
                <a:pt x="0" y="139486"/>
              </a:lnTo>
              <a:lnTo>
                <a:pt x="3214821" y="139486"/>
              </a:lnTo>
              <a:lnTo>
                <a:pt x="3214821" y="278972"/>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FC66A192-41BF-4B05-9C2B-3184310FF5C6}">
      <dsp:nvSpPr>
        <dsp:cNvPr id="0" name=""/>
        <dsp:cNvSpPr/>
      </dsp:nvSpPr>
      <dsp:spPr>
        <a:xfrm>
          <a:off x="3828449" y="1670315"/>
          <a:ext cx="193659" cy="1558876"/>
        </a:xfrm>
        <a:custGeom>
          <a:avLst/>
          <a:gdLst/>
          <a:ahLst/>
          <a:cxnLst/>
          <a:rect l="0" t="0" r="0" b="0"/>
          <a:pathLst>
            <a:path>
              <a:moveTo>
                <a:pt x="0" y="0"/>
              </a:moveTo>
              <a:lnTo>
                <a:pt x="0" y="1558876"/>
              </a:lnTo>
              <a:lnTo>
                <a:pt x="193659" y="1558876"/>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ED858471-3416-48AF-94C0-257C660D6C30}">
      <dsp:nvSpPr>
        <dsp:cNvPr id="0" name=""/>
        <dsp:cNvSpPr/>
      </dsp:nvSpPr>
      <dsp:spPr>
        <a:xfrm>
          <a:off x="3828449" y="1670315"/>
          <a:ext cx="193659" cy="615684"/>
        </a:xfrm>
        <a:custGeom>
          <a:avLst/>
          <a:gdLst/>
          <a:ahLst/>
          <a:cxnLst/>
          <a:rect l="0" t="0" r="0" b="0"/>
          <a:pathLst>
            <a:path>
              <a:moveTo>
                <a:pt x="0" y="0"/>
              </a:moveTo>
              <a:lnTo>
                <a:pt x="0" y="615684"/>
              </a:lnTo>
              <a:lnTo>
                <a:pt x="193659" y="615684"/>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DBB6250D-A994-4B68-83F5-3A299E01BCF0}">
      <dsp:nvSpPr>
        <dsp:cNvPr id="0" name=""/>
        <dsp:cNvSpPr/>
      </dsp:nvSpPr>
      <dsp:spPr>
        <a:xfrm>
          <a:off x="3882623" y="731726"/>
          <a:ext cx="477201" cy="274369"/>
        </a:xfrm>
        <a:custGeom>
          <a:avLst/>
          <a:gdLst/>
          <a:ahLst/>
          <a:cxnLst/>
          <a:rect l="0" t="0" r="0" b="0"/>
          <a:pathLst>
            <a:path>
              <a:moveTo>
                <a:pt x="0" y="0"/>
              </a:moveTo>
              <a:lnTo>
                <a:pt x="0" y="134883"/>
              </a:lnTo>
              <a:lnTo>
                <a:pt x="477201" y="134883"/>
              </a:lnTo>
              <a:lnTo>
                <a:pt x="477201" y="274369"/>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EFAB8F0C-B50C-4110-92BD-83EFA04F2A3D}">
      <dsp:nvSpPr>
        <dsp:cNvPr id="0" name=""/>
        <dsp:cNvSpPr/>
      </dsp:nvSpPr>
      <dsp:spPr>
        <a:xfrm>
          <a:off x="2275212" y="1674918"/>
          <a:ext cx="139486" cy="1554273"/>
        </a:xfrm>
        <a:custGeom>
          <a:avLst/>
          <a:gdLst/>
          <a:ahLst/>
          <a:cxnLst/>
          <a:rect l="0" t="0" r="0" b="0"/>
          <a:pathLst>
            <a:path>
              <a:moveTo>
                <a:pt x="0" y="0"/>
              </a:moveTo>
              <a:lnTo>
                <a:pt x="0" y="1554273"/>
              </a:lnTo>
              <a:lnTo>
                <a:pt x="139486" y="1554273"/>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F4168C62-4C73-4FEA-B525-828302C7EE80}">
      <dsp:nvSpPr>
        <dsp:cNvPr id="0" name=""/>
        <dsp:cNvSpPr/>
      </dsp:nvSpPr>
      <dsp:spPr>
        <a:xfrm>
          <a:off x="2135726" y="1674918"/>
          <a:ext cx="139486" cy="1554273"/>
        </a:xfrm>
        <a:custGeom>
          <a:avLst/>
          <a:gdLst/>
          <a:ahLst/>
          <a:cxnLst/>
          <a:rect l="0" t="0" r="0" b="0"/>
          <a:pathLst>
            <a:path>
              <a:moveTo>
                <a:pt x="139486" y="0"/>
              </a:moveTo>
              <a:lnTo>
                <a:pt x="139486" y="1554273"/>
              </a:lnTo>
              <a:lnTo>
                <a:pt x="0" y="1554273"/>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6EA04B9E-A781-425B-B36A-F2E0C3396A0F}">
      <dsp:nvSpPr>
        <dsp:cNvPr id="0" name=""/>
        <dsp:cNvSpPr/>
      </dsp:nvSpPr>
      <dsp:spPr>
        <a:xfrm>
          <a:off x="2275212" y="1674918"/>
          <a:ext cx="139486" cy="611081"/>
        </a:xfrm>
        <a:custGeom>
          <a:avLst/>
          <a:gdLst/>
          <a:ahLst/>
          <a:cxnLst/>
          <a:rect l="0" t="0" r="0" b="0"/>
          <a:pathLst>
            <a:path>
              <a:moveTo>
                <a:pt x="0" y="0"/>
              </a:moveTo>
              <a:lnTo>
                <a:pt x="0" y="611081"/>
              </a:lnTo>
              <a:lnTo>
                <a:pt x="139486" y="611081"/>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DBFAA4B1-5E18-4F52-8331-43C80B4BAD10}">
      <dsp:nvSpPr>
        <dsp:cNvPr id="0" name=""/>
        <dsp:cNvSpPr/>
      </dsp:nvSpPr>
      <dsp:spPr>
        <a:xfrm>
          <a:off x="2135726" y="1674918"/>
          <a:ext cx="139486" cy="611081"/>
        </a:xfrm>
        <a:custGeom>
          <a:avLst/>
          <a:gdLst/>
          <a:ahLst/>
          <a:cxnLst/>
          <a:rect l="0" t="0" r="0" b="0"/>
          <a:pathLst>
            <a:path>
              <a:moveTo>
                <a:pt x="139486" y="0"/>
              </a:moveTo>
              <a:lnTo>
                <a:pt x="139486" y="611081"/>
              </a:lnTo>
              <a:lnTo>
                <a:pt x="0" y="611081"/>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7B5206AE-36DB-43EE-84F3-AFB823AA6253}">
      <dsp:nvSpPr>
        <dsp:cNvPr id="0" name=""/>
        <dsp:cNvSpPr/>
      </dsp:nvSpPr>
      <dsp:spPr>
        <a:xfrm>
          <a:off x="2275212" y="731726"/>
          <a:ext cx="1607410" cy="278972"/>
        </a:xfrm>
        <a:custGeom>
          <a:avLst/>
          <a:gdLst/>
          <a:ahLst/>
          <a:cxnLst/>
          <a:rect l="0" t="0" r="0" b="0"/>
          <a:pathLst>
            <a:path>
              <a:moveTo>
                <a:pt x="1607410" y="0"/>
              </a:moveTo>
              <a:lnTo>
                <a:pt x="1607410" y="139486"/>
              </a:lnTo>
              <a:lnTo>
                <a:pt x="0" y="139486"/>
              </a:lnTo>
              <a:lnTo>
                <a:pt x="0" y="278972"/>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31CF9883-6932-443B-BE67-EA6070F735FC}">
      <dsp:nvSpPr>
        <dsp:cNvPr id="0" name=""/>
        <dsp:cNvSpPr/>
      </dsp:nvSpPr>
      <dsp:spPr>
        <a:xfrm>
          <a:off x="667801" y="731726"/>
          <a:ext cx="3214821" cy="278972"/>
        </a:xfrm>
        <a:custGeom>
          <a:avLst/>
          <a:gdLst/>
          <a:ahLst/>
          <a:cxnLst/>
          <a:rect l="0" t="0" r="0" b="0"/>
          <a:pathLst>
            <a:path>
              <a:moveTo>
                <a:pt x="3214821" y="0"/>
              </a:moveTo>
              <a:lnTo>
                <a:pt x="3214821" y="139486"/>
              </a:lnTo>
              <a:lnTo>
                <a:pt x="0" y="139486"/>
              </a:lnTo>
              <a:lnTo>
                <a:pt x="0" y="278972"/>
              </a:lnTo>
            </a:path>
          </a:pathLst>
        </a:custGeom>
        <a:noFill/>
        <a:ln w="1270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B66FDA53-52AD-4777-B131-E6DE4E566FE1}">
      <dsp:nvSpPr>
        <dsp:cNvPr id="0" name=""/>
        <dsp:cNvSpPr/>
      </dsp:nvSpPr>
      <dsp:spPr>
        <a:xfrm>
          <a:off x="3218404" y="67507"/>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Project cost</a:t>
          </a:r>
        </a:p>
      </dsp:txBody>
      <dsp:txXfrm>
        <a:off x="3218404" y="67507"/>
        <a:ext cx="1328438" cy="664219"/>
      </dsp:txXfrm>
    </dsp:sp>
    <dsp:sp modelId="{B36F738C-DABB-499F-A586-6245E56F73A4}">
      <dsp:nvSpPr>
        <dsp:cNvPr id="0" name=""/>
        <dsp:cNvSpPr/>
      </dsp:nvSpPr>
      <dsp:spPr>
        <a:xfrm>
          <a:off x="3582" y="1010698"/>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Project management </a:t>
          </a:r>
        </a:p>
      </dsp:txBody>
      <dsp:txXfrm>
        <a:off x="3582" y="1010698"/>
        <a:ext cx="1328438" cy="664219"/>
      </dsp:txXfrm>
    </dsp:sp>
    <dsp:sp modelId="{BE33DF6D-96DD-447A-A304-E5B66ED4DEA0}">
      <dsp:nvSpPr>
        <dsp:cNvPr id="0" name=""/>
        <dsp:cNvSpPr/>
      </dsp:nvSpPr>
      <dsp:spPr>
        <a:xfrm>
          <a:off x="1610993" y="1010698"/>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Software Project</a:t>
          </a:r>
        </a:p>
      </dsp:txBody>
      <dsp:txXfrm>
        <a:off x="1610993" y="1010698"/>
        <a:ext cx="1328438" cy="664219"/>
      </dsp:txXfrm>
    </dsp:sp>
    <dsp:sp modelId="{63AB99B0-52A9-4FD4-95B2-D1CDAD6E4D6C}">
      <dsp:nvSpPr>
        <dsp:cNvPr id="0" name=""/>
        <dsp:cNvSpPr/>
      </dsp:nvSpPr>
      <dsp:spPr>
        <a:xfrm>
          <a:off x="807287" y="1953890"/>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Analysis (modelling) </a:t>
          </a:r>
        </a:p>
      </dsp:txBody>
      <dsp:txXfrm>
        <a:off x="807287" y="1953890"/>
        <a:ext cx="1328438" cy="664219"/>
      </dsp:txXfrm>
    </dsp:sp>
    <dsp:sp modelId="{152DB30B-0997-48AC-8E02-B305E6A174EA}">
      <dsp:nvSpPr>
        <dsp:cNvPr id="0" name=""/>
        <dsp:cNvSpPr/>
      </dsp:nvSpPr>
      <dsp:spPr>
        <a:xfrm>
          <a:off x="2414698" y="1953890"/>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Development</a:t>
          </a:r>
        </a:p>
      </dsp:txBody>
      <dsp:txXfrm>
        <a:off x="2414698" y="1953890"/>
        <a:ext cx="1328438" cy="664219"/>
      </dsp:txXfrm>
    </dsp:sp>
    <dsp:sp modelId="{2A5F8A13-F793-4295-A576-C273F1E67E53}">
      <dsp:nvSpPr>
        <dsp:cNvPr id="0" name=""/>
        <dsp:cNvSpPr/>
      </dsp:nvSpPr>
      <dsp:spPr>
        <a:xfrm>
          <a:off x="807287" y="2897081"/>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System Test</a:t>
          </a:r>
        </a:p>
      </dsp:txBody>
      <dsp:txXfrm>
        <a:off x="807287" y="2897081"/>
        <a:ext cx="1328438" cy="664219"/>
      </dsp:txXfrm>
    </dsp:sp>
    <dsp:sp modelId="{2907B370-BA96-40F4-A66F-C111E7FDFAAE}">
      <dsp:nvSpPr>
        <dsp:cNvPr id="0" name=""/>
        <dsp:cNvSpPr/>
      </dsp:nvSpPr>
      <dsp:spPr>
        <a:xfrm>
          <a:off x="2414698" y="2897081"/>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User Test</a:t>
          </a:r>
        </a:p>
      </dsp:txBody>
      <dsp:txXfrm>
        <a:off x="2414698" y="2897081"/>
        <a:ext cx="1328438" cy="664219"/>
      </dsp:txXfrm>
    </dsp:sp>
    <dsp:sp modelId="{143639B3-181C-491B-A515-4BAB93604BCB}">
      <dsp:nvSpPr>
        <dsp:cNvPr id="0" name=""/>
        <dsp:cNvSpPr/>
      </dsp:nvSpPr>
      <dsp:spPr>
        <a:xfrm>
          <a:off x="3695605" y="1006095"/>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Business Project</a:t>
          </a:r>
        </a:p>
      </dsp:txBody>
      <dsp:txXfrm>
        <a:off x="3695605" y="1006095"/>
        <a:ext cx="1328438" cy="664219"/>
      </dsp:txXfrm>
    </dsp:sp>
    <dsp:sp modelId="{30523AB1-C99C-444B-AA4F-1E73092027E9}">
      <dsp:nvSpPr>
        <dsp:cNvPr id="0" name=""/>
        <dsp:cNvSpPr/>
      </dsp:nvSpPr>
      <dsp:spPr>
        <a:xfrm>
          <a:off x="4022109" y="1953890"/>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Analysis</a:t>
          </a:r>
        </a:p>
      </dsp:txBody>
      <dsp:txXfrm>
        <a:off x="4022109" y="1953890"/>
        <a:ext cx="1328438" cy="664219"/>
      </dsp:txXfrm>
    </dsp:sp>
    <dsp:sp modelId="{72CEFB75-59D1-4656-8F8B-120522C92D35}">
      <dsp:nvSpPr>
        <dsp:cNvPr id="0" name=""/>
        <dsp:cNvSpPr/>
      </dsp:nvSpPr>
      <dsp:spPr>
        <a:xfrm>
          <a:off x="4022109" y="2897081"/>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Education/ training/ change</a:t>
          </a:r>
        </a:p>
      </dsp:txBody>
      <dsp:txXfrm>
        <a:off x="4022109" y="2897081"/>
        <a:ext cx="1328438" cy="664219"/>
      </dsp:txXfrm>
    </dsp:sp>
    <dsp:sp modelId="{C1E13093-8BD2-473F-9131-948EED45B322}">
      <dsp:nvSpPr>
        <dsp:cNvPr id="0" name=""/>
        <dsp:cNvSpPr/>
      </dsp:nvSpPr>
      <dsp:spPr>
        <a:xfrm>
          <a:off x="6433225" y="1010698"/>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Technology</a:t>
          </a:r>
        </a:p>
      </dsp:txBody>
      <dsp:txXfrm>
        <a:off x="6433225" y="1010698"/>
        <a:ext cx="1328438" cy="664219"/>
      </dsp:txXfrm>
    </dsp:sp>
    <dsp:sp modelId="{71CFB7A4-87DA-4816-B7A4-500ED09ACC80}">
      <dsp:nvSpPr>
        <dsp:cNvPr id="0" name=""/>
        <dsp:cNvSpPr/>
      </dsp:nvSpPr>
      <dsp:spPr>
        <a:xfrm>
          <a:off x="5629520" y="1953890"/>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Mobile</a:t>
          </a:r>
        </a:p>
      </dsp:txBody>
      <dsp:txXfrm>
        <a:off x="5629520" y="1953890"/>
        <a:ext cx="1328438" cy="664219"/>
      </dsp:txXfrm>
    </dsp:sp>
    <dsp:sp modelId="{EE5463CD-2007-41E8-A571-D5AD678DE2DA}">
      <dsp:nvSpPr>
        <dsp:cNvPr id="0" name=""/>
        <dsp:cNvSpPr/>
      </dsp:nvSpPr>
      <dsp:spPr>
        <a:xfrm>
          <a:off x="7236930" y="1953890"/>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LAN/ Clients/EUC</a:t>
          </a:r>
        </a:p>
      </dsp:txBody>
      <dsp:txXfrm>
        <a:off x="7236930" y="1953890"/>
        <a:ext cx="1328438" cy="664219"/>
      </dsp:txXfrm>
    </dsp:sp>
    <dsp:sp modelId="{1EDDC4A0-7BC2-483A-84BD-549CE25340AD}">
      <dsp:nvSpPr>
        <dsp:cNvPr id="0" name=""/>
        <dsp:cNvSpPr/>
      </dsp:nvSpPr>
      <dsp:spPr>
        <a:xfrm>
          <a:off x="5629520" y="2897081"/>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Servers </a:t>
          </a:r>
        </a:p>
      </dsp:txBody>
      <dsp:txXfrm>
        <a:off x="5629520" y="2897081"/>
        <a:ext cx="1328438" cy="664219"/>
      </dsp:txXfrm>
    </dsp:sp>
    <dsp:sp modelId="{FFA1E627-6ECF-472E-955E-042FC44114FE}">
      <dsp:nvSpPr>
        <dsp:cNvPr id="0" name=""/>
        <dsp:cNvSpPr/>
      </dsp:nvSpPr>
      <dsp:spPr>
        <a:xfrm>
          <a:off x="7236930" y="2897081"/>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Software  platforms</a:t>
          </a:r>
        </a:p>
      </dsp:txBody>
      <dsp:txXfrm>
        <a:off x="7236930" y="2897081"/>
        <a:ext cx="1328438" cy="664219"/>
      </dsp:txXfrm>
    </dsp:sp>
    <dsp:sp modelId="{E80ABF54-4110-4F22-9DD1-B401D5DCF6B9}">
      <dsp:nvSpPr>
        <dsp:cNvPr id="0" name=""/>
        <dsp:cNvSpPr/>
      </dsp:nvSpPr>
      <dsp:spPr>
        <a:xfrm>
          <a:off x="5629520" y="3840273"/>
          <a:ext cx="1328438" cy="664219"/>
        </a:xfrm>
        <a:prstGeom prst="rect">
          <a:avLst/>
        </a:prstGeom>
        <a:solidFill>
          <a:schemeClr val="bg1"/>
        </a:solidFill>
        <a:ln w="127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Cloud services  </a:t>
          </a:r>
        </a:p>
      </dsp:txBody>
      <dsp:txXfrm>
        <a:off x="5629520" y="3840273"/>
        <a:ext cx="1328438" cy="664219"/>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836EF7-154D-460A-B0E9-C87333D89D83}">
      <dsp:nvSpPr>
        <dsp:cNvPr id="0" name=""/>
        <dsp:cNvSpPr/>
      </dsp:nvSpPr>
      <dsp:spPr>
        <a:xfrm>
          <a:off x="3937684" y="1163720"/>
          <a:ext cx="143881" cy="3165402"/>
        </a:xfrm>
        <a:custGeom>
          <a:avLst/>
          <a:gdLst/>
          <a:ahLst/>
          <a:cxnLst/>
          <a:rect l="0" t="0" r="0" b="0"/>
          <a:pathLst>
            <a:path>
              <a:moveTo>
                <a:pt x="0" y="0"/>
              </a:moveTo>
              <a:lnTo>
                <a:pt x="0" y="3165402"/>
              </a:lnTo>
              <a:lnTo>
                <a:pt x="143881" y="3165402"/>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F4AB2F6A-7F83-4B9E-A840-C36E0B6E73D7}">
      <dsp:nvSpPr>
        <dsp:cNvPr id="0" name=""/>
        <dsp:cNvSpPr/>
      </dsp:nvSpPr>
      <dsp:spPr>
        <a:xfrm>
          <a:off x="3937684" y="1163720"/>
          <a:ext cx="143881" cy="2484361"/>
        </a:xfrm>
        <a:custGeom>
          <a:avLst/>
          <a:gdLst/>
          <a:ahLst/>
          <a:cxnLst/>
          <a:rect l="0" t="0" r="0" b="0"/>
          <a:pathLst>
            <a:path>
              <a:moveTo>
                <a:pt x="0" y="0"/>
              </a:moveTo>
              <a:lnTo>
                <a:pt x="0" y="2484361"/>
              </a:lnTo>
              <a:lnTo>
                <a:pt x="143881" y="2484361"/>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60D9D761-2EDF-47DA-B58C-C74631B1409B}">
      <dsp:nvSpPr>
        <dsp:cNvPr id="0" name=""/>
        <dsp:cNvSpPr/>
      </dsp:nvSpPr>
      <dsp:spPr>
        <a:xfrm>
          <a:off x="3937684" y="1163720"/>
          <a:ext cx="143881" cy="1803320"/>
        </a:xfrm>
        <a:custGeom>
          <a:avLst/>
          <a:gdLst/>
          <a:ahLst/>
          <a:cxnLst/>
          <a:rect l="0" t="0" r="0" b="0"/>
          <a:pathLst>
            <a:path>
              <a:moveTo>
                <a:pt x="0" y="0"/>
              </a:moveTo>
              <a:lnTo>
                <a:pt x="0" y="1803320"/>
              </a:lnTo>
              <a:lnTo>
                <a:pt x="143881" y="1803320"/>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7C8677E8-86DC-46D7-9A8C-191458716E36}">
      <dsp:nvSpPr>
        <dsp:cNvPr id="0" name=""/>
        <dsp:cNvSpPr/>
      </dsp:nvSpPr>
      <dsp:spPr>
        <a:xfrm>
          <a:off x="3937684" y="1163720"/>
          <a:ext cx="143881" cy="1122279"/>
        </a:xfrm>
        <a:custGeom>
          <a:avLst/>
          <a:gdLst/>
          <a:ahLst/>
          <a:cxnLst/>
          <a:rect l="0" t="0" r="0" b="0"/>
          <a:pathLst>
            <a:path>
              <a:moveTo>
                <a:pt x="0" y="0"/>
              </a:moveTo>
              <a:lnTo>
                <a:pt x="0" y="1122279"/>
              </a:lnTo>
              <a:lnTo>
                <a:pt x="143881" y="1122279"/>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3C1B9B21-245A-41DF-9D02-9F10BE08A40C}">
      <dsp:nvSpPr>
        <dsp:cNvPr id="0" name=""/>
        <dsp:cNvSpPr/>
      </dsp:nvSpPr>
      <dsp:spPr>
        <a:xfrm>
          <a:off x="3937684" y="1163720"/>
          <a:ext cx="143881" cy="441237"/>
        </a:xfrm>
        <a:custGeom>
          <a:avLst/>
          <a:gdLst/>
          <a:ahLst/>
          <a:cxnLst/>
          <a:rect l="0" t="0" r="0" b="0"/>
          <a:pathLst>
            <a:path>
              <a:moveTo>
                <a:pt x="0" y="0"/>
              </a:moveTo>
              <a:lnTo>
                <a:pt x="0" y="441237"/>
              </a:lnTo>
              <a:lnTo>
                <a:pt x="143881" y="441237"/>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06DDBB38-68F0-4317-9F77-306B5A4D0568}">
      <dsp:nvSpPr>
        <dsp:cNvPr id="0" name=""/>
        <dsp:cNvSpPr/>
      </dsp:nvSpPr>
      <dsp:spPr>
        <a:xfrm>
          <a:off x="2580398" y="482679"/>
          <a:ext cx="1740971" cy="201434"/>
        </a:xfrm>
        <a:custGeom>
          <a:avLst/>
          <a:gdLst/>
          <a:ahLst/>
          <a:cxnLst/>
          <a:rect l="0" t="0" r="0" b="0"/>
          <a:pathLst>
            <a:path>
              <a:moveTo>
                <a:pt x="0" y="0"/>
              </a:moveTo>
              <a:lnTo>
                <a:pt x="0" y="100717"/>
              </a:lnTo>
              <a:lnTo>
                <a:pt x="1740971" y="100717"/>
              </a:lnTo>
              <a:lnTo>
                <a:pt x="1740971" y="201434"/>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9DA8BDFF-41F5-4EEC-BB45-74AACB3116B8}">
      <dsp:nvSpPr>
        <dsp:cNvPr id="0" name=""/>
        <dsp:cNvSpPr/>
      </dsp:nvSpPr>
      <dsp:spPr>
        <a:xfrm>
          <a:off x="2781084" y="1160397"/>
          <a:ext cx="139834" cy="1806644"/>
        </a:xfrm>
        <a:custGeom>
          <a:avLst/>
          <a:gdLst/>
          <a:ahLst/>
          <a:cxnLst/>
          <a:rect l="0" t="0" r="0" b="0"/>
          <a:pathLst>
            <a:path>
              <a:moveTo>
                <a:pt x="0" y="0"/>
              </a:moveTo>
              <a:lnTo>
                <a:pt x="0" y="1806644"/>
              </a:lnTo>
              <a:lnTo>
                <a:pt x="139834" y="1806644"/>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F3B92755-C636-40B8-80F3-D1A0B934A050}">
      <dsp:nvSpPr>
        <dsp:cNvPr id="0" name=""/>
        <dsp:cNvSpPr/>
      </dsp:nvSpPr>
      <dsp:spPr>
        <a:xfrm>
          <a:off x="2781084" y="1160397"/>
          <a:ext cx="139834" cy="1125602"/>
        </a:xfrm>
        <a:custGeom>
          <a:avLst/>
          <a:gdLst/>
          <a:ahLst/>
          <a:cxnLst/>
          <a:rect l="0" t="0" r="0" b="0"/>
          <a:pathLst>
            <a:path>
              <a:moveTo>
                <a:pt x="0" y="0"/>
              </a:moveTo>
              <a:lnTo>
                <a:pt x="0" y="1125602"/>
              </a:lnTo>
              <a:lnTo>
                <a:pt x="139834" y="1125602"/>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5F1CFD65-6C97-47C5-9893-8DC886E3B7AE}">
      <dsp:nvSpPr>
        <dsp:cNvPr id="0" name=""/>
        <dsp:cNvSpPr/>
      </dsp:nvSpPr>
      <dsp:spPr>
        <a:xfrm>
          <a:off x="2781084" y="1160397"/>
          <a:ext cx="139834" cy="444561"/>
        </a:xfrm>
        <a:custGeom>
          <a:avLst/>
          <a:gdLst/>
          <a:ahLst/>
          <a:cxnLst/>
          <a:rect l="0" t="0" r="0" b="0"/>
          <a:pathLst>
            <a:path>
              <a:moveTo>
                <a:pt x="0" y="0"/>
              </a:moveTo>
              <a:lnTo>
                <a:pt x="0" y="444561"/>
              </a:lnTo>
              <a:lnTo>
                <a:pt x="139834" y="444561"/>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DBB6250D-A994-4B68-83F5-3A299E01BCF0}">
      <dsp:nvSpPr>
        <dsp:cNvPr id="0" name=""/>
        <dsp:cNvSpPr/>
      </dsp:nvSpPr>
      <dsp:spPr>
        <a:xfrm>
          <a:off x="2580398" y="482679"/>
          <a:ext cx="584371" cy="198111"/>
        </a:xfrm>
        <a:custGeom>
          <a:avLst/>
          <a:gdLst/>
          <a:ahLst/>
          <a:cxnLst/>
          <a:rect l="0" t="0" r="0" b="0"/>
          <a:pathLst>
            <a:path>
              <a:moveTo>
                <a:pt x="0" y="0"/>
              </a:moveTo>
              <a:lnTo>
                <a:pt x="0" y="97393"/>
              </a:lnTo>
              <a:lnTo>
                <a:pt x="584371" y="97393"/>
              </a:lnTo>
              <a:lnTo>
                <a:pt x="584371" y="198111"/>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092B094E-72C3-4034-86B2-067607B0F8F4}">
      <dsp:nvSpPr>
        <dsp:cNvPr id="0" name=""/>
        <dsp:cNvSpPr/>
      </dsp:nvSpPr>
      <dsp:spPr>
        <a:xfrm>
          <a:off x="1616389" y="1163720"/>
          <a:ext cx="143881" cy="2484361"/>
        </a:xfrm>
        <a:custGeom>
          <a:avLst/>
          <a:gdLst/>
          <a:ahLst/>
          <a:cxnLst/>
          <a:rect l="0" t="0" r="0" b="0"/>
          <a:pathLst>
            <a:path>
              <a:moveTo>
                <a:pt x="0" y="0"/>
              </a:moveTo>
              <a:lnTo>
                <a:pt x="0" y="2484361"/>
              </a:lnTo>
              <a:lnTo>
                <a:pt x="143881" y="2484361"/>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2DAC2FC0-0925-41F0-AB23-72079D66295B}">
      <dsp:nvSpPr>
        <dsp:cNvPr id="0" name=""/>
        <dsp:cNvSpPr/>
      </dsp:nvSpPr>
      <dsp:spPr>
        <a:xfrm>
          <a:off x="1616389" y="1163720"/>
          <a:ext cx="143881" cy="1803320"/>
        </a:xfrm>
        <a:custGeom>
          <a:avLst/>
          <a:gdLst/>
          <a:ahLst/>
          <a:cxnLst/>
          <a:rect l="0" t="0" r="0" b="0"/>
          <a:pathLst>
            <a:path>
              <a:moveTo>
                <a:pt x="0" y="0"/>
              </a:moveTo>
              <a:lnTo>
                <a:pt x="0" y="1803320"/>
              </a:lnTo>
              <a:lnTo>
                <a:pt x="143881" y="1803320"/>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6FB8EA8A-81E4-485A-86F7-B4D5B6516230}">
      <dsp:nvSpPr>
        <dsp:cNvPr id="0" name=""/>
        <dsp:cNvSpPr/>
      </dsp:nvSpPr>
      <dsp:spPr>
        <a:xfrm>
          <a:off x="1616389" y="1163720"/>
          <a:ext cx="143881" cy="1122279"/>
        </a:xfrm>
        <a:custGeom>
          <a:avLst/>
          <a:gdLst/>
          <a:ahLst/>
          <a:cxnLst/>
          <a:rect l="0" t="0" r="0" b="0"/>
          <a:pathLst>
            <a:path>
              <a:moveTo>
                <a:pt x="0" y="0"/>
              </a:moveTo>
              <a:lnTo>
                <a:pt x="0" y="1122279"/>
              </a:lnTo>
              <a:lnTo>
                <a:pt x="143881" y="1122279"/>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2EA57C00-072F-4FEC-8998-1D5BC170FF13}">
      <dsp:nvSpPr>
        <dsp:cNvPr id="0" name=""/>
        <dsp:cNvSpPr/>
      </dsp:nvSpPr>
      <dsp:spPr>
        <a:xfrm>
          <a:off x="1616389" y="1163720"/>
          <a:ext cx="143881" cy="441237"/>
        </a:xfrm>
        <a:custGeom>
          <a:avLst/>
          <a:gdLst/>
          <a:ahLst/>
          <a:cxnLst/>
          <a:rect l="0" t="0" r="0" b="0"/>
          <a:pathLst>
            <a:path>
              <a:moveTo>
                <a:pt x="0" y="0"/>
              </a:moveTo>
              <a:lnTo>
                <a:pt x="0" y="441237"/>
              </a:lnTo>
              <a:lnTo>
                <a:pt x="143881" y="441237"/>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7B5206AE-36DB-43EE-84F3-AFB823AA6253}">
      <dsp:nvSpPr>
        <dsp:cNvPr id="0" name=""/>
        <dsp:cNvSpPr/>
      </dsp:nvSpPr>
      <dsp:spPr>
        <a:xfrm>
          <a:off x="2000074" y="482679"/>
          <a:ext cx="580323" cy="201434"/>
        </a:xfrm>
        <a:custGeom>
          <a:avLst/>
          <a:gdLst/>
          <a:ahLst/>
          <a:cxnLst/>
          <a:rect l="0" t="0" r="0" b="0"/>
          <a:pathLst>
            <a:path>
              <a:moveTo>
                <a:pt x="580323" y="0"/>
              </a:moveTo>
              <a:lnTo>
                <a:pt x="580323" y="100717"/>
              </a:lnTo>
              <a:lnTo>
                <a:pt x="0" y="100717"/>
              </a:lnTo>
              <a:lnTo>
                <a:pt x="0" y="201434"/>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31CF9883-6932-443B-BE67-EA6070F735FC}">
      <dsp:nvSpPr>
        <dsp:cNvPr id="0" name=""/>
        <dsp:cNvSpPr/>
      </dsp:nvSpPr>
      <dsp:spPr>
        <a:xfrm>
          <a:off x="839426" y="482679"/>
          <a:ext cx="1740971" cy="201434"/>
        </a:xfrm>
        <a:custGeom>
          <a:avLst/>
          <a:gdLst/>
          <a:ahLst/>
          <a:cxnLst/>
          <a:rect l="0" t="0" r="0" b="0"/>
          <a:pathLst>
            <a:path>
              <a:moveTo>
                <a:pt x="1740971" y="0"/>
              </a:moveTo>
              <a:lnTo>
                <a:pt x="1740971" y="100717"/>
              </a:lnTo>
              <a:lnTo>
                <a:pt x="0" y="100717"/>
              </a:lnTo>
              <a:lnTo>
                <a:pt x="0" y="201434"/>
              </a:lnTo>
            </a:path>
          </a:pathLst>
        </a:custGeom>
        <a:noFill/>
        <a:ln w="6350" cap="flat" cmpd="sng" algn="ctr">
          <a:solidFill>
            <a:scrgbClr r="0" g="0" b="0"/>
          </a:solidFill>
          <a:prstDash val="solid"/>
        </a:ln>
        <a:effectLst/>
      </dsp:spPr>
      <dsp:style>
        <a:lnRef idx="2">
          <a:scrgbClr r="0" g="0" b="0"/>
        </a:lnRef>
        <a:fillRef idx="0">
          <a:scrgbClr r="0" g="0" b="0"/>
        </a:fillRef>
        <a:effectRef idx="0">
          <a:scrgbClr r="0" g="0" b="0"/>
        </a:effectRef>
        <a:fontRef idx="minor"/>
      </dsp:style>
    </dsp:sp>
    <dsp:sp modelId="{B66FDA53-52AD-4777-B131-E6DE4E566FE1}">
      <dsp:nvSpPr>
        <dsp:cNvPr id="0" name=""/>
        <dsp:cNvSpPr/>
      </dsp:nvSpPr>
      <dsp:spPr>
        <a:xfrm>
          <a:off x="2100791" y="3073"/>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Project cost</a:t>
          </a:r>
        </a:p>
      </dsp:txBody>
      <dsp:txXfrm>
        <a:off x="2100791" y="3073"/>
        <a:ext cx="959213" cy="479606"/>
      </dsp:txXfrm>
    </dsp:sp>
    <dsp:sp modelId="{B36F738C-DABB-499F-A586-6245E56F73A4}">
      <dsp:nvSpPr>
        <dsp:cNvPr id="0" name=""/>
        <dsp:cNvSpPr/>
      </dsp:nvSpPr>
      <dsp:spPr>
        <a:xfrm>
          <a:off x="359820" y="684114"/>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Project management </a:t>
          </a:r>
        </a:p>
      </dsp:txBody>
      <dsp:txXfrm>
        <a:off x="359820" y="684114"/>
        <a:ext cx="959213" cy="479606"/>
      </dsp:txXfrm>
    </dsp:sp>
    <dsp:sp modelId="{BE33DF6D-96DD-447A-A304-E5B66ED4DEA0}">
      <dsp:nvSpPr>
        <dsp:cNvPr id="0" name=""/>
        <dsp:cNvSpPr/>
      </dsp:nvSpPr>
      <dsp:spPr>
        <a:xfrm>
          <a:off x="1520467" y="684114"/>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Software Project</a:t>
          </a:r>
        </a:p>
      </dsp:txBody>
      <dsp:txXfrm>
        <a:off x="1520467" y="684114"/>
        <a:ext cx="959213" cy="479606"/>
      </dsp:txXfrm>
    </dsp:sp>
    <dsp:sp modelId="{63AB99B0-52A9-4FD4-95B2-D1CDAD6E4D6C}">
      <dsp:nvSpPr>
        <dsp:cNvPr id="0" name=""/>
        <dsp:cNvSpPr/>
      </dsp:nvSpPr>
      <dsp:spPr>
        <a:xfrm>
          <a:off x="1760271" y="1365155"/>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Analysis (modelling) </a:t>
          </a:r>
        </a:p>
      </dsp:txBody>
      <dsp:txXfrm>
        <a:off x="1760271" y="1365155"/>
        <a:ext cx="959213" cy="479606"/>
      </dsp:txXfrm>
    </dsp:sp>
    <dsp:sp modelId="{152DB30B-0997-48AC-8E02-B305E6A174EA}">
      <dsp:nvSpPr>
        <dsp:cNvPr id="0" name=""/>
        <dsp:cNvSpPr/>
      </dsp:nvSpPr>
      <dsp:spPr>
        <a:xfrm>
          <a:off x="1760271" y="2046196"/>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Development</a:t>
          </a:r>
        </a:p>
      </dsp:txBody>
      <dsp:txXfrm>
        <a:off x="1760271" y="2046196"/>
        <a:ext cx="959213" cy="479606"/>
      </dsp:txXfrm>
    </dsp:sp>
    <dsp:sp modelId="{2A5F8A13-F793-4295-A576-C273F1E67E53}">
      <dsp:nvSpPr>
        <dsp:cNvPr id="0" name=""/>
        <dsp:cNvSpPr/>
      </dsp:nvSpPr>
      <dsp:spPr>
        <a:xfrm>
          <a:off x="1760271" y="2727237"/>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System Test</a:t>
          </a:r>
        </a:p>
      </dsp:txBody>
      <dsp:txXfrm>
        <a:off x="1760271" y="2727237"/>
        <a:ext cx="959213" cy="479606"/>
      </dsp:txXfrm>
    </dsp:sp>
    <dsp:sp modelId="{2907B370-BA96-40F4-A66F-C111E7FDFAAE}">
      <dsp:nvSpPr>
        <dsp:cNvPr id="0" name=""/>
        <dsp:cNvSpPr/>
      </dsp:nvSpPr>
      <dsp:spPr>
        <a:xfrm>
          <a:off x="1760271" y="3408279"/>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User Test</a:t>
          </a:r>
        </a:p>
      </dsp:txBody>
      <dsp:txXfrm>
        <a:off x="1760271" y="3408279"/>
        <a:ext cx="959213" cy="479606"/>
      </dsp:txXfrm>
    </dsp:sp>
    <dsp:sp modelId="{143639B3-181C-491B-A515-4BAB93604BCB}">
      <dsp:nvSpPr>
        <dsp:cNvPr id="0" name=""/>
        <dsp:cNvSpPr/>
      </dsp:nvSpPr>
      <dsp:spPr>
        <a:xfrm>
          <a:off x="2685163" y="680790"/>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Business Project</a:t>
          </a:r>
        </a:p>
      </dsp:txBody>
      <dsp:txXfrm>
        <a:off x="2685163" y="680790"/>
        <a:ext cx="959213" cy="479606"/>
      </dsp:txXfrm>
    </dsp:sp>
    <dsp:sp modelId="{30523AB1-C99C-444B-AA4F-1E73092027E9}">
      <dsp:nvSpPr>
        <dsp:cNvPr id="0" name=""/>
        <dsp:cNvSpPr/>
      </dsp:nvSpPr>
      <dsp:spPr>
        <a:xfrm>
          <a:off x="2920918" y="1365155"/>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Analysis</a:t>
          </a:r>
        </a:p>
      </dsp:txBody>
      <dsp:txXfrm>
        <a:off x="2920918" y="1365155"/>
        <a:ext cx="959213" cy="479606"/>
      </dsp:txXfrm>
    </dsp:sp>
    <dsp:sp modelId="{72CEFB75-59D1-4656-8F8B-120522C92D35}">
      <dsp:nvSpPr>
        <dsp:cNvPr id="0" name=""/>
        <dsp:cNvSpPr/>
      </dsp:nvSpPr>
      <dsp:spPr>
        <a:xfrm>
          <a:off x="2920918" y="2046196"/>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Education/ training/ change</a:t>
          </a:r>
        </a:p>
      </dsp:txBody>
      <dsp:txXfrm>
        <a:off x="2920918" y="2046196"/>
        <a:ext cx="959213" cy="479606"/>
      </dsp:txXfrm>
    </dsp:sp>
    <dsp:sp modelId="{1D51532B-12DB-46BA-BB30-F962FCC102BE}">
      <dsp:nvSpPr>
        <dsp:cNvPr id="0" name=""/>
        <dsp:cNvSpPr/>
      </dsp:nvSpPr>
      <dsp:spPr>
        <a:xfrm>
          <a:off x="2920918" y="2727237"/>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Miscellaneous </a:t>
          </a:r>
        </a:p>
      </dsp:txBody>
      <dsp:txXfrm>
        <a:off x="2920918" y="2727237"/>
        <a:ext cx="959213" cy="479606"/>
      </dsp:txXfrm>
    </dsp:sp>
    <dsp:sp modelId="{C1E13093-8BD2-473F-9131-948EED45B322}">
      <dsp:nvSpPr>
        <dsp:cNvPr id="0" name=""/>
        <dsp:cNvSpPr/>
      </dsp:nvSpPr>
      <dsp:spPr>
        <a:xfrm>
          <a:off x="3841763" y="684114"/>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Technology</a:t>
          </a:r>
        </a:p>
      </dsp:txBody>
      <dsp:txXfrm>
        <a:off x="3841763" y="684114"/>
        <a:ext cx="959213" cy="479606"/>
      </dsp:txXfrm>
    </dsp:sp>
    <dsp:sp modelId="{71CFB7A4-87DA-4816-B7A4-500ED09ACC80}">
      <dsp:nvSpPr>
        <dsp:cNvPr id="0" name=""/>
        <dsp:cNvSpPr/>
      </dsp:nvSpPr>
      <dsp:spPr>
        <a:xfrm>
          <a:off x="4081566" y="1365155"/>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Mobile</a:t>
          </a:r>
        </a:p>
      </dsp:txBody>
      <dsp:txXfrm>
        <a:off x="4081566" y="1365155"/>
        <a:ext cx="959213" cy="479606"/>
      </dsp:txXfrm>
    </dsp:sp>
    <dsp:sp modelId="{EE5463CD-2007-41E8-A571-D5AD678DE2DA}">
      <dsp:nvSpPr>
        <dsp:cNvPr id="0" name=""/>
        <dsp:cNvSpPr/>
      </dsp:nvSpPr>
      <dsp:spPr>
        <a:xfrm>
          <a:off x="4081566" y="2046196"/>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LAN/ Clients/EUC</a:t>
          </a:r>
        </a:p>
      </dsp:txBody>
      <dsp:txXfrm>
        <a:off x="4081566" y="2046196"/>
        <a:ext cx="959213" cy="479606"/>
      </dsp:txXfrm>
    </dsp:sp>
    <dsp:sp modelId="{1EDDC4A0-7BC2-483A-84BD-549CE25340AD}">
      <dsp:nvSpPr>
        <dsp:cNvPr id="0" name=""/>
        <dsp:cNvSpPr/>
      </dsp:nvSpPr>
      <dsp:spPr>
        <a:xfrm>
          <a:off x="4081566" y="2727237"/>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Servers </a:t>
          </a:r>
        </a:p>
      </dsp:txBody>
      <dsp:txXfrm>
        <a:off x="4081566" y="2727237"/>
        <a:ext cx="959213" cy="479606"/>
      </dsp:txXfrm>
    </dsp:sp>
    <dsp:sp modelId="{FFA1E627-6ECF-472E-955E-042FC44114FE}">
      <dsp:nvSpPr>
        <dsp:cNvPr id="0" name=""/>
        <dsp:cNvSpPr/>
      </dsp:nvSpPr>
      <dsp:spPr>
        <a:xfrm>
          <a:off x="4081566" y="3408279"/>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Software  platforms</a:t>
          </a:r>
        </a:p>
      </dsp:txBody>
      <dsp:txXfrm>
        <a:off x="4081566" y="3408279"/>
        <a:ext cx="959213" cy="479606"/>
      </dsp:txXfrm>
    </dsp:sp>
    <dsp:sp modelId="{E80ABF54-4110-4F22-9DD1-B401D5DCF6B9}">
      <dsp:nvSpPr>
        <dsp:cNvPr id="0" name=""/>
        <dsp:cNvSpPr/>
      </dsp:nvSpPr>
      <dsp:spPr>
        <a:xfrm>
          <a:off x="4081566" y="4089320"/>
          <a:ext cx="959213" cy="479606"/>
        </a:xfrm>
        <a:prstGeom prst="rect">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noProof="0" dirty="0"/>
            <a:t>Cloud services  </a:t>
          </a:r>
        </a:p>
      </dsp:txBody>
      <dsp:txXfrm>
        <a:off x="4081566" y="4089320"/>
        <a:ext cx="959213" cy="479606"/>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1DD64-8E2B-4213-A922-5172F8217136}">
      <dsp:nvSpPr>
        <dsp:cNvPr id="0" name=""/>
        <dsp:cNvSpPr/>
      </dsp:nvSpPr>
      <dsp:spPr>
        <a:xfrm>
          <a:off x="6958039" y="1674911"/>
          <a:ext cx="139487" cy="2497493"/>
        </a:xfrm>
        <a:custGeom>
          <a:avLst/>
          <a:gdLst/>
          <a:ahLst/>
          <a:cxnLst/>
          <a:rect l="0" t="0" r="0" b="0"/>
          <a:pathLst>
            <a:path>
              <a:moveTo>
                <a:pt x="139487" y="0"/>
              </a:moveTo>
              <a:lnTo>
                <a:pt x="139487" y="2497493"/>
              </a:lnTo>
              <a:lnTo>
                <a:pt x="0" y="249749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C4DE16-1EA8-4E66-8AE0-84BB1C2EADBB}">
      <dsp:nvSpPr>
        <dsp:cNvPr id="0" name=""/>
        <dsp:cNvSpPr/>
      </dsp:nvSpPr>
      <dsp:spPr>
        <a:xfrm>
          <a:off x="7097527" y="1674911"/>
          <a:ext cx="139487" cy="1554291"/>
        </a:xfrm>
        <a:custGeom>
          <a:avLst/>
          <a:gdLst/>
          <a:ahLst/>
          <a:cxnLst/>
          <a:rect l="0" t="0" r="0" b="0"/>
          <a:pathLst>
            <a:path>
              <a:moveTo>
                <a:pt x="0" y="0"/>
              </a:moveTo>
              <a:lnTo>
                <a:pt x="0" y="1554291"/>
              </a:lnTo>
              <a:lnTo>
                <a:pt x="139487" y="155429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C37B1E-7897-4E09-B59D-DF81792129F6}">
      <dsp:nvSpPr>
        <dsp:cNvPr id="0" name=""/>
        <dsp:cNvSpPr/>
      </dsp:nvSpPr>
      <dsp:spPr>
        <a:xfrm>
          <a:off x="6958039" y="1674911"/>
          <a:ext cx="139487" cy="1554291"/>
        </a:xfrm>
        <a:custGeom>
          <a:avLst/>
          <a:gdLst/>
          <a:ahLst/>
          <a:cxnLst/>
          <a:rect l="0" t="0" r="0" b="0"/>
          <a:pathLst>
            <a:path>
              <a:moveTo>
                <a:pt x="139487" y="0"/>
              </a:moveTo>
              <a:lnTo>
                <a:pt x="139487" y="1554291"/>
              </a:lnTo>
              <a:lnTo>
                <a:pt x="0" y="155429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D3E7C7-5F9F-4403-A4C8-CCABCA206563}">
      <dsp:nvSpPr>
        <dsp:cNvPr id="0" name=""/>
        <dsp:cNvSpPr/>
      </dsp:nvSpPr>
      <dsp:spPr>
        <a:xfrm>
          <a:off x="7097527" y="1674911"/>
          <a:ext cx="139487" cy="611088"/>
        </a:xfrm>
        <a:custGeom>
          <a:avLst/>
          <a:gdLst/>
          <a:ahLst/>
          <a:cxnLst/>
          <a:rect l="0" t="0" r="0" b="0"/>
          <a:pathLst>
            <a:path>
              <a:moveTo>
                <a:pt x="0" y="0"/>
              </a:moveTo>
              <a:lnTo>
                <a:pt x="0" y="611088"/>
              </a:lnTo>
              <a:lnTo>
                <a:pt x="139487" y="61108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004330-659C-421A-AA00-2A60A650D1AA}">
      <dsp:nvSpPr>
        <dsp:cNvPr id="0" name=""/>
        <dsp:cNvSpPr/>
      </dsp:nvSpPr>
      <dsp:spPr>
        <a:xfrm>
          <a:off x="6958039" y="1674911"/>
          <a:ext cx="139487" cy="611088"/>
        </a:xfrm>
        <a:custGeom>
          <a:avLst/>
          <a:gdLst/>
          <a:ahLst/>
          <a:cxnLst/>
          <a:rect l="0" t="0" r="0" b="0"/>
          <a:pathLst>
            <a:path>
              <a:moveTo>
                <a:pt x="139487" y="0"/>
              </a:moveTo>
              <a:lnTo>
                <a:pt x="139487" y="611088"/>
              </a:lnTo>
              <a:lnTo>
                <a:pt x="0" y="61108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DDBB38-68F0-4317-9F77-306B5A4D0568}">
      <dsp:nvSpPr>
        <dsp:cNvPr id="0" name=""/>
        <dsp:cNvSpPr/>
      </dsp:nvSpPr>
      <dsp:spPr>
        <a:xfrm>
          <a:off x="3882668" y="731708"/>
          <a:ext cx="3214858" cy="278975"/>
        </a:xfrm>
        <a:custGeom>
          <a:avLst/>
          <a:gdLst/>
          <a:ahLst/>
          <a:cxnLst/>
          <a:rect l="0" t="0" r="0" b="0"/>
          <a:pathLst>
            <a:path>
              <a:moveTo>
                <a:pt x="0" y="0"/>
              </a:moveTo>
              <a:lnTo>
                <a:pt x="0" y="139487"/>
              </a:lnTo>
              <a:lnTo>
                <a:pt x="3214858" y="139487"/>
              </a:lnTo>
              <a:lnTo>
                <a:pt x="3214858" y="278975"/>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66A192-41BF-4B05-9C2B-3184310FF5C6}">
      <dsp:nvSpPr>
        <dsp:cNvPr id="0" name=""/>
        <dsp:cNvSpPr/>
      </dsp:nvSpPr>
      <dsp:spPr>
        <a:xfrm>
          <a:off x="3828494" y="1670308"/>
          <a:ext cx="193662" cy="1558894"/>
        </a:xfrm>
        <a:custGeom>
          <a:avLst/>
          <a:gdLst/>
          <a:ahLst/>
          <a:cxnLst/>
          <a:rect l="0" t="0" r="0" b="0"/>
          <a:pathLst>
            <a:path>
              <a:moveTo>
                <a:pt x="0" y="0"/>
              </a:moveTo>
              <a:lnTo>
                <a:pt x="0" y="1558894"/>
              </a:lnTo>
              <a:lnTo>
                <a:pt x="193662" y="155889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58471-3416-48AF-94C0-257C660D6C30}">
      <dsp:nvSpPr>
        <dsp:cNvPr id="0" name=""/>
        <dsp:cNvSpPr/>
      </dsp:nvSpPr>
      <dsp:spPr>
        <a:xfrm>
          <a:off x="3828494" y="1670308"/>
          <a:ext cx="193662" cy="615691"/>
        </a:xfrm>
        <a:custGeom>
          <a:avLst/>
          <a:gdLst/>
          <a:ahLst/>
          <a:cxnLst/>
          <a:rect l="0" t="0" r="0" b="0"/>
          <a:pathLst>
            <a:path>
              <a:moveTo>
                <a:pt x="0" y="0"/>
              </a:moveTo>
              <a:lnTo>
                <a:pt x="0" y="615691"/>
              </a:lnTo>
              <a:lnTo>
                <a:pt x="193662" y="61569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B6250D-A994-4B68-83F5-3A299E01BCF0}">
      <dsp:nvSpPr>
        <dsp:cNvPr id="0" name=""/>
        <dsp:cNvSpPr/>
      </dsp:nvSpPr>
      <dsp:spPr>
        <a:xfrm>
          <a:off x="3882668" y="731708"/>
          <a:ext cx="477207" cy="274372"/>
        </a:xfrm>
        <a:custGeom>
          <a:avLst/>
          <a:gdLst/>
          <a:ahLst/>
          <a:cxnLst/>
          <a:rect l="0" t="0" r="0" b="0"/>
          <a:pathLst>
            <a:path>
              <a:moveTo>
                <a:pt x="0" y="0"/>
              </a:moveTo>
              <a:lnTo>
                <a:pt x="0" y="134884"/>
              </a:lnTo>
              <a:lnTo>
                <a:pt x="477207" y="134884"/>
              </a:lnTo>
              <a:lnTo>
                <a:pt x="477207" y="274372"/>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FAB8F0C-B50C-4110-92BD-83EFA04F2A3D}">
      <dsp:nvSpPr>
        <dsp:cNvPr id="0" name=""/>
        <dsp:cNvSpPr/>
      </dsp:nvSpPr>
      <dsp:spPr>
        <a:xfrm>
          <a:off x="2275239" y="1674911"/>
          <a:ext cx="139487" cy="1554291"/>
        </a:xfrm>
        <a:custGeom>
          <a:avLst/>
          <a:gdLst/>
          <a:ahLst/>
          <a:cxnLst/>
          <a:rect l="0" t="0" r="0" b="0"/>
          <a:pathLst>
            <a:path>
              <a:moveTo>
                <a:pt x="0" y="0"/>
              </a:moveTo>
              <a:lnTo>
                <a:pt x="0" y="1554291"/>
              </a:lnTo>
              <a:lnTo>
                <a:pt x="139487" y="155429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168C62-4C73-4FEA-B525-828302C7EE80}">
      <dsp:nvSpPr>
        <dsp:cNvPr id="0" name=""/>
        <dsp:cNvSpPr/>
      </dsp:nvSpPr>
      <dsp:spPr>
        <a:xfrm>
          <a:off x="2135751" y="1674911"/>
          <a:ext cx="139487" cy="1554291"/>
        </a:xfrm>
        <a:custGeom>
          <a:avLst/>
          <a:gdLst/>
          <a:ahLst/>
          <a:cxnLst/>
          <a:rect l="0" t="0" r="0" b="0"/>
          <a:pathLst>
            <a:path>
              <a:moveTo>
                <a:pt x="139487" y="0"/>
              </a:moveTo>
              <a:lnTo>
                <a:pt x="139487" y="1554291"/>
              </a:lnTo>
              <a:lnTo>
                <a:pt x="0" y="155429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A04B9E-A781-425B-B36A-F2E0C3396A0F}">
      <dsp:nvSpPr>
        <dsp:cNvPr id="0" name=""/>
        <dsp:cNvSpPr/>
      </dsp:nvSpPr>
      <dsp:spPr>
        <a:xfrm>
          <a:off x="2275239" y="1674911"/>
          <a:ext cx="139487" cy="611088"/>
        </a:xfrm>
        <a:custGeom>
          <a:avLst/>
          <a:gdLst/>
          <a:ahLst/>
          <a:cxnLst/>
          <a:rect l="0" t="0" r="0" b="0"/>
          <a:pathLst>
            <a:path>
              <a:moveTo>
                <a:pt x="0" y="0"/>
              </a:moveTo>
              <a:lnTo>
                <a:pt x="0" y="611088"/>
              </a:lnTo>
              <a:lnTo>
                <a:pt x="139487" y="61108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FAA4B1-5E18-4F52-8331-43C80B4BAD10}">
      <dsp:nvSpPr>
        <dsp:cNvPr id="0" name=""/>
        <dsp:cNvSpPr/>
      </dsp:nvSpPr>
      <dsp:spPr>
        <a:xfrm>
          <a:off x="2135751" y="1674911"/>
          <a:ext cx="139487" cy="611088"/>
        </a:xfrm>
        <a:custGeom>
          <a:avLst/>
          <a:gdLst/>
          <a:ahLst/>
          <a:cxnLst/>
          <a:rect l="0" t="0" r="0" b="0"/>
          <a:pathLst>
            <a:path>
              <a:moveTo>
                <a:pt x="139487" y="0"/>
              </a:moveTo>
              <a:lnTo>
                <a:pt x="139487" y="611088"/>
              </a:lnTo>
              <a:lnTo>
                <a:pt x="0" y="61108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5206AE-36DB-43EE-84F3-AFB823AA6253}">
      <dsp:nvSpPr>
        <dsp:cNvPr id="0" name=""/>
        <dsp:cNvSpPr/>
      </dsp:nvSpPr>
      <dsp:spPr>
        <a:xfrm>
          <a:off x="2275239" y="731708"/>
          <a:ext cx="1607429" cy="278975"/>
        </a:xfrm>
        <a:custGeom>
          <a:avLst/>
          <a:gdLst/>
          <a:ahLst/>
          <a:cxnLst/>
          <a:rect l="0" t="0" r="0" b="0"/>
          <a:pathLst>
            <a:path>
              <a:moveTo>
                <a:pt x="1607429" y="0"/>
              </a:moveTo>
              <a:lnTo>
                <a:pt x="1607429" y="139487"/>
              </a:lnTo>
              <a:lnTo>
                <a:pt x="0" y="139487"/>
              </a:lnTo>
              <a:lnTo>
                <a:pt x="0" y="278975"/>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CF9883-6932-443B-BE67-EA6070F735FC}">
      <dsp:nvSpPr>
        <dsp:cNvPr id="0" name=""/>
        <dsp:cNvSpPr/>
      </dsp:nvSpPr>
      <dsp:spPr>
        <a:xfrm>
          <a:off x="667809" y="731708"/>
          <a:ext cx="3214858" cy="278975"/>
        </a:xfrm>
        <a:custGeom>
          <a:avLst/>
          <a:gdLst/>
          <a:ahLst/>
          <a:cxnLst/>
          <a:rect l="0" t="0" r="0" b="0"/>
          <a:pathLst>
            <a:path>
              <a:moveTo>
                <a:pt x="3214858" y="0"/>
              </a:moveTo>
              <a:lnTo>
                <a:pt x="3214858" y="139487"/>
              </a:lnTo>
              <a:lnTo>
                <a:pt x="0" y="139487"/>
              </a:lnTo>
              <a:lnTo>
                <a:pt x="0" y="278975"/>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6FDA53-52AD-4777-B131-E6DE4E566FE1}">
      <dsp:nvSpPr>
        <dsp:cNvPr id="0" name=""/>
        <dsp:cNvSpPr/>
      </dsp:nvSpPr>
      <dsp:spPr>
        <a:xfrm>
          <a:off x="3218441" y="67481"/>
          <a:ext cx="1328454" cy="6642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Project cost</a:t>
          </a:r>
        </a:p>
      </dsp:txBody>
      <dsp:txXfrm>
        <a:off x="3218441" y="67481"/>
        <a:ext cx="1328454" cy="664227"/>
      </dsp:txXfrm>
    </dsp:sp>
    <dsp:sp modelId="{B36F738C-DABB-499F-A586-6245E56F73A4}">
      <dsp:nvSpPr>
        <dsp:cNvPr id="0" name=""/>
        <dsp:cNvSpPr/>
      </dsp:nvSpPr>
      <dsp:spPr>
        <a:xfrm>
          <a:off x="3582" y="1010684"/>
          <a:ext cx="1328454" cy="664227"/>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Project management </a:t>
          </a:r>
        </a:p>
      </dsp:txBody>
      <dsp:txXfrm>
        <a:off x="3582" y="1010684"/>
        <a:ext cx="1328454" cy="664227"/>
      </dsp:txXfrm>
    </dsp:sp>
    <dsp:sp modelId="{BE33DF6D-96DD-447A-A304-E5B66ED4DEA0}">
      <dsp:nvSpPr>
        <dsp:cNvPr id="0" name=""/>
        <dsp:cNvSpPr/>
      </dsp:nvSpPr>
      <dsp:spPr>
        <a:xfrm>
          <a:off x="1611012" y="1010684"/>
          <a:ext cx="1328454" cy="664227"/>
        </a:xfrm>
        <a:prstGeom prst="rect">
          <a:avLst/>
        </a:prstGeom>
        <a:solidFill>
          <a:srgbClr val="92D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Software Project</a:t>
          </a:r>
        </a:p>
      </dsp:txBody>
      <dsp:txXfrm>
        <a:off x="1611012" y="1010684"/>
        <a:ext cx="1328454" cy="664227"/>
      </dsp:txXfrm>
    </dsp:sp>
    <dsp:sp modelId="{63AB99B0-52A9-4FD4-95B2-D1CDAD6E4D6C}">
      <dsp:nvSpPr>
        <dsp:cNvPr id="0" name=""/>
        <dsp:cNvSpPr/>
      </dsp:nvSpPr>
      <dsp:spPr>
        <a:xfrm>
          <a:off x="807297" y="1953886"/>
          <a:ext cx="1328454" cy="664227"/>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Analysis (modelling) </a:t>
          </a:r>
        </a:p>
      </dsp:txBody>
      <dsp:txXfrm>
        <a:off x="807297" y="1953886"/>
        <a:ext cx="1328454" cy="664227"/>
      </dsp:txXfrm>
    </dsp:sp>
    <dsp:sp modelId="{152DB30B-0997-48AC-8E02-B305E6A174EA}">
      <dsp:nvSpPr>
        <dsp:cNvPr id="0" name=""/>
        <dsp:cNvSpPr/>
      </dsp:nvSpPr>
      <dsp:spPr>
        <a:xfrm>
          <a:off x="2414726" y="1953886"/>
          <a:ext cx="1328454" cy="664227"/>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Development</a:t>
          </a:r>
        </a:p>
      </dsp:txBody>
      <dsp:txXfrm>
        <a:off x="2414726" y="1953886"/>
        <a:ext cx="1328454" cy="664227"/>
      </dsp:txXfrm>
    </dsp:sp>
    <dsp:sp modelId="{2A5F8A13-F793-4295-A576-C273F1E67E53}">
      <dsp:nvSpPr>
        <dsp:cNvPr id="0" name=""/>
        <dsp:cNvSpPr/>
      </dsp:nvSpPr>
      <dsp:spPr>
        <a:xfrm>
          <a:off x="807297" y="2897088"/>
          <a:ext cx="1328454" cy="664227"/>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System Test</a:t>
          </a:r>
        </a:p>
      </dsp:txBody>
      <dsp:txXfrm>
        <a:off x="807297" y="2897088"/>
        <a:ext cx="1328454" cy="664227"/>
      </dsp:txXfrm>
    </dsp:sp>
    <dsp:sp modelId="{2907B370-BA96-40F4-A66F-C111E7FDFAAE}">
      <dsp:nvSpPr>
        <dsp:cNvPr id="0" name=""/>
        <dsp:cNvSpPr/>
      </dsp:nvSpPr>
      <dsp:spPr>
        <a:xfrm>
          <a:off x="2414726" y="2897088"/>
          <a:ext cx="1328454" cy="664227"/>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User Test</a:t>
          </a:r>
        </a:p>
      </dsp:txBody>
      <dsp:txXfrm>
        <a:off x="2414726" y="2897088"/>
        <a:ext cx="1328454" cy="664227"/>
      </dsp:txXfrm>
    </dsp:sp>
    <dsp:sp modelId="{143639B3-181C-491B-A515-4BAB93604BCB}">
      <dsp:nvSpPr>
        <dsp:cNvPr id="0" name=""/>
        <dsp:cNvSpPr/>
      </dsp:nvSpPr>
      <dsp:spPr>
        <a:xfrm>
          <a:off x="3695648" y="1006080"/>
          <a:ext cx="1328454" cy="664227"/>
        </a:xfrm>
        <a:prstGeom prst="rect">
          <a:avLst/>
        </a:prstGeom>
        <a:solidFill>
          <a:srgbClr val="92D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Business Project</a:t>
          </a:r>
        </a:p>
      </dsp:txBody>
      <dsp:txXfrm>
        <a:off x="3695648" y="1006080"/>
        <a:ext cx="1328454" cy="664227"/>
      </dsp:txXfrm>
    </dsp:sp>
    <dsp:sp modelId="{30523AB1-C99C-444B-AA4F-1E73092027E9}">
      <dsp:nvSpPr>
        <dsp:cNvPr id="0" name=""/>
        <dsp:cNvSpPr/>
      </dsp:nvSpPr>
      <dsp:spPr>
        <a:xfrm>
          <a:off x="4022156" y="1953886"/>
          <a:ext cx="1328454" cy="664227"/>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Analysis</a:t>
          </a:r>
        </a:p>
      </dsp:txBody>
      <dsp:txXfrm>
        <a:off x="4022156" y="1953886"/>
        <a:ext cx="1328454" cy="664227"/>
      </dsp:txXfrm>
    </dsp:sp>
    <dsp:sp modelId="{72CEFB75-59D1-4656-8F8B-120522C92D35}">
      <dsp:nvSpPr>
        <dsp:cNvPr id="0" name=""/>
        <dsp:cNvSpPr/>
      </dsp:nvSpPr>
      <dsp:spPr>
        <a:xfrm>
          <a:off x="4022156" y="2897088"/>
          <a:ext cx="1328454" cy="664227"/>
        </a:xfrm>
        <a:prstGeom prst="rect">
          <a:avLst/>
        </a:prstGeom>
        <a:solidFill>
          <a:srgbClr val="92D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Education/ change</a:t>
          </a:r>
        </a:p>
      </dsp:txBody>
      <dsp:txXfrm>
        <a:off x="4022156" y="2897088"/>
        <a:ext cx="1328454" cy="664227"/>
      </dsp:txXfrm>
    </dsp:sp>
    <dsp:sp modelId="{C1E13093-8BD2-473F-9131-948EED45B322}">
      <dsp:nvSpPr>
        <dsp:cNvPr id="0" name=""/>
        <dsp:cNvSpPr/>
      </dsp:nvSpPr>
      <dsp:spPr>
        <a:xfrm>
          <a:off x="6433300" y="1010684"/>
          <a:ext cx="1328454" cy="664227"/>
        </a:xfrm>
        <a:prstGeom prst="rect">
          <a:avLst/>
        </a:prstGeom>
        <a:solidFill>
          <a:srgbClr val="92D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Technology Deployment</a:t>
          </a:r>
        </a:p>
      </dsp:txBody>
      <dsp:txXfrm>
        <a:off x="6433300" y="1010684"/>
        <a:ext cx="1328454" cy="664227"/>
      </dsp:txXfrm>
    </dsp:sp>
    <dsp:sp modelId="{71CFB7A4-87DA-4816-B7A4-500ED09ACC80}">
      <dsp:nvSpPr>
        <dsp:cNvPr id="0" name=""/>
        <dsp:cNvSpPr/>
      </dsp:nvSpPr>
      <dsp:spPr>
        <a:xfrm>
          <a:off x="5629585" y="1953886"/>
          <a:ext cx="1328454" cy="6642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Mobile</a:t>
          </a:r>
        </a:p>
      </dsp:txBody>
      <dsp:txXfrm>
        <a:off x="5629585" y="1953886"/>
        <a:ext cx="1328454" cy="664227"/>
      </dsp:txXfrm>
    </dsp:sp>
    <dsp:sp modelId="{EE5463CD-2007-41E8-A571-D5AD678DE2DA}">
      <dsp:nvSpPr>
        <dsp:cNvPr id="0" name=""/>
        <dsp:cNvSpPr/>
      </dsp:nvSpPr>
      <dsp:spPr>
        <a:xfrm>
          <a:off x="7237015" y="1953886"/>
          <a:ext cx="1328454" cy="6642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LAN/ Clients/EUC</a:t>
          </a:r>
        </a:p>
      </dsp:txBody>
      <dsp:txXfrm>
        <a:off x="7237015" y="1953886"/>
        <a:ext cx="1328454" cy="664227"/>
      </dsp:txXfrm>
    </dsp:sp>
    <dsp:sp modelId="{1EDDC4A0-7BC2-483A-84BD-549CE25340AD}">
      <dsp:nvSpPr>
        <dsp:cNvPr id="0" name=""/>
        <dsp:cNvSpPr/>
      </dsp:nvSpPr>
      <dsp:spPr>
        <a:xfrm>
          <a:off x="5629585" y="2897088"/>
          <a:ext cx="1328454" cy="664227"/>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Servers </a:t>
          </a:r>
        </a:p>
      </dsp:txBody>
      <dsp:txXfrm>
        <a:off x="5629585" y="2897088"/>
        <a:ext cx="1328454" cy="664227"/>
      </dsp:txXfrm>
    </dsp:sp>
    <dsp:sp modelId="{FFA1E627-6ECF-472E-955E-042FC44114FE}">
      <dsp:nvSpPr>
        <dsp:cNvPr id="0" name=""/>
        <dsp:cNvSpPr/>
      </dsp:nvSpPr>
      <dsp:spPr>
        <a:xfrm>
          <a:off x="7237015" y="2897088"/>
          <a:ext cx="1328454" cy="664227"/>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Software  platforms</a:t>
          </a:r>
        </a:p>
      </dsp:txBody>
      <dsp:txXfrm>
        <a:off x="7237015" y="2897088"/>
        <a:ext cx="1328454" cy="664227"/>
      </dsp:txXfrm>
    </dsp:sp>
    <dsp:sp modelId="{E80ABF54-4110-4F22-9DD1-B401D5DCF6B9}">
      <dsp:nvSpPr>
        <dsp:cNvPr id="0" name=""/>
        <dsp:cNvSpPr/>
      </dsp:nvSpPr>
      <dsp:spPr>
        <a:xfrm>
          <a:off x="5629585" y="3840291"/>
          <a:ext cx="1328454" cy="66422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Cloud services  </a:t>
          </a:r>
        </a:p>
      </dsp:txBody>
      <dsp:txXfrm>
        <a:off x="5629585" y="3840291"/>
        <a:ext cx="1328454" cy="664227"/>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1DD64-8E2B-4213-A922-5172F8217136}">
      <dsp:nvSpPr>
        <dsp:cNvPr id="0" name=""/>
        <dsp:cNvSpPr/>
      </dsp:nvSpPr>
      <dsp:spPr>
        <a:xfrm>
          <a:off x="7217406" y="1656763"/>
          <a:ext cx="143630" cy="2571663"/>
        </a:xfrm>
        <a:custGeom>
          <a:avLst/>
          <a:gdLst/>
          <a:ahLst/>
          <a:cxnLst/>
          <a:rect l="0" t="0" r="0" b="0"/>
          <a:pathLst>
            <a:path>
              <a:moveTo>
                <a:pt x="143630" y="0"/>
              </a:moveTo>
              <a:lnTo>
                <a:pt x="143630" y="2571663"/>
              </a:lnTo>
              <a:lnTo>
                <a:pt x="0" y="257166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C4DE16-1EA8-4E66-8AE0-84BB1C2EADBB}">
      <dsp:nvSpPr>
        <dsp:cNvPr id="0" name=""/>
        <dsp:cNvSpPr/>
      </dsp:nvSpPr>
      <dsp:spPr>
        <a:xfrm>
          <a:off x="7361036" y="1656763"/>
          <a:ext cx="143630" cy="1600449"/>
        </a:xfrm>
        <a:custGeom>
          <a:avLst/>
          <a:gdLst/>
          <a:ahLst/>
          <a:cxnLst/>
          <a:rect l="0" t="0" r="0" b="0"/>
          <a:pathLst>
            <a:path>
              <a:moveTo>
                <a:pt x="0" y="0"/>
              </a:moveTo>
              <a:lnTo>
                <a:pt x="0" y="1600449"/>
              </a:lnTo>
              <a:lnTo>
                <a:pt x="143630" y="160044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C37B1E-7897-4E09-B59D-DF81792129F6}">
      <dsp:nvSpPr>
        <dsp:cNvPr id="0" name=""/>
        <dsp:cNvSpPr/>
      </dsp:nvSpPr>
      <dsp:spPr>
        <a:xfrm>
          <a:off x="7217406" y="1656763"/>
          <a:ext cx="143630" cy="1600449"/>
        </a:xfrm>
        <a:custGeom>
          <a:avLst/>
          <a:gdLst/>
          <a:ahLst/>
          <a:cxnLst/>
          <a:rect l="0" t="0" r="0" b="0"/>
          <a:pathLst>
            <a:path>
              <a:moveTo>
                <a:pt x="143630" y="0"/>
              </a:moveTo>
              <a:lnTo>
                <a:pt x="143630" y="1600449"/>
              </a:lnTo>
              <a:lnTo>
                <a:pt x="0" y="160044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D3E7C7-5F9F-4403-A4C8-CCABCA206563}">
      <dsp:nvSpPr>
        <dsp:cNvPr id="0" name=""/>
        <dsp:cNvSpPr/>
      </dsp:nvSpPr>
      <dsp:spPr>
        <a:xfrm>
          <a:off x="7361036" y="1656763"/>
          <a:ext cx="143630" cy="629236"/>
        </a:xfrm>
        <a:custGeom>
          <a:avLst/>
          <a:gdLst/>
          <a:ahLst/>
          <a:cxnLst/>
          <a:rect l="0" t="0" r="0" b="0"/>
          <a:pathLst>
            <a:path>
              <a:moveTo>
                <a:pt x="0" y="0"/>
              </a:moveTo>
              <a:lnTo>
                <a:pt x="0" y="629236"/>
              </a:lnTo>
              <a:lnTo>
                <a:pt x="143630" y="62923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004330-659C-421A-AA00-2A60A650D1AA}">
      <dsp:nvSpPr>
        <dsp:cNvPr id="0" name=""/>
        <dsp:cNvSpPr/>
      </dsp:nvSpPr>
      <dsp:spPr>
        <a:xfrm>
          <a:off x="7217406" y="1656763"/>
          <a:ext cx="143630" cy="629236"/>
        </a:xfrm>
        <a:custGeom>
          <a:avLst/>
          <a:gdLst/>
          <a:ahLst/>
          <a:cxnLst/>
          <a:rect l="0" t="0" r="0" b="0"/>
          <a:pathLst>
            <a:path>
              <a:moveTo>
                <a:pt x="143630" y="0"/>
              </a:moveTo>
              <a:lnTo>
                <a:pt x="143630" y="629236"/>
              </a:lnTo>
              <a:lnTo>
                <a:pt x="0" y="62923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DDBB38-68F0-4317-9F77-306B5A4D0568}">
      <dsp:nvSpPr>
        <dsp:cNvPr id="0" name=""/>
        <dsp:cNvSpPr/>
      </dsp:nvSpPr>
      <dsp:spPr>
        <a:xfrm>
          <a:off x="4050704" y="685550"/>
          <a:ext cx="3310332" cy="287260"/>
        </a:xfrm>
        <a:custGeom>
          <a:avLst/>
          <a:gdLst/>
          <a:ahLst/>
          <a:cxnLst/>
          <a:rect l="0" t="0" r="0" b="0"/>
          <a:pathLst>
            <a:path>
              <a:moveTo>
                <a:pt x="0" y="0"/>
              </a:moveTo>
              <a:lnTo>
                <a:pt x="0" y="143630"/>
              </a:lnTo>
              <a:lnTo>
                <a:pt x="3310332" y="143630"/>
              </a:lnTo>
              <a:lnTo>
                <a:pt x="3310332" y="28726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66A192-41BF-4B05-9C2B-3184310FF5C6}">
      <dsp:nvSpPr>
        <dsp:cNvPr id="0" name=""/>
        <dsp:cNvSpPr/>
      </dsp:nvSpPr>
      <dsp:spPr>
        <a:xfrm>
          <a:off x="3994921" y="1652023"/>
          <a:ext cx="199413" cy="1605189"/>
        </a:xfrm>
        <a:custGeom>
          <a:avLst/>
          <a:gdLst/>
          <a:ahLst/>
          <a:cxnLst/>
          <a:rect l="0" t="0" r="0" b="0"/>
          <a:pathLst>
            <a:path>
              <a:moveTo>
                <a:pt x="0" y="0"/>
              </a:moveTo>
              <a:lnTo>
                <a:pt x="0" y="1605189"/>
              </a:lnTo>
              <a:lnTo>
                <a:pt x="199413" y="160518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58471-3416-48AF-94C0-257C660D6C30}">
      <dsp:nvSpPr>
        <dsp:cNvPr id="0" name=""/>
        <dsp:cNvSpPr/>
      </dsp:nvSpPr>
      <dsp:spPr>
        <a:xfrm>
          <a:off x="3994921" y="1652023"/>
          <a:ext cx="199413" cy="633976"/>
        </a:xfrm>
        <a:custGeom>
          <a:avLst/>
          <a:gdLst/>
          <a:ahLst/>
          <a:cxnLst/>
          <a:rect l="0" t="0" r="0" b="0"/>
          <a:pathLst>
            <a:path>
              <a:moveTo>
                <a:pt x="0" y="0"/>
              </a:moveTo>
              <a:lnTo>
                <a:pt x="0" y="633976"/>
              </a:lnTo>
              <a:lnTo>
                <a:pt x="199413" y="63397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B6250D-A994-4B68-83F5-3A299E01BCF0}">
      <dsp:nvSpPr>
        <dsp:cNvPr id="0" name=""/>
        <dsp:cNvSpPr/>
      </dsp:nvSpPr>
      <dsp:spPr>
        <a:xfrm>
          <a:off x="4050704" y="685550"/>
          <a:ext cx="491379" cy="282520"/>
        </a:xfrm>
        <a:custGeom>
          <a:avLst/>
          <a:gdLst/>
          <a:ahLst/>
          <a:cxnLst/>
          <a:rect l="0" t="0" r="0" b="0"/>
          <a:pathLst>
            <a:path>
              <a:moveTo>
                <a:pt x="0" y="0"/>
              </a:moveTo>
              <a:lnTo>
                <a:pt x="0" y="138890"/>
              </a:lnTo>
              <a:lnTo>
                <a:pt x="491379" y="138890"/>
              </a:lnTo>
              <a:lnTo>
                <a:pt x="491379" y="28252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07A4B4-19E6-4D2D-AAEC-EB1A31A1A96B}">
      <dsp:nvSpPr>
        <dsp:cNvPr id="0" name=""/>
        <dsp:cNvSpPr/>
      </dsp:nvSpPr>
      <dsp:spPr>
        <a:xfrm>
          <a:off x="2251908" y="1656763"/>
          <a:ext cx="143630" cy="2571663"/>
        </a:xfrm>
        <a:custGeom>
          <a:avLst/>
          <a:gdLst/>
          <a:ahLst/>
          <a:cxnLst/>
          <a:rect l="0" t="0" r="0" b="0"/>
          <a:pathLst>
            <a:path>
              <a:moveTo>
                <a:pt x="143630" y="0"/>
              </a:moveTo>
              <a:lnTo>
                <a:pt x="143630" y="2571663"/>
              </a:lnTo>
              <a:lnTo>
                <a:pt x="0" y="257166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FAB8F0C-B50C-4110-92BD-83EFA04F2A3D}">
      <dsp:nvSpPr>
        <dsp:cNvPr id="0" name=""/>
        <dsp:cNvSpPr/>
      </dsp:nvSpPr>
      <dsp:spPr>
        <a:xfrm>
          <a:off x="2395538" y="1656763"/>
          <a:ext cx="143630" cy="1600449"/>
        </a:xfrm>
        <a:custGeom>
          <a:avLst/>
          <a:gdLst/>
          <a:ahLst/>
          <a:cxnLst/>
          <a:rect l="0" t="0" r="0" b="0"/>
          <a:pathLst>
            <a:path>
              <a:moveTo>
                <a:pt x="0" y="0"/>
              </a:moveTo>
              <a:lnTo>
                <a:pt x="0" y="1600449"/>
              </a:lnTo>
              <a:lnTo>
                <a:pt x="143630" y="160044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168C62-4C73-4FEA-B525-828302C7EE80}">
      <dsp:nvSpPr>
        <dsp:cNvPr id="0" name=""/>
        <dsp:cNvSpPr/>
      </dsp:nvSpPr>
      <dsp:spPr>
        <a:xfrm>
          <a:off x="2251908" y="1656763"/>
          <a:ext cx="143630" cy="1600449"/>
        </a:xfrm>
        <a:custGeom>
          <a:avLst/>
          <a:gdLst/>
          <a:ahLst/>
          <a:cxnLst/>
          <a:rect l="0" t="0" r="0" b="0"/>
          <a:pathLst>
            <a:path>
              <a:moveTo>
                <a:pt x="143630" y="0"/>
              </a:moveTo>
              <a:lnTo>
                <a:pt x="143630" y="1600449"/>
              </a:lnTo>
              <a:lnTo>
                <a:pt x="0" y="160044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A04B9E-A781-425B-B36A-F2E0C3396A0F}">
      <dsp:nvSpPr>
        <dsp:cNvPr id="0" name=""/>
        <dsp:cNvSpPr/>
      </dsp:nvSpPr>
      <dsp:spPr>
        <a:xfrm>
          <a:off x="2395538" y="1656763"/>
          <a:ext cx="143630" cy="629236"/>
        </a:xfrm>
        <a:custGeom>
          <a:avLst/>
          <a:gdLst/>
          <a:ahLst/>
          <a:cxnLst/>
          <a:rect l="0" t="0" r="0" b="0"/>
          <a:pathLst>
            <a:path>
              <a:moveTo>
                <a:pt x="0" y="0"/>
              </a:moveTo>
              <a:lnTo>
                <a:pt x="0" y="629236"/>
              </a:lnTo>
              <a:lnTo>
                <a:pt x="143630" y="62923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FAA4B1-5E18-4F52-8331-43C80B4BAD10}">
      <dsp:nvSpPr>
        <dsp:cNvPr id="0" name=""/>
        <dsp:cNvSpPr/>
      </dsp:nvSpPr>
      <dsp:spPr>
        <a:xfrm>
          <a:off x="2214318" y="1656763"/>
          <a:ext cx="181220" cy="629236"/>
        </a:xfrm>
        <a:custGeom>
          <a:avLst/>
          <a:gdLst/>
          <a:ahLst/>
          <a:cxnLst/>
          <a:rect l="0" t="0" r="0" b="0"/>
          <a:pathLst>
            <a:path>
              <a:moveTo>
                <a:pt x="181220" y="0"/>
              </a:moveTo>
              <a:lnTo>
                <a:pt x="181220" y="629236"/>
              </a:lnTo>
              <a:lnTo>
                <a:pt x="0" y="62923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5206AE-36DB-43EE-84F3-AFB823AA6253}">
      <dsp:nvSpPr>
        <dsp:cNvPr id="0" name=""/>
        <dsp:cNvSpPr/>
      </dsp:nvSpPr>
      <dsp:spPr>
        <a:xfrm>
          <a:off x="2395538" y="685550"/>
          <a:ext cx="1655166" cy="287260"/>
        </a:xfrm>
        <a:custGeom>
          <a:avLst/>
          <a:gdLst/>
          <a:ahLst/>
          <a:cxnLst/>
          <a:rect l="0" t="0" r="0" b="0"/>
          <a:pathLst>
            <a:path>
              <a:moveTo>
                <a:pt x="1655166" y="0"/>
              </a:moveTo>
              <a:lnTo>
                <a:pt x="1655166" y="143630"/>
              </a:lnTo>
              <a:lnTo>
                <a:pt x="0" y="143630"/>
              </a:lnTo>
              <a:lnTo>
                <a:pt x="0" y="28726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CF9883-6932-443B-BE67-EA6070F735FC}">
      <dsp:nvSpPr>
        <dsp:cNvPr id="0" name=""/>
        <dsp:cNvSpPr/>
      </dsp:nvSpPr>
      <dsp:spPr>
        <a:xfrm>
          <a:off x="702782" y="685550"/>
          <a:ext cx="3347922" cy="287260"/>
        </a:xfrm>
        <a:custGeom>
          <a:avLst/>
          <a:gdLst/>
          <a:ahLst/>
          <a:cxnLst/>
          <a:rect l="0" t="0" r="0" b="0"/>
          <a:pathLst>
            <a:path>
              <a:moveTo>
                <a:pt x="3347922" y="0"/>
              </a:moveTo>
              <a:lnTo>
                <a:pt x="3347922" y="143630"/>
              </a:lnTo>
              <a:lnTo>
                <a:pt x="0" y="143630"/>
              </a:lnTo>
              <a:lnTo>
                <a:pt x="0" y="28726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6FDA53-52AD-4777-B131-E6DE4E566FE1}">
      <dsp:nvSpPr>
        <dsp:cNvPr id="0" name=""/>
        <dsp:cNvSpPr/>
      </dsp:nvSpPr>
      <dsp:spPr>
        <a:xfrm>
          <a:off x="3366751" y="1597"/>
          <a:ext cx="1367905" cy="683952"/>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Project cost</a:t>
          </a:r>
        </a:p>
      </dsp:txBody>
      <dsp:txXfrm>
        <a:off x="3366751" y="1597"/>
        <a:ext cx="1367905" cy="683952"/>
      </dsp:txXfrm>
    </dsp:sp>
    <dsp:sp modelId="{B36F738C-DABB-499F-A586-6245E56F73A4}">
      <dsp:nvSpPr>
        <dsp:cNvPr id="0" name=""/>
        <dsp:cNvSpPr/>
      </dsp:nvSpPr>
      <dsp:spPr>
        <a:xfrm>
          <a:off x="18829" y="972810"/>
          <a:ext cx="1367905" cy="683952"/>
        </a:xfrm>
        <a:prstGeom prst="rect">
          <a:avLst/>
        </a:prstGeom>
        <a:solidFill>
          <a:srgbClr val="92D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Project management </a:t>
          </a:r>
        </a:p>
      </dsp:txBody>
      <dsp:txXfrm>
        <a:off x="18829" y="972810"/>
        <a:ext cx="1367905" cy="683952"/>
      </dsp:txXfrm>
    </dsp:sp>
    <dsp:sp modelId="{BE33DF6D-96DD-447A-A304-E5B66ED4DEA0}">
      <dsp:nvSpPr>
        <dsp:cNvPr id="0" name=""/>
        <dsp:cNvSpPr/>
      </dsp:nvSpPr>
      <dsp:spPr>
        <a:xfrm>
          <a:off x="1711585" y="972810"/>
          <a:ext cx="1367905" cy="683952"/>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Software Project</a:t>
          </a:r>
        </a:p>
      </dsp:txBody>
      <dsp:txXfrm>
        <a:off x="1711585" y="972810"/>
        <a:ext cx="1367905" cy="683952"/>
      </dsp:txXfrm>
    </dsp:sp>
    <dsp:sp modelId="{63AB99B0-52A9-4FD4-95B2-D1CDAD6E4D6C}">
      <dsp:nvSpPr>
        <dsp:cNvPr id="0" name=""/>
        <dsp:cNvSpPr/>
      </dsp:nvSpPr>
      <dsp:spPr>
        <a:xfrm>
          <a:off x="846412" y="1944023"/>
          <a:ext cx="1367905" cy="683952"/>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Analysis (modelling) </a:t>
          </a:r>
        </a:p>
      </dsp:txBody>
      <dsp:txXfrm>
        <a:off x="846412" y="1944023"/>
        <a:ext cx="1367905" cy="683952"/>
      </dsp:txXfrm>
    </dsp:sp>
    <dsp:sp modelId="{152DB30B-0997-48AC-8E02-B305E6A174EA}">
      <dsp:nvSpPr>
        <dsp:cNvPr id="0" name=""/>
        <dsp:cNvSpPr/>
      </dsp:nvSpPr>
      <dsp:spPr>
        <a:xfrm>
          <a:off x="2539168" y="1944023"/>
          <a:ext cx="1367905" cy="683952"/>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Development</a:t>
          </a:r>
        </a:p>
      </dsp:txBody>
      <dsp:txXfrm>
        <a:off x="2539168" y="1944023"/>
        <a:ext cx="1367905" cy="683952"/>
      </dsp:txXfrm>
    </dsp:sp>
    <dsp:sp modelId="{2A5F8A13-F793-4295-A576-C273F1E67E53}">
      <dsp:nvSpPr>
        <dsp:cNvPr id="0" name=""/>
        <dsp:cNvSpPr/>
      </dsp:nvSpPr>
      <dsp:spPr>
        <a:xfrm>
          <a:off x="884002" y="2915236"/>
          <a:ext cx="1367905" cy="683952"/>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System Test</a:t>
          </a:r>
        </a:p>
      </dsp:txBody>
      <dsp:txXfrm>
        <a:off x="884002" y="2915236"/>
        <a:ext cx="1367905" cy="683952"/>
      </dsp:txXfrm>
    </dsp:sp>
    <dsp:sp modelId="{2907B370-BA96-40F4-A66F-C111E7FDFAAE}">
      <dsp:nvSpPr>
        <dsp:cNvPr id="0" name=""/>
        <dsp:cNvSpPr/>
      </dsp:nvSpPr>
      <dsp:spPr>
        <a:xfrm>
          <a:off x="2539168" y="2915236"/>
          <a:ext cx="1367905" cy="683952"/>
        </a:xfrm>
        <a:prstGeom prst="rect">
          <a:avLst/>
        </a:prstGeom>
        <a:solidFill>
          <a:srgbClr val="92D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User Test</a:t>
          </a:r>
        </a:p>
      </dsp:txBody>
      <dsp:txXfrm>
        <a:off x="2539168" y="2915236"/>
        <a:ext cx="1367905" cy="683952"/>
      </dsp:txXfrm>
    </dsp:sp>
    <dsp:sp modelId="{9CAAEC64-6ADE-4DAC-BE74-9BCA6018D400}">
      <dsp:nvSpPr>
        <dsp:cNvPr id="0" name=""/>
        <dsp:cNvSpPr/>
      </dsp:nvSpPr>
      <dsp:spPr>
        <a:xfrm>
          <a:off x="884002" y="3886449"/>
          <a:ext cx="1367905" cy="683952"/>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err="1"/>
            <a:t>Miscellaneou</a:t>
          </a:r>
          <a:endParaRPr lang="en-US" sz="1400" kern="1200" noProof="0" dirty="0"/>
        </a:p>
      </dsp:txBody>
      <dsp:txXfrm>
        <a:off x="884002" y="3886449"/>
        <a:ext cx="1367905" cy="683952"/>
      </dsp:txXfrm>
    </dsp:sp>
    <dsp:sp modelId="{143639B3-181C-491B-A515-4BAB93604BCB}">
      <dsp:nvSpPr>
        <dsp:cNvPr id="0" name=""/>
        <dsp:cNvSpPr/>
      </dsp:nvSpPr>
      <dsp:spPr>
        <a:xfrm>
          <a:off x="3858130" y="968070"/>
          <a:ext cx="1367905" cy="683952"/>
        </a:xfrm>
        <a:prstGeom prst="rect">
          <a:avLst/>
        </a:prstGeom>
        <a:solidFill>
          <a:schemeClr val="bg1">
            <a:lumMod val="8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Business Project</a:t>
          </a:r>
        </a:p>
      </dsp:txBody>
      <dsp:txXfrm>
        <a:off x="3858130" y="968070"/>
        <a:ext cx="1367905" cy="683952"/>
      </dsp:txXfrm>
    </dsp:sp>
    <dsp:sp modelId="{30523AB1-C99C-444B-AA4F-1E73092027E9}">
      <dsp:nvSpPr>
        <dsp:cNvPr id="0" name=""/>
        <dsp:cNvSpPr/>
      </dsp:nvSpPr>
      <dsp:spPr>
        <a:xfrm>
          <a:off x="4194334" y="1944023"/>
          <a:ext cx="1367905" cy="683952"/>
        </a:xfrm>
        <a:prstGeom prst="rect">
          <a:avLst/>
        </a:prstGeom>
        <a:solidFill>
          <a:schemeClr val="bg1">
            <a:lumMod val="8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Analysis</a:t>
          </a:r>
        </a:p>
      </dsp:txBody>
      <dsp:txXfrm>
        <a:off x="4194334" y="1944023"/>
        <a:ext cx="1367905" cy="683952"/>
      </dsp:txXfrm>
    </dsp:sp>
    <dsp:sp modelId="{72CEFB75-59D1-4656-8F8B-120522C92D35}">
      <dsp:nvSpPr>
        <dsp:cNvPr id="0" name=""/>
        <dsp:cNvSpPr/>
      </dsp:nvSpPr>
      <dsp:spPr>
        <a:xfrm>
          <a:off x="4194334" y="2915236"/>
          <a:ext cx="1367905" cy="683952"/>
        </a:xfrm>
        <a:prstGeom prst="rect">
          <a:avLst/>
        </a:prstGeom>
        <a:solidFill>
          <a:srgbClr val="92D05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Education/ training/ change</a:t>
          </a:r>
        </a:p>
      </dsp:txBody>
      <dsp:txXfrm>
        <a:off x="4194334" y="2915236"/>
        <a:ext cx="1367905" cy="683952"/>
      </dsp:txXfrm>
    </dsp:sp>
    <dsp:sp modelId="{C1E13093-8BD2-473F-9131-948EED45B322}">
      <dsp:nvSpPr>
        <dsp:cNvPr id="0" name=""/>
        <dsp:cNvSpPr/>
      </dsp:nvSpPr>
      <dsp:spPr>
        <a:xfrm>
          <a:off x="6677083" y="972810"/>
          <a:ext cx="1367905" cy="683952"/>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Technology</a:t>
          </a:r>
        </a:p>
      </dsp:txBody>
      <dsp:txXfrm>
        <a:off x="6677083" y="972810"/>
        <a:ext cx="1367905" cy="683952"/>
      </dsp:txXfrm>
    </dsp:sp>
    <dsp:sp modelId="{71CFB7A4-87DA-4816-B7A4-500ED09ACC80}">
      <dsp:nvSpPr>
        <dsp:cNvPr id="0" name=""/>
        <dsp:cNvSpPr/>
      </dsp:nvSpPr>
      <dsp:spPr>
        <a:xfrm>
          <a:off x="5849500" y="1944023"/>
          <a:ext cx="1367905" cy="683952"/>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Mobile</a:t>
          </a:r>
        </a:p>
      </dsp:txBody>
      <dsp:txXfrm>
        <a:off x="5849500" y="1944023"/>
        <a:ext cx="1367905" cy="683952"/>
      </dsp:txXfrm>
    </dsp:sp>
    <dsp:sp modelId="{EE5463CD-2007-41E8-A571-D5AD678DE2DA}">
      <dsp:nvSpPr>
        <dsp:cNvPr id="0" name=""/>
        <dsp:cNvSpPr/>
      </dsp:nvSpPr>
      <dsp:spPr>
        <a:xfrm>
          <a:off x="7504666" y="1944023"/>
          <a:ext cx="1367905" cy="683952"/>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LAN/ Clients/EUC</a:t>
          </a:r>
        </a:p>
      </dsp:txBody>
      <dsp:txXfrm>
        <a:off x="7504666" y="1944023"/>
        <a:ext cx="1367905" cy="683952"/>
      </dsp:txXfrm>
    </dsp:sp>
    <dsp:sp modelId="{1EDDC4A0-7BC2-483A-84BD-549CE25340AD}">
      <dsp:nvSpPr>
        <dsp:cNvPr id="0" name=""/>
        <dsp:cNvSpPr/>
      </dsp:nvSpPr>
      <dsp:spPr>
        <a:xfrm>
          <a:off x="5849500" y="2915236"/>
          <a:ext cx="1367905" cy="683952"/>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Servers </a:t>
          </a:r>
        </a:p>
      </dsp:txBody>
      <dsp:txXfrm>
        <a:off x="5849500" y="2915236"/>
        <a:ext cx="1367905" cy="683952"/>
      </dsp:txXfrm>
    </dsp:sp>
    <dsp:sp modelId="{FFA1E627-6ECF-472E-955E-042FC44114FE}">
      <dsp:nvSpPr>
        <dsp:cNvPr id="0" name=""/>
        <dsp:cNvSpPr/>
      </dsp:nvSpPr>
      <dsp:spPr>
        <a:xfrm>
          <a:off x="7504666" y="2915236"/>
          <a:ext cx="1367905" cy="683952"/>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Software  platforms</a:t>
          </a:r>
        </a:p>
      </dsp:txBody>
      <dsp:txXfrm>
        <a:off x="7504666" y="2915236"/>
        <a:ext cx="1367905" cy="683952"/>
      </dsp:txXfrm>
    </dsp:sp>
    <dsp:sp modelId="{E80ABF54-4110-4F22-9DD1-B401D5DCF6B9}">
      <dsp:nvSpPr>
        <dsp:cNvPr id="0" name=""/>
        <dsp:cNvSpPr/>
      </dsp:nvSpPr>
      <dsp:spPr>
        <a:xfrm>
          <a:off x="5849500" y="3886449"/>
          <a:ext cx="1367905" cy="683952"/>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Cloud services  </a:t>
          </a:r>
        </a:p>
      </dsp:txBody>
      <dsp:txXfrm>
        <a:off x="5849500" y="3886449"/>
        <a:ext cx="1367905" cy="683952"/>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1DD64-8E2B-4213-A922-5172F8217136}">
      <dsp:nvSpPr>
        <dsp:cNvPr id="0" name=""/>
        <dsp:cNvSpPr/>
      </dsp:nvSpPr>
      <dsp:spPr>
        <a:xfrm>
          <a:off x="7074899" y="1664647"/>
          <a:ext cx="141830" cy="2539438"/>
        </a:xfrm>
        <a:custGeom>
          <a:avLst/>
          <a:gdLst/>
          <a:ahLst/>
          <a:cxnLst/>
          <a:rect l="0" t="0" r="0" b="0"/>
          <a:pathLst>
            <a:path>
              <a:moveTo>
                <a:pt x="141830" y="0"/>
              </a:moveTo>
              <a:lnTo>
                <a:pt x="141830" y="2539438"/>
              </a:lnTo>
              <a:lnTo>
                <a:pt x="0" y="253943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C4DE16-1EA8-4E66-8AE0-84BB1C2EADBB}">
      <dsp:nvSpPr>
        <dsp:cNvPr id="0" name=""/>
        <dsp:cNvSpPr/>
      </dsp:nvSpPr>
      <dsp:spPr>
        <a:xfrm>
          <a:off x="7216729" y="1664647"/>
          <a:ext cx="141830" cy="1580395"/>
        </a:xfrm>
        <a:custGeom>
          <a:avLst/>
          <a:gdLst/>
          <a:ahLst/>
          <a:cxnLst/>
          <a:rect l="0" t="0" r="0" b="0"/>
          <a:pathLst>
            <a:path>
              <a:moveTo>
                <a:pt x="0" y="0"/>
              </a:moveTo>
              <a:lnTo>
                <a:pt x="0" y="1580395"/>
              </a:lnTo>
              <a:lnTo>
                <a:pt x="141830" y="158039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C37B1E-7897-4E09-B59D-DF81792129F6}">
      <dsp:nvSpPr>
        <dsp:cNvPr id="0" name=""/>
        <dsp:cNvSpPr/>
      </dsp:nvSpPr>
      <dsp:spPr>
        <a:xfrm>
          <a:off x="7074899" y="1664647"/>
          <a:ext cx="141830" cy="1580395"/>
        </a:xfrm>
        <a:custGeom>
          <a:avLst/>
          <a:gdLst/>
          <a:ahLst/>
          <a:cxnLst/>
          <a:rect l="0" t="0" r="0" b="0"/>
          <a:pathLst>
            <a:path>
              <a:moveTo>
                <a:pt x="141830" y="0"/>
              </a:moveTo>
              <a:lnTo>
                <a:pt x="141830" y="1580395"/>
              </a:lnTo>
              <a:lnTo>
                <a:pt x="0" y="158039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D3E7C7-5F9F-4403-A4C8-CCABCA206563}">
      <dsp:nvSpPr>
        <dsp:cNvPr id="0" name=""/>
        <dsp:cNvSpPr/>
      </dsp:nvSpPr>
      <dsp:spPr>
        <a:xfrm>
          <a:off x="7216729" y="1664647"/>
          <a:ext cx="141830" cy="621352"/>
        </a:xfrm>
        <a:custGeom>
          <a:avLst/>
          <a:gdLst/>
          <a:ahLst/>
          <a:cxnLst/>
          <a:rect l="0" t="0" r="0" b="0"/>
          <a:pathLst>
            <a:path>
              <a:moveTo>
                <a:pt x="0" y="0"/>
              </a:moveTo>
              <a:lnTo>
                <a:pt x="0" y="621352"/>
              </a:lnTo>
              <a:lnTo>
                <a:pt x="141830" y="62135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004330-659C-421A-AA00-2A60A650D1AA}">
      <dsp:nvSpPr>
        <dsp:cNvPr id="0" name=""/>
        <dsp:cNvSpPr/>
      </dsp:nvSpPr>
      <dsp:spPr>
        <a:xfrm>
          <a:off x="7074899" y="1664647"/>
          <a:ext cx="141830" cy="621352"/>
        </a:xfrm>
        <a:custGeom>
          <a:avLst/>
          <a:gdLst/>
          <a:ahLst/>
          <a:cxnLst/>
          <a:rect l="0" t="0" r="0" b="0"/>
          <a:pathLst>
            <a:path>
              <a:moveTo>
                <a:pt x="141830" y="0"/>
              </a:moveTo>
              <a:lnTo>
                <a:pt x="141830" y="621352"/>
              </a:lnTo>
              <a:lnTo>
                <a:pt x="0" y="62135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DDBB38-68F0-4317-9F77-306B5A4D0568}">
      <dsp:nvSpPr>
        <dsp:cNvPr id="0" name=""/>
        <dsp:cNvSpPr/>
      </dsp:nvSpPr>
      <dsp:spPr>
        <a:xfrm>
          <a:off x="3947877" y="705604"/>
          <a:ext cx="3268852" cy="283660"/>
        </a:xfrm>
        <a:custGeom>
          <a:avLst/>
          <a:gdLst/>
          <a:ahLst/>
          <a:cxnLst/>
          <a:rect l="0" t="0" r="0" b="0"/>
          <a:pathLst>
            <a:path>
              <a:moveTo>
                <a:pt x="0" y="0"/>
              </a:moveTo>
              <a:lnTo>
                <a:pt x="0" y="141830"/>
              </a:lnTo>
              <a:lnTo>
                <a:pt x="3268852" y="141830"/>
              </a:lnTo>
              <a:lnTo>
                <a:pt x="3268852" y="28366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66A192-41BF-4B05-9C2B-3184310FF5C6}">
      <dsp:nvSpPr>
        <dsp:cNvPr id="0" name=""/>
        <dsp:cNvSpPr/>
      </dsp:nvSpPr>
      <dsp:spPr>
        <a:xfrm>
          <a:off x="3892793" y="1659967"/>
          <a:ext cx="196914" cy="1585075"/>
        </a:xfrm>
        <a:custGeom>
          <a:avLst/>
          <a:gdLst/>
          <a:ahLst/>
          <a:cxnLst/>
          <a:rect l="0" t="0" r="0" b="0"/>
          <a:pathLst>
            <a:path>
              <a:moveTo>
                <a:pt x="0" y="0"/>
              </a:moveTo>
              <a:lnTo>
                <a:pt x="0" y="1585075"/>
              </a:lnTo>
              <a:lnTo>
                <a:pt x="196914" y="158507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58471-3416-48AF-94C0-257C660D6C30}">
      <dsp:nvSpPr>
        <dsp:cNvPr id="0" name=""/>
        <dsp:cNvSpPr/>
      </dsp:nvSpPr>
      <dsp:spPr>
        <a:xfrm>
          <a:off x="3892793" y="1659967"/>
          <a:ext cx="196914" cy="626032"/>
        </a:xfrm>
        <a:custGeom>
          <a:avLst/>
          <a:gdLst/>
          <a:ahLst/>
          <a:cxnLst/>
          <a:rect l="0" t="0" r="0" b="0"/>
          <a:pathLst>
            <a:path>
              <a:moveTo>
                <a:pt x="0" y="0"/>
              </a:moveTo>
              <a:lnTo>
                <a:pt x="0" y="626032"/>
              </a:lnTo>
              <a:lnTo>
                <a:pt x="196914" y="62603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B6250D-A994-4B68-83F5-3A299E01BCF0}">
      <dsp:nvSpPr>
        <dsp:cNvPr id="0" name=""/>
        <dsp:cNvSpPr/>
      </dsp:nvSpPr>
      <dsp:spPr>
        <a:xfrm>
          <a:off x="3947877" y="705604"/>
          <a:ext cx="485221" cy="278980"/>
        </a:xfrm>
        <a:custGeom>
          <a:avLst/>
          <a:gdLst/>
          <a:ahLst/>
          <a:cxnLst/>
          <a:rect l="0" t="0" r="0" b="0"/>
          <a:pathLst>
            <a:path>
              <a:moveTo>
                <a:pt x="0" y="0"/>
              </a:moveTo>
              <a:lnTo>
                <a:pt x="0" y="137149"/>
              </a:lnTo>
              <a:lnTo>
                <a:pt x="485221" y="137149"/>
              </a:lnTo>
              <a:lnTo>
                <a:pt x="485221" y="27898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FAB8F0C-B50C-4110-92BD-83EFA04F2A3D}">
      <dsp:nvSpPr>
        <dsp:cNvPr id="0" name=""/>
        <dsp:cNvSpPr/>
      </dsp:nvSpPr>
      <dsp:spPr>
        <a:xfrm>
          <a:off x="2313451" y="1664647"/>
          <a:ext cx="141830" cy="1580395"/>
        </a:xfrm>
        <a:custGeom>
          <a:avLst/>
          <a:gdLst/>
          <a:ahLst/>
          <a:cxnLst/>
          <a:rect l="0" t="0" r="0" b="0"/>
          <a:pathLst>
            <a:path>
              <a:moveTo>
                <a:pt x="0" y="0"/>
              </a:moveTo>
              <a:lnTo>
                <a:pt x="0" y="1580395"/>
              </a:lnTo>
              <a:lnTo>
                <a:pt x="141830" y="158039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168C62-4C73-4FEA-B525-828302C7EE80}">
      <dsp:nvSpPr>
        <dsp:cNvPr id="0" name=""/>
        <dsp:cNvSpPr/>
      </dsp:nvSpPr>
      <dsp:spPr>
        <a:xfrm>
          <a:off x="2171621" y="1664647"/>
          <a:ext cx="141830" cy="1580395"/>
        </a:xfrm>
        <a:custGeom>
          <a:avLst/>
          <a:gdLst/>
          <a:ahLst/>
          <a:cxnLst/>
          <a:rect l="0" t="0" r="0" b="0"/>
          <a:pathLst>
            <a:path>
              <a:moveTo>
                <a:pt x="141830" y="0"/>
              </a:moveTo>
              <a:lnTo>
                <a:pt x="141830" y="1580395"/>
              </a:lnTo>
              <a:lnTo>
                <a:pt x="0" y="158039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A04B9E-A781-425B-B36A-F2E0C3396A0F}">
      <dsp:nvSpPr>
        <dsp:cNvPr id="0" name=""/>
        <dsp:cNvSpPr/>
      </dsp:nvSpPr>
      <dsp:spPr>
        <a:xfrm>
          <a:off x="2313451" y="1664647"/>
          <a:ext cx="141830" cy="621352"/>
        </a:xfrm>
        <a:custGeom>
          <a:avLst/>
          <a:gdLst/>
          <a:ahLst/>
          <a:cxnLst/>
          <a:rect l="0" t="0" r="0" b="0"/>
          <a:pathLst>
            <a:path>
              <a:moveTo>
                <a:pt x="0" y="0"/>
              </a:moveTo>
              <a:lnTo>
                <a:pt x="0" y="621352"/>
              </a:lnTo>
              <a:lnTo>
                <a:pt x="141830" y="62135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FAA4B1-5E18-4F52-8331-43C80B4BAD10}">
      <dsp:nvSpPr>
        <dsp:cNvPr id="0" name=""/>
        <dsp:cNvSpPr/>
      </dsp:nvSpPr>
      <dsp:spPr>
        <a:xfrm>
          <a:off x="2134502" y="1664647"/>
          <a:ext cx="178949" cy="621352"/>
        </a:xfrm>
        <a:custGeom>
          <a:avLst/>
          <a:gdLst/>
          <a:ahLst/>
          <a:cxnLst/>
          <a:rect l="0" t="0" r="0" b="0"/>
          <a:pathLst>
            <a:path>
              <a:moveTo>
                <a:pt x="178949" y="0"/>
              </a:moveTo>
              <a:lnTo>
                <a:pt x="178949" y="621352"/>
              </a:lnTo>
              <a:lnTo>
                <a:pt x="0" y="62135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5206AE-36DB-43EE-84F3-AFB823AA6253}">
      <dsp:nvSpPr>
        <dsp:cNvPr id="0" name=""/>
        <dsp:cNvSpPr/>
      </dsp:nvSpPr>
      <dsp:spPr>
        <a:xfrm>
          <a:off x="2313451" y="705604"/>
          <a:ext cx="1634426" cy="283660"/>
        </a:xfrm>
        <a:custGeom>
          <a:avLst/>
          <a:gdLst/>
          <a:ahLst/>
          <a:cxnLst/>
          <a:rect l="0" t="0" r="0" b="0"/>
          <a:pathLst>
            <a:path>
              <a:moveTo>
                <a:pt x="1634426" y="0"/>
              </a:moveTo>
              <a:lnTo>
                <a:pt x="1634426" y="141830"/>
              </a:lnTo>
              <a:lnTo>
                <a:pt x="0" y="141830"/>
              </a:lnTo>
              <a:lnTo>
                <a:pt x="0" y="28366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CF9883-6932-443B-BE67-EA6070F735FC}">
      <dsp:nvSpPr>
        <dsp:cNvPr id="0" name=""/>
        <dsp:cNvSpPr/>
      </dsp:nvSpPr>
      <dsp:spPr>
        <a:xfrm>
          <a:off x="675382" y="705604"/>
          <a:ext cx="3272494" cy="283660"/>
        </a:xfrm>
        <a:custGeom>
          <a:avLst/>
          <a:gdLst/>
          <a:ahLst/>
          <a:cxnLst/>
          <a:rect l="0" t="0" r="0" b="0"/>
          <a:pathLst>
            <a:path>
              <a:moveTo>
                <a:pt x="3272494" y="0"/>
              </a:moveTo>
              <a:lnTo>
                <a:pt x="3272494" y="141830"/>
              </a:lnTo>
              <a:lnTo>
                <a:pt x="0" y="141830"/>
              </a:lnTo>
              <a:lnTo>
                <a:pt x="0" y="28366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6FDA53-52AD-4777-B131-E6DE4E566FE1}">
      <dsp:nvSpPr>
        <dsp:cNvPr id="0" name=""/>
        <dsp:cNvSpPr/>
      </dsp:nvSpPr>
      <dsp:spPr>
        <a:xfrm>
          <a:off x="3272494" y="30221"/>
          <a:ext cx="1350765" cy="675382"/>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Project cost</a:t>
          </a:r>
        </a:p>
      </dsp:txBody>
      <dsp:txXfrm>
        <a:off x="3272494" y="30221"/>
        <a:ext cx="1350765" cy="675382"/>
      </dsp:txXfrm>
    </dsp:sp>
    <dsp:sp modelId="{B36F738C-DABB-499F-A586-6245E56F73A4}">
      <dsp:nvSpPr>
        <dsp:cNvPr id="0" name=""/>
        <dsp:cNvSpPr/>
      </dsp:nvSpPr>
      <dsp:spPr>
        <a:xfrm>
          <a:off x="0" y="989265"/>
          <a:ext cx="1350765" cy="675382"/>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Project management </a:t>
          </a:r>
        </a:p>
      </dsp:txBody>
      <dsp:txXfrm>
        <a:off x="0" y="989265"/>
        <a:ext cx="1350765" cy="675382"/>
      </dsp:txXfrm>
    </dsp:sp>
    <dsp:sp modelId="{BE33DF6D-96DD-447A-A304-E5B66ED4DEA0}">
      <dsp:nvSpPr>
        <dsp:cNvPr id="0" name=""/>
        <dsp:cNvSpPr/>
      </dsp:nvSpPr>
      <dsp:spPr>
        <a:xfrm>
          <a:off x="1638068" y="989265"/>
          <a:ext cx="1350765" cy="675382"/>
        </a:xfrm>
        <a:prstGeom prst="rect">
          <a:avLst/>
        </a:prstGeom>
        <a:solidFill>
          <a:srgbClr val="92D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Software Project</a:t>
          </a:r>
        </a:p>
      </dsp:txBody>
      <dsp:txXfrm>
        <a:off x="1638068" y="989265"/>
        <a:ext cx="1350765" cy="675382"/>
      </dsp:txXfrm>
    </dsp:sp>
    <dsp:sp modelId="{63AB99B0-52A9-4FD4-95B2-D1CDAD6E4D6C}">
      <dsp:nvSpPr>
        <dsp:cNvPr id="0" name=""/>
        <dsp:cNvSpPr/>
      </dsp:nvSpPr>
      <dsp:spPr>
        <a:xfrm>
          <a:off x="783736" y="1948308"/>
          <a:ext cx="1350765" cy="675382"/>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Analysis (modelling) </a:t>
          </a:r>
        </a:p>
      </dsp:txBody>
      <dsp:txXfrm>
        <a:off x="783736" y="1948308"/>
        <a:ext cx="1350765" cy="675382"/>
      </dsp:txXfrm>
    </dsp:sp>
    <dsp:sp modelId="{152DB30B-0997-48AC-8E02-B305E6A174EA}">
      <dsp:nvSpPr>
        <dsp:cNvPr id="0" name=""/>
        <dsp:cNvSpPr/>
      </dsp:nvSpPr>
      <dsp:spPr>
        <a:xfrm>
          <a:off x="2455281" y="1948308"/>
          <a:ext cx="1350765" cy="675382"/>
        </a:xfrm>
        <a:prstGeom prst="rect">
          <a:avLst/>
        </a:prstGeom>
        <a:solidFill>
          <a:srgbClr val="92D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Development</a:t>
          </a:r>
        </a:p>
      </dsp:txBody>
      <dsp:txXfrm>
        <a:off x="2455281" y="1948308"/>
        <a:ext cx="1350765" cy="675382"/>
      </dsp:txXfrm>
    </dsp:sp>
    <dsp:sp modelId="{2A5F8A13-F793-4295-A576-C273F1E67E53}">
      <dsp:nvSpPr>
        <dsp:cNvPr id="0" name=""/>
        <dsp:cNvSpPr/>
      </dsp:nvSpPr>
      <dsp:spPr>
        <a:xfrm>
          <a:off x="820855" y="2907352"/>
          <a:ext cx="1350765" cy="675382"/>
        </a:xfrm>
        <a:prstGeom prst="rect">
          <a:avLst/>
        </a:prstGeom>
        <a:solidFill>
          <a:srgbClr val="92D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System Test</a:t>
          </a:r>
        </a:p>
      </dsp:txBody>
      <dsp:txXfrm>
        <a:off x="820855" y="2907352"/>
        <a:ext cx="1350765" cy="675382"/>
      </dsp:txXfrm>
    </dsp:sp>
    <dsp:sp modelId="{2907B370-BA96-40F4-A66F-C111E7FDFAAE}">
      <dsp:nvSpPr>
        <dsp:cNvPr id="0" name=""/>
        <dsp:cNvSpPr/>
      </dsp:nvSpPr>
      <dsp:spPr>
        <a:xfrm>
          <a:off x="2455281" y="2907352"/>
          <a:ext cx="1350765" cy="675382"/>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User Test</a:t>
          </a:r>
        </a:p>
      </dsp:txBody>
      <dsp:txXfrm>
        <a:off x="2455281" y="2907352"/>
        <a:ext cx="1350765" cy="675382"/>
      </dsp:txXfrm>
    </dsp:sp>
    <dsp:sp modelId="{143639B3-181C-491B-A515-4BAB93604BCB}">
      <dsp:nvSpPr>
        <dsp:cNvPr id="0" name=""/>
        <dsp:cNvSpPr/>
      </dsp:nvSpPr>
      <dsp:spPr>
        <a:xfrm>
          <a:off x="3757716" y="984584"/>
          <a:ext cx="1350765" cy="675382"/>
        </a:xfrm>
        <a:prstGeom prst="rect">
          <a:avLst/>
        </a:prstGeom>
        <a:solidFill>
          <a:srgbClr val="92D05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Business Project</a:t>
          </a:r>
        </a:p>
      </dsp:txBody>
      <dsp:txXfrm>
        <a:off x="3757716" y="984584"/>
        <a:ext cx="1350765" cy="675382"/>
      </dsp:txXfrm>
    </dsp:sp>
    <dsp:sp modelId="{30523AB1-C99C-444B-AA4F-1E73092027E9}">
      <dsp:nvSpPr>
        <dsp:cNvPr id="0" name=""/>
        <dsp:cNvSpPr/>
      </dsp:nvSpPr>
      <dsp:spPr>
        <a:xfrm>
          <a:off x="4089707" y="1948308"/>
          <a:ext cx="1350765" cy="675382"/>
        </a:xfrm>
        <a:prstGeom prst="rect">
          <a:avLst/>
        </a:prstGeom>
        <a:solidFill>
          <a:srgbClr val="92D05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Analysis</a:t>
          </a:r>
        </a:p>
      </dsp:txBody>
      <dsp:txXfrm>
        <a:off x="4089707" y="1948308"/>
        <a:ext cx="1350765" cy="675382"/>
      </dsp:txXfrm>
    </dsp:sp>
    <dsp:sp modelId="{72CEFB75-59D1-4656-8F8B-120522C92D35}">
      <dsp:nvSpPr>
        <dsp:cNvPr id="0" name=""/>
        <dsp:cNvSpPr/>
      </dsp:nvSpPr>
      <dsp:spPr>
        <a:xfrm>
          <a:off x="4089707" y="2907352"/>
          <a:ext cx="1350765" cy="675382"/>
        </a:xfrm>
        <a:prstGeom prst="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Education/ change</a:t>
          </a:r>
        </a:p>
      </dsp:txBody>
      <dsp:txXfrm>
        <a:off x="4089707" y="2907352"/>
        <a:ext cx="1350765" cy="675382"/>
      </dsp:txXfrm>
    </dsp:sp>
    <dsp:sp modelId="{C1E13093-8BD2-473F-9131-948EED45B322}">
      <dsp:nvSpPr>
        <dsp:cNvPr id="0" name=""/>
        <dsp:cNvSpPr/>
      </dsp:nvSpPr>
      <dsp:spPr>
        <a:xfrm>
          <a:off x="6541346" y="989265"/>
          <a:ext cx="1350765" cy="675382"/>
        </a:xfrm>
        <a:prstGeom prst="rect">
          <a:avLst/>
        </a:prstGeom>
        <a:solidFill>
          <a:srgbClr val="92D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Technology Deployment</a:t>
          </a:r>
        </a:p>
      </dsp:txBody>
      <dsp:txXfrm>
        <a:off x="6541346" y="989265"/>
        <a:ext cx="1350765" cy="675382"/>
      </dsp:txXfrm>
    </dsp:sp>
    <dsp:sp modelId="{71CFB7A4-87DA-4816-B7A4-500ED09ACC80}">
      <dsp:nvSpPr>
        <dsp:cNvPr id="0" name=""/>
        <dsp:cNvSpPr/>
      </dsp:nvSpPr>
      <dsp:spPr>
        <a:xfrm>
          <a:off x="5724133" y="1948308"/>
          <a:ext cx="1350765" cy="675382"/>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Mobile</a:t>
          </a:r>
        </a:p>
      </dsp:txBody>
      <dsp:txXfrm>
        <a:off x="5724133" y="1948308"/>
        <a:ext cx="1350765" cy="675382"/>
      </dsp:txXfrm>
    </dsp:sp>
    <dsp:sp modelId="{EE5463CD-2007-41E8-A571-D5AD678DE2DA}">
      <dsp:nvSpPr>
        <dsp:cNvPr id="0" name=""/>
        <dsp:cNvSpPr/>
      </dsp:nvSpPr>
      <dsp:spPr>
        <a:xfrm>
          <a:off x="7358559" y="1948308"/>
          <a:ext cx="1350765" cy="675382"/>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LAN/ Clients/EUC</a:t>
          </a:r>
        </a:p>
      </dsp:txBody>
      <dsp:txXfrm>
        <a:off x="7358559" y="1948308"/>
        <a:ext cx="1350765" cy="675382"/>
      </dsp:txXfrm>
    </dsp:sp>
    <dsp:sp modelId="{1EDDC4A0-7BC2-483A-84BD-549CE25340AD}">
      <dsp:nvSpPr>
        <dsp:cNvPr id="0" name=""/>
        <dsp:cNvSpPr/>
      </dsp:nvSpPr>
      <dsp:spPr>
        <a:xfrm>
          <a:off x="5724133" y="2907352"/>
          <a:ext cx="1350765" cy="675382"/>
        </a:xfrm>
        <a:prstGeom prst="rect">
          <a:avLst/>
        </a:prstGeom>
        <a:solidFill>
          <a:srgbClr val="92D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Servers </a:t>
          </a:r>
        </a:p>
      </dsp:txBody>
      <dsp:txXfrm>
        <a:off x="5724133" y="2907352"/>
        <a:ext cx="1350765" cy="675382"/>
      </dsp:txXfrm>
    </dsp:sp>
    <dsp:sp modelId="{FFA1E627-6ECF-472E-955E-042FC44114FE}">
      <dsp:nvSpPr>
        <dsp:cNvPr id="0" name=""/>
        <dsp:cNvSpPr/>
      </dsp:nvSpPr>
      <dsp:spPr>
        <a:xfrm>
          <a:off x="7358559" y="2907352"/>
          <a:ext cx="1350765" cy="675382"/>
        </a:xfrm>
        <a:prstGeom prst="rect">
          <a:avLst/>
        </a:prstGeom>
        <a:solidFill>
          <a:srgbClr val="92D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Software  platforms</a:t>
          </a:r>
        </a:p>
      </dsp:txBody>
      <dsp:txXfrm>
        <a:off x="7358559" y="2907352"/>
        <a:ext cx="1350765" cy="675382"/>
      </dsp:txXfrm>
    </dsp:sp>
    <dsp:sp modelId="{E80ABF54-4110-4F22-9DD1-B401D5DCF6B9}">
      <dsp:nvSpPr>
        <dsp:cNvPr id="0" name=""/>
        <dsp:cNvSpPr/>
      </dsp:nvSpPr>
      <dsp:spPr>
        <a:xfrm>
          <a:off x="5724133" y="3866395"/>
          <a:ext cx="1350765" cy="675382"/>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Cloud services  </a:t>
          </a:r>
        </a:p>
      </dsp:txBody>
      <dsp:txXfrm>
        <a:off x="5724133" y="3866395"/>
        <a:ext cx="1350765" cy="675382"/>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1DD64-8E2B-4213-A922-5172F8217136}">
      <dsp:nvSpPr>
        <dsp:cNvPr id="0" name=""/>
        <dsp:cNvSpPr/>
      </dsp:nvSpPr>
      <dsp:spPr>
        <a:xfrm>
          <a:off x="6981103" y="1672885"/>
          <a:ext cx="139950" cy="2505771"/>
        </a:xfrm>
        <a:custGeom>
          <a:avLst/>
          <a:gdLst/>
          <a:ahLst/>
          <a:cxnLst/>
          <a:rect l="0" t="0" r="0" b="0"/>
          <a:pathLst>
            <a:path>
              <a:moveTo>
                <a:pt x="139950" y="0"/>
              </a:moveTo>
              <a:lnTo>
                <a:pt x="139950" y="2505771"/>
              </a:lnTo>
              <a:lnTo>
                <a:pt x="0" y="250577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C4DE16-1EA8-4E66-8AE0-84BB1C2EADBB}">
      <dsp:nvSpPr>
        <dsp:cNvPr id="0" name=""/>
        <dsp:cNvSpPr/>
      </dsp:nvSpPr>
      <dsp:spPr>
        <a:xfrm>
          <a:off x="7121053" y="1672885"/>
          <a:ext cx="139950" cy="1559443"/>
        </a:xfrm>
        <a:custGeom>
          <a:avLst/>
          <a:gdLst/>
          <a:ahLst/>
          <a:cxnLst/>
          <a:rect l="0" t="0" r="0" b="0"/>
          <a:pathLst>
            <a:path>
              <a:moveTo>
                <a:pt x="0" y="0"/>
              </a:moveTo>
              <a:lnTo>
                <a:pt x="0" y="1559443"/>
              </a:lnTo>
              <a:lnTo>
                <a:pt x="139950" y="155944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C37B1E-7897-4E09-B59D-DF81792129F6}">
      <dsp:nvSpPr>
        <dsp:cNvPr id="0" name=""/>
        <dsp:cNvSpPr/>
      </dsp:nvSpPr>
      <dsp:spPr>
        <a:xfrm>
          <a:off x="6981103" y="1672885"/>
          <a:ext cx="139950" cy="1559443"/>
        </a:xfrm>
        <a:custGeom>
          <a:avLst/>
          <a:gdLst/>
          <a:ahLst/>
          <a:cxnLst/>
          <a:rect l="0" t="0" r="0" b="0"/>
          <a:pathLst>
            <a:path>
              <a:moveTo>
                <a:pt x="139950" y="0"/>
              </a:moveTo>
              <a:lnTo>
                <a:pt x="139950" y="1559443"/>
              </a:lnTo>
              <a:lnTo>
                <a:pt x="0" y="155944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D3E7C7-5F9F-4403-A4C8-CCABCA206563}">
      <dsp:nvSpPr>
        <dsp:cNvPr id="0" name=""/>
        <dsp:cNvSpPr/>
      </dsp:nvSpPr>
      <dsp:spPr>
        <a:xfrm>
          <a:off x="7121053" y="1672885"/>
          <a:ext cx="139950" cy="613114"/>
        </a:xfrm>
        <a:custGeom>
          <a:avLst/>
          <a:gdLst/>
          <a:ahLst/>
          <a:cxnLst/>
          <a:rect l="0" t="0" r="0" b="0"/>
          <a:pathLst>
            <a:path>
              <a:moveTo>
                <a:pt x="0" y="0"/>
              </a:moveTo>
              <a:lnTo>
                <a:pt x="0" y="613114"/>
              </a:lnTo>
              <a:lnTo>
                <a:pt x="139950" y="61311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004330-659C-421A-AA00-2A60A650D1AA}">
      <dsp:nvSpPr>
        <dsp:cNvPr id="0" name=""/>
        <dsp:cNvSpPr/>
      </dsp:nvSpPr>
      <dsp:spPr>
        <a:xfrm>
          <a:off x="6981103" y="1672885"/>
          <a:ext cx="139950" cy="613114"/>
        </a:xfrm>
        <a:custGeom>
          <a:avLst/>
          <a:gdLst/>
          <a:ahLst/>
          <a:cxnLst/>
          <a:rect l="0" t="0" r="0" b="0"/>
          <a:pathLst>
            <a:path>
              <a:moveTo>
                <a:pt x="139950" y="0"/>
              </a:moveTo>
              <a:lnTo>
                <a:pt x="139950" y="613114"/>
              </a:lnTo>
              <a:lnTo>
                <a:pt x="0" y="61311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DDBB38-68F0-4317-9F77-306B5A4D0568}">
      <dsp:nvSpPr>
        <dsp:cNvPr id="0" name=""/>
        <dsp:cNvSpPr/>
      </dsp:nvSpPr>
      <dsp:spPr>
        <a:xfrm>
          <a:off x="3895538" y="726556"/>
          <a:ext cx="3225514" cy="279900"/>
        </a:xfrm>
        <a:custGeom>
          <a:avLst/>
          <a:gdLst/>
          <a:ahLst/>
          <a:cxnLst/>
          <a:rect l="0" t="0" r="0" b="0"/>
          <a:pathLst>
            <a:path>
              <a:moveTo>
                <a:pt x="0" y="0"/>
              </a:moveTo>
              <a:lnTo>
                <a:pt x="0" y="139950"/>
              </a:lnTo>
              <a:lnTo>
                <a:pt x="3225514" y="139950"/>
              </a:lnTo>
              <a:lnTo>
                <a:pt x="3225514" y="27990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66A192-41BF-4B05-9C2B-3184310FF5C6}">
      <dsp:nvSpPr>
        <dsp:cNvPr id="0" name=""/>
        <dsp:cNvSpPr/>
      </dsp:nvSpPr>
      <dsp:spPr>
        <a:xfrm>
          <a:off x="3841184" y="1668267"/>
          <a:ext cx="194303" cy="1564061"/>
        </a:xfrm>
        <a:custGeom>
          <a:avLst/>
          <a:gdLst/>
          <a:ahLst/>
          <a:cxnLst/>
          <a:rect l="0" t="0" r="0" b="0"/>
          <a:pathLst>
            <a:path>
              <a:moveTo>
                <a:pt x="0" y="0"/>
              </a:moveTo>
              <a:lnTo>
                <a:pt x="0" y="1564061"/>
              </a:lnTo>
              <a:lnTo>
                <a:pt x="194303" y="156406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58471-3416-48AF-94C0-257C660D6C30}">
      <dsp:nvSpPr>
        <dsp:cNvPr id="0" name=""/>
        <dsp:cNvSpPr/>
      </dsp:nvSpPr>
      <dsp:spPr>
        <a:xfrm>
          <a:off x="3841184" y="1668267"/>
          <a:ext cx="194303" cy="617732"/>
        </a:xfrm>
        <a:custGeom>
          <a:avLst/>
          <a:gdLst/>
          <a:ahLst/>
          <a:cxnLst/>
          <a:rect l="0" t="0" r="0" b="0"/>
          <a:pathLst>
            <a:path>
              <a:moveTo>
                <a:pt x="0" y="0"/>
              </a:moveTo>
              <a:lnTo>
                <a:pt x="0" y="617732"/>
              </a:lnTo>
              <a:lnTo>
                <a:pt x="194303" y="61773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B6250D-A994-4B68-83F5-3A299E01BCF0}">
      <dsp:nvSpPr>
        <dsp:cNvPr id="0" name=""/>
        <dsp:cNvSpPr/>
      </dsp:nvSpPr>
      <dsp:spPr>
        <a:xfrm>
          <a:off x="3895538" y="726556"/>
          <a:ext cx="478789" cy="275281"/>
        </a:xfrm>
        <a:custGeom>
          <a:avLst/>
          <a:gdLst/>
          <a:ahLst/>
          <a:cxnLst/>
          <a:rect l="0" t="0" r="0" b="0"/>
          <a:pathLst>
            <a:path>
              <a:moveTo>
                <a:pt x="0" y="0"/>
              </a:moveTo>
              <a:lnTo>
                <a:pt x="0" y="135331"/>
              </a:lnTo>
              <a:lnTo>
                <a:pt x="478789" y="135331"/>
              </a:lnTo>
              <a:lnTo>
                <a:pt x="478789" y="275281"/>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FAB8F0C-B50C-4110-92BD-83EFA04F2A3D}">
      <dsp:nvSpPr>
        <dsp:cNvPr id="0" name=""/>
        <dsp:cNvSpPr/>
      </dsp:nvSpPr>
      <dsp:spPr>
        <a:xfrm>
          <a:off x="2282780" y="1672885"/>
          <a:ext cx="139950" cy="1559443"/>
        </a:xfrm>
        <a:custGeom>
          <a:avLst/>
          <a:gdLst/>
          <a:ahLst/>
          <a:cxnLst/>
          <a:rect l="0" t="0" r="0" b="0"/>
          <a:pathLst>
            <a:path>
              <a:moveTo>
                <a:pt x="0" y="0"/>
              </a:moveTo>
              <a:lnTo>
                <a:pt x="0" y="1559443"/>
              </a:lnTo>
              <a:lnTo>
                <a:pt x="139950" y="155944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168C62-4C73-4FEA-B525-828302C7EE80}">
      <dsp:nvSpPr>
        <dsp:cNvPr id="0" name=""/>
        <dsp:cNvSpPr/>
      </dsp:nvSpPr>
      <dsp:spPr>
        <a:xfrm>
          <a:off x="2142830" y="1672885"/>
          <a:ext cx="139950" cy="1559443"/>
        </a:xfrm>
        <a:custGeom>
          <a:avLst/>
          <a:gdLst/>
          <a:ahLst/>
          <a:cxnLst/>
          <a:rect l="0" t="0" r="0" b="0"/>
          <a:pathLst>
            <a:path>
              <a:moveTo>
                <a:pt x="139950" y="0"/>
              </a:moveTo>
              <a:lnTo>
                <a:pt x="139950" y="1559443"/>
              </a:lnTo>
              <a:lnTo>
                <a:pt x="0" y="155944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A04B9E-A781-425B-B36A-F2E0C3396A0F}">
      <dsp:nvSpPr>
        <dsp:cNvPr id="0" name=""/>
        <dsp:cNvSpPr/>
      </dsp:nvSpPr>
      <dsp:spPr>
        <a:xfrm>
          <a:off x="2282780" y="1672885"/>
          <a:ext cx="139950" cy="613114"/>
        </a:xfrm>
        <a:custGeom>
          <a:avLst/>
          <a:gdLst/>
          <a:ahLst/>
          <a:cxnLst/>
          <a:rect l="0" t="0" r="0" b="0"/>
          <a:pathLst>
            <a:path>
              <a:moveTo>
                <a:pt x="0" y="0"/>
              </a:moveTo>
              <a:lnTo>
                <a:pt x="0" y="613114"/>
              </a:lnTo>
              <a:lnTo>
                <a:pt x="139950" y="61311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FAA4B1-5E18-4F52-8331-43C80B4BAD10}">
      <dsp:nvSpPr>
        <dsp:cNvPr id="0" name=""/>
        <dsp:cNvSpPr/>
      </dsp:nvSpPr>
      <dsp:spPr>
        <a:xfrm>
          <a:off x="2106203" y="1672885"/>
          <a:ext cx="176576" cy="613114"/>
        </a:xfrm>
        <a:custGeom>
          <a:avLst/>
          <a:gdLst/>
          <a:ahLst/>
          <a:cxnLst/>
          <a:rect l="0" t="0" r="0" b="0"/>
          <a:pathLst>
            <a:path>
              <a:moveTo>
                <a:pt x="176576" y="0"/>
              </a:moveTo>
              <a:lnTo>
                <a:pt x="176576" y="613114"/>
              </a:lnTo>
              <a:lnTo>
                <a:pt x="0" y="61311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5206AE-36DB-43EE-84F3-AFB823AA6253}">
      <dsp:nvSpPr>
        <dsp:cNvPr id="0" name=""/>
        <dsp:cNvSpPr/>
      </dsp:nvSpPr>
      <dsp:spPr>
        <a:xfrm>
          <a:off x="2282780" y="726556"/>
          <a:ext cx="1612757" cy="279900"/>
        </a:xfrm>
        <a:custGeom>
          <a:avLst/>
          <a:gdLst/>
          <a:ahLst/>
          <a:cxnLst/>
          <a:rect l="0" t="0" r="0" b="0"/>
          <a:pathLst>
            <a:path>
              <a:moveTo>
                <a:pt x="1612757" y="0"/>
              </a:moveTo>
              <a:lnTo>
                <a:pt x="1612757" y="139950"/>
              </a:lnTo>
              <a:lnTo>
                <a:pt x="0" y="139950"/>
              </a:lnTo>
              <a:lnTo>
                <a:pt x="0" y="27990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CF9883-6932-443B-BE67-EA6070F735FC}">
      <dsp:nvSpPr>
        <dsp:cNvPr id="0" name=""/>
        <dsp:cNvSpPr/>
      </dsp:nvSpPr>
      <dsp:spPr>
        <a:xfrm>
          <a:off x="666428" y="726556"/>
          <a:ext cx="3229109" cy="279900"/>
        </a:xfrm>
        <a:custGeom>
          <a:avLst/>
          <a:gdLst/>
          <a:ahLst/>
          <a:cxnLst/>
          <a:rect l="0" t="0" r="0" b="0"/>
          <a:pathLst>
            <a:path>
              <a:moveTo>
                <a:pt x="3229109" y="0"/>
              </a:moveTo>
              <a:lnTo>
                <a:pt x="3229109" y="139950"/>
              </a:lnTo>
              <a:lnTo>
                <a:pt x="0" y="139950"/>
              </a:lnTo>
              <a:lnTo>
                <a:pt x="0" y="27990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6FDA53-52AD-4777-B131-E6DE4E566FE1}">
      <dsp:nvSpPr>
        <dsp:cNvPr id="0" name=""/>
        <dsp:cNvSpPr/>
      </dsp:nvSpPr>
      <dsp:spPr>
        <a:xfrm>
          <a:off x="3229109" y="60128"/>
          <a:ext cx="1332857" cy="66642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Project cost</a:t>
          </a:r>
        </a:p>
      </dsp:txBody>
      <dsp:txXfrm>
        <a:off x="3229109" y="60128"/>
        <a:ext cx="1332857" cy="666428"/>
      </dsp:txXfrm>
    </dsp:sp>
    <dsp:sp modelId="{B36F738C-DABB-499F-A586-6245E56F73A4}">
      <dsp:nvSpPr>
        <dsp:cNvPr id="0" name=""/>
        <dsp:cNvSpPr/>
      </dsp:nvSpPr>
      <dsp:spPr>
        <a:xfrm>
          <a:off x="0" y="1006456"/>
          <a:ext cx="1332857" cy="66642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Project management </a:t>
          </a:r>
        </a:p>
      </dsp:txBody>
      <dsp:txXfrm>
        <a:off x="0" y="1006456"/>
        <a:ext cx="1332857" cy="666428"/>
      </dsp:txXfrm>
    </dsp:sp>
    <dsp:sp modelId="{BE33DF6D-96DD-447A-A304-E5B66ED4DEA0}">
      <dsp:nvSpPr>
        <dsp:cNvPr id="0" name=""/>
        <dsp:cNvSpPr/>
      </dsp:nvSpPr>
      <dsp:spPr>
        <a:xfrm>
          <a:off x="1616351" y="1006456"/>
          <a:ext cx="1332857" cy="66642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Software Project</a:t>
          </a:r>
        </a:p>
      </dsp:txBody>
      <dsp:txXfrm>
        <a:off x="1616351" y="1006456"/>
        <a:ext cx="1332857" cy="666428"/>
      </dsp:txXfrm>
    </dsp:sp>
    <dsp:sp modelId="{63AB99B0-52A9-4FD4-95B2-D1CDAD6E4D6C}">
      <dsp:nvSpPr>
        <dsp:cNvPr id="0" name=""/>
        <dsp:cNvSpPr/>
      </dsp:nvSpPr>
      <dsp:spPr>
        <a:xfrm>
          <a:off x="773346" y="1952785"/>
          <a:ext cx="1332857" cy="66642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Analysis (modelling) </a:t>
          </a:r>
        </a:p>
      </dsp:txBody>
      <dsp:txXfrm>
        <a:off x="773346" y="1952785"/>
        <a:ext cx="1332857" cy="666428"/>
      </dsp:txXfrm>
    </dsp:sp>
    <dsp:sp modelId="{152DB30B-0997-48AC-8E02-B305E6A174EA}">
      <dsp:nvSpPr>
        <dsp:cNvPr id="0" name=""/>
        <dsp:cNvSpPr/>
      </dsp:nvSpPr>
      <dsp:spPr>
        <a:xfrm>
          <a:off x="2422730" y="1952785"/>
          <a:ext cx="1332857" cy="66642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Development</a:t>
          </a:r>
        </a:p>
      </dsp:txBody>
      <dsp:txXfrm>
        <a:off x="2422730" y="1952785"/>
        <a:ext cx="1332857" cy="666428"/>
      </dsp:txXfrm>
    </dsp:sp>
    <dsp:sp modelId="{2A5F8A13-F793-4295-A576-C273F1E67E53}">
      <dsp:nvSpPr>
        <dsp:cNvPr id="0" name=""/>
        <dsp:cNvSpPr/>
      </dsp:nvSpPr>
      <dsp:spPr>
        <a:xfrm>
          <a:off x="809973" y="2899114"/>
          <a:ext cx="1332857" cy="66642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System Test</a:t>
          </a:r>
        </a:p>
      </dsp:txBody>
      <dsp:txXfrm>
        <a:off x="809973" y="2899114"/>
        <a:ext cx="1332857" cy="666428"/>
      </dsp:txXfrm>
    </dsp:sp>
    <dsp:sp modelId="{2907B370-BA96-40F4-A66F-C111E7FDFAAE}">
      <dsp:nvSpPr>
        <dsp:cNvPr id="0" name=""/>
        <dsp:cNvSpPr/>
      </dsp:nvSpPr>
      <dsp:spPr>
        <a:xfrm>
          <a:off x="2422730" y="2899114"/>
          <a:ext cx="1332857" cy="66642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User Test</a:t>
          </a:r>
        </a:p>
      </dsp:txBody>
      <dsp:txXfrm>
        <a:off x="2422730" y="2899114"/>
        <a:ext cx="1332857" cy="666428"/>
      </dsp:txXfrm>
    </dsp:sp>
    <dsp:sp modelId="{143639B3-181C-491B-A515-4BAB93604BCB}">
      <dsp:nvSpPr>
        <dsp:cNvPr id="0" name=""/>
        <dsp:cNvSpPr/>
      </dsp:nvSpPr>
      <dsp:spPr>
        <a:xfrm>
          <a:off x="3707898" y="1001838"/>
          <a:ext cx="1332857" cy="666428"/>
        </a:xfrm>
        <a:prstGeom prst="rect">
          <a:avLst/>
        </a:prstGeom>
        <a:solidFill>
          <a:schemeClr val="bg1">
            <a:lumMod val="8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Business Project</a:t>
          </a:r>
        </a:p>
      </dsp:txBody>
      <dsp:txXfrm>
        <a:off x="3707898" y="1001838"/>
        <a:ext cx="1332857" cy="666428"/>
      </dsp:txXfrm>
    </dsp:sp>
    <dsp:sp modelId="{30523AB1-C99C-444B-AA4F-1E73092027E9}">
      <dsp:nvSpPr>
        <dsp:cNvPr id="0" name=""/>
        <dsp:cNvSpPr/>
      </dsp:nvSpPr>
      <dsp:spPr>
        <a:xfrm>
          <a:off x="4035488" y="1952785"/>
          <a:ext cx="1332857" cy="666428"/>
        </a:xfrm>
        <a:prstGeom prst="rect">
          <a:avLst/>
        </a:prstGeom>
        <a:solidFill>
          <a:schemeClr val="bg1">
            <a:lumMod val="8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Analysis</a:t>
          </a:r>
        </a:p>
      </dsp:txBody>
      <dsp:txXfrm>
        <a:off x="4035488" y="1952785"/>
        <a:ext cx="1332857" cy="666428"/>
      </dsp:txXfrm>
    </dsp:sp>
    <dsp:sp modelId="{72CEFB75-59D1-4656-8F8B-120522C92D35}">
      <dsp:nvSpPr>
        <dsp:cNvPr id="0" name=""/>
        <dsp:cNvSpPr/>
      </dsp:nvSpPr>
      <dsp:spPr>
        <a:xfrm>
          <a:off x="4035488" y="2899114"/>
          <a:ext cx="1332857" cy="666428"/>
        </a:xfrm>
        <a:prstGeom prst="rect">
          <a:avLst/>
        </a:prstGeom>
        <a:solidFill>
          <a:schemeClr val="bg1">
            <a:lumMod val="85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Education/ change</a:t>
          </a:r>
        </a:p>
      </dsp:txBody>
      <dsp:txXfrm>
        <a:off x="4035488" y="2899114"/>
        <a:ext cx="1332857" cy="666428"/>
      </dsp:txXfrm>
    </dsp:sp>
    <dsp:sp modelId="{C1E13093-8BD2-473F-9131-948EED45B322}">
      <dsp:nvSpPr>
        <dsp:cNvPr id="0" name=""/>
        <dsp:cNvSpPr/>
      </dsp:nvSpPr>
      <dsp:spPr>
        <a:xfrm>
          <a:off x="6454624" y="1006456"/>
          <a:ext cx="1332857" cy="66642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Technology Deployment</a:t>
          </a:r>
        </a:p>
      </dsp:txBody>
      <dsp:txXfrm>
        <a:off x="6454624" y="1006456"/>
        <a:ext cx="1332857" cy="666428"/>
      </dsp:txXfrm>
    </dsp:sp>
    <dsp:sp modelId="{71CFB7A4-87DA-4816-B7A4-500ED09ACC80}">
      <dsp:nvSpPr>
        <dsp:cNvPr id="0" name=""/>
        <dsp:cNvSpPr/>
      </dsp:nvSpPr>
      <dsp:spPr>
        <a:xfrm>
          <a:off x="5648245" y="1952785"/>
          <a:ext cx="1332857" cy="66642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Mobile</a:t>
          </a:r>
        </a:p>
      </dsp:txBody>
      <dsp:txXfrm>
        <a:off x="5648245" y="1952785"/>
        <a:ext cx="1332857" cy="666428"/>
      </dsp:txXfrm>
    </dsp:sp>
    <dsp:sp modelId="{EE5463CD-2007-41E8-A571-D5AD678DE2DA}">
      <dsp:nvSpPr>
        <dsp:cNvPr id="0" name=""/>
        <dsp:cNvSpPr/>
      </dsp:nvSpPr>
      <dsp:spPr>
        <a:xfrm>
          <a:off x="7261003" y="1952785"/>
          <a:ext cx="1332857" cy="666428"/>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LAN/ Clients/EUC</a:t>
          </a:r>
        </a:p>
      </dsp:txBody>
      <dsp:txXfrm>
        <a:off x="7261003" y="1952785"/>
        <a:ext cx="1332857" cy="666428"/>
      </dsp:txXfrm>
    </dsp:sp>
    <dsp:sp modelId="{1EDDC4A0-7BC2-483A-84BD-549CE25340AD}">
      <dsp:nvSpPr>
        <dsp:cNvPr id="0" name=""/>
        <dsp:cNvSpPr/>
      </dsp:nvSpPr>
      <dsp:spPr>
        <a:xfrm>
          <a:off x="5648245" y="2899114"/>
          <a:ext cx="1332857" cy="66642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Servers </a:t>
          </a:r>
        </a:p>
      </dsp:txBody>
      <dsp:txXfrm>
        <a:off x="5648245" y="2899114"/>
        <a:ext cx="1332857" cy="666428"/>
      </dsp:txXfrm>
    </dsp:sp>
    <dsp:sp modelId="{FFA1E627-6ECF-472E-955E-042FC44114FE}">
      <dsp:nvSpPr>
        <dsp:cNvPr id="0" name=""/>
        <dsp:cNvSpPr/>
      </dsp:nvSpPr>
      <dsp:spPr>
        <a:xfrm>
          <a:off x="7261003" y="2899114"/>
          <a:ext cx="1332857" cy="66642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Software  platforms</a:t>
          </a:r>
        </a:p>
      </dsp:txBody>
      <dsp:txXfrm>
        <a:off x="7261003" y="2899114"/>
        <a:ext cx="1332857" cy="666428"/>
      </dsp:txXfrm>
    </dsp:sp>
    <dsp:sp modelId="{E80ABF54-4110-4F22-9DD1-B401D5DCF6B9}">
      <dsp:nvSpPr>
        <dsp:cNvPr id="0" name=""/>
        <dsp:cNvSpPr/>
      </dsp:nvSpPr>
      <dsp:spPr>
        <a:xfrm>
          <a:off x="5648245" y="3845443"/>
          <a:ext cx="1332857" cy="66642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Cloud services  </a:t>
          </a:r>
        </a:p>
      </dsp:txBody>
      <dsp:txXfrm>
        <a:off x="5648245" y="3845443"/>
        <a:ext cx="1332857" cy="666428"/>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1DD64-8E2B-4213-A922-5172F8217136}">
      <dsp:nvSpPr>
        <dsp:cNvPr id="0" name=""/>
        <dsp:cNvSpPr/>
      </dsp:nvSpPr>
      <dsp:spPr>
        <a:xfrm>
          <a:off x="7180960" y="1656864"/>
          <a:ext cx="143607" cy="2571249"/>
        </a:xfrm>
        <a:custGeom>
          <a:avLst/>
          <a:gdLst/>
          <a:ahLst/>
          <a:cxnLst/>
          <a:rect l="0" t="0" r="0" b="0"/>
          <a:pathLst>
            <a:path>
              <a:moveTo>
                <a:pt x="143607" y="0"/>
              </a:moveTo>
              <a:lnTo>
                <a:pt x="143607" y="2571249"/>
              </a:lnTo>
              <a:lnTo>
                <a:pt x="0" y="257124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0C4DE16-1EA8-4E66-8AE0-84BB1C2EADBB}">
      <dsp:nvSpPr>
        <dsp:cNvPr id="0" name=""/>
        <dsp:cNvSpPr/>
      </dsp:nvSpPr>
      <dsp:spPr>
        <a:xfrm>
          <a:off x="7324567" y="1656864"/>
          <a:ext cx="143607" cy="1600192"/>
        </a:xfrm>
        <a:custGeom>
          <a:avLst/>
          <a:gdLst/>
          <a:ahLst/>
          <a:cxnLst/>
          <a:rect l="0" t="0" r="0" b="0"/>
          <a:pathLst>
            <a:path>
              <a:moveTo>
                <a:pt x="0" y="0"/>
              </a:moveTo>
              <a:lnTo>
                <a:pt x="0" y="1600192"/>
              </a:lnTo>
              <a:lnTo>
                <a:pt x="143607" y="16001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C37B1E-7897-4E09-B59D-DF81792129F6}">
      <dsp:nvSpPr>
        <dsp:cNvPr id="0" name=""/>
        <dsp:cNvSpPr/>
      </dsp:nvSpPr>
      <dsp:spPr>
        <a:xfrm>
          <a:off x="7180960" y="1656864"/>
          <a:ext cx="143607" cy="1600192"/>
        </a:xfrm>
        <a:custGeom>
          <a:avLst/>
          <a:gdLst/>
          <a:ahLst/>
          <a:cxnLst/>
          <a:rect l="0" t="0" r="0" b="0"/>
          <a:pathLst>
            <a:path>
              <a:moveTo>
                <a:pt x="143607" y="0"/>
              </a:moveTo>
              <a:lnTo>
                <a:pt x="143607" y="1600192"/>
              </a:lnTo>
              <a:lnTo>
                <a:pt x="0" y="16001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D3E7C7-5F9F-4403-A4C8-CCABCA206563}">
      <dsp:nvSpPr>
        <dsp:cNvPr id="0" name=""/>
        <dsp:cNvSpPr/>
      </dsp:nvSpPr>
      <dsp:spPr>
        <a:xfrm>
          <a:off x="7324567" y="1656864"/>
          <a:ext cx="143607" cy="629135"/>
        </a:xfrm>
        <a:custGeom>
          <a:avLst/>
          <a:gdLst/>
          <a:ahLst/>
          <a:cxnLst/>
          <a:rect l="0" t="0" r="0" b="0"/>
          <a:pathLst>
            <a:path>
              <a:moveTo>
                <a:pt x="0" y="0"/>
              </a:moveTo>
              <a:lnTo>
                <a:pt x="0" y="629135"/>
              </a:lnTo>
              <a:lnTo>
                <a:pt x="143607" y="62913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004330-659C-421A-AA00-2A60A650D1AA}">
      <dsp:nvSpPr>
        <dsp:cNvPr id="0" name=""/>
        <dsp:cNvSpPr/>
      </dsp:nvSpPr>
      <dsp:spPr>
        <a:xfrm>
          <a:off x="7180960" y="1656864"/>
          <a:ext cx="143607" cy="629135"/>
        </a:xfrm>
        <a:custGeom>
          <a:avLst/>
          <a:gdLst/>
          <a:ahLst/>
          <a:cxnLst/>
          <a:rect l="0" t="0" r="0" b="0"/>
          <a:pathLst>
            <a:path>
              <a:moveTo>
                <a:pt x="143607" y="0"/>
              </a:moveTo>
              <a:lnTo>
                <a:pt x="143607" y="629135"/>
              </a:lnTo>
              <a:lnTo>
                <a:pt x="0" y="62913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DDBB38-68F0-4317-9F77-306B5A4D0568}">
      <dsp:nvSpPr>
        <dsp:cNvPr id="0" name=""/>
        <dsp:cNvSpPr/>
      </dsp:nvSpPr>
      <dsp:spPr>
        <a:xfrm>
          <a:off x="4014766" y="685807"/>
          <a:ext cx="3309800" cy="287214"/>
        </a:xfrm>
        <a:custGeom>
          <a:avLst/>
          <a:gdLst/>
          <a:ahLst/>
          <a:cxnLst/>
          <a:rect l="0" t="0" r="0" b="0"/>
          <a:pathLst>
            <a:path>
              <a:moveTo>
                <a:pt x="0" y="0"/>
              </a:moveTo>
              <a:lnTo>
                <a:pt x="0" y="143607"/>
              </a:lnTo>
              <a:lnTo>
                <a:pt x="3309800" y="143607"/>
              </a:lnTo>
              <a:lnTo>
                <a:pt x="3309800" y="287214"/>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66A192-41BF-4B05-9C2B-3184310FF5C6}">
      <dsp:nvSpPr>
        <dsp:cNvPr id="0" name=""/>
        <dsp:cNvSpPr/>
      </dsp:nvSpPr>
      <dsp:spPr>
        <a:xfrm>
          <a:off x="3958992" y="1652125"/>
          <a:ext cx="199381" cy="1604931"/>
        </a:xfrm>
        <a:custGeom>
          <a:avLst/>
          <a:gdLst/>
          <a:ahLst/>
          <a:cxnLst/>
          <a:rect l="0" t="0" r="0" b="0"/>
          <a:pathLst>
            <a:path>
              <a:moveTo>
                <a:pt x="0" y="0"/>
              </a:moveTo>
              <a:lnTo>
                <a:pt x="0" y="1604931"/>
              </a:lnTo>
              <a:lnTo>
                <a:pt x="199381" y="160493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58471-3416-48AF-94C0-257C660D6C30}">
      <dsp:nvSpPr>
        <dsp:cNvPr id="0" name=""/>
        <dsp:cNvSpPr/>
      </dsp:nvSpPr>
      <dsp:spPr>
        <a:xfrm>
          <a:off x="3958992" y="1652125"/>
          <a:ext cx="199381" cy="633874"/>
        </a:xfrm>
        <a:custGeom>
          <a:avLst/>
          <a:gdLst/>
          <a:ahLst/>
          <a:cxnLst/>
          <a:rect l="0" t="0" r="0" b="0"/>
          <a:pathLst>
            <a:path>
              <a:moveTo>
                <a:pt x="0" y="0"/>
              </a:moveTo>
              <a:lnTo>
                <a:pt x="0" y="633874"/>
              </a:lnTo>
              <a:lnTo>
                <a:pt x="199381" y="63387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B6250D-A994-4B68-83F5-3A299E01BCF0}">
      <dsp:nvSpPr>
        <dsp:cNvPr id="0" name=""/>
        <dsp:cNvSpPr/>
      </dsp:nvSpPr>
      <dsp:spPr>
        <a:xfrm>
          <a:off x="4014766" y="685807"/>
          <a:ext cx="491300" cy="282475"/>
        </a:xfrm>
        <a:custGeom>
          <a:avLst/>
          <a:gdLst/>
          <a:ahLst/>
          <a:cxnLst/>
          <a:rect l="0" t="0" r="0" b="0"/>
          <a:pathLst>
            <a:path>
              <a:moveTo>
                <a:pt x="0" y="0"/>
              </a:moveTo>
              <a:lnTo>
                <a:pt x="0" y="138868"/>
              </a:lnTo>
              <a:lnTo>
                <a:pt x="491300" y="138868"/>
              </a:lnTo>
              <a:lnTo>
                <a:pt x="491300" y="282475"/>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FAB8F0C-B50C-4110-92BD-83EFA04F2A3D}">
      <dsp:nvSpPr>
        <dsp:cNvPr id="0" name=""/>
        <dsp:cNvSpPr/>
      </dsp:nvSpPr>
      <dsp:spPr>
        <a:xfrm>
          <a:off x="2359866" y="1656864"/>
          <a:ext cx="143607" cy="1600192"/>
        </a:xfrm>
        <a:custGeom>
          <a:avLst/>
          <a:gdLst/>
          <a:ahLst/>
          <a:cxnLst/>
          <a:rect l="0" t="0" r="0" b="0"/>
          <a:pathLst>
            <a:path>
              <a:moveTo>
                <a:pt x="0" y="0"/>
              </a:moveTo>
              <a:lnTo>
                <a:pt x="0" y="1600192"/>
              </a:lnTo>
              <a:lnTo>
                <a:pt x="143607" y="16001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168C62-4C73-4FEA-B525-828302C7EE80}">
      <dsp:nvSpPr>
        <dsp:cNvPr id="0" name=""/>
        <dsp:cNvSpPr/>
      </dsp:nvSpPr>
      <dsp:spPr>
        <a:xfrm>
          <a:off x="2216259" y="1656864"/>
          <a:ext cx="143607" cy="1600192"/>
        </a:xfrm>
        <a:custGeom>
          <a:avLst/>
          <a:gdLst/>
          <a:ahLst/>
          <a:cxnLst/>
          <a:rect l="0" t="0" r="0" b="0"/>
          <a:pathLst>
            <a:path>
              <a:moveTo>
                <a:pt x="143607" y="0"/>
              </a:moveTo>
              <a:lnTo>
                <a:pt x="143607" y="1600192"/>
              </a:lnTo>
              <a:lnTo>
                <a:pt x="0" y="16001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A04B9E-A781-425B-B36A-F2E0C3396A0F}">
      <dsp:nvSpPr>
        <dsp:cNvPr id="0" name=""/>
        <dsp:cNvSpPr/>
      </dsp:nvSpPr>
      <dsp:spPr>
        <a:xfrm>
          <a:off x="2359866" y="1656864"/>
          <a:ext cx="143607" cy="629135"/>
        </a:xfrm>
        <a:custGeom>
          <a:avLst/>
          <a:gdLst/>
          <a:ahLst/>
          <a:cxnLst/>
          <a:rect l="0" t="0" r="0" b="0"/>
          <a:pathLst>
            <a:path>
              <a:moveTo>
                <a:pt x="0" y="0"/>
              </a:moveTo>
              <a:lnTo>
                <a:pt x="0" y="629135"/>
              </a:lnTo>
              <a:lnTo>
                <a:pt x="143607" y="62913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FAA4B1-5E18-4F52-8331-43C80B4BAD10}">
      <dsp:nvSpPr>
        <dsp:cNvPr id="0" name=""/>
        <dsp:cNvSpPr/>
      </dsp:nvSpPr>
      <dsp:spPr>
        <a:xfrm>
          <a:off x="2216259" y="1656864"/>
          <a:ext cx="143607" cy="629135"/>
        </a:xfrm>
        <a:custGeom>
          <a:avLst/>
          <a:gdLst/>
          <a:ahLst/>
          <a:cxnLst/>
          <a:rect l="0" t="0" r="0" b="0"/>
          <a:pathLst>
            <a:path>
              <a:moveTo>
                <a:pt x="143607" y="0"/>
              </a:moveTo>
              <a:lnTo>
                <a:pt x="143607" y="629135"/>
              </a:lnTo>
              <a:lnTo>
                <a:pt x="0" y="62913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5206AE-36DB-43EE-84F3-AFB823AA6253}">
      <dsp:nvSpPr>
        <dsp:cNvPr id="0" name=""/>
        <dsp:cNvSpPr/>
      </dsp:nvSpPr>
      <dsp:spPr>
        <a:xfrm>
          <a:off x="2359866" y="685807"/>
          <a:ext cx="1654900" cy="287214"/>
        </a:xfrm>
        <a:custGeom>
          <a:avLst/>
          <a:gdLst/>
          <a:ahLst/>
          <a:cxnLst/>
          <a:rect l="0" t="0" r="0" b="0"/>
          <a:pathLst>
            <a:path>
              <a:moveTo>
                <a:pt x="1654900" y="0"/>
              </a:moveTo>
              <a:lnTo>
                <a:pt x="1654900" y="143607"/>
              </a:lnTo>
              <a:lnTo>
                <a:pt x="0" y="143607"/>
              </a:lnTo>
              <a:lnTo>
                <a:pt x="0" y="287214"/>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CF9883-6932-443B-BE67-EA6070F735FC}">
      <dsp:nvSpPr>
        <dsp:cNvPr id="0" name=""/>
        <dsp:cNvSpPr/>
      </dsp:nvSpPr>
      <dsp:spPr>
        <a:xfrm>
          <a:off x="704966" y="685807"/>
          <a:ext cx="3309800" cy="287214"/>
        </a:xfrm>
        <a:custGeom>
          <a:avLst/>
          <a:gdLst/>
          <a:ahLst/>
          <a:cxnLst/>
          <a:rect l="0" t="0" r="0" b="0"/>
          <a:pathLst>
            <a:path>
              <a:moveTo>
                <a:pt x="3309800" y="0"/>
              </a:moveTo>
              <a:lnTo>
                <a:pt x="3309800" y="143607"/>
              </a:lnTo>
              <a:lnTo>
                <a:pt x="0" y="143607"/>
              </a:lnTo>
              <a:lnTo>
                <a:pt x="0" y="287214"/>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6FDA53-52AD-4777-B131-E6DE4E566FE1}">
      <dsp:nvSpPr>
        <dsp:cNvPr id="0" name=""/>
        <dsp:cNvSpPr/>
      </dsp:nvSpPr>
      <dsp:spPr>
        <a:xfrm>
          <a:off x="3330923" y="1964"/>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Project cost</a:t>
          </a:r>
        </a:p>
      </dsp:txBody>
      <dsp:txXfrm>
        <a:off x="3330923" y="1964"/>
        <a:ext cx="1367686" cy="683843"/>
      </dsp:txXfrm>
    </dsp:sp>
    <dsp:sp modelId="{B36F738C-DABB-499F-A586-6245E56F73A4}">
      <dsp:nvSpPr>
        <dsp:cNvPr id="0" name=""/>
        <dsp:cNvSpPr/>
      </dsp:nvSpPr>
      <dsp:spPr>
        <a:xfrm>
          <a:off x="21123" y="973021"/>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Project management </a:t>
          </a:r>
        </a:p>
      </dsp:txBody>
      <dsp:txXfrm>
        <a:off x="21123" y="973021"/>
        <a:ext cx="1367686" cy="683843"/>
      </dsp:txXfrm>
    </dsp:sp>
    <dsp:sp modelId="{BE33DF6D-96DD-447A-A304-E5B66ED4DEA0}">
      <dsp:nvSpPr>
        <dsp:cNvPr id="0" name=""/>
        <dsp:cNvSpPr/>
      </dsp:nvSpPr>
      <dsp:spPr>
        <a:xfrm>
          <a:off x="1676023" y="973021"/>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Software Project</a:t>
          </a:r>
        </a:p>
      </dsp:txBody>
      <dsp:txXfrm>
        <a:off x="1676023" y="973021"/>
        <a:ext cx="1367686" cy="683843"/>
      </dsp:txXfrm>
    </dsp:sp>
    <dsp:sp modelId="{63AB99B0-52A9-4FD4-95B2-D1CDAD6E4D6C}">
      <dsp:nvSpPr>
        <dsp:cNvPr id="0" name=""/>
        <dsp:cNvSpPr/>
      </dsp:nvSpPr>
      <dsp:spPr>
        <a:xfrm>
          <a:off x="848573" y="1944078"/>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Analysis (modelling) </a:t>
          </a:r>
        </a:p>
      </dsp:txBody>
      <dsp:txXfrm>
        <a:off x="848573" y="1944078"/>
        <a:ext cx="1367686" cy="683843"/>
      </dsp:txXfrm>
    </dsp:sp>
    <dsp:sp modelId="{152DB30B-0997-48AC-8E02-B305E6A174EA}">
      <dsp:nvSpPr>
        <dsp:cNvPr id="0" name=""/>
        <dsp:cNvSpPr/>
      </dsp:nvSpPr>
      <dsp:spPr>
        <a:xfrm>
          <a:off x="2503473" y="1944078"/>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Development</a:t>
          </a:r>
        </a:p>
      </dsp:txBody>
      <dsp:txXfrm>
        <a:off x="2503473" y="1944078"/>
        <a:ext cx="1367686" cy="683843"/>
      </dsp:txXfrm>
    </dsp:sp>
    <dsp:sp modelId="{2A5F8A13-F793-4295-A576-C273F1E67E53}">
      <dsp:nvSpPr>
        <dsp:cNvPr id="0" name=""/>
        <dsp:cNvSpPr/>
      </dsp:nvSpPr>
      <dsp:spPr>
        <a:xfrm>
          <a:off x="848573" y="2915135"/>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System Test</a:t>
          </a:r>
        </a:p>
      </dsp:txBody>
      <dsp:txXfrm>
        <a:off x="848573" y="2915135"/>
        <a:ext cx="1367686" cy="683843"/>
      </dsp:txXfrm>
    </dsp:sp>
    <dsp:sp modelId="{2907B370-BA96-40F4-A66F-C111E7FDFAAE}">
      <dsp:nvSpPr>
        <dsp:cNvPr id="0" name=""/>
        <dsp:cNvSpPr/>
      </dsp:nvSpPr>
      <dsp:spPr>
        <a:xfrm>
          <a:off x="2503473" y="2915135"/>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User Test</a:t>
          </a:r>
        </a:p>
      </dsp:txBody>
      <dsp:txXfrm>
        <a:off x="2503473" y="2915135"/>
        <a:ext cx="1367686" cy="683843"/>
      </dsp:txXfrm>
    </dsp:sp>
    <dsp:sp modelId="{143639B3-181C-491B-A515-4BAB93604BCB}">
      <dsp:nvSpPr>
        <dsp:cNvPr id="0" name=""/>
        <dsp:cNvSpPr/>
      </dsp:nvSpPr>
      <dsp:spPr>
        <a:xfrm>
          <a:off x="3822224" y="968282"/>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Business Project</a:t>
          </a:r>
        </a:p>
      </dsp:txBody>
      <dsp:txXfrm>
        <a:off x="3822224" y="968282"/>
        <a:ext cx="1367686" cy="683843"/>
      </dsp:txXfrm>
    </dsp:sp>
    <dsp:sp modelId="{30523AB1-C99C-444B-AA4F-1E73092027E9}">
      <dsp:nvSpPr>
        <dsp:cNvPr id="0" name=""/>
        <dsp:cNvSpPr/>
      </dsp:nvSpPr>
      <dsp:spPr>
        <a:xfrm>
          <a:off x="4158373" y="1944078"/>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Analysis</a:t>
          </a:r>
        </a:p>
      </dsp:txBody>
      <dsp:txXfrm>
        <a:off x="4158373" y="1944078"/>
        <a:ext cx="1367686" cy="683843"/>
      </dsp:txXfrm>
    </dsp:sp>
    <dsp:sp modelId="{72CEFB75-59D1-4656-8F8B-120522C92D35}">
      <dsp:nvSpPr>
        <dsp:cNvPr id="0" name=""/>
        <dsp:cNvSpPr/>
      </dsp:nvSpPr>
      <dsp:spPr>
        <a:xfrm>
          <a:off x="4158373" y="2915135"/>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Education/ training/ change</a:t>
          </a:r>
        </a:p>
      </dsp:txBody>
      <dsp:txXfrm>
        <a:off x="4158373" y="2915135"/>
        <a:ext cx="1367686" cy="683843"/>
      </dsp:txXfrm>
    </dsp:sp>
    <dsp:sp modelId="{C1E13093-8BD2-473F-9131-948EED45B322}">
      <dsp:nvSpPr>
        <dsp:cNvPr id="0" name=""/>
        <dsp:cNvSpPr/>
      </dsp:nvSpPr>
      <dsp:spPr>
        <a:xfrm>
          <a:off x="6640724" y="973021"/>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Technology Deployment</a:t>
          </a:r>
        </a:p>
      </dsp:txBody>
      <dsp:txXfrm>
        <a:off x="6640724" y="973021"/>
        <a:ext cx="1367686" cy="683843"/>
      </dsp:txXfrm>
    </dsp:sp>
    <dsp:sp modelId="{71CFB7A4-87DA-4816-B7A4-500ED09ACC80}">
      <dsp:nvSpPr>
        <dsp:cNvPr id="0" name=""/>
        <dsp:cNvSpPr/>
      </dsp:nvSpPr>
      <dsp:spPr>
        <a:xfrm>
          <a:off x="5813274" y="1944078"/>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Mobile</a:t>
          </a:r>
        </a:p>
      </dsp:txBody>
      <dsp:txXfrm>
        <a:off x="5813274" y="1944078"/>
        <a:ext cx="1367686" cy="683843"/>
      </dsp:txXfrm>
    </dsp:sp>
    <dsp:sp modelId="{EE5463CD-2007-41E8-A571-D5AD678DE2DA}">
      <dsp:nvSpPr>
        <dsp:cNvPr id="0" name=""/>
        <dsp:cNvSpPr/>
      </dsp:nvSpPr>
      <dsp:spPr>
        <a:xfrm>
          <a:off x="7468174" y="1944078"/>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LAN/ Clients/EUC</a:t>
          </a:r>
        </a:p>
      </dsp:txBody>
      <dsp:txXfrm>
        <a:off x="7468174" y="1944078"/>
        <a:ext cx="1367686" cy="683843"/>
      </dsp:txXfrm>
    </dsp:sp>
    <dsp:sp modelId="{1EDDC4A0-7BC2-483A-84BD-549CE25340AD}">
      <dsp:nvSpPr>
        <dsp:cNvPr id="0" name=""/>
        <dsp:cNvSpPr/>
      </dsp:nvSpPr>
      <dsp:spPr>
        <a:xfrm>
          <a:off x="5813274" y="2915135"/>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Servers </a:t>
          </a:r>
        </a:p>
      </dsp:txBody>
      <dsp:txXfrm>
        <a:off x="5813274" y="2915135"/>
        <a:ext cx="1367686" cy="683843"/>
      </dsp:txXfrm>
    </dsp:sp>
    <dsp:sp modelId="{FFA1E627-6ECF-472E-955E-042FC44114FE}">
      <dsp:nvSpPr>
        <dsp:cNvPr id="0" name=""/>
        <dsp:cNvSpPr/>
      </dsp:nvSpPr>
      <dsp:spPr>
        <a:xfrm>
          <a:off x="7468174" y="2915135"/>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Software  platforms</a:t>
          </a:r>
        </a:p>
      </dsp:txBody>
      <dsp:txXfrm>
        <a:off x="7468174" y="2915135"/>
        <a:ext cx="1367686" cy="683843"/>
      </dsp:txXfrm>
    </dsp:sp>
    <dsp:sp modelId="{E80ABF54-4110-4F22-9DD1-B401D5DCF6B9}">
      <dsp:nvSpPr>
        <dsp:cNvPr id="0" name=""/>
        <dsp:cNvSpPr/>
      </dsp:nvSpPr>
      <dsp:spPr>
        <a:xfrm>
          <a:off x="5813274" y="3886192"/>
          <a:ext cx="1367686" cy="683843"/>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Cloud services  </a:t>
          </a:r>
        </a:p>
      </dsp:txBody>
      <dsp:txXfrm>
        <a:off x="5813274" y="3886192"/>
        <a:ext cx="1367686" cy="683843"/>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B7A6C2-DB36-41B6-83AC-AECBAA0CA958}">
      <dsp:nvSpPr>
        <dsp:cNvPr id="0" name=""/>
        <dsp:cNvSpPr/>
      </dsp:nvSpPr>
      <dsp:spPr>
        <a:xfrm>
          <a:off x="5780133" y="1231637"/>
          <a:ext cx="343813" cy="2681748"/>
        </a:xfrm>
        <a:custGeom>
          <a:avLst/>
          <a:gdLst/>
          <a:ahLst/>
          <a:cxnLst/>
          <a:rect l="0" t="0" r="0" b="0"/>
          <a:pathLst>
            <a:path>
              <a:moveTo>
                <a:pt x="0" y="0"/>
              </a:moveTo>
              <a:lnTo>
                <a:pt x="0" y="2681748"/>
              </a:lnTo>
              <a:lnTo>
                <a:pt x="343813" y="2681748"/>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AA10CE-749B-412B-9C5F-E3E68CC8D929}">
      <dsp:nvSpPr>
        <dsp:cNvPr id="0" name=""/>
        <dsp:cNvSpPr/>
      </dsp:nvSpPr>
      <dsp:spPr>
        <a:xfrm>
          <a:off x="5780133" y="1231637"/>
          <a:ext cx="343813" cy="1054362"/>
        </a:xfrm>
        <a:custGeom>
          <a:avLst/>
          <a:gdLst/>
          <a:ahLst/>
          <a:cxnLst/>
          <a:rect l="0" t="0" r="0" b="0"/>
          <a:pathLst>
            <a:path>
              <a:moveTo>
                <a:pt x="0" y="0"/>
              </a:moveTo>
              <a:lnTo>
                <a:pt x="0" y="1054362"/>
              </a:lnTo>
              <a:lnTo>
                <a:pt x="343813" y="1054362"/>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A293DC-2348-489F-9602-9C42F171E63F}">
      <dsp:nvSpPr>
        <dsp:cNvPr id="0" name=""/>
        <dsp:cNvSpPr/>
      </dsp:nvSpPr>
      <dsp:spPr>
        <a:xfrm>
          <a:off x="3006701" y="1231637"/>
          <a:ext cx="343813" cy="2681748"/>
        </a:xfrm>
        <a:custGeom>
          <a:avLst/>
          <a:gdLst/>
          <a:ahLst/>
          <a:cxnLst/>
          <a:rect l="0" t="0" r="0" b="0"/>
          <a:pathLst>
            <a:path>
              <a:moveTo>
                <a:pt x="0" y="0"/>
              </a:moveTo>
              <a:lnTo>
                <a:pt x="0" y="2681748"/>
              </a:lnTo>
              <a:lnTo>
                <a:pt x="343813" y="2681748"/>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05E59F5-4486-477B-95FA-B8453BDD6295}">
      <dsp:nvSpPr>
        <dsp:cNvPr id="0" name=""/>
        <dsp:cNvSpPr/>
      </dsp:nvSpPr>
      <dsp:spPr>
        <a:xfrm>
          <a:off x="3006701" y="1231637"/>
          <a:ext cx="343813" cy="1054362"/>
        </a:xfrm>
        <a:custGeom>
          <a:avLst/>
          <a:gdLst/>
          <a:ahLst/>
          <a:cxnLst/>
          <a:rect l="0" t="0" r="0" b="0"/>
          <a:pathLst>
            <a:path>
              <a:moveTo>
                <a:pt x="0" y="0"/>
              </a:moveTo>
              <a:lnTo>
                <a:pt x="0" y="1054362"/>
              </a:lnTo>
              <a:lnTo>
                <a:pt x="343813" y="1054362"/>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CCDE7C-D2F0-418F-B571-C70C52080562}">
      <dsp:nvSpPr>
        <dsp:cNvPr id="0" name=""/>
        <dsp:cNvSpPr/>
      </dsp:nvSpPr>
      <dsp:spPr>
        <a:xfrm>
          <a:off x="233269" y="1231637"/>
          <a:ext cx="343813" cy="2681748"/>
        </a:xfrm>
        <a:custGeom>
          <a:avLst/>
          <a:gdLst/>
          <a:ahLst/>
          <a:cxnLst/>
          <a:rect l="0" t="0" r="0" b="0"/>
          <a:pathLst>
            <a:path>
              <a:moveTo>
                <a:pt x="0" y="0"/>
              </a:moveTo>
              <a:lnTo>
                <a:pt x="0" y="2681748"/>
              </a:lnTo>
              <a:lnTo>
                <a:pt x="343813" y="2681748"/>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133B33-8ACF-405A-8198-3E31EC62DB5F}">
      <dsp:nvSpPr>
        <dsp:cNvPr id="0" name=""/>
        <dsp:cNvSpPr/>
      </dsp:nvSpPr>
      <dsp:spPr>
        <a:xfrm>
          <a:off x="233269" y="1231637"/>
          <a:ext cx="343813" cy="1054362"/>
        </a:xfrm>
        <a:custGeom>
          <a:avLst/>
          <a:gdLst/>
          <a:ahLst/>
          <a:cxnLst/>
          <a:rect l="0" t="0" r="0" b="0"/>
          <a:pathLst>
            <a:path>
              <a:moveTo>
                <a:pt x="0" y="0"/>
              </a:moveTo>
              <a:lnTo>
                <a:pt x="0" y="1054362"/>
              </a:lnTo>
              <a:lnTo>
                <a:pt x="343813" y="1054362"/>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A3B4BA-ED50-4E41-A4CB-821BD025FE04}">
      <dsp:nvSpPr>
        <dsp:cNvPr id="0" name=""/>
        <dsp:cNvSpPr/>
      </dsp:nvSpPr>
      <dsp:spPr>
        <a:xfrm>
          <a:off x="4059" y="85591"/>
          <a:ext cx="2292092" cy="1146046"/>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it-IT" sz="2800" kern="1200" noProof="0" dirty="0"/>
            <a:t>SUMMARY</a:t>
          </a:r>
          <a:endParaRPr lang="en-US" sz="2800" kern="1200" noProof="0" dirty="0"/>
        </a:p>
      </dsp:txBody>
      <dsp:txXfrm>
        <a:off x="4059" y="85591"/>
        <a:ext cx="2292092" cy="1146046"/>
      </dsp:txXfrm>
    </dsp:sp>
    <dsp:sp modelId="{B3806EBD-3BE7-47C3-8D10-AAA7F8DB4E7B}">
      <dsp:nvSpPr>
        <dsp:cNvPr id="0" name=""/>
        <dsp:cNvSpPr/>
      </dsp:nvSpPr>
      <dsp:spPr>
        <a:xfrm>
          <a:off x="577083" y="1712976"/>
          <a:ext cx="2292092" cy="1146046"/>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COST BENEFIT TREE</a:t>
          </a:r>
        </a:p>
      </dsp:txBody>
      <dsp:txXfrm>
        <a:off x="577083" y="1712976"/>
        <a:ext cx="2292092" cy="1146046"/>
      </dsp:txXfrm>
    </dsp:sp>
    <dsp:sp modelId="{0F961E4A-9583-4DDC-BE90-D8C54C0295AA}">
      <dsp:nvSpPr>
        <dsp:cNvPr id="0" name=""/>
        <dsp:cNvSpPr/>
      </dsp:nvSpPr>
      <dsp:spPr>
        <a:xfrm>
          <a:off x="577083" y="3340362"/>
          <a:ext cx="2292092" cy="1146046"/>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REVIEW QUESTIONS</a:t>
          </a:r>
        </a:p>
      </dsp:txBody>
      <dsp:txXfrm>
        <a:off x="577083" y="3340362"/>
        <a:ext cx="2292092" cy="1146046"/>
      </dsp:txXfrm>
    </dsp:sp>
    <dsp:sp modelId="{D28A3C5F-53A2-4040-8AAD-BB5385B9505C}">
      <dsp:nvSpPr>
        <dsp:cNvPr id="0" name=""/>
        <dsp:cNvSpPr/>
      </dsp:nvSpPr>
      <dsp:spPr>
        <a:xfrm>
          <a:off x="2777492" y="85591"/>
          <a:ext cx="2292092" cy="1146046"/>
        </a:xfrm>
        <a:prstGeom prst="rect">
          <a:avLst/>
        </a:prstGeom>
        <a:solidFill>
          <a:schemeClr val="bg1"/>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t>PROJECT COST</a:t>
          </a:r>
        </a:p>
      </dsp:txBody>
      <dsp:txXfrm>
        <a:off x="2777492" y="85591"/>
        <a:ext cx="2292092" cy="1146046"/>
      </dsp:txXfrm>
    </dsp:sp>
    <dsp:sp modelId="{674DB767-870C-47A5-88DB-5F438395072B}">
      <dsp:nvSpPr>
        <dsp:cNvPr id="0" name=""/>
        <dsp:cNvSpPr/>
      </dsp:nvSpPr>
      <dsp:spPr>
        <a:xfrm>
          <a:off x="3350515" y="1712976"/>
          <a:ext cx="2292092" cy="1146046"/>
        </a:xfrm>
        <a:prstGeom prst="rect">
          <a:avLst/>
        </a:prstGeom>
        <a:solidFill>
          <a:schemeClr val="bg1"/>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solidFill>
                <a:srgbClr val="000000">
                  <a:hueOff val="0"/>
                  <a:satOff val="0"/>
                  <a:lumOff val="0"/>
                  <a:alphaOff val="0"/>
                </a:srgbClr>
              </a:solidFill>
              <a:latin typeface="Times New Roman"/>
              <a:ea typeface="+mn-ea"/>
              <a:cs typeface="+mn-cs"/>
            </a:rPr>
            <a:t>COST MAP</a:t>
          </a:r>
        </a:p>
      </dsp:txBody>
      <dsp:txXfrm>
        <a:off x="3350515" y="1712976"/>
        <a:ext cx="2292092" cy="1146046"/>
      </dsp:txXfrm>
    </dsp:sp>
    <dsp:sp modelId="{DD10A616-A9BE-4108-B1E9-2E6A49C71ECA}">
      <dsp:nvSpPr>
        <dsp:cNvPr id="0" name=""/>
        <dsp:cNvSpPr/>
      </dsp:nvSpPr>
      <dsp:spPr>
        <a:xfrm>
          <a:off x="3350515" y="3340362"/>
          <a:ext cx="2292092" cy="1146046"/>
        </a:xfrm>
        <a:prstGeom prst="rect">
          <a:avLst/>
        </a:prstGeom>
        <a:solidFill>
          <a:schemeClr val="bg1"/>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solidFill>
                <a:srgbClr val="000000">
                  <a:hueOff val="0"/>
                  <a:satOff val="0"/>
                  <a:lumOff val="0"/>
                  <a:alphaOff val="0"/>
                </a:srgbClr>
              </a:solidFill>
              <a:latin typeface="Times New Roman"/>
              <a:ea typeface="+mn-ea"/>
              <a:cs typeface="+mn-cs"/>
            </a:rPr>
            <a:t>SENSITIVITY ANALYSIS</a:t>
          </a:r>
        </a:p>
      </dsp:txBody>
      <dsp:txXfrm>
        <a:off x="3350515" y="3340362"/>
        <a:ext cx="2292092" cy="1146046"/>
      </dsp:txXfrm>
    </dsp:sp>
    <dsp:sp modelId="{7074F2A7-B477-4F9E-A58D-95E439CE5811}">
      <dsp:nvSpPr>
        <dsp:cNvPr id="0" name=""/>
        <dsp:cNvSpPr/>
      </dsp:nvSpPr>
      <dsp:spPr>
        <a:xfrm>
          <a:off x="5550924" y="85591"/>
          <a:ext cx="2292092" cy="1146046"/>
        </a:xfrm>
        <a:prstGeom prst="rect">
          <a:avLst/>
        </a:prstGeom>
        <a:solidFill>
          <a:srgbClr val="FF9933"/>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a:solidFill>
                <a:srgbClr val="000000">
                  <a:hueOff val="0"/>
                  <a:satOff val="0"/>
                  <a:lumOff val="0"/>
                  <a:alphaOff val="0"/>
                </a:srgbClr>
              </a:solidFill>
              <a:latin typeface="Times New Roman"/>
              <a:ea typeface="+mn-ea"/>
              <a:cs typeface="+mn-cs"/>
            </a:rPr>
            <a:t>PROJECT </a:t>
          </a:r>
          <a:r>
            <a:rPr lang="en-US" sz="2800" kern="1200" noProof="0" dirty="0">
              <a:solidFill>
                <a:srgbClr val="000000">
                  <a:hueOff val="0"/>
                  <a:satOff val="0"/>
                  <a:lumOff val="0"/>
                  <a:alphaOff val="0"/>
                </a:srgbClr>
              </a:solidFill>
              <a:latin typeface="Times New Roman"/>
              <a:ea typeface="+mn-ea"/>
              <a:cs typeface="+mn-cs"/>
            </a:rPr>
            <a:t>BENEFIT</a:t>
          </a:r>
        </a:p>
      </dsp:txBody>
      <dsp:txXfrm>
        <a:off x="5550924" y="85591"/>
        <a:ext cx="2292092" cy="1146046"/>
      </dsp:txXfrm>
    </dsp:sp>
    <dsp:sp modelId="{392BE293-FC2B-4178-84CD-08BA402A72E1}">
      <dsp:nvSpPr>
        <dsp:cNvPr id="0" name=""/>
        <dsp:cNvSpPr/>
      </dsp:nvSpPr>
      <dsp:spPr>
        <a:xfrm>
          <a:off x="6123947" y="1712976"/>
          <a:ext cx="2292092" cy="1146046"/>
        </a:xfrm>
        <a:prstGeom prst="rect">
          <a:avLst/>
        </a:prstGeom>
        <a:solidFill>
          <a:srgbClr val="FF9933"/>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solidFill>
                <a:srgbClr val="000000">
                  <a:hueOff val="0"/>
                  <a:satOff val="0"/>
                  <a:lumOff val="0"/>
                  <a:alphaOff val="0"/>
                </a:srgbClr>
              </a:solidFill>
              <a:latin typeface="Times New Roman"/>
              <a:ea typeface="+mn-ea"/>
              <a:cs typeface="+mn-cs"/>
            </a:rPr>
            <a:t>BENEFIT MAP</a:t>
          </a:r>
        </a:p>
      </dsp:txBody>
      <dsp:txXfrm>
        <a:off x="6123947" y="1712976"/>
        <a:ext cx="2292092" cy="1146046"/>
      </dsp:txXfrm>
    </dsp:sp>
    <dsp:sp modelId="{024C823E-EC07-44B6-AD65-5CB3603B9105}">
      <dsp:nvSpPr>
        <dsp:cNvPr id="0" name=""/>
        <dsp:cNvSpPr/>
      </dsp:nvSpPr>
      <dsp:spPr>
        <a:xfrm>
          <a:off x="6123947" y="3340362"/>
          <a:ext cx="2292092" cy="1146046"/>
        </a:xfrm>
        <a:prstGeom prst="rect">
          <a:avLst/>
        </a:prstGeom>
        <a:solidFill>
          <a:srgbClr val="FF9933"/>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noProof="0" dirty="0">
              <a:solidFill>
                <a:srgbClr val="000000">
                  <a:hueOff val="0"/>
                  <a:satOff val="0"/>
                  <a:lumOff val="0"/>
                  <a:alphaOff val="0"/>
                </a:srgbClr>
              </a:solidFill>
              <a:latin typeface="Times New Roman"/>
              <a:ea typeface="+mn-ea"/>
              <a:cs typeface="+mn-cs"/>
            </a:rPr>
            <a:t>SENSITIVITY ANALYSIS</a:t>
          </a:r>
        </a:p>
      </dsp:txBody>
      <dsp:txXfrm>
        <a:off x="6123947" y="3340362"/>
        <a:ext cx="2292092" cy="1146046"/>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A00889-DD9C-46C9-974B-AAF75910A3C7}">
      <dsp:nvSpPr>
        <dsp:cNvPr id="0" name=""/>
        <dsp:cNvSpPr/>
      </dsp:nvSpPr>
      <dsp:spPr>
        <a:xfrm>
          <a:off x="4828958" y="2082265"/>
          <a:ext cx="91440" cy="1025842"/>
        </a:xfrm>
        <a:custGeom>
          <a:avLst/>
          <a:gdLst/>
          <a:ahLst/>
          <a:cxnLst/>
          <a:rect l="0" t="0" r="0" b="0"/>
          <a:pathLst>
            <a:path>
              <a:moveTo>
                <a:pt x="56033" y="0"/>
              </a:moveTo>
              <a:lnTo>
                <a:pt x="45720" y="102584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AEA16B-E01A-49AF-B45F-6CA49EA91DDA}">
      <dsp:nvSpPr>
        <dsp:cNvPr id="0" name=""/>
        <dsp:cNvSpPr/>
      </dsp:nvSpPr>
      <dsp:spPr>
        <a:xfrm>
          <a:off x="4828958" y="2082265"/>
          <a:ext cx="91440" cy="345924"/>
        </a:xfrm>
        <a:custGeom>
          <a:avLst/>
          <a:gdLst/>
          <a:ahLst/>
          <a:cxnLst/>
          <a:rect l="0" t="0" r="0" b="0"/>
          <a:pathLst>
            <a:path>
              <a:moveTo>
                <a:pt x="56033" y="0"/>
              </a:moveTo>
              <a:lnTo>
                <a:pt x="45720" y="34592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5FF8F6-EDC1-4C05-8BB7-66083BDD38AD}">
      <dsp:nvSpPr>
        <dsp:cNvPr id="0" name=""/>
        <dsp:cNvSpPr/>
      </dsp:nvSpPr>
      <dsp:spPr>
        <a:xfrm>
          <a:off x="4534720" y="1307762"/>
          <a:ext cx="733324" cy="295687"/>
        </a:xfrm>
        <a:custGeom>
          <a:avLst/>
          <a:gdLst/>
          <a:ahLst/>
          <a:cxnLst/>
          <a:rect l="0" t="0" r="0" b="0"/>
          <a:pathLst>
            <a:path>
              <a:moveTo>
                <a:pt x="0" y="0"/>
              </a:moveTo>
              <a:lnTo>
                <a:pt x="0" y="195136"/>
              </a:lnTo>
              <a:lnTo>
                <a:pt x="733324" y="195136"/>
              </a:lnTo>
              <a:lnTo>
                <a:pt x="733324" y="29568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E0B9B5-9684-4062-972E-210A1F176AA0}">
      <dsp:nvSpPr>
        <dsp:cNvPr id="0" name=""/>
        <dsp:cNvSpPr/>
      </dsp:nvSpPr>
      <dsp:spPr>
        <a:xfrm>
          <a:off x="3572301" y="1987680"/>
          <a:ext cx="143644" cy="1120428"/>
        </a:xfrm>
        <a:custGeom>
          <a:avLst/>
          <a:gdLst/>
          <a:ahLst/>
          <a:cxnLst/>
          <a:rect l="0" t="0" r="0" b="0"/>
          <a:pathLst>
            <a:path>
              <a:moveTo>
                <a:pt x="0" y="0"/>
              </a:moveTo>
              <a:lnTo>
                <a:pt x="0" y="1120428"/>
              </a:lnTo>
              <a:lnTo>
                <a:pt x="143644" y="112042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186CDC-F5B2-472A-90D0-871D30076B2E}">
      <dsp:nvSpPr>
        <dsp:cNvPr id="0" name=""/>
        <dsp:cNvSpPr/>
      </dsp:nvSpPr>
      <dsp:spPr>
        <a:xfrm>
          <a:off x="3572301" y="1987680"/>
          <a:ext cx="143644" cy="440510"/>
        </a:xfrm>
        <a:custGeom>
          <a:avLst/>
          <a:gdLst/>
          <a:ahLst/>
          <a:cxnLst/>
          <a:rect l="0" t="0" r="0" b="0"/>
          <a:pathLst>
            <a:path>
              <a:moveTo>
                <a:pt x="0" y="0"/>
              </a:moveTo>
              <a:lnTo>
                <a:pt x="0" y="440510"/>
              </a:lnTo>
              <a:lnTo>
                <a:pt x="143644" y="44051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0E38FC-C375-4CD6-9056-1AFC5362B920}">
      <dsp:nvSpPr>
        <dsp:cNvPr id="0" name=""/>
        <dsp:cNvSpPr/>
      </dsp:nvSpPr>
      <dsp:spPr>
        <a:xfrm>
          <a:off x="3955353" y="1307762"/>
          <a:ext cx="579366" cy="201102"/>
        </a:xfrm>
        <a:custGeom>
          <a:avLst/>
          <a:gdLst/>
          <a:ahLst/>
          <a:cxnLst/>
          <a:rect l="0" t="0" r="0" b="0"/>
          <a:pathLst>
            <a:path>
              <a:moveTo>
                <a:pt x="579366" y="0"/>
              </a:moveTo>
              <a:lnTo>
                <a:pt x="579366" y="100551"/>
              </a:lnTo>
              <a:lnTo>
                <a:pt x="0" y="100551"/>
              </a:lnTo>
              <a:lnTo>
                <a:pt x="0" y="20110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62ACA6-2203-4D7F-8AEF-3C25644D18CB}">
      <dsp:nvSpPr>
        <dsp:cNvPr id="0" name=""/>
        <dsp:cNvSpPr/>
      </dsp:nvSpPr>
      <dsp:spPr>
        <a:xfrm>
          <a:off x="3001313" y="627845"/>
          <a:ext cx="1533406" cy="201102"/>
        </a:xfrm>
        <a:custGeom>
          <a:avLst/>
          <a:gdLst/>
          <a:ahLst/>
          <a:cxnLst/>
          <a:rect l="0" t="0" r="0" b="0"/>
          <a:pathLst>
            <a:path>
              <a:moveTo>
                <a:pt x="0" y="0"/>
              </a:moveTo>
              <a:lnTo>
                <a:pt x="0" y="100551"/>
              </a:lnTo>
              <a:lnTo>
                <a:pt x="1533406" y="100551"/>
              </a:lnTo>
              <a:lnTo>
                <a:pt x="1533406" y="201102"/>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A37A11-D62B-4D56-BA7C-0803C4D3625E}">
      <dsp:nvSpPr>
        <dsp:cNvPr id="0" name=""/>
        <dsp:cNvSpPr/>
      </dsp:nvSpPr>
      <dsp:spPr>
        <a:xfrm>
          <a:off x="2356109" y="1987680"/>
          <a:ext cx="100551" cy="1758128"/>
        </a:xfrm>
        <a:custGeom>
          <a:avLst/>
          <a:gdLst/>
          <a:ahLst/>
          <a:cxnLst/>
          <a:rect l="0" t="0" r="0" b="0"/>
          <a:pathLst>
            <a:path>
              <a:moveTo>
                <a:pt x="100551" y="0"/>
              </a:moveTo>
              <a:lnTo>
                <a:pt x="100551" y="1758128"/>
              </a:lnTo>
              <a:lnTo>
                <a:pt x="0" y="175812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56A5F4-2F55-45FC-8298-CDFD564FBFA7}">
      <dsp:nvSpPr>
        <dsp:cNvPr id="0" name=""/>
        <dsp:cNvSpPr/>
      </dsp:nvSpPr>
      <dsp:spPr>
        <a:xfrm>
          <a:off x="2456661" y="1987680"/>
          <a:ext cx="100551" cy="1120428"/>
        </a:xfrm>
        <a:custGeom>
          <a:avLst/>
          <a:gdLst/>
          <a:ahLst/>
          <a:cxnLst/>
          <a:rect l="0" t="0" r="0" b="0"/>
          <a:pathLst>
            <a:path>
              <a:moveTo>
                <a:pt x="0" y="0"/>
              </a:moveTo>
              <a:lnTo>
                <a:pt x="0" y="1120428"/>
              </a:lnTo>
              <a:lnTo>
                <a:pt x="100551" y="112042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B2E631-E2E2-41B5-A56C-DC49E64D5751}">
      <dsp:nvSpPr>
        <dsp:cNvPr id="0" name=""/>
        <dsp:cNvSpPr/>
      </dsp:nvSpPr>
      <dsp:spPr>
        <a:xfrm>
          <a:off x="2356109" y="1987680"/>
          <a:ext cx="100551" cy="1078210"/>
        </a:xfrm>
        <a:custGeom>
          <a:avLst/>
          <a:gdLst/>
          <a:ahLst/>
          <a:cxnLst/>
          <a:rect l="0" t="0" r="0" b="0"/>
          <a:pathLst>
            <a:path>
              <a:moveTo>
                <a:pt x="100551" y="0"/>
              </a:moveTo>
              <a:lnTo>
                <a:pt x="100551" y="1078210"/>
              </a:lnTo>
              <a:lnTo>
                <a:pt x="0" y="107821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1507F5-B168-4C7E-8148-214D2648208F}">
      <dsp:nvSpPr>
        <dsp:cNvPr id="0" name=""/>
        <dsp:cNvSpPr/>
      </dsp:nvSpPr>
      <dsp:spPr>
        <a:xfrm>
          <a:off x="2456661" y="1987680"/>
          <a:ext cx="100551" cy="440510"/>
        </a:xfrm>
        <a:custGeom>
          <a:avLst/>
          <a:gdLst/>
          <a:ahLst/>
          <a:cxnLst/>
          <a:rect l="0" t="0" r="0" b="0"/>
          <a:pathLst>
            <a:path>
              <a:moveTo>
                <a:pt x="0" y="0"/>
              </a:moveTo>
              <a:lnTo>
                <a:pt x="0" y="440510"/>
              </a:lnTo>
              <a:lnTo>
                <a:pt x="100551" y="44051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2FAB16-1564-4EE9-858E-739904B895F3}">
      <dsp:nvSpPr>
        <dsp:cNvPr id="0" name=""/>
        <dsp:cNvSpPr/>
      </dsp:nvSpPr>
      <dsp:spPr>
        <a:xfrm>
          <a:off x="2356109" y="1987680"/>
          <a:ext cx="100551" cy="440510"/>
        </a:xfrm>
        <a:custGeom>
          <a:avLst/>
          <a:gdLst/>
          <a:ahLst/>
          <a:cxnLst/>
          <a:rect l="0" t="0" r="0" b="0"/>
          <a:pathLst>
            <a:path>
              <a:moveTo>
                <a:pt x="100551" y="0"/>
              </a:moveTo>
              <a:lnTo>
                <a:pt x="100551" y="440510"/>
              </a:lnTo>
              <a:lnTo>
                <a:pt x="0" y="44051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6A3C42-25AD-4419-B6F2-DB5D494DB654}">
      <dsp:nvSpPr>
        <dsp:cNvPr id="0" name=""/>
        <dsp:cNvSpPr/>
      </dsp:nvSpPr>
      <dsp:spPr>
        <a:xfrm>
          <a:off x="1467907" y="1265545"/>
          <a:ext cx="988753" cy="243319"/>
        </a:xfrm>
        <a:custGeom>
          <a:avLst/>
          <a:gdLst/>
          <a:ahLst/>
          <a:cxnLst/>
          <a:rect l="0" t="0" r="0" b="0"/>
          <a:pathLst>
            <a:path>
              <a:moveTo>
                <a:pt x="0" y="0"/>
              </a:moveTo>
              <a:lnTo>
                <a:pt x="0" y="142768"/>
              </a:lnTo>
              <a:lnTo>
                <a:pt x="988753" y="142768"/>
              </a:lnTo>
              <a:lnTo>
                <a:pt x="988753" y="24331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7AF48FB-BF8C-4121-8B93-5F083E823D43}">
      <dsp:nvSpPr>
        <dsp:cNvPr id="0" name=""/>
        <dsp:cNvSpPr/>
      </dsp:nvSpPr>
      <dsp:spPr>
        <a:xfrm>
          <a:off x="96101" y="1945463"/>
          <a:ext cx="143644" cy="1120428"/>
        </a:xfrm>
        <a:custGeom>
          <a:avLst/>
          <a:gdLst/>
          <a:ahLst/>
          <a:cxnLst/>
          <a:rect l="0" t="0" r="0" b="0"/>
          <a:pathLst>
            <a:path>
              <a:moveTo>
                <a:pt x="0" y="0"/>
              </a:moveTo>
              <a:lnTo>
                <a:pt x="0" y="1120428"/>
              </a:lnTo>
              <a:lnTo>
                <a:pt x="143644" y="112042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0080CD-E10C-4A25-B0C6-9ADC80794D89}">
      <dsp:nvSpPr>
        <dsp:cNvPr id="0" name=""/>
        <dsp:cNvSpPr/>
      </dsp:nvSpPr>
      <dsp:spPr>
        <a:xfrm>
          <a:off x="96101" y="1945463"/>
          <a:ext cx="143644" cy="440510"/>
        </a:xfrm>
        <a:custGeom>
          <a:avLst/>
          <a:gdLst/>
          <a:ahLst/>
          <a:cxnLst/>
          <a:rect l="0" t="0" r="0" b="0"/>
          <a:pathLst>
            <a:path>
              <a:moveTo>
                <a:pt x="0" y="0"/>
              </a:moveTo>
              <a:lnTo>
                <a:pt x="0" y="440510"/>
              </a:lnTo>
              <a:lnTo>
                <a:pt x="143644" y="44051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2E5BA6-E1A7-4437-A8CA-9DA7507706C0}">
      <dsp:nvSpPr>
        <dsp:cNvPr id="0" name=""/>
        <dsp:cNvSpPr/>
      </dsp:nvSpPr>
      <dsp:spPr>
        <a:xfrm>
          <a:off x="479153" y="1265545"/>
          <a:ext cx="988753" cy="201102"/>
        </a:xfrm>
        <a:custGeom>
          <a:avLst/>
          <a:gdLst/>
          <a:ahLst/>
          <a:cxnLst/>
          <a:rect l="0" t="0" r="0" b="0"/>
          <a:pathLst>
            <a:path>
              <a:moveTo>
                <a:pt x="988753" y="0"/>
              </a:moveTo>
              <a:lnTo>
                <a:pt x="988753" y="100551"/>
              </a:lnTo>
              <a:lnTo>
                <a:pt x="0" y="100551"/>
              </a:lnTo>
              <a:lnTo>
                <a:pt x="0" y="20110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A40371-F92B-4F0A-B920-DB8461A57E86}">
      <dsp:nvSpPr>
        <dsp:cNvPr id="0" name=""/>
        <dsp:cNvSpPr/>
      </dsp:nvSpPr>
      <dsp:spPr>
        <a:xfrm>
          <a:off x="1467907" y="627845"/>
          <a:ext cx="1533406" cy="158885"/>
        </a:xfrm>
        <a:custGeom>
          <a:avLst/>
          <a:gdLst/>
          <a:ahLst/>
          <a:cxnLst/>
          <a:rect l="0" t="0" r="0" b="0"/>
          <a:pathLst>
            <a:path>
              <a:moveTo>
                <a:pt x="1533406" y="0"/>
              </a:moveTo>
              <a:lnTo>
                <a:pt x="1533406" y="58334"/>
              </a:lnTo>
              <a:lnTo>
                <a:pt x="0" y="58334"/>
              </a:lnTo>
              <a:lnTo>
                <a:pt x="0" y="158885"/>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A5D34F9-857D-4EE7-95DC-4FD85A870C18}">
      <dsp:nvSpPr>
        <dsp:cNvPr id="0" name=""/>
        <dsp:cNvSpPr/>
      </dsp:nvSpPr>
      <dsp:spPr>
        <a:xfrm>
          <a:off x="2522498" y="149029"/>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Benefits </a:t>
          </a:r>
        </a:p>
      </dsp:txBody>
      <dsp:txXfrm>
        <a:off x="2522498" y="149029"/>
        <a:ext cx="957630" cy="478815"/>
      </dsp:txXfrm>
    </dsp:sp>
    <dsp:sp modelId="{BF89C0B5-8747-40E9-A445-48A5A3085152}">
      <dsp:nvSpPr>
        <dsp:cNvPr id="0" name=""/>
        <dsp:cNvSpPr/>
      </dsp:nvSpPr>
      <dsp:spPr>
        <a:xfrm>
          <a:off x="989092" y="786730"/>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Management</a:t>
          </a:r>
        </a:p>
        <a:p>
          <a:pPr marL="0" lvl="0" indent="0" algn="ctr" defTabSz="622300">
            <a:lnSpc>
              <a:spcPct val="90000"/>
            </a:lnSpc>
            <a:spcBef>
              <a:spcPct val="0"/>
            </a:spcBef>
            <a:spcAft>
              <a:spcPct val="35000"/>
            </a:spcAft>
            <a:buNone/>
          </a:pPr>
          <a:r>
            <a:rPr lang="en-US" sz="1400" kern="1200" noProof="0" dirty="0"/>
            <a:t>Value </a:t>
          </a:r>
        </a:p>
      </dsp:txBody>
      <dsp:txXfrm>
        <a:off x="989092" y="786730"/>
        <a:ext cx="957630" cy="478815"/>
      </dsp:txXfrm>
    </dsp:sp>
    <dsp:sp modelId="{FE7CC064-5E80-413F-83A8-7CA77419E368}">
      <dsp:nvSpPr>
        <dsp:cNvPr id="0" name=""/>
        <dsp:cNvSpPr/>
      </dsp:nvSpPr>
      <dsp:spPr>
        <a:xfrm>
          <a:off x="338" y="1466648"/>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Tangible </a:t>
          </a:r>
        </a:p>
      </dsp:txBody>
      <dsp:txXfrm>
        <a:off x="338" y="1466648"/>
        <a:ext cx="957630" cy="478815"/>
      </dsp:txXfrm>
    </dsp:sp>
    <dsp:sp modelId="{18352E14-DB19-420D-850C-54566AC1A26B}">
      <dsp:nvSpPr>
        <dsp:cNvPr id="0" name=""/>
        <dsp:cNvSpPr/>
      </dsp:nvSpPr>
      <dsp:spPr>
        <a:xfrm>
          <a:off x="239745" y="2146566"/>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Cost saving </a:t>
          </a:r>
        </a:p>
      </dsp:txBody>
      <dsp:txXfrm>
        <a:off x="239745" y="2146566"/>
        <a:ext cx="957630" cy="478815"/>
      </dsp:txXfrm>
    </dsp:sp>
    <dsp:sp modelId="{8B5FCCF1-7DB8-49E7-8F95-CEC79D834216}">
      <dsp:nvSpPr>
        <dsp:cNvPr id="0" name=""/>
        <dsp:cNvSpPr/>
      </dsp:nvSpPr>
      <dsp:spPr>
        <a:xfrm>
          <a:off x="239745" y="2826483"/>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Sales Increase</a:t>
          </a:r>
        </a:p>
      </dsp:txBody>
      <dsp:txXfrm>
        <a:off x="239745" y="2826483"/>
        <a:ext cx="957630" cy="478815"/>
      </dsp:txXfrm>
    </dsp:sp>
    <dsp:sp modelId="{A74447A1-944A-481C-BA6D-62343284CB66}">
      <dsp:nvSpPr>
        <dsp:cNvPr id="0" name=""/>
        <dsp:cNvSpPr/>
      </dsp:nvSpPr>
      <dsp:spPr>
        <a:xfrm>
          <a:off x="1977845" y="1508865"/>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Intangible</a:t>
          </a:r>
        </a:p>
      </dsp:txBody>
      <dsp:txXfrm>
        <a:off x="1977845" y="1508865"/>
        <a:ext cx="957630" cy="478815"/>
      </dsp:txXfrm>
    </dsp:sp>
    <dsp:sp modelId="{5ED406CE-AAFC-4153-93B2-1A968BDF38D1}">
      <dsp:nvSpPr>
        <dsp:cNvPr id="0" name=""/>
        <dsp:cNvSpPr/>
      </dsp:nvSpPr>
      <dsp:spPr>
        <a:xfrm>
          <a:off x="1398479" y="2188783"/>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Image</a:t>
          </a:r>
        </a:p>
      </dsp:txBody>
      <dsp:txXfrm>
        <a:off x="1398479" y="2188783"/>
        <a:ext cx="957630" cy="478815"/>
      </dsp:txXfrm>
    </dsp:sp>
    <dsp:sp modelId="{9A7E9305-2976-44EB-80F2-D54120A8D440}">
      <dsp:nvSpPr>
        <dsp:cNvPr id="0" name=""/>
        <dsp:cNvSpPr/>
      </dsp:nvSpPr>
      <dsp:spPr>
        <a:xfrm>
          <a:off x="2557212" y="2188783"/>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QoS</a:t>
          </a:r>
        </a:p>
      </dsp:txBody>
      <dsp:txXfrm>
        <a:off x="2557212" y="2188783"/>
        <a:ext cx="957630" cy="478815"/>
      </dsp:txXfrm>
    </dsp:sp>
    <dsp:sp modelId="{2D7835EA-2EE0-447A-AEF6-DF168F7B0600}">
      <dsp:nvSpPr>
        <dsp:cNvPr id="0" name=""/>
        <dsp:cNvSpPr/>
      </dsp:nvSpPr>
      <dsp:spPr>
        <a:xfrm>
          <a:off x="1398479" y="2826483"/>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Risk reduction</a:t>
          </a:r>
        </a:p>
      </dsp:txBody>
      <dsp:txXfrm>
        <a:off x="1398479" y="2826483"/>
        <a:ext cx="957630" cy="478815"/>
      </dsp:txXfrm>
    </dsp:sp>
    <dsp:sp modelId="{14EEEA57-8225-4351-9A93-2D360E78FED9}">
      <dsp:nvSpPr>
        <dsp:cNvPr id="0" name=""/>
        <dsp:cNvSpPr/>
      </dsp:nvSpPr>
      <dsp:spPr>
        <a:xfrm>
          <a:off x="2557212" y="2868701"/>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Governance</a:t>
          </a:r>
        </a:p>
      </dsp:txBody>
      <dsp:txXfrm>
        <a:off x="2557212" y="2868701"/>
        <a:ext cx="957630" cy="478815"/>
      </dsp:txXfrm>
    </dsp:sp>
    <dsp:sp modelId="{F699486A-1E23-477A-A5DE-5E444D7F33F3}">
      <dsp:nvSpPr>
        <dsp:cNvPr id="0" name=""/>
        <dsp:cNvSpPr/>
      </dsp:nvSpPr>
      <dsp:spPr>
        <a:xfrm>
          <a:off x="1398479" y="3506401"/>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Compliance </a:t>
          </a:r>
        </a:p>
      </dsp:txBody>
      <dsp:txXfrm>
        <a:off x="1398479" y="3506401"/>
        <a:ext cx="957630" cy="478815"/>
      </dsp:txXfrm>
    </dsp:sp>
    <dsp:sp modelId="{C2C99EB7-10E7-4AB8-BC05-E7C34466FB02}">
      <dsp:nvSpPr>
        <dsp:cNvPr id="0" name=""/>
        <dsp:cNvSpPr/>
      </dsp:nvSpPr>
      <dsp:spPr>
        <a:xfrm>
          <a:off x="4055904" y="828947"/>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Social </a:t>
          </a:r>
        </a:p>
        <a:p>
          <a:pPr marL="0" lvl="0" indent="0" algn="ctr" defTabSz="622300">
            <a:lnSpc>
              <a:spcPct val="90000"/>
            </a:lnSpc>
            <a:spcBef>
              <a:spcPct val="0"/>
            </a:spcBef>
            <a:spcAft>
              <a:spcPct val="35000"/>
            </a:spcAft>
            <a:buNone/>
          </a:pPr>
          <a:r>
            <a:rPr lang="en-US" sz="1400" kern="1200" noProof="0" dirty="0"/>
            <a:t>Value </a:t>
          </a:r>
        </a:p>
      </dsp:txBody>
      <dsp:txXfrm>
        <a:off x="4055904" y="828947"/>
        <a:ext cx="957630" cy="478815"/>
      </dsp:txXfrm>
    </dsp:sp>
    <dsp:sp modelId="{EE1E3B58-C7C8-461B-AB33-DEB261FBAF4E}">
      <dsp:nvSpPr>
        <dsp:cNvPr id="0" name=""/>
        <dsp:cNvSpPr/>
      </dsp:nvSpPr>
      <dsp:spPr>
        <a:xfrm>
          <a:off x="3476538" y="1508865"/>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Tangible</a:t>
          </a:r>
        </a:p>
      </dsp:txBody>
      <dsp:txXfrm>
        <a:off x="3476538" y="1508865"/>
        <a:ext cx="957630" cy="478815"/>
      </dsp:txXfrm>
    </dsp:sp>
    <dsp:sp modelId="{0EF6BB72-AD8A-493B-9A6F-F4F9FB3165B3}">
      <dsp:nvSpPr>
        <dsp:cNvPr id="0" name=""/>
        <dsp:cNvSpPr/>
      </dsp:nvSpPr>
      <dsp:spPr>
        <a:xfrm>
          <a:off x="3715945" y="2188783"/>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Social saving</a:t>
          </a:r>
        </a:p>
      </dsp:txBody>
      <dsp:txXfrm>
        <a:off x="3715945" y="2188783"/>
        <a:ext cx="957630" cy="478815"/>
      </dsp:txXfrm>
    </dsp:sp>
    <dsp:sp modelId="{4C5DFBB1-1397-41F3-9CA5-E15097F1DC69}">
      <dsp:nvSpPr>
        <dsp:cNvPr id="0" name=""/>
        <dsp:cNvSpPr/>
      </dsp:nvSpPr>
      <dsp:spPr>
        <a:xfrm>
          <a:off x="3715945" y="2868701"/>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Higher value </a:t>
          </a:r>
        </a:p>
      </dsp:txBody>
      <dsp:txXfrm>
        <a:off x="3715945" y="2868701"/>
        <a:ext cx="957630" cy="478815"/>
      </dsp:txXfrm>
    </dsp:sp>
    <dsp:sp modelId="{8AA338C2-039F-46D1-986C-CEA4E69771D2}">
      <dsp:nvSpPr>
        <dsp:cNvPr id="0" name=""/>
        <dsp:cNvSpPr/>
      </dsp:nvSpPr>
      <dsp:spPr>
        <a:xfrm>
          <a:off x="4789229" y="1603450"/>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Intangible</a:t>
          </a:r>
        </a:p>
      </dsp:txBody>
      <dsp:txXfrm>
        <a:off x="4789229" y="1603450"/>
        <a:ext cx="957630" cy="478815"/>
      </dsp:txXfrm>
    </dsp:sp>
    <dsp:sp modelId="{E01E1B84-1B5F-45CB-A36A-267EFC32C4AC}">
      <dsp:nvSpPr>
        <dsp:cNvPr id="0" name=""/>
        <dsp:cNvSpPr/>
      </dsp:nvSpPr>
      <dsp:spPr>
        <a:xfrm>
          <a:off x="4874678" y="2188783"/>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QOS</a:t>
          </a:r>
        </a:p>
      </dsp:txBody>
      <dsp:txXfrm>
        <a:off x="4874678" y="2188783"/>
        <a:ext cx="957630" cy="478815"/>
      </dsp:txXfrm>
    </dsp:sp>
    <dsp:sp modelId="{347EA698-66D4-4703-9EE8-3F58353CEA7A}">
      <dsp:nvSpPr>
        <dsp:cNvPr id="0" name=""/>
        <dsp:cNvSpPr/>
      </dsp:nvSpPr>
      <dsp:spPr>
        <a:xfrm>
          <a:off x="4874678" y="2868701"/>
          <a:ext cx="957630" cy="478815"/>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KPI</a:t>
          </a:r>
        </a:p>
      </dsp:txBody>
      <dsp:txXfrm>
        <a:off x="4874678" y="2868701"/>
        <a:ext cx="957630" cy="478815"/>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A00889-DD9C-46C9-974B-AAF75910A3C7}">
      <dsp:nvSpPr>
        <dsp:cNvPr id="0" name=""/>
        <dsp:cNvSpPr/>
      </dsp:nvSpPr>
      <dsp:spPr>
        <a:xfrm>
          <a:off x="6387914" y="2167526"/>
          <a:ext cx="169248" cy="1320134"/>
        </a:xfrm>
        <a:custGeom>
          <a:avLst/>
          <a:gdLst/>
          <a:ahLst/>
          <a:cxnLst/>
          <a:rect l="0" t="0" r="0" b="0"/>
          <a:pathLst>
            <a:path>
              <a:moveTo>
                <a:pt x="0" y="0"/>
              </a:moveTo>
              <a:lnTo>
                <a:pt x="0" y="1320134"/>
              </a:lnTo>
              <a:lnTo>
                <a:pt x="169248" y="132013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AEA16B-E01A-49AF-B45F-6CA49EA91DDA}">
      <dsp:nvSpPr>
        <dsp:cNvPr id="0" name=""/>
        <dsp:cNvSpPr/>
      </dsp:nvSpPr>
      <dsp:spPr>
        <a:xfrm>
          <a:off x="6387914" y="2167526"/>
          <a:ext cx="169248" cy="519027"/>
        </a:xfrm>
        <a:custGeom>
          <a:avLst/>
          <a:gdLst/>
          <a:ahLst/>
          <a:cxnLst/>
          <a:rect l="0" t="0" r="0" b="0"/>
          <a:pathLst>
            <a:path>
              <a:moveTo>
                <a:pt x="0" y="0"/>
              </a:moveTo>
              <a:lnTo>
                <a:pt x="0" y="519027"/>
              </a:lnTo>
              <a:lnTo>
                <a:pt x="169248" y="51902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5FF8F6-EDC1-4C05-8BB7-66083BDD38AD}">
      <dsp:nvSpPr>
        <dsp:cNvPr id="0" name=""/>
        <dsp:cNvSpPr/>
      </dsp:nvSpPr>
      <dsp:spPr>
        <a:xfrm>
          <a:off x="6156608" y="1366418"/>
          <a:ext cx="682633" cy="236947"/>
        </a:xfrm>
        <a:custGeom>
          <a:avLst/>
          <a:gdLst/>
          <a:ahLst/>
          <a:cxnLst/>
          <a:rect l="0" t="0" r="0" b="0"/>
          <a:pathLst>
            <a:path>
              <a:moveTo>
                <a:pt x="0" y="0"/>
              </a:moveTo>
              <a:lnTo>
                <a:pt x="0" y="118473"/>
              </a:lnTo>
              <a:lnTo>
                <a:pt x="682633" y="118473"/>
              </a:lnTo>
              <a:lnTo>
                <a:pt x="682633" y="23694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E0B9B5-9684-4062-972E-210A1F176AA0}">
      <dsp:nvSpPr>
        <dsp:cNvPr id="0" name=""/>
        <dsp:cNvSpPr/>
      </dsp:nvSpPr>
      <dsp:spPr>
        <a:xfrm>
          <a:off x="5022646" y="2167526"/>
          <a:ext cx="169248" cy="1320134"/>
        </a:xfrm>
        <a:custGeom>
          <a:avLst/>
          <a:gdLst/>
          <a:ahLst/>
          <a:cxnLst/>
          <a:rect l="0" t="0" r="0" b="0"/>
          <a:pathLst>
            <a:path>
              <a:moveTo>
                <a:pt x="0" y="0"/>
              </a:moveTo>
              <a:lnTo>
                <a:pt x="0" y="1320134"/>
              </a:lnTo>
              <a:lnTo>
                <a:pt x="169248" y="132013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186CDC-F5B2-472A-90D0-871D30076B2E}">
      <dsp:nvSpPr>
        <dsp:cNvPr id="0" name=""/>
        <dsp:cNvSpPr/>
      </dsp:nvSpPr>
      <dsp:spPr>
        <a:xfrm>
          <a:off x="5022646" y="2167526"/>
          <a:ext cx="169248" cy="519027"/>
        </a:xfrm>
        <a:custGeom>
          <a:avLst/>
          <a:gdLst/>
          <a:ahLst/>
          <a:cxnLst/>
          <a:rect l="0" t="0" r="0" b="0"/>
          <a:pathLst>
            <a:path>
              <a:moveTo>
                <a:pt x="0" y="0"/>
              </a:moveTo>
              <a:lnTo>
                <a:pt x="0" y="519027"/>
              </a:lnTo>
              <a:lnTo>
                <a:pt x="169248" y="51902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0E38FC-C375-4CD6-9056-1AFC5362B920}">
      <dsp:nvSpPr>
        <dsp:cNvPr id="0" name=""/>
        <dsp:cNvSpPr/>
      </dsp:nvSpPr>
      <dsp:spPr>
        <a:xfrm>
          <a:off x="5473975" y="1366418"/>
          <a:ext cx="682633" cy="236947"/>
        </a:xfrm>
        <a:custGeom>
          <a:avLst/>
          <a:gdLst/>
          <a:ahLst/>
          <a:cxnLst/>
          <a:rect l="0" t="0" r="0" b="0"/>
          <a:pathLst>
            <a:path>
              <a:moveTo>
                <a:pt x="682633" y="0"/>
              </a:moveTo>
              <a:lnTo>
                <a:pt x="682633" y="118473"/>
              </a:lnTo>
              <a:lnTo>
                <a:pt x="0" y="118473"/>
              </a:lnTo>
              <a:lnTo>
                <a:pt x="0" y="23694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62ACA6-2203-4D7F-8AEF-3C25644D18CB}">
      <dsp:nvSpPr>
        <dsp:cNvPr id="0" name=""/>
        <dsp:cNvSpPr/>
      </dsp:nvSpPr>
      <dsp:spPr>
        <a:xfrm>
          <a:off x="4349885" y="565311"/>
          <a:ext cx="1806723" cy="236947"/>
        </a:xfrm>
        <a:custGeom>
          <a:avLst/>
          <a:gdLst/>
          <a:ahLst/>
          <a:cxnLst/>
          <a:rect l="0" t="0" r="0" b="0"/>
          <a:pathLst>
            <a:path>
              <a:moveTo>
                <a:pt x="0" y="0"/>
              </a:moveTo>
              <a:lnTo>
                <a:pt x="0" y="118473"/>
              </a:lnTo>
              <a:lnTo>
                <a:pt x="1806723" y="118473"/>
              </a:lnTo>
              <a:lnTo>
                <a:pt x="1806723" y="236947"/>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A37A11-D62B-4D56-BA7C-0803C4D3625E}">
      <dsp:nvSpPr>
        <dsp:cNvPr id="0" name=""/>
        <dsp:cNvSpPr/>
      </dsp:nvSpPr>
      <dsp:spPr>
        <a:xfrm>
          <a:off x="3589680" y="2167526"/>
          <a:ext cx="118473" cy="2071500"/>
        </a:xfrm>
        <a:custGeom>
          <a:avLst/>
          <a:gdLst/>
          <a:ahLst/>
          <a:cxnLst/>
          <a:rect l="0" t="0" r="0" b="0"/>
          <a:pathLst>
            <a:path>
              <a:moveTo>
                <a:pt x="118473" y="0"/>
              </a:moveTo>
              <a:lnTo>
                <a:pt x="118473" y="2071500"/>
              </a:lnTo>
              <a:lnTo>
                <a:pt x="0" y="207150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56A5F4-2F55-45FC-8298-CDFD564FBFA7}">
      <dsp:nvSpPr>
        <dsp:cNvPr id="0" name=""/>
        <dsp:cNvSpPr/>
      </dsp:nvSpPr>
      <dsp:spPr>
        <a:xfrm>
          <a:off x="3708153" y="2167526"/>
          <a:ext cx="118473" cy="1320134"/>
        </a:xfrm>
        <a:custGeom>
          <a:avLst/>
          <a:gdLst/>
          <a:ahLst/>
          <a:cxnLst/>
          <a:rect l="0" t="0" r="0" b="0"/>
          <a:pathLst>
            <a:path>
              <a:moveTo>
                <a:pt x="0" y="0"/>
              </a:moveTo>
              <a:lnTo>
                <a:pt x="0" y="1320134"/>
              </a:lnTo>
              <a:lnTo>
                <a:pt x="118473" y="132013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B2E631-E2E2-41B5-A56C-DC49E64D5751}">
      <dsp:nvSpPr>
        <dsp:cNvPr id="0" name=""/>
        <dsp:cNvSpPr/>
      </dsp:nvSpPr>
      <dsp:spPr>
        <a:xfrm>
          <a:off x="3589680" y="2167526"/>
          <a:ext cx="118473" cy="1270392"/>
        </a:xfrm>
        <a:custGeom>
          <a:avLst/>
          <a:gdLst/>
          <a:ahLst/>
          <a:cxnLst/>
          <a:rect l="0" t="0" r="0" b="0"/>
          <a:pathLst>
            <a:path>
              <a:moveTo>
                <a:pt x="118473" y="0"/>
              </a:moveTo>
              <a:lnTo>
                <a:pt x="118473" y="1270392"/>
              </a:lnTo>
              <a:lnTo>
                <a:pt x="0" y="127039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1507F5-B168-4C7E-8148-214D2648208F}">
      <dsp:nvSpPr>
        <dsp:cNvPr id="0" name=""/>
        <dsp:cNvSpPr/>
      </dsp:nvSpPr>
      <dsp:spPr>
        <a:xfrm>
          <a:off x="3708153" y="2167526"/>
          <a:ext cx="118473" cy="519027"/>
        </a:xfrm>
        <a:custGeom>
          <a:avLst/>
          <a:gdLst/>
          <a:ahLst/>
          <a:cxnLst/>
          <a:rect l="0" t="0" r="0" b="0"/>
          <a:pathLst>
            <a:path>
              <a:moveTo>
                <a:pt x="0" y="0"/>
              </a:moveTo>
              <a:lnTo>
                <a:pt x="0" y="519027"/>
              </a:lnTo>
              <a:lnTo>
                <a:pt x="118473" y="51902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2FAB16-1564-4EE9-858E-739904B895F3}">
      <dsp:nvSpPr>
        <dsp:cNvPr id="0" name=""/>
        <dsp:cNvSpPr/>
      </dsp:nvSpPr>
      <dsp:spPr>
        <a:xfrm>
          <a:off x="3589680" y="2167526"/>
          <a:ext cx="118473" cy="519027"/>
        </a:xfrm>
        <a:custGeom>
          <a:avLst/>
          <a:gdLst/>
          <a:ahLst/>
          <a:cxnLst/>
          <a:rect l="0" t="0" r="0" b="0"/>
          <a:pathLst>
            <a:path>
              <a:moveTo>
                <a:pt x="118473" y="0"/>
              </a:moveTo>
              <a:lnTo>
                <a:pt x="118473" y="519027"/>
              </a:lnTo>
              <a:lnTo>
                <a:pt x="0" y="51902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6A3C42-25AD-4419-B6F2-DB5D494DB654}">
      <dsp:nvSpPr>
        <dsp:cNvPr id="0" name=""/>
        <dsp:cNvSpPr/>
      </dsp:nvSpPr>
      <dsp:spPr>
        <a:xfrm>
          <a:off x="2543162" y="1316676"/>
          <a:ext cx="1164990" cy="286689"/>
        </a:xfrm>
        <a:custGeom>
          <a:avLst/>
          <a:gdLst/>
          <a:ahLst/>
          <a:cxnLst/>
          <a:rect l="0" t="0" r="0" b="0"/>
          <a:pathLst>
            <a:path>
              <a:moveTo>
                <a:pt x="0" y="0"/>
              </a:moveTo>
              <a:lnTo>
                <a:pt x="0" y="168215"/>
              </a:lnTo>
              <a:lnTo>
                <a:pt x="1164990" y="168215"/>
              </a:lnTo>
              <a:lnTo>
                <a:pt x="1164990" y="28668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7AF48FB-BF8C-4121-8B93-5F083E823D43}">
      <dsp:nvSpPr>
        <dsp:cNvPr id="0" name=""/>
        <dsp:cNvSpPr/>
      </dsp:nvSpPr>
      <dsp:spPr>
        <a:xfrm>
          <a:off x="926843" y="2117784"/>
          <a:ext cx="169248" cy="1320134"/>
        </a:xfrm>
        <a:custGeom>
          <a:avLst/>
          <a:gdLst/>
          <a:ahLst/>
          <a:cxnLst/>
          <a:rect l="0" t="0" r="0" b="0"/>
          <a:pathLst>
            <a:path>
              <a:moveTo>
                <a:pt x="0" y="0"/>
              </a:moveTo>
              <a:lnTo>
                <a:pt x="0" y="1320134"/>
              </a:lnTo>
              <a:lnTo>
                <a:pt x="169248" y="132013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0080CD-E10C-4A25-B0C6-9ADC80794D89}">
      <dsp:nvSpPr>
        <dsp:cNvPr id="0" name=""/>
        <dsp:cNvSpPr/>
      </dsp:nvSpPr>
      <dsp:spPr>
        <a:xfrm>
          <a:off x="926843" y="2117784"/>
          <a:ext cx="169248" cy="519027"/>
        </a:xfrm>
        <a:custGeom>
          <a:avLst/>
          <a:gdLst/>
          <a:ahLst/>
          <a:cxnLst/>
          <a:rect l="0" t="0" r="0" b="0"/>
          <a:pathLst>
            <a:path>
              <a:moveTo>
                <a:pt x="0" y="0"/>
              </a:moveTo>
              <a:lnTo>
                <a:pt x="0" y="519027"/>
              </a:lnTo>
              <a:lnTo>
                <a:pt x="169248" y="51902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2E5BA6-E1A7-4437-A8CA-9DA7507706C0}">
      <dsp:nvSpPr>
        <dsp:cNvPr id="0" name=""/>
        <dsp:cNvSpPr/>
      </dsp:nvSpPr>
      <dsp:spPr>
        <a:xfrm>
          <a:off x="1378172" y="1316676"/>
          <a:ext cx="1164990" cy="236947"/>
        </a:xfrm>
        <a:custGeom>
          <a:avLst/>
          <a:gdLst/>
          <a:ahLst/>
          <a:cxnLst/>
          <a:rect l="0" t="0" r="0" b="0"/>
          <a:pathLst>
            <a:path>
              <a:moveTo>
                <a:pt x="1164990" y="0"/>
              </a:moveTo>
              <a:lnTo>
                <a:pt x="1164990" y="118473"/>
              </a:lnTo>
              <a:lnTo>
                <a:pt x="0" y="118473"/>
              </a:lnTo>
              <a:lnTo>
                <a:pt x="0" y="23694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A40371-F92B-4F0A-B920-DB8461A57E86}">
      <dsp:nvSpPr>
        <dsp:cNvPr id="0" name=""/>
        <dsp:cNvSpPr/>
      </dsp:nvSpPr>
      <dsp:spPr>
        <a:xfrm>
          <a:off x="2543162" y="565311"/>
          <a:ext cx="1806723" cy="187205"/>
        </a:xfrm>
        <a:custGeom>
          <a:avLst/>
          <a:gdLst/>
          <a:ahLst/>
          <a:cxnLst/>
          <a:rect l="0" t="0" r="0" b="0"/>
          <a:pathLst>
            <a:path>
              <a:moveTo>
                <a:pt x="1806723" y="0"/>
              </a:moveTo>
              <a:lnTo>
                <a:pt x="1806723" y="68731"/>
              </a:lnTo>
              <a:lnTo>
                <a:pt x="0" y="68731"/>
              </a:lnTo>
              <a:lnTo>
                <a:pt x="0" y="187205"/>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A5D34F9-857D-4EE7-95DC-4FD85A870C18}">
      <dsp:nvSpPr>
        <dsp:cNvPr id="0" name=""/>
        <dsp:cNvSpPr/>
      </dsp:nvSpPr>
      <dsp:spPr>
        <a:xfrm>
          <a:off x="3785725" y="1151"/>
          <a:ext cx="1128320" cy="564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Benefits </a:t>
          </a:r>
        </a:p>
      </dsp:txBody>
      <dsp:txXfrm>
        <a:off x="3785725" y="1151"/>
        <a:ext cx="1128320" cy="564160"/>
      </dsp:txXfrm>
    </dsp:sp>
    <dsp:sp modelId="{BF89C0B5-8747-40E9-A445-48A5A3085152}">
      <dsp:nvSpPr>
        <dsp:cNvPr id="0" name=""/>
        <dsp:cNvSpPr/>
      </dsp:nvSpPr>
      <dsp:spPr>
        <a:xfrm>
          <a:off x="1979002" y="752516"/>
          <a:ext cx="1128320" cy="564160"/>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Management</a:t>
          </a:r>
        </a:p>
        <a:p>
          <a:pPr marL="0" lvl="0" indent="0" algn="ctr" defTabSz="711200">
            <a:lnSpc>
              <a:spcPct val="90000"/>
            </a:lnSpc>
            <a:spcBef>
              <a:spcPct val="0"/>
            </a:spcBef>
            <a:spcAft>
              <a:spcPct val="35000"/>
            </a:spcAft>
            <a:buNone/>
          </a:pPr>
          <a:r>
            <a:rPr lang="en-US" sz="1600" kern="1200" noProof="0" dirty="0"/>
            <a:t>Value </a:t>
          </a:r>
        </a:p>
      </dsp:txBody>
      <dsp:txXfrm>
        <a:off x="1979002" y="752516"/>
        <a:ext cx="1128320" cy="564160"/>
      </dsp:txXfrm>
    </dsp:sp>
    <dsp:sp modelId="{FE7CC064-5E80-413F-83A8-7CA77419E368}">
      <dsp:nvSpPr>
        <dsp:cNvPr id="0" name=""/>
        <dsp:cNvSpPr/>
      </dsp:nvSpPr>
      <dsp:spPr>
        <a:xfrm>
          <a:off x="814011" y="1553624"/>
          <a:ext cx="1128320" cy="564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Tangible </a:t>
          </a:r>
        </a:p>
      </dsp:txBody>
      <dsp:txXfrm>
        <a:off x="814011" y="1553624"/>
        <a:ext cx="1128320" cy="564160"/>
      </dsp:txXfrm>
    </dsp:sp>
    <dsp:sp modelId="{18352E14-DB19-420D-850C-54566AC1A26B}">
      <dsp:nvSpPr>
        <dsp:cNvPr id="0" name=""/>
        <dsp:cNvSpPr/>
      </dsp:nvSpPr>
      <dsp:spPr>
        <a:xfrm>
          <a:off x="1096091" y="2354731"/>
          <a:ext cx="1128320" cy="564160"/>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Cost saving </a:t>
          </a:r>
        </a:p>
      </dsp:txBody>
      <dsp:txXfrm>
        <a:off x="1096091" y="2354731"/>
        <a:ext cx="1128320" cy="564160"/>
      </dsp:txXfrm>
    </dsp:sp>
    <dsp:sp modelId="{8B5FCCF1-7DB8-49E7-8F95-CEC79D834216}">
      <dsp:nvSpPr>
        <dsp:cNvPr id="0" name=""/>
        <dsp:cNvSpPr/>
      </dsp:nvSpPr>
      <dsp:spPr>
        <a:xfrm>
          <a:off x="1096091" y="3155839"/>
          <a:ext cx="1128320" cy="564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Sales Increase</a:t>
          </a:r>
        </a:p>
      </dsp:txBody>
      <dsp:txXfrm>
        <a:off x="1096091" y="3155839"/>
        <a:ext cx="1128320" cy="564160"/>
      </dsp:txXfrm>
    </dsp:sp>
    <dsp:sp modelId="{A74447A1-944A-481C-BA6D-62343284CB66}">
      <dsp:nvSpPr>
        <dsp:cNvPr id="0" name=""/>
        <dsp:cNvSpPr/>
      </dsp:nvSpPr>
      <dsp:spPr>
        <a:xfrm>
          <a:off x="3143993" y="1603366"/>
          <a:ext cx="1128320" cy="564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Intangible</a:t>
          </a:r>
        </a:p>
      </dsp:txBody>
      <dsp:txXfrm>
        <a:off x="3143993" y="1603366"/>
        <a:ext cx="1128320" cy="564160"/>
      </dsp:txXfrm>
    </dsp:sp>
    <dsp:sp modelId="{5ED406CE-AAFC-4153-93B2-1A968BDF38D1}">
      <dsp:nvSpPr>
        <dsp:cNvPr id="0" name=""/>
        <dsp:cNvSpPr/>
      </dsp:nvSpPr>
      <dsp:spPr>
        <a:xfrm>
          <a:off x="2461359" y="2404473"/>
          <a:ext cx="1128320" cy="564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Image</a:t>
          </a:r>
        </a:p>
      </dsp:txBody>
      <dsp:txXfrm>
        <a:off x="2461359" y="2404473"/>
        <a:ext cx="1128320" cy="564160"/>
      </dsp:txXfrm>
    </dsp:sp>
    <dsp:sp modelId="{9A7E9305-2976-44EB-80F2-D54120A8D440}">
      <dsp:nvSpPr>
        <dsp:cNvPr id="0" name=""/>
        <dsp:cNvSpPr/>
      </dsp:nvSpPr>
      <dsp:spPr>
        <a:xfrm>
          <a:off x="3826627" y="2404473"/>
          <a:ext cx="1128320" cy="564160"/>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QOS</a:t>
          </a:r>
        </a:p>
      </dsp:txBody>
      <dsp:txXfrm>
        <a:off x="3826627" y="2404473"/>
        <a:ext cx="1128320" cy="564160"/>
      </dsp:txXfrm>
    </dsp:sp>
    <dsp:sp modelId="{2D7835EA-2EE0-447A-AEF6-DF168F7B0600}">
      <dsp:nvSpPr>
        <dsp:cNvPr id="0" name=""/>
        <dsp:cNvSpPr/>
      </dsp:nvSpPr>
      <dsp:spPr>
        <a:xfrm>
          <a:off x="2461359" y="3155839"/>
          <a:ext cx="1128320" cy="564160"/>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Risk reduction</a:t>
          </a:r>
        </a:p>
      </dsp:txBody>
      <dsp:txXfrm>
        <a:off x="2461359" y="3155839"/>
        <a:ext cx="1128320" cy="564160"/>
      </dsp:txXfrm>
    </dsp:sp>
    <dsp:sp modelId="{14EEEA57-8225-4351-9A93-2D360E78FED9}">
      <dsp:nvSpPr>
        <dsp:cNvPr id="0" name=""/>
        <dsp:cNvSpPr/>
      </dsp:nvSpPr>
      <dsp:spPr>
        <a:xfrm>
          <a:off x="3826627" y="3205581"/>
          <a:ext cx="1128320" cy="564160"/>
        </a:xfrm>
        <a:prstGeom prst="rect">
          <a:avLst/>
        </a:prstGeom>
        <a:solidFill>
          <a:srgbClr val="92D050"/>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Governance</a:t>
          </a:r>
        </a:p>
      </dsp:txBody>
      <dsp:txXfrm>
        <a:off x="3826627" y="3205581"/>
        <a:ext cx="1128320" cy="564160"/>
      </dsp:txXfrm>
    </dsp:sp>
    <dsp:sp modelId="{F699486A-1E23-477A-A5DE-5E444D7F33F3}">
      <dsp:nvSpPr>
        <dsp:cNvPr id="0" name=""/>
        <dsp:cNvSpPr/>
      </dsp:nvSpPr>
      <dsp:spPr>
        <a:xfrm>
          <a:off x="2461359" y="3956946"/>
          <a:ext cx="1128320" cy="564160"/>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Compliance </a:t>
          </a:r>
        </a:p>
      </dsp:txBody>
      <dsp:txXfrm>
        <a:off x="2461359" y="3956946"/>
        <a:ext cx="1128320" cy="564160"/>
      </dsp:txXfrm>
    </dsp:sp>
    <dsp:sp modelId="{C2C99EB7-10E7-4AB8-BC05-E7C34466FB02}">
      <dsp:nvSpPr>
        <dsp:cNvPr id="0" name=""/>
        <dsp:cNvSpPr/>
      </dsp:nvSpPr>
      <dsp:spPr>
        <a:xfrm>
          <a:off x="5592448" y="802258"/>
          <a:ext cx="1128320" cy="564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Social </a:t>
          </a:r>
        </a:p>
        <a:p>
          <a:pPr marL="0" lvl="0" indent="0" algn="ctr" defTabSz="711200">
            <a:lnSpc>
              <a:spcPct val="90000"/>
            </a:lnSpc>
            <a:spcBef>
              <a:spcPct val="0"/>
            </a:spcBef>
            <a:spcAft>
              <a:spcPct val="35000"/>
            </a:spcAft>
            <a:buNone/>
          </a:pPr>
          <a:r>
            <a:rPr lang="en-US" sz="1600" kern="1200" noProof="0" dirty="0"/>
            <a:t>Value </a:t>
          </a:r>
        </a:p>
      </dsp:txBody>
      <dsp:txXfrm>
        <a:off x="5592448" y="802258"/>
        <a:ext cx="1128320" cy="564160"/>
      </dsp:txXfrm>
    </dsp:sp>
    <dsp:sp modelId="{EE1E3B58-C7C8-461B-AB33-DEB261FBAF4E}">
      <dsp:nvSpPr>
        <dsp:cNvPr id="0" name=""/>
        <dsp:cNvSpPr/>
      </dsp:nvSpPr>
      <dsp:spPr>
        <a:xfrm>
          <a:off x="4909814" y="1603366"/>
          <a:ext cx="1128320" cy="564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Tangible</a:t>
          </a:r>
        </a:p>
      </dsp:txBody>
      <dsp:txXfrm>
        <a:off x="4909814" y="1603366"/>
        <a:ext cx="1128320" cy="564160"/>
      </dsp:txXfrm>
    </dsp:sp>
    <dsp:sp modelId="{0EF6BB72-AD8A-493B-9A6F-F4F9FB3165B3}">
      <dsp:nvSpPr>
        <dsp:cNvPr id="0" name=""/>
        <dsp:cNvSpPr/>
      </dsp:nvSpPr>
      <dsp:spPr>
        <a:xfrm>
          <a:off x="5191895" y="2404473"/>
          <a:ext cx="1128320" cy="564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Social saving</a:t>
          </a:r>
        </a:p>
      </dsp:txBody>
      <dsp:txXfrm>
        <a:off x="5191895" y="2404473"/>
        <a:ext cx="1128320" cy="564160"/>
      </dsp:txXfrm>
    </dsp:sp>
    <dsp:sp modelId="{4C5DFBB1-1397-41F3-9CA5-E15097F1DC69}">
      <dsp:nvSpPr>
        <dsp:cNvPr id="0" name=""/>
        <dsp:cNvSpPr/>
      </dsp:nvSpPr>
      <dsp:spPr>
        <a:xfrm>
          <a:off x="5191895" y="3205581"/>
          <a:ext cx="1128320" cy="564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Higher value </a:t>
          </a:r>
        </a:p>
      </dsp:txBody>
      <dsp:txXfrm>
        <a:off x="5191895" y="3205581"/>
        <a:ext cx="1128320" cy="564160"/>
      </dsp:txXfrm>
    </dsp:sp>
    <dsp:sp modelId="{8AA338C2-039F-46D1-986C-CEA4E69771D2}">
      <dsp:nvSpPr>
        <dsp:cNvPr id="0" name=""/>
        <dsp:cNvSpPr/>
      </dsp:nvSpPr>
      <dsp:spPr>
        <a:xfrm>
          <a:off x="6275082" y="1603366"/>
          <a:ext cx="1128320" cy="564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Intangible</a:t>
          </a:r>
        </a:p>
      </dsp:txBody>
      <dsp:txXfrm>
        <a:off x="6275082" y="1603366"/>
        <a:ext cx="1128320" cy="564160"/>
      </dsp:txXfrm>
    </dsp:sp>
    <dsp:sp modelId="{E01E1B84-1B5F-45CB-A36A-267EFC32C4AC}">
      <dsp:nvSpPr>
        <dsp:cNvPr id="0" name=""/>
        <dsp:cNvSpPr/>
      </dsp:nvSpPr>
      <dsp:spPr>
        <a:xfrm>
          <a:off x="6557162" y="2404473"/>
          <a:ext cx="1128320" cy="564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QOS</a:t>
          </a:r>
        </a:p>
      </dsp:txBody>
      <dsp:txXfrm>
        <a:off x="6557162" y="2404473"/>
        <a:ext cx="1128320" cy="564160"/>
      </dsp:txXfrm>
    </dsp:sp>
    <dsp:sp modelId="{347EA698-66D4-4703-9EE8-3F58353CEA7A}">
      <dsp:nvSpPr>
        <dsp:cNvPr id="0" name=""/>
        <dsp:cNvSpPr/>
      </dsp:nvSpPr>
      <dsp:spPr>
        <a:xfrm>
          <a:off x="6557162" y="3205581"/>
          <a:ext cx="1128320" cy="564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KPI</a:t>
          </a:r>
        </a:p>
      </dsp:txBody>
      <dsp:txXfrm>
        <a:off x="6557162" y="3205581"/>
        <a:ext cx="1128320" cy="564160"/>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A00889-DD9C-46C9-974B-AAF75910A3C7}">
      <dsp:nvSpPr>
        <dsp:cNvPr id="0" name=""/>
        <dsp:cNvSpPr/>
      </dsp:nvSpPr>
      <dsp:spPr>
        <a:xfrm>
          <a:off x="6637296" y="2167602"/>
          <a:ext cx="169139" cy="1319288"/>
        </a:xfrm>
        <a:custGeom>
          <a:avLst/>
          <a:gdLst/>
          <a:ahLst/>
          <a:cxnLst/>
          <a:rect l="0" t="0" r="0" b="0"/>
          <a:pathLst>
            <a:path>
              <a:moveTo>
                <a:pt x="0" y="0"/>
              </a:moveTo>
              <a:lnTo>
                <a:pt x="0" y="1319288"/>
              </a:lnTo>
              <a:lnTo>
                <a:pt x="169139" y="131928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AEA16B-E01A-49AF-B45F-6CA49EA91DDA}">
      <dsp:nvSpPr>
        <dsp:cNvPr id="0" name=""/>
        <dsp:cNvSpPr/>
      </dsp:nvSpPr>
      <dsp:spPr>
        <a:xfrm>
          <a:off x="6637296" y="2167602"/>
          <a:ext cx="169139" cy="484720"/>
        </a:xfrm>
        <a:custGeom>
          <a:avLst/>
          <a:gdLst/>
          <a:ahLst/>
          <a:cxnLst/>
          <a:rect l="0" t="0" r="0" b="0"/>
          <a:pathLst>
            <a:path>
              <a:moveTo>
                <a:pt x="0" y="0"/>
              </a:moveTo>
              <a:lnTo>
                <a:pt x="0" y="484720"/>
              </a:lnTo>
              <a:lnTo>
                <a:pt x="169139" y="48472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5FF8F6-EDC1-4C05-8BB7-66083BDD38AD}">
      <dsp:nvSpPr>
        <dsp:cNvPr id="0" name=""/>
        <dsp:cNvSpPr/>
      </dsp:nvSpPr>
      <dsp:spPr>
        <a:xfrm>
          <a:off x="6406139" y="1367008"/>
          <a:ext cx="682196" cy="236795"/>
        </a:xfrm>
        <a:custGeom>
          <a:avLst/>
          <a:gdLst/>
          <a:ahLst/>
          <a:cxnLst/>
          <a:rect l="0" t="0" r="0" b="0"/>
          <a:pathLst>
            <a:path>
              <a:moveTo>
                <a:pt x="0" y="0"/>
              </a:moveTo>
              <a:lnTo>
                <a:pt x="0" y="118397"/>
              </a:lnTo>
              <a:lnTo>
                <a:pt x="682196" y="118397"/>
              </a:lnTo>
              <a:lnTo>
                <a:pt x="682196" y="23679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E0B9B5-9684-4062-972E-210A1F176AA0}">
      <dsp:nvSpPr>
        <dsp:cNvPr id="0" name=""/>
        <dsp:cNvSpPr/>
      </dsp:nvSpPr>
      <dsp:spPr>
        <a:xfrm>
          <a:off x="5272904" y="2167602"/>
          <a:ext cx="169139" cy="1319288"/>
        </a:xfrm>
        <a:custGeom>
          <a:avLst/>
          <a:gdLst/>
          <a:ahLst/>
          <a:cxnLst/>
          <a:rect l="0" t="0" r="0" b="0"/>
          <a:pathLst>
            <a:path>
              <a:moveTo>
                <a:pt x="0" y="0"/>
              </a:moveTo>
              <a:lnTo>
                <a:pt x="0" y="1319288"/>
              </a:lnTo>
              <a:lnTo>
                <a:pt x="169139" y="131928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186CDC-F5B2-472A-90D0-871D30076B2E}">
      <dsp:nvSpPr>
        <dsp:cNvPr id="0" name=""/>
        <dsp:cNvSpPr/>
      </dsp:nvSpPr>
      <dsp:spPr>
        <a:xfrm>
          <a:off x="5272904" y="2167602"/>
          <a:ext cx="169139" cy="484720"/>
        </a:xfrm>
        <a:custGeom>
          <a:avLst/>
          <a:gdLst/>
          <a:ahLst/>
          <a:cxnLst/>
          <a:rect l="0" t="0" r="0" b="0"/>
          <a:pathLst>
            <a:path>
              <a:moveTo>
                <a:pt x="0" y="0"/>
              </a:moveTo>
              <a:lnTo>
                <a:pt x="0" y="484720"/>
              </a:lnTo>
              <a:lnTo>
                <a:pt x="169139" y="48472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0E38FC-C375-4CD6-9056-1AFC5362B920}">
      <dsp:nvSpPr>
        <dsp:cNvPr id="0" name=""/>
        <dsp:cNvSpPr/>
      </dsp:nvSpPr>
      <dsp:spPr>
        <a:xfrm>
          <a:off x="5723942" y="1367008"/>
          <a:ext cx="682196" cy="236795"/>
        </a:xfrm>
        <a:custGeom>
          <a:avLst/>
          <a:gdLst/>
          <a:ahLst/>
          <a:cxnLst/>
          <a:rect l="0" t="0" r="0" b="0"/>
          <a:pathLst>
            <a:path>
              <a:moveTo>
                <a:pt x="682196" y="0"/>
              </a:moveTo>
              <a:lnTo>
                <a:pt x="682196" y="118397"/>
              </a:lnTo>
              <a:lnTo>
                <a:pt x="0" y="118397"/>
              </a:lnTo>
              <a:lnTo>
                <a:pt x="0" y="23679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62ACA6-2203-4D7F-8AEF-3C25644D18CB}">
      <dsp:nvSpPr>
        <dsp:cNvPr id="0" name=""/>
        <dsp:cNvSpPr/>
      </dsp:nvSpPr>
      <dsp:spPr>
        <a:xfrm>
          <a:off x="4600574" y="566414"/>
          <a:ext cx="1805565" cy="236795"/>
        </a:xfrm>
        <a:custGeom>
          <a:avLst/>
          <a:gdLst/>
          <a:ahLst/>
          <a:cxnLst/>
          <a:rect l="0" t="0" r="0" b="0"/>
          <a:pathLst>
            <a:path>
              <a:moveTo>
                <a:pt x="0" y="0"/>
              </a:moveTo>
              <a:lnTo>
                <a:pt x="0" y="118397"/>
              </a:lnTo>
              <a:lnTo>
                <a:pt x="1805565" y="118397"/>
              </a:lnTo>
              <a:lnTo>
                <a:pt x="1805565" y="236795"/>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A37A11-D62B-4D56-BA7C-0803C4D3625E}">
      <dsp:nvSpPr>
        <dsp:cNvPr id="0" name=""/>
        <dsp:cNvSpPr/>
      </dsp:nvSpPr>
      <dsp:spPr>
        <a:xfrm>
          <a:off x="3840855" y="2167602"/>
          <a:ext cx="118397" cy="2070172"/>
        </a:xfrm>
        <a:custGeom>
          <a:avLst/>
          <a:gdLst/>
          <a:ahLst/>
          <a:cxnLst/>
          <a:rect l="0" t="0" r="0" b="0"/>
          <a:pathLst>
            <a:path>
              <a:moveTo>
                <a:pt x="118397" y="0"/>
              </a:moveTo>
              <a:lnTo>
                <a:pt x="118397" y="2070172"/>
              </a:lnTo>
              <a:lnTo>
                <a:pt x="0" y="207017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56A5F4-2F55-45FC-8298-CDFD564FBFA7}">
      <dsp:nvSpPr>
        <dsp:cNvPr id="0" name=""/>
        <dsp:cNvSpPr/>
      </dsp:nvSpPr>
      <dsp:spPr>
        <a:xfrm>
          <a:off x="3959253" y="2167602"/>
          <a:ext cx="118397" cy="1319288"/>
        </a:xfrm>
        <a:custGeom>
          <a:avLst/>
          <a:gdLst/>
          <a:ahLst/>
          <a:cxnLst/>
          <a:rect l="0" t="0" r="0" b="0"/>
          <a:pathLst>
            <a:path>
              <a:moveTo>
                <a:pt x="0" y="0"/>
              </a:moveTo>
              <a:lnTo>
                <a:pt x="0" y="1319288"/>
              </a:lnTo>
              <a:lnTo>
                <a:pt x="118397" y="131928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B2E631-E2E2-41B5-A56C-DC49E64D5751}">
      <dsp:nvSpPr>
        <dsp:cNvPr id="0" name=""/>
        <dsp:cNvSpPr/>
      </dsp:nvSpPr>
      <dsp:spPr>
        <a:xfrm>
          <a:off x="3840855" y="2167602"/>
          <a:ext cx="118397" cy="1269578"/>
        </a:xfrm>
        <a:custGeom>
          <a:avLst/>
          <a:gdLst/>
          <a:ahLst/>
          <a:cxnLst/>
          <a:rect l="0" t="0" r="0" b="0"/>
          <a:pathLst>
            <a:path>
              <a:moveTo>
                <a:pt x="118397" y="0"/>
              </a:moveTo>
              <a:lnTo>
                <a:pt x="118397" y="1269578"/>
              </a:lnTo>
              <a:lnTo>
                <a:pt x="0" y="126957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1507F5-B168-4C7E-8148-214D2648208F}">
      <dsp:nvSpPr>
        <dsp:cNvPr id="0" name=""/>
        <dsp:cNvSpPr/>
      </dsp:nvSpPr>
      <dsp:spPr>
        <a:xfrm>
          <a:off x="3959253" y="2167602"/>
          <a:ext cx="118397" cy="518694"/>
        </a:xfrm>
        <a:custGeom>
          <a:avLst/>
          <a:gdLst/>
          <a:ahLst/>
          <a:cxnLst/>
          <a:rect l="0" t="0" r="0" b="0"/>
          <a:pathLst>
            <a:path>
              <a:moveTo>
                <a:pt x="0" y="0"/>
              </a:moveTo>
              <a:lnTo>
                <a:pt x="0" y="518694"/>
              </a:lnTo>
              <a:lnTo>
                <a:pt x="118397" y="51869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2FAB16-1564-4EE9-858E-739904B895F3}">
      <dsp:nvSpPr>
        <dsp:cNvPr id="0" name=""/>
        <dsp:cNvSpPr/>
      </dsp:nvSpPr>
      <dsp:spPr>
        <a:xfrm>
          <a:off x="3840855" y="2167602"/>
          <a:ext cx="118397" cy="518694"/>
        </a:xfrm>
        <a:custGeom>
          <a:avLst/>
          <a:gdLst/>
          <a:ahLst/>
          <a:cxnLst/>
          <a:rect l="0" t="0" r="0" b="0"/>
          <a:pathLst>
            <a:path>
              <a:moveTo>
                <a:pt x="118397" y="0"/>
              </a:moveTo>
              <a:lnTo>
                <a:pt x="118397" y="518694"/>
              </a:lnTo>
              <a:lnTo>
                <a:pt x="0" y="51869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6A3C42-25AD-4419-B6F2-DB5D494DB654}">
      <dsp:nvSpPr>
        <dsp:cNvPr id="0" name=""/>
        <dsp:cNvSpPr/>
      </dsp:nvSpPr>
      <dsp:spPr>
        <a:xfrm>
          <a:off x="2795009" y="1317298"/>
          <a:ext cx="1164244" cy="286505"/>
        </a:xfrm>
        <a:custGeom>
          <a:avLst/>
          <a:gdLst/>
          <a:ahLst/>
          <a:cxnLst/>
          <a:rect l="0" t="0" r="0" b="0"/>
          <a:pathLst>
            <a:path>
              <a:moveTo>
                <a:pt x="0" y="0"/>
              </a:moveTo>
              <a:lnTo>
                <a:pt x="0" y="168107"/>
              </a:lnTo>
              <a:lnTo>
                <a:pt x="1164244" y="168107"/>
              </a:lnTo>
              <a:lnTo>
                <a:pt x="1164244" y="28650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7AF48FB-BF8C-4121-8B93-5F083E823D43}">
      <dsp:nvSpPr>
        <dsp:cNvPr id="0" name=""/>
        <dsp:cNvSpPr/>
      </dsp:nvSpPr>
      <dsp:spPr>
        <a:xfrm>
          <a:off x="1179726" y="2117892"/>
          <a:ext cx="169139" cy="1319288"/>
        </a:xfrm>
        <a:custGeom>
          <a:avLst/>
          <a:gdLst/>
          <a:ahLst/>
          <a:cxnLst/>
          <a:rect l="0" t="0" r="0" b="0"/>
          <a:pathLst>
            <a:path>
              <a:moveTo>
                <a:pt x="0" y="0"/>
              </a:moveTo>
              <a:lnTo>
                <a:pt x="0" y="1319288"/>
              </a:lnTo>
              <a:lnTo>
                <a:pt x="169139" y="1319288"/>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0080CD-E10C-4A25-B0C6-9ADC80794D89}">
      <dsp:nvSpPr>
        <dsp:cNvPr id="0" name=""/>
        <dsp:cNvSpPr/>
      </dsp:nvSpPr>
      <dsp:spPr>
        <a:xfrm>
          <a:off x="1179726" y="2117892"/>
          <a:ext cx="169139" cy="518694"/>
        </a:xfrm>
        <a:custGeom>
          <a:avLst/>
          <a:gdLst/>
          <a:ahLst/>
          <a:cxnLst/>
          <a:rect l="0" t="0" r="0" b="0"/>
          <a:pathLst>
            <a:path>
              <a:moveTo>
                <a:pt x="0" y="0"/>
              </a:moveTo>
              <a:lnTo>
                <a:pt x="0" y="518694"/>
              </a:lnTo>
              <a:lnTo>
                <a:pt x="169139" y="51869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2E5BA6-E1A7-4437-A8CA-9DA7507706C0}">
      <dsp:nvSpPr>
        <dsp:cNvPr id="0" name=""/>
        <dsp:cNvSpPr/>
      </dsp:nvSpPr>
      <dsp:spPr>
        <a:xfrm>
          <a:off x="1630765" y="1317298"/>
          <a:ext cx="1164244" cy="236795"/>
        </a:xfrm>
        <a:custGeom>
          <a:avLst/>
          <a:gdLst/>
          <a:ahLst/>
          <a:cxnLst/>
          <a:rect l="0" t="0" r="0" b="0"/>
          <a:pathLst>
            <a:path>
              <a:moveTo>
                <a:pt x="1164244" y="0"/>
              </a:moveTo>
              <a:lnTo>
                <a:pt x="1164244" y="118397"/>
              </a:lnTo>
              <a:lnTo>
                <a:pt x="0" y="118397"/>
              </a:lnTo>
              <a:lnTo>
                <a:pt x="0" y="236795"/>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A40371-F92B-4F0A-B920-DB8461A57E86}">
      <dsp:nvSpPr>
        <dsp:cNvPr id="0" name=""/>
        <dsp:cNvSpPr/>
      </dsp:nvSpPr>
      <dsp:spPr>
        <a:xfrm>
          <a:off x="2795009" y="566414"/>
          <a:ext cx="1805565" cy="187085"/>
        </a:xfrm>
        <a:custGeom>
          <a:avLst/>
          <a:gdLst/>
          <a:ahLst/>
          <a:cxnLst/>
          <a:rect l="0" t="0" r="0" b="0"/>
          <a:pathLst>
            <a:path>
              <a:moveTo>
                <a:pt x="1805565" y="0"/>
              </a:moveTo>
              <a:lnTo>
                <a:pt x="1805565" y="68687"/>
              </a:lnTo>
              <a:lnTo>
                <a:pt x="0" y="68687"/>
              </a:lnTo>
              <a:lnTo>
                <a:pt x="0" y="187085"/>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A5D34F9-857D-4EE7-95DC-4FD85A870C18}">
      <dsp:nvSpPr>
        <dsp:cNvPr id="0" name=""/>
        <dsp:cNvSpPr/>
      </dsp:nvSpPr>
      <dsp:spPr>
        <a:xfrm>
          <a:off x="4036775" y="2615"/>
          <a:ext cx="1127597" cy="56379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Benefits </a:t>
          </a:r>
        </a:p>
      </dsp:txBody>
      <dsp:txXfrm>
        <a:off x="4036775" y="2615"/>
        <a:ext cx="1127597" cy="563798"/>
      </dsp:txXfrm>
    </dsp:sp>
    <dsp:sp modelId="{BF89C0B5-8747-40E9-A445-48A5A3085152}">
      <dsp:nvSpPr>
        <dsp:cNvPr id="0" name=""/>
        <dsp:cNvSpPr/>
      </dsp:nvSpPr>
      <dsp:spPr>
        <a:xfrm>
          <a:off x="2231210" y="753499"/>
          <a:ext cx="1127597" cy="56379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Management</a:t>
          </a:r>
        </a:p>
        <a:p>
          <a:pPr marL="0" lvl="0" indent="0" algn="ctr" defTabSz="711200">
            <a:lnSpc>
              <a:spcPct val="90000"/>
            </a:lnSpc>
            <a:spcBef>
              <a:spcPct val="0"/>
            </a:spcBef>
            <a:spcAft>
              <a:spcPct val="35000"/>
            </a:spcAft>
            <a:buNone/>
          </a:pPr>
          <a:r>
            <a:rPr lang="en-US" sz="1600" kern="1200" noProof="0" dirty="0"/>
            <a:t>Value </a:t>
          </a:r>
        </a:p>
      </dsp:txBody>
      <dsp:txXfrm>
        <a:off x="2231210" y="753499"/>
        <a:ext cx="1127597" cy="563798"/>
      </dsp:txXfrm>
    </dsp:sp>
    <dsp:sp modelId="{FE7CC064-5E80-413F-83A8-7CA77419E368}">
      <dsp:nvSpPr>
        <dsp:cNvPr id="0" name=""/>
        <dsp:cNvSpPr/>
      </dsp:nvSpPr>
      <dsp:spPr>
        <a:xfrm>
          <a:off x="1066966" y="1554093"/>
          <a:ext cx="1127597" cy="56379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Tangible </a:t>
          </a:r>
        </a:p>
      </dsp:txBody>
      <dsp:txXfrm>
        <a:off x="1066966" y="1554093"/>
        <a:ext cx="1127597" cy="563798"/>
      </dsp:txXfrm>
    </dsp:sp>
    <dsp:sp modelId="{18352E14-DB19-420D-850C-54566AC1A26B}">
      <dsp:nvSpPr>
        <dsp:cNvPr id="0" name=""/>
        <dsp:cNvSpPr/>
      </dsp:nvSpPr>
      <dsp:spPr>
        <a:xfrm>
          <a:off x="1348865" y="2354687"/>
          <a:ext cx="1127597" cy="56379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Cost saving </a:t>
          </a:r>
        </a:p>
      </dsp:txBody>
      <dsp:txXfrm>
        <a:off x="1348865" y="2354687"/>
        <a:ext cx="1127597" cy="563798"/>
      </dsp:txXfrm>
    </dsp:sp>
    <dsp:sp modelId="{8B5FCCF1-7DB8-49E7-8F95-CEC79D834216}">
      <dsp:nvSpPr>
        <dsp:cNvPr id="0" name=""/>
        <dsp:cNvSpPr/>
      </dsp:nvSpPr>
      <dsp:spPr>
        <a:xfrm>
          <a:off x="1348865" y="3155281"/>
          <a:ext cx="1127597" cy="563798"/>
        </a:xfrm>
        <a:prstGeom prst="rect">
          <a:avLst/>
        </a:prstGeom>
        <a:solidFill>
          <a:srgbClr val="FFFFFF">
            <a:lumMod val="85000"/>
          </a:srgbClr>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Sales </a:t>
          </a:r>
          <a:r>
            <a:rPr lang="en-US" sz="1600" kern="1200" noProof="0" dirty="0">
              <a:solidFill>
                <a:srgbClr val="000000">
                  <a:hueOff val="0"/>
                  <a:satOff val="0"/>
                  <a:lumOff val="0"/>
                  <a:alphaOff val="0"/>
                </a:srgbClr>
              </a:solidFill>
              <a:latin typeface="Times New Roman"/>
              <a:ea typeface="+mn-ea"/>
              <a:cs typeface="+mn-cs"/>
            </a:rPr>
            <a:t>Increase</a:t>
          </a:r>
        </a:p>
      </dsp:txBody>
      <dsp:txXfrm>
        <a:off x="1348865" y="3155281"/>
        <a:ext cx="1127597" cy="563798"/>
      </dsp:txXfrm>
    </dsp:sp>
    <dsp:sp modelId="{A74447A1-944A-481C-BA6D-62343284CB66}">
      <dsp:nvSpPr>
        <dsp:cNvPr id="0" name=""/>
        <dsp:cNvSpPr/>
      </dsp:nvSpPr>
      <dsp:spPr>
        <a:xfrm>
          <a:off x="3395454" y="1603803"/>
          <a:ext cx="1127597" cy="56379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Intangible</a:t>
          </a:r>
        </a:p>
      </dsp:txBody>
      <dsp:txXfrm>
        <a:off x="3395454" y="1603803"/>
        <a:ext cx="1127597" cy="563798"/>
      </dsp:txXfrm>
    </dsp:sp>
    <dsp:sp modelId="{5ED406CE-AAFC-4153-93B2-1A968BDF38D1}">
      <dsp:nvSpPr>
        <dsp:cNvPr id="0" name=""/>
        <dsp:cNvSpPr/>
      </dsp:nvSpPr>
      <dsp:spPr>
        <a:xfrm>
          <a:off x="2713258" y="2404397"/>
          <a:ext cx="1127597" cy="56379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Image</a:t>
          </a:r>
        </a:p>
      </dsp:txBody>
      <dsp:txXfrm>
        <a:off x="2713258" y="2404397"/>
        <a:ext cx="1127597" cy="563798"/>
      </dsp:txXfrm>
    </dsp:sp>
    <dsp:sp modelId="{9A7E9305-2976-44EB-80F2-D54120A8D440}">
      <dsp:nvSpPr>
        <dsp:cNvPr id="0" name=""/>
        <dsp:cNvSpPr/>
      </dsp:nvSpPr>
      <dsp:spPr>
        <a:xfrm>
          <a:off x="4077651" y="2404397"/>
          <a:ext cx="1127597" cy="56379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QOS</a:t>
          </a:r>
        </a:p>
      </dsp:txBody>
      <dsp:txXfrm>
        <a:off x="4077651" y="2404397"/>
        <a:ext cx="1127597" cy="563798"/>
      </dsp:txXfrm>
    </dsp:sp>
    <dsp:sp modelId="{2D7835EA-2EE0-447A-AEF6-DF168F7B0600}">
      <dsp:nvSpPr>
        <dsp:cNvPr id="0" name=""/>
        <dsp:cNvSpPr/>
      </dsp:nvSpPr>
      <dsp:spPr>
        <a:xfrm>
          <a:off x="2713258" y="3155281"/>
          <a:ext cx="1127597" cy="56379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Risk reduction</a:t>
          </a:r>
        </a:p>
      </dsp:txBody>
      <dsp:txXfrm>
        <a:off x="2713258" y="3155281"/>
        <a:ext cx="1127597" cy="563798"/>
      </dsp:txXfrm>
    </dsp:sp>
    <dsp:sp modelId="{14EEEA57-8225-4351-9A93-2D360E78FED9}">
      <dsp:nvSpPr>
        <dsp:cNvPr id="0" name=""/>
        <dsp:cNvSpPr/>
      </dsp:nvSpPr>
      <dsp:spPr>
        <a:xfrm>
          <a:off x="4077651" y="3204991"/>
          <a:ext cx="1127597" cy="56379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Governance</a:t>
          </a:r>
        </a:p>
      </dsp:txBody>
      <dsp:txXfrm>
        <a:off x="4077651" y="3204991"/>
        <a:ext cx="1127597" cy="563798"/>
      </dsp:txXfrm>
    </dsp:sp>
    <dsp:sp modelId="{F699486A-1E23-477A-A5DE-5E444D7F33F3}">
      <dsp:nvSpPr>
        <dsp:cNvPr id="0" name=""/>
        <dsp:cNvSpPr/>
      </dsp:nvSpPr>
      <dsp:spPr>
        <a:xfrm>
          <a:off x="2713258" y="3955875"/>
          <a:ext cx="1127597" cy="56379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Compliance </a:t>
          </a:r>
        </a:p>
      </dsp:txBody>
      <dsp:txXfrm>
        <a:off x="2713258" y="3955875"/>
        <a:ext cx="1127597" cy="563798"/>
      </dsp:txXfrm>
    </dsp:sp>
    <dsp:sp modelId="{C2C99EB7-10E7-4AB8-BC05-E7C34466FB02}">
      <dsp:nvSpPr>
        <dsp:cNvPr id="0" name=""/>
        <dsp:cNvSpPr/>
      </dsp:nvSpPr>
      <dsp:spPr>
        <a:xfrm>
          <a:off x="5842340" y="803209"/>
          <a:ext cx="1127597" cy="56379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Social </a:t>
          </a:r>
        </a:p>
        <a:p>
          <a:pPr marL="0" lvl="0" indent="0" algn="ctr" defTabSz="711200">
            <a:lnSpc>
              <a:spcPct val="90000"/>
            </a:lnSpc>
            <a:spcBef>
              <a:spcPct val="0"/>
            </a:spcBef>
            <a:spcAft>
              <a:spcPct val="35000"/>
            </a:spcAft>
            <a:buNone/>
          </a:pPr>
          <a:r>
            <a:rPr lang="en-US" sz="1600" kern="1200" noProof="0" dirty="0"/>
            <a:t>Value </a:t>
          </a:r>
        </a:p>
      </dsp:txBody>
      <dsp:txXfrm>
        <a:off x="5842340" y="803209"/>
        <a:ext cx="1127597" cy="563798"/>
      </dsp:txXfrm>
    </dsp:sp>
    <dsp:sp modelId="{EE1E3B58-C7C8-461B-AB33-DEB261FBAF4E}">
      <dsp:nvSpPr>
        <dsp:cNvPr id="0" name=""/>
        <dsp:cNvSpPr/>
      </dsp:nvSpPr>
      <dsp:spPr>
        <a:xfrm>
          <a:off x="5160144" y="1603803"/>
          <a:ext cx="1127597" cy="563798"/>
        </a:xfrm>
        <a:prstGeom prst="rect">
          <a:avLst/>
        </a:prstGeom>
        <a:solidFill>
          <a:srgbClr val="FFFFFF">
            <a:hueOff val="0"/>
            <a:satOff val="0"/>
            <a:lumOff val="0"/>
            <a:alphaOff val="0"/>
          </a:srgbClr>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solidFill>
                <a:srgbClr val="000000">
                  <a:hueOff val="0"/>
                  <a:satOff val="0"/>
                  <a:lumOff val="0"/>
                  <a:alphaOff val="0"/>
                </a:srgbClr>
              </a:solidFill>
              <a:latin typeface="Times New Roman"/>
              <a:ea typeface="+mn-ea"/>
              <a:cs typeface="+mn-cs"/>
            </a:rPr>
            <a:t>Tangible</a:t>
          </a:r>
        </a:p>
      </dsp:txBody>
      <dsp:txXfrm>
        <a:off x="5160144" y="1603803"/>
        <a:ext cx="1127597" cy="563798"/>
      </dsp:txXfrm>
    </dsp:sp>
    <dsp:sp modelId="{0EF6BB72-AD8A-493B-9A6F-F4F9FB3165B3}">
      <dsp:nvSpPr>
        <dsp:cNvPr id="0" name=""/>
        <dsp:cNvSpPr/>
      </dsp:nvSpPr>
      <dsp:spPr>
        <a:xfrm>
          <a:off x="5442043" y="2370423"/>
          <a:ext cx="1127597" cy="563798"/>
        </a:xfrm>
        <a:prstGeom prst="rect">
          <a:avLst/>
        </a:prstGeom>
        <a:solidFill>
          <a:srgbClr val="FFFFFF">
            <a:hueOff val="0"/>
            <a:satOff val="0"/>
            <a:lumOff val="0"/>
            <a:alphaOff val="0"/>
          </a:srgbClr>
        </a:solidFill>
        <a:ln w="25400" cap="flat" cmpd="sng" algn="ctr">
          <a:solidFill>
            <a:srgbClr val="000000">
              <a:shade val="80000"/>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solidFill>
                <a:srgbClr val="000000">
                  <a:hueOff val="0"/>
                  <a:satOff val="0"/>
                  <a:lumOff val="0"/>
                  <a:alphaOff val="0"/>
                </a:srgbClr>
              </a:solidFill>
              <a:latin typeface="Times New Roman"/>
              <a:ea typeface="+mn-ea"/>
              <a:cs typeface="+mn-cs"/>
            </a:rPr>
            <a:t>Social saving</a:t>
          </a:r>
        </a:p>
      </dsp:txBody>
      <dsp:txXfrm>
        <a:off x="5442043" y="2370423"/>
        <a:ext cx="1127597" cy="563798"/>
      </dsp:txXfrm>
    </dsp:sp>
    <dsp:sp modelId="{4C5DFBB1-1397-41F3-9CA5-E15097F1DC69}">
      <dsp:nvSpPr>
        <dsp:cNvPr id="0" name=""/>
        <dsp:cNvSpPr/>
      </dsp:nvSpPr>
      <dsp:spPr>
        <a:xfrm>
          <a:off x="5442043" y="3204991"/>
          <a:ext cx="1127597" cy="56379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Higher value </a:t>
          </a:r>
        </a:p>
      </dsp:txBody>
      <dsp:txXfrm>
        <a:off x="5442043" y="3204991"/>
        <a:ext cx="1127597" cy="563798"/>
      </dsp:txXfrm>
    </dsp:sp>
    <dsp:sp modelId="{8AA338C2-039F-46D1-986C-CEA4E69771D2}">
      <dsp:nvSpPr>
        <dsp:cNvPr id="0" name=""/>
        <dsp:cNvSpPr/>
      </dsp:nvSpPr>
      <dsp:spPr>
        <a:xfrm>
          <a:off x="6524536" y="1603803"/>
          <a:ext cx="1127597" cy="56379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Intangible</a:t>
          </a:r>
        </a:p>
      </dsp:txBody>
      <dsp:txXfrm>
        <a:off x="6524536" y="1603803"/>
        <a:ext cx="1127597" cy="563798"/>
      </dsp:txXfrm>
    </dsp:sp>
    <dsp:sp modelId="{E01E1B84-1B5F-45CB-A36A-267EFC32C4AC}">
      <dsp:nvSpPr>
        <dsp:cNvPr id="0" name=""/>
        <dsp:cNvSpPr/>
      </dsp:nvSpPr>
      <dsp:spPr>
        <a:xfrm>
          <a:off x="6806436" y="2370423"/>
          <a:ext cx="1127597" cy="563798"/>
        </a:xfrm>
        <a:prstGeom prst="rect">
          <a:avLst/>
        </a:prstGeom>
        <a:solidFill>
          <a:schemeClr val="bg1">
            <a:lumMod val="85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QOS</a:t>
          </a:r>
        </a:p>
      </dsp:txBody>
      <dsp:txXfrm>
        <a:off x="6806436" y="2370423"/>
        <a:ext cx="1127597" cy="563798"/>
      </dsp:txXfrm>
    </dsp:sp>
    <dsp:sp modelId="{347EA698-66D4-4703-9EE8-3F58353CEA7A}">
      <dsp:nvSpPr>
        <dsp:cNvPr id="0" name=""/>
        <dsp:cNvSpPr/>
      </dsp:nvSpPr>
      <dsp:spPr>
        <a:xfrm>
          <a:off x="6806436" y="3204991"/>
          <a:ext cx="1127597" cy="563798"/>
        </a:xfrm>
        <a:prstGeom prst="rect">
          <a:avLst/>
        </a:prstGeom>
        <a:solidFill>
          <a:schemeClr val="bg1"/>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KPI</a:t>
          </a:r>
        </a:p>
      </dsp:txBody>
      <dsp:txXfrm>
        <a:off x="6806436" y="3204991"/>
        <a:ext cx="1127597" cy="563798"/>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A00889-DD9C-46C9-974B-AAF75910A3C7}">
      <dsp:nvSpPr>
        <dsp:cNvPr id="0" name=""/>
        <dsp:cNvSpPr/>
      </dsp:nvSpPr>
      <dsp:spPr>
        <a:xfrm>
          <a:off x="6370472" y="2167579"/>
          <a:ext cx="169172" cy="1319546"/>
        </a:xfrm>
        <a:custGeom>
          <a:avLst/>
          <a:gdLst/>
          <a:ahLst/>
          <a:cxnLst/>
          <a:rect l="0" t="0" r="0" b="0"/>
          <a:pathLst>
            <a:path>
              <a:moveTo>
                <a:pt x="0" y="0"/>
              </a:moveTo>
              <a:lnTo>
                <a:pt x="0" y="1319546"/>
              </a:lnTo>
              <a:lnTo>
                <a:pt x="169172" y="131954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AEA16B-E01A-49AF-B45F-6CA49EA91DDA}">
      <dsp:nvSpPr>
        <dsp:cNvPr id="0" name=""/>
        <dsp:cNvSpPr/>
      </dsp:nvSpPr>
      <dsp:spPr>
        <a:xfrm>
          <a:off x="6370472" y="2167579"/>
          <a:ext cx="169172" cy="518796"/>
        </a:xfrm>
        <a:custGeom>
          <a:avLst/>
          <a:gdLst/>
          <a:ahLst/>
          <a:cxnLst/>
          <a:rect l="0" t="0" r="0" b="0"/>
          <a:pathLst>
            <a:path>
              <a:moveTo>
                <a:pt x="0" y="0"/>
              </a:moveTo>
              <a:lnTo>
                <a:pt x="0" y="518796"/>
              </a:lnTo>
              <a:lnTo>
                <a:pt x="169172" y="51879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5FF8F6-EDC1-4C05-8BB7-66083BDD38AD}">
      <dsp:nvSpPr>
        <dsp:cNvPr id="0" name=""/>
        <dsp:cNvSpPr/>
      </dsp:nvSpPr>
      <dsp:spPr>
        <a:xfrm>
          <a:off x="6139269" y="1366828"/>
          <a:ext cx="682329" cy="236841"/>
        </a:xfrm>
        <a:custGeom>
          <a:avLst/>
          <a:gdLst/>
          <a:ahLst/>
          <a:cxnLst/>
          <a:rect l="0" t="0" r="0" b="0"/>
          <a:pathLst>
            <a:path>
              <a:moveTo>
                <a:pt x="0" y="0"/>
              </a:moveTo>
              <a:lnTo>
                <a:pt x="0" y="118420"/>
              </a:lnTo>
              <a:lnTo>
                <a:pt x="682329" y="118420"/>
              </a:lnTo>
              <a:lnTo>
                <a:pt x="682329" y="23684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E0B9B5-9684-4062-972E-210A1F176AA0}">
      <dsp:nvSpPr>
        <dsp:cNvPr id="0" name=""/>
        <dsp:cNvSpPr/>
      </dsp:nvSpPr>
      <dsp:spPr>
        <a:xfrm>
          <a:off x="5005812" y="2167579"/>
          <a:ext cx="169172" cy="1319546"/>
        </a:xfrm>
        <a:custGeom>
          <a:avLst/>
          <a:gdLst/>
          <a:ahLst/>
          <a:cxnLst/>
          <a:rect l="0" t="0" r="0" b="0"/>
          <a:pathLst>
            <a:path>
              <a:moveTo>
                <a:pt x="0" y="0"/>
              </a:moveTo>
              <a:lnTo>
                <a:pt x="0" y="1319546"/>
              </a:lnTo>
              <a:lnTo>
                <a:pt x="169172" y="131954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186CDC-F5B2-472A-90D0-871D30076B2E}">
      <dsp:nvSpPr>
        <dsp:cNvPr id="0" name=""/>
        <dsp:cNvSpPr/>
      </dsp:nvSpPr>
      <dsp:spPr>
        <a:xfrm>
          <a:off x="5005812" y="2167579"/>
          <a:ext cx="169172" cy="518796"/>
        </a:xfrm>
        <a:custGeom>
          <a:avLst/>
          <a:gdLst/>
          <a:ahLst/>
          <a:cxnLst/>
          <a:rect l="0" t="0" r="0" b="0"/>
          <a:pathLst>
            <a:path>
              <a:moveTo>
                <a:pt x="0" y="0"/>
              </a:moveTo>
              <a:lnTo>
                <a:pt x="0" y="518796"/>
              </a:lnTo>
              <a:lnTo>
                <a:pt x="169172" y="51879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0E38FC-C375-4CD6-9056-1AFC5362B920}">
      <dsp:nvSpPr>
        <dsp:cNvPr id="0" name=""/>
        <dsp:cNvSpPr/>
      </dsp:nvSpPr>
      <dsp:spPr>
        <a:xfrm>
          <a:off x="5456939" y="1366828"/>
          <a:ext cx="682329" cy="236841"/>
        </a:xfrm>
        <a:custGeom>
          <a:avLst/>
          <a:gdLst/>
          <a:ahLst/>
          <a:cxnLst/>
          <a:rect l="0" t="0" r="0" b="0"/>
          <a:pathLst>
            <a:path>
              <a:moveTo>
                <a:pt x="682329" y="0"/>
              </a:moveTo>
              <a:lnTo>
                <a:pt x="682329" y="118420"/>
              </a:lnTo>
              <a:lnTo>
                <a:pt x="0" y="118420"/>
              </a:lnTo>
              <a:lnTo>
                <a:pt x="0" y="23684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62ACA6-2203-4D7F-8AEF-3C25644D18CB}">
      <dsp:nvSpPr>
        <dsp:cNvPr id="0" name=""/>
        <dsp:cNvSpPr/>
      </dsp:nvSpPr>
      <dsp:spPr>
        <a:xfrm>
          <a:off x="4333351" y="566077"/>
          <a:ext cx="1805918" cy="236841"/>
        </a:xfrm>
        <a:custGeom>
          <a:avLst/>
          <a:gdLst/>
          <a:ahLst/>
          <a:cxnLst/>
          <a:rect l="0" t="0" r="0" b="0"/>
          <a:pathLst>
            <a:path>
              <a:moveTo>
                <a:pt x="0" y="0"/>
              </a:moveTo>
              <a:lnTo>
                <a:pt x="0" y="118420"/>
              </a:lnTo>
              <a:lnTo>
                <a:pt x="1805918" y="118420"/>
              </a:lnTo>
              <a:lnTo>
                <a:pt x="1805918" y="236841"/>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A37A11-D62B-4D56-BA7C-0803C4D3625E}">
      <dsp:nvSpPr>
        <dsp:cNvPr id="0" name=""/>
        <dsp:cNvSpPr/>
      </dsp:nvSpPr>
      <dsp:spPr>
        <a:xfrm>
          <a:off x="3573484" y="2167579"/>
          <a:ext cx="118420" cy="2070577"/>
        </a:xfrm>
        <a:custGeom>
          <a:avLst/>
          <a:gdLst/>
          <a:ahLst/>
          <a:cxnLst/>
          <a:rect l="0" t="0" r="0" b="0"/>
          <a:pathLst>
            <a:path>
              <a:moveTo>
                <a:pt x="118420" y="0"/>
              </a:moveTo>
              <a:lnTo>
                <a:pt x="118420" y="2070577"/>
              </a:lnTo>
              <a:lnTo>
                <a:pt x="0" y="207057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56A5F4-2F55-45FC-8298-CDFD564FBFA7}">
      <dsp:nvSpPr>
        <dsp:cNvPr id="0" name=""/>
        <dsp:cNvSpPr/>
      </dsp:nvSpPr>
      <dsp:spPr>
        <a:xfrm>
          <a:off x="3691904" y="2167579"/>
          <a:ext cx="118420" cy="1319546"/>
        </a:xfrm>
        <a:custGeom>
          <a:avLst/>
          <a:gdLst/>
          <a:ahLst/>
          <a:cxnLst/>
          <a:rect l="0" t="0" r="0" b="0"/>
          <a:pathLst>
            <a:path>
              <a:moveTo>
                <a:pt x="0" y="0"/>
              </a:moveTo>
              <a:lnTo>
                <a:pt x="0" y="1319546"/>
              </a:lnTo>
              <a:lnTo>
                <a:pt x="118420" y="131954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B2E631-E2E2-41B5-A56C-DC49E64D5751}">
      <dsp:nvSpPr>
        <dsp:cNvPr id="0" name=""/>
        <dsp:cNvSpPr/>
      </dsp:nvSpPr>
      <dsp:spPr>
        <a:xfrm>
          <a:off x="3573484" y="2167579"/>
          <a:ext cx="118420" cy="1269827"/>
        </a:xfrm>
        <a:custGeom>
          <a:avLst/>
          <a:gdLst/>
          <a:ahLst/>
          <a:cxnLst/>
          <a:rect l="0" t="0" r="0" b="0"/>
          <a:pathLst>
            <a:path>
              <a:moveTo>
                <a:pt x="118420" y="0"/>
              </a:moveTo>
              <a:lnTo>
                <a:pt x="118420" y="1269827"/>
              </a:lnTo>
              <a:lnTo>
                <a:pt x="0" y="126982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1507F5-B168-4C7E-8148-214D2648208F}">
      <dsp:nvSpPr>
        <dsp:cNvPr id="0" name=""/>
        <dsp:cNvSpPr/>
      </dsp:nvSpPr>
      <dsp:spPr>
        <a:xfrm>
          <a:off x="3691904" y="2167579"/>
          <a:ext cx="118420" cy="518796"/>
        </a:xfrm>
        <a:custGeom>
          <a:avLst/>
          <a:gdLst/>
          <a:ahLst/>
          <a:cxnLst/>
          <a:rect l="0" t="0" r="0" b="0"/>
          <a:pathLst>
            <a:path>
              <a:moveTo>
                <a:pt x="0" y="0"/>
              </a:moveTo>
              <a:lnTo>
                <a:pt x="0" y="518796"/>
              </a:lnTo>
              <a:lnTo>
                <a:pt x="118420" y="51879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2FAB16-1564-4EE9-858E-739904B895F3}">
      <dsp:nvSpPr>
        <dsp:cNvPr id="0" name=""/>
        <dsp:cNvSpPr/>
      </dsp:nvSpPr>
      <dsp:spPr>
        <a:xfrm>
          <a:off x="3573484" y="2167579"/>
          <a:ext cx="118420" cy="518796"/>
        </a:xfrm>
        <a:custGeom>
          <a:avLst/>
          <a:gdLst/>
          <a:ahLst/>
          <a:cxnLst/>
          <a:rect l="0" t="0" r="0" b="0"/>
          <a:pathLst>
            <a:path>
              <a:moveTo>
                <a:pt x="118420" y="0"/>
              </a:moveTo>
              <a:lnTo>
                <a:pt x="118420" y="518796"/>
              </a:lnTo>
              <a:lnTo>
                <a:pt x="0" y="51879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6A3C42-25AD-4419-B6F2-DB5D494DB654}">
      <dsp:nvSpPr>
        <dsp:cNvPr id="0" name=""/>
        <dsp:cNvSpPr/>
      </dsp:nvSpPr>
      <dsp:spPr>
        <a:xfrm>
          <a:off x="2527432" y="1317108"/>
          <a:ext cx="1164472" cy="286561"/>
        </a:xfrm>
        <a:custGeom>
          <a:avLst/>
          <a:gdLst/>
          <a:ahLst/>
          <a:cxnLst/>
          <a:rect l="0" t="0" r="0" b="0"/>
          <a:pathLst>
            <a:path>
              <a:moveTo>
                <a:pt x="0" y="0"/>
              </a:moveTo>
              <a:lnTo>
                <a:pt x="0" y="168140"/>
              </a:lnTo>
              <a:lnTo>
                <a:pt x="1164472" y="168140"/>
              </a:lnTo>
              <a:lnTo>
                <a:pt x="1164472" y="28656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7AF48FB-BF8C-4121-8B93-5F083E823D43}">
      <dsp:nvSpPr>
        <dsp:cNvPr id="0" name=""/>
        <dsp:cNvSpPr/>
      </dsp:nvSpPr>
      <dsp:spPr>
        <a:xfrm>
          <a:off x="911833" y="2117859"/>
          <a:ext cx="169172" cy="1319546"/>
        </a:xfrm>
        <a:custGeom>
          <a:avLst/>
          <a:gdLst/>
          <a:ahLst/>
          <a:cxnLst/>
          <a:rect l="0" t="0" r="0" b="0"/>
          <a:pathLst>
            <a:path>
              <a:moveTo>
                <a:pt x="0" y="0"/>
              </a:moveTo>
              <a:lnTo>
                <a:pt x="0" y="1319546"/>
              </a:lnTo>
              <a:lnTo>
                <a:pt x="169172" y="131954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0080CD-E10C-4A25-B0C6-9ADC80794D89}">
      <dsp:nvSpPr>
        <dsp:cNvPr id="0" name=""/>
        <dsp:cNvSpPr/>
      </dsp:nvSpPr>
      <dsp:spPr>
        <a:xfrm>
          <a:off x="911833" y="2117859"/>
          <a:ext cx="169172" cy="518796"/>
        </a:xfrm>
        <a:custGeom>
          <a:avLst/>
          <a:gdLst/>
          <a:ahLst/>
          <a:cxnLst/>
          <a:rect l="0" t="0" r="0" b="0"/>
          <a:pathLst>
            <a:path>
              <a:moveTo>
                <a:pt x="0" y="0"/>
              </a:moveTo>
              <a:lnTo>
                <a:pt x="0" y="518796"/>
              </a:lnTo>
              <a:lnTo>
                <a:pt x="169172" y="518796"/>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2E5BA6-E1A7-4437-A8CA-9DA7507706C0}">
      <dsp:nvSpPr>
        <dsp:cNvPr id="0" name=""/>
        <dsp:cNvSpPr/>
      </dsp:nvSpPr>
      <dsp:spPr>
        <a:xfrm>
          <a:off x="1362960" y="1317108"/>
          <a:ext cx="1164472" cy="236841"/>
        </a:xfrm>
        <a:custGeom>
          <a:avLst/>
          <a:gdLst/>
          <a:ahLst/>
          <a:cxnLst/>
          <a:rect l="0" t="0" r="0" b="0"/>
          <a:pathLst>
            <a:path>
              <a:moveTo>
                <a:pt x="1164472" y="0"/>
              </a:moveTo>
              <a:lnTo>
                <a:pt x="1164472" y="118420"/>
              </a:lnTo>
              <a:lnTo>
                <a:pt x="0" y="118420"/>
              </a:lnTo>
              <a:lnTo>
                <a:pt x="0" y="23684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A40371-F92B-4F0A-B920-DB8461A57E86}">
      <dsp:nvSpPr>
        <dsp:cNvPr id="0" name=""/>
        <dsp:cNvSpPr/>
      </dsp:nvSpPr>
      <dsp:spPr>
        <a:xfrm>
          <a:off x="2527432" y="566077"/>
          <a:ext cx="1805918" cy="187121"/>
        </a:xfrm>
        <a:custGeom>
          <a:avLst/>
          <a:gdLst/>
          <a:ahLst/>
          <a:cxnLst/>
          <a:rect l="0" t="0" r="0" b="0"/>
          <a:pathLst>
            <a:path>
              <a:moveTo>
                <a:pt x="1805918" y="0"/>
              </a:moveTo>
              <a:lnTo>
                <a:pt x="1805918" y="68701"/>
              </a:lnTo>
              <a:lnTo>
                <a:pt x="0" y="68701"/>
              </a:lnTo>
              <a:lnTo>
                <a:pt x="0" y="187121"/>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A5D34F9-857D-4EE7-95DC-4FD85A870C18}">
      <dsp:nvSpPr>
        <dsp:cNvPr id="0" name=""/>
        <dsp:cNvSpPr/>
      </dsp:nvSpPr>
      <dsp:spPr>
        <a:xfrm>
          <a:off x="3769442" y="2168"/>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Benefits </a:t>
          </a:r>
        </a:p>
      </dsp:txBody>
      <dsp:txXfrm>
        <a:off x="3769442" y="2168"/>
        <a:ext cx="1127817" cy="563908"/>
      </dsp:txXfrm>
    </dsp:sp>
    <dsp:sp modelId="{BF89C0B5-8747-40E9-A445-48A5A3085152}">
      <dsp:nvSpPr>
        <dsp:cNvPr id="0" name=""/>
        <dsp:cNvSpPr/>
      </dsp:nvSpPr>
      <dsp:spPr>
        <a:xfrm>
          <a:off x="1963523" y="753199"/>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Management</a:t>
          </a:r>
        </a:p>
        <a:p>
          <a:pPr marL="0" lvl="0" indent="0" algn="ctr" defTabSz="711200">
            <a:lnSpc>
              <a:spcPct val="90000"/>
            </a:lnSpc>
            <a:spcBef>
              <a:spcPct val="0"/>
            </a:spcBef>
            <a:spcAft>
              <a:spcPct val="35000"/>
            </a:spcAft>
            <a:buNone/>
          </a:pPr>
          <a:r>
            <a:rPr lang="en-US" sz="1600" kern="1200" noProof="0" dirty="0"/>
            <a:t>Value </a:t>
          </a:r>
        </a:p>
      </dsp:txBody>
      <dsp:txXfrm>
        <a:off x="1963523" y="753199"/>
        <a:ext cx="1127817" cy="563908"/>
      </dsp:txXfrm>
    </dsp:sp>
    <dsp:sp modelId="{FE7CC064-5E80-413F-83A8-7CA77419E368}">
      <dsp:nvSpPr>
        <dsp:cNvPr id="0" name=""/>
        <dsp:cNvSpPr/>
      </dsp:nvSpPr>
      <dsp:spPr>
        <a:xfrm>
          <a:off x="799051" y="1553950"/>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Tangible </a:t>
          </a:r>
        </a:p>
      </dsp:txBody>
      <dsp:txXfrm>
        <a:off x="799051" y="1553950"/>
        <a:ext cx="1127817" cy="563908"/>
      </dsp:txXfrm>
    </dsp:sp>
    <dsp:sp modelId="{18352E14-DB19-420D-850C-54566AC1A26B}">
      <dsp:nvSpPr>
        <dsp:cNvPr id="0" name=""/>
        <dsp:cNvSpPr/>
      </dsp:nvSpPr>
      <dsp:spPr>
        <a:xfrm>
          <a:off x="1081006" y="2354701"/>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Cost saving </a:t>
          </a:r>
        </a:p>
      </dsp:txBody>
      <dsp:txXfrm>
        <a:off x="1081006" y="2354701"/>
        <a:ext cx="1127817" cy="563908"/>
      </dsp:txXfrm>
    </dsp:sp>
    <dsp:sp modelId="{8B5FCCF1-7DB8-49E7-8F95-CEC79D834216}">
      <dsp:nvSpPr>
        <dsp:cNvPr id="0" name=""/>
        <dsp:cNvSpPr/>
      </dsp:nvSpPr>
      <dsp:spPr>
        <a:xfrm>
          <a:off x="1081006" y="3155451"/>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Sales Increase</a:t>
          </a:r>
        </a:p>
      </dsp:txBody>
      <dsp:txXfrm>
        <a:off x="1081006" y="3155451"/>
        <a:ext cx="1127817" cy="563908"/>
      </dsp:txXfrm>
    </dsp:sp>
    <dsp:sp modelId="{A74447A1-944A-481C-BA6D-62343284CB66}">
      <dsp:nvSpPr>
        <dsp:cNvPr id="0" name=""/>
        <dsp:cNvSpPr/>
      </dsp:nvSpPr>
      <dsp:spPr>
        <a:xfrm>
          <a:off x="3127995" y="1603670"/>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Intangible</a:t>
          </a:r>
        </a:p>
      </dsp:txBody>
      <dsp:txXfrm>
        <a:off x="3127995" y="1603670"/>
        <a:ext cx="1127817" cy="563908"/>
      </dsp:txXfrm>
    </dsp:sp>
    <dsp:sp modelId="{5ED406CE-AAFC-4153-93B2-1A968BDF38D1}">
      <dsp:nvSpPr>
        <dsp:cNvPr id="0" name=""/>
        <dsp:cNvSpPr/>
      </dsp:nvSpPr>
      <dsp:spPr>
        <a:xfrm>
          <a:off x="2445666" y="2404420"/>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Image</a:t>
          </a:r>
        </a:p>
      </dsp:txBody>
      <dsp:txXfrm>
        <a:off x="2445666" y="2404420"/>
        <a:ext cx="1127817" cy="563908"/>
      </dsp:txXfrm>
    </dsp:sp>
    <dsp:sp modelId="{9A7E9305-2976-44EB-80F2-D54120A8D440}">
      <dsp:nvSpPr>
        <dsp:cNvPr id="0" name=""/>
        <dsp:cNvSpPr/>
      </dsp:nvSpPr>
      <dsp:spPr>
        <a:xfrm>
          <a:off x="3810325" y="2404420"/>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QOS</a:t>
          </a:r>
        </a:p>
      </dsp:txBody>
      <dsp:txXfrm>
        <a:off x="3810325" y="2404420"/>
        <a:ext cx="1127817" cy="563908"/>
      </dsp:txXfrm>
    </dsp:sp>
    <dsp:sp modelId="{2D7835EA-2EE0-447A-AEF6-DF168F7B0600}">
      <dsp:nvSpPr>
        <dsp:cNvPr id="0" name=""/>
        <dsp:cNvSpPr/>
      </dsp:nvSpPr>
      <dsp:spPr>
        <a:xfrm>
          <a:off x="2445666" y="3155451"/>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Risk reduction</a:t>
          </a:r>
        </a:p>
      </dsp:txBody>
      <dsp:txXfrm>
        <a:off x="2445666" y="3155451"/>
        <a:ext cx="1127817" cy="563908"/>
      </dsp:txXfrm>
    </dsp:sp>
    <dsp:sp modelId="{14EEEA57-8225-4351-9A93-2D360E78FED9}">
      <dsp:nvSpPr>
        <dsp:cNvPr id="0" name=""/>
        <dsp:cNvSpPr/>
      </dsp:nvSpPr>
      <dsp:spPr>
        <a:xfrm>
          <a:off x="3810325" y="3205171"/>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Governance</a:t>
          </a:r>
        </a:p>
      </dsp:txBody>
      <dsp:txXfrm>
        <a:off x="3810325" y="3205171"/>
        <a:ext cx="1127817" cy="563908"/>
      </dsp:txXfrm>
    </dsp:sp>
    <dsp:sp modelId="{F699486A-1E23-477A-A5DE-5E444D7F33F3}">
      <dsp:nvSpPr>
        <dsp:cNvPr id="0" name=""/>
        <dsp:cNvSpPr/>
      </dsp:nvSpPr>
      <dsp:spPr>
        <a:xfrm>
          <a:off x="2445666" y="3956202"/>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Compliance </a:t>
          </a:r>
        </a:p>
      </dsp:txBody>
      <dsp:txXfrm>
        <a:off x="2445666" y="3956202"/>
        <a:ext cx="1127817" cy="563908"/>
      </dsp:txXfrm>
    </dsp:sp>
    <dsp:sp modelId="{C2C99EB7-10E7-4AB8-BC05-E7C34466FB02}">
      <dsp:nvSpPr>
        <dsp:cNvPr id="0" name=""/>
        <dsp:cNvSpPr/>
      </dsp:nvSpPr>
      <dsp:spPr>
        <a:xfrm>
          <a:off x="5575360" y="802919"/>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Social </a:t>
          </a:r>
        </a:p>
        <a:p>
          <a:pPr marL="0" lvl="0" indent="0" algn="ctr" defTabSz="711200">
            <a:lnSpc>
              <a:spcPct val="90000"/>
            </a:lnSpc>
            <a:spcBef>
              <a:spcPct val="0"/>
            </a:spcBef>
            <a:spcAft>
              <a:spcPct val="35000"/>
            </a:spcAft>
            <a:buNone/>
          </a:pPr>
          <a:r>
            <a:rPr lang="en-US" sz="1600" kern="1200" noProof="0" dirty="0"/>
            <a:t>Value </a:t>
          </a:r>
        </a:p>
      </dsp:txBody>
      <dsp:txXfrm>
        <a:off x="5575360" y="802919"/>
        <a:ext cx="1127817" cy="563908"/>
      </dsp:txXfrm>
    </dsp:sp>
    <dsp:sp modelId="{EE1E3B58-C7C8-461B-AB33-DEB261FBAF4E}">
      <dsp:nvSpPr>
        <dsp:cNvPr id="0" name=""/>
        <dsp:cNvSpPr/>
      </dsp:nvSpPr>
      <dsp:spPr>
        <a:xfrm>
          <a:off x="4893030" y="1603670"/>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Tangible</a:t>
          </a:r>
        </a:p>
      </dsp:txBody>
      <dsp:txXfrm>
        <a:off x="4893030" y="1603670"/>
        <a:ext cx="1127817" cy="563908"/>
      </dsp:txXfrm>
    </dsp:sp>
    <dsp:sp modelId="{0EF6BB72-AD8A-493B-9A6F-F4F9FB3165B3}">
      <dsp:nvSpPr>
        <dsp:cNvPr id="0" name=""/>
        <dsp:cNvSpPr/>
      </dsp:nvSpPr>
      <dsp:spPr>
        <a:xfrm>
          <a:off x="5174985" y="2404420"/>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Social saving</a:t>
          </a:r>
        </a:p>
      </dsp:txBody>
      <dsp:txXfrm>
        <a:off x="5174985" y="2404420"/>
        <a:ext cx="1127817" cy="563908"/>
      </dsp:txXfrm>
    </dsp:sp>
    <dsp:sp modelId="{4C5DFBB1-1397-41F3-9CA5-E15097F1DC69}">
      <dsp:nvSpPr>
        <dsp:cNvPr id="0" name=""/>
        <dsp:cNvSpPr/>
      </dsp:nvSpPr>
      <dsp:spPr>
        <a:xfrm>
          <a:off x="5174985" y="3205171"/>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Higher value </a:t>
          </a:r>
        </a:p>
      </dsp:txBody>
      <dsp:txXfrm>
        <a:off x="5174985" y="3205171"/>
        <a:ext cx="1127817" cy="563908"/>
      </dsp:txXfrm>
    </dsp:sp>
    <dsp:sp modelId="{8AA338C2-039F-46D1-986C-CEA4E69771D2}">
      <dsp:nvSpPr>
        <dsp:cNvPr id="0" name=""/>
        <dsp:cNvSpPr/>
      </dsp:nvSpPr>
      <dsp:spPr>
        <a:xfrm>
          <a:off x="6257690" y="1603670"/>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Intangible</a:t>
          </a:r>
        </a:p>
      </dsp:txBody>
      <dsp:txXfrm>
        <a:off x="6257690" y="1603670"/>
        <a:ext cx="1127817" cy="563908"/>
      </dsp:txXfrm>
    </dsp:sp>
    <dsp:sp modelId="{E01E1B84-1B5F-45CB-A36A-267EFC32C4AC}">
      <dsp:nvSpPr>
        <dsp:cNvPr id="0" name=""/>
        <dsp:cNvSpPr/>
      </dsp:nvSpPr>
      <dsp:spPr>
        <a:xfrm>
          <a:off x="6539645" y="2404420"/>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QOS</a:t>
          </a:r>
        </a:p>
      </dsp:txBody>
      <dsp:txXfrm>
        <a:off x="6539645" y="2404420"/>
        <a:ext cx="1127817" cy="563908"/>
      </dsp:txXfrm>
    </dsp:sp>
    <dsp:sp modelId="{347EA698-66D4-4703-9EE8-3F58353CEA7A}">
      <dsp:nvSpPr>
        <dsp:cNvPr id="0" name=""/>
        <dsp:cNvSpPr/>
      </dsp:nvSpPr>
      <dsp:spPr>
        <a:xfrm>
          <a:off x="6539645" y="3205171"/>
          <a:ext cx="1127817" cy="563908"/>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KPI</a:t>
          </a:r>
        </a:p>
      </dsp:txBody>
      <dsp:txXfrm>
        <a:off x="6539645" y="3205171"/>
        <a:ext cx="1127817" cy="563908"/>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5F68FE-3CC3-422E-B2E0-B52D4DA116C9}">
      <dsp:nvSpPr>
        <dsp:cNvPr id="0" name=""/>
        <dsp:cNvSpPr/>
      </dsp:nvSpPr>
      <dsp:spPr>
        <a:xfrm>
          <a:off x="2880272" y="2162452"/>
          <a:ext cx="91440" cy="1321995"/>
        </a:xfrm>
        <a:custGeom>
          <a:avLst/>
          <a:gdLst/>
          <a:ahLst/>
          <a:cxnLst/>
          <a:rect l="0" t="0" r="0" b="0"/>
          <a:pathLst>
            <a:path>
              <a:moveTo>
                <a:pt x="45720" y="0"/>
              </a:moveTo>
              <a:lnTo>
                <a:pt x="45720" y="1321995"/>
              </a:lnTo>
              <a:lnTo>
                <a:pt x="126280" y="132199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D90786-AE6E-4D20-BA37-7BB32E0DE43B}">
      <dsp:nvSpPr>
        <dsp:cNvPr id="0" name=""/>
        <dsp:cNvSpPr/>
      </dsp:nvSpPr>
      <dsp:spPr>
        <a:xfrm>
          <a:off x="2880272" y="2162452"/>
          <a:ext cx="91440" cy="523029"/>
        </a:xfrm>
        <a:custGeom>
          <a:avLst/>
          <a:gdLst/>
          <a:ahLst/>
          <a:cxnLst/>
          <a:rect l="0" t="0" r="0" b="0"/>
          <a:pathLst>
            <a:path>
              <a:moveTo>
                <a:pt x="45720" y="0"/>
              </a:moveTo>
              <a:lnTo>
                <a:pt x="45720" y="523029"/>
              </a:lnTo>
              <a:lnTo>
                <a:pt x="126280" y="523029"/>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845334-8CF7-4B92-AC9D-B1018AA497BD}">
      <dsp:nvSpPr>
        <dsp:cNvPr id="0" name=""/>
        <dsp:cNvSpPr/>
      </dsp:nvSpPr>
      <dsp:spPr>
        <a:xfrm>
          <a:off x="1926262" y="1368877"/>
          <a:ext cx="1449852" cy="230923"/>
        </a:xfrm>
        <a:custGeom>
          <a:avLst/>
          <a:gdLst/>
          <a:ahLst/>
          <a:cxnLst/>
          <a:rect l="0" t="0" r="0" b="0"/>
          <a:pathLst>
            <a:path>
              <a:moveTo>
                <a:pt x="0" y="0"/>
              </a:moveTo>
              <a:lnTo>
                <a:pt x="0" y="112766"/>
              </a:lnTo>
              <a:lnTo>
                <a:pt x="1449852" y="112766"/>
              </a:lnTo>
              <a:lnTo>
                <a:pt x="1449852" y="230923"/>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6B1680-C04B-4CA3-BE2D-5EEE4F0D0E77}">
      <dsp:nvSpPr>
        <dsp:cNvPr id="0" name=""/>
        <dsp:cNvSpPr/>
      </dsp:nvSpPr>
      <dsp:spPr>
        <a:xfrm>
          <a:off x="1476140" y="2167843"/>
          <a:ext cx="257030" cy="1311214"/>
        </a:xfrm>
        <a:custGeom>
          <a:avLst/>
          <a:gdLst/>
          <a:ahLst/>
          <a:cxnLst/>
          <a:rect l="0" t="0" r="0" b="0"/>
          <a:pathLst>
            <a:path>
              <a:moveTo>
                <a:pt x="0" y="0"/>
              </a:moveTo>
              <a:lnTo>
                <a:pt x="0" y="1311214"/>
              </a:lnTo>
              <a:lnTo>
                <a:pt x="257030" y="1311214"/>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34D6E0-9E66-4D8C-B24F-7A1B13AF77E0}">
      <dsp:nvSpPr>
        <dsp:cNvPr id="0" name=""/>
        <dsp:cNvSpPr/>
      </dsp:nvSpPr>
      <dsp:spPr>
        <a:xfrm>
          <a:off x="1476140" y="2167843"/>
          <a:ext cx="168795" cy="517639"/>
        </a:xfrm>
        <a:custGeom>
          <a:avLst/>
          <a:gdLst/>
          <a:ahLst/>
          <a:cxnLst/>
          <a:rect l="0" t="0" r="0" b="0"/>
          <a:pathLst>
            <a:path>
              <a:moveTo>
                <a:pt x="0" y="0"/>
              </a:moveTo>
              <a:lnTo>
                <a:pt x="0" y="517639"/>
              </a:lnTo>
              <a:lnTo>
                <a:pt x="168795" y="517639"/>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401D9D-9864-4C6B-9C34-E03E4C255748}">
      <dsp:nvSpPr>
        <dsp:cNvPr id="0" name=""/>
        <dsp:cNvSpPr/>
      </dsp:nvSpPr>
      <dsp:spPr>
        <a:xfrm>
          <a:off x="1880542" y="1368877"/>
          <a:ext cx="91440" cy="236313"/>
        </a:xfrm>
        <a:custGeom>
          <a:avLst/>
          <a:gdLst/>
          <a:ahLst/>
          <a:cxnLst/>
          <a:rect l="0" t="0" r="0" b="0"/>
          <a:pathLst>
            <a:path>
              <a:moveTo>
                <a:pt x="45720" y="0"/>
              </a:moveTo>
              <a:lnTo>
                <a:pt x="45720" y="236313"/>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AEA247-2D24-4316-BC29-C9CE269EF544}">
      <dsp:nvSpPr>
        <dsp:cNvPr id="0" name=""/>
        <dsp:cNvSpPr/>
      </dsp:nvSpPr>
      <dsp:spPr>
        <a:xfrm>
          <a:off x="652879" y="1368877"/>
          <a:ext cx="1273382" cy="230923"/>
        </a:xfrm>
        <a:custGeom>
          <a:avLst/>
          <a:gdLst/>
          <a:ahLst/>
          <a:cxnLst/>
          <a:rect l="0" t="0" r="0" b="0"/>
          <a:pathLst>
            <a:path>
              <a:moveTo>
                <a:pt x="1273382" y="0"/>
              </a:moveTo>
              <a:lnTo>
                <a:pt x="1273382" y="112766"/>
              </a:lnTo>
              <a:lnTo>
                <a:pt x="0" y="112766"/>
              </a:lnTo>
              <a:lnTo>
                <a:pt x="0" y="230923"/>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6042C5-B308-416A-8918-53173A1200FB}">
      <dsp:nvSpPr>
        <dsp:cNvPr id="0" name=""/>
        <dsp:cNvSpPr/>
      </dsp:nvSpPr>
      <dsp:spPr>
        <a:xfrm>
          <a:off x="1363610" y="806226"/>
          <a:ext cx="1125303" cy="56265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Project balance </a:t>
          </a:r>
        </a:p>
      </dsp:txBody>
      <dsp:txXfrm>
        <a:off x="1363610" y="806226"/>
        <a:ext cx="1125303" cy="562651"/>
      </dsp:txXfrm>
    </dsp:sp>
    <dsp:sp modelId="{9C228AD5-00DB-40A8-BF33-C7E8A479CA04}">
      <dsp:nvSpPr>
        <dsp:cNvPr id="0" name=""/>
        <dsp:cNvSpPr/>
      </dsp:nvSpPr>
      <dsp:spPr>
        <a:xfrm>
          <a:off x="90228" y="1599801"/>
          <a:ext cx="1125303" cy="56265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Project cost</a:t>
          </a:r>
        </a:p>
      </dsp:txBody>
      <dsp:txXfrm>
        <a:off x="90228" y="1599801"/>
        <a:ext cx="1125303" cy="562651"/>
      </dsp:txXfrm>
    </dsp:sp>
    <dsp:sp modelId="{617F114F-1568-4963-BE3B-E5BBF377486C}">
      <dsp:nvSpPr>
        <dsp:cNvPr id="0" name=""/>
        <dsp:cNvSpPr/>
      </dsp:nvSpPr>
      <dsp:spPr>
        <a:xfrm>
          <a:off x="1363610" y="1605191"/>
          <a:ext cx="1125303" cy="56265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System Benefits</a:t>
          </a:r>
        </a:p>
      </dsp:txBody>
      <dsp:txXfrm>
        <a:off x="1363610" y="1605191"/>
        <a:ext cx="1125303" cy="562651"/>
      </dsp:txXfrm>
    </dsp:sp>
    <dsp:sp modelId="{301D1160-0883-435F-9D19-2E059CDD22CC}">
      <dsp:nvSpPr>
        <dsp:cNvPr id="0" name=""/>
        <dsp:cNvSpPr/>
      </dsp:nvSpPr>
      <dsp:spPr>
        <a:xfrm>
          <a:off x="1644936" y="2404156"/>
          <a:ext cx="1125303" cy="56265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Management value  </a:t>
          </a:r>
        </a:p>
      </dsp:txBody>
      <dsp:txXfrm>
        <a:off x="1644936" y="2404156"/>
        <a:ext cx="1125303" cy="562651"/>
      </dsp:txXfrm>
    </dsp:sp>
    <dsp:sp modelId="{213E876B-9984-499D-9A4A-32E44D15ED56}">
      <dsp:nvSpPr>
        <dsp:cNvPr id="0" name=""/>
        <dsp:cNvSpPr/>
      </dsp:nvSpPr>
      <dsp:spPr>
        <a:xfrm>
          <a:off x="1733171" y="3197732"/>
          <a:ext cx="1125303" cy="56265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Social value</a:t>
          </a:r>
        </a:p>
      </dsp:txBody>
      <dsp:txXfrm>
        <a:off x="1733171" y="3197732"/>
        <a:ext cx="1125303" cy="562651"/>
      </dsp:txXfrm>
    </dsp:sp>
    <dsp:sp modelId="{A100094E-083B-4086-BEFF-1EC7711664C5}">
      <dsp:nvSpPr>
        <dsp:cNvPr id="0" name=""/>
        <dsp:cNvSpPr/>
      </dsp:nvSpPr>
      <dsp:spPr>
        <a:xfrm>
          <a:off x="2813462" y="1599801"/>
          <a:ext cx="1125303" cy="56265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System Cost</a:t>
          </a:r>
        </a:p>
      </dsp:txBody>
      <dsp:txXfrm>
        <a:off x="2813462" y="1599801"/>
        <a:ext cx="1125303" cy="562651"/>
      </dsp:txXfrm>
    </dsp:sp>
    <dsp:sp modelId="{5E0D5D4D-071E-4093-95ED-362593C4E3C1}">
      <dsp:nvSpPr>
        <dsp:cNvPr id="0" name=""/>
        <dsp:cNvSpPr/>
      </dsp:nvSpPr>
      <dsp:spPr>
        <a:xfrm>
          <a:off x="3006553" y="2404156"/>
          <a:ext cx="1125303" cy="56265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noProof="0" dirty="0"/>
            <a:t>Operation</a:t>
          </a:r>
        </a:p>
      </dsp:txBody>
      <dsp:txXfrm>
        <a:off x="3006553" y="2404156"/>
        <a:ext cx="1125303" cy="562651"/>
      </dsp:txXfrm>
    </dsp:sp>
    <dsp:sp modelId="{97BF2314-B7B5-4D2B-8309-F7C86F0F4D77}">
      <dsp:nvSpPr>
        <dsp:cNvPr id="0" name=""/>
        <dsp:cNvSpPr/>
      </dsp:nvSpPr>
      <dsp:spPr>
        <a:xfrm>
          <a:off x="3006553" y="3203122"/>
          <a:ext cx="1125303" cy="56265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0" kern="1200" noProof="0" dirty="0">
              <a:effectLst/>
              <a:latin typeface="Tahoma" pitchFamily="34" charset="0"/>
            </a:rPr>
            <a:t>Maintenance</a:t>
          </a:r>
        </a:p>
      </dsp:txBody>
      <dsp:txXfrm>
        <a:off x="3006553" y="3203122"/>
        <a:ext cx="1125303" cy="562651"/>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5F68FE-3CC3-422E-B2E0-B52D4DA116C9}">
      <dsp:nvSpPr>
        <dsp:cNvPr id="0" name=""/>
        <dsp:cNvSpPr/>
      </dsp:nvSpPr>
      <dsp:spPr>
        <a:xfrm>
          <a:off x="6833043" y="1643671"/>
          <a:ext cx="97580" cy="1601293"/>
        </a:xfrm>
        <a:custGeom>
          <a:avLst/>
          <a:gdLst/>
          <a:ahLst/>
          <a:cxnLst/>
          <a:rect l="0" t="0" r="0" b="0"/>
          <a:pathLst>
            <a:path>
              <a:moveTo>
                <a:pt x="0" y="0"/>
              </a:moveTo>
              <a:lnTo>
                <a:pt x="0" y="1601293"/>
              </a:lnTo>
              <a:lnTo>
                <a:pt x="97580" y="1601293"/>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D90786-AE6E-4D20-BA37-7BB32E0DE43B}">
      <dsp:nvSpPr>
        <dsp:cNvPr id="0" name=""/>
        <dsp:cNvSpPr/>
      </dsp:nvSpPr>
      <dsp:spPr>
        <a:xfrm>
          <a:off x="6833043" y="1643671"/>
          <a:ext cx="97580" cy="633530"/>
        </a:xfrm>
        <a:custGeom>
          <a:avLst/>
          <a:gdLst/>
          <a:ahLst/>
          <a:cxnLst/>
          <a:rect l="0" t="0" r="0" b="0"/>
          <a:pathLst>
            <a:path>
              <a:moveTo>
                <a:pt x="0" y="0"/>
              </a:moveTo>
              <a:lnTo>
                <a:pt x="0" y="633530"/>
              </a:lnTo>
              <a:lnTo>
                <a:pt x="97580" y="633530"/>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845334-8CF7-4B92-AC9D-B1018AA497BD}">
      <dsp:nvSpPr>
        <dsp:cNvPr id="0" name=""/>
        <dsp:cNvSpPr/>
      </dsp:nvSpPr>
      <dsp:spPr>
        <a:xfrm>
          <a:off x="4627075" y="682437"/>
          <a:ext cx="2751187" cy="279710"/>
        </a:xfrm>
        <a:custGeom>
          <a:avLst/>
          <a:gdLst/>
          <a:ahLst/>
          <a:cxnLst/>
          <a:rect l="0" t="0" r="0" b="0"/>
          <a:pathLst>
            <a:path>
              <a:moveTo>
                <a:pt x="0" y="0"/>
              </a:moveTo>
              <a:lnTo>
                <a:pt x="0" y="136590"/>
              </a:lnTo>
              <a:lnTo>
                <a:pt x="2751187" y="136590"/>
              </a:lnTo>
              <a:lnTo>
                <a:pt x="2751187" y="279710"/>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C3A9FD-30D6-4129-8960-7E587443F938}">
      <dsp:nvSpPr>
        <dsp:cNvPr id="0" name=""/>
        <dsp:cNvSpPr/>
      </dsp:nvSpPr>
      <dsp:spPr>
        <a:xfrm>
          <a:off x="5183757" y="2611435"/>
          <a:ext cx="97580" cy="1601293"/>
        </a:xfrm>
        <a:custGeom>
          <a:avLst/>
          <a:gdLst/>
          <a:ahLst/>
          <a:cxnLst/>
          <a:rect l="0" t="0" r="0" b="0"/>
          <a:pathLst>
            <a:path>
              <a:moveTo>
                <a:pt x="0" y="0"/>
              </a:moveTo>
              <a:lnTo>
                <a:pt x="0" y="1601293"/>
              </a:lnTo>
              <a:lnTo>
                <a:pt x="97580" y="1601293"/>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72B140-51F0-46FE-BFE2-532D197DBEE5}">
      <dsp:nvSpPr>
        <dsp:cNvPr id="0" name=""/>
        <dsp:cNvSpPr/>
      </dsp:nvSpPr>
      <dsp:spPr>
        <a:xfrm>
          <a:off x="5183757" y="2611435"/>
          <a:ext cx="97580" cy="633530"/>
        </a:xfrm>
        <a:custGeom>
          <a:avLst/>
          <a:gdLst/>
          <a:ahLst/>
          <a:cxnLst/>
          <a:rect l="0" t="0" r="0" b="0"/>
          <a:pathLst>
            <a:path>
              <a:moveTo>
                <a:pt x="0" y="0"/>
              </a:moveTo>
              <a:lnTo>
                <a:pt x="0" y="633530"/>
              </a:lnTo>
              <a:lnTo>
                <a:pt x="97580" y="633530"/>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6B1680-C04B-4CA3-BE2D-5EEE4F0D0E77}">
      <dsp:nvSpPr>
        <dsp:cNvPr id="0" name=""/>
        <dsp:cNvSpPr/>
      </dsp:nvSpPr>
      <dsp:spPr>
        <a:xfrm>
          <a:off x="4797456" y="1650200"/>
          <a:ext cx="931519" cy="279710"/>
        </a:xfrm>
        <a:custGeom>
          <a:avLst/>
          <a:gdLst/>
          <a:ahLst/>
          <a:cxnLst/>
          <a:rect l="0" t="0" r="0" b="0"/>
          <a:pathLst>
            <a:path>
              <a:moveTo>
                <a:pt x="0" y="0"/>
              </a:moveTo>
              <a:lnTo>
                <a:pt x="0" y="136590"/>
              </a:lnTo>
              <a:lnTo>
                <a:pt x="931519" y="136590"/>
              </a:lnTo>
              <a:lnTo>
                <a:pt x="931519" y="279710"/>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861590-D782-4F2C-A48D-CD7B36553041}">
      <dsp:nvSpPr>
        <dsp:cNvPr id="0" name=""/>
        <dsp:cNvSpPr/>
      </dsp:nvSpPr>
      <dsp:spPr>
        <a:xfrm>
          <a:off x="3427594" y="2617964"/>
          <a:ext cx="311333" cy="1588235"/>
        </a:xfrm>
        <a:custGeom>
          <a:avLst/>
          <a:gdLst/>
          <a:ahLst/>
          <a:cxnLst/>
          <a:rect l="0" t="0" r="0" b="0"/>
          <a:pathLst>
            <a:path>
              <a:moveTo>
                <a:pt x="0" y="0"/>
              </a:moveTo>
              <a:lnTo>
                <a:pt x="0" y="1588235"/>
              </a:lnTo>
              <a:lnTo>
                <a:pt x="311333" y="1588235"/>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85C1B7-C97A-43E7-8DA2-B5346012AA14}">
      <dsp:nvSpPr>
        <dsp:cNvPr id="0" name=""/>
        <dsp:cNvSpPr/>
      </dsp:nvSpPr>
      <dsp:spPr>
        <a:xfrm>
          <a:off x="3427594" y="2617964"/>
          <a:ext cx="311333" cy="620472"/>
        </a:xfrm>
        <a:custGeom>
          <a:avLst/>
          <a:gdLst/>
          <a:ahLst/>
          <a:cxnLst/>
          <a:rect l="0" t="0" r="0" b="0"/>
          <a:pathLst>
            <a:path>
              <a:moveTo>
                <a:pt x="0" y="0"/>
              </a:moveTo>
              <a:lnTo>
                <a:pt x="0" y="620472"/>
              </a:lnTo>
              <a:lnTo>
                <a:pt x="311333" y="620472"/>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34D6E0-9E66-4D8C-B24F-7A1B13AF77E0}">
      <dsp:nvSpPr>
        <dsp:cNvPr id="0" name=""/>
        <dsp:cNvSpPr/>
      </dsp:nvSpPr>
      <dsp:spPr>
        <a:xfrm>
          <a:off x="3972812" y="1650200"/>
          <a:ext cx="824643" cy="286239"/>
        </a:xfrm>
        <a:custGeom>
          <a:avLst/>
          <a:gdLst/>
          <a:ahLst/>
          <a:cxnLst/>
          <a:rect l="0" t="0" r="0" b="0"/>
          <a:pathLst>
            <a:path>
              <a:moveTo>
                <a:pt x="824643" y="0"/>
              </a:moveTo>
              <a:lnTo>
                <a:pt x="824643" y="143119"/>
              </a:lnTo>
              <a:lnTo>
                <a:pt x="0" y="143119"/>
              </a:lnTo>
              <a:lnTo>
                <a:pt x="0" y="286239"/>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401D9D-9864-4C6B-9C34-E03E4C255748}">
      <dsp:nvSpPr>
        <dsp:cNvPr id="0" name=""/>
        <dsp:cNvSpPr/>
      </dsp:nvSpPr>
      <dsp:spPr>
        <a:xfrm>
          <a:off x="4627075" y="682437"/>
          <a:ext cx="170380" cy="286239"/>
        </a:xfrm>
        <a:custGeom>
          <a:avLst/>
          <a:gdLst/>
          <a:ahLst/>
          <a:cxnLst/>
          <a:rect l="0" t="0" r="0" b="0"/>
          <a:pathLst>
            <a:path>
              <a:moveTo>
                <a:pt x="0" y="0"/>
              </a:moveTo>
              <a:lnTo>
                <a:pt x="0" y="143119"/>
              </a:lnTo>
              <a:lnTo>
                <a:pt x="170380" y="143119"/>
              </a:lnTo>
              <a:lnTo>
                <a:pt x="170380" y="286239"/>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DDBB38-68F0-4317-9F77-306B5A4D0568}">
      <dsp:nvSpPr>
        <dsp:cNvPr id="0" name=""/>
        <dsp:cNvSpPr/>
      </dsp:nvSpPr>
      <dsp:spPr>
        <a:xfrm>
          <a:off x="1544422" y="1643671"/>
          <a:ext cx="204457" cy="3530291"/>
        </a:xfrm>
        <a:custGeom>
          <a:avLst/>
          <a:gdLst/>
          <a:ahLst/>
          <a:cxnLst/>
          <a:rect l="0" t="0" r="0" b="0"/>
          <a:pathLst>
            <a:path>
              <a:moveTo>
                <a:pt x="0" y="0"/>
              </a:moveTo>
              <a:lnTo>
                <a:pt x="0" y="3530291"/>
              </a:lnTo>
              <a:lnTo>
                <a:pt x="204457" y="3530291"/>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B6250D-A994-4B68-83F5-3A299E01BCF0}">
      <dsp:nvSpPr>
        <dsp:cNvPr id="0" name=""/>
        <dsp:cNvSpPr/>
      </dsp:nvSpPr>
      <dsp:spPr>
        <a:xfrm>
          <a:off x="1544422" y="1643671"/>
          <a:ext cx="210209" cy="2557804"/>
        </a:xfrm>
        <a:custGeom>
          <a:avLst/>
          <a:gdLst/>
          <a:ahLst/>
          <a:cxnLst/>
          <a:rect l="0" t="0" r="0" b="0"/>
          <a:pathLst>
            <a:path>
              <a:moveTo>
                <a:pt x="0" y="0"/>
              </a:moveTo>
              <a:lnTo>
                <a:pt x="0" y="2557804"/>
              </a:lnTo>
              <a:lnTo>
                <a:pt x="210209" y="2557804"/>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5206AE-36DB-43EE-84F3-AFB823AA6253}">
      <dsp:nvSpPr>
        <dsp:cNvPr id="0" name=""/>
        <dsp:cNvSpPr/>
      </dsp:nvSpPr>
      <dsp:spPr>
        <a:xfrm>
          <a:off x="1544422" y="1643671"/>
          <a:ext cx="204457" cy="1594764"/>
        </a:xfrm>
        <a:custGeom>
          <a:avLst/>
          <a:gdLst/>
          <a:ahLst/>
          <a:cxnLst/>
          <a:rect l="0" t="0" r="0" b="0"/>
          <a:pathLst>
            <a:path>
              <a:moveTo>
                <a:pt x="0" y="0"/>
              </a:moveTo>
              <a:lnTo>
                <a:pt x="0" y="1594764"/>
              </a:lnTo>
              <a:lnTo>
                <a:pt x="204457" y="1594764"/>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CF9883-6932-443B-BE67-EA6070F735FC}">
      <dsp:nvSpPr>
        <dsp:cNvPr id="0" name=""/>
        <dsp:cNvSpPr/>
      </dsp:nvSpPr>
      <dsp:spPr>
        <a:xfrm>
          <a:off x="1544422" y="1643671"/>
          <a:ext cx="204457" cy="627001"/>
        </a:xfrm>
        <a:custGeom>
          <a:avLst/>
          <a:gdLst/>
          <a:ahLst/>
          <a:cxnLst/>
          <a:rect l="0" t="0" r="0" b="0"/>
          <a:pathLst>
            <a:path>
              <a:moveTo>
                <a:pt x="0" y="0"/>
              </a:moveTo>
              <a:lnTo>
                <a:pt x="0" y="627001"/>
              </a:lnTo>
              <a:lnTo>
                <a:pt x="204457" y="627001"/>
              </a:lnTo>
            </a:path>
          </a:pathLst>
        </a:custGeom>
        <a:noFill/>
        <a:ln w="254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AEA247-2D24-4316-BC29-C9CE269EF544}">
      <dsp:nvSpPr>
        <dsp:cNvPr id="0" name=""/>
        <dsp:cNvSpPr/>
      </dsp:nvSpPr>
      <dsp:spPr>
        <a:xfrm>
          <a:off x="2089640" y="682437"/>
          <a:ext cx="2537434" cy="279710"/>
        </a:xfrm>
        <a:custGeom>
          <a:avLst/>
          <a:gdLst/>
          <a:ahLst/>
          <a:cxnLst/>
          <a:rect l="0" t="0" r="0" b="0"/>
          <a:pathLst>
            <a:path>
              <a:moveTo>
                <a:pt x="2537434" y="0"/>
              </a:moveTo>
              <a:lnTo>
                <a:pt x="2537434" y="136590"/>
              </a:lnTo>
              <a:lnTo>
                <a:pt x="0" y="136590"/>
              </a:lnTo>
              <a:lnTo>
                <a:pt x="0" y="279710"/>
              </a:lnTo>
            </a:path>
          </a:pathLst>
        </a:cu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6042C5-B308-416A-8918-53173A1200FB}">
      <dsp:nvSpPr>
        <dsp:cNvPr id="0" name=""/>
        <dsp:cNvSpPr/>
      </dsp:nvSpPr>
      <dsp:spPr>
        <a:xfrm>
          <a:off x="3945551" y="914"/>
          <a:ext cx="1363046" cy="68152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Total balance </a:t>
          </a:r>
        </a:p>
      </dsp:txBody>
      <dsp:txXfrm>
        <a:off x="3945551" y="914"/>
        <a:ext cx="1363046" cy="681523"/>
      </dsp:txXfrm>
    </dsp:sp>
    <dsp:sp modelId="{9C228AD5-00DB-40A8-BF33-C7E8A479CA04}">
      <dsp:nvSpPr>
        <dsp:cNvPr id="0" name=""/>
        <dsp:cNvSpPr/>
      </dsp:nvSpPr>
      <dsp:spPr>
        <a:xfrm>
          <a:off x="1408117" y="962148"/>
          <a:ext cx="1363046" cy="68152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Project cost</a:t>
          </a:r>
        </a:p>
      </dsp:txBody>
      <dsp:txXfrm>
        <a:off x="1408117" y="962148"/>
        <a:ext cx="1363046" cy="681523"/>
      </dsp:txXfrm>
    </dsp:sp>
    <dsp:sp modelId="{B36F738C-DABB-499F-A586-6245E56F73A4}">
      <dsp:nvSpPr>
        <dsp:cNvPr id="0" name=""/>
        <dsp:cNvSpPr/>
      </dsp:nvSpPr>
      <dsp:spPr>
        <a:xfrm>
          <a:off x="1748879" y="1929911"/>
          <a:ext cx="1363046" cy="68152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Project management </a:t>
          </a:r>
        </a:p>
      </dsp:txBody>
      <dsp:txXfrm>
        <a:off x="1748879" y="1929911"/>
        <a:ext cx="1363046" cy="681523"/>
      </dsp:txXfrm>
    </dsp:sp>
    <dsp:sp modelId="{BE33DF6D-96DD-447A-A304-E5B66ED4DEA0}">
      <dsp:nvSpPr>
        <dsp:cNvPr id="0" name=""/>
        <dsp:cNvSpPr/>
      </dsp:nvSpPr>
      <dsp:spPr>
        <a:xfrm>
          <a:off x="1748879" y="2897674"/>
          <a:ext cx="1363046" cy="68152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Software project</a:t>
          </a:r>
        </a:p>
      </dsp:txBody>
      <dsp:txXfrm>
        <a:off x="1748879" y="2897674"/>
        <a:ext cx="1363046" cy="681523"/>
      </dsp:txXfrm>
    </dsp:sp>
    <dsp:sp modelId="{143639B3-181C-491B-A515-4BAB93604BCB}">
      <dsp:nvSpPr>
        <dsp:cNvPr id="0" name=""/>
        <dsp:cNvSpPr/>
      </dsp:nvSpPr>
      <dsp:spPr>
        <a:xfrm>
          <a:off x="1754631" y="3860715"/>
          <a:ext cx="1363046" cy="68152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Business project</a:t>
          </a:r>
        </a:p>
      </dsp:txBody>
      <dsp:txXfrm>
        <a:off x="1754631" y="3860715"/>
        <a:ext cx="1363046" cy="681523"/>
      </dsp:txXfrm>
    </dsp:sp>
    <dsp:sp modelId="{C1E13093-8BD2-473F-9131-948EED45B322}">
      <dsp:nvSpPr>
        <dsp:cNvPr id="0" name=""/>
        <dsp:cNvSpPr/>
      </dsp:nvSpPr>
      <dsp:spPr>
        <a:xfrm>
          <a:off x="1748879" y="4833201"/>
          <a:ext cx="1363046" cy="68152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Technology </a:t>
          </a:r>
        </a:p>
      </dsp:txBody>
      <dsp:txXfrm>
        <a:off x="1748879" y="4833201"/>
        <a:ext cx="1363046" cy="681523"/>
      </dsp:txXfrm>
    </dsp:sp>
    <dsp:sp modelId="{617F114F-1568-4963-BE3B-E5BBF377486C}">
      <dsp:nvSpPr>
        <dsp:cNvPr id="0" name=""/>
        <dsp:cNvSpPr/>
      </dsp:nvSpPr>
      <dsp:spPr>
        <a:xfrm>
          <a:off x="4115932" y="968677"/>
          <a:ext cx="1363046" cy="68152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Benefits</a:t>
          </a:r>
        </a:p>
      </dsp:txBody>
      <dsp:txXfrm>
        <a:off x="4115932" y="968677"/>
        <a:ext cx="1363046" cy="681523"/>
      </dsp:txXfrm>
    </dsp:sp>
    <dsp:sp modelId="{301D1160-0883-435F-9D19-2E059CDD22CC}">
      <dsp:nvSpPr>
        <dsp:cNvPr id="0" name=""/>
        <dsp:cNvSpPr/>
      </dsp:nvSpPr>
      <dsp:spPr>
        <a:xfrm>
          <a:off x="3291289" y="1936440"/>
          <a:ext cx="1363046" cy="68152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Management value  </a:t>
          </a:r>
        </a:p>
      </dsp:txBody>
      <dsp:txXfrm>
        <a:off x="3291289" y="1936440"/>
        <a:ext cx="1363046" cy="681523"/>
      </dsp:txXfrm>
    </dsp:sp>
    <dsp:sp modelId="{58E346C8-D5D5-42DA-968B-E52CEF52AE5B}">
      <dsp:nvSpPr>
        <dsp:cNvPr id="0" name=""/>
        <dsp:cNvSpPr/>
      </dsp:nvSpPr>
      <dsp:spPr>
        <a:xfrm>
          <a:off x="3738927" y="2897674"/>
          <a:ext cx="1363046" cy="68152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Tangible </a:t>
          </a:r>
        </a:p>
      </dsp:txBody>
      <dsp:txXfrm>
        <a:off x="3738927" y="2897674"/>
        <a:ext cx="1363046" cy="681523"/>
      </dsp:txXfrm>
    </dsp:sp>
    <dsp:sp modelId="{E7E9D74B-469F-46AC-8DB8-633FFA63A770}">
      <dsp:nvSpPr>
        <dsp:cNvPr id="0" name=""/>
        <dsp:cNvSpPr/>
      </dsp:nvSpPr>
      <dsp:spPr>
        <a:xfrm>
          <a:off x="3738927" y="3865438"/>
          <a:ext cx="1363046" cy="68152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Intangible</a:t>
          </a:r>
        </a:p>
      </dsp:txBody>
      <dsp:txXfrm>
        <a:off x="3738927" y="3865438"/>
        <a:ext cx="1363046" cy="681523"/>
      </dsp:txXfrm>
    </dsp:sp>
    <dsp:sp modelId="{213E876B-9984-499D-9A4A-32E44D15ED56}">
      <dsp:nvSpPr>
        <dsp:cNvPr id="0" name=""/>
        <dsp:cNvSpPr/>
      </dsp:nvSpPr>
      <dsp:spPr>
        <a:xfrm>
          <a:off x="5047452" y="1929911"/>
          <a:ext cx="1363046" cy="68152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Social value</a:t>
          </a:r>
        </a:p>
      </dsp:txBody>
      <dsp:txXfrm>
        <a:off x="5047452" y="1929911"/>
        <a:ext cx="1363046" cy="681523"/>
      </dsp:txXfrm>
    </dsp:sp>
    <dsp:sp modelId="{81F65026-AB1B-43FF-8C3C-10A484F69584}">
      <dsp:nvSpPr>
        <dsp:cNvPr id="0" name=""/>
        <dsp:cNvSpPr/>
      </dsp:nvSpPr>
      <dsp:spPr>
        <a:xfrm>
          <a:off x="5281337" y="2904203"/>
          <a:ext cx="1363046" cy="68152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Tangible </a:t>
          </a:r>
        </a:p>
      </dsp:txBody>
      <dsp:txXfrm>
        <a:off x="5281337" y="2904203"/>
        <a:ext cx="1363046" cy="681523"/>
      </dsp:txXfrm>
    </dsp:sp>
    <dsp:sp modelId="{767298F3-A1B4-4AF3-8D99-1E433AA344A9}">
      <dsp:nvSpPr>
        <dsp:cNvPr id="0" name=""/>
        <dsp:cNvSpPr/>
      </dsp:nvSpPr>
      <dsp:spPr>
        <a:xfrm>
          <a:off x="5281337" y="3871967"/>
          <a:ext cx="1363046" cy="68152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Intangible</a:t>
          </a:r>
        </a:p>
      </dsp:txBody>
      <dsp:txXfrm>
        <a:off x="5281337" y="3871967"/>
        <a:ext cx="1363046" cy="681523"/>
      </dsp:txXfrm>
    </dsp:sp>
    <dsp:sp modelId="{A100094E-083B-4086-BEFF-1EC7711664C5}">
      <dsp:nvSpPr>
        <dsp:cNvPr id="0" name=""/>
        <dsp:cNvSpPr/>
      </dsp:nvSpPr>
      <dsp:spPr>
        <a:xfrm>
          <a:off x="6696738" y="962148"/>
          <a:ext cx="1363046" cy="681523"/>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t>Annual </a:t>
          </a:r>
        </a:p>
        <a:p>
          <a:pPr marL="0" lvl="0" indent="0" algn="ctr" defTabSz="800100">
            <a:lnSpc>
              <a:spcPct val="90000"/>
            </a:lnSpc>
            <a:spcBef>
              <a:spcPct val="0"/>
            </a:spcBef>
            <a:spcAft>
              <a:spcPct val="35000"/>
            </a:spcAft>
            <a:buNone/>
          </a:pPr>
          <a:r>
            <a:rPr lang="en-US" sz="1800" kern="1200" noProof="0" dirty="0"/>
            <a:t>Costs</a:t>
          </a:r>
        </a:p>
      </dsp:txBody>
      <dsp:txXfrm>
        <a:off x="6696738" y="962148"/>
        <a:ext cx="1363046" cy="681523"/>
      </dsp:txXfrm>
    </dsp:sp>
    <dsp:sp modelId="{5E0D5D4D-071E-4093-95ED-362593C4E3C1}">
      <dsp:nvSpPr>
        <dsp:cNvPr id="0" name=""/>
        <dsp:cNvSpPr/>
      </dsp:nvSpPr>
      <dsp:spPr>
        <a:xfrm>
          <a:off x="6930624" y="1936440"/>
          <a:ext cx="1363046" cy="681523"/>
        </a:xfrm>
        <a:prstGeom prst="rect">
          <a:avLst/>
        </a:prstGeom>
        <a:gradFill rotWithShape="0">
          <a:gsLst>
            <a:gs pos="0">
              <a:srgbClr val="FFFFFF">
                <a:hueOff val="0"/>
                <a:satOff val="0"/>
                <a:lumOff val="0"/>
                <a:alphaOff val="0"/>
                <a:shade val="51000"/>
                <a:satMod val="130000"/>
              </a:srgbClr>
            </a:gs>
            <a:gs pos="80000">
              <a:srgbClr val="FFFFFF">
                <a:hueOff val="0"/>
                <a:satOff val="0"/>
                <a:lumOff val="0"/>
                <a:alphaOff val="0"/>
                <a:shade val="93000"/>
                <a:satMod val="130000"/>
              </a:srgbClr>
            </a:gs>
            <a:gs pos="100000">
              <a:srgbClr val="FFFFFF">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solidFill>
                <a:srgbClr val="000000">
                  <a:hueOff val="0"/>
                  <a:satOff val="0"/>
                  <a:lumOff val="0"/>
                  <a:alphaOff val="0"/>
                </a:srgbClr>
              </a:solidFill>
              <a:latin typeface="Times New Roman"/>
              <a:ea typeface="+mn-ea"/>
              <a:cs typeface="+mn-cs"/>
            </a:rPr>
            <a:t>Operations</a:t>
          </a:r>
        </a:p>
      </dsp:txBody>
      <dsp:txXfrm>
        <a:off x="6930624" y="1936440"/>
        <a:ext cx="1363046" cy="681523"/>
      </dsp:txXfrm>
    </dsp:sp>
    <dsp:sp modelId="{97BF2314-B7B5-4D2B-8309-F7C86F0F4D77}">
      <dsp:nvSpPr>
        <dsp:cNvPr id="0" name=""/>
        <dsp:cNvSpPr/>
      </dsp:nvSpPr>
      <dsp:spPr>
        <a:xfrm>
          <a:off x="6930624" y="2904203"/>
          <a:ext cx="1363046" cy="681523"/>
        </a:xfrm>
        <a:prstGeom prst="rect">
          <a:avLst/>
        </a:prstGeom>
        <a:gradFill rotWithShape="0">
          <a:gsLst>
            <a:gs pos="0">
              <a:srgbClr val="FFFFFF">
                <a:hueOff val="0"/>
                <a:satOff val="0"/>
                <a:lumOff val="0"/>
                <a:alphaOff val="0"/>
                <a:shade val="51000"/>
                <a:satMod val="130000"/>
              </a:srgbClr>
            </a:gs>
            <a:gs pos="80000">
              <a:srgbClr val="FFFFFF">
                <a:hueOff val="0"/>
                <a:satOff val="0"/>
                <a:lumOff val="0"/>
                <a:alphaOff val="0"/>
                <a:shade val="93000"/>
                <a:satMod val="130000"/>
              </a:srgbClr>
            </a:gs>
            <a:gs pos="100000">
              <a:srgbClr val="FFFFFF">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dirty="0">
              <a:solidFill>
                <a:srgbClr val="000000">
                  <a:hueOff val="0"/>
                  <a:satOff val="0"/>
                  <a:lumOff val="0"/>
                  <a:alphaOff val="0"/>
                </a:srgbClr>
              </a:solidFill>
              <a:latin typeface="Times New Roman"/>
              <a:ea typeface="+mn-ea"/>
              <a:cs typeface="+mn-cs"/>
            </a:rPr>
            <a:t>Maintenance</a:t>
          </a:r>
        </a:p>
      </dsp:txBody>
      <dsp:txXfrm>
        <a:off x="6930624" y="2904203"/>
        <a:ext cx="1363046" cy="681523"/>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69E517-5578-43A5-BCED-D8E510013441}">
      <dsp:nvSpPr>
        <dsp:cNvPr id="0" name=""/>
        <dsp:cNvSpPr/>
      </dsp:nvSpPr>
      <dsp:spPr>
        <a:xfrm>
          <a:off x="1268571" y="593152"/>
          <a:ext cx="3959055" cy="3959055"/>
        </a:xfrm>
        <a:prstGeom prst="blockArc">
          <a:avLst>
            <a:gd name="adj1" fmla="val 10800000"/>
            <a:gd name="adj2" fmla="val 16200000"/>
            <a:gd name="adj3" fmla="val 4637"/>
          </a:avLst>
        </a:prstGeom>
        <a:gradFill rotWithShape="0">
          <a:gsLst>
            <a:gs pos="0">
              <a:schemeClr val="dk1">
                <a:tint val="60000"/>
                <a:hueOff val="0"/>
                <a:satOff val="0"/>
                <a:lumOff val="0"/>
                <a:alphaOff val="0"/>
                <a:shade val="51000"/>
                <a:satMod val="130000"/>
              </a:schemeClr>
            </a:gs>
            <a:gs pos="80000">
              <a:schemeClr val="dk1">
                <a:tint val="60000"/>
                <a:hueOff val="0"/>
                <a:satOff val="0"/>
                <a:lumOff val="0"/>
                <a:alphaOff val="0"/>
                <a:shade val="93000"/>
                <a:satMod val="130000"/>
              </a:schemeClr>
            </a:gs>
            <a:gs pos="100000">
              <a:schemeClr val="dk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ED78715-B07E-4848-B2A4-6800352DE2FF}">
      <dsp:nvSpPr>
        <dsp:cNvPr id="0" name=""/>
        <dsp:cNvSpPr/>
      </dsp:nvSpPr>
      <dsp:spPr>
        <a:xfrm>
          <a:off x="1268571" y="593152"/>
          <a:ext cx="3959055" cy="3959055"/>
        </a:xfrm>
        <a:prstGeom prst="blockArc">
          <a:avLst>
            <a:gd name="adj1" fmla="val 5400000"/>
            <a:gd name="adj2" fmla="val 10800000"/>
            <a:gd name="adj3" fmla="val 4637"/>
          </a:avLst>
        </a:prstGeom>
        <a:gradFill rotWithShape="0">
          <a:gsLst>
            <a:gs pos="0">
              <a:schemeClr val="dk1">
                <a:tint val="60000"/>
                <a:hueOff val="0"/>
                <a:satOff val="0"/>
                <a:lumOff val="0"/>
                <a:alphaOff val="0"/>
                <a:shade val="51000"/>
                <a:satMod val="130000"/>
              </a:schemeClr>
            </a:gs>
            <a:gs pos="80000">
              <a:schemeClr val="dk1">
                <a:tint val="60000"/>
                <a:hueOff val="0"/>
                <a:satOff val="0"/>
                <a:lumOff val="0"/>
                <a:alphaOff val="0"/>
                <a:shade val="93000"/>
                <a:satMod val="130000"/>
              </a:schemeClr>
            </a:gs>
            <a:gs pos="100000">
              <a:schemeClr val="dk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27A8C83-CBF2-42E6-9747-43F6BA7EFA7B}">
      <dsp:nvSpPr>
        <dsp:cNvPr id="0" name=""/>
        <dsp:cNvSpPr/>
      </dsp:nvSpPr>
      <dsp:spPr>
        <a:xfrm>
          <a:off x="1268571" y="593152"/>
          <a:ext cx="3959055" cy="3959055"/>
        </a:xfrm>
        <a:prstGeom prst="blockArc">
          <a:avLst>
            <a:gd name="adj1" fmla="val 0"/>
            <a:gd name="adj2" fmla="val 5400000"/>
            <a:gd name="adj3" fmla="val 4637"/>
          </a:avLst>
        </a:prstGeom>
        <a:gradFill rotWithShape="0">
          <a:gsLst>
            <a:gs pos="0">
              <a:schemeClr val="dk1">
                <a:tint val="60000"/>
                <a:hueOff val="0"/>
                <a:satOff val="0"/>
                <a:lumOff val="0"/>
                <a:alphaOff val="0"/>
                <a:shade val="51000"/>
                <a:satMod val="130000"/>
              </a:schemeClr>
            </a:gs>
            <a:gs pos="80000">
              <a:schemeClr val="dk1">
                <a:tint val="60000"/>
                <a:hueOff val="0"/>
                <a:satOff val="0"/>
                <a:lumOff val="0"/>
                <a:alphaOff val="0"/>
                <a:shade val="93000"/>
                <a:satMod val="130000"/>
              </a:schemeClr>
            </a:gs>
            <a:gs pos="100000">
              <a:schemeClr val="dk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AC8DF3D-C7B5-4E29-ABC6-573BF31D1BE4}">
      <dsp:nvSpPr>
        <dsp:cNvPr id="0" name=""/>
        <dsp:cNvSpPr/>
      </dsp:nvSpPr>
      <dsp:spPr>
        <a:xfrm>
          <a:off x="1268571" y="593152"/>
          <a:ext cx="3959055" cy="3959055"/>
        </a:xfrm>
        <a:prstGeom prst="blockArc">
          <a:avLst>
            <a:gd name="adj1" fmla="val 16200000"/>
            <a:gd name="adj2" fmla="val 0"/>
            <a:gd name="adj3" fmla="val 4637"/>
          </a:avLst>
        </a:prstGeom>
        <a:gradFill rotWithShape="0">
          <a:gsLst>
            <a:gs pos="0">
              <a:schemeClr val="dk1">
                <a:tint val="60000"/>
                <a:hueOff val="0"/>
                <a:satOff val="0"/>
                <a:lumOff val="0"/>
                <a:alphaOff val="0"/>
                <a:shade val="51000"/>
                <a:satMod val="130000"/>
              </a:schemeClr>
            </a:gs>
            <a:gs pos="80000">
              <a:schemeClr val="dk1">
                <a:tint val="60000"/>
                <a:hueOff val="0"/>
                <a:satOff val="0"/>
                <a:lumOff val="0"/>
                <a:alphaOff val="0"/>
                <a:shade val="93000"/>
                <a:satMod val="130000"/>
              </a:schemeClr>
            </a:gs>
            <a:gs pos="100000">
              <a:schemeClr val="dk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F786E7A-0B36-4F14-AAE0-49BB75557042}">
      <dsp:nvSpPr>
        <dsp:cNvPr id="0" name=""/>
        <dsp:cNvSpPr/>
      </dsp:nvSpPr>
      <dsp:spPr>
        <a:xfrm>
          <a:off x="2434439" y="1657619"/>
          <a:ext cx="1701880" cy="1821225"/>
        </a:xfrm>
        <a:prstGeom prst="ellipse">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noProof="0" dirty="0"/>
            <a:t>Cost Manage-</a:t>
          </a:r>
          <a:r>
            <a:rPr lang="en-US" sz="1600" b="1" kern="1200" noProof="0" dirty="0" err="1"/>
            <a:t>ment</a:t>
          </a:r>
          <a:r>
            <a:rPr lang="en-US" sz="1600" b="1" kern="1200" noProof="0" dirty="0"/>
            <a:t>  </a:t>
          </a:r>
        </a:p>
      </dsp:txBody>
      <dsp:txXfrm>
        <a:off x="2683674" y="1924331"/>
        <a:ext cx="1203410" cy="1287801"/>
      </dsp:txXfrm>
    </dsp:sp>
    <dsp:sp modelId="{63E18994-DFAA-4775-BC1A-9A14498BDE3E}">
      <dsp:nvSpPr>
        <dsp:cNvPr id="0" name=""/>
        <dsp:cNvSpPr/>
      </dsp:nvSpPr>
      <dsp:spPr>
        <a:xfrm>
          <a:off x="2110269" y="1618"/>
          <a:ext cx="2275659" cy="1274858"/>
        </a:xfrm>
        <a:prstGeom prst="ellipse">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noProof="0" dirty="0"/>
            <a:t>Plan Cost Management</a:t>
          </a:r>
        </a:p>
      </dsp:txBody>
      <dsp:txXfrm>
        <a:off x="2443532" y="188317"/>
        <a:ext cx="1609133" cy="901460"/>
      </dsp:txXfrm>
    </dsp:sp>
    <dsp:sp modelId="{BC6CE0C6-B21F-4B4E-AB9C-4121C6009EC5}">
      <dsp:nvSpPr>
        <dsp:cNvPr id="0" name=""/>
        <dsp:cNvSpPr/>
      </dsp:nvSpPr>
      <dsp:spPr>
        <a:xfrm>
          <a:off x="4319507" y="1935250"/>
          <a:ext cx="1724449" cy="1274858"/>
        </a:xfrm>
        <a:prstGeom prst="ellipse">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noProof="0" dirty="0"/>
            <a:t>Estimate Costs</a:t>
          </a:r>
        </a:p>
      </dsp:txBody>
      <dsp:txXfrm>
        <a:off x="4572047" y="2121949"/>
        <a:ext cx="1219369" cy="901460"/>
      </dsp:txXfrm>
    </dsp:sp>
    <dsp:sp modelId="{A960BF46-3E48-408C-8AE1-7AFCA29C8093}">
      <dsp:nvSpPr>
        <dsp:cNvPr id="0" name=""/>
        <dsp:cNvSpPr/>
      </dsp:nvSpPr>
      <dsp:spPr>
        <a:xfrm>
          <a:off x="2316101" y="3868883"/>
          <a:ext cx="1863995" cy="1274858"/>
        </a:xfrm>
        <a:prstGeom prst="ellipse">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noProof="0" dirty="0"/>
            <a:t>Determine Budget</a:t>
          </a:r>
        </a:p>
      </dsp:txBody>
      <dsp:txXfrm>
        <a:off x="2589077" y="4055582"/>
        <a:ext cx="1318043" cy="901460"/>
      </dsp:txXfrm>
    </dsp:sp>
    <dsp:sp modelId="{EB8F0F45-29FD-411A-AB46-4AF76024996F}">
      <dsp:nvSpPr>
        <dsp:cNvPr id="0" name=""/>
        <dsp:cNvSpPr/>
      </dsp:nvSpPr>
      <dsp:spPr>
        <a:xfrm>
          <a:off x="364754" y="1935250"/>
          <a:ext cx="1899423" cy="1274858"/>
        </a:xfrm>
        <a:prstGeom prst="ellipse">
          <a:avLst/>
        </a:prstGeom>
        <a:solidFill>
          <a:schemeClr val="bg1"/>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noProof="0" dirty="0"/>
            <a:t>Control Costs</a:t>
          </a:r>
        </a:p>
      </dsp:txBody>
      <dsp:txXfrm>
        <a:off x="642918" y="2121949"/>
        <a:ext cx="1343095" cy="901460"/>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F96CB9-E9ED-4BEE-AE21-3D24A255DE70}">
      <dsp:nvSpPr>
        <dsp:cNvPr id="0" name=""/>
        <dsp:cNvSpPr/>
      </dsp:nvSpPr>
      <dsp:spPr>
        <a:xfrm>
          <a:off x="842832" y="1102"/>
          <a:ext cx="1924124" cy="962062"/>
        </a:xfrm>
        <a:prstGeom prst="roundRect">
          <a:avLst>
            <a:gd name="adj" fmla="val 10000"/>
          </a:avLst>
        </a:prstGeom>
        <a:solidFill>
          <a:srgbClr val="000000">
            <a:alpha val="90000"/>
            <a:tint val="40000"/>
            <a:hueOff val="0"/>
            <a:satOff val="0"/>
            <a:lumOff val="0"/>
            <a:alphaOff val="0"/>
          </a:srgbClr>
        </a:solidFill>
        <a:ln w="9525" cap="flat" cmpd="sng" algn="ctr">
          <a:solidFill>
            <a:srgbClr val="000000">
              <a:hueOff val="0"/>
              <a:satOff val="0"/>
              <a:lumOff val="0"/>
              <a:alphaOff val="0"/>
            </a:srgbClr>
          </a:solidFill>
          <a:prstDash val="solid"/>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noProof="0" dirty="0">
              <a:solidFill>
                <a:srgbClr val="000000">
                  <a:hueOff val="0"/>
                  <a:satOff val="0"/>
                  <a:lumOff val="0"/>
                  <a:alphaOff val="0"/>
                </a:srgbClr>
              </a:solidFill>
              <a:latin typeface="Times New Roman"/>
              <a:ea typeface="+mn-ea"/>
              <a:cs typeface="+mn-cs"/>
            </a:rPr>
            <a:t>Introduction </a:t>
          </a:r>
        </a:p>
      </dsp:txBody>
      <dsp:txXfrm>
        <a:off x="871010" y="29280"/>
        <a:ext cx="1867768" cy="905706"/>
      </dsp:txXfrm>
    </dsp:sp>
    <dsp:sp modelId="{E31FB513-1FC4-4A85-89DB-B54286025CA2}">
      <dsp:nvSpPr>
        <dsp:cNvPr id="0" name=""/>
        <dsp:cNvSpPr/>
      </dsp:nvSpPr>
      <dsp:spPr>
        <a:xfrm>
          <a:off x="1035244" y="963164"/>
          <a:ext cx="192412" cy="721546"/>
        </a:xfrm>
        <a:custGeom>
          <a:avLst/>
          <a:gdLst/>
          <a:ahLst/>
          <a:cxnLst/>
          <a:rect l="0" t="0" r="0" b="0"/>
          <a:pathLst>
            <a:path>
              <a:moveTo>
                <a:pt x="0" y="0"/>
              </a:moveTo>
              <a:lnTo>
                <a:pt x="0" y="721546"/>
              </a:lnTo>
              <a:lnTo>
                <a:pt x="192412" y="721546"/>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4F163B2-4AA4-40FA-AE90-358ECAEA8DD7}">
      <dsp:nvSpPr>
        <dsp:cNvPr id="0" name=""/>
        <dsp:cNvSpPr/>
      </dsp:nvSpPr>
      <dsp:spPr>
        <a:xfrm>
          <a:off x="1227657" y="1203680"/>
          <a:ext cx="1539299" cy="962062"/>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noProof="0" dirty="0"/>
            <a:t>Business Case</a:t>
          </a:r>
        </a:p>
      </dsp:txBody>
      <dsp:txXfrm>
        <a:off x="1255835" y="1231858"/>
        <a:ext cx="1482943" cy="905706"/>
      </dsp:txXfrm>
    </dsp:sp>
    <dsp:sp modelId="{70E0E0F7-608A-4A7C-BD9C-A80B9344F7C5}">
      <dsp:nvSpPr>
        <dsp:cNvPr id="0" name=""/>
        <dsp:cNvSpPr/>
      </dsp:nvSpPr>
      <dsp:spPr>
        <a:xfrm>
          <a:off x="3247987" y="1102"/>
          <a:ext cx="1924124" cy="962062"/>
        </a:xfrm>
        <a:prstGeom prst="roundRect">
          <a:avLst>
            <a:gd name="adj" fmla="val 10000"/>
          </a:avLst>
        </a:prstGeom>
        <a:solidFill>
          <a:srgbClr val="000000">
            <a:alpha val="90000"/>
            <a:tint val="40000"/>
            <a:hueOff val="0"/>
            <a:satOff val="0"/>
            <a:lumOff val="0"/>
            <a:alphaOff val="0"/>
          </a:srgbClr>
        </a:solidFill>
        <a:ln w="9525" cap="flat" cmpd="sng" algn="ctr">
          <a:solidFill>
            <a:srgbClr val="000000">
              <a:hueOff val="0"/>
              <a:satOff val="0"/>
              <a:lumOff val="0"/>
              <a:alphaOff val="0"/>
            </a:srgbClr>
          </a:solidFill>
          <a:prstDash val="solid"/>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noProof="0" dirty="0">
              <a:solidFill>
                <a:srgbClr val="000000">
                  <a:hueOff val="0"/>
                  <a:satOff val="0"/>
                  <a:lumOff val="0"/>
                  <a:alphaOff val="0"/>
                </a:srgbClr>
              </a:solidFill>
              <a:latin typeface="Times New Roman"/>
              <a:ea typeface="+mn-ea"/>
              <a:cs typeface="+mn-cs"/>
            </a:rPr>
            <a:t>Summary</a:t>
          </a:r>
        </a:p>
      </dsp:txBody>
      <dsp:txXfrm>
        <a:off x="3276165" y="29280"/>
        <a:ext cx="1867768" cy="905706"/>
      </dsp:txXfrm>
    </dsp:sp>
    <dsp:sp modelId="{1FCD122D-916E-483D-84BD-98D271196CF3}">
      <dsp:nvSpPr>
        <dsp:cNvPr id="0" name=""/>
        <dsp:cNvSpPr/>
      </dsp:nvSpPr>
      <dsp:spPr>
        <a:xfrm>
          <a:off x="3440400" y="963164"/>
          <a:ext cx="192412" cy="721546"/>
        </a:xfrm>
        <a:custGeom>
          <a:avLst/>
          <a:gdLst/>
          <a:ahLst/>
          <a:cxnLst/>
          <a:rect l="0" t="0" r="0" b="0"/>
          <a:pathLst>
            <a:path>
              <a:moveTo>
                <a:pt x="0" y="0"/>
              </a:moveTo>
              <a:lnTo>
                <a:pt x="0" y="721546"/>
              </a:lnTo>
              <a:lnTo>
                <a:pt x="192412" y="721546"/>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8E440E7-4BC8-480A-8554-48C639EAB6FE}">
      <dsp:nvSpPr>
        <dsp:cNvPr id="0" name=""/>
        <dsp:cNvSpPr/>
      </dsp:nvSpPr>
      <dsp:spPr>
        <a:xfrm>
          <a:off x="3632812" y="1203680"/>
          <a:ext cx="1539299" cy="962062"/>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noProof="0" dirty="0"/>
            <a:t>Tree </a:t>
          </a:r>
        </a:p>
      </dsp:txBody>
      <dsp:txXfrm>
        <a:off x="3660990" y="1231858"/>
        <a:ext cx="1482943" cy="905706"/>
      </dsp:txXfrm>
    </dsp:sp>
    <dsp:sp modelId="{77B59046-BCA4-461E-88EB-4659A9DC0944}">
      <dsp:nvSpPr>
        <dsp:cNvPr id="0" name=""/>
        <dsp:cNvSpPr/>
      </dsp:nvSpPr>
      <dsp:spPr>
        <a:xfrm>
          <a:off x="3440400" y="963164"/>
          <a:ext cx="192412" cy="1924124"/>
        </a:xfrm>
        <a:custGeom>
          <a:avLst/>
          <a:gdLst/>
          <a:ahLst/>
          <a:cxnLst/>
          <a:rect l="0" t="0" r="0" b="0"/>
          <a:pathLst>
            <a:path>
              <a:moveTo>
                <a:pt x="0" y="0"/>
              </a:moveTo>
              <a:lnTo>
                <a:pt x="0" y="1924124"/>
              </a:lnTo>
              <a:lnTo>
                <a:pt x="192412" y="1924124"/>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1A23923-1F70-4212-BC19-5F72F6C19A92}">
      <dsp:nvSpPr>
        <dsp:cNvPr id="0" name=""/>
        <dsp:cNvSpPr/>
      </dsp:nvSpPr>
      <dsp:spPr>
        <a:xfrm>
          <a:off x="3632812" y="2406257"/>
          <a:ext cx="1539299" cy="962062"/>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noProof="0" dirty="0"/>
            <a:t>Table </a:t>
          </a:r>
        </a:p>
      </dsp:txBody>
      <dsp:txXfrm>
        <a:off x="3660990" y="2434435"/>
        <a:ext cx="1482943" cy="905706"/>
      </dsp:txXfrm>
    </dsp:sp>
    <dsp:sp modelId="{9D92FCEA-770E-4B2D-AEBB-6E7D3F0A6877}">
      <dsp:nvSpPr>
        <dsp:cNvPr id="0" name=""/>
        <dsp:cNvSpPr/>
      </dsp:nvSpPr>
      <dsp:spPr>
        <a:xfrm>
          <a:off x="5653143" y="1102"/>
          <a:ext cx="1924124" cy="962062"/>
        </a:xfrm>
        <a:prstGeom prst="roundRect">
          <a:avLst>
            <a:gd name="adj" fmla="val 10000"/>
          </a:avLst>
        </a:prstGeom>
        <a:solidFill>
          <a:srgbClr val="000000">
            <a:alpha val="90000"/>
            <a:tint val="40000"/>
            <a:hueOff val="0"/>
            <a:satOff val="0"/>
            <a:lumOff val="0"/>
            <a:alphaOff val="0"/>
          </a:srgbClr>
        </a:solidFill>
        <a:ln w="9525" cap="flat" cmpd="sng" algn="ctr">
          <a:solidFill>
            <a:srgbClr val="000000">
              <a:hueOff val="0"/>
              <a:satOff val="0"/>
              <a:lumOff val="0"/>
              <a:alphaOff val="0"/>
            </a:srgbClr>
          </a:solidFill>
          <a:prstDash val="solid"/>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noProof="0" dirty="0">
              <a:solidFill>
                <a:srgbClr val="000000">
                  <a:hueOff val="0"/>
                  <a:satOff val="0"/>
                  <a:lumOff val="0"/>
                  <a:alphaOff val="0"/>
                </a:srgbClr>
              </a:solidFill>
              <a:latin typeface="Times New Roman"/>
              <a:ea typeface="+mn-ea"/>
              <a:cs typeface="+mn-cs"/>
            </a:rPr>
            <a:t>Detail</a:t>
          </a:r>
        </a:p>
      </dsp:txBody>
      <dsp:txXfrm>
        <a:off x="5681321" y="29280"/>
        <a:ext cx="1867768" cy="905706"/>
      </dsp:txXfrm>
    </dsp:sp>
    <dsp:sp modelId="{119E6A24-5C5F-48A3-89A1-E7E45FE03184}">
      <dsp:nvSpPr>
        <dsp:cNvPr id="0" name=""/>
        <dsp:cNvSpPr/>
      </dsp:nvSpPr>
      <dsp:spPr>
        <a:xfrm>
          <a:off x="5845555" y="963164"/>
          <a:ext cx="192412" cy="721546"/>
        </a:xfrm>
        <a:custGeom>
          <a:avLst/>
          <a:gdLst/>
          <a:ahLst/>
          <a:cxnLst/>
          <a:rect l="0" t="0" r="0" b="0"/>
          <a:pathLst>
            <a:path>
              <a:moveTo>
                <a:pt x="0" y="0"/>
              </a:moveTo>
              <a:lnTo>
                <a:pt x="0" y="721546"/>
              </a:lnTo>
              <a:lnTo>
                <a:pt x="192412" y="721546"/>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E673B29-0C1D-4F5D-A589-95BB926432DE}">
      <dsp:nvSpPr>
        <dsp:cNvPr id="0" name=""/>
        <dsp:cNvSpPr/>
      </dsp:nvSpPr>
      <dsp:spPr>
        <a:xfrm>
          <a:off x="6037968" y="1203680"/>
          <a:ext cx="1539299" cy="962062"/>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l" defTabSz="711200">
            <a:lnSpc>
              <a:spcPct val="90000"/>
            </a:lnSpc>
            <a:spcBef>
              <a:spcPct val="0"/>
            </a:spcBef>
            <a:spcAft>
              <a:spcPct val="35000"/>
            </a:spcAft>
            <a:buNone/>
          </a:pPr>
          <a:r>
            <a:rPr lang="en-US" sz="1600" kern="1200" noProof="0" dirty="0"/>
            <a:t>Project Costs </a:t>
          </a:r>
        </a:p>
        <a:p>
          <a:pPr marL="114300" lvl="1" indent="-114300" algn="l" defTabSz="533400">
            <a:lnSpc>
              <a:spcPct val="90000"/>
            </a:lnSpc>
            <a:spcBef>
              <a:spcPct val="0"/>
            </a:spcBef>
            <a:spcAft>
              <a:spcPct val="15000"/>
            </a:spcAft>
            <a:buChar char="•"/>
          </a:pPr>
          <a:r>
            <a:rPr lang="en-US" sz="1200" kern="1200" noProof="0" dirty="0"/>
            <a:t>Items considered</a:t>
          </a:r>
        </a:p>
        <a:p>
          <a:pPr marL="114300" lvl="1" indent="-114300" algn="l" defTabSz="533400">
            <a:lnSpc>
              <a:spcPct val="90000"/>
            </a:lnSpc>
            <a:spcBef>
              <a:spcPct val="0"/>
            </a:spcBef>
            <a:spcAft>
              <a:spcPct val="15000"/>
            </a:spcAft>
            <a:buChar char="•"/>
          </a:pPr>
          <a:r>
            <a:rPr lang="en-US" sz="1200" kern="1200" noProof="0" dirty="0"/>
            <a:t>Assumptions </a:t>
          </a:r>
        </a:p>
        <a:p>
          <a:pPr marL="114300" lvl="1" indent="-114300" algn="l" defTabSz="533400">
            <a:lnSpc>
              <a:spcPct val="90000"/>
            </a:lnSpc>
            <a:spcBef>
              <a:spcPct val="0"/>
            </a:spcBef>
            <a:spcAft>
              <a:spcPct val="15000"/>
            </a:spcAft>
            <a:buChar char="•"/>
          </a:pPr>
          <a:r>
            <a:rPr lang="en-US" sz="1200" kern="1200" noProof="0" dirty="0"/>
            <a:t>Values </a:t>
          </a:r>
        </a:p>
      </dsp:txBody>
      <dsp:txXfrm>
        <a:off x="6066146" y="1231858"/>
        <a:ext cx="1482943" cy="905706"/>
      </dsp:txXfrm>
    </dsp:sp>
    <dsp:sp modelId="{0E12777A-4385-4734-8849-B5F7B1216D4E}">
      <dsp:nvSpPr>
        <dsp:cNvPr id="0" name=""/>
        <dsp:cNvSpPr/>
      </dsp:nvSpPr>
      <dsp:spPr>
        <a:xfrm>
          <a:off x="5845555" y="963164"/>
          <a:ext cx="192412" cy="1924124"/>
        </a:xfrm>
        <a:custGeom>
          <a:avLst/>
          <a:gdLst/>
          <a:ahLst/>
          <a:cxnLst/>
          <a:rect l="0" t="0" r="0" b="0"/>
          <a:pathLst>
            <a:path>
              <a:moveTo>
                <a:pt x="0" y="0"/>
              </a:moveTo>
              <a:lnTo>
                <a:pt x="0" y="1924124"/>
              </a:lnTo>
              <a:lnTo>
                <a:pt x="192412" y="1924124"/>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C7669F6-07C2-4637-8E88-0D7DEB7611AD}">
      <dsp:nvSpPr>
        <dsp:cNvPr id="0" name=""/>
        <dsp:cNvSpPr/>
      </dsp:nvSpPr>
      <dsp:spPr>
        <a:xfrm>
          <a:off x="6037968" y="2406257"/>
          <a:ext cx="1539299" cy="962062"/>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l" defTabSz="711200">
            <a:lnSpc>
              <a:spcPct val="90000"/>
            </a:lnSpc>
            <a:spcBef>
              <a:spcPct val="0"/>
            </a:spcBef>
            <a:spcAft>
              <a:spcPct val="35000"/>
            </a:spcAft>
            <a:buNone/>
          </a:pPr>
          <a:r>
            <a:rPr lang="en-US" sz="1600" kern="1200" noProof="0" dirty="0"/>
            <a:t>Benefits </a:t>
          </a:r>
        </a:p>
        <a:p>
          <a:pPr marL="114300" lvl="1" indent="-114300" algn="l" defTabSz="533400">
            <a:lnSpc>
              <a:spcPct val="90000"/>
            </a:lnSpc>
            <a:spcBef>
              <a:spcPct val="0"/>
            </a:spcBef>
            <a:spcAft>
              <a:spcPct val="15000"/>
            </a:spcAft>
            <a:buChar char="•"/>
          </a:pPr>
          <a:r>
            <a:rPr lang="en-US" sz="1200" kern="1200" noProof="0" dirty="0"/>
            <a:t>Items considered</a:t>
          </a:r>
        </a:p>
        <a:p>
          <a:pPr marL="114300" lvl="1" indent="-114300" algn="l" defTabSz="533400">
            <a:lnSpc>
              <a:spcPct val="90000"/>
            </a:lnSpc>
            <a:spcBef>
              <a:spcPct val="0"/>
            </a:spcBef>
            <a:spcAft>
              <a:spcPct val="15000"/>
            </a:spcAft>
            <a:buChar char="•"/>
          </a:pPr>
          <a:r>
            <a:rPr lang="en-US" sz="1200" kern="1200" noProof="0" dirty="0"/>
            <a:t>Assumptions </a:t>
          </a:r>
        </a:p>
        <a:p>
          <a:pPr marL="114300" lvl="1" indent="-114300" algn="l" defTabSz="533400">
            <a:lnSpc>
              <a:spcPct val="90000"/>
            </a:lnSpc>
            <a:spcBef>
              <a:spcPct val="0"/>
            </a:spcBef>
            <a:spcAft>
              <a:spcPct val="15000"/>
            </a:spcAft>
            <a:buChar char="•"/>
          </a:pPr>
          <a:r>
            <a:rPr lang="en-US" sz="1200" kern="1200" noProof="0" dirty="0"/>
            <a:t>Values </a:t>
          </a:r>
        </a:p>
      </dsp:txBody>
      <dsp:txXfrm>
        <a:off x="6066146" y="2434435"/>
        <a:ext cx="1482943" cy="905706"/>
      </dsp:txXfrm>
    </dsp:sp>
    <dsp:sp modelId="{C00C57EF-E57F-442A-A24F-EE2DCA8E2676}">
      <dsp:nvSpPr>
        <dsp:cNvPr id="0" name=""/>
        <dsp:cNvSpPr/>
      </dsp:nvSpPr>
      <dsp:spPr>
        <a:xfrm>
          <a:off x="5845555" y="963164"/>
          <a:ext cx="192412" cy="3126702"/>
        </a:xfrm>
        <a:custGeom>
          <a:avLst/>
          <a:gdLst/>
          <a:ahLst/>
          <a:cxnLst/>
          <a:rect l="0" t="0" r="0" b="0"/>
          <a:pathLst>
            <a:path>
              <a:moveTo>
                <a:pt x="0" y="0"/>
              </a:moveTo>
              <a:lnTo>
                <a:pt x="0" y="3126702"/>
              </a:lnTo>
              <a:lnTo>
                <a:pt x="192412" y="3126702"/>
              </a:lnTo>
            </a:path>
          </a:pathLst>
        </a:custGeom>
        <a:noFill/>
        <a:ln w="9525" cap="flat" cmpd="sng" algn="ctr">
          <a:solidFill>
            <a:schemeClr val="dk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09710A2-D420-48DA-B0B2-A478EC5CE732}">
      <dsp:nvSpPr>
        <dsp:cNvPr id="0" name=""/>
        <dsp:cNvSpPr/>
      </dsp:nvSpPr>
      <dsp:spPr>
        <a:xfrm>
          <a:off x="6037968" y="3608835"/>
          <a:ext cx="1539299" cy="962062"/>
        </a:xfrm>
        <a:prstGeom prst="roundRect">
          <a:avLst>
            <a:gd name="adj" fmla="val 10000"/>
          </a:avLst>
        </a:prstGeom>
        <a:solidFill>
          <a:schemeClr val="dk1">
            <a:alpha val="90000"/>
            <a:tint val="40000"/>
            <a:hueOff val="0"/>
            <a:satOff val="0"/>
            <a:lumOff val="0"/>
            <a:alphaOff val="0"/>
          </a:schemeClr>
        </a:solidFill>
        <a:ln w="9525" cap="flat" cmpd="sng" algn="ctr">
          <a:solidFill>
            <a:schemeClr val="dk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l" defTabSz="711200">
            <a:lnSpc>
              <a:spcPct val="90000"/>
            </a:lnSpc>
            <a:spcBef>
              <a:spcPct val="0"/>
            </a:spcBef>
            <a:spcAft>
              <a:spcPct val="35000"/>
            </a:spcAft>
            <a:buNone/>
          </a:pPr>
          <a:r>
            <a:rPr lang="en-US" sz="1600" kern="1200" noProof="0" dirty="0"/>
            <a:t>Annual Costs  </a:t>
          </a:r>
        </a:p>
        <a:p>
          <a:pPr marL="114300" lvl="1" indent="-114300" algn="l" defTabSz="533400">
            <a:lnSpc>
              <a:spcPct val="90000"/>
            </a:lnSpc>
            <a:spcBef>
              <a:spcPct val="0"/>
            </a:spcBef>
            <a:spcAft>
              <a:spcPct val="15000"/>
            </a:spcAft>
            <a:buChar char="•"/>
          </a:pPr>
          <a:r>
            <a:rPr lang="en-US" sz="1200" kern="1200" noProof="0" dirty="0"/>
            <a:t>Items considered</a:t>
          </a:r>
        </a:p>
        <a:p>
          <a:pPr marL="114300" lvl="1" indent="-114300" algn="l" defTabSz="533400">
            <a:lnSpc>
              <a:spcPct val="90000"/>
            </a:lnSpc>
            <a:spcBef>
              <a:spcPct val="0"/>
            </a:spcBef>
            <a:spcAft>
              <a:spcPct val="15000"/>
            </a:spcAft>
            <a:buChar char="•"/>
          </a:pPr>
          <a:r>
            <a:rPr lang="en-US" sz="1200" kern="1200" noProof="0" dirty="0"/>
            <a:t>Assumptions </a:t>
          </a:r>
        </a:p>
        <a:p>
          <a:pPr marL="114300" lvl="1" indent="-114300" algn="l" defTabSz="533400">
            <a:lnSpc>
              <a:spcPct val="90000"/>
            </a:lnSpc>
            <a:spcBef>
              <a:spcPct val="0"/>
            </a:spcBef>
            <a:spcAft>
              <a:spcPct val="15000"/>
            </a:spcAft>
            <a:buChar char="•"/>
          </a:pPr>
          <a:r>
            <a:rPr lang="en-US" sz="1200" kern="1200" noProof="0" dirty="0"/>
            <a:t>Values </a:t>
          </a:r>
        </a:p>
      </dsp:txBody>
      <dsp:txXfrm>
        <a:off x="6066146" y="3637013"/>
        <a:ext cx="1482943" cy="905706"/>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3D85F0-72F2-4F67-87E2-E968149E4678}">
      <dsp:nvSpPr>
        <dsp:cNvPr id="0" name=""/>
        <dsp:cNvSpPr/>
      </dsp:nvSpPr>
      <dsp:spPr>
        <a:xfrm>
          <a:off x="0" y="0"/>
          <a:ext cx="1617663" cy="1143000"/>
        </a:xfrm>
        <a:prstGeom prst="roundRect">
          <a:avLst>
            <a:gd name="adj" fmla="val 10000"/>
          </a:avLst>
        </a:prstGeom>
        <a:solidFill>
          <a:srgbClr val="FFC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a:solidFill>
                <a:schemeClr val="tx1"/>
              </a:solidFill>
            </a:rPr>
            <a:t>Business Case </a:t>
          </a:r>
          <a:endParaRPr lang="en-US" sz="2700" kern="1200" dirty="0">
            <a:solidFill>
              <a:schemeClr val="tx1"/>
            </a:solidFill>
          </a:endParaRPr>
        </a:p>
      </dsp:txBody>
      <dsp:txXfrm>
        <a:off x="33477" y="33477"/>
        <a:ext cx="1550709" cy="1076046"/>
      </dsp:txXfrm>
    </dsp:sp>
    <dsp:sp modelId="{66E79B89-0DC6-4C62-97CC-30E12CDBC28C}">
      <dsp:nvSpPr>
        <dsp:cNvPr id="0" name=""/>
        <dsp:cNvSpPr/>
      </dsp:nvSpPr>
      <dsp:spPr>
        <a:xfrm rot="5400000">
          <a:off x="594519" y="1171575"/>
          <a:ext cx="428625" cy="514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54527" y="1214438"/>
        <a:ext cx="308610" cy="300038"/>
      </dsp:txXfrm>
    </dsp:sp>
    <dsp:sp modelId="{DD23B297-D832-4D5B-A073-B051F73CD0EF}">
      <dsp:nvSpPr>
        <dsp:cNvPr id="0" name=""/>
        <dsp:cNvSpPr/>
      </dsp:nvSpPr>
      <dsp:spPr>
        <a:xfrm>
          <a:off x="0" y="1714500"/>
          <a:ext cx="1617663" cy="114300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err="1">
              <a:solidFill>
                <a:schemeClr val="tx1"/>
              </a:solidFill>
            </a:rPr>
            <a:t>Summary</a:t>
          </a:r>
          <a:endParaRPr lang="en-US" sz="2700" kern="1200" dirty="0">
            <a:solidFill>
              <a:schemeClr val="tx1"/>
            </a:solidFill>
          </a:endParaRPr>
        </a:p>
      </dsp:txBody>
      <dsp:txXfrm>
        <a:off x="33477" y="1747977"/>
        <a:ext cx="1550709" cy="1076046"/>
      </dsp:txXfrm>
    </dsp:sp>
    <dsp:sp modelId="{6A6B723D-6EA0-4A2D-9DC5-6198C6D3EA84}">
      <dsp:nvSpPr>
        <dsp:cNvPr id="0" name=""/>
        <dsp:cNvSpPr/>
      </dsp:nvSpPr>
      <dsp:spPr>
        <a:xfrm rot="5400000">
          <a:off x="594519" y="2886075"/>
          <a:ext cx="428625" cy="514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54527" y="2928938"/>
        <a:ext cx="308610" cy="300038"/>
      </dsp:txXfrm>
    </dsp:sp>
    <dsp:sp modelId="{0234C6C3-BEA9-4B69-AAEE-53664E13040F}">
      <dsp:nvSpPr>
        <dsp:cNvPr id="0" name=""/>
        <dsp:cNvSpPr/>
      </dsp:nvSpPr>
      <dsp:spPr>
        <a:xfrm>
          <a:off x="0" y="3429000"/>
          <a:ext cx="1617663" cy="114300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err="1">
              <a:solidFill>
                <a:schemeClr val="tx1"/>
              </a:solidFill>
            </a:rPr>
            <a:t>Detail</a:t>
          </a:r>
          <a:endParaRPr lang="en-US" sz="2700" kern="1200" dirty="0">
            <a:solidFill>
              <a:schemeClr val="tx1"/>
            </a:solidFill>
          </a:endParaRPr>
        </a:p>
      </dsp:txBody>
      <dsp:txXfrm>
        <a:off x="33477" y="3462477"/>
        <a:ext cx="1550709" cy="1076046"/>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3D85F0-72F2-4F67-87E2-E968149E4678}">
      <dsp:nvSpPr>
        <dsp:cNvPr id="0" name=""/>
        <dsp:cNvSpPr/>
      </dsp:nvSpPr>
      <dsp:spPr>
        <a:xfrm>
          <a:off x="0" y="0"/>
          <a:ext cx="1617663" cy="1143000"/>
        </a:xfrm>
        <a:prstGeom prst="roundRect">
          <a:avLst>
            <a:gd name="adj" fmla="val 10000"/>
          </a:avLst>
        </a:prstGeom>
        <a:solidFill>
          <a:srgbClr val="FFC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a:solidFill>
                <a:schemeClr val="tx1"/>
              </a:solidFill>
            </a:rPr>
            <a:t>Business Case </a:t>
          </a:r>
          <a:endParaRPr lang="en-US" sz="2700" kern="1200" dirty="0">
            <a:solidFill>
              <a:schemeClr val="tx1"/>
            </a:solidFill>
          </a:endParaRPr>
        </a:p>
      </dsp:txBody>
      <dsp:txXfrm>
        <a:off x="33477" y="33477"/>
        <a:ext cx="1550709" cy="1076046"/>
      </dsp:txXfrm>
    </dsp:sp>
    <dsp:sp modelId="{66E79B89-0DC6-4C62-97CC-30E12CDBC28C}">
      <dsp:nvSpPr>
        <dsp:cNvPr id="0" name=""/>
        <dsp:cNvSpPr/>
      </dsp:nvSpPr>
      <dsp:spPr>
        <a:xfrm rot="5400000">
          <a:off x="594519" y="1171575"/>
          <a:ext cx="428625" cy="514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54527" y="1214438"/>
        <a:ext cx="308610" cy="300038"/>
      </dsp:txXfrm>
    </dsp:sp>
    <dsp:sp modelId="{DD23B297-D832-4D5B-A073-B051F73CD0EF}">
      <dsp:nvSpPr>
        <dsp:cNvPr id="0" name=""/>
        <dsp:cNvSpPr/>
      </dsp:nvSpPr>
      <dsp:spPr>
        <a:xfrm>
          <a:off x="0" y="1714500"/>
          <a:ext cx="1617663" cy="114300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err="1">
              <a:solidFill>
                <a:schemeClr val="tx1"/>
              </a:solidFill>
            </a:rPr>
            <a:t>Summary</a:t>
          </a:r>
          <a:endParaRPr lang="en-US" sz="2700" kern="1200" dirty="0">
            <a:solidFill>
              <a:schemeClr val="tx1"/>
            </a:solidFill>
          </a:endParaRPr>
        </a:p>
      </dsp:txBody>
      <dsp:txXfrm>
        <a:off x="33477" y="1747977"/>
        <a:ext cx="1550709" cy="1076046"/>
      </dsp:txXfrm>
    </dsp:sp>
    <dsp:sp modelId="{6A6B723D-6EA0-4A2D-9DC5-6198C6D3EA84}">
      <dsp:nvSpPr>
        <dsp:cNvPr id="0" name=""/>
        <dsp:cNvSpPr/>
      </dsp:nvSpPr>
      <dsp:spPr>
        <a:xfrm rot="5400000">
          <a:off x="594519" y="2886075"/>
          <a:ext cx="428625" cy="514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54527" y="2928938"/>
        <a:ext cx="308610" cy="300038"/>
      </dsp:txXfrm>
    </dsp:sp>
    <dsp:sp modelId="{0234C6C3-BEA9-4B69-AAEE-53664E13040F}">
      <dsp:nvSpPr>
        <dsp:cNvPr id="0" name=""/>
        <dsp:cNvSpPr/>
      </dsp:nvSpPr>
      <dsp:spPr>
        <a:xfrm>
          <a:off x="0" y="3429000"/>
          <a:ext cx="1617663" cy="114300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err="1">
              <a:solidFill>
                <a:schemeClr val="tx1"/>
              </a:solidFill>
            </a:rPr>
            <a:t>Detail</a:t>
          </a:r>
          <a:endParaRPr lang="en-US" sz="2700" kern="1200" dirty="0">
            <a:solidFill>
              <a:schemeClr val="tx1"/>
            </a:solidFill>
          </a:endParaRPr>
        </a:p>
      </dsp:txBody>
      <dsp:txXfrm>
        <a:off x="33477" y="3462477"/>
        <a:ext cx="1550709" cy="1076046"/>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3D85F0-72F2-4F67-87E2-E968149E4678}">
      <dsp:nvSpPr>
        <dsp:cNvPr id="0" name=""/>
        <dsp:cNvSpPr/>
      </dsp:nvSpPr>
      <dsp:spPr>
        <a:xfrm>
          <a:off x="0" y="0"/>
          <a:ext cx="1617663" cy="1143000"/>
        </a:xfrm>
        <a:prstGeom prst="roundRect">
          <a:avLst>
            <a:gd name="adj" fmla="val 10000"/>
          </a:avLst>
        </a:prstGeom>
        <a:solidFill>
          <a:srgbClr val="FFC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a:solidFill>
                <a:schemeClr val="tx1"/>
              </a:solidFill>
            </a:rPr>
            <a:t>Business Case </a:t>
          </a:r>
          <a:endParaRPr lang="en-US" sz="2700" kern="1200" dirty="0">
            <a:solidFill>
              <a:schemeClr val="tx1"/>
            </a:solidFill>
          </a:endParaRPr>
        </a:p>
      </dsp:txBody>
      <dsp:txXfrm>
        <a:off x="33477" y="33477"/>
        <a:ext cx="1550709" cy="1076046"/>
      </dsp:txXfrm>
    </dsp:sp>
    <dsp:sp modelId="{66E79B89-0DC6-4C62-97CC-30E12CDBC28C}">
      <dsp:nvSpPr>
        <dsp:cNvPr id="0" name=""/>
        <dsp:cNvSpPr/>
      </dsp:nvSpPr>
      <dsp:spPr>
        <a:xfrm rot="5400000">
          <a:off x="594519" y="1171575"/>
          <a:ext cx="428625" cy="514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54527" y="1214438"/>
        <a:ext cx="308610" cy="300038"/>
      </dsp:txXfrm>
    </dsp:sp>
    <dsp:sp modelId="{DD23B297-D832-4D5B-A073-B051F73CD0EF}">
      <dsp:nvSpPr>
        <dsp:cNvPr id="0" name=""/>
        <dsp:cNvSpPr/>
      </dsp:nvSpPr>
      <dsp:spPr>
        <a:xfrm>
          <a:off x="0" y="1714500"/>
          <a:ext cx="1617663" cy="114300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err="1">
              <a:solidFill>
                <a:schemeClr val="tx1"/>
              </a:solidFill>
            </a:rPr>
            <a:t>Summary</a:t>
          </a:r>
          <a:endParaRPr lang="en-US" sz="2700" kern="1200" dirty="0">
            <a:solidFill>
              <a:schemeClr val="tx1"/>
            </a:solidFill>
          </a:endParaRPr>
        </a:p>
      </dsp:txBody>
      <dsp:txXfrm>
        <a:off x="33477" y="1747977"/>
        <a:ext cx="1550709" cy="1076046"/>
      </dsp:txXfrm>
    </dsp:sp>
    <dsp:sp modelId="{6A6B723D-6EA0-4A2D-9DC5-6198C6D3EA84}">
      <dsp:nvSpPr>
        <dsp:cNvPr id="0" name=""/>
        <dsp:cNvSpPr/>
      </dsp:nvSpPr>
      <dsp:spPr>
        <a:xfrm rot="5400000">
          <a:off x="594519" y="2886075"/>
          <a:ext cx="428625" cy="514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54527" y="2928938"/>
        <a:ext cx="308610" cy="300038"/>
      </dsp:txXfrm>
    </dsp:sp>
    <dsp:sp modelId="{0234C6C3-BEA9-4B69-AAEE-53664E13040F}">
      <dsp:nvSpPr>
        <dsp:cNvPr id="0" name=""/>
        <dsp:cNvSpPr/>
      </dsp:nvSpPr>
      <dsp:spPr>
        <a:xfrm>
          <a:off x="0" y="3429000"/>
          <a:ext cx="1617663" cy="114300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err="1">
              <a:solidFill>
                <a:schemeClr val="tx1"/>
              </a:solidFill>
            </a:rPr>
            <a:t>Detail</a:t>
          </a:r>
          <a:endParaRPr lang="en-US" sz="2700" kern="1200" dirty="0">
            <a:solidFill>
              <a:schemeClr val="tx1"/>
            </a:solidFill>
          </a:endParaRPr>
        </a:p>
      </dsp:txBody>
      <dsp:txXfrm>
        <a:off x="33477" y="3462477"/>
        <a:ext cx="1550709" cy="1076046"/>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3D85F0-72F2-4F67-87E2-E968149E4678}">
      <dsp:nvSpPr>
        <dsp:cNvPr id="0" name=""/>
        <dsp:cNvSpPr/>
      </dsp:nvSpPr>
      <dsp:spPr>
        <a:xfrm>
          <a:off x="0" y="0"/>
          <a:ext cx="1617663" cy="114300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a:solidFill>
                <a:schemeClr val="tx1"/>
              </a:solidFill>
            </a:rPr>
            <a:t>Business Case </a:t>
          </a:r>
          <a:endParaRPr lang="en-US" sz="2700" kern="1200" dirty="0">
            <a:solidFill>
              <a:schemeClr val="tx1"/>
            </a:solidFill>
          </a:endParaRPr>
        </a:p>
      </dsp:txBody>
      <dsp:txXfrm>
        <a:off x="33477" y="33477"/>
        <a:ext cx="1550709" cy="1076046"/>
      </dsp:txXfrm>
    </dsp:sp>
    <dsp:sp modelId="{66E79B89-0DC6-4C62-97CC-30E12CDBC28C}">
      <dsp:nvSpPr>
        <dsp:cNvPr id="0" name=""/>
        <dsp:cNvSpPr/>
      </dsp:nvSpPr>
      <dsp:spPr>
        <a:xfrm rot="5400000">
          <a:off x="594519" y="1171575"/>
          <a:ext cx="428625" cy="514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54527" y="1214438"/>
        <a:ext cx="308610" cy="300038"/>
      </dsp:txXfrm>
    </dsp:sp>
    <dsp:sp modelId="{DD23B297-D832-4D5B-A073-B051F73CD0EF}">
      <dsp:nvSpPr>
        <dsp:cNvPr id="0" name=""/>
        <dsp:cNvSpPr/>
      </dsp:nvSpPr>
      <dsp:spPr>
        <a:xfrm>
          <a:off x="0" y="1714500"/>
          <a:ext cx="1617663" cy="1143000"/>
        </a:xfrm>
        <a:prstGeom prst="roundRect">
          <a:avLst>
            <a:gd name="adj" fmla="val 10000"/>
          </a:avLst>
        </a:prstGeom>
        <a:solidFill>
          <a:srgbClr val="FFC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err="1">
              <a:solidFill>
                <a:schemeClr val="tx1"/>
              </a:solidFill>
            </a:rPr>
            <a:t>Summary</a:t>
          </a:r>
          <a:endParaRPr lang="en-US" sz="2700" kern="1200" dirty="0">
            <a:solidFill>
              <a:schemeClr val="tx1"/>
            </a:solidFill>
          </a:endParaRPr>
        </a:p>
      </dsp:txBody>
      <dsp:txXfrm>
        <a:off x="33477" y="1747977"/>
        <a:ext cx="1550709" cy="1076046"/>
      </dsp:txXfrm>
    </dsp:sp>
    <dsp:sp modelId="{6A6B723D-6EA0-4A2D-9DC5-6198C6D3EA84}">
      <dsp:nvSpPr>
        <dsp:cNvPr id="0" name=""/>
        <dsp:cNvSpPr/>
      </dsp:nvSpPr>
      <dsp:spPr>
        <a:xfrm rot="5400000">
          <a:off x="594519" y="2886075"/>
          <a:ext cx="428625" cy="514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54527" y="2928938"/>
        <a:ext cx="308610" cy="300038"/>
      </dsp:txXfrm>
    </dsp:sp>
    <dsp:sp modelId="{0234C6C3-BEA9-4B69-AAEE-53664E13040F}">
      <dsp:nvSpPr>
        <dsp:cNvPr id="0" name=""/>
        <dsp:cNvSpPr/>
      </dsp:nvSpPr>
      <dsp:spPr>
        <a:xfrm>
          <a:off x="0" y="3429000"/>
          <a:ext cx="1617663" cy="114300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err="1">
              <a:solidFill>
                <a:schemeClr val="tx1"/>
              </a:solidFill>
            </a:rPr>
            <a:t>Detail</a:t>
          </a:r>
          <a:endParaRPr lang="en-US" sz="2700" kern="1200" dirty="0">
            <a:solidFill>
              <a:schemeClr val="tx1"/>
            </a:solidFill>
          </a:endParaRPr>
        </a:p>
      </dsp:txBody>
      <dsp:txXfrm>
        <a:off x="33477" y="3462477"/>
        <a:ext cx="1550709" cy="1076046"/>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3D85F0-72F2-4F67-87E2-E968149E4678}">
      <dsp:nvSpPr>
        <dsp:cNvPr id="0" name=""/>
        <dsp:cNvSpPr/>
      </dsp:nvSpPr>
      <dsp:spPr>
        <a:xfrm>
          <a:off x="0" y="0"/>
          <a:ext cx="1617663" cy="114300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a:solidFill>
                <a:schemeClr val="tx1"/>
              </a:solidFill>
            </a:rPr>
            <a:t>Business Case </a:t>
          </a:r>
          <a:endParaRPr lang="en-US" sz="2700" kern="1200" dirty="0">
            <a:solidFill>
              <a:schemeClr val="tx1"/>
            </a:solidFill>
          </a:endParaRPr>
        </a:p>
      </dsp:txBody>
      <dsp:txXfrm>
        <a:off x="33477" y="33477"/>
        <a:ext cx="1550709" cy="1076046"/>
      </dsp:txXfrm>
    </dsp:sp>
    <dsp:sp modelId="{66E79B89-0DC6-4C62-97CC-30E12CDBC28C}">
      <dsp:nvSpPr>
        <dsp:cNvPr id="0" name=""/>
        <dsp:cNvSpPr/>
      </dsp:nvSpPr>
      <dsp:spPr>
        <a:xfrm rot="5400000">
          <a:off x="594519" y="1171575"/>
          <a:ext cx="428625" cy="514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54527" y="1214438"/>
        <a:ext cx="308610" cy="300038"/>
      </dsp:txXfrm>
    </dsp:sp>
    <dsp:sp modelId="{DD23B297-D832-4D5B-A073-B051F73CD0EF}">
      <dsp:nvSpPr>
        <dsp:cNvPr id="0" name=""/>
        <dsp:cNvSpPr/>
      </dsp:nvSpPr>
      <dsp:spPr>
        <a:xfrm>
          <a:off x="0" y="1714500"/>
          <a:ext cx="1617663" cy="1143000"/>
        </a:xfrm>
        <a:prstGeom prst="roundRect">
          <a:avLst>
            <a:gd name="adj" fmla="val 10000"/>
          </a:avLst>
        </a:prstGeom>
        <a:solidFill>
          <a:srgbClr val="FFC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err="1">
              <a:solidFill>
                <a:schemeClr val="tx1"/>
              </a:solidFill>
            </a:rPr>
            <a:t>Summary</a:t>
          </a:r>
          <a:endParaRPr lang="en-US" sz="2700" kern="1200" dirty="0">
            <a:solidFill>
              <a:schemeClr val="tx1"/>
            </a:solidFill>
          </a:endParaRPr>
        </a:p>
      </dsp:txBody>
      <dsp:txXfrm>
        <a:off x="33477" y="1747977"/>
        <a:ext cx="1550709" cy="1076046"/>
      </dsp:txXfrm>
    </dsp:sp>
    <dsp:sp modelId="{6A6B723D-6EA0-4A2D-9DC5-6198C6D3EA84}">
      <dsp:nvSpPr>
        <dsp:cNvPr id="0" name=""/>
        <dsp:cNvSpPr/>
      </dsp:nvSpPr>
      <dsp:spPr>
        <a:xfrm rot="5400000">
          <a:off x="594519" y="2886075"/>
          <a:ext cx="428625" cy="514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54527" y="2928938"/>
        <a:ext cx="308610" cy="300038"/>
      </dsp:txXfrm>
    </dsp:sp>
    <dsp:sp modelId="{0234C6C3-BEA9-4B69-AAEE-53664E13040F}">
      <dsp:nvSpPr>
        <dsp:cNvPr id="0" name=""/>
        <dsp:cNvSpPr/>
      </dsp:nvSpPr>
      <dsp:spPr>
        <a:xfrm>
          <a:off x="0" y="3429000"/>
          <a:ext cx="1617663" cy="114300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err="1">
              <a:solidFill>
                <a:schemeClr val="tx1"/>
              </a:solidFill>
            </a:rPr>
            <a:t>Detail</a:t>
          </a:r>
          <a:endParaRPr lang="en-US" sz="2700" kern="1200" dirty="0">
            <a:solidFill>
              <a:schemeClr val="tx1"/>
            </a:solidFill>
          </a:endParaRPr>
        </a:p>
      </dsp:txBody>
      <dsp:txXfrm>
        <a:off x="33477" y="3462477"/>
        <a:ext cx="1550709" cy="1076046"/>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3D85F0-72F2-4F67-87E2-E968149E4678}">
      <dsp:nvSpPr>
        <dsp:cNvPr id="0" name=""/>
        <dsp:cNvSpPr/>
      </dsp:nvSpPr>
      <dsp:spPr>
        <a:xfrm>
          <a:off x="0" y="0"/>
          <a:ext cx="1617663" cy="114300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a:solidFill>
                <a:schemeClr val="tx1"/>
              </a:solidFill>
            </a:rPr>
            <a:t>Business Case </a:t>
          </a:r>
          <a:endParaRPr lang="en-US" sz="2700" kern="1200" dirty="0">
            <a:solidFill>
              <a:schemeClr val="tx1"/>
            </a:solidFill>
          </a:endParaRPr>
        </a:p>
      </dsp:txBody>
      <dsp:txXfrm>
        <a:off x="33477" y="33477"/>
        <a:ext cx="1550709" cy="1076046"/>
      </dsp:txXfrm>
    </dsp:sp>
    <dsp:sp modelId="{66E79B89-0DC6-4C62-97CC-30E12CDBC28C}">
      <dsp:nvSpPr>
        <dsp:cNvPr id="0" name=""/>
        <dsp:cNvSpPr/>
      </dsp:nvSpPr>
      <dsp:spPr>
        <a:xfrm rot="5400000">
          <a:off x="594519" y="1171575"/>
          <a:ext cx="428625" cy="514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54527" y="1214438"/>
        <a:ext cx="308610" cy="300038"/>
      </dsp:txXfrm>
    </dsp:sp>
    <dsp:sp modelId="{DD23B297-D832-4D5B-A073-B051F73CD0EF}">
      <dsp:nvSpPr>
        <dsp:cNvPr id="0" name=""/>
        <dsp:cNvSpPr/>
      </dsp:nvSpPr>
      <dsp:spPr>
        <a:xfrm>
          <a:off x="0" y="1714500"/>
          <a:ext cx="1617663" cy="1143000"/>
        </a:xfrm>
        <a:prstGeom prst="roundRect">
          <a:avLst>
            <a:gd name="adj" fmla="val 10000"/>
          </a:avLst>
        </a:prstGeom>
        <a:solidFill>
          <a:srgbClr val="FFC0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err="1">
              <a:solidFill>
                <a:schemeClr val="tx1"/>
              </a:solidFill>
            </a:rPr>
            <a:t>Summary</a:t>
          </a:r>
          <a:endParaRPr lang="en-US" sz="2700" kern="1200" dirty="0">
            <a:solidFill>
              <a:schemeClr val="tx1"/>
            </a:solidFill>
          </a:endParaRPr>
        </a:p>
      </dsp:txBody>
      <dsp:txXfrm>
        <a:off x="33477" y="1747977"/>
        <a:ext cx="1550709" cy="1076046"/>
      </dsp:txXfrm>
    </dsp:sp>
    <dsp:sp modelId="{6A6B723D-6EA0-4A2D-9DC5-6198C6D3EA84}">
      <dsp:nvSpPr>
        <dsp:cNvPr id="0" name=""/>
        <dsp:cNvSpPr/>
      </dsp:nvSpPr>
      <dsp:spPr>
        <a:xfrm rot="5400000">
          <a:off x="594519" y="2886075"/>
          <a:ext cx="428625" cy="514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54527" y="2928938"/>
        <a:ext cx="308610" cy="300038"/>
      </dsp:txXfrm>
    </dsp:sp>
    <dsp:sp modelId="{0234C6C3-BEA9-4B69-AAEE-53664E13040F}">
      <dsp:nvSpPr>
        <dsp:cNvPr id="0" name=""/>
        <dsp:cNvSpPr/>
      </dsp:nvSpPr>
      <dsp:spPr>
        <a:xfrm>
          <a:off x="0" y="3429000"/>
          <a:ext cx="1617663" cy="114300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err="1">
              <a:solidFill>
                <a:schemeClr val="tx1"/>
              </a:solidFill>
            </a:rPr>
            <a:t>Detail</a:t>
          </a:r>
          <a:endParaRPr lang="en-US" sz="2700" kern="1200" dirty="0">
            <a:solidFill>
              <a:schemeClr val="tx1"/>
            </a:solidFill>
          </a:endParaRPr>
        </a:p>
      </dsp:txBody>
      <dsp:txXfrm>
        <a:off x="33477" y="3462477"/>
        <a:ext cx="1550709" cy="1076046"/>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3D85F0-72F2-4F67-87E2-E968149E4678}">
      <dsp:nvSpPr>
        <dsp:cNvPr id="0" name=""/>
        <dsp:cNvSpPr/>
      </dsp:nvSpPr>
      <dsp:spPr>
        <a:xfrm>
          <a:off x="0" y="0"/>
          <a:ext cx="1617663" cy="1143000"/>
        </a:xfrm>
        <a:prstGeom prst="roundRect">
          <a:avLst>
            <a:gd name="adj" fmla="val 10000"/>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it-IT" sz="2900" kern="1200" dirty="0">
              <a:solidFill>
                <a:schemeClr val="tx1"/>
              </a:solidFill>
            </a:rPr>
            <a:t>Business Case </a:t>
          </a:r>
          <a:endParaRPr lang="en-US" sz="2900" kern="1200" dirty="0">
            <a:solidFill>
              <a:schemeClr val="tx1"/>
            </a:solidFill>
          </a:endParaRPr>
        </a:p>
      </dsp:txBody>
      <dsp:txXfrm>
        <a:off x="33477" y="33477"/>
        <a:ext cx="1550709" cy="1076046"/>
      </dsp:txXfrm>
    </dsp:sp>
    <dsp:sp modelId="{66E79B89-0DC6-4C62-97CC-30E12CDBC28C}">
      <dsp:nvSpPr>
        <dsp:cNvPr id="0" name=""/>
        <dsp:cNvSpPr/>
      </dsp:nvSpPr>
      <dsp:spPr>
        <a:xfrm rot="5400000">
          <a:off x="594519" y="1171575"/>
          <a:ext cx="428625" cy="514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54527" y="1214438"/>
        <a:ext cx="308610" cy="300038"/>
      </dsp:txXfrm>
    </dsp:sp>
    <dsp:sp modelId="{DD23B297-D832-4D5B-A073-B051F73CD0EF}">
      <dsp:nvSpPr>
        <dsp:cNvPr id="0" name=""/>
        <dsp:cNvSpPr/>
      </dsp:nvSpPr>
      <dsp:spPr>
        <a:xfrm>
          <a:off x="0" y="1714500"/>
          <a:ext cx="1617663" cy="1143000"/>
        </a:xfrm>
        <a:prstGeom prst="roundRect">
          <a:avLst>
            <a:gd name="adj" fmla="val 10000"/>
          </a:avLst>
        </a:prstGeom>
        <a:solidFill>
          <a:srgbClr val="FFFFFF"/>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err="1">
              <a:solidFill>
                <a:srgbClr val="000000"/>
              </a:solidFill>
              <a:latin typeface="Times New Roman"/>
              <a:ea typeface="+mn-ea"/>
              <a:cs typeface="+mn-cs"/>
            </a:rPr>
            <a:t>Summary</a:t>
          </a:r>
          <a:endParaRPr lang="en-US" sz="2700" kern="1200" dirty="0">
            <a:solidFill>
              <a:srgbClr val="000000"/>
            </a:solidFill>
            <a:latin typeface="Times New Roman"/>
            <a:ea typeface="+mn-ea"/>
            <a:cs typeface="+mn-cs"/>
          </a:endParaRPr>
        </a:p>
      </dsp:txBody>
      <dsp:txXfrm>
        <a:off x="33477" y="1747977"/>
        <a:ext cx="1550709" cy="1076046"/>
      </dsp:txXfrm>
    </dsp:sp>
    <dsp:sp modelId="{6A6B723D-6EA0-4A2D-9DC5-6198C6D3EA84}">
      <dsp:nvSpPr>
        <dsp:cNvPr id="0" name=""/>
        <dsp:cNvSpPr/>
      </dsp:nvSpPr>
      <dsp:spPr>
        <a:xfrm rot="5400000">
          <a:off x="594519" y="2886075"/>
          <a:ext cx="428625" cy="5143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654527" y="2928938"/>
        <a:ext cx="308610" cy="300038"/>
      </dsp:txXfrm>
    </dsp:sp>
    <dsp:sp modelId="{0234C6C3-BEA9-4B69-AAEE-53664E13040F}">
      <dsp:nvSpPr>
        <dsp:cNvPr id="0" name=""/>
        <dsp:cNvSpPr/>
      </dsp:nvSpPr>
      <dsp:spPr>
        <a:xfrm>
          <a:off x="0" y="3429000"/>
          <a:ext cx="1617663" cy="1143000"/>
        </a:xfrm>
        <a:prstGeom prst="roundRect">
          <a:avLst>
            <a:gd name="adj" fmla="val 10000"/>
          </a:avLst>
        </a:prstGeom>
        <a:solidFill>
          <a:srgbClr val="FFC000"/>
        </a:solidFill>
        <a:ln w="25400" cap="flat" cmpd="sng" algn="ctr">
          <a:solidFill>
            <a:srgbClr val="0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it-IT" sz="2700" kern="1200" dirty="0" err="1">
              <a:solidFill>
                <a:srgbClr val="000000"/>
              </a:solidFill>
              <a:latin typeface="Times New Roman"/>
              <a:ea typeface="+mn-ea"/>
              <a:cs typeface="+mn-cs"/>
            </a:rPr>
            <a:t>Detail</a:t>
          </a:r>
          <a:endParaRPr lang="en-US" sz="2700" kern="1200" dirty="0">
            <a:solidFill>
              <a:srgbClr val="000000"/>
            </a:solidFill>
            <a:latin typeface="Times New Roman"/>
            <a:ea typeface="+mn-ea"/>
            <a:cs typeface="+mn-cs"/>
          </a:endParaRPr>
        </a:p>
      </dsp:txBody>
      <dsp:txXfrm>
        <a:off x="33477" y="3462477"/>
        <a:ext cx="1550709" cy="1076046"/>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5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8.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9.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80360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idx="2"/>
          </p:nvPr>
        </p:nvSpPr>
        <p:spPr bwMode="auto">
          <a:xfrm>
            <a:off x="746125" y="752475"/>
            <a:ext cx="5367338" cy="3716338"/>
          </a:xfrm>
          <a:prstGeom prst="rect">
            <a:avLst/>
          </a:prstGeom>
          <a:noFill/>
          <a:ln w="12699">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1" name="Rectangle 3"/>
          <p:cNvSpPr>
            <a:spLocks noGrp="1" noChangeArrowheads="1"/>
          </p:cNvSpPr>
          <p:nvPr>
            <p:ph type="body" sz="quarter" idx="3"/>
          </p:nvPr>
        </p:nvSpPr>
        <p:spPr bwMode="auto">
          <a:xfrm>
            <a:off x="912813" y="4722813"/>
            <a:ext cx="5030787" cy="447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913" tIns="44659" rIns="90913" bIns="44659" numCol="1" anchor="t" anchorCtr="0" compatLnSpc="1">
            <a:prstTxWarp prst="textNoShape">
              <a:avLst/>
            </a:prstTxWarp>
          </a:bodyPr>
          <a:lstStyle/>
          <a:p>
            <a:pPr lvl="0"/>
            <a:r>
              <a:rPr lang="it-IT" altLang="it-IT" noProof="0"/>
              <a:t>Click to edit Master text styles</a:t>
            </a:r>
          </a:p>
          <a:p>
            <a:pPr lvl="1"/>
            <a:r>
              <a:rPr lang="it-IT" altLang="it-IT" noProof="0"/>
              <a:t>Second level</a:t>
            </a:r>
          </a:p>
          <a:p>
            <a:pPr lvl="2"/>
            <a:r>
              <a:rPr lang="it-IT" altLang="it-IT" noProof="0"/>
              <a:t>Third level</a:t>
            </a:r>
          </a:p>
          <a:p>
            <a:pPr lvl="3"/>
            <a:r>
              <a:rPr lang="it-IT" altLang="it-IT" noProof="0"/>
              <a:t>Fourth level</a:t>
            </a:r>
          </a:p>
          <a:p>
            <a:pPr lvl="4"/>
            <a:r>
              <a:rPr lang="it-IT" altLang="it-IT" noProof="0"/>
              <a:t>Fifth level</a:t>
            </a:r>
          </a:p>
        </p:txBody>
      </p:sp>
    </p:spTree>
    <p:extLst>
      <p:ext uri="{BB962C8B-B14F-4D97-AF65-F5344CB8AC3E}">
        <p14:creationId xmlns:p14="http://schemas.microsoft.com/office/powerpoint/2010/main" val="12809821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68975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23522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76609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62948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59072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D9F75-73C0-9312-74DF-19B827BCA20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98911A2-CA87-33B2-6BB5-6B75138C775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59B2D294-91CA-E1F3-FAC0-8916EDB9C50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77748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AE1D1-E542-E24D-B554-FD42FAA6621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97F66D8-F97B-B438-4AE6-A6F8D0DD1B0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A19FBC3-2F1C-315E-7950-B741D7C6895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24140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D564D-8F75-D505-61E8-1E1FC3770C9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937FDD0-B89A-EF67-581A-FA1F3FFC0566}"/>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AD79BB3-7016-E169-633C-8FEDDC306F1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37981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8A3A2-1E14-5B25-7C7F-B472664DA37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AC7A67B-01F1-8F71-75FF-305ADED99FD9}"/>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A5043F4-4F99-2414-D765-E495BD2096F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632609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4237D-63B0-19B0-4495-D6535B2F04B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CF06D97-D93A-8CE1-B113-E05F8058EF3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29AD3E6-1AD7-1B3C-06DF-C29699683A3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87655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6B7BF-2F3A-84D7-4E78-408582F757E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FBFC576-F59D-9D5C-6A35-4ED49BCC9A8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872A059-279B-4BB2-3572-C15B819C895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552274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16954-8F49-86EC-EBEF-F710F5FCBF5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AE0080A-5C79-2266-ED58-6EFAE430B77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61041BA-45C1-3789-E354-D40FC2687CF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12360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7E3B9-DA1E-0AC2-E0CC-9C0E790515F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80329DD-A361-4F66-7F76-4CF9631AAA1D}"/>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C0711265-0BD2-1BB5-F781-2074EBB8DD4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10297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46A3B-9D53-AE1B-0735-6B651C9FF15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79D69E8-7668-B12D-623F-BAE4E13FA6A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093E163-BEF6-EF81-0192-4D6A13FBA30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42832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F9019-6C0B-80A9-7372-13747CB7A48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8AF0128-E0B9-29F4-3C60-A57E2698EB7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472C16C-2F07-BF0C-677B-53D52EED369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936863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10F93-A3FE-D329-3D18-0213A67AC03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B87E975-6AFC-763A-3FD1-2BBE99035A4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BF11C124-06C7-AFB3-12AE-23FDA45C06D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95108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511034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36C02-2E78-77EE-5406-23820A9B386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61F2C81-CB38-3080-707C-35AF3A37FD6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A2E6B0BB-3D00-5401-D545-B65EFCB3858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33150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454850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61EFA-B8B4-FBC3-0DC1-95781475630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7ECF0DC-59D4-9758-09FE-ECBB5E703819}"/>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208E7F9-5E48-72A1-3545-2771344A3BC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16828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4A570-27F0-CAAD-1029-B902DEA0A2E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BC011D1-B21C-163B-4D70-AE9DA8B2CCC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F42E5E0-3EAA-1EBE-0419-CB05B2681FF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25742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09E2A-FDFC-AA88-86BE-4A48959C42E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FA03682-2095-E302-BF6D-0A4B6A906C49}"/>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89387D7-7EF7-D56F-1211-10AEC94E392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698668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030338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212E2-7372-E4A8-19D6-5FC5DC6534E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7B440A9-A90D-E04B-959B-2AC07BF77DE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D3404F4-4C9F-9A0E-B86E-882CE50F97A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933205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7C951-35DF-2912-5067-C0B242075DD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F252481-6E3A-4B63-6433-83863927EB9D}"/>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DFE802F-FEFF-C538-0EF1-A841F6599A1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914564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1A29F-6A7B-5975-49B7-06EB5776659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DB673EF-C426-8393-452F-2205CF1BF5B6}"/>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C759953-C9C0-DB1B-4AFF-BCA750865C0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92390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410741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BFBBA-06F8-E96D-7B42-B6B1A0FD67C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3EA6302-2825-99E6-73C7-BA884D3C06C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C93D8FE-77CA-E5C4-528D-0F8417A7FDB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210037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ADB8D-DD9F-DE7E-C84C-7603566D1C3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B406DA8-75D2-1F05-71DD-5FF1971ACFF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F7D83FD-0186-58BE-0530-3B05DA01745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747964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626040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978AF-B5EA-62A3-222F-E4455DF283D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4EB195D-1BB3-B93C-23F4-88830A35F7F9}"/>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0321D40-B264-AE06-8122-72B3A263D33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628147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a:extLst>
            <a:ext uri="{FF2B5EF4-FFF2-40B4-BE49-F238E27FC236}">
              <a16:creationId xmlns:a16="http://schemas.microsoft.com/office/drawing/2014/main" id="{7672886F-D2F9-ADBE-CB3C-C4B00510C32B}"/>
            </a:ext>
          </a:extLst>
        </p:cNvPr>
        <p:cNvGrpSpPr/>
        <p:nvPr/>
      </p:nvGrpSpPr>
      <p:grpSpPr>
        <a:xfrm>
          <a:off x="0" y="0"/>
          <a:ext cx="0" cy="0"/>
          <a:chOff x="0" y="0"/>
          <a:chExt cx="0" cy="0"/>
        </a:xfrm>
      </p:grpSpPr>
      <p:sp>
        <p:nvSpPr>
          <p:cNvPr id="1299" name="Google Shape;1299;gadb6689027_0_9:notes">
            <a:extLst>
              <a:ext uri="{FF2B5EF4-FFF2-40B4-BE49-F238E27FC236}">
                <a16:creationId xmlns:a16="http://schemas.microsoft.com/office/drawing/2014/main" id="{DFB10D26-A043-F525-E647-925435CBB01F}"/>
              </a:ext>
            </a:extLst>
          </p:cNvPr>
          <p:cNvSpPr>
            <a:spLocks noGrp="1" noRot="1" noChangeAspect="1"/>
          </p:cNvSpPr>
          <p:nvPr>
            <p:ph type="sldImg" idx="2"/>
          </p:nvPr>
        </p:nvSpPr>
        <p:spPr>
          <a:xfrm>
            <a:off x="952500" y="685800"/>
            <a:ext cx="4953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adb6689027_0_9:notes">
            <a:extLst>
              <a:ext uri="{FF2B5EF4-FFF2-40B4-BE49-F238E27FC236}">
                <a16:creationId xmlns:a16="http://schemas.microsoft.com/office/drawing/2014/main" id="{92AD9EAB-F99B-8513-670A-6ED687D687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56971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a:extLst>
            <a:ext uri="{FF2B5EF4-FFF2-40B4-BE49-F238E27FC236}">
              <a16:creationId xmlns:a16="http://schemas.microsoft.com/office/drawing/2014/main" id="{3D4EF6E5-CAF9-F179-1D1F-45C240A71D26}"/>
            </a:ext>
          </a:extLst>
        </p:cNvPr>
        <p:cNvGrpSpPr/>
        <p:nvPr/>
      </p:nvGrpSpPr>
      <p:grpSpPr>
        <a:xfrm>
          <a:off x="0" y="0"/>
          <a:ext cx="0" cy="0"/>
          <a:chOff x="0" y="0"/>
          <a:chExt cx="0" cy="0"/>
        </a:xfrm>
      </p:grpSpPr>
      <p:sp>
        <p:nvSpPr>
          <p:cNvPr id="1299" name="Google Shape;1299;gadb6689027_0_9:notes">
            <a:extLst>
              <a:ext uri="{FF2B5EF4-FFF2-40B4-BE49-F238E27FC236}">
                <a16:creationId xmlns:a16="http://schemas.microsoft.com/office/drawing/2014/main" id="{9286EC05-7C47-948A-214E-0B64CC63A011}"/>
              </a:ext>
            </a:extLst>
          </p:cNvPr>
          <p:cNvSpPr>
            <a:spLocks noGrp="1" noRot="1" noChangeAspect="1"/>
          </p:cNvSpPr>
          <p:nvPr>
            <p:ph type="sldImg" idx="2"/>
          </p:nvPr>
        </p:nvSpPr>
        <p:spPr>
          <a:xfrm>
            <a:off x="952500" y="685800"/>
            <a:ext cx="4953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adb6689027_0_9:notes">
            <a:extLst>
              <a:ext uri="{FF2B5EF4-FFF2-40B4-BE49-F238E27FC236}">
                <a16:creationId xmlns:a16="http://schemas.microsoft.com/office/drawing/2014/main" id="{FA6DF4BA-43B4-8956-95DF-2F2646AA1C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89055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a:extLst>
            <a:ext uri="{FF2B5EF4-FFF2-40B4-BE49-F238E27FC236}">
              <a16:creationId xmlns:a16="http://schemas.microsoft.com/office/drawing/2014/main" id="{628F18B7-08B8-331B-F800-898B9A11ED53}"/>
            </a:ext>
          </a:extLst>
        </p:cNvPr>
        <p:cNvGrpSpPr/>
        <p:nvPr/>
      </p:nvGrpSpPr>
      <p:grpSpPr>
        <a:xfrm>
          <a:off x="0" y="0"/>
          <a:ext cx="0" cy="0"/>
          <a:chOff x="0" y="0"/>
          <a:chExt cx="0" cy="0"/>
        </a:xfrm>
      </p:grpSpPr>
      <p:sp>
        <p:nvSpPr>
          <p:cNvPr id="1299" name="Google Shape;1299;gadb6689027_0_9:notes">
            <a:extLst>
              <a:ext uri="{FF2B5EF4-FFF2-40B4-BE49-F238E27FC236}">
                <a16:creationId xmlns:a16="http://schemas.microsoft.com/office/drawing/2014/main" id="{7FE0DB5F-E771-10C8-6C27-52CA9F4F9946}"/>
              </a:ext>
            </a:extLst>
          </p:cNvPr>
          <p:cNvSpPr>
            <a:spLocks noGrp="1" noRot="1" noChangeAspect="1"/>
          </p:cNvSpPr>
          <p:nvPr>
            <p:ph type="sldImg" idx="2"/>
          </p:nvPr>
        </p:nvSpPr>
        <p:spPr>
          <a:xfrm>
            <a:off x="952500" y="685800"/>
            <a:ext cx="4953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adb6689027_0_9:notes">
            <a:extLst>
              <a:ext uri="{FF2B5EF4-FFF2-40B4-BE49-F238E27FC236}">
                <a16:creationId xmlns:a16="http://schemas.microsoft.com/office/drawing/2014/main" id="{457F8BCA-AE90-A626-ABAF-1851C77CEF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49285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a:extLst>
            <a:ext uri="{FF2B5EF4-FFF2-40B4-BE49-F238E27FC236}">
              <a16:creationId xmlns:a16="http://schemas.microsoft.com/office/drawing/2014/main" id="{F0149F0A-CFD5-CBEC-E091-636081DEAC28}"/>
            </a:ext>
          </a:extLst>
        </p:cNvPr>
        <p:cNvGrpSpPr/>
        <p:nvPr/>
      </p:nvGrpSpPr>
      <p:grpSpPr>
        <a:xfrm>
          <a:off x="0" y="0"/>
          <a:ext cx="0" cy="0"/>
          <a:chOff x="0" y="0"/>
          <a:chExt cx="0" cy="0"/>
        </a:xfrm>
      </p:grpSpPr>
      <p:sp>
        <p:nvSpPr>
          <p:cNvPr id="1299" name="Google Shape;1299;gadb6689027_0_9:notes">
            <a:extLst>
              <a:ext uri="{FF2B5EF4-FFF2-40B4-BE49-F238E27FC236}">
                <a16:creationId xmlns:a16="http://schemas.microsoft.com/office/drawing/2014/main" id="{019DEFE6-2BFA-0553-E8FA-0135FDD0ABA6}"/>
              </a:ext>
            </a:extLst>
          </p:cNvPr>
          <p:cNvSpPr>
            <a:spLocks noGrp="1" noRot="1" noChangeAspect="1"/>
          </p:cNvSpPr>
          <p:nvPr>
            <p:ph type="sldImg" idx="2"/>
          </p:nvPr>
        </p:nvSpPr>
        <p:spPr>
          <a:xfrm>
            <a:off x="952500" y="685800"/>
            <a:ext cx="4953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adb6689027_0_9:notes">
            <a:extLst>
              <a:ext uri="{FF2B5EF4-FFF2-40B4-BE49-F238E27FC236}">
                <a16:creationId xmlns:a16="http://schemas.microsoft.com/office/drawing/2014/main" id="{DF1E177E-FD7B-BC97-598A-D62FCEA904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0049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742950" y="2130425"/>
            <a:ext cx="8420100" cy="1470025"/>
          </a:xfrm>
        </p:spPr>
        <p:txBody>
          <a:bodyPr/>
          <a:lstStyle/>
          <a:p>
            <a:r>
              <a:rPr lang="it-IT"/>
              <a:t>Fare clic per modificare lo stile del titolo</a:t>
            </a:r>
          </a:p>
        </p:txBody>
      </p:sp>
      <p:sp>
        <p:nvSpPr>
          <p:cNvPr id="3" name="Sottotitolo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it-IT"/>
              <a:t>Fare clic per modificare lo stile del sottotitolo dello schema</a:t>
            </a:r>
          </a:p>
        </p:txBody>
      </p:sp>
    </p:spTree>
    <p:extLst>
      <p:ext uri="{BB962C8B-B14F-4D97-AF65-F5344CB8AC3E}">
        <p14:creationId xmlns:p14="http://schemas.microsoft.com/office/powerpoint/2010/main" val="1258646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2693387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a:xfrm>
            <a:off x="2504728" y="1524000"/>
            <a:ext cx="7200800" cy="45720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922328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82638" y="4406900"/>
            <a:ext cx="84201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Fare clic per modificare stili del testo dello schema</a:t>
            </a:r>
          </a:p>
        </p:txBody>
      </p:sp>
    </p:spTree>
    <p:extLst>
      <p:ext uri="{BB962C8B-B14F-4D97-AF65-F5344CB8AC3E}">
        <p14:creationId xmlns:p14="http://schemas.microsoft.com/office/powerpoint/2010/main" val="3808979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2576736" y="1484784"/>
            <a:ext cx="341377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249144" y="1484784"/>
            <a:ext cx="341377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760662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95300" y="274638"/>
            <a:ext cx="8915400" cy="1143000"/>
          </a:xfrm>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2550341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Tree>
    <p:extLst>
      <p:ext uri="{BB962C8B-B14F-4D97-AF65-F5344CB8AC3E}">
        <p14:creationId xmlns:p14="http://schemas.microsoft.com/office/powerpoint/2010/main" val="3506863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9121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95300" y="273050"/>
            <a:ext cx="3259138" cy="1162050"/>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Tree>
    <p:extLst>
      <p:ext uri="{BB962C8B-B14F-4D97-AF65-F5344CB8AC3E}">
        <p14:creationId xmlns:p14="http://schemas.microsoft.com/office/powerpoint/2010/main" val="2168470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941513" y="4800600"/>
            <a:ext cx="59436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Segnaposto testo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Tree>
    <p:extLst>
      <p:ext uri="{BB962C8B-B14F-4D97-AF65-F5344CB8AC3E}">
        <p14:creationId xmlns:p14="http://schemas.microsoft.com/office/powerpoint/2010/main" val="4059612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894549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7058025" y="304800"/>
            <a:ext cx="2105025" cy="5791200"/>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742950" y="304800"/>
            <a:ext cx="6162675" cy="5791200"/>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37869033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olo, testo e contenuto">
    <p:spTree>
      <p:nvGrpSpPr>
        <p:cNvPr id="1" name=""/>
        <p:cNvGrpSpPr/>
        <p:nvPr/>
      </p:nvGrpSpPr>
      <p:grpSpPr>
        <a:xfrm>
          <a:off x="0" y="0"/>
          <a:ext cx="0" cy="0"/>
          <a:chOff x="0" y="0"/>
          <a:chExt cx="0" cy="0"/>
        </a:xfrm>
      </p:grpSpPr>
      <p:graphicFrame>
        <p:nvGraphicFramePr>
          <p:cNvPr id="5" name="Object 16"/>
          <p:cNvGraphicFramePr>
            <a:graphicFrameLocks noChangeAspect="1"/>
          </p:cNvGraphicFramePr>
          <p:nvPr userDrawn="1"/>
        </p:nvGraphicFramePr>
        <p:xfrm>
          <a:off x="8915400" y="333375"/>
          <a:ext cx="935038" cy="904875"/>
        </p:xfrm>
        <a:graphic>
          <a:graphicData uri="http://schemas.openxmlformats.org/presentationml/2006/ole">
            <mc:AlternateContent xmlns:mc="http://schemas.openxmlformats.org/markup-compatibility/2006">
              <mc:Choice xmlns:v="urn:schemas-microsoft-com:vml" Requires="v">
                <p:oleObj name="Fotografia di Photo Editor" r:id="rId2" imgW="5028571" imgH="4866667" progId="MSPhotoEd.3">
                  <p:embed/>
                </p:oleObj>
              </mc:Choice>
              <mc:Fallback>
                <p:oleObj name="Fotografia di Photo Editor" r:id="rId2" imgW="5028571" imgH="4866667" progId="MSPhotoEd.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5400" y="333375"/>
                        <a:ext cx="935038"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Segnaposto testo 2"/>
          <p:cNvSpPr>
            <a:spLocks noGrp="1"/>
          </p:cNvSpPr>
          <p:nvPr>
            <p:ph type="body" sz="half" idx="1"/>
          </p:nvPr>
        </p:nvSpPr>
        <p:spPr>
          <a:xfrm>
            <a:off x="742950" y="1524000"/>
            <a:ext cx="4133850" cy="45720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5029200" y="1524000"/>
            <a:ext cx="4133850" cy="45720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2091345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x" preserve="1">
  <p:cSld name="Titolo, contenuto e testo">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p>
            <a:r>
              <a:rPr lang="it-IT"/>
              <a:t>Fare clic per modificare lo stile del titolo</a:t>
            </a:r>
          </a:p>
        </p:txBody>
      </p:sp>
      <p:sp>
        <p:nvSpPr>
          <p:cNvPr id="3" name="Segnaposto contenuto 2"/>
          <p:cNvSpPr>
            <a:spLocks noGrp="1"/>
          </p:cNvSpPr>
          <p:nvPr>
            <p:ph sz="half" idx="1"/>
          </p:nvPr>
        </p:nvSpPr>
        <p:spPr>
          <a:xfrm>
            <a:off x="742950" y="1524000"/>
            <a:ext cx="4133850" cy="4572000"/>
          </a:xfrm>
        </p:spPr>
        <p:txBody>
          <a:bodyPr/>
          <a:lstStyle/>
          <a:p>
            <a:pPr lvl="0"/>
            <a:r>
              <a:rPr lang="it-IT" dirty="0"/>
              <a:t>Fare clic per modificare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testo 3"/>
          <p:cNvSpPr>
            <a:spLocks noGrp="1"/>
          </p:cNvSpPr>
          <p:nvPr>
            <p:ph type="body" sz="half" idx="2"/>
          </p:nvPr>
        </p:nvSpPr>
        <p:spPr>
          <a:xfrm>
            <a:off x="5029200" y="1524000"/>
            <a:ext cx="4133850" cy="45720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13610599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x" preserve="1">
  <p:cSld name="2_Titolo, contenuto e testo">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p>
            <a:r>
              <a:rPr lang="it-IT"/>
              <a:t>Fare clic per modificare lo stile del titolo</a:t>
            </a:r>
          </a:p>
        </p:txBody>
      </p:sp>
      <p:sp>
        <p:nvSpPr>
          <p:cNvPr id="3" name="Segnaposto contenuto 2"/>
          <p:cNvSpPr>
            <a:spLocks noGrp="1"/>
          </p:cNvSpPr>
          <p:nvPr>
            <p:ph sz="half" idx="1" hasCustomPrompt="1"/>
          </p:nvPr>
        </p:nvSpPr>
        <p:spPr>
          <a:xfrm>
            <a:off x="742950" y="1524000"/>
            <a:ext cx="2592288" cy="4572000"/>
          </a:xfrm>
        </p:spPr>
        <p:txBody>
          <a:bodyPr/>
          <a:lstStyle/>
          <a:p>
            <a:pPr lvl="0"/>
            <a:r>
              <a:rPr lang="it-IT" dirty="0"/>
              <a:t>Fare clic per modificare stili del testo dello schema</a:t>
            </a:r>
          </a:p>
        </p:txBody>
      </p:sp>
      <p:sp>
        <p:nvSpPr>
          <p:cNvPr id="4" name="Segnaposto testo 3"/>
          <p:cNvSpPr>
            <a:spLocks noGrp="1"/>
          </p:cNvSpPr>
          <p:nvPr>
            <p:ph type="body" sz="half" idx="2"/>
          </p:nvPr>
        </p:nvSpPr>
        <p:spPr>
          <a:xfrm>
            <a:off x="3512840" y="1484784"/>
            <a:ext cx="2592288" cy="45720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3">
            <a:extLst>
              <a:ext uri="{FF2B5EF4-FFF2-40B4-BE49-F238E27FC236}">
                <a16:creationId xmlns:a16="http://schemas.microsoft.com/office/drawing/2014/main" id="{6F4823C1-8A3D-BB8B-C5FB-F911A4550388}"/>
              </a:ext>
            </a:extLst>
          </p:cNvPr>
          <p:cNvSpPr>
            <a:spLocks noGrp="1"/>
          </p:cNvSpPr>
          <p:nvPr>
            <p:ph type="body" sz="half" idx="10"/>
          </p:nvPr>
        </p:nvSpPr>
        <p:spPr>
          <a:xfrm>
            <a:off x="6249144" y="1520539"/>
            <a:ext cx="2592288" cy="45720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11403823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AndTx" preserve="1">
  <p:cSld name="1_Titolo, contenuto e testo">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p>
            <a:r>
              <a:rPr lang="it-IT"/>
              <a:t>Fare clic per modificare lo stile del titolo</a:t>
            </a:r>
          </a:p>
        </p:txBody>
      </p:sp>
      <p:sp>
        <p:nvSpPr>
          <p:cNvPr id="3" name="Segnaposto contenuto 2"/>
          <p:cNvSpPr>
            <a:spLocks noGrp="1"/>
          </p:cNvSpPr>
          <p:nvPr>
            <p:ph sz="half" idx="1"/>
          </p:nvPr>
        </p:nvSpPr>
        <p:spPr>
          <a:xfrm>
            <a:off x="742950" y="1524000"/>
            <a:ext cx="1617762" cy="4572000"/>
          </a:xfrm>
        </p:spPr>
        <p:txBody>
          <a:bodyPr/>
          <a:lstStyle>
            <a:lvl1pPr>
              <a:buNone/>
              <a:defRPr/>
            </a:lvl1pPr>
          </a:lstStyle>
          <a:p>
            <a:pPr lvl="0"/>
            <a:endParaRPr lang="it-IT" dirty="0"/>
          </a:p>
        </p:txBody>
      </p:sp>
      <p:sp>
        <p:nvSpPr>
          <p:cNvPr id="4" name="Segnaposto testo 3"/>
          <p:cNvSpPr>
            <a:spLocks noGrp="1"/>
          </p:cNvSpPr>
          <p:nvPr>
            <p:ph type="body" sz="half" idx="2"/>
          </p:nvPr>
        </p:nvSpPr>
        <p:spPr>
          <a:xfrm>
            <a:off x="2576736" y="1524000"/>
            <a:ext cx="6586314" cy="45720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12867816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AndTx" preserve="1">
  <p:cSld name="Titolo, contenuto 2 e testo">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p>
            <a:r>
              <a:rPr lang="it-IT"/>
              <a:t>Fare clic per modificare lo stile del titolo</a:t>
            </a:r>
          </a:p>
        </p:txBody>
      </p:sp>
      <p:sp>
        <p:nvSpPr>
          <p:cNvPr id="3" name="Segnaposto contenuto 2"/>
          <p:cNvSpPr>
            <a:spLocks noGrp="1"/>
          </p:cNvSpPr>
          <p:nvPr>
            <p:ph sz="quarter" idx="1"/>
          </p:nvPr>
        </p:nvSpPr>
        <p:spPr>
          <a:xfrm>
            <a:off x="742950" y="1524000"/>
            <a:ext cx="4133850" cy="22098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quarter" idx="2"/>
          </p:nvPr>
        </p:nvSpPr>
        <p:spPr>
          <a:xfrm>
            <a:off x="742950" y="3886200"/>
            <a:ext cx="4133850" cy="22098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half" idx="3"/>
          </p:nvPr>
        </p:nvSpPr>
        <p:spPr>
          <a:xfrm>
            <a:off x="5029200" y="1524000"/>
            <a:ext cx="4133850" cy="45720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Tree>
    <p:extLst>
      <p:ext uri="{BB962C8B-B14F-4D97-AF65-F5344CB8AC3E}">
        <p14:creationId xmlns:p14="http://schemas.microsoft.com/office/powerpoint/2010/main" val="41346895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verTx" preserve="1">
  <p:cSld name="Titolo e contenuto sopra testo">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p>
            <a:r>
              <a:rPr lang="it-IT"/>
              <a:t>Fare clic per modificare lo stile del titolo</a:t>
            </a:r>
            <a:endParaRPr lang="en-US"/>
          </a:p>
        </p:txBody>
      </p:sp>
      <p:sp>
        <p:nvSpPr>
          <p:cNvPr id="3" name="Segnaposto contenuto 2"/>
          <p:cNvSpPr>
            <a:spLocks noGrp="1"/>
          </p:cNvSpPr>
          <p:nvPr>
            <p:ph sz="half" idx="1"/>
          </p:nvPr>
        </p:nvSpPr>
        <p:spPr>
          <a:xfrm>
            <a:off x="742950" y="1524000"/>
            <a:ext cx="8420100" cy="22098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testo 3"/>
          <p:cNvSpPr>
            <a:spLocks noGrp="1"/>
          </p:cNvSpPr>
          <p:nvPr>
            <p:ph type="body" sz="half" idx="2"/>
          </p:nvPr>
        </p:nvSpPr>
        <p:spPr>
          <a:xfrm>
            <a:off x="742950" y="3886200"/>
            <a:ext cx="8420100" cy="22098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Tree>
    <p:extLst>
      <p:ext uri="{BB962C8B-B14F-4D97-AF65-F5344CB8AC3E}">
        <p14:creationId xmlns:p14="http://schemas.microsoft.com/office/powerpoint/2010/main" val="2471772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OverTx" preserve="1">
  <p:cSld name="Titolo e contenuto sopra testo 2">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p>
            <a:r>
              <a:rPr lang="it-IT"/>
              <a:t>Fare clic per modificare lo stile del titolo</a:t>
            </a:r>
            <a:endParaRPr lang="en-US"/>
          </a:p>
        </p:txBody>
      </p:sp>
      <p:sp>
        <p:nvSpPr>
          <p:cNvPr id="3" name="Segnaposto contenuto 2"/>
          <p:cNvSpPr>
            <a:spLocks noGrp="1"/>
          </p:cNvSpPr>
          <p:nvPr>
            <p:ph sz="quarter" idx="1"/>
          </p:nvPr>
        </p:nvSpPr>
        <p:spPr>
          <a:xfrm>
            <a:off x="742950" y="1524000"/>
            <a:ext cx="4133850" cy="22098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contenuto 3"/>
          <p:cNvSpPr>
            <a:spLocks noGrp="1"/>
          </p:cNvSpPr>
          <p:nvPr>
            <p:ph sz="quarter" idx="2"/>
          </p:nvPr>
        </p:nvSpPr>
        <p:spPr>
          <a:xfrm>
            <a:off x="5029200" y="1524000"/>
            <a:ext cx="4133850" cy="22098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testo 4"/>
          <p:cNvSpPr>
            <a:spLocks noGrp="1"/>
          </p:cNvSpPr>
          <p:nvPr>
            <p:ph type="body" sz="half" idx="3"/>
          </p:nvPr>
        </p:nvSpPr>
        <p:spPr>
          <a:xfrm>
            <a:off x="742950" y="3886200"/>
            <a:ext cx="8420100" cy="22098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Tree>
    <p:extLst>
      <p:ext uri="{BB962C8B-B14F-4D97-AF65-F5344CB8AC3E}">
        <p14:creationId xmlns:p14="http://schemas.microsoft.com/office/powerpoint/2010/main" val="41036563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reserve="1">
  <p:cSld name="1_Titolo, test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p>
            <a:r>
              <a:rPr lang="it-IT"/>
              <a:t>Fare clic per modificare lo stile del titolo</a:t>
            </a:r>
            <a:endParaRPr lang="en-US"/>
          </a:p>
        </p:txBody>
      </p:sp>
      <p:sp>
        <p:nvSpPr>
          <p:cNvPr id="3" name="Segnaposto testo 2"/>
          <p:cNvSpPr>
            <a:spLocks noGrp="1"/>
          </p:cNvSpPr>
          <p:nvPr>
            <p:ph type="body" sz="half" idx="1"/>
          </p:nvPr>
        </p:nvSpPr>
        <p:spPr>
          <a:xfrm>
            <a:off x="742950" y="1524000"/>
            <a:ext cx="4133850" cy="45720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contenuto 3"/>
          <p:cNvSpPr>
            <a:spLocks noGrp="1"/>
          </p:cNvSpPr>
          <p:nvPr>
            <p:ph sz="half" idx="2"/>
          </p:nvPr>
        </p:nvSpPr>
        <p:spPr>
          <a:xfrm>
            <a:off x="5029200" y="1524000"/>
            <a:ext cx="4133850" cy="4572000"/>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Tree>
    <p:extLst>
      <p:ext uri="{BB962C8B-B14F-4D97-AF65-F5344CB8AC3E}">
        <p14:creationId xmlns:p14="http://schemas.microsoft.com/office/powerpoint/2010/main" val="999928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742950" y="304800"/>
            <a:ext cx="817086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pPr lvl="0"/>
            <a:r>
              <a:rPr lang="it-IT" altLang="it-IT"/>
              <a:t>Click to edit Master title style</a:t>
            </a:r>
          </a:p>
        </p:txBody>
      </p:sp>
      <p:sp>
        <p:nvSpPr>
          <p:cNvPr id="4099" name="Rectangle 3"/>
          <p:cNvSpPr>
            <a:spLocks noGrp="1" noChangeArrowheads="1"/>
          </p:cNvSpPr>
          <p:nvPr>
            <p:ph type="body" idx="1"/>
          </p:nvPr>
        </p:nvSpPr>
        <p:spPr bwMode="auto">
          <a:xfrm>
            <a:off x="742950" y="1524000"/>
            <a:ext cx="84201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it-IT" altLang="it-IT"/>
              <a:t>Click to edit Master text styles</a:t>
            </a:r>
          </a:p>
          <a:p>
            <a:pPr lvl="1"/>
            <a:r>
              <a:rPr lang="it-IT" altLang="it-IT"/>
              <a:t>Second level</a:t>
            </a:r>
          </a:p>
          <a:p>
            <a:pPr lvl="2"/>
            <a:r>
              <a:rPr lang="it-IT" altLang="it-IT"/>
              <a:t>Third level</a:t>
            </a:r>
          </a:p>
          <a:p>
            <a:pPr lvl="3"/>
            <a:r>
              <a:rPr lang="it-IT" altLang="it-IT"/>
              <a:t>Fourth level</a:t>
            </a:r>
          </a:p>
          <a:p>
            <a:pPr lvl="4"/>
            <a:r>
              <a:rPr lang="it-IT" altLang="it-IT"/>
              <a:t>Fifth level</a:t>
            </a:r>
          </a:p>
        </p:txBody>
      </p:sp>
      <p:graphicFrame>
        <p:nvGraphicFramePr>
          <p:cNvPr id="4102" name="Object 16"/>
          <p:cNvGraphicFramePr>
            <a:graphicFrameLocks noChangeAspect="1"/>
          </p:cNvGraphicFramePr>
          <p:nvPr/>
        </p:nvGraphicFramePr>
        <p:xfrm>
          <a:off x="8915400" y="333375"/>
          <a:ext cx="935038" cy="904875"/>
        </p:xfrm>
        <a:graphic>
          <a:graphicData uri="http://schemas.openxmlformats.org/presentationml/2006/ole">
            <mc:AlternateContent xmlns:mc="http://schemas.openxmlformats.org/markup-compatibility/2006">
              <mc:Choice xmlns:v="urn:schemas-microsoft-com:vml" Requires="v">
                <p:oleObj name="Fotografia di Photo Editor" r:id="rId22" imgW="5028571" imgH="4866667" progId="MSPhotoEd.3">
                  <p:embed/>
                </p:oleObj>
              </mc:Choice>
              <mc:Fallback>
                <p:oleObj name="Fotografia di Photo Editor" r:id="rId22" imgW="5028571" imgH="4866667" progId="MSPhotoEd.3">
                  <p:embed/>
                  <p:pic>
                    <p:nvPicPr>
                      <p:cNvPr id="0" name="Object 1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915400" y="333375"/>
                        <a:ext cx="935038"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97" r:id="rId1"/>
    <p:sldLayoutId id="2147483698" r:id="rId2"/>
    <p:sldLayoutId id="2147483714"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13" r:id="rId13"/>
    <p:sldLayoutId id="2147483708" r:id="rId14"/>
    <p:sldLayoutId id="2147483716" r:id="rId15"/>
    <p:sldLayoutId id="2147483715" r:id="rId16"/>
    <p:sldLayoutId id="2147483709" r:id="rId17"/>
    <p:sldLayoutId id="2147483710" r:id="rId18"/>
    <p:sldLayoutId id="2147483711" r:id="rId19"/>
    <p:sldLayoutId id="2147483712" r:id="rId20"/>
  </p:sldLayoutIdLst>
  <p:hf hdr="0" dt="0"/>
  <p:txStyles>
    <p:titleStyle>
      <a:lvl1pPr algn="ctr" rtl="0" eaLnBrk="0" fontAlgn="base" hangingPunct="0">
        <a:spcBef>
          <a:spcPct val="0"/>
        </a:spcBef>
        <a:spcAft>
          <a:spcPct val="0"/>
        </a:spcAft>
        <a:defRPr sz="3600">
          <a:solidFill>
            <a:srgbClr val="000066"/>
          </a:solidFill>
          <a:latin typeface="+mj-lt"/>
          <a:ea typeface="+mj-ea"/>
          <a:cs typeface="+mj-cs"/>
        </a:defRPr>
      </a:lvl1pPr>
      <a:lvl2pPr algn="ctr" rtl="0" eaLnBrk="0" fontAlgn="base" hangingPunct="0">
        <a:spcBef>
          <a:spcPct val="0"/>
        </a:spcBef>
        <a:spcAft>
          <a:spcPct val="0"/>
        </a:spcAft>
        <a:defRPr sz="3600">
          <a:solidFill>
            <a:srgbClr val="000066"/>
          </a:solidFill>
          <a:latin typeface="Times New Roman" pitchFamily="18" charset="0"/>
        </a:defRPr>
      </a:lvl2pPr>
      <a:lvl3pPr algn="ctr" rtl="0" eaLnBrk="0" fontAlgn="base" hangingPunct="0">
        <a:spcBef>
          <a:spcPct val="0"/>
        </a:spcBef>
        <a:spcAft>
          <a:spcPct val="0"/>
        </a:spcAft>
        <a:defRPr sz="3600">
          <a:solidFill>
            <a:srgbClr val="000066"/>
          </a:solidFill>
          <a:latin typeface="Times New Roman" pitchFamily="18" charset="0"/>
        </a:defRPr>
      </a:lvl3pPr>
      <a:lvl4pPr algn="ctr" rtl="0" eaLnBrk="0" fontAlgn="base" hangingPunct="0">
        <a:spcBef>
          <a:spcPct val="0"/>
        </a:spcBef>
        <a:spcAft>
          <a:spcPct val="0"/>
        </a:spcAft>
        <a:defRPr sz="3600">
          <a:solidFill>
            <a:srgbClr val="000066"/>
          </a:solidFill>
          <a:latin typeface="Times New Roman" pitchFamily="18" charset="0"/>
        </a:defRPr>
      </a:lvl4pPr>
      <a:lvl5pPr algn="ctr" rtl="0" eaLnBrk="0" fontAlgn="base" hangingPunct="0">
        <a:spcBef>
          <a:spcPct val="0"/>
        </a:spcBef>
        <a:spcAft>
          <a:spcPct val="0"/>
        </a:spcAft>
        <a:defRPr sz="3600">
          <a:solidFill>
            <a:srgbClr val="000066"/>
          </a:solidFill>
          <a:latin typeface="Times New Roman" pitchFamily="18" charset="0"/>
        </a:defRPr>
      </a:lvl5pPr>
      <a:lvl6pPr marL="457200" algn="ctr" rtl="0" eaLnBrk="0" fontAlgn="base" hangingPunct="0">
        <a:spcBef>
          <a:spcPct val="0"/>
        </a:spcBef>
        <a:spcAft>
          <a:spcPct val="0"/>
        </a:spcAft>
        <a:defRPr sz="3200">
          <a:solidFill>
            <a:schemeClr val="accent2"/>
          </a:solidFill>
          <a:latin typeface="Times New Roman" pitchFamily="18" charset="0"/>
        </a:defRPr>
      </a:lvl6pPr>
      <a:lvl7pPr marL="914400" algn="ctr" rtl="0" eaLnBrk="0" fontAlgn="base" hangingPunct="0">
        <a:spcBef>
          <a:spcPct val="0"/>
        </a:spcBef>
        <a:spcAft>
          <a:spcPct val="0"/>
        </a:spcAft>
        <a:defRPr sz="3200">
          <a:solidFill>
            <a:schemeClr val="accent2"/>
          </a:solidFill>
          <a:latin typeface="Times New Roman" pitchFamily="18" charset="0"/>
        </a:defRPr>
      </a:lvl7pPr>
      <a:lvl8pPr marL="1371600" algn="ctr" rtl="0" eaLnBrk="0" fontAlgn="base" hangingPunct="0">
        <a:spcBef>
          <a:spcPct val="0"/>
        </a:spcBef>
        <a:spcAft>
          <a:spcPct val="0"/>
        </a:spcAft>
        <a:defRPr sz="3200">
          <a:solidFill>
            <a:schemeClr val="accent2"/>
          </a:solidFill>
          <a:latin typeface="Times New Roman" pitchFamily="18" charset="0"/>
        </a:defRPr>
      </a:lvl8pPr>
      <a:lvl9pPr marL="1828800" algn="ctr" rtl="0" eaLnBrk="0" fontAlgn="base" hangingPunct="0">
        <a:spcBef>
          <a:spcPct val="0"/>
        </a:spcBef>
        <a:spcAft>
          <a:spcPct val="0"/>
        </a:spcAft>
        <a:defRPr sz="3200">
          <a:solidFill>
            <a:schemeClr val="accent2"/>
          </a:solidFill>
          <a:latin typeface="Times New Roman" pitchFamily="18" charset="0"/>
        </a:defRPr>
      </a:lvl9pPr>
    </p:titleStyle>
    <p:bodyStyle>
      <a:lvl1pPr marL="342900" indent="-342900" algn="l" rtl="0" eaLnBrk="0" fontAlgn="base" hangingPunct="0">
        <a:spcBef>
          <a:spcPct val="20000"/>
        </a:spcBef>
        <a:spcAft>
          <a:spcPct val="0"/>
        </a:spcAft>
        <a:buSzPct val="100000"/>
        <a:buChar char="•"/>
        <a:defRPr sz="2400">
          <a:solidFill>
            <a:srgbClr val="000066"/>
          </a:solidFill>
          <a:latin typeface="+mn-lt"/>
          <a:ea typeface="+mn-ea"/>
          <a:cs typeface="+mn-cs"/>
        </a:defRPr>
      </a:lvl1pPr>
      <a:lvl2pPr marL="742950" indent="-285750" algn="l" rtl="0" eaLnBrk="0" fontAlgn="base" hangingPunct="0">
        <a:spcBef>
          <a:spcPct val="20000"/>
        </a:spcBef>
        <a:spcAft>
          <a:spcPct val="0"/>
        </a:spcAft>
        <a:buSzPct val="100000"/>
        <a:buChar char="–"/>
        <a:defRPr sz="2000">
          <a:solidFill>
            <a:srgbClr val="000066"/>
          </a:solidFill>
          <a:latin typeface="+mn-lt"/>
        </a:defRPr>
      </a:lvl2pPr>
      <a:lvl3pPr marL="1143000" indent="-228600" algn="l" rtl="0" eaLnBrk="0" fontAlgn="base" hangingPunct="0">
        <a:spcBef>
          <a:spcPct val="20000"/>
        </a:spcBef>
        <a:spcAft>
          <a:spcPct val="0"/>
        </a:spcAft>
        <a:buSzPct val="100000"/>
        <a:buChar char="•"/>
        <a:defRPr>
          <a:solidFill>
            <a:srgbClr val="000066"/>
          </a:solidFill>
          <a:latin typeface="+mn-lt"/>
        </a:defRPr>
      </a:lvl3pPr>
      <a:lvl4pPr marL="1600200" indent="-228600" algn="l" rtl="0" eaLnBrk="0" fontAlgn="base" hangingPunct="0">
        <a:spcBef>
          <a:spcPct val="20000"/>
        </a:spcBef>
        <a:spcAft>
          <a:spcPct val="0"/>
        </a:spcAft>
        <a:buSzPct val="100000"/>
        <a:buChar char="–"/>
        <a:defRPr sz="1600">
          <a:solidFill>
            <a:srgbClr val="000066"/>
          </a:solidFill>
          <a:latin typeface="+mn-lt"/>
        </a:defRPr>
      </a:lvl4pPr>
      <a:lvl5pPr marL="2057400" indent="-228600" algn="l" rtl="0" eaLnBrk="0" fontAlgn="base" hangingPunct="0">
        <a:spcBef>
          <a:spcPct val="20000"/>
        </a:spcBef>
        <a:spcAft>
          <a:spcPct val="0"/>
        </a:spcAft>
        <a:buSzPct val="100000"/>
        <a:buChar char="»"/>
        <a:defRPr sz="1600">
          <a:solidFill>
            <a:srgbClr val="000066"/>
          </a:solidFill>
          <a:latin typeface="+mn-lt"/>
        </a:defRPr>
      </a:lvl5pPr>
      <a:lvl6pPr marL="2514600" indent="-228600" algn="l" rtl="0" eaLnBrk="0" fontAlgn="base" hangingPunct="0">
        <a:spcBef>
          <a:spcPct val="20000"/>
        </a:spcBef>
        <a:spcAft>
          <a:spcPct val="0"/>
        </a:spcAft>
        <a:buSzPct val="100000"/>
        <a:buChar char="»"/>
        <a:defRPr sz="1600">
          <a:solidFill>
            <a:schemeClr val="accent2"/>
          </a:solidFill>
          <a:latin typeface="+mn-lt"/>
        </a:defRPr>
      </a:lvl6pPr>
      <a:lvl7pPr marL="2971800" indent="-228600" algn="l" rtl="0" eaLnBrk="0" fontAlgn="base" hangingPunct="0">
        <a:spcBef>
          <a:spcPct val="20000"/>
        </a:spcBef>
        <a:spcAft>
          <a:spcPct val="0"/>
        </a:spcAft>
        <a:buSzPct val="100000"/>
        <a:buChar char="»"/>
        <a:defRPr sz="1600">
          <a:solidFill>
            <a:schemeClr val="accent2"/>
          </a:solidFill>
          <a:latin typeface="+mn-lt"/>
        </a:defRPr>
      </a:lvl7pPr>
      <a:lvl8pPr marL="3429000" indent="-228600" algn="l" rtl="0" eaLnBrk="0" fontAlgn="base" hangingPunct="0">
        <a:spcBef>
          <a:spcPct val="20000"/>
        </a:spcBef>
        <a:spcAft>
          <a:spcPct val="0"/>
        </a:spcAft>
        <a:buSzPct val="100000"/>
        <a:buChar char="»"/>
        <a:defRPr sz="1600">
          <a:solidFill>
            <a:schemeClr val="accent2"/>
          </a:solidFill>
          <a:latin typeface="+mn-lt"/>
        </a:defRPr>
      </a:lvl8pPr>
      <a:lvl9pPr marL="3886200" indent="-228600" algn="l" rtl="0" eaLnBrk="0" fontAlgn="base" hangingPunct="0">
        <a:spcBef>
          <a:spcPct val="20000"/>
        </a:spcBef>
        <a:spcAft>
          <a:spcPct val="0"/>
        </a:spcAft>
        <a:buSzPct val="100000"/>
        <a:buChar char="»"/>
        <a:defRPr sz="1600">
          <a:solidFill>
            <a:schemeClr val="accent2"/>
          </a:solidFill>
          <a:latin typeface="+mn-lt"/>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5.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chart" Target="../charts/chart1.xml"/><Relationship Id="rId1" Type="http://schemas.openxmlformats.org/officeDocument/2006/relationships/slideLayout" Target="../slideLayouts/slideLayout5.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5.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5.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5.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5.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5.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5.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18.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18.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18.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18.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34.xml"/><Relationship Id="rId7" Type="http://schemas.microsoft.com/office/2007/relationships/diagramDrawing" Target="../diagrams/drawing34.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34.xml"/><Relationship Id="rId5" Type="http://schemas.openxmlformats.org/officeDocument/2006/relationships/diagramQuickStyle" Target="../diagrams/quickStyle34.xml"/><Relationship Id="rId4" Type="http://schemas.openxmlformats.org/officeDocument/2006/relationships/diagramLayout" Target="../diagrams/layout34.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36.xml"/><Relationship Id="rId7" Type="http://schemas.microsoft.com/office/2007/relationships/diagramDrawing" Target="../diagrams/drawing36.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36.xml"/><Relationship Id="rId5" Type="http://schemas.openxmlformats.org/officeDocument/2006/relationships/diagramQuickStyle" Target="../diagrams/quickStyle36.xml"/><Relationship Id="rId4" Type="http://schemas.openxmlformats.org/officeDocument/2006/relationships/diagramLayout" Target="../diagrams/layout36.xml"/></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37.xml"/><Relationship Id="rId7" Type="http://schemas.microsoft.com/office/2007/relationships/diagramDrawing" Target="../diagrams/drawing37.xml"/><Relationship Id="rId2" Type="http://schemas.openxmlformats.org/officeDocument/2006/relationships/notesSlide" Target="../notesSlides/notesSlide22.xml"/><Relationship Id="rId1" Type="http://schemas.openxmlformats.org/officeDocument/2006/relationships/slideLayout" Target="../slideLayouts/slideLayout16.xml"/><Relationship Id="rId6" Type="http://schemas.openxmlformats.org/officeDocument/2006/relationships/diagramColors" Target="../diagrams/colors37.xml"/><Relationship Id="rId5" Type="http://schemas.openxmlformats.org/officeDocument/2006/relationships/diagramQuickStyle" Target="../diagrams/quickStyle37.xml"/><Relationship Id="rId4" Type="http://schemas.openxmlformats.org/officeDocument/2006/relationships/diagramLayout" Target="../diagrams/layout37.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5.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39.xml"/><Relationship Id="rId2" Type="http://schemas.openxmlformats.org/officeDocument/2006/relationships/diagramData" Target="../diagrams/data39.xml"/><Relationship Id="rId1" Type="http://schemas.openxmlformats.org/officeDocument/2006/relationships/slideLayout" Target="../slideLayouts/slideLayout3.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40.xml"/><Relationship Id="rId7" Type="http://schemas.microsoft.com/office/2007/relationships/diagramDrawing" Target="../diagrams/drawing40.xml"/><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diagramColors" Target="../diagrams/colors40.xml"/><Relationship Id="rId5" Type="http://schemas.openxmlformats.org/officeDocument/2006/relationships/diagramQuickStyle" Target="../diagrams/quickStyle40.xml"/><Relationship Id="rId4" Type="http://schemas.openxmlformats.org/officeDocument/2006/relationships/diagramLayout" Target="../diagrams/layout40.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41.xml"/><Relationship Id="rId7" Type="http://schemas.microsoft.com/office/2007/relationships/diagramDrawing" Target="../diagrams/drawing41.xml"/><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diagramColors" Target="../diagrams/colors41.xml"/><Relationship Id="rId5" Type="http://schemas.openxmlformats.org/officeDocument/2006/relationships/diagramQuickStyle" Target="../diagrams/quickStyle41.xml"/><Relationship Id="rId4" Type="http://schemas.openxmlformats.org/officeDocument/2006/relationships/diagramLayout" Target="../diagrams/layout41.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42.xml"/><Relationship Id="rId7" Type="http://schemas.microsoft.com/office/2007/relationships/diagramDrawing" Target="../diagrams/drawing42.xml"/><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diagramColors" Target="../diagrams/colors42.xml"/><Relationship Id="rId5" Type="http://schemas.openxmlformats.org/officeDocument/2006/relationships/diagramQuickStyle" Target="../diagrams/quickStyle42.xml"/><Relationship Id="rId4" Type="http://schemas.openxmlformats.org/officeDocument/2006/relationships/diagramLayout" Target="../diagrams/layout42.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43.xml"/><Relationship Id="rId2" Type="http://schemas.openxmlformats.org/officeDocument/2006/relationships/diagramData" Target="../diagrams/data43.xml"/><Relationship Id="rId1" Type="http://schemas.openxmlformats.org/officeDocument/2006/relationships/slideLayout" Target="../slideLayouts/slideLayout3.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44.xml"/><Relationship Id="rId7" Type="http://schemas.microsoft.com/office/2007/relationships/diagramDrawing" Target="../diagrams/drawing44.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44.xml"/><Relationship Id="rId5" Type="http://schemas.openxmlformats.org/officeDocument/2006/relationships/diagramQuickStyle" Target="../diagrams/quickStyle44.xml"/><Relationship Id="rId4" Type="http://schemas.openxmlformats.org/officeDocument/2006/relationships/diagramLayout" Target="../diagrams/layout44.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45.xml"/><Relationship Id="rId2" Type="http://schemas.openxmlformats.org/officeDocument/2006/relationships/diagramData" Target="../diagrams/data45.xml"/><Relationship Id="rId1" Type="http://schemas.openxmlformats.org/officeDocument/2006/relationships/slideLayout" Target="../slideLayouts/slideLayout13.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46.xml"/><Relationship Id="rId2" Type="http://schemas.openxmlformats.org/officeDocument/2006/relationships/diagramData" Target="../diagrams/data46.xml"/><Relationship Id="rId1" Type="http://schemas.openxmlformats.org/officeDocument/2006/relationships/slideLayout" Target="../slideLayouts/slideLayout3.xml"/><Relationship Id="rId6" Type="http://schemas.microsoft.com/office/2007/relationships/diagramDrawing" Target="../diagrams/drawing46.xml"/><Relationship Id="rId5" Type="http://schemas.openxmlformats.org/officeDocument/2006/relationships/diagramColors" Target="../diagrams/colors46.xml"/><Relationship Id="rId4" Type="http://schemas.openxmlformats.org/officeDocument/2006/relationships/diagramQuickStyle" Target="../diagrams/quickStyle46.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47.xml"/><Relationship Id="rId7" Type="http://schemas.microsoft.com/office/2007/relationships/diagramDrawing" Target="../diagrams/drawing47.xml"/><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diagramColors" Target="../diagrams/colors47.xml"/><Relationship Id="rId5" Type="http://schemas.openxmlformats.org/officeDocument/2006/relationships/diagramQuickStyle" Target="../diagrams/quickStyle47.xml"/><Relationship Id="rId4" Type="http://schemas.openxmlformats.org/officeDocument/2006/relationships/diagramLayout" Target="../diagrams/layout47.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48.xml"/><Relationship Id="rId2" Type="http://schemas.openxmlformats.org/officeDocument/2006/relationships/diagramData" Target="../diagrams/data48.xml"/><Relationship Id="rId1" Type="http://schemas.openxmlformats.org/officeDocument/2006/relationships/slideLayout" Target="../slideLayouts/slideLayout3.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49.xml"/><Relationship Id="rId2" Type="http://schemas.openxmlformats.org/officeDocument/2006/relationships/diagramData" Target="../diagrams/data49.xml"/><Relationship Id="rId1" Type="http://schemas.openxmlformats.org/officeDocument/2006/relationships/slideLayout" Target="../slideLayouts/slideLayout14.xml"/><Relationship Id="rId6" Type="http://schemas.microsoft.com/office/2007/relationships/diagramDrawing" Target="../diagrams/drawing49.xml"/><Relationship Id="rId5" Type="http://schemas.openxmlformats.org/officeDocument/2006/relationships/diagramColors" Target="../diagrams/colors49.xml"/><Relationship Id="rId4" Type="http://schemas.openxmlformats.org/officeDocument/2006/relationships/diagramQuickStyle" Target="../diagrams/quickStyle49.xml"/></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50.xml"/><Relationship Id="rId2" Type="http://schemas.openxmlformats.org/officeDocument/2006/relationships/diagramData" Target="../diagrams/data50.xml"/><Relationship Id="rId1" Type="http://schemas.openxmlformats.org/officeDocument/2006/relationships/slideLayout" Target="../slideLayouts/slideLayout2.xml"/><Relationship Id="rId6" Type="http://schemas.microsoft.com/office/2007/relationships/diagramDrawing" Target="../diagrams/drawing50.xml"/><Relationship Id="rId5" Type="http://schemas.openxmlformats.org/officeDocument/2006/relationships/diagramColors" Target="../diagrams/colors50.xml"/><Relationship Id="rId4" Type="http://schemas.openxmlformats.org/officeDocument/2006/relationships/diagramQuickStyle" Target="../diagrams/quickStyle50.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51.xml"/><Relationship Id="rId2" Type="http://schemas.openxmlformats.org/officeDocument/2006/relationships/diagramData" Target="../diagrams/data51.xml"/><Relationship Id="rId1" Type="http://schemas.openxmlformats.org/officeDocument/2006/relationships/slideLayout" Target="../slideLayouts/slideLayout5.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diagramData" Target="../diagrams/data52.xml"/><Relationship Id="rId7" Type="http://schemas.microsoft.com/office/2007/relationships/diagramDrawing" Target="../diagrams/drawing52.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52.xml"/><Relationship Id="rId5" Type="http://schemas.openxmlformats.org/officeDocument/2006/relationships/diagramQuickStyle" Target="../diagrams/quickStyle52.xml"/><Relationship Id="rId4" Type="http://schemas.openxmlformats.org/officeDocument/2006/relationships/diagramLayout" Target="../diagrams/layout52.xml"/></Relationships>
</file>

<file path=ppt/slides/_rels/slide74.xml.rels><?xml version="1.0" encoding="UTF-8" standalone="yes"?>
<Relationships xmlns="http://schemas.openxmlformats.org/package/2006/relationships"><Relationship Id="rId3" Type="http://schemas.openxmlformats.org/officeDocument/2006/relationships/diagramData" Target="../diagrams/data53.xml"/><Relationship Id="rId7" Type="http://schemas.microsoft.com/office/2007/relationships/diagramDrawing" Target="../diagrams/drawing53.xml"/><Relationship Id="rId2" Type="http://schemas.openxmlformats.org/officeDocument/2006/relationships/notesSlide" Target="../notesSlides/notesSlide31.xml"/><Relationship Id="rId1" Type="http://schemas.openxmlformats.org/officeDocument/2006/relationships/slideLayout" Target="../slideLayouts/slideLayout16.xml"/><Relationship Id="rId6" Type="http://schemas.openxmlformats.org/officeDocument/2006/relationships/diagramColors" Target="../diagrams/colors53.xml"/><Relationship Id="rId5" Type="http://schemas.openxmlformats.org/officeDocument/2006/relationships/diagramQuickStyle" Target="../diagrams/quickStyle53.xml"/><Relationship Id="rId4" Type="http://schemas.openxmlformats.org/officeDocument/2006/relationships/diagramLayout" Target="../diagrams/layout53.xml"/></Relationships>
</file>

<file path=ppt/slides/_rels/slide75.xml.rels><?xml version="1.0" encoding="UTF-8" standalone="yes"?>
<Relationships xmlns="http://schemas.openxmlformats.org/package/2006/relationships"><Relationship Id="rId3" Type="http://schemas.openxmlformats.org/officeDocument/2006/relationships/diagramData" Target="../diagrams/data54.xml"/><Relationship Id="rId7" Type="http://schemas.microsoft.com/office/2007/relationships/diagramDrawing" Target="../diagrams/drawing54.xml"/><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diagramColors" Target="../diagrams/colors54.xml"/><Relationship Id="rId5" Type="http://schemas.openxmlformats.org/officeDocument/2006/relationships/diagramQuickStyle" Target="../diagrams/quickStyle54.xml"/><Relationship Id="rId4" Type="http://schemas.openxmlformats.org/officeDocument/2006/relationships/diagramLayout" Target="../diagrams/layout54.xml"/></Relationships>
</file>

<file path=ppt/slides/_rels/slide76.xml.rels><?xml version="1.0" encoding="UTF-8" standalone="yes"?>
<Relationships xmlns="http://schemas.openxmlformats.org/package/2006/relationships"><Relationship Id="rId3" Type="http://schemas.openxmlformats.org/officeDocument/2006/relationships/diagramData" Target="../diagrams/data55.xml"/><Relationship Id="rId7" Type="http://schemas.microsoft.com/office/2007/relationships/diagramDrawing" Target="../diagrams/drawing55.xml"/><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diagramColors" Target="../diagrams/colors55.xml"/><Relationship Id="rId5" Type="http://schemas.openxmlformats.org/officeDocument/2006/relationships/diagramQuickStyle" Target="../diagrams/quickStyle55.xml"/><Relationship Id="rId4" Type="http://schemas.openxmlformats.org/officeDocument/2006/relationships/diagramLayout" Target="../diagrams/layout55.xml"/></Relationships>
</file>

<file path=ppt/slides/_rels/slide77.xml.rels><?xml version="1.0" encoding="UTF-8" standalone="yes"?>
<Relationships xmlns="http://schemas.openxmlformats.org/package/2006/relationships"><Relationship Id="rId3" Type="http://schemas.openxmlformats.org/officeDocument/2006/relationships/diagramData" Target="../diagrams/data56.xml"/><Relationship Id="rId7" Type="http://schemas.microsoft.com/office/2007/relationships/diagramDrawing" Target="../diagrams/drawing56.xml"/><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diagramColors" Target="../diagrams/colors56.xml"/><Relationship Id="rId5" Type="http://schemas.openxmlformats.org/officeDocument/2006/relationships/diagramQuickStyle" Target="../diagrams/quickStyle56.xml"/><Relationship Id="rId4" Type="http://schemas.openxmlformats.org/officeDocument/2006/relationships/diagramLayout" Target="../diagrams/layout56.xml"/></Relationships>
</file>

<file path=ppt/slides/_rels/slide7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57.xml"/><Relationship Id="rId7" Type="http://schemas.microsoft.com/office/2007/relationships/diagramDrawing" Target="../diagrams/drawing57.xml"/><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diagramColors" Target="../diagrams/colors57.xml"/><Relationship Id="rId5" Type="http://schemas.openxmlformats.org/officeDocument/2006/relationships/diagramQuickStyle" Target="../diagrams/quickStyle57.xml"/><Relationship Id="rId10" Type="http://schemas.openxmlformats.org/officeDocument/2006/relationships/image" Target="../media/image10.png"/><Relationship Id="rId4" Type="http://schemas.openxmlformats.org/officeDocument/2006/relationships/diagramLayout" Target="../diagrams/layout57.xml"/><Relationship Id="rId9" Type="http://schemas.openxmlformats.org/officeDocument/2006/relationships/image" Target="../media/image9.png"/></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58.xml"/><Relationship Id="rId2" Type="http://schemas.openxmlformats.org/officeDocument/2006/relationships/diagramData" Target="../diagrams/data58.xml"/><Relationship Id="rId1" Type="http://schemas.openxmlformats.org/officeDocument/2006/relationships/slideLayout" Target="../slideLayouts/slideLayout2.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59.xml"/><Relationship Id="rId2" Type="http://schemas.openxmlformats.org/officeDocument/2006/relationships/diagramData" Target="../diagrams/data59.xml"/><Relationship Id="rId1" Type="http://schemas.openxmlformats.org/officeDocument/2006/relationships/slideLayout" Target="../slideLayouts/slideLayout3.xml"/><Relationship Id="rId6" Type="http://schemas.microsoft.com/office/2007/relationships/diagramDrawing" Target="../diagrams/drawing59.xml"/><Relationship Id="rId5" Type="http://schemas.openxmlformats.org/officeDocument/2006/relationships/diagramColors" Target="../diagrams/colors59.xml"/><Relationship Id="rId4" Type="http://schemas.openxmlformats.org/officeDocument/2006/relationships/diagramQuickStyle" Target="../diagrams/quickStyle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ctrTitle"/>
          </p:nvPr>
        </p:nvSpPr>
        <p:spPr/>
        <p:txBody>
          <a:bodyPr/>
          <a:lstStyle/>
          <a:p>
            <a:r>
              <a:rPr lang="en-US" sz="3200" noProof="0" dirty="0"/>
              <a:t>COSTS AND BENEFITS OF DIGITAL PROJECTS </a:t>
            </a:r>
            <a:br>
              <a:rPr lang="en-US" sz="3200" noProof="0" dirty="0"/>
            </a:br>
            <a:r>
              <a:rPr lang="en-US" sz="2000" i="1" noProof="0" dirty="0"/>
              <a:t>R250816 </a:t>
            </a:r>
            <a:r>
              <a:rPr lang="en-US" sz="2000" i="1" noProof="0"/>
              <a:t>- REVISED November 24</a:t>
            </a:r>
            <a:r>
              <a:rPr lang="en-US" sz="2000" i="1" baseline="30000" noProof="0"/>
              <a:t>th</a:t>
            </a:r>
            <a:r>
              <a:rPr lang="en-US" sz="2000" i="1" noProof="0"/>
              <a:t> </a:t>
            </a:r>
            <a:r>
              <a:rPr lang="en-US" sz="2000" i="1" noProof="0" dirty="0"/>
              <a:t>2025</a:t>
            </a:r>
            <a:endParaRPr lang="en-US" sz="3200" i="1" noProof="0" dirty="0"/>
          </a:p>
        </p:txBody>
      </p:sp>
      <p:sp>
        <p:nvSpPr>
          <p:cNvPr id="6147" name="Rectangle 5"/>
          <p:cNvSpPr>
            <a:spLocks noGrp="1" noChangeArrowheads="1"/>
          </p:cNvSpPr>
          <p:nvPr>
            <p:ph type="subTitle" idx="1"/>
          </p:nvPr>
        </p:nvSpPr>
        <p:spPr>
          <a:xfrm>
            <a:off x="1485900" y="3861048"/>
            <a:ext cx="6934200" cy="2279104"/>
          </a:xfrm>
        </p:spPr>
        <p:txBody>
          <a:bodyPr anchor="ctr">
            <a:normAutofit/>
          </a:bodyPr>
          <a:lstStyle/>
          <a:p>
            <a:pPr>
              <a:lnSpc>
                <a:spcPct val="90000"/>
              </a:lnSpc>
            </a:pPr>
            <a:r>
              <a:rPr lang="en-US" b="1" noProof="0" dirty="0"/>
              <a:t>COST-BENEFIT ANALYSIS</a:t>
            </a:r>
          </a:p>
          <a:p>
            <a:pPr>
              <a:lnSpc>
                <a:spcPct val="90000"/>
              </a:lnSpc>
            </a:pPr>
            <a:r>
              <a:rPr lang="en-US" noProof="0" dirty="0"/>
              <a:t>SUMMARY AND REVIEW QUESTIONS</a:t>
            </a:r>
          </a:p>
          <a:p>
            <a:pPr>
              <a:lnSpc>
                <a:spcPct val="90000"/>
              </a:lnSpc>
            </a:pPr>
            <a:r>
              <a:rPr lang="en-US" noProof="0" dirty="0"/>
              <a:t>PROJECT BUDGET MANAGEMENT</a:t>
            </a:r>
          </a:p>
          <a:p>
            <a:pPr>
              <a:lnSpc>
                <a:spcPct val="90000"/>
              </a:lnSpc>
            </a:pPr>
            <a:r>
              <a:rPr lang="en-US" noProof="0" dirty="0"/>
              <a:t>ASSIGNMENT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4"/>
          <p:cNvSpPr>
            <a:spLocks noGrp="1" noChangeArrowheads="1"/>
          </p:cNvSpPr>
          <p:nvPr>
            <p:ph type="title"/>
          </p:nvPr>
        </p:nvSpPr>
        <p:spPr>
          <a:xfrm>
            <a:off x="742950" y="304800"/>
            <a:ext cx="8170863" cy="914400"/>
          </a:xfrm>
        </p:spPr>
        <p:txBody>
          <a:bodyPr wrap="square" anchor="ctr">
            <a:normAutofit/>
          </a:bodyPr>
          <a:lstStyle/>
          <a:p>
            <a:r>
              <a:rPr lang="en-US" noProof="0" dirty="0"/>
              <a:t>Analysis scope </a:t>
            </a:r>
          </a:p>
        </p:txBody>
      </p:sp>
      <p:pic>
        <p:nvPicPr>
          <p:cNvPr id="7" name="Immagine 6" descr="Immagine che contiene testo, schermata, Carattere, numero&#10;&#10;Il contenuto generato dall'IA potrebbe non essere corretto.">
            <a:extLst>
              <a:ext uri="{FF2B5EF4-FFF2-40B4-BE49-F238E27FC236}">
                <a16:creationId xmlns:a16="http://schemas.microsoft.com/office/drawing/2014/main" id="{27FA7081-6A7F-73BA-D04D-0C7E0A8BDBE8}"/>
              </a:ext>
            </a:extLst>
          </p:cNvPr>
          <p:cNvPicPr>
            <a:picLocks noChangeAspect="1"/>
          </p:cNvPicPr>
          <p:nvPr/>
        </p:nvPicPr>
        <p:blipFill>
          <a:blip r:embed="rId2"/>
          <a:stretch>
            <a:fillRect/>
          </a:stretch>
        </p:blipFill>
        <p:spPr>
          <a:xfrm>
            <a:off x="2072680" y="1340768"/>
            <a:ext cx="5584915" cy="3043778"/>
          </a:xfrm>
          <a:prstGeom prst="rect">
            <a:avLst/>
          </a:prstGeom>
          <a:noFill/>
        </p:spPr>
      </p:pic>
      <p:sp>
        <p:nvSpPr>
          <p:cNvPr id="2" name="Segnaposto contenuto 1"/>
          <p:cNvSpPr>
            <a:spLocks noGrp="1"/>
          </p:cNvSpPr>
          <p:nvPr>
            <p:ph type="body" sz="half" idx="2"/>
          </p:nvPr>
        </p:nvSpPr>
        <p:spPr>
          <a:xfrm>
            <a:off x="632520" y="4506114"/>
            <a:ext cx="8530530" cy="2047086"/>
          </a:xfrm>
        </p:spPr>
        <p:txBody>
          <a:bodyPr wrap="square" anchor="ctr">
            <a:normAutofit/>
          </a:bodyPr>
          <a:lstStyle/>
          <a:p>
            <a:pPr>
              <a:lnSpc>
                <a:spcPct val="90000"/>
              </a:lnSpc>
            </a:pPr>
            <a:r>
              <a:rPr lang="en-US" sz="1700" noProof="0" dirty="0"/>
              <a:t>Management approve projects based on their returns</a:t>
            </a:r>
          </a:p>
          <a:p>
            <a:pPr lvl="1">
              <a:lnSpc>
                <a:spcPct val="90000"/>
              </a:lnSpc>
            </a:pPr>
            <a:r>
              <a:rPr lang="en-US" sz="1700" noProof="0" dirty="0"/>
              <a:t>Returns stem from the project impact on business/organization, software, technology/infrastructure </a:t>
            </a:r>
          </a:p>
          <a:p>
            <a:pPr lvl="1">
              <a:lnSpc>
                <a:spcPct val="90000"/>
              </a:lnSpc>
            </a:pPr>
            <a:r>
              <a:rPr lang="en-US" sz="1700" noProof="0" dirty="0"/>
              <a:t>Returns are both financial, called “tangible”, and non-financial, called “intangible”</a:t>
            </a:r>
          </a:p>
          <a:p>
            <a:pPr>
              <a:lnSpc>
                <a:spcPct val="90000"/>
              </a:lnSpc>
            </a:pPr>
            <a:r>
              <a:rPr lang="en-US" sz="1700" noProof="0" dirty="0"/>
              <a:t>Our scope includes:  </a:t>
            </a:r>
          </a:p>
          <a:p>
            <a:pPr marL="914400" lvl="1" indent="-457200">
              <a:lnSpc>
                <a:spcPct val="90000"/>
              </a:lnSpc>
              <a:buFont typeface="+mj-lt"/>
              <a:buAutoNum type="arabicPeriod"/>
            </a:pPr>
            <a:r>
              <a:rPr lang="en-US" sz="1700" noProof="0" dirty="0"/>
              <a:t>The whole </a:t>
            </a:r>
            <a:r>
              <a:rPr lang="en-US" sz="1700" b="1" noProof="0" dirty="0"/>
              <a:t>lifecycle</a:t>
            </a:r>
            <a:r>
              <a:rPr lang="en-US" sz="1700" noProof="0" dirty="0"/>
              <a:t> of a system</a:t>
            </a:r>
          </a:p>
          <a:p>
            <a:pPr marL="914400" lvl="1" indent="-457200">
              <a:lnSpc>
                <a:spcPct val="90000"/>
              </a:lnSpc>
              <a:buFont typeface="+mj-lt"/>
              <a:buAutoNum type="arabicPeriod"/>
            </a:pPr>
            <a:r>
              <a:rPr lang="en-US" sz="1700" b="1" noProof="0" dirty="0"/>
              <a:t>Whole project impact: </a:t>
            </a:r>
            <a:r>
              <a:rPr lang="en-US" sz="1700" noProof="0" dirty="0"/>
              <a:t>tangible and intangible returns</a:t>
            </a:r>
          </a:p>
        </p:txBody>
      </p:sp>
    </p:spTree>
    <p:extLst>
      <p:ext uri="{BB962C8B-B14F-4D97-AF65-F5344CB8AC3E}">
        <p14:creationId xmlns:p14="http://schemas.microsoft.com/office/powerpoint/2010/main" val="3950735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35B9D-7CB1-6306-EE21-59F5A0B1A4D4}"/>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39A5D660-DF6C-8CC4-F063-846A6E8F47E1}"/>
              </a:ext>
            </a:extLst>
          </p:cNvPr>
          <p:cNvSpPr>
            <a:spLocks noGrp="1" noChangeArrowheads="1"/>
          </p:cNvSpPr>
          <p:nvPr>
            <p:ph type="title"/>
          </p:nvPr>
        </p:nvSpPr>
        <p:spPr/>
        <p:txBody>
          <a:bodyPr/>
          <a:lstStyle/>
          <a:p>
            <a:r>
              <a:rPr lang="en-US" noProof="0" dirty="0"/>
              <a:t>PROJECT  COSTS</a:t>
            </a:r>
          </a:p>
        </p:txBody>
      </p:sp>
      <p:graphicFrame>
        <p:nvGraphicFramePr>
          <p:cNvPr id="3" name="Segnaposto contenuto 2">
            <a:extLst>
              <a:ext uri="{FF2B5EF4-FFF2-40B4-BE49-F238E27FC236}">
                <a16:creationId xmlns:a16="http://schemas.microsoft.com/office/drawing/2014/main" id="{300E83F5-9319-1BA5-A479-FE5FC26C443B}"/>
              </a:ext>
            </a:extLst>
          </p:cNvPr>
          <p:cNvGraphicFramePr>
            <a:graphicFrameLocks noGrp="1"/>
          </p:cNvGraphicFramePr>
          <p:nvPr>
            <p:ph idx="1"/>
            <p:extLst>
              <p:ext uri="{D42A27DB-BD31-4B8C-83A1-F6EECF244321}">
                <p14:modId xmlns:p14="http://schemas.microsoft.com/office/powerpoint/2010/main" val="342062090"/>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308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Software Project Costs </a:t>
            </a:r>
          </a:p>
        </p:txBody>
      </p:sp>
      <p:sp>
        <p:nvSpPr>
          <p:cNvPr id="3" name="Segnaposto contenuto 2"/>
          <p:cNvSpPr>
            <a:spLocks noGrp="1"/>
          </p:cNvSpPr>
          <p:nvPr>
            <p:ph sz="half" idx="1"/>
          </p:nvPr>
        </p:nvSpPr>
        <p:spPr>
          <a:xfrm>
            <a:off x="742950" y="1524000"/>
            <a:ext cx="4714106" cy="4572000"/>
          </a:xfrm>
        </p:spPr>
        <p:txBody>
          <a:bodyPr anchor="ctr"/>
          <a:lstStyle/>
          <a:p>
            <a:r>
              <a:rPr lang="en-US" sz="2400" noProof="0" dirty="0"/>
              <a:t>Analysis is the activity in which requirements are defined (modelled)</a:t>
            </a:r>
          </a:p>
          <a:p>
            <a:r>
              <a:rPr lang="en-US" sz="2400" noProof="0" dirty="0"/>
              <a:t>In an agile approach, analysis  defines Themes / Epics  of the backlog</a:t>
            </a:r>
          </a:p>
          <a:p>
            <a:r>
              <a:rPr lang="en-US" sz="2400" dirty="0"/>
              <a:t>Analysis hardly can be analytically estimated; roughly it</a:t>
            </a:r>
            <a:r>
              <a:rPr lang="en-US" sz="2400" noProof="0" dirty="0"/>
              <a:t> ranges from 10% to 20% of development cost</a:t>
            </a:r>
          </a:p>
        </p:txBody>
      </p:sp>
      <p:graphicFrame>
        <p:nvGraphicFramePr>
          <p:cNvPr id="6" name="Segnaposto contenuto 3"/>
          <p:cNvGraphicFramePr>
            <a:graphicFrameLocks noGrp="1"/>
          </p:cNvGraphicFramePr>
          <p:nvPr>
            <p:ph sz="half" idx="2"/>
            <p:extLst>
              <p:ext uri="{D42A27DB-BD31-4B8C-83A1-F6EECF244321}">
                <p14:modId xmlns:p14="http://schemas.microsoft.com/office/powerpoint/2010/main" val="2640426207"/>
              </p:ext>
            </p:extLst>
          </p:nvPr>
        </p:nvGraphicFramePr>
        <p:xfrm>
          <a:off x="6177136" y="1628800"/>
          <a:ext cx="3308176"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6623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D30AA-3A63-01F2-D913-B77B23B5435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2A48C2E-76C5-6AF4-207B-5B0459C15501}"/>
              </a:ext>
            </a:extLst>
          </p:cNvPr>
          <p:cNvSpPr>
            <a:spLocks noGrp="1"/>
          </p:cNvSpPr>
          <p:nvPr>
            <p:ph type="title"/>
          </p:nvPr>
        </p:nvSpPr>
        <p:spPr/>
        <p:txBody>
          <a:bodyPr/>
          <a:lstStyle/>
          <a:p>
            <a:r>
              <a:rPr lang="en-US" noProof="0" dirty="0"/>
              <a:t>Software Development /1 </a:t>
            </a:r>
          </a:p>
        </p:txBody>
      </p:sp>
      <p:sp>
        <p:nvSpPr>
          <p:cNvPr id="3" name="Segnaposto contenuto 2">
            <a:extLst>
              <a:ext uri="{FF2B5EF4-FFF2-40B4-BE49-F238E27FC236}">
                <a16:creationId xmlns:a16="http://schemas.microsoft.com/office/drawing/2014/main" id="{A99EDD67-96F3-1E80-0AF0-344210D36709}"/>
              </a:ext>
            </a:extLst>
          </p:cNvPr>
          <p:cNvSpPr>
            <a:spLocks noGrp="1"/>
          </p:cNvSpPr>
          <p:nvPr>
            <p:ph sz="half" idx="1"/>
          </p:nvPr>
        </p:nvSpPr>
        <p:spPr>
          <a:xfrm>
            <a:off x="200472" y="1577009"/>
            <a:ext cx="5832648" cy="5073352"/>
          </a:xfrm>
        </p:spPr>
        <p:txBody>
          <a:bodyPr anchor="ctr">
            <a:normAutofit/>
          </a:bodyPr>
          <a:lstStyle/>
          <a:p>
            <a:r>
              <a:rPr lang="en-US" sz="2400" noProof="0" dirty="0"/>
              <a:t>It includes costs of a development cycle, as defined by a sprint in agile approach</a:t>
            </a:r>
          </a:p>
          <a:p>
            <a:r>
              <a:rPr lang="en-US" sz="2400" noProof="0" dirty="0"/>
              <a:t>In predictive approaches, it includes  </a:t>
            </a:r>
          </a:p>
          <a:p>
            <a:pPr lvl="1"/>
            <a:r>
              <a:rPr lang="en-US" sz="2000" noProof="0" dirty="0"/>
              <a:t>Development environment  </a:t>
            </a:r>
          </a:p>
          <a:p>
            <a:pPr lvl="1"/>
            <a:r>
              <a:rPr lang="en-US" sz="2000" noProof="0" dirty="0"/>
              <a:t>Detailed analysis of use cases or functions (State Chart, Class Diagram)</a:t>
            </a:r>
          </a:p>
          <a:p>
            <a:pPr lvl="1"/>
            <a:r>
              <a:rPr lang="en-US" sz="2000" noProof="0" dirty="0"/>
              <a:t>Coding </a:t>
            </a:r>
          </a:p>
          <a:p>
            <a:pPr lvl="1"/>
            <a:r>
              <a:rPr lang="en-US" sz="2000" noProof="0" dirty="0"/>
              <a:t>Documentation </a:t>
            </a:r>
          </a:p>
          <a:p>
            <a:pPr lvl="1"/>
            <a:r>
              <a:rPr lang="en-US" sz="2000" noProof="0" dirty="0"/>
              <a:t>Unit Test</a:t>
            </a:r>
          </a:p>
          <a:p>
            <a:r>
              <a:rPr lang="en-US" sz="2400" noProof="0" dirty="0"/>
              <a:t>Statistically, development ranges 50% to 70% of the total software cost</a:t>
            </a:r>
          </a:p>
        </p:txBody>
      </p:sp>
      <p:graphicFrame>
        <p:nvGraphicFramePr>
          <p:cNvPr id="6" name="Segnaposto contenuto 3">
            <a:extLst>
              <a:ext uri="{FF2B5EF4-FFF2-40B4-BE49-F238E27FC236}">
                <a16:creationId xmlns:a16="http://schemas.microsoft.com/office/drawing/2014/main" id="{00820D42-75B6-65D4-93AA-7EFBC0B42503}"/>
              </a:ext>
            </a:extLst>
          </p:cNvPr>
          <p:cNvGraphicFramePr>
            <a:graphicFrameLocks noGrp="1"/>
          </p:cNvGraphicFramePr>
          <p:nvPr>
            <p:ph sz="half" idx="2"/>
            <p:extLst>
              <p:ext uri="{D42A27DB-BD31-4B8C-83A1-F6EECF244321}">
                <p14:modId xmlns:p14="http://schemas.microsoft.com/office/powerpoint/2010/main" val="331226128"/>
              </p:ext>
            </p:extLst>
          </p:nvPr>
        </p:nvGraphicFramePr>
        <p:xfrm>
          <a:off x="6201022" y="1590261"/>
          <a:ext cx="3504506"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9681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742950" y="304800"/>
            <a:ext cx="8170863" cy="914400"/>
          </a:xfrm>
        </p:spPr>
        <p:txBody>
          <a:bodyPr/>
          <a:lstStyle/>
          <a:p>
            <a:r>
              <a:rPr lang="en-US" noProof="0" dirty="0"/>
              <a:t>Software Development/2 </a:t>
            </a:r>
          </a:p>
        </p:txBody>
      </p:sp>
      <p:sp>
        <p:nvSpPr>
          <p:cNvPr id="3" name="Segnaposto contenuto 2"/>
          <p:cNvSpPr>
            <a:spLocks noGrp="1"/>
          </p:cNvSpPr>
          <p:nvPr>
            <p:ph sz="half" idx="1"/>
          </p:nvPr>
        </p:nvSpPr>
        <p:spPr>
          <a:xfrm>
            <a:off x="242887" y="1484313"/>
            <a:ext cx="5748338" cy="4572000"/>
          </a:xfrm>
        </p:spPr>
        <p:txBody>
          <a:bodyPr anchor="ctr">
            <a:normAutofit fontScale="92500" lnSpcReduction="10000"/>
          </a:bodyPr>
          <a:lstStyle/>
          <a:p>
            <a:r>
              <a:rPr lang="en-US" noProof="0" dirty="0"/>
              <a:t>In Agile, the development effort can be extrapolated from the number of sprints</a:t>
            </a:r>
          </a:p>
          <a:p>
            <a:pPr lvl="1"/>
            <a:r>
              <a:rPr lang="en-US" noProof="0" dirty="0"/>
              <a:t>E.g. by assuming a sprint of 5 people x 1 month, a project with 100 sprints would require an effort of  5x100 = 500 person-month </a:t>
            </a:r>
            <a:r>
              <a:rPr lang="en-US" dirty="0"/>
              <a:t>/10 =50 FTE</a:t>
            </a:r>
            <a:endParaRPr lang="en-US" noProof="0" dirty="0"/>
          </a:p>
          <a:p>
            <a:r>
              <a:rPr lang="en-US" noProof="0" dirty="0"/>
              <a:t>Alternatively, the development effort may be based on the Use-Cases, weighted in terms of Function Points (www.ifpug.org); you can find a summary on the Internet</a:t>
            </a:r>
          </a:p>
        </p:txBody>
      </p:sp>
      <p:graphicFrame>
        <p:nvGraphicFramePr>
          <p:cNvPr id="6" name="Segnaposto contenuto 3"/>
          <p:cNvGraphicFramePr>
            <a:graphicFrameLocks noGrp="1"/>
          </p:cNvGraphicFramePr>
          <p:nvPr>
            <p:ph sz="half" idx="2"/>
            <p:extLst>
              <p:ext uri="{D42A27DB-BD31-4B8C-83A1-F6EECF244321}">
                <p14:modId xmlns:p14="http://schemas.microsoft.com/office/powerpoint/2010/main" val="4062152224"/>
              </p:ext>
            </p:extLst>
          </p:nvPr>
        </p:nvGraphicFramePr>
        <p:xfrm>
          <a:off x="6248400" y="1484313"/>
          <a:ext cx="3414713"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2864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Software Development/3: Customization</a:t>
            </a:r>
          </a:p>
        </p:txBody>
      </p:sp>
      <p:sp>
        <p:nvSpPr>
          <p:cNvPr id="3" name="Segnaposto contenuto 2"/>
          <p:cNvSpPr>
            <a:spLocks noGrp="1"/>
          </p:cNvSpPr>
          <p:nvPr>
            <p:ph sz="half" idx="1"/>
          </p:nvPr>
        </p:nvSpPr>
        <p:spPr>
          <a:xfrm>
            <a:off x="200472" y="1577009"/>
            <a:ext cx="5832648" cy="4976191"/>
          </a:xfrm>
        </p:spPr>
        <p:txBody>
          <a:bodyPr anchor="ctr">
            <a:normAutofit fontScale="77500" lnSpcReduction="20000"/>
          </a:bodyPr>
          <a:lstStyle/>
          <a:p>
            <a:r>
              <a:rPr lang="en-US" noProof="0" dirty="0"/>
              <a:t>Some projects customize existing software by an editing environment or a Software Development Kit </a:t>
            </a:r>
          </a:p>
          <a:p>
            <a:r>
              <a:rPr lang="en-US" noProof="0" dirty="0"/>
              <a:t>Customization typically</a:t>
            </a:r>
          </a:p>
          <a:p>
            <a:pPr lvl="1"/>
            <a:r>
              <a:rPr lang="en-US" noProof="0" dirty="0"/>
              <a:t>Adds new services </a:t>
            </a:r>
          </a:p>
          <a:p>
            <a:pPr lvl="1"/>
            <a:r>
              <a:rPr lang="en-US" noProof="0" dirty="0"/>
              <a:t>Tailors existing services</a:t>
            </a:r>
          </a:p>
          <a:p>
            <a:pPr lvl="1"/>
            <a:r>
              <a:rPr lang="en-US" noProof="0" dirty="0"/>
              <a:t>Integrates new  services into the existing enterprise’s software </a:t>
            </a:r>
          </a:p>
          <a:p>
            <a:r>
              <a:rPr lang="en-US" noProof="0" dirty="0"/>
              <a:t>Costs include the development life cycle, e.g.:</a:t>
            </a:r>
          </a:p>
          <a:p>
            <a:pPr lvl="1"/>
            <a:r>
              <a:rPr lang="en-US" noProof="0" dirty="0"/>
              <a:t>Setting of development environment  </a:t>
            </a:r>
          </a:p>
          <a:p>
            <a:pPr lvl="1"/>
            <a:r>
              <a:rPr lang="en-US" noProof="0" dirty="0"/>
              <a:t>Detailed analysis of use case or function (State Chart, Class Diagram)</a:t>
            </a:r>
          </a:p>
          <a:p>
            <a:pPr lvl="1"/>
            <a:r>
              <a:rPr lang="en-US" noProof="0" dirty="0"/>
              <a:t>Coding </a:t>
            </a:r>
          </a:p>
          <a:p>
            <a:pPr lvl="1"/>
            <a:r>
              <a:rPr lang="en-US" noProof="0" dirty="0"/>
              <a:t>Documentation </a:t>
            </a:r>
          </a:p>
          <a:p>
            <a:pPr lvl="1"/>
            <a:r>
              <a:rPr lang="en-US" noProof="0" dirty="0"/>
              <a:t>Unit Test</a:t>
            </a:r>
          </a:p>
          <a:p>
            <a:r>
              <a:rPr lang="en-US" noProof="0" dirty="0"/>
              <a:t>Estimation is based on experience </a:t>
            </a:r>
            <a:endParaRPr lang="en-US" sz="2900" noProof="0" dirty="0"/>
          </a:p>
        </p:txBody>
      </p:sp>
      <p:graphicFrame>
        <p:nvGraphicFramePr>
          <p:cNvPr id="6" name="Segnaposto contenuto 3"/>
          <p:cNvGraphicFramePr>
            <a:graphicFrameLocks noGrp="1"/>
          </p:cNvGraphicFramePr>
          <p:nvPr>
            <p:ph sz="half" idx="2"/>
            <p:extLst>
              <p:ext uri="{D42A27DB-BD31-4B8C-83A1-F6EECF244321}">
                <p14:modId xmlns:p14="http://schemas.microsoft.com/office/powerpoint/2010/main" val="108075887"/>
              </p:ext>
            </p:extLst>
          </p:nvPr>
        </p:nvGraphicFramePr>
        <p:xfrm>
          <a:off x="6201022" y="1590261"/>
          <a:ext cx="3504506"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9942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System Test &amp; User Test </a:t>
            </a:r>
          </a:p>
        </p:txBody>
      </p:sp>
      <p:sp>
        <p:nvSpPr>
          <p:cNvPr id="3" name="Segnaposto contenuto 2"/>
          <p:cNvSpPr>
            <a:spLocks noGrp="1"/>
          </p:cNvSpPr>
          <p:nvPr>
            <p:ph sz="half" idx="1"/>
          </p:nvPr>
        </p:nvSpPr>
        <p:spPr>
          <a:xfrm>
            <a:off x="128464" y="1524000"/>
            <a:ext cx="4748336" cy="4572000"/>
          </a:xfrm>
        </p:spPr>
        <p:txBody>
          <a:bodyPr anchor="ctr">
            <a:normAutofit fontScale="70000" lnSpcReduction="20000"/>
          </a:bodyPr>
          <a:lstStyle/>
          <a:p>
            <a:r>
              <a:rPr lang="en-US" noProof="0" dirty="0"/>
              <a:t>System Test</a:t>
            </a:r>
          </a:p>
          <a:p>
            <a:pPr lvl="1"/>
            <a:r>
              <a:rPr lang="en-US" noProof="0" dirty="0"/>
              <a:t>We assume that a system test is 10-20% of Development effort</a:t>
            </a:r>
          </a:p>
          <a:p>
            <a:pPr lvl="1"/>
            <a:r>
              <a:rPr lang="en-US" noProof="0" dirty="0"/>
              <a:t>It includes integration and  system test and is needed for the transition form development to production environment</a:t>
            </a:r>
          </a:p>
          <a:p>
            <a:pPr lvl="1"/>
            <a:r>
              <a:rPr lang="en-US" noProof="0" dirty="0"/>
              <a:t>It may grow with higher risk </a:t>
            </a:r>
          </a:p>
          <a:p>
            <a:r>
              <a:rPr lang="en-US" noProof="0" dirty="0"/>
              <a:t>User Test</a:t>
            </a:r>
          </a:p>
          <a:p>
            <a:pPr lvl="1"/>
            <a:r>
              <a:rPr lang="en-US" noProof="0" dirty="0"/>
              <a:t>It includes definition of the test case and context, expected results, documentation </a:t>
            </a:r>
          </a:p>
          <a:p>
            <a:pPr lvl="1"/>
            <a:r>
              <a:rPr lang="en-US" noProof="0" dirty="0"/>
              <a:t>It cannot last less than one month for a significant system</a:t>
            </a:r>
          </a:p>
          <a:p>
            <a:pPr lvl="1"/>
            <a:r>
              <a:rPr lang="en-US" noProof="0" dirty="0"/>
              <a:t>Statistically we assume that each use case or user story (= 1 elementary activity equals N use cases) requires at least 2 man-days </a:t>
            </a:r>
          </a:p>
        </p:txBody>
      </p:sp>
      <p:graphicFrame>
        <p:nvGraphicFramePr>
          <p:cNvPr id="6" name="Segnaposto contenuto 3"/>
          <p:cNvGraphicFramePr>
            <a:graphicFrameLocks noGrp="1"/>
          </p:cNvGraphicFramePr>
          <p:nvPr>
            <p:ph sz="half" idx="2"/>
            <p:extLst>
              <p:ext uri="{D42A27DB-BD31-4B8C-83A1-F6EECF244321}">
                <p14:modId xmlns:p14="http://schemas.microsoft.com/office/powerpoint/2010/main" val="2704997431"/>
              </p:ext>
            </p:extLst>
          </p:nvPr>
        </p:nvGraphicFramePr>
        <p:xfrm>
          <a:off x="502920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7753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SOFTWARE PROJECT COST: </a:t>
            </a:r>
            <a:br>
              <a:rPr lang="en-US" noProof="0" dirty="0"/>
            </a:br>
            <a:r>
              <a:rPr lang="en-US" noProof="0" dirty="0"/>
              <a:t>TYPICAL BREAKDOWN</a:t>
            </a:r>
          </a:p>
        </p:txBody>
      </p:sp>
      <p:graphicFrame>
        <p:nvGraphicFramePr>
          <p:cNvPr id="11" name="Segnaposto contenuto 10">
            <a:extLst>
              <a:ext uri="{FF2B5EF4-FFF2-40B4-BE49-F238E27FC236}">
                <a16:creationId xmlns:a16="http://schemas.microsoft.com/office/drawing/2014/main" id="{B5DEB161-3DAF-40A5-9370-6CC7BA382BDB}"/>
              </a:ext>
            </a:extLst>
          </p:cNvPr>
          <p:cNvGraphicFramePr>
            <a:graphicFrameLocks noGrp="1"/>
          </p:cNvGraphicFramePr>
          <p:nvPr>
            <p:ph sz="half" idx="1"/>
            <p:extLst>
              <p:ext uri="{D42A27DB-BD31-4B8C-83A1-F6EECF244321}">
                <p14:modId xmlns:p14="http://schemas.microsoft.com/office/powerpoint/2010/main" val="1222568827"/>
              </p:ext>
            </p:extLst>
          </p:nvPr>
        </p:nvGraphicFramePr>
        <p:xfrm>
          <a:off x="688513" y="1524000"/>
          <a:ext cx="4133850" cy="4572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Segnaposto contenuto 3">
            <a:extLst>
              <a:ext uri="{FF2B5EF4-FFF2-40B4-BE49-F238E27FC236}">
                <a16:creationId xmlns:a16="http://schemas.microsoft.com/office/drawing/2014/main" id="{14B51893-BEB8-4965-A520-865CBAFB9652}"/>
              </a:ext>
            </a:extLst>
          </p:cNvPr>
          <p:cNvGraphicFramePr>
            <a:graphicFrameLocks noGrp="1"/>
          </p:cNvGraphicFramePr>
          <p:nvPr>
            <p:ph sz="half" idx="2"/>
            <p:extLst>
              <p:ext uri="{D42A27DB-BD31-4B8C-83A1-F6EECF244321}">
                <p14:modId xmlns:p14="http://schemas.microsoft.com/office/powerpoint/2010/main" val="777388412"/>
              </p:ext>
            </p:extLst>
          </p:nvPr>
        </p:nvGraphicFramePr>
        <p:xfrm>
          <a:off x="5029200" y="1524000"/>
          <a:ext cx="413385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811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A8F8B-90F3-07FF-C092-21C7AB90FCE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F2CDC68-8DBC-9C26-007B-14A26DF95C81}"/>
              </a:ext>
            </a:extLst>
          </p:cNvPr>
          <p:cNvSpPr>
            <a:spLocks noGrp="1"/>
          </p:cNvSpPr>
          <p:nvPr>
            <p:ph type="title"/>
          </p:nvPr>
        </p:nvSpPr>
        <p:spPr/>
        <p:txBody>
          <a:bodyPr/>
          <a:lstStyle/>
          <a:p>
            <a:r>
              <a:rPr lang="en-US" noProof="0" dirty="0"/>
              <a:t>PROJECT COST – SOFTWARE </a:t>
            </a:r>
          </a:p>
        </p:txBody>
      </p:sp>
      <p:graphicFrame>
        <p:nvGraphicFramePr>
          <p:cNvPr id="6" name="Segnaposto contenuto 5">
            <a:extLst>
              <a:ext uri="{FF2B5EF4-FFF2-40B4-BE49-F238E27FC236}">
                <a16:creationId xmlns:a16="http://schemas.microsoft.com/office/drawing/2014/main" id="{DDD47854-38DC-01CB-C376-3825CEB22688}"/>
              </a:ext>
            </a:extLst>
          </p:cNvPr>
          <p:cNvGraphicFramePr>
            <a:graphicFrameLocks noGrp="1"/>
          </p:cNvGraphicFramePr>
          <p:nvPr>
            <p:ph sz="half" idx="1"/>
            <p:extLst>
              <p:ext uri="{D42A27DB-BD31-4B8C-83A1-F6EECF244321}">
                <p14:modId xmlns:p14="http://schemas.microsoft.com/office/powerpoint/2010/main" val="2209177307"/>
              </p:ext>
            </p:extLst>
          </p:nvPr>
        </p:nvGraphicFramePr>
        <p:xfrm>
          <a:off x="992186" y="1524000"/>
          <a:ext cx="8170862" cy="2769096"/>
        </p:xfrm>
        <a:graphic>
          <a:graphicData uri="http://schemas.openxmlformats.org/drawingml/2006/table">
            <a:tbl>
              <a:tblPr firstRow="1" bandRow="1">
                <a:tableStyleId>{073A0DAA-6AF3-43AB-8588-CEC1D06C72B9}</a:tableStyleId>
              </a:tblPr>
              <a:tblGrid>
                <a:gridCol w="1774925">
                  <a:extLst>
                    <a:ext uri="{9D8B030D-6E8A-4147-A177-3AD203B41FA5}">
                      <a16:colId xmlns:a16="http://schemas.microsoft.com/office/drawing/2014/main" val="2688740114"/>
                    </a:ext>
                  </a:extLst>
                </a:gridCol>
                <a:gridCol w="2242010">
                  <a:extLst>
                    <a:ext uri="{9D8B030D-6E8A-4147-A177-3AD203B41FA5}">
                      <a16:colId xmlns:a16="http://schemas.microsoft.com/office/drawing/2014/main" val="3433964435"/>
                    </a:ext>
                  </a:extLst>
                </a:gridCol>
                <a:gridCol w="4153927">
                  <a:extLst>
                    <a:ext uri="{9D8B030D-6E8A-4147-A177-3AD203B41FA5}">
                      <a16:colId xmlns:a16="http://schemas.microsoft.com/office/drawing/2014/main" val="3896660738"/>
                    </a:ext>
                  </a:extLst>
                </a:gridCol>
              </a:tblGrid>
              <a:tr h="434793">
                <a:tc>
                  <a:txBody>
                    <a:bodyPr/>
                    <a:lstStyle/>
                    <a:p>
                      <a:pPr algn="ctr"/>
                      <a:r>
                        <a:rPr lang="en-US" sz="1600" noProof="0" dirty="0"/>
                        <a:t>Cost  Item </a:t>
                      </a:r>
                    </a:p>
                  </a:txBody>
                  <a:tcPr anchor="ctr"/>
                </a:tc>
                <a:tc>
                  <a:txBody>
                    <a:bodyPr/>
                    <a:lstStyle/>
                    <a:p>
                      <a:pPr algn="ctr"/>
                      <a:r>
                        <a:rPr lang="en-US" sz="1600" noProof="0" dirty="0"/>
                        <a:t>Algorithm</a:t>
                      </a:r>
                    </a:p>
                  </a:txBody>
                  <a:tcPr anchor="ctr"/>
                </a:tc>
                <a:tc>
                  <a:txBody>
                    <a:bodyPr/>
                    <a:lstStyle/>
                    <a:p>
                      <a:pPr algn="ctr"/>
                      <a:r>
                        <a:rPr lang="en-US" sz="1600" noProof="0" dirty="0"/>
                        <a:t>Comment</a:t>
                      </a:r>
                    </a:p>
                  </a:txBody>
                  <a:tcPr anchor="ctr"/>
                </a:tc>
                <a:extLst>
                  <a:ext uri="{0D108BD9-81ED-4DB2-BD59-A6C34878D82A}">
                    <a16:rowId xmlns:a16="http://schemas.microsoft.com/office/drawing/2014/main" val="51053330"/>
                  </a:ext>
                </a:extLst>
              </a:tr>
              <a:tr h="434793">
                <a:tc>
                  <a:txBody>
                    <a:bodyPr/>
                    <a:lstStyle/>
                    <a:p>
                      <a:r>
                        <a:rPr lang="en-US" sz="1600" noProof="0" dirty="0"/>
                        <a:t>Analysis </a:t>
                      </a:r>
                    </a:p>
                  </a:txBody>
                  <a:tcPr anchor="ctr"/>
                </a:tc>
                <a:tc>
                  <a:txBody>
                    <a:bodyPr/>
                    <a:lstStyle/>
                    <a:p>
                      <a:r>
                        <a:rPr lang="en-US" sz="1600" noProof="0" dirty="0"/>
                        <a:t>Consulting fee * FTE</a:t>
                      </a:r>
                    </a:p>
                  </a:txBody>
                  <a:tcPr anchor="ctr"/>
                </a:tc>
                <a:tc>
                  <a:txBody>
                    <a:bodyPr/>
                    <a:lstStyle/>
                    <a:p>
                      <a:r>
                        <a:rPr lang="en-US" sz="1600" noProof="0" dirty="0"/>
                        <a:t>FTE are assumed as a % of SW development</a:t>
                      </a:r>
                    </a:p>
                  </a:txBody>
                  <a:tcPr anchor="ctr"/>
                </a:tc>
                <a:extLst>
                  <a:ext uri="{0D108BD9-81ED-4DB2-BD59-A6C34878D82A}">
                    <a16:rowId xmlns:a16="http://schemas.microsoft.com/office/drawing/2014/main" val="1706658036"/>
                  </a:ext>
                </a:extLst>
              </a:tr>
              <a:tr h="434793">
                <a:tc>
                  <a:txBody>
                    <a:bodyPr/>
                    <a:lstStyle/>
                    <a:p>
                      <a:r>
                        <a:rPr lang="en-US" sz="1600" noProof="0" dirty="0"/>
                        <a:t>Development</a:t>
                      </a:r>
                    </a:p>
                  </a:txBody>
                  <a:tcPr anchor="ctr"/>
                </a:tc>
                <a:tc>
                  <a:txBody>
                    <a:bodyPr/>
                    <a:lstStyle/>
                    <a:p>
                      <a:r>
                        <a:rPr lang="en-US" sz="1600" noProof="0" dirty="0"/>
                        <a:t>FTE = Sprints*5*1,2</a:t>
                      </a:r>
                    </a:p>
                  </a:txBody>
                  <a:tcPr anchor="ctr"/>
                </a:tc>
                <a:tc>
                  <a:txBody>
                    <a:bodyPr/>
                    <a:lstStyle/>
                    <a:p>
                      <a:r>
                        <a:rPr lang="en-US" sz="1600" noProof="0" dirty="0"/>
                        <a:t>You can use Function Points instead of Sprints</a:t>
                      </a:r>
                    </a:p>
                  </a:txBody>
                  <a:tcPr anchor="ctr"/>
                </a:tc>
                <a:extLst>
                  <a:ext uri="{0D108BD9-81ED-4DB2-BD59-A6C34878D82A}">
                    <a16:rowId xmlns:a16="http://schemas.microsoft.com/office/drawing/2014/main" val="2614115325"/>
                  </a:ext>
                </a:extLst>
              </a:tr>
              <a:tr h="434793">
                <a:tc>
                  <a:txBody>
                    <a:bodyPr/>
                    <a:lstStyle/>
                    <a:p>
                      <a:r>
                        <a:rPr lang="en-US" sz="1600" noProof="0" dirty="0"/>
                        <a:t>System Test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t>1/3 of development effort</a:t>
                      </a:r>
                    </a:p>
                  </a:txBody>
                  <a:tcPr anchor="ctr"/>
                </a:tc>
                <a:tc>
                  <a:txBody>
                    <a:bodyPr/>
                    <a:lstStyle/>
                    <a:p>
                      <a:r>
                        <a:rPr lang="en-US" sz="1600" noProof="0" dirty="0"/>
                        <a:t>Assumed as up to 1/3 of  development </a:t>
                      </a:r>
                      <a:r>
                        <a:rPr lang="en-US" sz="1600" noProof="0" dirty="0" err="1"/>
                        <a:t>teffor</a:t>
                      </a:r>
                      <a:r>
                        <a:rPr lang="en-US" sz="1600" noProof="0" dirty="0"/>
                        <a:t> </a:t>
                      </a:r>
                    </a:p>
                  </a:txBody>
                  <a:tcPr anchor="ctr"/>
                </a:tc>
                <a:extLst>
                  <a:ext uri="{0D108BD9-81ED-4DB2-BD59-A6C34878D82A}">
                    <a16:rowId xmlns:a16="http://schemas.microsoft.com/office/drawing/2014/main" val="3791959050"/>
                  </a:ext>
                </a:extLst>
              </a:tr>
              <a:tr h="885597">
                <a:tc>
                  <a:txBody>
                    <a:bodyPr/>
                    <a:lstStyle/>
                    <a:p>
                      <a:r>
                        <a:rPr lang="en-US" sz="1600" noProof="0" dirty="0"/>
                        <a:t>User  Test</a:t>
                      </a:r>
                    </a:p>
                  </a:txBody>
                  <a:tcPr anchor="ctr"/>
                </a:tc>
                <a:tc>
                  <a:txBody>
                    <a:bodyPr/>
                    <a:lstStyle/>
                    <a:p>
                      <a:r>
                        <a:rPr lang="it-IT" sz="1600" noProof="0" dirty="0"/>
                        <a:t>2 man days for </a:t>
                      </a:r>
                      <a:r>
                        <a:rPr lang="it-IT" sz="1600" noProof="0" dirty="0" err="1"/>
                        <a:t>each</a:t>
                      </a:r>
                      <a:r>
                        <a:rPr lang="it-IT" sz="1600" noProof="0" dirty="0"/>
                        <a:t> Agile </a:t>
                      </a:r>
                      <a:r>
                        <a:rPr lang="it-IT" sz="1600" noProof="0" dirty="0" err="1"/>
                        <a:t>Epic</a:t>
                      </a:r>
                      <a:endParaRPr lang="en-US" sz="1600" noProof="0" dirty="0"/>
                    </a:p>
                  </a:txBody>
                  <a:tcPr anchor="ctr"/>
                </a:tc>
                <a:tc>
                  <a:txBody>
                    <a:bodyPr/>
                    <a:lstStyle/>
                    <a:p>
                      <a:r>
                        <a:rPr lang="it-IT" sz="1600" noProof="0" dirty="0"/>
                        <a:t>User </a:t>
                      </a:r>
                      <a:r>
                        <a:rPr lang="it-IT" sz="1600" noProof="0" dirty="0" err="1"/>
                        <a:t>tests</a:t>
                      </a:r>
                      <a:r>
                        <a:rPr lang="it-IT" sz="1600" noProof="0" dirty="0"/>
                        <a:t> </a:t>
                      </a:r>
                      <a:r>
                        <a:rPr lang="it-IT" sz="1600" noProof="0" dirty="0" err="1"/>
                        <a:t>address</a:t>
                      </a:r>
                      <a:r>
                        <a:rPr lang="it-IT" sz="1600" noProof="0" dirty="0"/>
                        <a:t> </a:t>
                      </a:r>
                      <a:r>
                        <a:rPr lang="it-IT" sz="1600" noProof="0" dirty="0" err="1"/>
                        <a:t>how</a:t>
                      </a:r>
                      <a:r>
                        <a:rPr lang="it-IT" sz="1600" noProof="0" dirty="0"/>
                        <a:t> friendly and </a:t>
                      </a:r>
                      <a:r>
                        <a:rPr lang="it-IT" sz="1600" noProof="0" dirty="0" err="1"/>
                        <a:t>usable</a:t>
                      </a:r>
                      <a:r>
                        <a:rPr lang="it-IT" sz="1600" noProof="0" dirty="0"/>
                        <a:t> software </a:t>
                      </a:r>
                      <a:r>
                        <a:rPr lang="it-IT" sz="1600" noProof="0" dirty="0" err="1"/>
                        <a:t>is</a:t>
                      </a:r>
                      <a:r>
                        <a:rPr lang="it-IT" sz="1600" noProof="0" dirty="0"/>
                        <a:t> </a:t>
                      </a:r>
                      <a:endParaRPr lang="en-US" sz="1600" noProof="0" dirty="0"/>
                    </a:p>
                  </a:txBody>
                  <a:tcPr anchor="ctr"/>
                </a:tc>
                <a:extLst>
                  <a:ext uri="{0D108BD9-81ED-4DB2-BD59-A6C34878D82A}">
                    <a16:rowId xmlns:a16="http://schemas.microsoft.com/office/drawing/2014/main" val="2157022878"/>
                  </a:ext>
                </a:extLst>
              </a:tr>
            </a:tbl>
          </a:graphicData>
        </a:graphic>
      </p:graphicFrame>
      <p:sp>
        <p:nvSpPr>
          <p:cNvPr id="13" name="Segnaposto testo 12">
            <a:extLst>
              <a:ext uri="{FF2B5EF4-FFF2-40B4-BE49-F238E27FC236}">
                <a16:creationId xmlns:a16="http://schemas.microsoft.com/office/drawing/2014/main" id="{321580F2-FB20-316C-5833-791E1C0783A6}"/>
              </a:ext>
            </a:extLst>
          </p:cNvPr>
          <p:cNvSpPr>
            <a:spLocks noGrp="1"/>
          </p:cNvSpPr>
          <p:nvPr>
            <p:ph type="body" sz="half" idx="2"/>
          </p:nvPr>
        </p:nvSpPr>
        <p:spPr>
          <a:xfrm>
            <a:off x="1044982" y="4541912"/>
            <a:ext cx="8065270" cy="1584176"/>
          </a:xfrm>
        </p:spPr>
        <p:txBody>
          <a:bodyPr anchor="ctr">
            <a:normAutofit/>
          </a:bodyPr>
          <a:lstStyle/>
          <a:p>
            <a:r>
              <a:rPr lang="en-US" sz="2000" dirty="0"/>
              <a:t>FTE (Full Time Equivalent) = 200 days of one person</a:t>
            </a:r>
          </a:p>
          <a:p>
            <a:r>
              <a:rPr lang="en-US" sz="2000" dirty="0"/>
              <a:t>Reference cost for software engineers is 500 EUR/day = 100K for FTE (junior 250/day, mid 500/day, senior 800/day)	</a:t>
            </a:r>
          </a:p>
        </p:txBody>
      </p:sp>
    </p:spTree>
    <p:extLst>
      <p:ext uri="{BB962C8B-B14F-4D97-AF65-F5344CB8AC3E}">
        <p14:creationId xmlns:p14="http://schemas.microsoft.com/office/powerpoint/2010/main" val="2198439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82388-5498-AEE5-CF60-1548B5F04F55}"/>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60F52833-5FD1-815C-0391-1DF8686BA83D}"/>
              </a:ext>
            </a:extLst>
          </p:cNvPr>
          <p:cNvSpPr>
            <a:spLocks noGrp="1" noChangeArrowheads="1"/>
          </p:cNvSpPr>
          <p:nvPr>
            <p:ph type="title"/>
          </p:nvPr>
        </p:nvSpPr>
        <p:spPr/>
        <p:txBody>
          <a:bodyPr/>
          <a:lstStyle/>
          <a:p>
            <a:r>
              <a:rPr lang="en-US" noProof="0" dirty="0"/>
              <a:t>PROJECT  COSTS</a:t>
            </a:r>
          </a:p>
        </p:txBody>
      </p:sp>
      <p:graphicFrame>
        <p:nvGraphicFramePr>
          <p:cNvPr id="3" name="Segnaposto contenuto 2">
            <a:extLst>
              <a:ext uri="{FF2B5EF4-FFF2-40B4-BE49-F238E27FC236}">
                <a16:creationId xmlns:a16="http://schemas.microsoft.com/office/drawing/2014/main" id="{9AA5D43A-9FEA-B51C-B874-2063CF7FABC9}"/>
              </a:ext>
            </a:extLst>
          </p:cNvPr>
          <p:cNvGraphicFramePr>
            <a:graphicFrameLocks noGrp="1"/>
          </p:cNvGraphicFramePr>
          <p:nvPr>
            <p:ph idx="1"/>
            <p:extLst>
              <p:ext uri="{D42A27DB-BD31-4B8C-83A1-F6EECF244321}">
                <p14:modId xmlns:p14="http://schemas.microsoft.com/office/powerpoint/2010/main" val="1858204744"/>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7990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Technology: Hardware</a:t>
            </a:r>
          </a:p>
        </p:txBody>
      </p:sp>
      <p:sp>
        <p:nvSpPr>
          <p:cNvPr id="3" name="Segnaposto contenuto 2"/>
          <p:cNvSpPr>
            <a:spLocks noGrp="1"/>
          </p:cNvSpPr>
          <p:nvPr>
            <p:ph sz="half" idx="1"/>
          </p:nvPr>
        </p:nvSpPr>
        <p:spPr>
          <a:xfrm>
            <a:off x="742950" y="1524000"/>
            <a:ext cx="5002138" cy="4857328"/>
          </a:xfrm>
        </p:spPr>
        <p:txBody>
          <a:bodyPr>
            <a:normAutofit fontScale="85000" lnSpcReduction="20000"/>
          </a:bodyPr>
          <a:lstStyle/>
          <a:p>
            <a:r>
              <a:rPr lang="en-US" noProof="0" dirty="0"/>
              <a:t>It includes the full range of hardware acquired or expanded for the project</a:t>
            </a:r>
          </a:p>
          <a:p>
            <a:pPr lvl="1"/>
            <a:r>
              <a:rPr lang="en-US" noProof="0" dirty="0"/>
              <a:t>Mobile / Tablets </a:t>
            </a:r>
          </a:p>
          <a:p>
            <a:pPr lvl="1"/>
            <a:r>
              <a:rPr lang="en-US" noProof="0" dirty="0"/>
              <a:t>Laptop/ Desktop </a:t>
            </a:r>
          </a:p>
          <a:p>
            <a:pPr lvl="1"/>
            <a:r>
              <a:rPr lang="en-US" noProof="0" dirty="0"/>
              <a:t>Server </a:t>
            </a:r>
          </a:p>
          <a:p>
            <a:pPr lvl="1"/>
            <a:r>
              <a:rPr lang="en-US" noProof="0" dirty="0"/>
              <a:t>Other equipment (router etc.) </a:t>
            </a:r>
          </a:p>
          <a:p>
            <a:pPr lvl="1"/>
            <a:r>
              <a:rPr lang="en-US" noProof="0" dirty="0"/>
              <a:t>Sensors</a:t>
            </a:r>
          </a:p>
          <a:p>
            <a:pPr lvl="1"/>
            <a:r>
              <a:rPr lang="en-US" noProof="0" dirty="0"/>
              <a:t>Ad hoc devices </a:t>
            </a:r>
          </a:p>
          <a:p>
            <a:r>
              <a:rPr lang="en-US" noProof="0" dirty="0"/>
              <a:t>Note:</a:t>
            </a:r>
          </a:p>
          <a:p>
            <a:pPr lvl="1"/>
            <a:r>
              <a:rPr lang="en-US" noProof="0" dirty="0"/>
              <a:t>Purchased hardware is considered an investment and, therefore, allocated to project cost</a:t>
            </a:r>
          </a:p>
          <a:p>
            <a:pPr lvl="1"/>
            <a:r>
              <a:rPr lang="en-US" noProof="0" dirty="0"/>
              <a:t>Rented hardware is considered as a current cost, and, therefore, is allocated to annual systems costs </a:t>
            </a:r>
          </a:p>
          <a:p>
            <a:pPr lvl="1"/>
            <a:endParaRPr lang="en-US" noProof="0" dirty="0"/>
          </a:p>
        </p:txBody>
      </p:sp>
      <p:graphicFrame>
        <p:nvGraphicFramePr>
          <p:cNvPr id="6" name="Segnaposto contenuto 3"/>
          <p:cNvGraphicFramePr>
            <a:graphicFrameLocks noGrp="1"/>
          </p:cNvGraphicFramePr>
          <p:nvPr>
            <p:ph sz="half" idx="2"/>
            <p:extLst>
              <p:ext uri="{D42A27DB-BD31-4B8C-83A1-F6EECF244321}">
                <p14:modId xmlns:p14="http://schemas.microsoft.com/office/powerpoint/2010/main" val="928881202"/>
              </p:ext>
            </p:extLst>
          </p:nvPr>
        </p:nvGraphicFramePr>
        <p:xfrm>
          <a:off x="6037685" y="1524000"/>
          <a:ext cx="2876128"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1635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A4B10-4E9E-527D-3B8C-D3E74D6C782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AA5305D-D223-7445-3D0F-96AD713BFA1A}"/>
              </a:ext>
            </a:extLst>
          </p:cNvPr>
          <p:cNvSpPr>
            <a:spLocks noGrp="1"/>
          </p:cNvSpPr>
          <p:nvPr>
            <p:ph type="title"/>
          </p:nvPr>
        </p:nvSpPr>
        <p:spPr/>
        <p:txBody>
          <a:bodyPr>
            <a:normAutofit fontScale="90000"/>
          </a:bodyPr>
          <a:lstStyle/>
          <a:p>
            <a:r>
              <a:rPr lang="en-US" dirty="0"/>
              <a:t>Technology: </a:t>
            </a:r>
            <a:br>
              <a:rPr lang="en-US" dirty="0"/>
            </a:br>
            <a:r>
              <a:rPr lang="en-US" dirty="0"/>
              <a:t>Additional hardware required by the HC project</a:t>
            </a:r>
            <a:endParaRPr lang="en-US" noProof="0" dirty="0"/>
          </a:p>
        </p:txBody>
      </p:sp>
      <p:sp>
        <p:nvSpPr>
          <p:cNvPr id="8" name="Segnaposto contenuto 7">
            <a:extLst>
              <a:ext uri="{FF2B5EF4-FFF2-40B4-BE49-F238E27FC236}">
                <a16:creationId xmlns:a16="http://schemas.microsoft.com/office/drawing/2014/main" id="{B235181D-47F5-F26F-C3B9-F46781E6B1D9}"/>
              </a:ext>
            </a:extLst>
          </p:cNvPr>
          <p:cNvSpPr>
            <a:spLocks noGrp="1"/>
          </p:cNvSpPr>
          <p:nvPr>
            <p:ph sz="half" idx="1"/>
          </p:nvPr>
        </p:nvSpPr>
        <p:spPr/>
        <p:txBody>
          <a:bodyPr anchor="ctr">
            <a:normAutofit fontScale="70000" lnSpcReduction="20000"/>
          </a:bodyPr>
          <a:lstStyle/>
          <a:p>
            <a:r>
              <a:rPr lang="en-US" i="1" noProof="0" dirty="0"/>
              <a:t>Architecture: </a:t>
            </a:r>
          </a:p>
          <a:p>
            <a:pPr lvl="1"/>
            <a:r>
              <a:rPr lang="en-US" i="1" noProof="0" dirty="0"/>
              <a:t>Central database with a replica </a:t>
            </a:r>
          </a:p>
          <a:p>
            <a:pPr lvl="1"/>
            <a:r>
              <a:rPr lang="en-US" i="1" dirty="0"/>
              <a:t>Network for  labs: extranet</a:t>
            </a:r>
          </a:p>
          <a:p>
            <a:pPr lvl="1"/>
            <a:r>
              <a:rPr lang="en-US" i="1" noProof="0" dirty="0"/>
              <a:t>Network for </a:t>
            </a:r>
            <a:r>
              <a:rPr lang="en-US" i="1" noProof="0" dirty="0" err="1"/>
              <a:t>mo</a:t>
            </a:r>
            <a:r>
              <a:rPr lang="en-US" i="1" dirty="0"/>
              <a:t>bile users: public internet </a:t>
            </a:r>
          </a:p>
          <a:p>
            <a:r>
              <a:rPr lang="en-US" i="1" dirty="0"/>
              <a:t>Database:</a:t>
            </a:r>
          </a:p>
          <a:p>
            <a:pPr lvl="1"/>
            <a:r>
              <a:rPr lang="en-US" i="1" noProof="0" dirty="0"/>
              <a:t> EPR (10 M users)</a:t>
            </a:r>
          </a:p>
          <a:p>
            <a:pPr lvl="1"/>
            <a:r>
              <a:rPr lang="en-US" i="1" noProof="0" dirty="0"/>
              <a:t>Reservations (100M records)</a:t>
            </a:r>
          </a:p>
          <a:p>
            <a:pPr lvl="1"/>
            <a:r>
              <a:rPr lang="en-US" i="1" noProof="0" dirty="0"/>
              <a:t>Links to the HISs for referral and  radiography</a:t>
            </a:r>
          </a:p>
          <a:p>
            <a:pPr lvl="1"/>
            <a:r>
              <a:rPr lang="en-US" i="1" dirty="0"/>
              <a:t>Other data  (DRG, Pharmacies, GP data, etc.)</a:t>
            </a:r>
            <a:endParaRPr lang="en-US" i="1" noProof="0" dirty="0"/>
          </a:p>
          <a:p>
            <a:pPr lvl="2"/>
            <a:endParaRPr lang="en-US" i="1" noProof="0" dirty="0"/>
          </a:p>
        </p:txBody>
      </p:sp>
      <p:sp>
        <p:nvSpPr>
          <p:cNvPr id="9" name="Segnaposto testo 8">
            <a:extLst>
              <a:ext uri="{FF2B5EF4-FFF2-40B4-BE49-F238E27FC236}">
                <a16:creationId xmlns:a16="http://schemas.microsoft.com/office/drawing/2014/main" id="{229B0F34-105D-4F38-4E22-1DAAD5EBB3FC}"/>
              </a:ext>
            </a:extLst>
          </p:cNvPr>
          <p:cNvSpPr>
            <a:spLocks noGrp="1"/>
          </p:cNvSpPr>
          <p:nvPr>
            <p:ph type="body" sz="half" idx="2"/>
          </p:nvPr>
        </p:nvSpPr>
        <p:spPr/>
        <p:txBody>
          <a:bodyPr anchor="ctr">
            <a:normAutofit fontScale="70000" lnSpcReduction="20000"/>
          </a:bodyPr>
          <a:lstStyle/>
          <a:p>
            <a:r>
              <a:rPr lang="en-US" i="1" dirty="0"/>
              <a:t>MOBILE USERS Expected transactions</a:t>
            </a:r>
          </a:p>
          <a:p>
            <a:pPr marL="914400" lvl="1" indent="-457200">
              <a:buFont typeface="+mj-lt"/>
              <a:buAutoNum type="arabicPeriod"/>
            </a:pPr>
            <a:r>
              <a:rPr lang="en-US" i="1" dirty="0"/>
              <a:t>Login/identification </a:t>
            </a:r>
          </a:p>
          <a:p>
            <a:pPr marL="914400" lvl="1" indent="-457200">
              <a:buFont typeface="+mj-lt"/>
              <a:buAutoNum type="arabicPeriod"/>
            </a:pPr>
            <a:r>
              <a:rPr lang="en-US" i="1" dirty="0"/>
              <a:t>Query </a:t>
            </a:r>
          </a:p>
          <a:p>
            <a:pPr marL="914400" lvl="1" indent="-457200">
              <a:buFont typeface="+mj-lt"/>
              <a:buAutoNum type="arabicPeriod"/>
            </a:pPr>
            <a:r>
              <a:rPr lang="en-US" i="1" dirty="0"/>
              <a:t>Reservation</a:t>
            </a:r>
          </a:p>
          <a:p>
            <a:pPr marL="914400" lvl="1" indent="-457200">
              <a:buFont typeface="+mj-lt"/>
              <a:buAutoNum type="arabicPeriod"/>
            </a:pPr>
            <a:r>
              <a:rPr lang="en-US" i="1" dirty="0"/>
              <a:t>Cancellation</a:t>
            </a:r>
          </a:p>
          <a:p>
            <a:pPr marL="914400" lvl="1" indent="-457200">
              <a:buFont typeface="+mj-lt"/>
              <a:buAutoNum type="arabicPeriod"/>
            </a:pPr>
            <a:r>
              <a:rPr lang="en-US" i="1" dirty="0"/>
              <a:t>Miscellaneous requests</a:t>
            </a:r>
          </a:p>
          <a:p>
            <a:r>
              <a:rPr lang="en-US" i="1" dirty="0"/>
              <a:t>Each mobile transaction relies on 5 microservices </a:t>
            </a:r>
          </a:p>
          <a:p>
            <a:r>
              <a:rPr lang="en-US" i="1" dirty="0"/>
              <a:t>Load curve of mobile users</a:t>
            </a:r>
          </a:p>
          <a:p>
            <a:pPr lvl="1"/>
            <a:r>
              <a:rPr lang="en-US" i="1" dirty="0"/>
              <a:t>Monday peak:12k</a:t>
            </a:r>
          </a:p>
          <a:p>
            <a:pPr lvl="1"/>
            <a:r>
              <a:rPr lang="en-US" i="1" dirty="0"/>
              <a:t>Other weekdays: 8k</a:t>
            </a:r>
          </a:p>
          <a:p>
            <a:pPr lvl="1"/>
            <a:r>
              <a:rPr lang="en-US" i="1" dirty="0"/>
              <a:t>Hourly peak (9-10 am): 6k</a:t>
            </a:r>
          </a:p>
        </p:txBody>
      </p:sp>
      <p:sp>
        <p:nvSpPr>
          <p:cNvPr id="3" name="Segnaposto testo 2">
            <a:extLst>
              <a:ext uri="{FF2B5EF4-FFF2-40B4-BE49-F238E27FC236}">
                <a16:creationId xmlns:a16="http://schemas.microsoft.com/office/drawing/2014/main" id="{F74365DB-7365-E3AD-B8B5-1A506286EF9E}"/>
              </a:ext>
            </a:extLst>
          </p:cNvPr>
          <p:cNvSpPr>
            <a:spLocks noGrp="1"/>
          </p:cNvSpPr>
          <p:nvPr>
            <p:ph type="body" sz="half" idx="10"/>
          </p:nvPr>
        </p:nvSpPr>
        <p:spPr/>
        <p:txBody>
          <a:bodyPr anchor="ctr">
            <a:normAutofit fontScale="70000" lnSpcReduction="20000"/>
          </a:bodyPr>
          <a:lstStyle/>
          <a:p>
            <a:r>
              <a:rPr lang="en-US" i="1" dirty="0"/>
              <a:t>Lab transactions:</a:t>
            </a:r>
          </a:p>
          <a:p>
            <a:pPr marL="914400" lvl="1" indent="-457200">
              <a:buFont typeface="+mj-lt"/>
              <a:buAutoNum type="arabicPeriod"/>
            </a:pPr>
            <a:r>
              <a:rPr lang="en-US" i="1" dirty="0"/>
              <a:t>Patient scheduling /rescheduling  </a:t>
            </a:r>
          </a:p>
          <a:p>
            <a:pPr marL="914400" lvl="1" indent="-457200">
              <a:buFont typeface="+mj-lt"/>
              <a:buAutoNum type="arabicPeriod"/>
            </a:pPr>
            <a:r>
              <a:rPr lang="en-US" i="1" dirty="0"/>
              <a:t>Check-in</a:t>
            </a:r>
          </a:p>
          <a:p>
            <a:pPr marL="914400" lvl="1" indent="-457200">
              <a:buFont typeface="+mj-lt"/>
              <a:buAutoNum type="arabicPeriod"/>
            </a:pPr>
            <a:r>
              <a:rPr lang="en-US" i="1" dirty="0"/>
              <a:t>Payment</a:t>
            </a:r>
          </a:p>
          <a:p>
            <a:pPr marL="914400" lvl="1" indent="-457200">
              <a:buFont typeface="+mj-lt"/>
              <a:buAutoNum type="arabicPeriod"/>
            </a:pPr>
            <a:r>
              <a:rPr lang="en-US" i="1" dirty="0"/>
              <a:t>Exam assignment (2 for each check-in)</a:t>
            </a:r>
          </a:p>
          <a:p>
            <a:pPr marL="914400" lvl="1" indent="-457200">
              <a:buFont typeface="+mj-lt"/>
              <a:buAutoNum type="arabicPeriod"/>
            </a:pPr>
            <a:r>
              <a:rPr lang="en-US" i="1" dirty="0"/>
              <a:t>Exam referral (2 for each check-in)</a:t>
            </a:r>
          </a:p>
          <a:p>
            <a:pPr marL="914400" lvl="1" indent="-457200">
              <a:buFont typeface="+mj-lt"/>
              <a:buAutoNum type="arabicPeriod"/>
            </a:pPr>
            <a:r>
              <a:rPr lang="en-US" i="1" dirty="0"/>
              <a:t>Miscellaneous (1 for each admission)</a:t>
            </a:r>
          </a:p>
          <a:p>
            <a:r>
              <a:rPr lang="en-US" i="1" dirty="0"/>
              <a:t>Lab systems load: </a:t>
            </a:r>
          </a:p>
          <a:p>
            <a:pPr lvl="1"/>
            <a:r>
              <a:rPr lang="en-US" i="1" dirty="0"/>
              <a:t>Admissions per day (Lombardy): 1,7M a year  / 250 days = 6,8 k / day</a:t>
            </a:r>
          </a:p>
          <a:p>
            <a:pPr lvl="1"/>
            <a:r>
              <a:rPr lang="en-US" i="1" dirty="0"/>
              <a:t>Hourly peak: 80% on 7-9 am = 5,5k</a:t>
            </a:r>
          </a:p>
          <a:p>
            <a:pPr lvl="1"/>
            <a:r>
              <a:rPr lang="en-US" i="1" dirty="0"/>
              <a:t>No weekly peak because of schedule </a:t>
            </a:r>
          </a:p>
        </p:txBody>
      </p:sp>
    </p:spTree>
    <p:extLst>
      <p:ext uri="{BB962C8B-B14F-4D97-AF65-F5344CB8AC3E}">
        <p14:creationId xmlns:p14="http://schemas.microsoft.com/office/powerpoint/2010/main" val="2304991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Technology: Cloud Services </a:t>
            </a:r>
          </a:p>
        </p:txBody>
      </p:sp>
      <p:sp>
        <p:nvSpPr>
          <p:cNvPr id="3" name="Segnaposto contenuto 2"/>
          <p:cNvSpPr>
            <a:spLocks noGrp="1"/>
          </p:cNvSpPr>
          <p:nvPr>
            <p:ph sz="half" idx="1"/>
          </p:nvPr>
        </p:nvSpPr>
        <p:spPr>
          <a:xfrm>
            <a:off x="742950" y="1524000"/>
            <a:ext cx="4133850" cy="5107632"/>
          </a:xfrm>
        </p:spPr>
        <p:txBody>
          <a:bodyPr anchor="ctr">
            <a:normAutofit fontScale="70000" lnSpcReduction="20000"/>
          </a:bodyPr>
          <a:lstStyle/>
          <a:p>
            <a:r>
              <a:rPr lang="en-US" noProof="0" dirty="0"/>
              <a:t>Cloud services can concern: </a:t>
            </a:r>
          </a:p>
          <a:p>
            <a:pPr lvl="1"/>
            <a:r>
              <a:rPr lang="en-US" noProof="0" dirty="0"/>
              <a:t>Infrastructure (IaaS): network, processing, etc.  </a:t>
            </a:r>
          </a:p>
          <a:p>
            <a:pPr lvl="1"/>
            <a:r>
              <a:rPr lang="en-US" noProof="0" dirty="0"/>
              <a:t>Software (SaaS): applications running on a cloud infrastructure.</a:t>
            </a:r>
          </a:p>
          <a:p>
            <a:pPr lvl="1"/>
            <a:r>
              <a:rPr lang="en-US" noProof="0" dirty="0"/>
              <a:t>Platform (</a:t>
            </a:r>
            <a:r>
              <a:rPr lang="en-US" noProof="0" dirty="0" err="1"/>
              <a:t>PasS</a:t>
            </a:r>
            <a:r>
              <a:rPr lang="en-US" noProof="0" dirty="0"/>
              <a:t>): development environment</a:t>
            </a:r>
          </a:p>
          <a:p>
            <a:r>
              <a:rPr lang="en-US" noProof="0" dirty="0"/>
              <a:t>The cloud deployment can be:</a:t>
            </a:r>
          </a:p>
          <a:p>
            <a:pPr lvl="1"/>
            <a:r>
              <a:rPr lang="en-US" noProof="0" dirty="0"/>
              <a:t>Private: company’s infrastructure and software are charged by some form of internal contract</a:t>
            </a:r>
          </a:p>
          <a:p>
            <a:pPr lvl="1"/>
            <a:r>
              <a:rPr lang="en-US" noProof="0" dirty="0"/>
              <a:t>Public: cloud is run by one or  more 3d-party vendors (Google, Azure, IBM, etc.) </a:t>
            </a:r>
          </a:p>
          <a:p>
            <a:pPr lvl="1"/>
            <a:r>
              <a:rPr lang="en-US" noProof="0" dirty="0"/>
              <a:t>Hybrid: a combination of private and public cloud </a:t>
            </a:r>
          </a:p>
          <a:p>
            <a:r>
              <a:rPr lang="en-US" i="1" noProof="0" dirty="0"/>
              <a:t>Cloud services are regulated by a Service Level Agreement and controlled by a Service Level Management System </a:t>
            </a:r>
          </a:p>
        </p:txBody>
      </p:sp>
      <p:graphicFrame>
        <p:nvGraphicFramePr>
          <p:cNvPr id="6" name="Segnaposto contenuto 3"/>
          <p:cNvGraphicFramePr>
            <a:graphicFrameLocks noGrp="1"/>
          </p:cNvGraphicFramePr>
          <p:nvPr>
            <p:ph sz="half" idx="2"/>
            <p:extLst>
              <p:ext uri="{D42A27DB-BD31-4B8C-83A1-F6EECF244321}">
                <p14:modId xmlns:p14="http://schemas.microsoft.com/office/powerpoint/2010/main" val="1643749146"/>
              </p:ext>
            </p:extLst>
          </p:nvPr>
        </p:nvGraphicFramePr>
        <p:xfrm>
          <a:off x="502920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ttangolo 4">
            <a:extLst>
              <a:ext uri="{FF2B5EF4-FFF2-40B4-BE49-F238E27FC236}">
                <a16:creationId xmlns:a16="http://schemas.microsoft.com/office/drawing/2014/main" id="{FF53AAC4-ECC4-4F6B-8A11-FD5D1CCD2AAE}"/>
              </a:ext>
            </a:extLst>
          </p:cNvPr>
          <p:cNvSpPr/>
          <p:nvPr/>
        </p:nvSpPr>
        <p:spPr>
          <a:xfrm>
            <a:off x="5670088" y="6169967"/>
            <a:ext cx="2852074" cy="461665"/>
          </a:xfrm>
          <a:prstGeom prst="rect">
            <a:avLst/>
          </a:prstGeom>
        </p:spPr>
        <p:txBody>
          <a:bodyPr wrap="square">
            <a:spAutoFit/>
          </a:bodyPr>
          <a:lstStyle/>
          <a:p>
            <a:r>
              <a:rPr lang="en-US" sz="2400" i="1" noProof="0" dirty="0">
                <a:solidFill>
                  <a:schemeClr val="accent6">
                    <a:lumMod val="50000"/>
                  </a:schemeClr>
                </a:solidFill>
              </a:rPr>
              <a:t>See Cloud on Wiki</a:t>
            </a:r>
          </a:p>
        </p:txBody>
      </p:sp>
    </p:spTree>
    <p:extLst>
      <p:ext uri="{BB962C8B-B14F-4D97-AF65-F5344CB8AC3E}">
        <p14:creationId xmlns:p14="http://schemas.microsoft.com/office/powerpoint/2010/main" val="3984813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Technology: Software Platform </a:t>
            </a:r>
          </a:p>
        </p:txBody>
      </p:sp>
      <p:sp>
        <p:nvSpPr>
          <p:cNvPr id="3" name="Segnaposto contenuto 2"/>
          <p:cNvSpPr>
            <a:spLocks noGrp="1"/>
          </p:cNvSpPr>
          <p:nvPr>
            <p:ph sz="half" idx="1"/>
          </p:nvPr>
        </p:nvSpPr>
        <p:spPr>
          <a:xfrm>
            <a:off x="488504" y="1525310"/>
            <a:ext cx="4824536" cy="5217368"/>
          </a:xfrm>
        </p:spPr>
        <p:txBody>
          <a:bodyPr anchor="ctr">
            <a:normAutofit fontScale="70000" lnSpcReduction="20000"/>
          </a:bodyPr>
          <a:lstStyle/>
          <a:p>
            <a:r>
              <a:rPr lang="en-US" noProof="0" dirty="0"/>
              <a:t>It includes:</a:t>
            </a:r>
          </a:p>
          <a:p>
            <a:pPr lvl="1"/>
            <a:r>
              <a:rPr lang="en-US" noProof="0" dirty="0"/>
              <a:t>Application platform purchased or installed for the application system to be run</a:t>
            </a:r>
          </a:p>
          <a:p>
            <a:pPr lvl="1"/>
            <a:r>
              <a:rPr lang="en-US" noProof="0" dirty="0"/>
              <a:t>Middleware platforms: DBMS, EAI, etc. </a:t>
            </a:r>
          </a:p>
          <a:p>
            <a:r>
              <a:rPr lang="en-US" noProof="0" dirty="0"/>
              <a:t>Cost includes incremental license costs:</a:t>
            </a:r>
          </a:p>
          <a:p>
            <a:pPr lvl="1"/>
            <a:r>
              <a:rPr lang="en-US" noProof="0" dirty="0"/>
              <a:t>100% if the platform is purchased</a:t>
            </a:r>
          </a:p>
          <a:p>
            <a:pPr lvl="1"/>
            <a:r>
              <a:rPr lang="en-US" noProof="0" dirty="0"/>
              <a:t>A percentage if the license is extended (nominal users added to an existing DBMS)</a:t>
            </a:r>
          </a:p>
          <a:p>
            <a:r>
              <a:rPr lang="en-US" noProof="0" dirty="0"/>
              <a:t>License costs typically include </a:t>
            </a:r>
          </a:p>
          <a:p>
            <a:pPr lvl="1"/>
            <a:r>
              <a:rPr lang="en-US" noProof="0" dirty="0"/>
              <a:t>One-time license price (that is included in project cost) that can be computed as</a:t>
            </a:r>
          </a:p>
          <a:p>
            <a:pPr lvl="2"/>
            <a:r>
              <a:rPr lang="en-US" noProof="0" dirty="0"/>
              <a:t>Absolute cost</a:t>
            </a:r>
          </a:p>
          <a:p>
            <a:pPr lvl="2"/>
            <a:r>
              <a:rPr lang="en-US" noProof="0" dirty="0"/>
              <a:t>Cost per user or alike variable </a:t>
            </a:r>
          </a:p>
          <a:p>
            <a:pPr lvl="2"/>
            <a:r>
              <a:rPr lang="en-US" noProof="0" dirty="0"/>
              <a:t>Absolute cost + cost per user </a:t>
            </a:r>
          </a:p>
          <a:p>
            <a:pPr lvl="1"/>
            <a:r>
              <a:rPr lang="en-US" noProof="0" dirty="0"/>
              <a:t>Annual support fee that entitles the customer to receive assistance and support and normally account about 20 %  to 10% (that is included in operational cost)</a:t>
            </a:r>
          </a:p>
        </p:txBody>
      </p:sp>
      <p:graphicFrame>
        <p:nvGraphicFramePr>
          <p:cNvPr id="7" name="Segnaposto contenuto 3">
            <a:extLst>
              <a:ext uri="{FF2B5EF4-FFF2-40B4-BE49-F238E27FC236}">
                <a16:creationId xmlns:a16="http://schemas.microsoft.com/office/drawing/2014/main" id="{FCC06C86-6CE9-4FA3-A1ED-CC88D2FD76ED}"/>
              </a:ext>
            </a:extLst>
          </p:cNvPr>
          <p:cNvGraphicFramePr>
            <a:graphicFrameLocks noGrp="1"/>
          </p:cNvGraphicFramePr>
          <p:nvPr>
            <p:ph sz="half" idx="2"/>
            <p:extLst>
              <p:ext uri="{D42A27DB-BD31-4B8C-83A1-F6EECF244321}">
                <p14:modId xmlns:p14="http://schemas.microsoft.com/office/powerpoint/2010/main" val="3154666256"/>
              </p:ext>
            </p:extLst>
          </p:nvPr>
        </p:nvGraphicFramePr>
        <p:xfrm>
          <a:off x="5457056" y="1559667"/>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3270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20231-E5F0-E003-85B0-A2D03D8EEAF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4206071-26C9-E376-0E37-6A8CDDB8069F}"/>
              </a:ext>
            </a:extLst>
          </p:cNvPr>
          <p:cNvSpPr>
            <a:spLocks noGrp="1"/>
          </p:cNvSpPr>
          <p:nvPr>
            <p:ph type="title"/>
          </p:nvPr>
        </p:nvSpPr>
        <p:spPr/>
        <p:txBody>
          <a:bodyPr/>
          <a:lstStyle/>
          <a:p>
            <a:r>
              <a:rPr lang="en-US" noProof="0" dirty="0"/>
              <a:t>PROJECT COST – TECHNOLOGY </a:t>
            </a:r>
          </a:p>
        </p:txBody>
      </p:sp>
      <p:graphicFrame>
        <p:nvGraphicFramePr>
          <p:cNvPr id="6" name="Segnaposto contenuto 5">
            <a:extLst>
              <a:ext uri="{FF2B5EF4-FFF2-40B4-BE49-F238E27FC236}">
                <a16:creationId xmlns:a16="http://schemas.microsoft.com/office/drawing/2014/main" id="{88AEAEFB-5CCB-3D93-0B01-E5867E2156FB}"/>
              </a:ext>
            </a:extLst>
          </p:cNvPr>
          <p:cNvGraphicFramePr>
            <a:graphicFrameLocks noGrp="1"/>
          </p:cNvGraphicFramePr>
          <p:nvPr>
            <p:ph sz="half" idx="1"/>
            <p:extLst>
              <p:ext uri="{D42A27DB-BD31-4B8C-83A1-F6EECF244321}">
                <p14:modId xmlns:p14="http://schemas.microsoft.com/office/powerpoint/2010/main" val="1376387191"/>
              </p:ext>
            </p:extLst>
          </p:nvPr>
        </p:nvGraphicFramePr>
        <p:xfrm>
          <a:off x="992186" y="1524000"/>
          <a:ext cx="8170863" cy="2978309"/>
        </p:xfrm>
        <a:graphic>
          <a:graphicData uri="http://schemas.openxmlformats.org/drawingml/2006/table">
            <a:tbl>
              <a:tblPr firstRow="1" bandRow="1">
                <a:tableStyleId>{073A0DAA-6AF3-43AB-8588-CEC1D06C72B9}</a:tableStyleId>
              </a:tblPr>
              <a:tblGrid>
                <a:gridCol w="1882956">
                  <a:extLst>
                    <a:ext uri="{9D8B030D-6E8A-4147-A177-3AD203B41FA5}">
                      <a16:colId xmlns:a16="http://schemas.microsoft.com/office/drawing/2014/main" val="2688740114"/>
                    </a:ext>
                  </a:extLst>
                </a:gridCol>
                <a:gridCol w="2824433">
                  <a:extLst>
                    <a:ext uri="{9D8B030D-6E8A-4147-A177-3AD203B41FA5}">
                      <a16:colId xmlns:a16="http://schemas.microsoft.com/office/drawing/2014/main" val="3433964435"/>
                    </a:ext>
                  </a:extLst>
                </a:gridCol>
                <a:gridCol w="3463474">
                  <a:extLst>
                    <a:ext uri="{9D8B030D-6E8A-4147-A177-3AD203B41FA5}">
                      <a16:colId xmlns:a16="http://schemas.microsoft.com/office/drawing/2014/main" val="3896660738"/>
                    </a:ext>
                  </a:extLst>
                </a:gridCol>
              </a:tblGrid>
              <a:tr h="477783">
                <a:tc>
                  <a:txBody>
                    <a:bodyPr/>
                    <a:lstStyle/>
                    <a:p>
                      <a:pPr algn="ctr"/>
                      <a:r>
                        <a:rPr lang="en-US" sz="1400" noProof="0" dirty="0"/>
                        <a:t>Cost  Item </a:t>
                      </a:r>
                    </a:p>
                  </a:txBody>
                  <a:tcPr/>
                </a:tc>
                <a:tc>
                  <a:txBody>
                    <a:bodyPr/>
                    <a:lstStyle/>
                    <a:p>
                      <a:pPr algn="ctr"/>
                      <a:r>
                        <a:rPr lang="en-US" sz="1400" noProof="0" dirty="0"/>
                        <a:t>Algorithm</a:t>
                      </a:r>
                    </a:p>
                  </a:txBody>
                  <a:tcPr/>
                </a:tc>
                <a:tc>
                  <a:txBody>
                    <a:bodyPr/>
                    <a:lstStyle/>
                    <a:p>
                      <a:pPr algn="ctr"/>
                      <a:r>
                        <a:rPr lang="en-US" sz="1400" noProof="0" dirty="0"/>
                        <a:t>Comment</a:t>
                      </a:r>
                    </a:p>
                  </a:txBody>
                  <a:tcPr/>
                </a:tc>
                <a:extLst>
                  <a:ext uri="{0D108BD9-81ED-4DB2-BD59-A6C34878D82A}">
                    <a16:rowId xmlns:a16="http://schemas.microsoft.com/office/drawing/2014/main" val="51053330"/>
                  </a:ext>
                </a:extLst>
              </a:tr>
              <a:tr h="477783">
                <a:tc>
                  <a:txBody>
                    <a:bodyPr/>
                    <a:lstStyle/>
                    <a:p>
                      <a:r>
                        <a:rPr lang="it-IT" sz="1400" noProof="0" dirty="0"/>
                        <a:t>EUC/LAN/</a:t>
                      </a:r>
                      <a:r>
                        <a:rPr lang="it-IT" sz="1400" noProof="0" dirty="0" err="1"/>
                        <a:t>Sensors</a:t>
                      </a:r>
                      <a:endParaRPr lang="en-US" sz="1400" noProof="0" dirty="0"/>
                    </a:p>
                  </a:txBody>
                  <a:tcPr anchor="ctr"/>
                </a:tc>
                <a:tc>
                  <a:txBody>
                    <a:bodyPr/>
                    <a:lstStyle/>
                    <a:p>
                      <a:r>
                        <a:rPr lang="it-IT" sz="1400" noProof="0" dirty="0" err="1"/>
                        <a:t>Number</a:t>
                      </a:r>
                      <a:r>
                        <a:rPr lang="it-IT" sz="1400" noProof="0" dirty="0"/>
                        <a:t> of users (EUC)</a:t>
                      </a:r>
                      <a:endParaRPr lang="en-US" sz="1400" noProof="0" dirty="0"/>
                    </a:p>
                  </a:txBody>
                  <a:tcPr anchor="ctr"/>
                </a:tc>
                <a:tc>
                  <a:txBody>
                    <a:bodyPr/>
                    <a:lstStyle/>
                    <a:p>
                      <a:r>
                        <a:rPr lang="it-IT" sz="1400" noProof="0" dirty="0" err="1"/>
                        <a:t>Depreciation</a:t>
                      </a:r>
                      <a:r>
                        <a:rPr lang="it-IT" sz="1400" noProof="0" dirty="0"/>
                        <a:t> on 3 </a:t>
                      </a:r>
                      <a:r>
                        <a:rPr lang="it-IT" sz="1400" noProof="0" dirty="0" err="1"/>
                        <a:t>years</a:t>
                      </a:r>
                      <a:r>
                        <a:rPr lang="it-IT" sz="1400" noProof="0" dirty="0"/>
                        <a:t> </a:t>
                      </a:r>
                      <a:r>
                        <a:rPr lang="it-IT" sz="1400" noProof="0" dirty="0" err="1"/>
                        <a:t>if</a:t>
                      </a:r>
                      <a:r>
                        <a:rPr lang="it-IT" sz="1400" noProof="0" dirty="0"/>
                        <a:t> </a:t>
                      </a:r>
                      <a:r>
                        <a:rPr lang="it-IT" sz="1400" noProof="0" dirty="0" err="1"/>
                        <a:t>purchased</a:t>
                      </a:r>
                      <a:r>
                        <a:rPr lang="it-IT" sz="1400" noProof="0" dirty="0"/>
                        <a:t> </a:t>
                      </a:r>
                      <a:endParaRPr lang="en-US" sz="1400" noProof="0" dirty="0"/>
                    </a:p>
                  </a:txBody>
                  <a:tcPr anchor="ctr"/>
                </a:tc>
                <a:extLst>
                  <a:ext uri="{0D108BD9-81ED-4DB2-BD59-A6C34878D82A}">
                    <a16:rowId xmlns:a16="http://schemas.microsoft.com/office/drawing/2014/main" val="1706658036"/>
                  </a:ext>
                </a:extLst>
              </a:tr>
              <a:tr h="589394">
                <a:tc>
                  <a:txBody>
                    <a:bodyPr/>
                    <a:lstStyle/>
                    <a:p>
                      <a:r>
                        <a:rPr lang="it-IT" sz="1400" noProof="0" dirty="0"/>
                        <a:t>Mobile </a:t>
                      </a:r>
                      <a:endParaRPr lang="en-US" sz="1400" noProof="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400" noProof="0" dirty="0" err="1"/>
                        <a:t>Number</a:t>
                      </a:r>
                      <a:r>
                        <a:rPr lang="it-IT" sz="1400" noProof="0" dirty="0"/>
                        <a:t> of users /agents to be </a:t>
                      </a:r>
                      <a:r>
                        <a:rPr lang="it-IT" sz="1400" noProof="0" dirty="0" err="1"/>
                        <a:t>equipped</a:t>
                      </a:r>
                      <a:r>
                        <a:rPr lang="it-IT" sz="1400" noProof="0" dirty="0"/>
                        <a:t> </a:t>
                      </a:r>
                      <a:endParaRPr lang="en-US" sz="1400" noProof="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400" noProof="0" dirty="0" err="1"/>
                        <a:t>Depreciation</a:t>
                      </a:r>
                      <a:r>
                        <a:rPr lang="it-IT" sz="1400" noProof="0" dirty="0"/>
                        <a:t> on 3 </a:t>
                      </a:r>
                      <a:r>
                        <a:rPr lang="it-IT" sz="1400" noProof="0" dirty="0" err="1"/>
                        <a:t>years</a:t>
                      </a:r>
                      <a:r>
                        <a:rPr lang="it-IT" sz="1400" noProof="0" dirty="0"/>
                        <a:t> </a:t>
                      </a:r>
                      <a:r>
                        <a:rPr lang="it-IT" sz="1400" noProof="0" dirty="0" err="1"/>
                        <a:t>if</a:t>
                      </a:r>
                      <a:r>
                        <a:rPr lang="it-IT" sz="1400" noProof="0" dirty="0"/>
                        <a:t> </a:t>
                      </a:r>
                      <a:r>
                        <a:rPr lang="it-IT" sz="1400" noProof="0" dirty="0" err="1"/>
                        <a:t>purchased</a:t>
                      </a:r>
                      <a:r>
                        <a:rPr lang="it-IT" sz="1400" noProof="0" dirty="0"/>
                        <a:t> </a:t>
                      </a:r>
                      <a:endParaRPr lang="en-US" sz="1400" noProof="0" dirty="0"/>
                    </a:p>
                  </a:txBody>
                  <a:tcPr anchor="ctr"/>
                </a:tc>
                <a:extLst>
                  <a:ext uri="{0D108BD9-81ED-4DB2-BD59-A6C34878D82A}">
                    <a16:rowId xmlns:a16="http://schemas.microsoft.com/office/drawing/2014/main" val="457606108"/>
                  </a:ext>
                </a:extLst>
              </a:tr>
              <a:tr h="477783">
                <a:tc>
                  <a:txBody>
                    <a:bodyPr/>
                    <a:lstStyle/>
                    <a:p>
                      <a:r>
                        <a:rPr lang="it-IT" sz="1400" noProof="0" dirty="0"/>
                        <a:t>Servers </a:t>
                      </a:r>
                      <a:endParaRPr lang="en-US" sz="1400" noProof="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400" noProof="0" dirty="0" err="1"/>
                        <a:t>Expected</a:t>
                      </a:r>
                      <a:r>
                        <a:rPr lang="it-IT" sz="1400" noProof="0" dirty="0"/>
                        <a:t> </a:t>
                      </a:r>
                      <a:r>
                        <a:rPr lang="it-IT" sz="1400" noProof="0" dirty="0" err="1"/>
                        <a:t>workload</a:t>
                      </a:r>
                      <a:endParaRPr lang="en-US" sz="1400" noProof="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400" noProof="0" dirty="0" err="1"/>
                        <a:t>Depreciation</a:t>
                      </a:r>
                      <a:r>
                        <a:rPr lang="it-IT" sz="1400" noProof="0" dirty="0"/>
                        <a:t> on 3 </a:t>
                      </a:r>
                      <a:r>
                        <a:rPr lang="it-IT" sz="1400" noProof="0" dirty="0" err="1"/>
                        <a:t>years</a:t>
                      </a:r>
                      <a:r>
                        <a:rPr lang="it-IT" sz="1400" noProof="0" dirty="0"/>
                        <a:t> </a:t>
                      </a:r>
                      <a:r>
                        <a:rPr lang="it-IT" sz="1400" noProof="0" dirty="0" err="1"/>
                        <a:t>if</a:t>
                      </a:r>
                      <a:r>
                        <a:rPr lang="it-IT" sz="1400" noProof="0" dirty="0"/>
                        <a:t> </a:t>
                      </a:r>
                      <a:r>
                        <a:rPr lang="it-IT" sz="1400" noProof="0" dirty="0" err="1"/>
                        <a:t>purchased</a:t>
                      </a:r>
                      <a:r>
                        <a:rPr lang="it-IT" sz="1400" noProof="0" dirty="0"/>
                        <a:t> </a:t>
                      </a:r>
                      <a:endParaRPr lang="en-US" sz="1400" noProof="0" dirty="0"/>
                    </a:p>
                  </a:txBody>
                  <a:tcPr anchor="ctr"/>
                </a:tc>
                <a:extLst>
                  <a:ext uri="{0D108BD9-81ED-4DB2-BD59-A6C34878D82A}">
                    <a16:rowId xmlns:a16="http://schemas.microsoft.com/office/drawing/2014/main" val="2614115325"/>
                  </a:ext>
                </a:extLst>
              </a:tr>
              <a:tr h="477783">
                <a:tc>
                  <a:txBody>
                    <a:bodyPr/>
                    <a:lstStyle/>
                    <a:p>
                      <a:r>
                        <a:rPr lang="it-IT" sz="1400" noProof="0" dirty="0"/>
                        <a:t>Software </a:t>
                      </a:r>
                      <a:r>
                        <a:rPr lang="it-IT" sz="1400" noProof="0" dirty="0" err="1"/>
                        <a:t>platforms</a:t>
                      </a:r>
                      <a:r>
                        <a:rPr lang="it-IT" sz="1400" noProof="0" dirty="0"/>
                        <a:t> </a:t>
                      </a:r>
                      <a:endParaRPr lang="en-US" sz="1400" noProof="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400" noProof="0" dirty="0" err="1"/>
                        <a:t>Number</a:t>
                      </a:r>
                      <a:r>
                        <a:rPr lang="it-IT" sz="1400" noProof="0" dirty="0"/>
                        <a:t> of users or  processing load </a:t>
                      </a:r>
                      <a:endParaRPr lang="en-US" sz="1400" noProof="0" dirty="0"/>
                    </a:p>
                  </a:txBody>
                  <a:tcPr anchor="ctr"/>
                </a:tc>
                <a:tc>
                  <a:txBody>
                    <a:bodyPr/>
                    <a:lstStyle/>
                    <a:p>
                      <a:r>
                        <a:rPr lang="it-IT" sz="1400" noProof="0" dirty="0" err="1"/>
                        <a:t>Annual</a:t>
                      </a:r>
                      <a:r>
                        <a:rPr lang="it-IT" sz="1400" noProof="0" dirty="0"/>
                        <a:t> </a:t>
                      </a:r>
                      <a:r>
                        <a:rPr lang="it-IT" sz="1400" noProof="0" dirty="0" err="1"/>
                        <a:t>license</a:t>
                      </a:r>
                      <a:r>
                        <a:rPr lang="it-IT" sz="1400" noProof="0" dirty="0"/>
                        <a:t> or </a:t>
                      </a:r>
                      <a:r>
                        <a:rPr lang="it-IT" sz="1400" noProof="0" dirty="0" err="1"/>
                        <a:t>upfront</a:t>
                      </a:r>
                      <a:r>
                        <a:rPr lang="it-IT" sz="1400" noProof="0" dirty="0"/>
                        <a:t> payment </a:t>
                      </a:r>
                      <a:endParaRPr lang="en-US" sz="1400" noProof="0" dirty="0"/>
                    </a:p>
                  </a:txBody>
                  <a:tcPr anchor="ctr"/>
                </a:tc>
                <a:extLst>
                  <a:ext uri="{0D108BD9-81ED-4DB2-BD59-A6C34878D82A}">
                    <a16:rowId xmlns:a16="http://schemas.microsoft.com/office/drawing/2014/main" val="3791959050"/>
                  </a:ext>
                </a:extLst>
              </a:tr>
              <a:tr h="477783">
                <a:tc>
                  <a:txBody>
                    <a:bodyPr/>
                    <a:lstStyle/>
                    <a:p>
                      <a:r>
                        <a:rPr lang="it-IT" sz="1400" noProof="0" dirty="0"/>
                        <a:t>Cloud services </a:t>
                      </a:r>
                      <a:endParaRPr lang="en-US" sz="1400" noProof="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400" noProof="0" dirty="0" err="1"/>
                        <a:t>Based</a:t>
                      </a:r>
                      <a:r>
                        <a:rPr lang="it-IT" sz="1400" noProof="0" dirty="0"/>
                        <a:t> on the </a:t>
                      </a:r>
                      <a:r>
                        <a:rPr lang="it-IT" sz="1400" noProof="0" dirty="0" err="1"/>
                        <a:t>expected</a:t>
                      </a:r>
                      <a:r>
                        <a:rPr lang="it-IT" sz="1400" noProof="0" dirty="0"/>
                        <a:t> </a:t>
                      </a:r>
                      <a:r>
                        <a:rPr lang="it-IT" sz="1400" noProof="0" dirty="0" err="1"/>
                        <a:t>workload</a:t>
                      </a:r>
                      <a:endParaRPr lang="en-US" sz="1400" noProof="0" dirty="0"/>
                    </a:p>
                  </a:txBody>
                  <a:tcPr anchor="ctr"/>
                </a:tc>
                <a:tc>
                  <a:txBody>
                    <a:bodyPr/>
                    <a:lstStyle/>
                    <a:p>
                      <a:r>
                        <a:rPr lang="it-IT" sz="1400" noProof="0" dirty="0" err="1"/>
                        <a:t>Annual</a:t>
                      </a:r>
                      <a:r>
                        <a:rPr lang="it-IT" sz="1400" noProof="0" dirty="0"/>
                        <a:t> service </a:t>
                      </a:r>
                      <a:r>
                        <a:rPr lang="it-IT" sz="1400" noProof="0" dirty="0" err="1"/>
                        <a:t>fee</a:t>
                      </a:r>
                      <a:r>
                        <a:rPr lang="it-IT" sz="1400" noProof="0" dirty="0"/>
                        <a:t> </a:t>
                      </a:r>
                      <a:endParaRPr lang="en-US" sz="1400" noProof="0" dirty="0"/>
                    </a:p>
                  </a:txBody>
                  <a:tcPr anchor="ctr"/>
                </a:tc>
                <a:extLst>
                  <a:ext uri="{0D108BD9-81ED-4DB2-BD59-A6C34878D82A}">
                    <a16:rowId xmlns:a16="http://schemas.microsoft.com/office/drawing/2014/main" val="2157022878"/>
                  </a:ext>
                </a:extLst>
              </a:tr>
            </a:tbl>
          </a:graphicData>
        </a:graphic>
      </p:graphicFrame>
      <p:sp>
        <p:nvSpPr>
          <p:cNvPr id="13" name="Segnaposto testo 12">
            <a:extLst>
              <a:ext uri="{FF2B5EF4-FFF2-40B4-BE49-F238E27FC236}">
                <a16:creationId xmlns:a16="http://schemas.microsoft.com/office/drawing/2014/main" id="{10AFEDED-54AB-4863-5FC1-4ED7D7F6AE47}"/>
              </a:ext>
            </a:extLst>
          </p:cNvPr>
          <p:cNvSpPr>
            <a:spLocks noGrp="1"/>
          </p:cNvSpPr>
          <p:nvPr>
            <p:ph type="body" sz="half" idx="2"/>
          </p:nvPr>
        </p:nvSpPr>
        <p:spPr>
          <a:xfrm>
            <a:off x="992186" y="4581128"/>
            <a:ext cx="8118067" cy="1728192"/>
          </a:xfrm>
        </p:spPr>
        <p:txBody>
          <a:bodyPr anchor="ctr">
            <a:normAutofit fontScale="92500" lnSpcReduction="10000"/>
          </a:bodyPr>
          <a:lstStyle/>
          <a:p>
            <a:r>
              <a:rPr lang="en-US" dirty="0"/>
              <a:t>User companies typically issue a request for proposal by specifying the profile of the required infrastructure</a:t>
            </a:r>
          </a:p>
          <a:p>
            <a:r>
              <a:rPr lang="en-US" dirty="0"/>
              <a:t>Server costs can be estimated by or using Amazon or Azure website and entering workload parameters  (see the subsequent page)</a:t>
            </a:r>
          </a:p>
        </p:txBody>
      </p:sp>
    </p:spTree>
    <p:extLst>
      <p:ext uri="{BB962C8B-B14F-4D97-AF65-F5344CB8AC3E}">
        <p14:creationId xmlns:p14="http://schemas.microsoft.com/office/powerpoint/2010/main" val="2789807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00CDA-8AD9-B8A0-0F56-74EF6B790F5F}"/>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15025B06-88FB-ECFF-B8BF-6DB7DBA8C1DD}"/>
              </a:ext>
            </a:extLst>
          </p:cNvPr>
          <p:cNvSpPr>
            <a:spLocks noGrp="1" noChangeArrowheads="1"/>
          </p:cNvSpPr>
          <p:nvPr>
            <p:ph type="title"/>
          </p:nvPr>
        </p:nvSpPr>
        <p:spPr/>
        <p:txBody>
          <a:bodyPr/>
          <a:lstStyle/>
          <a:p>
            <a:r>
              <a:rPr lang="en-US" noProof="0" dirty="0"/>
              <a:t>PROJECT  COSTS</a:t>
            </a:r>
          </a:p>
        </p:txBody>
      </p:sp>
      <p:graphicFrame>
        <p:nvGraphicFramePr>
          <p:cNvPr id="3" name="Segnaposto contenuto 2">
            <a:extLst>
              <a:ext uri="{FF2B5EF4-FFF2-40B4-BE49-F238E27FC236}">
                <a16:creationId xmlns:a16="http://schemas.microsoft.com/office/drawing/2014/main" id="{04EFDBB0-4DD0-B248-3330-C1AE4AD0FB67}"/>
              </a:ext>
            </a:extLst>
          </p:cNvPr>
          <p:cNvGraphicFramePr>
            <a:graphicFrameLocks noGrp="1"/>
          </p:cNvGraphicFramePr>
          <p:nvPr>
            <p:ph idx="1"/>
            <p:extLst>
              <p:ext uri="{D42A27DB-BD31-4B8C-83A1-F6EECF244321}">
                <p14:modId xmlns:p14="http://schemas.microsoft.com/office/powerpoint/2010/main" val="324410932"/>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4347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Business Project </a:t>
            </a:r>
            <a:br>
              <a:rPr lang="en-US" noProof="0" dirty="0"/>
            </a:br>
            <a:r>
              <a:rPr lang="en-US" sz="3200" noProof="0" dirty="0"/>
              <a:t>(alias Business Process Reengineering - BPR)</a:t>
            </a:r>
            <a:endParaRPr lang="en-US" noProof="0" dirty="0"/>
          </a:p>
        </p:txBody>
      </p:sp>
      <p:sp>
        <p:nvSpPr>
          <p:cNvPr id="3" name="Segnaposto contenuto 2"/>
          <p:cNvSpPr>
            <a:spLocks noGrp="1"/>
          </p:cNvSpPr>
          <p:nvPr>
            <p:ph sz="half" idx="1"/>
          </p:nvPr>
        </p:nvSpPr>
        <p:spPr>
          <a:xfrm>
            <a:off x="272480" y="1340768"/>
            <a:ext cx="6120680" cy="5184576"/>
          </a:xfrm>
        </p:spPr>
        <p:txBody>
          <a:bodyPr>
            <a:normAutofit fontScale="85000" lnSpcReduction="20000"/>
          </a:bodyPr>
          <a:lstStyle/>
          <a:p>
            <a:r>
              <a:rPr lang="en-US" noProof="0" dirty="0"/>
              <a:t>Analysis </a:t>
            </a:r>
          </a:p>
          <a:p>
            <a:pPr lvl="1"/>
            <a:r>
              <a:rPr lang="en-US" noProof="0" dirty="0"/>
              <a:t>Includes</a:t>
            </a:r>
          </a:p>
          <a:p>
            <a:pPr lvl="2"/>
            <a:r>
              <a:rPr lang="en-US" noProof="0" dirty="0"/>
              <a:t>Organizational performance analysis : KPI, Benchmarking, etc.</a:t>
            </a:r>
          </a:p>
          <a:p>
            <a:pPr lvl="2"/>
            <a:r>
              <a:rPr lang="en-US" noProof="0" dirty="0"/>
              <a:t>Benchmarking</a:t>
            </a:r>
          </a:p>
          <a:p>
            <a:pPr lvl="1"/>
            <a:r>
              <a:rPr lang="en-US" noProof="0" dirty="0"/>
              <a:t>Generally estimated in days by organization unit  </a:t>
            </a:r>
          </a:p>
          <a:p>
            <a:r>
              <a:rPr lang="en-US" noProof="0" dirty="0"/>
              <a:t>Education /training / change </a:t>
            </a:r>
          </a:p>
          <a:p>
            <a:pPr lvl="1"/>
            <a:r>
              <a:rPr lang="en-US" noProof="0" dirty="0"/>
              <a:t>Includes </a:t>
            </a:r>
          </a:p>
          <a:p>
            <a:pPr lvl="2"/>
            <a:r>
              <a:rPr lang="en-US" noProof="0" dirty="0"/>
              <a:t>The out-of-pocket cost of training and education (effort + premises and rents)</a:t>
            </a:r>
          </a:p>
          <a:p>
            <a:pPr lvl="2"/>
            <a:r>
              <a:rPr lang="en-US" noProof="0" dirty="0"/>
              <a:t>Costs of  promotion, HR development, re-training and alike  </a:t>
            </a:r>
          </a:p>
          <a:p>
            <a:pPr lvl="1"/>
            <a:r>
              <a:rPr lang="en-US" noProof="0" dirty="0"/>
              <a:t>Does not include the opportunity cost of trained people </a:t>
            </a:r>
          </a:p>
          <a:p>
            <a:r>
              <a:rPr lang="en-US" noProof="0" dirty="0"/>
              <a:t>Miscellaneous </a:t>
            </a:r>
          </a:p>
          <a:p>
            <a:pPr lvl="1"/>
            <a:r>
              <a:rPr lang="en-US" noProof="0" dirty="0"/>
              <a:t>Include contingency costs</a:t>
            </a:r>
          </a:p>
          <a:p>
            <a:pPr lvl="1"/>
            <a:r>
              <a:rPr lang="en-US" noProof="0" dirty="0"/>
              <a:t>Contingency is typically assumed as 20% of costs </a:t>
            </a:r>
          </a:p>
          <a:p>
            <a:endParaRPr lang="en-US" noProof="0" dirty="0"/>
          </a:p>
          <a:p>
            <a:endParaRPr lang="en-US" noProof="0" dirty="0"/>
          </a:p>
          <a:p>
            <a:endParaRPr lang="en-US" noProof="0" dirty="0"/>
          </a:p>
        </p:txBody>
      </p:sp>
      <p:graphicFrame>
        <p:nvGraphicFramePr>
          <p:cNvPr id="8" name="Segnaposto contenuto 3"/>
          <p:cNvGraphicFramePr>
            <a:graphicFrameLocks noGrp="1"/>
          </p:cNvGraphicFramePr>
          <p:nvPr>
            <p:ph sz="half" idx="2"/>
            <p:extLst>
              <p:ext uri="{D42A27DB-BD31-4B8C-83A1-F6EECF244321}">
                <p14:modId xmlns:p14="http://schemas.microsoft.com/office/powerpoint/2010/main" val="4095636141"/>
              </p:ext>
            </p:extLst>
          </p:nvPr>
        </p:nvGraphicFramePr>
        <p:xfrm>
          <a:off x="5643686" y="1524000"/>
          <a:ext cx="413385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68675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0FD24-B1F7-FB8C-10FA-7FCB6DDC44D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915385C-F2CA-12CB-76E1-2E03E01FA1CC}"/>
              </a:ext>
            </a:extLst>
          </p:cNvPr>
          <p:cNvSpPr>
            <a:spLocks noGrp="1"/>
          </p:cNvSpPr>
          <p:nvPr>
            <p:ph type="title"/>
          </p:nvPr>
        </p:nvSpPr>
        <p:spPr/>
        <p:txBody>
          <a:bodyPr/>
          <a:lstStyle/>
          <a:p>
            <a:r>
              <a:rPr lang="en-US" noProof="0" dirty="0"/>
              <a:t>PROJECT COST – BUSINESS</a:t>
            </a:r>
          </a:p>
        </p:txBody>
      </p:sp>
      <p:graphicFrame>
        <p:nvGraphicFramePr>
          <p:cNvPr id="6" name="Segnaposto contenuto 5">
            <a:extLst>
              <a:ext uri="{FF2B5EF4-FFF2-40B4-BE49-F238E27FC236}">
                <a16:creationId xmlns:a16="http://schemas.microsoft.com/office/drawing/2014/main" id="{3086C685-6385-B629-5278-7F6BA6B4E2CF}"/>
              </a:ext>
            </a:extLst>
          </p:cNvPr>
          <p:cNvGraphicFramePr>
            <a:graphicFrameLocks noGrp="1"/>
          </p:cNvGraphicFramePr>
          <p:nvPr>
            <p:ph sz="half" idx="1"/>
            <p:extLst>
              <p:ext uri="{D42A27DB-BD31-4B8C-83A1-F6EECF244321}">
                <p14:modId xmlns:p14="http://schemas.microsoft.com/office/powerpoint/2010/main" val="914043473"/>
              </p:ext>
            </p:extLst>
          </p:nvPr>
        </p:nvGraphicFramePr>
        <p:xfrm>
          <a:off x="772359" y="1556792"/>
          <a:ext cx="8384632" cy="2677050"/>
        </p:xfrm>
        <a:graphic>
          <a:graphicData uri="http://schemas.openxmlformats.org/drawingml/2006/table">
            <a:tbl>
              <a:tblPr firstRow="1" bandRow="1">
                <a:tableStyleId>{073A0DAA-6AF3-43AB-8588-CEC1D06C72B9}</a:tableStyleId>
              </a:tblPr>
              <a:tblGrid>
                <a:gridCol w="1932219">
                  <a:extLst>
                    <a:ext uri="{9D8B030D-6E8A-4147-A177-3AD203B41FA5}">
                      <a16:colId xmlns:a16="http://schemas.microsoft.com/office/drawing/2014/main" val="2688740114"/>
                    </a:ext>
                  </a:extLst>
                </a:gridCol>
                <a:gridCol w="2898326">
                  <a:extLst>
                    <a:ext uri="{9D8B030D-6E8A-4147-A177-3AD203B41FA5}">
                      <a16:colId xmlns:a16="http://schemas.microsoft.com/office/drawing/2014/main" val="3433964435"/>
                    </a:ext>
                  </a:extLst>
                </a:gridCol>
                <a:gridCol w="3554087">
                  <a:extLst>
                    <a:ext uri="{9D8B030D-6E8A-4147-A177-3AD203B41FA5}">
                      <a16:colId xmlns:a16="http://schemas.microsoft.com/office/drawing/2014/main" val="3896660738"/>
                    </a:ext>
                  </a:extLst>
                </a:gridCol>
              </a:tblGrid>
              <a:tr h="482490">
                <a:tc>
                  <a:txBody>
                    <a:bodyPr/>
                    <a:lstStyle/>
                    <a:p>
                      <a:pPr algn="ctr"/>
                      <a:r>
                        <a:rPr lang="en-US" sz="1400" noProof="0" dirty="0"/>
                        <a:t>Cost  Item </a:t>
                      </a:r>
                    </a:p>
                  </a:txBody>
                  <a:tcPr/>
                </a:tc>
                <a:tc>
                  <a:txBody>
                    <a:bodyPr/>
                    <a:lstStyle/>
                    <a:p>
                      <a:pPr algn="ctr"/>
                      <a:r>
                        <a:rPr lang="en-US" sz="1400" noProof="0" dirty="0"/>
                        <a:t>Algorithm</a:t>
                      </a:r>
                    </a:p>
                  </a:txBody>
                  <a:tcPr/>
                </a:tc>
                <a:tc>
                  <a:txBody>
                    <a:bodyPr/>
                    <a:lstStyle/>
                    <a:p>
                      <a:pPr algn="ctr"/>
                      <a:r>
                        <a:rPr lang="en-US" sz="1400" noProof="0" dirty="0"/>
                        <a:t>Comment</a:t>
                      </a:r>
                    </a:p>
                  </a:txBody>
                  <a:tcPr/>
                </a:tc>
                <a:extLst>
                  <a:ext uri="{0D108BD9-81ED-4DB2-BD59-A6C34878D82A}">
                    <a16:rowId xmlns:a16="http://schemas.microsoft.com/office/drawing/2014/main" val="51053330"/>
                  </a:ext>
                </a:extLst>
              </a:tr>
              <a:tr h="519041">
                <a:tc>
                  <a:txBody>
                    <a:bodyPr/>
                    <a:lstStyle/>
                    <a:p>
                      <a:r>
                        <a:rPr lang="it-IT" sz="1800" noProof="0" dirty="0"/>
                        <a:t>Analysis </a:t>
                      </a:r>
                      <a:endParaRPr lang="en-US" sz="1800" noProof="0" dirty="0"/>
                    </a:p>
                  </a:txBody>
                  <a:tcPr anchor="ctr"/>
                </a:tc>
                <a:tc>
                  <a:txBody>
                    <a:bodyPr/>
                    <a:lstStyle/>
                    <a:p>
                      <a:r>
                        <a:rPr lang="it-IT" sz="1800" noProof="0" dirty="0"/>
                        <a:t>Interview days * 3</a:t>
                      </a:r>
                      <a:endParaRPr lang="en-US" sz="1800" noProof="0" dirty="0"/>
                    </a:p>
                  </a:txBody>
                  <a:tcPr anchor="ctr"/>
                </a:tc>
                <a:tc>
                  <a:txBody>
                    <a:bodyPr/>
                    <a:lstStyle/>
                    <a:p>
                      <a:r>
                        <a:rPr lang="it-IT" sz="1800" noProof="0" dirty="0"/>
                        <a:t>With 50 interviews = 150  consulting days </a:t>
                      </a:r>
                      <a:endParaRPr lang="en-US" sz="1800" noProof="0" dirty="0"/>
                    </a:p>
                  </a:txBody>
                  <a:tcPr anchor="ctr"/>
                </a:tc>
                <a:extLst>
                  <a:ext uri="{0D108BD9-81ED-4DB2-BD59-A6C34878D82A}">
                    <a16:rowId xmlns:a16="http://schemas.microsoft.com/office/drawing/2014/main" val="1706658036"/>
                  </a:ext>
                </a:extLst>
              </a:tr>
              <a:tr h="820234">
                <a:tc>
                  <a:txBody>
                    <a:bodyPr/>
                    <a:lstStyle/>
                    <a:p>
                      <a:r>
                        <a:rPr lang="it-IT" sz="1800" noProof="0" dirty="0" err="1"/>
                        <a:t>Education</a:t>
                      </a:r>
                      <a:r>
                        <a:rPr lang="it-IT" sz="1800" noProof="0" dirty="0"/>
                        <a:t> </a:t>
                      </a:r>
                      <a:endParaRPr lang="en-US" sz="1800" noProof="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noProof="0" dirty="0"/>
                        <a:t>A 2 day class for user group = 4 days of business consulting </a:t>
                      </a:r>
                      <a:endParaRPr lang="en-US" sz="1800" noProof="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noProof="0" dirty="0"/>
                        <a:t>With 20 user groups = 80 </a:t>
                      </a:r>
                      <a:r>
                        <a:rPr lang="it-IT" noProof="0" dirty="0"/>
                        <a:t>consulting</a:t>
                      </a:r>
                      <a:r>
                        <a:rPr lang="it-IT" sz="1800" noProof="0" dirty="0"/>
                        <a:t> days </a:t>
                      </a:r>
                      <a:endParaRPr lang="en-US" sz="1800" noProof="0" dirty="0"/>
                    </a:p>
                  </a:txBody>
                  <a:tcPr anchor="ctr"/>
                </a:tc>
                <a:extLst>
                  <a:ext uri="{0D108BD9-81ED-4DB2-BD59-A6C34878D82A}">
                    <a16:rowId xmlns:a16="http://schemas.microsoft.com/office/drawing/2014/main" val="457606108"/>
                  </a:ext>
                </a:extLst>
              </a:tr>
              <a:tr h="482490">
                <a:tc>
                  <a:txBody>
                    <a:bodyPr/>
                    <a:lstStyle/>
                    <a:p>
                      <a:r>
                        <a:rPr lang="it-IT" sz="1800" noProof="0" dirty="0" err="1"/>
                        <a:t>Miscellaneous</a:t>
                      </a:r>
                      <a:r>
                        <a:rPr lang="it-IT" sz="1800" noProof="0" dirty="0"/>
                        <a:t> </a:t>
                      </a:r>
                      <a:endParaRPr lang="en-US" sz="1800" noProof="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noProof="0" dirty="0"/>
                        <a:t>Website for system promotion</a:t>
                      </a:r>
                      <a:endParaRPr lang="en-US" sz="1800" noProof="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noProof="0" dirty="0"/>
                        <a:t>Reference </a:t>
                      </a:r>
                      <a:r>
                        <a:rPr lang="it-IT" sz="1800" noProof="0" dirty="0" err="1"/>
                        <a:t>value</a:t>
                      </a:r>
                      <a:r>
                        <a:rPr lang="it-IT" sz="1800" noProof="0" dirty="0"/>
                        <a:t> can be 0,5 FTE of a business </a:t>
                      </a:r>
                      <a:r>
                        <a:rPr lang="it-IT" sz="1800" noProof="0" dirty="0" err="1"/>
                        <a:t>consultant</a:t>
                      </a:r>
                      <a:r>
                        <a:rPr lang="it-IT" sz="1800" noProof="0" dirty="0"/>
                        <a:t> </a:t>
                      </a:r>
                      <a:endParaRPr lang="en-US" sz="1800" noProof="0" dirty="0"/>
                    </a:p>
                  </a:txBody>
                  <a:tcPr anchor="ctr"/>
                </a:tc>
                <a:extLst>
                  <a:ext uri="{0D108BD9-81ED-4DB2-BD59-A6C34878D82A}">
                    <a16:rowId xmlns:a16="http://schemas.microsoft.com/office/drawing/2014/main" val="2614115325"/>
                  </a:ext>
                </a:extLst>
              </a:tr>
            </a:tbl>
          </a:graphicData>
        </a:graphic>
      </p:graphicFrame>
      <p:sp>
        <p:nvSpPr>
          <p:cNvPr id="13" name="Segnaposto testo 12">
            <a:extLst>
              <a:ext uri="{FF2B5EF4-FFF2-40B4-BE49-F238E27FC236}">
                <a16:creationId xmlns:a16="http://schemas.microsoft.com/office/drawing/2014/main" id="{6E9E5C22-F651-1B4B-5C17-55B11A910474}"/>
              </a:ext>
            </a:extLst>
          </p:cNvPr>
          <p:cNvSpPr>
            <a:spLocks noGrp="1"/>
          </p:cNvSpPr>
          <p:nvPr>
            <p:ph type="body" sz="half" idx="2"/>
          </p:nvPr>
        </p:nvSpPr>
        <p:spPr>
          <a:xfrm>
            <a:off x="725622" y="4941168"/>
            <a:ext cx="8384632" cy="1241688"/>
          </a:xfrm>
        </p:spPr>
        <p:txBody>
          <a:bodyPr anchor="ctr">
            <a:normAutofit fontScale="92500"/>
          </a:bodyPr>
          <a:lstStyle/>
          <a:p>
            <a:r>
              <a:rPr lang="en-US" dirty="0"/>
              <a:t>Business Consultant = 800 EUR / day = 160k FTE</a:t>
            </a:r>
          </a:p>
          <a:p>
            <a:r>
              <a:rPr lang="en-US" dirty="0"/>
              <a:t>Miscellaneous costs should be estimated for  each specific project </a:t>
            </a:r>
          </a:p>
          <a:p>
            <a:r>
              <a:rPr lang="en-US" dirty="0"/>
              <a:t>Contingency costs can be added to the whole project</a:t>
            </a:r>
          </a:p>
        </p:txBody>
      </p:sp>
    </p:spTree>
    <p:extLst>
      <p:ext uri="{BB962C8B-B14F-4D97-AF65-F5344CB8AC3E}">
        <p14:creationId xmlns:p14="http://schemas.microsoft.com/office/powerpoint/2010/main" val="698940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3ADB3-7812-62B1-8F49-6F3ECA35B462}"/>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E233BD56-0B47-7113-225C-03D924433780}"/>
              </a:ext>
            </a:extLst>
          </p:cNvPr>
          <p:cNvSpPr>
            <a:spLocks noGrp="1" noChangeArrowheads="1"/>
          </p:cNvSpPr>
          <p:nvPr>
            <p:ph type="title"/>
          </p:nvPr>
        </p:nvSpPr>
        <p:spPr/>
        <p:txBody>
          <a:bodyPr/>
          <a:lstStyle/>
          <a:p>
            <a:r>
              <a:rPr lang="en-US" noProof="0" dirty="0"/>
              <a:t>PROJECT  COSTS</a:t>
            </a:r>
          </a:p>
        </p:txBody>
      </p:sp>
      <p:graphicFrame>
        <p:nvGraphicFramePr>
          <p:cNvPr id="3" name="Segnaposto contenuto 2">
            <a:extLst>
              <a:ext uri="{FF2B5EF4-FFF2-40B4-BE49-F238E27FC236}">
                <a16:creationId xmlns:a16="http://schemas.microsoft.com/office/drawing/2014/main" id="{8170D5A4-F6F4-7428-130E-179B93E24344}"/>
              </a:ext>
            </a:extLst>
          </p:cNvPr>
          <p:cNvGraphicFramePr>
            <a:graphicFrameLocks noGrp="1"/>
          </p:cNvGraphicFramePr>
          <p:nvPr>
            <p:ph idx="1"/>
            <p:extLst>
              <p:ext uri="{D42A27DB-BD31-4B8C-83A1-F6EECF244321}">
                <p14:modId xmlns:p14="http://schemas.microsoft.com/office/powerpoint/2010/main" val="2625911746"/>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830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p:cNvSpPr>
            <a:spLocks noGrp="1"/>
          </p:cNvSpPr>
          <p:nvPr>
            <p:ph type="title"/>
          </p:nvPr>
        </p:nvSpPr>
        <p:spPr/>
        <p:txBody>
          <a:bodyPr/>
          <a:lstStyle/>
          <a:p>
            <a:r>
              <a:rPr lang="en-US" noProof="0" dirty="0"/>
              <a:t>Project Management</a:t>
            </a:r>
          </a:p>
        </p:txBody>
      </p:sp>
      <p:sp>
        <p:nvSpPr>
          <p:cNvPr id="5" name="Segnaposto contenuto 4"/>
          <p:cNvSpPr>
            <a:spLocks noGrp="1"/>
          </p:cNvSpPr>
          <p:nvPr>
            <p:ph sz="half" idx="1"/>
          </p:nvPr>
        </p:nvSpPr>
        <p:spPr>
          <a:xfrm>
            <a:off x="742950" y="1524000"/>
            <a:ext cx="5002138" cy="5073352"/>
          </a:xfrm>
        </p:spPr>
        <p:txBody>
          <a:bodyPr anchor="ctr">
            <a:normAutofit/>
          </a:bodyPr>
          <a:lstStyle/>
          <a:p>
            <a:r>
              <a:rPr lang="en-US" sz="2000" noProof="0" dirty="0"/>
              <a:t>PM costs include the effort of the project manager and project office </a:t>
            </a:r>
          </a:p>
          <a:p>
            <a:r>
              <a:rPr lang="en-US" sz="2000" noProof="0" dirty="0"/>
              <a:t>It can be estimated as PM = D*X*R, where </a:t>
            </a:r>
          </a:p>
          <a:p>
            <a:pPr lvl="1"/>
            <a:r>
              <a:rPr lang="en-US" sz="1800" noProof="0" dirty="0"/>
              <a:t>D = Effort for development + analysis  </a:t>
            </a:r>
          </a:p>
          <a:p>
            <a:pPr lvl="1"/>
            <a:r>
              <a:rPr lang="en-US" sz="1800" noProof="0" dirty="0"/>
              <a:t>X = Base PM percentage (10%)</a:t>
            </a:r>
          </a:p>
          <a:p>
            <a:pPr lvl="1"/>
            <a:r>
              <a:rPr lang="en-US" sz="1800" noProof="0" dirty="0"/>
              <a:t>R = Risk weight as R = (100 + Risk score)/100 </a:t>
            </a:r>
          </a:p>
          <a:p>
            <a:r>
              <a:rPr lang="en-US" sz="2000" noProof="0" dirty="0"/>
              <a:t>E.g. with  </a:t>
            </a:r>
          </a:p>
          <a:p>
            <a:pPr lvl="1"/>
            <a:r>
              <a:rPr lang="en-US" sz="1800" noProof="0" dirty="0"/>
              <a:t>D = 1.000</a:t>
            </a:r>
          </a:p>
          <a:p>
            <a:pPr lvl="1"/>
            <a:r>
              <a:rPr lang="en-US" sz="1800" noProof="0" dirty="0"/>
              <a:t>X =10%</a:t>
            </a:r>
          </a:p>
          <a:p>
            <a:pPr lvl="1"/>
            <a:r>
              <a:rPr lang="en-US" sz="1800" noProof="0" dirty="0"/>
              <a:t>R = (100+70)/100= 1,7</a:t>
            </a:r>
          </a:p>
          <a:p>
            <a:pPr marL="400050" lvl="1" indent="0">
              <a:buNone/>
            </a:pPr>
            <a:r>
              <a:rPr lang="en-US" sz="1800" noProof="0" dirty="0"/>
              <a:t>PM = 1.000*10%*R = 170</a:t>
            </a:r>
          </a:p>
          <a:p>
            <a:endParaRPr lang="en-US" sz="2000" noProof="0" dirty="0"/>
          </a:p>
        </p:txBody>
      </p:sp>
      <p:graphicFrame>
        <p:nvGraphicFramePr>
          <p:cNvPr id="6" name="Segnaposto contenuto 3"/>
          <p:cNvGraphicFramePr>
            <a:graphicFrameLocks noGrp="1"/>
          </p:cNvGraphicFramePr>
          <p:nvPr>
            <p:ph sz="half" idx="2"/>
            <p:extLst>
              <p:ext uri="{D42A27DB-BD31-4B8C-83A1-F6EECF244321}">
                <p14:modId xmlns:p14="http://schemas.microsoft.com/office/powerpoint/2010/main" val="439477186"/>
              </p:ext>
            </p:extLst>
          </p:nvPr>
        </p:nvGraphicFramePr>
        <p:xfrm>
          <a:off x="502920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827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A30CF-9AE9-C2EA-8CCD-DDA533E76A1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5F70BEE-35C7-2BDD-2485-041D4D6AEAF6}"/>
              </a:ext>
            </a:extLst>
          </p:cNvPr>
          <p:cNvSpPr>
            <a:spLocks noGrp="1"/>
          </p:cNvSpPr>
          <p:nvPr>
            <p:ph type="title"/>
          </p:nvPr>
        </p:nvSpPr>
        <p:spPr/>
        <p:txBody>
          <a:bodyPr>
            <a:normAutofit fontScale="90000"/>
          </a:bodyPr>
          <a:lstStyle/>
          <a:p>
            <a:r>
              <a:rPr lang="en-US" noProof="0" dirty="0"/>
              <a:t>PROJECT COST </a:t>
            </a:r>
            <a:br>
              <a:rPr lang="en-US" dirty="0"/>
            </a:br>
            <a:r>
              <a:rPr lang="en-US" noProof="0" dirty="0"/>
              <a:t>PROJECT MANAGEMENT  </a:t>
            </a:r>
          </a:p>
        </p:txBody>
      </p:sp>
      <p:graphicFrame>
        <p:nvGraphicFramePr>
          <p:cNvPr id="6" name="Segnaposto contenuto 5">
            <a:extLst>
              <a:ext uri="{FF2B5EF4-FFF2-40B4-BE49-F238E27FC236}">
                <a16:creationId xmlns:a16="http://schemas.microsoft.com/office/drawing/2014/main" id="{E013EC08-5643-CF43-1671-6C7B099EC41E}"/>
              </a:ext>
            </a:extLst>
          </p:cNvPr>
          <p:cNvGraphicFramePr>
            <a:graphicFrameLocks noGrp="1"/>
          </p:cNvGraphicFramePr>
          <p:nvPr>
            <p:ph sz="half" idx="1"/>
            <p:extLst>
              <p:ext uri="{D42A27DB-BD31-4B8C-83A1-F6EECF244321}">
                <p14:modId xmlns:p14="http://schemas.microsoft.com/office/powerpoint/2010/main" val="3590717715"/>
              </p:ext>
            </p:extLst>
          </p:nvPr>
        </p:nvGraphicFramePr>
        <p:xfrm>
          <a:off x="1171429" y="2225795"/>
          <a:ext cx="8026472" cy="1097280"/>
        </p:xfrm>
        <a:graphic>
          <a:graphicData uri="http://schemas.openxmlformats.org/drawingml/2006/table">
            <a:tbl>
              <a:tblPr firstRow="1" bandRow="1">
                <a:tableStyleId>{073A0DAA-6AF3-43AB-8588-CEC1D06C72B9}</a:tableStyleId>
              </a:tblPr>
              <a:tblGrid>
                <a:gridCol w="1743560">
                  <a:extLst>
                    <a:ext uri="{9D8B030D-6E8A-4147-A177-3AD203B41FA5}">
                      <a16:colId xmlns:a16="http://schemas.microsoft.com/office/drawing/2014/main" val="2688740114"/>
                    </a:ext>
                  </a:extLst>
                </a:gridCol>
                <a:gridCol w="2544337">
                  <a:extLst>
                    <a:ext uri="{9D8B030D-6E8A-4147-A177-3AD203B41FA5}">
                      <a16:colId xmlns:a16="http://schemas.microsoft.com/office/drawing/2014/main" val="3433964435"/>
                    </a:ext>
                  </a:extLst>
                </a:gridCol>
                <a:gridCol w="3738575">
                  <a:extLst>
                    <a:ext uri="{9D8B030D-6E8A-4147-A177-3AD203B41FA5}">
                      <a16:colId xmlns:a16="http://schemas.microsoft.com/office/drawing/2014/main" val="3896660738"/>
                    </a:ext>
                  </a:extLst>
                </a:gridCol>
              </a:tblGrid>
              <a:tr h="256626">
                <a:tc>
                  <a:txBody>
                    <a:bodyPr/>
                    <a:lstStyle/>
                    <a:p>
                      <a:pPr algn="ctr"/>
                      <a:r>
                        <a:rPr lang="en-US" sz="2000" noProof="0" dirty="0"/>
                        <a:t>Cost  Item </a:t>
                      </a:r>
                    </a:p>
                  </a:txBody>
                  <a:tcPr anchor="ctr"/>
                </a:tc>
                <a:tc>
                  <a:txBody>
                    <a:bodyPr/>
                    <a:lstStyle/>
                    <a:p>
                      <a:pPr algn="ctr"/>
                      <a:r>
                        <a:rPr lang="en-US" sz="2000" noProof="0" dirty="0"/>
                        <a:t>Algorithm</a:t>
                      </a:r>
                    </a:p>
                  </a:txBody>
                  <a:tcPr anchor="ctr"/>
                </a:tc>
                <a:tc>
                  <a:txBody>
                    <a:bodyPr/>
                    <a:lstStyle/>
                    <a:p>
                      <a:pPr algn="ctr"/>
                      <a:r>
                        <a:rPr lang="en-US" sz="2000" noProof="0" dirty="0"/>
                        <a:t>Comment</a:t>
                      </a:r>
                    </a:p>
                  </a:txBody>
                  <a:tcPr anchor="ctr"/>
                </a:tc>
                <a:extLst>
                  <a:ext uri="{0D108BD9-81ED-4DB2-BD59-A6C34878D82A}">
                    <a16:rowId xmlns:a16="http://schemas.microsoft.com/office/drawing/2014/main" val="51053330"/>
                  </a:ext>
                </a:extLst>
              </a:tr>
              <a:tr h="256626">
                <a:tc>
                  <a:txBody>
                    <a:bodyPr/>
                    <a:lstStyle/>
                    <a:p>
                      <a:r>
                        <a:rPr lang="en-US" sz="2000" noProof="0" dirty="0"/>
                        <a:t>Project Office  </a:t>
                      </a:r>
                    </a:p>
                  </a:txBody>
                  <a:tcPr anchor="ctr"/>
                </a:tc>
                <a:tc>
                  <a:txBody>
                    <a:bodyPr/>
                    <a:lstStyle/>
                    <a:p>
                      <a:r>
                        <a:rPr lang="en-US" sz="2000" noProof="0" dirty="0"/>
                        <a:t>Project total FTE *0,1</a:t>
                      </a:r>
                    </a:p>
                  </a:txBody>
                  <a:tcPr anchor="ctr"/>
                </a:tc>
                <a:tc>
                  <a:txBody>
                    <a:bodyPr/>
                    <a:lstStyle/>
                    <a:p>
                      <a:r>
                        <a:rPr lang="it-IT" sz="2000" noProof="0" dirty="0"/>
                        <a:t>Project office (PMO) </a:t>
                      </a:r>
                      <a:r>
                        <a:rPr lang="it-IT" sz="2000" noProof="0" dirty="0" err="1"/>
                        <a:t>is</a:t>
                      </a:r>
                      <a:r>
                        <a:rPr lang="it-IT" sz="2000" noProof="0" dirty="0"/>
                        <a:t> full time in large  projects</a:t>
                      </a:r>
                      <a:endParaRPr lang="en-US" sz="2000" noProof="0" dirty="0"/>
                    </a:p>
                  </a:txBody>
                  <a:tcPr anchor="ctr"/>
                </a:tc>
                <a:extLst>
                  <a:ext uri="{0D108BD9-81ED-4DB2-BD59-A6C34878D82A}">
                    <a16:rowId xmlns:a16="http://schemas.microsoft.com/office/drawing/2014/main" val="1706658036"/>
                  </a:ext>
                </a:extLst>
              </a:tr>
            </a:tbl>
          </a:graphicData>
        </a:graphic>
      </p:graphicFrame>
      <p:sp>
        <p:nvSpPr>
          <p:cNvPr id="13" name="Segnaposto testo 12">
            <a:extLst>
              <a:ext uri="{FF2B5EF4-FFF2-40B4-BE49-F238E27FC236}">
                <a16:creationId xmlns:a16="http://schemas.microsoft.com/office/drawing/2014/main" id="{EB6856FF-EC6D-78BE-E2D7-5DB8C207EB63}"/>
              </a:ext>
            </a:extLst>
          </p:cNvPr>
          <p:cNvSpPr>
            <a:spLocks noGrp="1"/>
          </p:cNvSpPr>
          <p:nvPr>
            <p:ph type="body" sz="half" idx="2"/>
          </p:nvPr>
        </p:nvSpPr>
        <p:spPr>
          <a:xfrm>
            <a:off x="1136576" y="3356992"/>
            <a:ext cx="7920880" cy="2739008"/>
          </a:xfrm>
        </p:spPr>
        <p:txBody>
          <a:bodyPr anchor="ctr">
            <a:normAutofit/>
          </a:bodyPr>
          <a:lstStyle/>
          <a:p>
            <a:r>
              <a:rPr lang="en-US" sz="2000" noProof="0" dirty="0"/>
              <a:t>Project management costs </a:t>
            </a:r>
            <a:r>
              <a:rPr lang="en-US" sz="2000" dirty="0"/>
              <a:t>refers to the whole project: Software + Infrastructure + Business </a:t>
            </a:r>
          </a:p>
          <a:p>
            <a:r>
              <a:rPr lang="en-US" sz="2000" dirty="0"/>
              <a:t>10% is a reference percentage that can grow with higher project risk and complexity (please refer to the session on project risk)</a:t>
            </a:r>
          </a:p>
          <a:p>
            <a:r>
              <a:rPr lang="en-US" sz="2000" dirty="0"/>
              <a:t>Please note that PMO is a part of the project management - bare  PMO can range from 5 to 15%</a:t>
            </a:r>
          </a:p>
          <a:p>
            <a:r>
              <a:rPr lang="en-US" sz="2000" dirty="0"/>
              <a:t>Consulting fee for the whole PMO staff: 800 a day = 160K /year</a:t>
            </a:r>
          </a:p>
        </p:txBody>
      </p:sp>
    </p:spTree>
    <p:extLst>
      <p:ext uri="{BB962C8B-B14F-4D97-AF65-F5344CB8AC3E}">
        <p14:creationId xmlns:p14="http://schemas.microsoft.com/office/powerpoint/2010/main" val="36991578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62976-A1FE-1276-F753-C8D8AB9941EC}"/>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009DA821-CCEF-C196-7172-0F7A83E6C2B4}"/>
              </a:ext>
            </a:extLst>
          </p:cNvPr>
          <p:cNvSpPr>
            <a:spLocks noGrp="1" noChangeArrowheads="1"/>
          </p:cNvSpPr>
          <p:nvPr>
            <p:ph type="title"/>
          </p:nvPr>
        </p:nvSpPr>
        <p:spPr/>
        <p:txBody>
          <a:bodyPr/>
          <a:lstStyle/>
          <a:p>
            <a:r>
              <a:rPr lang="en-US" noProof="0" dirty="0"/>
              <a:t>OPERATIONS  COSTS</a:t>
            </a:r>
          </a:p>
        </p:txBody>
      </p:sp>
      <p:graphicFrame>
        <p:nvGraphicFramePr>
          <p:cNvPr id="3" name="Segnaposto contenuto 2">
            <a:extLst>
              <a:ext uri="{FF2B5EF4-FFF2-40B4-BE49-F238E27FC236}">
                <a16:creationId xmlns:a16="http://schemas.microsoft.com/office/drawing/2014/main" id="{8176FA9B-D2B0-C5CE-F1B0-02AC3D94584F}"/>
              </a:ext>
            </a:extLst>
          </p:cNvPr>
          <p:cNvGraphicFramePr>
            <a:graphicFrameLocks noGrp="1"/>
          </p:cNvGraphicFramePr>
          <p:nvPr>
            <p:ph idx="1"/>
            <p:extLst>
              <p:ext uri="{D42A27DB-BD31-4B8C-83A1-F6EECF244321}">
                <p14:modId xmlns:p14="http://schemas.microsoft.com/office/powerpoint/2010/main" val="3271371811"/>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6162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Operations</a:t>
            </a:r>
          </a:p>
        </p:txBody>
      </p:sp>
      <p:sp>
        <p:nvSpPr>
          <p:cNvPr id="3" name="Segnaposto contenuto 2"/>
          <p:cNvSpPr>
            <a:spLocks noGrp="1"/>
          </p:cNvSpPr>
          <p:nvPr>
            <p:ph sz="half" idx="1"/>
          </p:nvPr>
        </p:nvSpPr>
        <p:spPr>
          <a:xfrm>
            <a:off x="200472" y="1524000"/>
            <a:ext cx="4676328" cy="4572000"/>
          </a:xfrm>
        </p:spPr>
        <p:txBody>
          <a:bodyPr>
            <a:normAutofit fontScale="92500"/>
          </a:bodyPr>
          <a:lstStyle/>
          <a:p>
            <a:r>
              <a:rPr lang="en-US" noProof="0" dirty="0"/>
              <a:t>They include the costs  of operations that are added by the project</a:t>
            </a:r>
          </a:p>
          <a:p>
            <a:pPr lvl="1"/>
            <a:r>
              <a:rPr lang="en-US" noProof="0" dirty="0"/>
              <a:t>Network services </a:t>
            </a:r>
          </a:p>
          <a:p>
            <a:pPr lvl="2"/>
            <a:r>
              <a:rPr lang="en-US" noProof="0" dirty="0"/>
              <a:t>Additional costs of network</a:t>
            </a:r>
          </a:p>
          <a:p>
            <a:pPr lvl="1"/>
            <a:r>
              <a:rPr lang="en-US" noProof="0" dirty="0"/>
              <a:t>Operations staff</a:t>
            </a:r>
          </a:p>
          <a:p>
            <a:pPr lvl="2"/>
            <a:r>
              <a:rPr lang="en-US" noProof="0" dirty="0"/>
              <a:t>Additional cost of operations staff</a:t>
            </a:r>
          </a:p>
          <a:p>
            <a:pPr lvl="1"/>
            <a:r>
              <a:rPr lang="en-US" noProof="0" dirty="0"/>
              <a:t>Energy </a:t>
            </a:r>
          </a:p>
          <a:p>
            <a:pPr lvl="2"/>
            <a:r>
              <a:rPr lang="en-US" noProof="0" dirty="0"/>
              <a:t>Additional energy cost </a:t>
            </a:r>
          </a:p>
          <a:p>
            <a:pPr lvl="1"/>
            <a:r>
              <a:rPr lang="en-US" noProof="0" dirty="0"/>
              <a:t>Cloud  Services </a:t>
            </a:r>
          </a:p>
          <a:p>
            <a:pPr lvl="2"/>
            <a:r>
              <a:rPr lang="en-US" noProof="0" dirty="0"/>
              <a:t>Additional cost of Cloud Services </a:t>
            </a:r>
          </a:p>
          <a:p>
            <a:endParaRPr lang="en-US" noProof="0" dirty="0"/>
          </a:p>
        </p:txBody>
      </p:sp>
      <p:graphicFrame>
        <p:nvGraphicFramePr>
          <p:cNvPr id="7" name="Segnaposto contenuto 3"/>
          <p:cNvGraphicFramePr>
            <a:graphicFrameLocks noGrp="1"/>
          </p:cNvGraphicFramePr>
          <p:nvPr>
            <p:ph sz="half" idx="2"/>
            <p:extLst>
              <p:ext uri="{D42A27DB-BD31-4B8C-83A1-F6EECF244321}">
                <p14:modId xmlns:p14="http://schemas.microsoft.com/office/powerpoint/2010/main" val="4237577762"/>
              </p:ext>
            </p:extLst>
          </p:nvPr>
        </p:nvGraphicFramePr>
        <p:xfrm>
          <a:off x="5029200" y="1524000"/>
          <a:ext cx="413385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1903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Maintenance</a:t>
            </a:r>
          </a:p>
        </p:txBody>
      </p:sp>
      <p:sp>
        <p:nvSpPr>
          <p:cNvPr id="3" name="Segnaposto contenuto 2"/>
          <p:cNvSpPr>
            <a:spLocks noGrp="1"/>
          </p:cNvSpPr>
          <p:nvPr>
            <p:ph sz="half" idx="1"/>
          </p:nvPr>
        </p:nvSpPr>
        <p:spPr>
          <a:xfrm>
            <a:off x="272480" y="1488908"/>
            <a:ext cx="4133850" cy="5180451"/>
          </a:xfrm>
        </p:spPr>
        <p:txBody>
          <a:bodyPr>
            <a:normAutofit fontScale="92500" lnSpcReduction="20000"/>
          </a:bodyPr>
          <a:lstStyle/>
          <a:p>
            <a:r>
              <a:rPr lang="en-US" noProof="0" dirty="0"/>
              <a:t>Maintenance </a:t>
            </a:r>
          </a:p>
          <a:p>
            <a:pPr lvl="1"/>
            <a:r>
              <a:rPr lang="en-US" noProof="0" dirty="0"/>
              <a:t>Hardware</a:t>
            </a:r>
          </a:p>
          <a:p>
            <a:pPr lvl="2"/>
            <a:r>
              <a:rPr lang="en-US" noProof="0" dirty="0"/>
              <a:t>Annual maintenance fee for additional HW equipment </a:t>
            </a:r>
          </a:p>
          <a:p>
            <a:pPr lvl="2"/>
            <a:r>
              <a:rPr lang="en-US" noProof="0" dirty="0"/>
              <a:t>May be assumed as 15% of the project cost </a:t>
            </a:r>
          </a:p>
          <a:p>
            <a:pPr lvl="1"/>
            <a:r>
              <a:rPr lang="en-US" noProof="0" dirty="0"/>
              <a:t>SW platforms </a:t>
            </a:r>
          </a:p>
          <a:p>
            <a:pPr lvl="2"/>
            <a:r>
              <a:rPr lang="en-US" noProof="0" dirty="0"/>
              <a:t>Annual fee for SW platforms </a:t>
            </a:r>
          </a:p>
          <a:p>
            <a:pPr lvl="2"/>
            <a:r>
              <a:rPr lang="en-US" noProof="0" dirty="0"/>
              <a:t>Generally, it is 15% of acquiring cost </a:t>
            </a:r>
          </a:p>
          <a:p>
            <a:pPr lvl="1"/>
            <a:r>
              <a:rPr lang="en-US" noProof="0" dirty="0"/>
              <a:t>Business</a:t>
            </a:r>
          </a:p>
          <a:p>
            <a:pPr lvl="2"/>
            <a:r>
              <a:rPr lang="en-US" noProof="0" dirty="0"/>
              <a:t>Annual cost to update organization trough a periodic check up </a:t>
            </a:r>
          </a:p>
          <a:p>
            <a:pPr lvl="2"/>
            <a:r>
              <a:rPr lang="en-US" noProof="0" dirty="0"/>
              <a:t>It may be considered as 10 % of the analysis cost </a:t>
            </a:r>
          </a:p>
          <a:p>
            <a:endParaRPr lang="en-US" noProof="0" dirty="0"/>
          </a:p>
        </p:txBody>
      </p:sp>
      <p:graphicFrame>
        <p:nvGraphicFramePr>
          <p:cNvPr id="7" name="Segnaposto contenuto 3"/>
          <p:cNvGraphicFramePr>
            <a:graphicFrameLocks noGrp="1"/>
          </p:cNvGraphicFramePr>
          <p:nvPr>
            <p:ph sz="half" idx="2"/>
            <p:extLst>
              <p:ext uri="{D42A27DB-BD31-4B8C-83A1-F6EECF244321}">
                <p14:modId xmlns:p14="http://schemas.microsoft.com/office/powerpoint/2010/main" val="2692886217"/>
              </p:ext>
            </p:extLst>
          </p:nvPr>
        </p:nvGraphicFramePr>
        <p:xfrm>
          <a:off x="5029200" y="1524000"/>
          <a:ext cx="4748336"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7282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BA089-140C-B786-3686-C7B15CB8FC4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4B97F0A-1A6A-35FC-2896-84617C4C7C42}"/>
              </a:ext>
            </a:extLst>
          </p:cNvPr>
          <p:cNvSpPr>
            <a:spLocks noGrp="1"/>
          </p:cNvSpPr>
          <p:nvPr>
            <p:ph type="title"/>
          </p:nvPr>
        </p:nvSpPr>
        <p:spPr/>
        <p:txBody>
          <a:bodyPr/>
          <a:lstStyle/>
          <a:p>
            <a:r>
              <a:rPr lang="en-US" noProof="0" dirty="0"/>
              <a:t>COST MAP</a:t>
            </a:r>
          </a:p>
        </p:txBody>
      </p:sp>
      <p:graphicFrame>
        <p:nvGraphicFramePr>
          <p:cNvPr id="9" name="Segnaposto contenuto 3">
            <a:extLst>
              <a:ext uri="{FF2B5EF4-FFF2-40B4-BE49-F238E27FC236}">
                <a16:creationId xmlns:a16="http://schemas.microsoft.com/office/drawing/2014/main" id="{CBD5855B-193F-F48E-90CC-B1FE6A7A8216}"/>
              </a:ext>
            </a:extLst>
          </p:cNvPr>
          <p:cNvGraphicFramePr>
            <a:graphicFrameLocks noGrp="1"/>
          </p:cNvGraphicFramePr>
          <p:nvPr>
            <p:ph idx="1"/>
            <p:extLst>
              <p:ext uri="{D42A27DB-BD31-4B8C-83A1-F6EECF244321}">
                <p14:modId xmlns:p14="http://schemas.microsoft.com/office/powerpoint/2010/main" val="3794768816"/>
              </p:ext>
            </p:extLst>
          </p:nvPr>
        </p:nvGraphicFramePr>
        <p:xfrm>
          <a:off x="38608" y="1219200"/>
          <a:ext cx="9594912" cy="55221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99859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A3227-BEA7-A9AC-7123-758023927CA3}"/>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22677E91-E0BF-1F95-C0ED-C57B4FC17216}"/>
              </a:ext>
            </a:extLst>
          </p:cNvPr>
          <p:cNvSpPr>
            <a:spLocks noGrp="1" noChangeArrowheads="1"/>
          </p:cNvSpPr>
          <p:nvPr>
            <p:ph type="title"/>
          </p:nvPr>
        </p:nvSpPr>
        <p:spPr/>
        <p:txBody>
          <a:bodyPr/>
          <a:lstStyle/>
          <a:p>
            <a:r>
              <a:rPr lang="en-US" noProof="0" dirty="0"/>
              <a:t>PROJECT  BENEFITS</a:t>
            </a:r>
          </a:p>
        </p:txBody>
      </p:sp>
      <p:graphicFrame>
        <p:nvGraphicFramePr>
          <p:cNvPr id="3" name="Segnaposto contenuto 2">
            <a:extLst>
              <a:ext uri="{FF2B5EF4-FFF2-40B4-BE49-F238E27FC236}">
                <a16:creationId xmlns:a16="http://schemas.microsoft.com/office/drawing/2014/main" id="{27931494-765D-20FC-0A6C-06201701FA2A}"/>
              </a:ext>
            </a:extLst>
          </p:cNvPr>
          <p:cNvGraphicFramePr>
            <a:graphicFrameLocks noGrp="1"/>
          </p:cNvGraphicFramePr>
          <p:nvPr>
            <p:ph idx="1"/>
            <p:extLst>
              <p:ext uri="{D42A27DB-BD31-4B8C-83A1-F6EECF244321}">
                <p14:modId xmlns:p14="http://schemas.microsoft.com/office/powerpoint/2010/main" val="890404648"/>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7137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EF7B4-53EC-44DB-53E8-0C0B15F59DA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DF7AA65-5C83-6E67-8F57-0514E5A5E89A}"/>
              </a:ext>
            </a:extLst>
          </p:cNvPr>
          <p:cNvSpPr>
            <a:spLocks noGrp="1"/>
          </p:cNvSpPr>
          <p:nvPr>
            <p:ph type="title"/>
          </p:nvPr>
        </p:nvSpPr>
        <p:spPr/>
        <p:txBody>
          <a:bodyPr>
            <a:noAutofit/>
          </a:bodyPr>
          <a:lstStyle/>
          <a:p>
            <a:r>
              <a:rPr lang="en-US" sz="3200" noProof="0" dirty="0"/>
              <a:t>Where does management value come from?</a:t>
            </a:r>
          </a:p>
        </p:txBody>
      </p:sp>
      <p:sp>
        <p:nvSpPr>
          <p:cNvPr id="5" name="Segnaposto contenuto 4">
            <a:extLst>
              <a:ext uri="{FF2B5EF4-FFF2-40B4-BE49-F238E27FC236}">
                <a16:creationId xmlns:a16="http://schemas.microsoft.com/office/drawing/2014/main" id="{AF492807-02A8-0C11-0F3F-75EC74E64B8A}"/>
              </a:ext>
            </a:extLst>
          </p:cNvPr>
          <p:cNvSpPr>
            <a:spLocks noGrp="1"/>
          </p:cNvSpPr>
          <p:nvPr>
            <p:ph sz="half" idx="2"/>
          </p:nvPr>
        </p:nvSpPr>
        <p:spPr>
          <a:xfrm>
            <a:off x="2936776" y="1484784"/>
            <a:ext cx="6726138" cy="4572000"/>
          </a:xfrm>
        </p:spPr>
        <p:txBody>
          <a:bodyPr anchor="ctr">
            <a:normAutofit fontScale="92500" lnSpcReduction="20000"/>
          </a:bodyPr>
          <a:lstStyle/>
          <a:p>
            <a:r>
              <a:rPr lang="en-US" noProof="0" dirty="0"/>
              <a:t>Management tangible benefits are “money” and include cost saving and increased sales </a:t>
            </a:r>
          </a:p>
          <a:p>
            <a:r>
              <a:rPr lang="en-US" noProof="0" dirty="0"/>
              <a:t>Cost saving: reduction of current resource costs </a:t>
            </a:r>
          </a:p>
          <a:p>
            <a:pPr lvl="1"/>
            <a:r>
              <a:rPr lang="en-US" noProof="0" dirty="0"/>
              <a:t>The value of saving is given by the value of resources saved in execution thanks to better efficiency and productivity</a:t>
            </a:r>
          </a:p>
          <a:p>
            <a:pPr lvl="1"/>
            <a:r>
              <a:rPr lang="en-US" noProof="0" dirty="0"/>
              <a:t>Savings are typical (not exclusive) to the automation of existing activities</a:t>
            </a:r>
          </a:p>
          <a:p>
            <a:pPr lvl="1"/>
            <a:r>
              <a:rPr lang="en-US" noProof="0" dirty="0"/>
              <a:t>Example: a new warehouse system</a:t>
            </a:r>
          </a:p>
          <a:p>
            <a:pPr lvl="2"/>
            <a:r>
              <a:rPr lang="en-US" noProof="0" dirty="0"/>
              <a:t>Reduces the staff needed because picking and  storing operations are performed  by automated devices like Automated Guided Vehicles and  computerized elevators    </a:t>
            </a:r>
          </a:p>
          <a:p>
            <a:pPr lvl="2"/>
            <a:r>
              <a:rPr lang="en-US" noProof="0" dirty="0"/>
              <a:t>Reduces stock losses by a real time inventory </a:t>
            </a:r>
          </a:p>
        </p:txBody>
      </p:sp>
      <p:graphicFrame>
        <p:nvGraphicFramePr>
          <p:cNvPr id="6" name="Segnaposto contenuto 3">
            <a:extLst>
              <a:ext uri="{FF2B5EF4-FFF2-40B4-BE49-F238E27FC236}">
                <a16:creationId xmlns:a16="http://schemas.microsoft.com/office/drawing/2014/main" id="{E78609E7-764D-0087-90C8-B5A629BC78AE}"/>
              </a:ext>
            </a:extLst>
          </p:cNvPr>
          <p:cNvGraphicFramePr>
            <a:graphicFrameLocks noGrp="1"/>
          </p:cNvGraphicFramePr>
          <p:nvPr>
            <p:ph sz="half" idx="1"/>
            <p:extLst>
              <p:ext uri="{D42A27DB-BD31-4B8C-83A1-F6EECF244321}">
                <p14:modId xmlns:p14="http://schemas.microsoft.com/office/powerpoint/2010/main" val="2649613582"/>
              </p:ext>
            </p:extLst>
          </p:nvPr>
        </p:nvGraphicFramePr>
        <p:xfrm>
          <a:off x="710238" y="1457320"/>
          <a:ext cx="1972816"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7594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97808-0942-2CC1-DB0B-464D2493CC3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195A343-9499-A39B-787F-A8EC8ECE9B83}"/>
              </a:ext>
            </a:extLst>
          </p:cNvPr>
          <p:cNvSpPr>
            <a:spLocks noGrp="1"/>
          </p:cNvSpPr>
          <p:nvPr>
            <p:ph type="title"/>
          </p:nvPr>
        </p:nvSpPr>
        <p:spPr/>
        <p:txBody>
          <a:bodyPr>
            <a:noAutofit/>
          </a:bodyPr>
          <a:lstStyle/>
          <a:p>
            <a:r>
              <a:rPr lang="en-US" sz="3200" noProof="0" dirty="0"/>
              <a:t>Where does management value come from?</a:t>
            </a:r>
          </a:p>
        </p:txBody>
      </p:sp>
      <p:sp>
        <p:nvSpPr>
          <p:cNvPr id="5" name="Segnaposto contenuto 4">
            <a:extLst>
              <a:ext uri="{FF2B5EF4-FFF2-40B4-BE49-F238E27FC236}">
                <a16:creationId xmlns:a16="http://schemas.microsoft.com/office/drawing/2014/main" id="{4C3F41D4-F4BC-0AFD-BA89-5B45EA60B29A}"/>
              </a:ext>
            </a:extLst>
          </p:cNvPr>
          <p:cNvSpPr>
            <a:spLocks noGrp="1"/>
          </p:cNvSpPr>
          <p:nvPr>
            <p:ph sz="half" idx="2"/>
          </p:nvPr>
        </p:nvSpPr>
        <p:spPr>
          <a:xfrm>
            <a:off x="2936776" y="1484784"/>
            <a:ext cx="6726138" cy="4572000"/>
          </a:xfrm>
        </p:spPr>
        <p:txBody>
          <a:bodyPr anchor="ctr">
            <a:normAutofit/>
          </a:bodyPr>
          <a:lstStyle/>
          <a:p>
            <a:r>
              <a:rPr lang="en-US" noProof="0" dirty="0"/>
              <a:t>Sales growth: additional sales enabled by the system </a:t>
            </a:r>
          </a:p>
          <a:p>
            <a:pPr lvl="1"/>
            <a:r>
              <a:rPr lang="en-US" noProof="0" dirty="0"/>
              <a:t>Increase of income thanks to the opportunity enabled by the project</a:t>
            </a:r>
          </a:p>
          <a:p>
            <a:pPr lvl="1"/>
            <a:r>
              <a:rPr lang="en-US" noProof="0" dirty="0"/>
              <a:t>The benefit should be computed as the incremental net profit </a:t>
            </a:r>
          </a:p>
          <a:p>
            <a:pPr lvl="1"/>
            <a:r>
              <a:rPr lang="en-US" noProof="0" dirty="0"/>
              <a:t>Examples:</a:t>
            </a:r>
          </a:p>
          <a:p>
            <a:pPr lvl="2"/>
            <a:r>
              <a:rPr lang="en-US" noProof="0" dirty="0"/>
              <a:t>A new healthcare system attracts additional patients thus generating additional income</a:t>
            </a:r>
          </a:p>
          <a:p>
            <a:pPr lvl="2"/>
            <a:r>
              <a:rPr lang="en-US" noProof="0" dirty="0"/>
              <a:t>A customer profiling system enables customized offering, therefore increasing sales </a:t>
            </a:r>
          </a:p>
        </p:txBody>
      </p:sp>
      <p:graphicFrame>
        <p:nvGraphicFramePr>
          <p:cNvPr id="7" name="Segnaposto contenuto 3">
            <a:extLst>
              <a:ext uri="{FF2B5EF4-FFF2-40B4-BE49-F238E27FC236}">
                <a16:creationId xmlns:a16="http://schemas.microsoft.com/office/drawing/2014/main" id="{56A15741-EF69-3B17-1412-F4467866855A}"/>
              </a:ext>
            </a:extLst>
          </p:cNvPr>
          <p:cNvGraphicFramePr>
            <a:graphicFrameLocks/>
          </p:cNvGraphicFramePr>
          <p:nvPr>
            <p:extLst>
              <p:ext uri="{D42A27DB-BD31-4B8C-83A1-F6EECF244321}">
                <p14:modId xmlns:p14="http://schemas.microsoft.com/office/powerpoint/2010/main" val="1853402447"/>
              </p:ext>
            </p:extLst>
          </p:nvPr>
        </p:nvGraphicFramePr>
        <p:xfrm>
          <a:off x="710238" y="1457320"/>
          <a:ext cx="1972816"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8812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078EA-79B8-4CF7-E4C9-371E6D18ECE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B573A1F-ABEC-967C-7534-FA9BD6FD5170}"/>
              </a:ext>
            </a:extLst>
          </p:cNvPr>
          <p:cNvSpPr>
            <a:spLocks noGrp="1"/>
          </p:cNvSpPr>
          <p:nvPr>
            <p:ph type="title"/>
          </p:nvPr>
        </p:nvSpPr>
        <p:spPr/>
        <p:txBody>
          <a:bodyPr>
            <a:normAutofit fontScale="90000"/>
          </a:bodyPr>
          <a:lstStyle/>
          <a:p>
            <a:r>
              <a:rPr lang="en-US" noProof="0" dirty="0"/>
              <a:t>PROJECT BENEFITS </a:t>
            </a:r>
            <a:br>
              <a:rPr lang="en-US" noProof="0" dirty="0"/>
            </a:br>
            <a:r>
              <a:rPr lang="en-US" dirty="0"/>
              <a:t>MANAGEMENT TANGIBLE</a:t>
            </a:r>
            <a:endParaRPr lang="en-US" noProof="0" dirty="0"/>
          </a:p>
        </p:txBody>
      </p:sp>
      <p:graphicFrame>
        <p:nvGraphicFramePr>
          <p:cNvPr id="6" name="Segnaposto contenuto 5">
            <a:extLst>
              <a:ext uri="{FF2B5EF4-FFF2-40B4-BE49-F238E27FC236}">
                <a16:creationId xmlns:a16="http://schemas.microsoft.com/office/drawing/2014/main" id="{9456102D-FF05-F618-5908-603AB8ED598F}"/>
              </a:ext>
            </a:extLst>
          </p:cNvPr>
          <p:cNvGraphicFramePr>
            <a:graphicFrameLocks noGrp="1"/>
          </p:cNvGraphicFramePr>
          <p:nvPr>
            <p:ph sz="half" idx="1"/>
          </p:nvPr>
        </p:nvGraphicFramePr>
        <p:xfrm>
          <a:off x="1928664" y="1524000"/>
          <a:ext cx="7776864" cy="914400"/>
        </p:xfrm>
        <a:graphic>
          <a:graphicData uri="http://schemas.openxmlformats.org/drawingml/2006/table">
            <a:tbl>
              <a:tblPr firstRow="1" bandRow="1">
                <a:tableStyleId>{073A0DAA-6AF3-43AB-8588-CEC1D06C72B9}</a:tableStyleId>
              </a:tblPr>
              <a:tblGrid>
                <a:gridCol w="1689339">
                  <a:extLst>
                    <a:ext uri="{9D8B030D-6E8A-4147-A177-3AD203B41FA5}">
                      <a16:colId xmlns:a16="http://schemas.microsoft.com/office/drawing/2014/main" val="2688740114"/>
                    </a:ext>
                  </a:extLst>
                </a:gridCol>
                <a:gridCol w="2133900">
                  <a:extLst>
                    <a:ext uri="{9D8B030D-6E8A-4147-A177-3AD203B41FA5}">
                      <a16:colId xmlns:a16="http://schemas.microsoft.com/office/drawing/2014/main" val="3433964435"/>
                    </a:ext>
                  </a:extLst>
                </a:gridCol>
                <a:gridCol w="3953625">
                  <a:extLst>
                    <a:ext uri="{9D8B030D-6E8A-4147-A177-3AD203B41FA5}">
                      <a16:colId xmlns:a16="http://schemas.microsoft.com/office/drawing/2014/main" val="3896660738"/>
                    </a:ext>
                  </a:extLst>
                </a:gridCol>
              </a:tblGrid>
              <a:tr h="256626">
                <a:tc>
                  <a:txBody>
                    <a:bodyPr/>
                    <a:lstStyle/>
                    <a:p>
                      <a:pPr algn="ctr"/>
                      <a:r>
                        <a:rPr lang="en-US" sz="1400" noProof="0" dirty="0"/>
                        <a:t>Cost  Item </a:t>
                      </a:r>
                    </a:p>
                  </a:txBody>
                  <a:tcPr/>
                </a:tc>
                <a:tc>
                  <a:txBody>
                    <a:bodyPr/>
                    <a:lstStyle/>
                    <a:p>
                      <a:pPr algn="ctr"/>
                      <a:r>
                        <a:rPr lang="en-US" sz="1400" noProof="0" dirty="0"/>
                        <a:t>Algorithm</a:t>
                      </a:r>
                    </a:p>
                  </a:txBody>
                  <a:tcPr/>
                </a:tc>
                <a:tc>
                  <a:txBody>
                    <a:bodyPr/>
                    <a:lstStyle/>
                    <a:p>
                      <a:pPr algn="ctr"/>
                      <a:r>
                        <a:rPr lang="en-US" sz="1400" noProof="0" dirty="0"/>
                        <a:t>Comment</a:t>
                      </a:r>
                    </a:p>
                  </a:txBody>
                  <a:tcPr/>
                </a:tc>
                <a:extLst>
                  <a:ext uri="{0D108BD9-81ED-4DB2-BD59-A6C34878D82A}">
                    <a16:rowId xmlns:a16="http://schemas.microsoft.com/office/drawing/2014/main" val="51053330"/>
                  </a:ext>
                </a:extLst>
              </a:tr>
              <a:tr h="256626">
                <a:tc>
                  <a:txBody>
                    <a:bodyPr/>
                    <a:lstStyle/>
                    <a:p>
                      <a:r>
                        <a:rPr lang="en-US" sz="1400" noProof="0" dirty="0"/>
                        <a:t>Cost Saving </a:t>
                      </a:r>
                    </a:p>
                  </a:txBody>
                  <a:tcPr/>
                </a:tc>
                <a:tc>
                  <a:txBody>
                    <a:bodyPr/>
                    <a:lstStyle/>
                    <a:p>
                      <a:r>
                        <a:rPr lang="en-US" sz="1400" noProof="0" dirty="0"/>
                        <a:t>See the attached table</a:t>
                      </a:r>
                    </a:p>
                  </a:txBody>
                  <a:tcPr/>
                </a:tc>
                <a:tc>
                  <a:txBody>
                    <a:bodyPr/>
                    <a:lstStyle/>
                    <a:p>
                      <a:r>
                        <a:rPr lang="it-IT" sz="1400" noProof="0" dirty="0"/>
                        <a:t>Y</a:t>
                      </a:r>
                      <a:r>
                        <a:rPr lang="en-US" sz="1400" noProof="0" dirty="0" err="1"/>
                        <a:t>ou</a:t>
                      </a:r>
                      <a:r>
                        <a:rPr lang="en-US" sz="1400" noProof="0" dirty="0"/>
                        <a:t> should calculate the annual  saving </a:t>
                      </a:r>
                    </a:p>
                  </a:txBody>
                  <a:tcPr/>
                </a:tc>
                <a:extLst>
                  <a:ext uri="{0D108BD9-81ED-4DB2-BD59-A6C34878D82A}">
                    <a16:rowId xmlns:a16="http://schemas.microsoft.com/office/drawing/2014/main" val="1706658036"/>
                  </a:ext>
                </a:extLst>
              </a:tr>
              <a:tr h="239114">
                <a:tc>
                  <a:txBody>
                    <a:bodyPr/>
                    <a:lstStyle/>
                    <a:p>
                      <a:r>
                        <a:rPr lang="en-US" sz="1400" noProof="0" dirty="0"/>
                        <a:t>Sales Increase</a:t>
                      </a:r>
                    </a:p>
                  </a:txBody>
                  <a:tcPr/>
                </a:tc>
                <a:tc>
                  <a:txBody>
                    <a:bodyPr/>
                    <a:lstStyle/>
                    <a:p>
                      <a:r>
                        <a:rPr lang="en-US" sz="1400" noProof="0" dirty="0"/>
                        <a:t>Proft on increase sales </a:t>
                      </a:r>
                    </a:p>
                  </a:txBody>
                  <a:tcPr/>
                </a:tc>
                <a:tc>
                  <a:txBody>
                    <a:bodyPr/>
                    <a:lstStyle/>
                    <a:p>
                      <a:r>
                        <a:rPr lang="it-IT" sz="1400" noProof="0" dirty="0" err="1"/>
                        <a:t>Calculate</a:t>
                      </a:r>
                      <a:r>
                        <a:rPr lang="it-IT" sz="1400" noProof="0" dirty="0"/>
                        <a:t> the </a:t>
                      </a:r>
                      <a:r>
                        <a:rPr lang="it-IT" sz="1400" noProof="0" dirty="0" err="1"/>
                        <a:t>annual</a:t>
                      </a:r>
                      <a:r>
                        <a:rPr lang="it-IT" sz="1400" noProof="0" dirty="0"/>
                        <a:t> </a:t>
                      </a:r>
                      <a:r>
                        <a:rPr lang="it-IT" sz="1400" noProof="0" dirty="0" err="1"/>
                        <a:t>increase</a:t>
                      </a:r>
                      <a:r>
                        <a:rPr lang="it-IT" sz="1400" noProof="0" dirty="0"/>
                        <a:t> </a:t>
                      </a:r>
                      <a:endParaRPr lang="en-US" sz="1400" noProof="0" dirty="0"/>
                    </a:p>
                  </a:txBody>
                  <a:tcPr/>
                </a:tc>
                <a:extLst>
                  <a:ext uri="{0D108BD9-81ED-4DB2-BD59-A6C34878D82A}">
                    <a16:rowId xmlns:a16="http://schemas.microsoft.com/office/drawing/2014/main" val="2614115325"/>
                  </a:ext>
                </a:extLst>
              </a:tr>
            </a:tbl>
          </a:graphicData>
        </a:graphic>
      </p:graphicFrame>
      <p:graphicFrame>
        <p:nvGraphicFramePr>
          <p:cNvPr id="4" name="Group 33">
            <a:extLst>
              <a:ext uri="{FF2B5EF4-FFF2-40B4-BE49-F238E27FC236}">
                <a16:creationId xmlns:a16="http://schemas.microsoft.com/office/drawing/2014/main" id="{9F641540-0D0D-0D90-2FCF-6786B177CBB3}"/>
              </a:ext>
            </a:extLst>
          </p:cNvPr>
          <p:cNvGraphicFramePr>
            <a:graphicFrameLocks/>
          </p:cNvGraphicFramePr>
          <p:nvPr/>
        </p:nvGraphicFramePr>
        <p:xfrm>
          <a:off x="1928664" y="2533664"/>
          <a:ext cx="7776864" cy="3771873"/>
        </p:xfrm>
        <a:graphic>
          <a:graphicData uri="http://schemas.openxmlformats.org/drawingml/2006/table">
            <a:tbl>
              <a:tblPr/>
              <a:tblGrid>
                <a:gridCol w="1153328">
                  <a:extLst>
                    <a:ext uri="{9D8B030D-6E8A-4147-A177-3AD203B41FA5}">
                      <a16:colId xmlns:a16="http://schemas.microsoft.com/office/drawing/2014/main" val="20000"/>
                    </a:ext>
                  </a:extLst>
                </a:gridCol>
                <a:gridCol w="1584750">
                  <a:extLst>
                    <a:ext uri="{9D8B030D-6E8A-4147-A177-3AD203B41FA5}">
                      <a16:colId xmlns:a16="http://schemas.microsoft.com/office/drawing/2014/main" val="20001"/>
                    </a:ext>
                  </a:extLst>
                </a:gridCol>
                <a:gridCol w="1584750">
                  <a:extLst>
                    <a:ext uri="{9D8B030D-6E8A-4147-A177-3AD203B41FA5}">
                      <a16:colId xmlns:a16="http://schemas.microsoft.com/office/drawing/2014/main" val="20002"/>
                    </a:ext>
                  </a:extLst>
                </a:gridCol>
                <a:gridCol w="2046967">
                  <a:extLst>
                    <a:ext uri="{9D8B030D-6E8A-4147-A177-3AD203B41FA5}">
                      <a16:colId xmlns:a16="http://schemas.microsoft.com/office/drawing/2014/main" val="20003"/>
                    </a:ext>
                  </a:extLst>
                </a:gridCol>
                <a:gridCol w="1407069">
                  <a:extLst>
                    <a:ext uri="{9D8B030D-6E8A-4147-A177-3AD203B41FA5}">
                      <a16:colId xmlns:a16="http://schemas.microsoft.com/office/drawing/2014/main" val="20004"/>
                    </a:ext>
                  </a:extLst>
                </a:gridCol>
              </a:tblGrid>
              <a:tr h="35769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50" b="1" i="0" u="none" strike="noStrike" cap="none" normalizeH="0" baseline="0" noProof="0" dirty="0">
                          <a:ln>
                            <a:noFill/>
                          </a:ln>
                          <a:solidFill>
                            <a:schemeClr val="tx1"/>
                          </a:solidFill>
                          <a:effectLst/>
                          <a:latin typeface="Arial" charset="0"/>
                        </a:rPr>
                        <a:t>SAVINGS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50" b="1" i="0" u="none" strike="noStrike" cap="none" normalizeH="0" baseline="0" noProof="0" dirty="0">
                          <a:ln>
                            <a:noFill/>
                          </a:ln>
                          <a:solidFill>
                            <a:schemeClr val="tx1"/>
                          </a:solidFill>
                          <a:effectLst/>
                          <a:latin typeface="Arial" charset="0"/>
                        </a:rPr>
                        <a:t>METRIC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50" b="1" i="0" u="none" strike="noStrike" cap="none" normalizeH="0" baseline="0" noProof="0" dirty="0">
                          <a:ln>
                            <a:noFill/>
                          </a:ln>
                          <a:solidFill>
                            <a:schemeClr val="tx1"/>
                          </a:solidFill>
                          <a:effectLst/>
                          <a:latin typeface="Arial" charset="0"/>
                        </a:rPr>
                        <a:t>APPROACH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50" b="1" i="1" u="none" strike="noStrike" cap="none" normalizeH="0" baseline="0" noProof="0" dirty="0">
                          <a:ln>
                            <a:noFill/>
                          </a:ln>
                          <a:solidFill>
                            <a:schemeClr val="tx1"/>
                          </a:solidFill>
                          <a:effectLst/>
                          <a:latin typeface="Arial" charset="0"/>
                        </a:rPr>
                        <a:t>EXAMPLE : PICKING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50" b="1" i="0" u="none" strike="noStrike" cap="none" normalizeH="0" baseline="0" noProof="0" dirty="0">
                          <a:ln>
                            <a:noFill/>
                          </a:ln>
                          <a:solidFill>
                            <a:schemeClr val="tx1"/>
                          </a:solidFill>
                          <a:effectLst/>
                          <a:latin typeface="Arial" charset="0"/>
                        </a:rPr>
                        <a:t>COMMENT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701082">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1" i="0" u="none" strike="noStrike" cap="none" normalizeH="0" baseline="0" noProof="0" dirty="0">
                          <a:ln>
                            <a:noFill/>
                          </a:ln>
                          <a:solidFill>
                            <a:schemeClr val="tx1"/>
                          </a:solidFill>
                          <a:effectLst/>
                          <a:latin typeface="Arial" charset="0"/>
                        </a:rPr>
                        <a:t>HR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01600" marR="0" lvl="0" indent="-101600" algn="l" defTabSz="914400" rtl="0" eaLnBrk="1" fontAlgn="base" latinLnBrk="0" hangingPunct="1">
                        <a:lnSpc>
                          <a:spcPct val="100000"/>
                        </a:lnSpc>
                        <a:spcBef>
                          <a:spcPct val="20000"/>
                        </a:spcBef>
                        <a:spcAft>
                          <a:spcPct val="0"/>
                        </a:spcAft>
                        <a:buClr>
                          <a:schemeClr val="tx2"/>
                        </a:buClr>
                        <a:buSzPct val="70000"/>
                        <a:buFont typeface="Wingdings" pitchFamily="2" charset="2"/>
                        <a:buChar char="l"/>
                        <a:tabLst/>
                      </a:pPr>
                      <a:r>
                        <a:rPr kumimoji="0" lang="en-US" sz="1000" b="0" i="0" u="none" strike="noStrike" cap="none" normalizeH="0" baseline="0" noProof="0" dirty="0">
                          <a:ln>
                            <a:noFill/>
                          </a:ln>
                          <a:solidFill>
                            <a:schemeClr val="tx1"/>
                          </a:solidFill>
                          <a:effectLst/>
                          <a:latin typeface="Arial" charset="0"/>
                        </a:rPr>
                        <a:t>Δ  unit effort * expected labor price  * Δ Qty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0" u="none" strike="noStrike" cap="none" normalizeH="0" baseline="0" noProof="0" dirty="0">
                          <a:ln>
                            <a:noFill/>
                          </a:ln>
                          <a:solidFill>
                            <a:schemeClr val="tx1"/>
                          </a:solidFill>
                          <a:effectLst/>
                          <a:latin typeface="Arial" charset="0"/>
                        </a:rPr>
                        <a:t>Estimate differences by stakeholder and activity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1" u="none" strike="noStrike" cap="none" normalizeH="0" baseline="0" noProof="0" dirty="0">
                          <a:ln>
                            <a:noFill/>
                          </a:ln>
                          <a:solidFill>
                            <a:schemeClr val="tx1"/>
                          </a:solidFill>
                          <a:effectLst/>
                          <a:latin typeface="Arial" charset="0"/>
                        </a:rPr>
                        <a:t>Δ unit effort : + 10 seconds </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1" u="none" strike="noStrike" cap="none" normalizeH="0" baseline="0" noProof="0" dirty="0">
                          <a:ln>
                            <a:noFill/>
                          </a:ln>
                          <a:solidFill>
                            <a:schemeClr val="tx1"/>
                          </a:solidFill>
                          <a:effectLst/>
                          <a:latin typeface="Arial" charset="0"/>
                        </a:rPr>
                        <a:t>Labor cost :  36 euro / hour</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1" u="none" strike="noStrike" cap="none" normalizeH="0" baseline="0" noProof="0" dirty="0">
                          <a:ln>
                            <a:noFill/>
                          </a:ln>
                          <a:solidFill>
                            <a:schemeClr val="tx1"/>
                          </a:solidFill>
                          <a:effectLst/>
                          <a:latin typeface="Arial" charset="0"/>
                        </a:rPr>
                        <a:t>Δ qty: 30% (less travels) on 12 M travels = 4 M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0" u="none" strike="noStrike" cap="none" normalizeH="0" baseline="0" noProof="0" dirty="0">
                          <a:ln>
                            <a:noFill/>
                          </a:ln>
                          <a:solidFill>
                            <a:schemeClr val="tx1"/>
                          </a:solidFill>
                          <a:effectLst/>
                          <a:latin typeface="Arial" charset="0"/>
                        </a:rPr>
                        <a:t>total benefit is 0,01 euro a second * 0,3*12M = 40K euro a year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672466">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1" i="0" u="none" strike="noStrike" cap="none" normalizeH="0" baseline="0" noProof="0" dirty="0">
                          <a:ln>
                            <a:noFill/>
                          </a:ln>
                          <a:solidFill>
                            <a:schemeClr val="tx1"/>
                          </a:solidFill>
                          <a:effectLst/>
                          <a:latin typeface="Arial" charset="0"/>
                        </a:rPr>
                        <a:t>SPACE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Char char="l"/>
                        <a:tabLst/>
                      </a:pPr>
                      <a:r>
                        <a:rPr kumimoji="0" lang="en-US" sz="1000" b="0" i="0" u="none" strike="noStrike" cap="none" normalizeH="0" baseline="0" noProof="0" dirty="0">
                          <a:ln>
                            <a:noFill/>
                          </a:ln>
                          <a:solidFill>
                            <a:schemeClr val="tx1"/>
                          </a:solidFill>
                          <a:effectLst/>
                          <a:latin typeface="Arial" charset="0"/>
                        </a:rPr>
                        <a:t> Δ Used space * Unit annual rent value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0" u="none" strike="noStrike" cap="none" normalizeH="0" baseline="0" noProof="0" dirty="0">
                          <a:ln>
                            <a:noFill/>
                          </a:ln>
                          <a:solidFill>
                            <a:schemeClr val="tx1"/>
                          </a:solidFill>
                          <a:effectLst/>
                          <a:latin typeface="Arial" charset="0"/>
                        </a:rPr>
                        <a:t>Estimate differences  by resources used in each BPM lane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1" u="none" strike="noStrike" cap="none" normalizeH="0" baseline="0" noProof="0" dirty="0">
                          <a:ln>
                            <a:noFill/>
                          </a:ln>
                          <a:solidFill>
                            <a:schemeClr val="tx1"/>
                          </a:solidFill>
                          <a:effectLst/>
                          <a:latin typeface="Arial" charset="0"/>
                        </a:rPr>
                        <a:t>Δ space : 1.000 square meters </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defRPr/>
                      </a:pPr>
                      <a:r>
                        <a:rPr kumimoji="0" lang="en-US" sz="1000" b="0" i="1" u="none" strike="noStrike" cap="none" normalizeH="0" baseline="0" noProof="0" dirty="0">
                          <a:ln>
                            <a:noFill/>
                          </a:ln>
                          <a:solidFill>
                            <a:schemeClr val="tx1"/>
                          </a:solidFill>
                          <a:effectLst/>
                          <a:latin typeface="Arial" charset="0"/>
                        </a:rPr>
                        <a:t>Unit annual rent value : 10 euro / square meter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0" u="none" strike="noStrike" cap="none" normalizeH="0" baseline="0" noProof="0" dirty="0">
                          <a:ln>
                            <a:noFill/>
                          </a:ln>
                          <a:solidFill>
                            <a:schemeClr val="tx1"/>
                          </a:solidFill>
                          <a:effectLst/>
                          <a:latin typeface="Arial" charset="0"/>
                        </a:rPr>
                        <a:t>1.000*10 = 10k euro / year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806057">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1" i="0" u="none" strike="noStrike" cap="none" normalizeH="0" baseline="0" noProof="0" dirty="0">
                          <a:ln>
                            <a:noFill/>
                          </a:ln>
                          <a:solidFill>
                            <a:schemeClr val="tx1"/>
                          </a:solidFill>
                          <a:effectLst/>
                          <a:latin typeface="Arial" charset="0"/>
                        </a:rPr>
                        <a:t>MATERIALS &amp; PRODUCT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Char char="l"/>
                        <a:tabLst/>
                      </a:pPr>
                      <a:r>
                        <a:rPr kumimoji="0" lang="en-US" sz="1000" b="0" i="0" u="none" strike="noStrike" cap="none" normalizeH="0" baseline="0" noProof="0" dirty="0">
                          <a:ln>
                            <a:noFill/>
                          </a:ln>
                          <a:solidFill>
                            <a:schemeClr val="tx1"/>
                          </a:solidFill>
                          <a:effectLst/>
                          <a:latin typeface="Arial" charset="0"/>
                        </a:rPr>
                        <a:t> Δ qty * average value * interest rate (stock)  or  Δ qty * average value (usage)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0" u="none" strike="noStrike" cap="none" normalizeH="0" baseline="0" noProof="0" dirty="0">
                          <a:ln>
                            <a:noFill/>
                          </a:ln>
                          <a:solidFill>
                            <a:schemeClr val="tx1"/>
                          </a:solidFill>
                          <a:effectLst/>
                          <a:latin typeface="Arial" charset="0"/>
                        </a:rPr>
                        <a:t>Estimate differences by warehouse (stock) and by physical process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1" u="none" strike="noStrike" cap="none" normalizeH="0" baseline="0" noProof="0" dirty="0">
                          <a:ln>
                            <a:noFill/>
                          </a:ln>
                          <a:solidFill>
                            <a:schemeClr val="tx1"/>
                          </a:solidFill>
                          <a:effectLst/>
                          <a:latin typeface="Arial" charset="0"/>
                        </a:rPr>
                        <a:t>Δ stock : 1% of an average 10M  euro * 10% = 100k euro </a:t>
                      </a: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1" u="none" strike="noStrike" cap="none" normalizeH="0" baseline="0" noProof="0" dirty="0">
                          <a:ln>
                            <a:noFill/>
                          </a:ln>
                          <a:solidFill>
                            <a:schemeClr val="tx1"/>
                          </a:solidFill>
                          <a:effectLst/>
                          <a:latin typeface="Arial" charset="0"/>
                        </a:rPr>
                        <a:t>Δ scrap : 5% of an average  1 M write –off = 50k euro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0" u="none" strike="noStrike" cap="none" normalizeH="0" baseline="0" noProof="0" dirty="0">
                          <a:ln>
                            <a:noFill/>
                          </a:ln>
                          <a:solidFill>
                            <a:schemeClr val="tx1"/>
                          </a:solidFill>
                          <a:effectLst/>
                          <a:latin typeface="Arial" charset="0"/>
                        </a:rPr>
                        <a:t>Stock + Scrap = 150K euro a year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77741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1" i="0" u="none" strike="noStrike" cap="none" normalizeH="0" baseline="0" noProof="0" dirty="0">
                          <a:ln>
                            <a:noFill/>
                          </a:ln>
                          <a:solidFill>
                            <a:schemeClr val="tx1"/>
                          </a:solidFill>
                          <a:effectLst/>
                          <a:latin typeface="Arial" charset="0"/>
                        </a:rPr>
                        <a:t>EQUIPMENT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Char char="l"/>
                        <a:tabLst/>
                      </a:pPr>
                      <a:r>
                        <a:rPr kumimoji="0" lang="en-US" sz="1000" b="0" i="0" u="none" strike="noStrike" cap="none" normalizeH="0" baseline="0" noProof="0" dirty="0">
                          <a:ln>
                            <a:noFill/>
                          </a:ln>
                          <a:solidFill>
                            <a:schemeClr val="tx1"/>
                          </a:solidFill>
                          <a:effectLst/>
                          <a:latin typeface="Arial" charset="0"/>
                        </a:rPr>
                        <a:t> Δ qty * annual rent (or lease) or Δ  annual rent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0" u="none" strike="noStrike" cap="none" normalizeH="0" baseline="0" noProof="0" dirty="0">
                          <a:ln>
                            <a:noFill/>
                          </a:ln>
                          <a:solidFill>
                            <a:schemeClr val="tx1"/>
                          </a:solidFill>
                          <a:effectLst/>
                          <a:latin typeface="Arial" charset="0"/>
                        </a:rPr>
                        <a:t>Estimate the variation on the whole architecture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1" u="none" strike="noStrike" cap="none" normalizeH="0" baseline="0" noProof="0" dirty="0">
                          <a:ln>
                            <a:noFill/>
                          </a:ln>
                          <a:solidFill>
                            <a:schemeClr val="tx1"/>
                          </a:solidFill>
                          <a:effectLst/>
                          <a:latin typeface="Arial" charset="0"/>
                        </a:rPr>
                        <a:t>No change (computer are added no saved)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0" u="none" strike="noStrike" cap="none" normalizeH="0" baseline="0" noProof="0" dirty="0">
                          <a:ln>
                            <a:noFill/>
                          </a:ln>
                          <a:solidFill>
                            <a:schemeClr val="tx1"/>
                          </a:solidFill>
                          <a:effectLst/>
                          <a:latin typeface="Arial" charset="0"/>
                        </a:rPr>
                        <a:t>The additional hardware is  computed in the project cost section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35769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1" i="0" u="none" strike="noStrike" cap="none" normalizeH="0" baseline="0" noProof="0" dirty="0">
                          <a:ln>
                            <a:noFill/>
                          </a:ln>
                          <a:solidFill>
                            <a:schemeClr val="tx1"/>
                          </a:solidFill>
                          <a:effectLst/>
                          <a:latin typeface="Arial" charset="0"/>
                        </a:rPr>
                        <a:t>SERVICE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defRPr/>
                      </a:pPr>
                      <a:r>
                        <a:rPr kumimoji="0" lang="en-US" sz="1000" b="0" i="0" u="none" strike="noStrike" cap="none" normalizeH="0" baseline="0" noProof="0" dirty="0">
                          <a:ln>
                            <a:noFill/>
                          </a:ln>
                          <a:solidFill>
                            <a:schemeClr val="tx1"/>
                          </a:solidFill>
                          <a:effectLst/>
                          <a:latin typeface="Arial" charset="0"/>
                        </a:rPr>
                        <a:t> Δ  annual amount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000" b="0" i="0" u="none" strike="noStrike" cap="none" normalizeH="0" baseline="0" noProof="0" dirty="0">
                          <a:ln>
                            <a:noFill/>
                          </a:ln>
                          <a:solidFill>
                            <a:schemeClr val="tx1"/>
                          </a:solidFill>
                          <a:effectLst/>
                          <a:latin typeface="Arial" charset="0"/>
                        </a:rPr>
                        <a:t>Estimate variation by service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defRPr/>
                      </a:pPr>
                      <a:r>
                        <a:rPr kumimoji="0" lang="en-US" sz="1000" b="0" i="1" u="none" strike="noStrike" cap="none" normalizeH="0" baseline="0" noProof="0" dirty="0">
                          <a:ln>
                            <a:noFill/>
                          </a:ln>
                          <a:solidFill>
                            <a:schemeClr val="tx1"/>
                          </a:solidFill>
                          <a:effectLst/>
                          <a:latin typeface="Arial" charset="0"/>
                        </a:rPr>
                        <a:t>No change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defRPr/>
                      </a:pPr>
                      <a:r>
                        <a:rPr kumimoji="0" lang="en-US" sz="1000" b="0" i="0" u="none" strike="noStrike" cap="none" normalizeH="0" baseline="0" noProof="0" dirty="0">
                          <a:ln>
                            <a:noFill/>
                          </a:ln>
                          <a:solidFill>
                            <a:schemeClr val="tx1"/>
                          </a:solidFill>
                          <a:effectLst/>
                          <a:latin typeface="Arial" charset="0"/>
                        </a:rPr>
                        <a:t>No change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bl>
          </a:graphicData>
        </a:graphic>
      </p:graphicFrame>
      <p:graphicFrame>
        <p:nvGraphicFramePr>
          <p:cNvPr id="5" name="Segnaposto contenuto 3">
            <a:extLst>
              <a:ext uri="{FF2B5EF4-FFF2-40B4-BE49-F238E27FC236}">
                <a16:creationId xmlns:a16="http://schemas.microsoft.com/office/drawing/2014/main" id="{A6875566-4921-C458-D1B0-6FFB8018C329}"/>
              </a:ext>
            </a:extLst>
          </p:cNvPr>
          <p:cNvGraphicFramePr>
            <a:graphicFrameLocks/>
          </p:cNvGraphicFramePr>
          <p:nvPr>
            <p:extLst>
              <p:ext uri="{D42A27DB-BD31-4B8C-83A1-F6EECF244321}">
                <p14:modId xmlns:p14="http://schemas.microsoft.com/office/powerpoint/2010/main" val="2249206562"/>
              </p:ext>
            </p:extLst>
          </p:nvPr>
        </p:nvGraphicFramePr>
        <p:xfrm>
          <a:off x="416496" y="1737320"/>
          <a:ext cx="1368152"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696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F749D-75CE-A448-5E3E-057EAB6D6BB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61161D0-0CAD-3588-77AB-04C235563879}"/>
              </a:ext>
            </a:extLst>
          </p:cNvPr>
          <p:cNvSpPr>
            <a:spLocks noGrp="1"/>
          </p:cNvSpPr>
          <p:nvPr>
            <p:ph type="title"/>
          </p:nvPr>
        </p:nvSpPr>
        <p:spPr/>
        <p:txBody>
          <a:bodyPr>
            <a:noAutofit/>
          </a:bodyPr>
          <a:lstStyle/>
          <a:p>
            <a:r>
              <a:rPr lang="en-US" sz="3200" noProof="0" dirty="0"/>
              <a:t>Where does management value come from?</a:t>
            </a:r>
          </a:p>
        </p:txBody>
      </p:sp>
      <p:sp>
        <p:nvSpPr>
          <p:cNvPr id="5" name="Segnaposto contenuto 4">
            <a:extLst>
              <a:ext uri="{FF2B5EF4-FFF2-40B4-BE49-F238E27FC236}">
                <a16:creationId xmlns:a16="http://schemas.microsoft.com/office/drawing/2014/main" id="{7B282912-FCAB-2836-441F-57CBF07BBC75}"/>
              </a:ext>
            </a:extLst>
          </p:cNvPr>
          <p:cNvSpPr>
            <a:spLocks noGrp="1"/>
          </p:cNvSpPr>
          <p:nvPr>
            <p:ph sz="half" idx="2"/>
          </p:nvPr>
        </p:nvSpPr>
        <p:spPr>
          <a:xfrm>
            <a:off x="2936776" y="1484784"/>
            <a:ext cx="6726138" cy="4572000"/>
          </a:xfrm>
        </p:spPr>
        <p:txBody>
          <a:bodyPr anchor="ctr">
            <a:normAutofit/>
          </a:bodyPr>
          <a:lstStyle/>
          <a:p>
            <a:r>
              <a:rPr lang="en-US" noProof="0" dirty="0"/>
              <a:t>Image/brand: it typically stems from reputation</a:t>
            </a:r>
          </a:p>
          <a:p>
            <a:pPr lvl="1"/>
            <a:r>
              <a:rPr lang="en-US" noProof="0" dirty="0"/>
              <a:t>Measurement: survey on users </a:t>
            </a:r>
          </a:p>
          <a:p>
            <a:pPr lvl="1"/>
            <a:r>
              <a:rPr lang="en-US" noProof="0" dirty="0"/>
              <a:t>Examples:</a:t>
            </a:r>
          </a:p>
          <a:p>
            <a:pPr lvl="2"/>
            <a:r>
              <a:rPr lang="en-US" noProof="0" dirty="0"/>
              <a:t>Internal (Employees): a corporation provides its employees with an app that displays leaves, vacations, next assignments, company information</a:t>
            </a:r>
          </a:p>
          <a:p>
            <a:pPr lvl="2"/>
            <a:r>
              <a:rPr lang="en-US" noProof="0" dirty="0"/>
              <a:t>External (Customers/ users): a hotel reaches a better customer’s ranking thanks to the reservation system; such benefit can be assessed by interviews, reputation analysis on social networks, statistical analysis etc. </a:t>
            </a:r>
          </a:p>
        </p:txBody>
      </p:sp>
      <p:graphicFrame>
        <p:nvGraphicFramePr>
          <p:cNvPr id="7" name="Segnaposto contenuto 3">
            <a:extLst>
              <a:ext uri="{FF2B5EF4-FFF2-40B4-BE49-F238E27FC236}">
                <a16:creationId xmlns:a16="http://schemas.microsoft.com/office/drawing/2014/main" id="{51F501E9-47E4-A03D-CB16-2EEC0F473C20}"/>
              </a:ext>
            </a:extLst>
          </p:cNvPr>
          <p:cNvGraphicFramePr>
            <a:graphicFrameLocks/>
          </p:cNvGraphicFramePr>
          <p:nvPr>
            <p:extLst>
              <p:ext uri="{D42A27DB-BD31-4B8C-83A1-F6EECF244321}">
                <p14:modId xmlns:p14="http://schemas.microsoft.com/office/powerpoint/2010/main" val="2623759389"/>
              </p:ext>
            </p:extLst>
          </p:nvPr>
        </p:nvGraphicFramePr>
        <p:xfrm>
          <a:off x="710238" y="1457320"/>
          <a:ext cx="1972816"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029798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371F8-4653-1309-4DF8-F59050D033E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6037D85-D795-F492-17F0-A22A6D91D7A7}"/>
              </a:ext>
            </a:extLst>
          </p:cNvPr>
          <p:cNvSpPr>
            <a:spLocks noGrp="1"/>
          </p:cNvSpPr>
          <p:nvPr>
            <p:ph type="title"/>
          </p:nvPr>
        </p:nvSpPr>
        <p:spPr/>
        <p:txBody>
          <a:bodyPr>
            <a:noAutofit/>
          </a:bodyPr>
          <a:lstStyle/>
          <a:p>
            <a:r>
              <a:rPr lang="en-US" sz="3200" noProof="0" dirty="0"/>
              <a:t>Where does management value come from?</a:t>
            </a:r>
          </a:p>
        </p:txBody>
      </p:sp>
      <p:sp>
        <p:nvSpPr>
          <p:cNvPr id="5" name="Segnaposto contenuto 4">
            <a:extLst>
              <a:ext uri="{FF2B5EF4-FFF2-40B4-BE49-F238E27FC236}">
                <a16:creationId xmlns:a16="http://schemas.microsoft.com/office/drawing/2014/main" id="{E6BC7E8E-8CE8-69CC-F11C-6C4E16B9A150}"/>
              </a:ext>
            </a:extLst>
          </p:cNvPr>
          <p:cNvSpPr>
            <a:spLocks noGrp="1"/>
          </p:cNvSpPr>
          <p:nvPr>
            <p:ph sz="half" idx="2"/>
          </p:nvPr>
        </p:nvSpPr>
        <p:spPr>
          <a:xfrm>
            <a:off x="2936776" y="1484784"/>
            <a:ext cx="6726138" cy="4572000"/>
          </a:xfrm>
        </p:spPr>
        <p:txBody>
          <a:bodyPr anchor="ctr">
            <a:normAutofit/>
          </a:bodyPr>
          <a:lstStyle/>
          <a:p>
            <a:r>
              <a:rPr lang="en-US" noProof="0" dirty="0"/>
              <a:t>QoS/KPI: better performance on time, quality, efficiency (e.g. less errors) and Quality of Service  (e.g. more flexibility) </a:t>
            </a:r>
          </a:p>
          <a:p>
            <a:r>
              <a:rPr lang="en-US" noProof="0" dirty="0"/>
              <a:t>Measurement: by reporting and /or analysis</a:t>
            </a:r>
          </a:p>
          <a:p>
            <a:r>
              <a:rPr lang="en-US" noProof="0" dirty="0"/>
              <a:t>Examples</a:t>
            </a:r>
          </a:p>
          <a:p>
            <a:pPr lvl="1"/>
            <a:r>
              <a:rPr lang="en-US" noProof="0" dirty="0"/>
              <a:t>Tracking systems enable customers to monitor their shipment and send changes or instructions to the provider or shipper  </a:t>
            </a:r>
          </a:p>
        </p:txBody>
      </p:sp>
      <p:graphicFrame>
        <p:nvGraphicFramePr>
          <p:cNvPr id="3" name="Segnaposto contenuto 3">
            <a:extLst>
              <a:ext uri="{FF2B5EF4-FFF2-40B4-BE49-F238E27FC236}">
                <a16:creationId xmlns:a16="http://schemas.microsoft.com/office/drawing/2014/main" id="{0CB1413C-AC29-2638-3313-250E075D060C}"/>
              </a:ext>
            </a:extLst>
          </p:cNvPr>
          <p:cNvGraphicFramePr>
            <a:graphicFrameLocks/>
          </p:cNvGraphicFramePr>
          <p:nvPr>
            <p:extLst>
              <p:ext uri="{D42A27DB-BD31-4B8C-83A1-F6EECF244321}">
                <p14:modId xmlns:p14="http://schemas.microsoft.com/office/powerpoint/2010/main" val="355813450"/>
              </p:ext>
            </p:extLst>
          </p:nvPr>
        </p:nvGraphicFramePr>
        <p:xfrm>
          <a:off x="710238" y="1457320"/>
          <a:ext cx="1972816"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64239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83A27-6BAE-E137-E44C-0873283788E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B73D5C4-62AC-6B44-E2F9-03BE3DB589BD}"/>
              </a:ext>
            </a:extLst>
          </p:cNvPr>
          <p:cNvSpPr>
            <a:spLocks noGrp="1"/>
          </p:cNvSpPr>
          <p:nvPr>
            <p:ph type="title"/>
          </p:nvPr>
        </p:nvSpPr>
        <p:spPr/>
        <p:txBody>
          <a:bodyPr>
            <a:noAutofit/>
          </a:bodyPr>
          <a:lstStyle/>
          <a:p>
            <a:r>
              <a:rPr lang="en-US" sz="3200" noProof="0" dirty="0"/>
              <a:t>Where does management value come from?</a:t>
            </a:r>
          </a:p>
        </p:txBody>
      </p:sp>
      <p:sp>
        <p:nvSpPr>
          <p:cNvPr id="5" name="Segnaposto contenuto 4">
            <a:extLst>
              <a:ext uri="{FF2B5EF4-FFF2-40B4-BE49-F238E27FC236}">
                <a16:creationId xmlns:a16="http://schemas.microsoft.com/office/drawing/2014/main" id="{6B743D95-B09D-FB78-4BD7-179E7D5CCE57}"/>
              </a:ext>
            </a:extLst>
          </p:cNvPr>
          <p:cNvSpPr>
            <a:spLocks noGrp="1"/>
          </p:cNvSpPr>
          <p:nvPr>
            <p:ph sz="half" idx="2"/>
          </p:nvPr>
        </p:nvSpPr>
        <p:spPr>
          <a:xfrm>
            <a:off x="2936776" y="1484784"/>
            <a:ext cx="6726138" cy="4572000"/>
          </a:xfrm>
        </p:spPr>
        <p:txBody>
          <a:bodyPr anchor="ctr">
            <a:noAutofit/>
          </a:bodyPr>
          <a:lstStyle/>
          <a:p>
            <a:pPr eaLnBrk="1" fontAlgn="t" hangingPunct="1"/>
            <a:r>
              <a:rPr lang="en-US" sz="1800" noProof="0" dirty="0"/>
              <a:t>Governance: critical in large corporations</a:t>
            </a:r>
          </a:p>
          <a:p>
            <a:pPr lvl="1" eaLnBrk="1" fontAlgn="t" hangingPunct="1"/>
            <a:r>
              <a:rPr lang="en-US" sz="1800" noProof="0" dirty="0"/>
              <a:t>Measurement: error variance and timing (faster reporting) </a:t>
            </a:r>
          </a:p>
          <a:p>
            <a:pPr lvl="1" eaLnBrk="1" fontAlgn="t" hangingPunct="1"/>
            <a:r>
              <a:rPr lang="en-US" sz="1800" noProof="0" dirty="0"/>
              <a:t>Remarks: It is a main driver of management control projects and ERP in multinational corporations, where data quality is essential for management </a:t>
            </a:r>
          </a:p>
          <a:p>
            <a:pPr lvl="1" eaLnBrk="1" fontAlgn="t" hangingPunct="1"/>
            <a:r>
              <a:rPr lang="en-US" sz="1800" noProof="0" dirty="0"/>
              <a:t>Example: Management control systems enable managing multilocation, multi-business and multi-plant</a:t>
            </a:r>
            <a:r>
              <a:rPr lang="en-US" sz="1800" dirty="0"/>
              <a:t> corporations</a:t>
            </a:r>
            <a:endParaRPr lang="en-US" sz="1800" noProof="0" dirty="0"/>
          </a:p>
          <a:p>
            <a:pPr eaLnBrk="1" fontAlgn="t" hangingPunct="1"/>
            <a:r>
              <a:rPr lang="en-US" sz="1800" noProof="0" dirty="0"/>
              <a:t>Risk reduction: critical in banking and financial applications </a:t>
            </a:r>
          </a:p>
          <a:p>
            <a:pPr lvl="1" eaLnBrk="1" fontAlgn="t" hangingPunct="1"/>
            <a:r>
              <a:rPr lang="en-US" sz="1800" noProof="0" dirty="0"/>
              <a:t>Measurement:  probability x gravity  </a:t>
            </a:r>
          </a:p>
          <a:p>
            <a:pPr lvl="1" eaLnBrk="1" fontAlgn="t" hangingPunct="1"/>
            <a:r>
              <a:rPr lang="en-US" sz="1800" noProof="0" dirty="0"/>
              <a:t>Example: A mortgage loan system shortens the time needed to assess customer risks thanks to the integration with estate inventory, collateral evaluation, banking deposits, etc.</a:t>
            </a:r>
          </a:p>
        </p:txBody>
      </p:sp>
      <p:graphicFrame>
        <p:nvGraphicFramePr>
          <p:cNvPr id="3" name="Segnaposto contenuto 3">
            <a:extLst>
              <a:ext uri="{FF2B5EF4-FFF2-40B4-BE49-F238E27FC236}">
                <a16:creationId xmlns:a16="http://schemas.microsoft.com/office/drawing/2014/main" id="{4B111B50-2ABC-767F-3263-BE8B537E125C}"/>
              </a:ext>
            </a:extLst>
          </p:cNvPr>
          <p:cNvGraphicFramePr>
            <a:graphicFrameLocks/>
          </p:cNvGraphicFramePr>
          <p:nvPr>
            <p:extLst>
              <p:ext uri="{D42A27DB-BD31-4B8C-83A1-F6EECF244321}">
                <p14:modId xmlns:p14="http://schemas.microsoft.com/office/powerpoint/2010/main" val="1135137616"/>
              </p:ext>
            </p:extLst>
          </p:nvPr>
        </p:nvGraphicFramePr>
        <p:xfrm>
          <a:off x="710238" y="1457320"/>
          <a:ext cx="1972816"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01359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17BA3-9E27-1C2B-83B7-52CD6861ECE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D608C4B-D986-05B6-915F-27AFAE5DD488}"/>
              </a:ext>
            </a:extLst>
          </p:cNvPr>
          <p:cNvSpPr>
            <a:spLocks noGrp="1"/>
          </p:cNvSpPr>
          <p:nvPr>
            <p:ph type="title"/>
          </p:nvPr>
        </p:nvSpPr>
        <p:spPr/>
        <p:txBody>
          <a:bodyPr/>
          <a:lstStyle/>
          <a:p>
            <a:r>
              <a:rPr lang="en-US" dirty="0"/>
              <a:t>PROJECT BENEFITS </a:t>
            </a:r>
            <a:br>
              <a:rPr lang="en-US" dirty="0"/>
            </a:br>
            <a:r>
              <a:rPr lang="en-US" dirty="0"/>
              <a:t>MANAGEMENT INTANGIBLE</a:t>
            </a:r>
            <a:endParaRPr lang="en-US" noProof="0" dirty="0"/>
          </a:p>
        </p:txBody>
      </p:sp>
      <p:graphicFrame>
        <p:nvGraphicFramePr>
          <p:cNvPr id="6" name="Segnaposto contenuto 5">
            <a:extLst>
              <a:ext uri="{FF2B5EF4-FFF2-40B4-BE49-F238E27FC236}">
                <a16:creationId xmlns:a16="http://schemas.microsoft.com/office/drawing/2014/main" id="{2C1980D7-C464-9BBD-59AD-F1BFA3D774D5}"/>
              </a:ext>
            </a:extLst>
          </p:cNvPr>
          <p:cNvGraphicFramePr>
            <a:graphicFrameLocks noGrp="1"/>
          </p:cNvGraphicFramePr>
          <p:nvPr>
            <p:ph sz="half" idx="1"/>
            <p:extLst>
              <p:ext uri="{D42A27DB-BD31-4B8C-83A1-F6EECF244321}">
                <p14:modId xmlns:p14="http://schemas.microsoft.com/office/powerpoint/2010/main" val="3501549185"/>
              </p:ext>
            </p:extLst>
          </p:nvPr>
        </p:nvGraphicFramePr>
        <p:xfrm>
          <a:off x="2300133" y="1961416"/>
          <a:ext cx="7272808" cy="3872448"/>
        </p:xfrm>
        <a:graphic>
          <a:graphicData uri="http://schemas.openxmlformats.org/drawingml/2006/table">
            <a:tbl>
              <a:tblPr firstRow="1" bandRow="1">
                <a:tableStyleId>{073A0DAA-6AF3-43AB-8588-CEC1D06C72B9}</a:tableStyleId>
              </a:tblPr>
              <a:tblGrid>
                <a:gridCol w="1676002">
                  <a:extLst>
                    <a:ext uri="{9D8B030D-6E8A-4147-A177-3AD203B41FA5}">
                      <a16:colId xmlns:a16="http://schemas.microsoft.com/office/drawing/2014/main" val="2688740114"/>
                    </a:ext>
                  </a:extLst>
                </a:gridCol>
                <a:gridCol w="2514001">
                  <a:extLst>
                    <a:ext uri="{9D8B030D-6E8A-4147-A177-3AD203B41FA5}">
                      <a16:colId xmlns:a16="http://schemas.microsoft.com/office/drawing/2014/main" val="3433964435"/>
                    </a:ext>
                  </a:extLst>
                </a:gridCol>
                <a:gridCol w="3082805">
                  <a:extLst>
                    <a:ext uri="{9D8B030D-6E8A-4147-A177-3AD203B41FA5}">
                      <a16:colId xmlns:a16="http://schemas.microsoft.com/office/drawing/2014/main" val="3896660738"/>
                    </a:ext>
                  </a:extLst>
                </a:gridCol>
              </a:tblGrid>
              <a:tr h="348162">
                <a:tc>
                  <a:txBody>
                    <a:bodyPr/>
                    <a:lstStyle/>
                    <a:p>
                      <a:pPr algn="ctr"/>
                      <a:r>
                        <a:rPr lang="en-US" sz="1800" noProof="0" dirty="0"/>
                        <a:t>Cost  Item </a:t>
                      </a:r>
                    </a:p>
                  </a:txBody>
                  <a:tcPr/>
                </a:tc>
                <a:tc>
                  <a:txBody>
                    <a:bodyPr/>
                    <a:lstStyle/>
                    <a:p>
                      <a:pPr algn="ctr"/>
                      <a:r>
                        <a:rPr lang="en-US" sz="1800" noProof="0" dirty="0"/>
                        <a:t>Algorithm</a:t>
                      </a:r>
                    </a:p>
                  </a:txBody>
                  <a:tcPr/>
                </a:tc>
                <a:tc>
                  <a:txBody>
                    <a:bodyPr/>
                    <a:lstStyle/>
                    <a:p>
                      <a:pPr algn="ctr"/>
                      <a:r>
                        <a:rPr lang="en-US" sz="1800" noProof="0" dirty="0"/>
                        <a:t>Comment</a:t>
                      </a:r>
                    </a:p>
                  </a:txBody>
                  <a:tcPr/>
                </a:tc>
                <a:extLst>
                  <a:ext uri="{0D108BD9-81ED-4DB2-BD59-A6C34878D82A}">
                    <a16:rowId xmlns:a16="http://schemas.microsoft.com/office/drawing/2014/main" val="51053330"/>
                  </a:ext>
                </a:extLst>
              </a:tr>
              <a:tr h="870405">
                <a:tc>
                  <a:txBody>
                    <a:bodyPr/>
                    <a:lstStyle/>
                    <a:p>
                      <a:r>
                        <a:rPr lang="it-IT" sz="1800" noProof="0" dirty="0"/>
                        <a:t>Image </a:t>
                      </a:r>
                      <a:endParaRPr lang="en-US" sz="1800" noProof="0" dirty="0"/>
                    </a:p>
                  </a:txBody>
                  <a:tcPr/>
                </a:tc>
                <a:tc>
                  <a:txBody>
                    <a:bodyPr/>
                    <a:lstStyle/>
                    <a:p>
                      <a:r>
                        <a:rPr lang="it-IT" sz="1800" noProof="0" dirty="0"/>
                        <a:t>Ranking in </a:t>
                      </a:r>
                      <a:r>
                        <a:rPr lang="it-IT" sz="1800" noProof="0" dirty="0" err="1"/>
                        <a:t>terms</a:t>
                      </a:r>
                      <a:r>
                        <a:rPr lang="it-IT" sz="1800" noProof="0" dirty="0"/>
                        <a:t> of </a:t>
                      </a:r>
                      <a:r>
                        <a:rPr lang="it-IT" sz="1800" noProof="0" dirty="0" err="1"/>
                        <a:t>quality</a:t>
                      </a:r>
                      <a:endParaRPr lang="en-US" sz="18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Measurement: survey on users </a:t>
                      </a:r>
                      <a:r>
                        <a:rPr lang="en-US" sz="1800" noProof="0" dirty="0"/>
                        <a:t>/ customers; perceived value of the  corporation </a:t>
                      </a:r>
                      <a:endParaRPr lang="en-US" sz="1800" dirty="0"/>
                    </a:p>
                  </a:txBody>
                  <a:tcPr/>
                </a:tc>
                <a:extLst>
                  <a:ext uri="{0D108BD9-81ED-4DB2-BD59-A6C34878D82A}">
                    <a16:rowId xmlns:a16="http://schemas.microsoft.com/office/drawing/2014/main" val="1706658036"/>
                  </a:ext>
                </a:extLst>
              </a:tr>
              <a:tr h="763488">
                <a:tc>
                  <a:txBody>
                    <a:bodyPr/>
                    <a:lstStyle/>
                    <a:p>
                      <a:r>
                        <a:rPr lang="it-IT" sz="1800" noProof="0" dirty="0" err="1"/>
                        <a:t>QoS</a:t>
                      </a:r>
                      <a:r>
                        <a:rPr lang="it-IT" sz="1800" noProof="0" dirty="0"/>
                        <a:t>/KPI</a:t>
                      </a:r>
                      <a:endParaRPr lang="en-US" sz="18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noProof="0" dirty="0" err="1"/>
                        <a:t>Change</a:t>
                      </a:r>
                      <a:r>
                        <a:rPr lang="it-IT" sz="1800" noProof="0" dirty="0"/>
                        <a:t> in </a:t>
                      </a:r>
                      <a:r>
                        <a:rPr lang="it-IT" sz="1800" noProof="0" dirty="0" err="1"/>
                        <a:t>error</a:t>
                      </a:r>
                      <a:r>
                        <a:rPr lang="it-IT" sz="1800" noProof="0" dirty="0"/>
                        <a:t> rate or </a:t>
                      </a:r>
                      <a:r>
                        <a:rPr lang="it-IT" sz="1800" noProof="0" dirty="0" err="1"/>
                        <a:t>improved</a:t>
                      </a:r>
                      <a:r>
                        <a:rPr lang="it-IT" sz="1800" noProof="0" dirty="0"/>
                        <a:t> </a:t>
                      </a:r>
                      <a:r>
                        <a:rPr lang="it-IT" sz="1800" noProof="0" dirty="0" err="1"/>
                        <a:t>response</a:t>
                      </a:r>
                      <a:r>
                        <a:rPr lang="it-IT" sz="1800" noProof="0" dirty="0"/>
                        <a:t> time </a:t>
                      </a:r>
                      <a:endParaRPr lang="en-US" sz="18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noProof="0" dirty="0"/>
                        <a:t>Better service  </a:t>
                      </a:r>
                      <a:r>
                        <a:rPr lang="it-IT" sz="1800" noProof="0" dirty="0" err="1"/>
                        <a:t>KPIs</a:t>
                      </a:r>
                      <a:r>
                        <a:rPr lang="it-IT" sz="1800" noProof="0" dirty="0"/>
                        <a:t> </a:t>
                      </a:r>
                      <a:r>
                        <a:rPr lang="it-IT" sz="1800" noProof="0" dirty="0" err="1"/>
                        <a:t>raise</a:t>
                      </a:r>
                      <a:r>
                        <a:rPr lang="it-IT" sz="1800" noProof="0" dirty="0"/>
                        <a:t> the </a:t>
                      </a:r>
                      <a:r>
                        <a:rPr lang="it-IT" sz="1800" noProof="0" dirty="0" err="1"/>
                        <a:t>rank</a:t>
                      </a:r>
                      <a:r>
                        <a:rPr lang="it-IT" sz="1800" noProof="0" dirty="0"/>
                        <a:t> of the corporation </a:t>
                      </a:r>
                      <a:endParaRPr lang="en-US" sz="1800" noProof="0" dirty="0"/>
                    </a:p>
                  </a:txBody>
                  <a:tcPr/>
                </a:tc>
                <a:extLst>
                  <a:ext uri="{0D108BD9-81ED-4DB2-BD59-A6C34878D82A}">
                    <a16:rowId xmlns:a16="http://schemas.microsoft.com/office/drawing/2014/main" val="457606108"/>
                  </a:ext>
                </a:extLst>
              </a:tr>
              <a:tr h="870405">
                <a:tc>
                  <a:txBody>
                    <a:bodyPr/>
                    <a:lstStyle/>
                    <a:p>
                      <a:r>
                        <a:rPr lang="it-IT" sz="1800" noProof="0" dirty="0"/>
                        <a:t>Governance </a:t>
                      </a:r>
                      <a:endParaRPr lang="en-US" sz="18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noProof="0" dirty="0" err="1"/>
                        <a:t>Improvement</a:t>
                      </a:r>
                      <a:r>
                        <a:rPr lang="it-IT" sz="1800" noProof="0" dirty="0"/>
                        <a:t> in reporting time  and/or </a:t>
                      </a:r>
                      <a:r>
                        <a:rPr lang="it-IT" sz="1800" noProof="0" dirty="0" err="1"/>
                        <a:t>errors</a:t>
                      </a:r>
                      <a:r>
                        <a:rPr lang="it-IT" sz="1800" noProof="0" dirty="0"/>
                        <a:t> </a:t>
                      </a:r>
                      <a:endParaRPr lang="en-US" sz="18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noProof="0" dirty="0" err="1"/>
                        <a:t>It</a:t>
                      </a:r>
                      <a:r>
                        <a:rPr lang="it-IT" sz="1800" noProof="0" dirty="0"/>
                        <a:t> </a:t>
                      </a:r>
                      <a:r>
                        <a:rPr lang="it-IT" sz="1800" noProof="0" dirty="0" err="1"/>
                        <a:t>is</a:t>
                      </a:r>
                      <a:r>
                        <a:rPr lang="it-IT" sz="1800" noProof="0" dirty="0"/>
                        <a:t> a key </a:t>
                      </a:r>
                      <a:r>
                        <a:rPr lang="it-IT" sz="1800" noProof="0" dirty="0" err="1"/>
                        <a:t>reason</a:t>
                      </a:r>
                      <a:r>
                        <a:rPr lang="it-IT" sz="1800" noProof="0" dirty="0"/>
                        <a:t> for </a:t>
                      </a:r>
                      <a:r>
                        <a:rPr lang="it-IT" sz="1800" noProof="0" dirty="0" err="1"/>
                        <a:t>adopting</a:t>
                      </a:r>
                      <a:r>
                        <a:rPr lang="it-IT" sz="1800" noProof="0" dirty="0"/>
                        <a:t> an </a:t>
                      </a:r>
                      <a:r>
                        <a:rPr lang="it-IT" sz="1800" noProof="0" dirty="0" err="1"/>
                        <a:t>integrated</a:t>
                      </a:r>
                      <a:r>
                        <a:rPr lang="it-IT" sz="1800" noProof="0" dirty="0"/>
                        <a:t> management support system</a:t>
                      </a:r>
                      <a:endParaRPr lang="en-US" sz="1800" noProof="0" dirty="0"/>
                    </a:p>
                  </a:txBody>
                  <a:tcPr/>
                </a:tc>
                <a:extLst>
                  <a:ext uri="{0D108BD9-81ED-4DB2-BD59-A6C34878D82A}">
                    <a16:rowId xmlns:a16="http://schemas.microsoft.com/office/drawing/2014/main" val="2614115325"/>
                  </a:ext>
                </a:extLst>
              </a:tr>
              <a:tr h="870405">
                <a:tc>
                  <a:txBody>
                    <a:bodyPr/>
                    <a:lstStyle/>
                    <a:p>
                      <a:r>
                        <a:rPr lang="it-IT" sz="1800" noProof="0" dirty="0"/>
                        <a:t>Risk </a:t>
                      </a:r>
                      <a:r>
                        <a:rPr lang="it-IT" sz="1800" noProof="0" dirty="0" err="1"/>
                        <a:t>reduction</a:t>
                      </a:r>
                      <a:endParaRPr lang="en-US" sz="18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noProof="0" dirty="0" err="1"/>
                        <a:t>Change</a:t>
                      </a:r>
                      <a:r>
                        <a:rPr lang="it-IT" sz="1800" noProof="0" dirty="0"/>
                        <a:t> in </a:t>
                      </a:r>
                      <a:r>
                        <a:rPr lang="it-IT" sz="1800" noProof="0" dirty="0" err="1"/>
                        <a:t>probability</a:t>
                      </a:r>
                      <a:r>
                        <a:rPr lang="it-IT" sz="1800" noProof="0" dirty="0"/>
                        <a:t> and /or </a:t>
                      </a:r>
                      <a:r>
                        <a:rPr lang="it-IT" sz="1800" noProof="0" dirty="0" err="1"/>
                        <a:t>gravity</a:t>
                      </a:r>
                      <a:r>
                        <a:rPr lang="it-IT" sz="1800" noProof="0" dirty="0"/>
                        <a:t> </a:t>
                      </a:r>
                      <a:endParaRPr lang="en-US" sz="18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noProof="0" dirty="0"/>
                        <a:t>AI systems can </a:t>
                      </a:r>
                      <a:r>
                        <a:rPr lang="it-IT" sz="1800" noProof="0" dirty="0" err="1"/>
                        <a:t>enhance</a:t>
                      </a:r>
                      <a:r>
                        <a:rPr lang="it-IT" sz="1800" noProof="0" dirty="0"/>
                        <a:t> risk management in </a:t>
                      </a:r>
                      <a:r>
                        <a:rPr lang="it-IT" sz="1800" noProof="0" dirty="0" err="1"/>
                        <a:t>structured</a:t>
                      </a:r>
                      <a:r>
                        <a:rPr lang="it-IT" sz="1800" noProof="0" dirty="0"/>
                        <a:t> </a:t>
                      </a:r>
                      <a:r>
                        <a:rPr lang="it-IT" sz="1800" noProof="0" dirty="0" err="1"/>
                        <a:t>transactions</a:t>
                      </a:r>
                      <a:r>
                        <a:rPr lang="it-IT" sz="1800" noProof="0" dirty="0"/>
                        <a:t> </a:t>
                      </a:r>
                      <a:endParaRPr lang="en-US" sz="1800" noProof="0" dirty="0"/>
                    </a:p>
                  </a:txBody>
                  <a:tcPr/>
                </a:tc>
                <a:extLst>
                  <a:ext uri="{0D108BD9-81ED-4DB2-BD59-A6C34878D82A}">
                    <a16:rowId xmlns:a16="http://schemas.microsoft.com/office/drawing/2014/main" val="618832430"/>
                  </a:ext>
                </a:extLst>
              </a:tr>
            </a:tbl>
          </a:graphicData>
        </a:graphic>
      </p:graphicFrame>
      <p:graphicFrame>
        <p:nvGraphicFramePr>
          <p:cNvPr id="4" name="Segnaposto contenuto 3">
            <a:extLst>
              <a:ext uri="{FF2B5EF4-FFF2-40B4-BE49-F238E27FC236}">
                <a16:creationId xmlns:a16="http://schemas.microsoft.com/office/drawing/2014/main" id="{C21FDB95-80FD-E251-5CF6-5C7B58CAD751}"/>
              </a:ext>
            </a:extLst>
          </p:cNvPr>
          <p:cNvGraphicFramePr>
            <a:graphicFrameLocks/>
          </p:cNvGraphicFramePr>
          <p:nvPr>
            <p:extLst>
              <p:ext uri="{D42A27DB-BD31-4B8C-83A1-F6EECF244321}">
                <p14:modId xmlns:p14="http://schemas.microsoft.com/office/powerpoint/2010/main" val="3032508410"/>
              </p:ext>
            </p:extLst>
          </p:nvPr>
        </p:nvGraphicFramePr>
        <p:xfrm>
          <a:off x="327317" y="1412776"/>
          <a:ext cx="1972816"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36484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9233F-99A0-FC9A-DE4C-DB146FA37D6F}"/>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FC468DFB-507D-054B-4AC4-FC0FB92950C7}"/>
              </a:ext>
            </a:extLst>
          </p:cNvPr>
          <p:cNvSpPr>
            <a:spLocks noGrp="1" noChangeArrowheads="1"/>
          </p:cNvSpPr>
          <p:nvPr>
            <p:ph type="title"/>
          </p:nvPr>
        </p:nvSpPr>
        <p:spPr/>
        <p:txBody>
          <a:bodyPr/>
          <a:lstStyle/>
          <a:p>
            <a:r>
              <a:rPr lang="en-US" noProof="0" dirty="0"/>
              <a:t>PROJECT  BENEFITS</a:t>
            </a:r>
          </a:p>
        </p:txBody>
      </p:sp>
      <p:graphicFrame>
        <p:nvGraphicFramePr>
          <p:cNvPr id="3" name="Segnaposto contenuto 2">
            <a:extLst>
              <a:ext uri="{FF2B5EF4-FFF2-40B4-BE49-F238E27FC236}">
                <a16:creationId xmlns:a16="http://schemas.microsoft.com/office/drawing/2014/main" id="{B4BD5DDB-1361-C8B3-E9BA-1BF9CC3A3FF5}"/>
              </a:ext>
            </a:extLst>
          </p:cNvPr>
          <p:cNvGraphicFramePr>
            <a:graphicFrameLocks noGrp="1"/>
          </p:cNvGraphicFramePr>
          <p:nvPr>
            <p:ph idx="1"/>
            <p:extLst>
              <p:ext uri="{D42A27DB-BD31-4B8C-83A1-F6EECF244321}">
                <p14:modId xmlns:p14="http://schemas.microsoft.com/office/powerpoint/2010/main" val="1101392022"/>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886507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E0006-F307-439D-D5D6-4D741FE7542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3FC9C8A-E555-2891-353A-2E2931F7F61D}"/>
              </a:ext>
            </a:extLst>
          </p:cNvPr>
          <p:cNvSpPr>
            <a:spLocks noGrp="1"/>
          </p:cNvSpPr>
          <p:nvPr>
            <p:ph type="title"/>
          </p:nvPr>
        </p:nvSpPr>
        <p:spPr/>
        <p:txBody>
          <a:bodyPr>
            <a:noAutofit/>
          </a:bodyPr>
          <a:lstStyle/>
          <a:p>
            <a:r>
              <a:rPr lang="en-US" sz="3200" noProof="0" dirty="0"/>
              <a:t>Where does social value come from?</a:t>
            </a:r>
          </a:p>
        </p:txBody>
      </p:sp>
      <p:sp>
        <p:nvSpPr>
          <p:cNvPr id="5" name="Segnaposto contenuto 4">
            <a:extLst>
              <a:ext uri="{FF2B5EF4-FFF2-40B4-BE49-F238E27FC236}">
                <a16:creationId xmlns:a16="http://schemas.microsoft.com/office/drawing/2014/main" id="{A57BE868-6301-04EF-B5B1-C8123C3E5EF1}"/>
              </a:ext>
            </a:extLst>
          </p:cNvPr>
          <p:cNvSpPr>
            <a:spLocks noGrp="1"/>
          </p:cNvSpPr>
          <p:nvPr>
            <p:ph sz="half" idx="2"/>
          </p:nvPr>
        </p:nvSpPr>
        <p:spPr>
          <a:xfrm>
            <a:off x="2936776" y="1484784"/>
            <a:ext cx="6726138" cy="4572000"/>
          </a:xfrm>
        </p:spPr>
        <p:txBody>
          <a:bodyPr anchor="ctr">
            <a:normAutofit fontScale="77500" lnSpcReduction="20000"/>
          </a:bodyPr>
          <a:lstStyle/>
          <a:p>
            <a:r>
              <a:rPr lang="en-US" noProof="0" dirty="0"/>
              <a:t>Social value stems from the benefits outside the enterprise, and, therefore, increases the value to customer and/or stakeholders</a:t>
            </a:r>
          </a:p>
          <a:p>
            <a:r>
              <a:rPr lang="en-US" b="1" noProof="0" dirty="0"/>
              <a:t>Tangible</a:t>
            </a:r>
            <a:r>
              <a:rPr lang="en-US" noProof="0" dirty="0"/>
              <a:t> social benefits include: </a:t>
            </a:r>
          </a:p>
          <a:p>
            <a:pPr lvl="1"/>
            <a:r>
              <a:rPr lang="en-US" noProof="0" dirty="0"/>
              <a:t>Social saving: reduction of the customer’s effort and/or cost in using or performing a service: e.g., buying on the internet </a:t>
            </a:r>
          </a:p>
          <a:p>
            <a:pPr lvl="1"/>
            <a:r>
              <a:rPr lang="en-US" noProof="0" dirty="0"/>
              <a:t>Higher value: better content of the service or product enabled by the system: e.g., selection of doctor in a Health Care system</a:t>
            </a:r>
          </a:p>
          <a:p>
            <a:r>
              <a:rPr lang="en-US" noProof="0" dirty="0"/>
              <a:t>Social </a:t>
            </a:r>
            <a:r>
              <a:rPr lang="en-US" b="1" noProof="0" dirty="0"/>
              <a:t>intangible</a:t>
            </a:r>
            <a:r>
              <a:rPr lang="en-US" noProof="0" dirty="0"/>
              <a:t> benefits include:</a:t>
            </a:r>
          </a:p>
          <a:p>
            <a:pPr lvl="1"/>
            <a:r>
              <a:rPr lang="en-US" noProof="0" dirty="0"/>
              <a:t>QOS/KPI: better performance of the customer’s activities in terms of time, quality, efficiency (e.g., less errors) and Quality of Service  (e.g., more flexibility) </a:t>
            </a:r>
          </a:p>
          <a:p>
            <a:pPr lvl="1"/>
            <a:r>
              <a:rPr lang="en-US" noProof="0" dirty="0"/>
              <a:t>Risk reduction: enabled by the system: e.g., a self-diagnosis enabled by a remote medical system</a:t>
            </a:r>
          </a:p>
        </p:txBody>
      </p:sp>
      <p:graphicFrame>
        <p:nvGraphicFramePr>
          <p:cNvPr id="6" name="Segnaposto contenuto 3">
            <a:extLst>
              <a:ext uri="{FF2B5EF4-FFF2-40B4-BE49-F238E27FC236}">
                <a16:creationId xmlns:a16="http://schemas.microsoft.com/office/drawing/2014/main" id="{33852273-7453-B58F-B404-83BC036EB3A2}"/>
              </a:ext>
            </a:extLst>
          </p:cNvPr>
          <p:cNvGraphicFramePr>
            <a:graphicFrameLocks noGrp="1"/>
          </p:cNvGraphicFramePr>
          <p:nvPr>
            <p:ph sz="half" idx="1"/>
            <p:extLst>
              <p:ext uri="{D42A27DB-BD31-4B8C-83A1-F6EECF244321}">
                <p14:modId xmlns:p14="http://schemas.microsoft.com/office/powerpoint/2010/main" val="3504545928"/>
              </p:ext>
            </p:extLst>
          </p:nvPr>
        </p:nvGraphicFramePr>
        <p:xfrm>
          <a:off x="710238" y="1457320"/>
          <a:ext cx="1972816"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890253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9CFFE-27FA-FADA-16C1-B8E9D7910B1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631B4E4-361D-1FF4-94AE-BA93E758C111}"/>
              </a:ext>
            </a:extLst>
          </p:cNvPr>
          <p:cNvSpPr>
            <a:spLocks noGrp="1"/>
          </p:cNvSpPr>
          <p:nvPr>
            <p:ph type="title"/>
          </p:nvPr>
        </p:nvSpPr>
        <p:spPr/>
        <p:txBody>
          <a:bodyPr/>
          <a:lstStyle/>
          <a:p>
            <a:r>
              <a:rPr lang="en-US" noProof="0" dirty="0"/>
              <a:t>PROJECT BENEFITS </a:t>
            </a:r>
            <a:br>
              <a:rPr lang="en-US" dirty="0"/>
            </a:br>
            <a:r>
              <a:rPr lang="en-US" dirty="0"/>
              <a:t>SOCIAL VALUE</a:t>
            </a:r>
            <a:endParaRPr lang="en-US" noProof="0" dirty="0"/>
          </a:p>
        </p:txBody>
      </p:sp>
      <p:graphicFrame>
        <p:nvGraphicFramePr>
          <p:cNvPr id="6" name="Segnaposto contenuto 5">
            <a:extLst>
              <a:ext uri="{FF2B5EF4-FFF2-40B4-BE49-F238E27FC236}">
                <a16:creationId xmlns:a16="http://schemas.microsoft.com/office/drawing/2014/main" id="{261FD3DF-29F2-5958-CA8A-7F2D864221A2}"/>
              </a:ext>
            </a:extLst>
          </p:cNvPr>
          <p:cNvGraphicFramePr>
            <a:graphicFrameLocks noGrp="1"/>
          </p:cNvGraphicFramePr>
          <p:nvPr>
            <p:ph sz="half" idx="1"/>
            <p:extLst>
              <p:ext uri="{D42A27DB-BD31-4B8C-83A1-F6EECF244321}">
                <p14:modId xmlns:p14="http://schemas.microsoft.com/office/powerpoint/2010/main" val="1606193388"/>
              </p:ext>
            </p:extLst>
          </p:nvPr>
        </p:nvGraphicFramePr>
        <p:xfrm>
          <a:off x="1784648" y="1556792"/>
          <a:ext cx="7776863" cy="4955917"/>
        </p:xfrm>
        <a:graphic>
          <a:graphicData uri="http://schemas.openxmlformats.org/drawingml/2006/table">
            <a:tbl>
              <a:tblPr firstRow="1" bandRow="1">
                <a:tableStyleId>{073A0DAA-6AF3-43AB-8588-CEC1D06C72B9}</a:tableStyleId>
              </a:tblPr>
              <a:tblGrid>
                <a:gridCol w="1792160">
                  <a:extLst>
                    <a:ext uri="{9D8B030D-6E8A-4147-A177-3AD203B41FA5}">
                      <a16:colId xmlns:a16="http://schemas.microsoft.com/office/drawing/2014/main" val="2688740114"/>
                    </a:ext>
                  </a:extLst>
                </a:gridCol>
                <a:gridCol w="2688238">
                  <a:extLst>
                    <a:ext uri="{9D8B030D-6E8A-4147-A177-3AD203B41FA5}">
                      <a16:colId xmlns:a16="http://schemas.microsoft.com/office/drawing/2014/main" val="3433964435"/>
                    </a:ext>
                  </a:extLst>
                </a:gridCol>
                <a:gridCol w="3296465">
                  <a:extLst>
                    <a:ext uri="{9D8B030D-6E8A-4147-A177-3AD203B41FA5}">
                      <a16:colId xmlns:a16="http://schemas.microsoft.com/office/drawing/2014/main" val="3896660738"/>
                    </a:ext>
                  </a:extLst>
                </a:gridCol>
              </a:tblGrid>
              <a:tr h="472779">
                <a:tc>
                  <a:txBody>
                    <a:bodyPr/>
                    <a:lstStyle/>
                    <a:p>
                      <a:pPr algn="ctr"/>
                      <a:r>
                        <a:rPr lang="en-US" sz="1800" noProof="0" dirty="0"/>
                        <a:t>Cost  Item </a:t>
                      </a:r>
                    </a:p>
                  </a:txBody>
                  <a:tcPr/>
                </a:tc>
                <a:tc>
                  <a:txBody>
                    <a:bodyPr/>
                    <a:lstStyle/>
                    <a:p>
                      <a:pPr algn="ctr"/>
                      <a:r>
                        <a:rPr lang="en-US" sz="1800" noProof="0" dirty="0"/>
                        <a:t>Algorithm</a:t>
                      </a:r>
                    </a:p>
                  </a:txBody>
                  <a:tcPr/>
                </a:tc>
                <a:tc>
                  <a:txBody>
                    <a:bodyPr/>
                    <a:lstStyle/>
                    <a:p>
                      <a:pPr algn="ctr"/>
                      <a:r>
                        <a:rPr lang="en-US" sz="1800" noProof="0" dirty="0"/>
                        <a:t>Comment</a:t>
                      </a:r>
                    </a:p>
                  </a:txBody>
                  <a:tcPr/>
                </a:tc>
                <a:extLst>
                  <a:ext uri="{0D108BD9-81ED-4DB2-BD59-A6C34878D82A}">
                    <a16:rowId xmlns:a16="http://schemas.microsoft.com/office/drawing/2014/main" val="51053330"/>
                  </a:ext>
                </a:extLst>
              </a:tr>
              <a:tr h="803726">
                <a:tc>
                  <a:txBody>
                    <a:bodyPr/>
                    <a:lstStyle/>
                    <a:p>
                      <a:r>
                        <a:rPr lang="en-US" sz="1800" dirty="0"/>
                        <a:t>Social saving</a:t>
                      </a:r>
                      <a:endParaRPr lang="en-US" sz="1800" noProof="0" dirty="0"/>
                    </a:p>
                  </a:txBody>
                  <a:tcPr/>
                </a:tc>
                <a:tc>
                  <a:txBody>
                    <a:bodyPr/>
                    <a:lstStyle/>
                    <a:p>
                      <a:r>
                        <a:rPr lang="it-IT" sz="1800" noProof="0" dirty="0"/>
                        <a:t>Value of activities </a:t>
                      </a:r>
                      <a:r>
                        <a:rPr lang="it-IT" sz="1800" noProof="0" dirty="0" err="1"/>
                        <a:t>avoided</a:t>
                      </a:r>
                      <a:r>
                        <a:rPr lang="it-IT" sz="1800" noProof="0" dirty="0"/>
                        <a:t> </a:t>
                      </a:r>
                      <a:endParaRPr lang="en-US" sz="1800" noProof="0" dirty="0"/>
                    </a:p>
                  </a:txBody>
                  <a:tcPr/>
                </a:tc>
                <a:tc>
                  <a:txBody>
                    <a:bodyPr/>
                    <a:lstStyle/>
                    <a:p>
                      <a:r>
                        <a:rPr lang="it-IT" sz="1800" noProof="0" dirty="0" err="1"/>
                        <a:t>E.g</a:t>
                      </a:r>
                      <a:r>
                        <a:rPr lang="it-IT" sz="1800" noProof="0" dirty="0"/>
                        <a:t> </a:t>
                      </a:r>
                      <a:r>
                        <a:rPr lang="it-IT" sz="1800" noProof="0" dirty="0" err="1"/>
                        <a:t>value</a:t>
                      </a:r>
                      <a:r>
                        <a:rPr lang="it-IT" sz="1800" noProof="0" dirty="0"/>
                        <a:t> of the time </a:t>
                      </a:r>
                      <a:r>
                        <a:rPr lang="it-IT" sz="1800" noProof="0" dirty="0" err="1"/>
                        <a:t>spent</a:t>
                      </a:r>
                      <a:r>
                        <a:rPr lang="it-IT" sz="1800" noProof="0" dirty="0"/>
                        <a:t> for </a:t>
                      </a:r>
                      <a:r>
                        <a:rPr lang="it-IT" sz="1800" noProof="0" dirty="0" err="1"/>
                        <a:t>avoided</a:t>
                      </a:r>
                      <a:r>
                        <a:rPr lang="it-IT" sz="1800" noProof="0" dirty="0"/>
                        <a:t> activities * user </a:t>
                      </a:r>
                      <a:r>
                        <a:rPr lang="it-IT" sz="1800" noProof="0" dirty="0" err="1"/>
                        <a:t>number</a:t>
                      </a:r>
                      <a:r>
                        <a:rPr lang="it-IT" sz="1800" noProof="0" dirty="0"/>
                        <a:t> (</a:t>
                      </a:r>
                      <a:r>
                        <a:rPr lang="it-IT" sz="1800" noProof="0" dirty="0" err="1"/>
                        <a:t>annual</a:t>
                      </a:r>
                      <a:r>
                        <a:rPr lang="it-IT" sz="1800" noProof="0" dirty="0"/>
                        <a:t>  </a:t>
                      </a:r>
                      <a:r>
                        <a:rPr lang="it-IT" sz="1800" noProof="0" dirty="0" err="1"/>
                        <a:t>value</a:t>
                      </a:r>
                      <a:r>
                        <a:rPr lang="it-IT" sz="1800" noProof="0" dirty="0"/>
                        <a:t>)</a:t>
                      </a:r>
                      <a:endParaRPr lang="en-US" sz="1800" noProof="0" dirty="0"/>
                    </a:p>
                  </a:txBody>
                  <a:tcPr/>
                </a:tc>
                <a:extLst>
                  <a:ext uri="{0D108BD9-81ED-4DB2-BD59-A6C34878D82A}">
                    <a16:rowId xmlns:a16="http://schemas.microsoft.com/office/drawing/2014/main" val="1706658036"/>
                  </a:ext>
                </a:extLst>
              </a:tr>
              <a:tr h="803726">
                <a:tc>
                  <a:txBody>
                    <a:bodyPr/>
                    <a:lstStyle/>
                    <a:p>
                      <a:r>
                        <a:rPr lang="en-US" sz="1800" dirty="0"/>
                        <a:t>Higher value</a:t>
                      </a:r>
                      <a:endParaRPr lang="en-US" sz="18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noProof="0" dirty="0" err="1"/>
                        <a:t>Increase</a:t>
                      </a:r>
                      <a:r>
                        <a:rPr lang="it-IT" sz="1800" noProof="0" dirty="0"/>
                        <a:t> of </a:t>
                      </a:r>
                      <a:r>
                        <a:rPr lang="it-IT" sz="1800" noProof="0" dirty="0" err="1"/>
                        <a:t>value</a:t>
                      </a:r>
                      <a:r>
                        <a:rPr lang="it-IT" sz="1800" noProof="0" dirty="0"/>
                        <a:t> </a:t>
                      </a:r>
                      <a:r>
                        <a:rPr lang="it-IT" sz="1800" noProof="0" dirty="0" err="1"/>
                        <a:t>received</a:t>
                      </a:r>
                      <a:r>
                        <a:rPr lang="it-IT" sz="1800" noProof="0" dirty="0"/>
                        <a:t> </a:t>
                      </a:r>
                      <a:endParaRPr lang="en-US" sz="18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noProof="0" dirty="0"/>
                        <a:t>Interviews to a focus group and  mapping to the users (</a:t>
                      </a:r>
                      <a:r>
                        <a:rPr lang="it-IT" sz="1800" noProof="0" dirty="0" err="1"/>
                        <a:t>annual</a:t>
                      </a:r>
                      <a:r>
                        <a:rPr lang="it-IT" sz="1800" noProof="0" dirty="0"/>
                        <a:t> </a:t>
                      </a:r>
                      <a:r>
                        <a:rPr lang="it-IT" sz="1800" noProof="0" dirty="0" err="1"/>
                        <a:t>value</a:t>
                      </a:r>
                      <a:r>
                        <a:rPr lang="it-IT" sz="1800" noProof="0" dirty="0"/>
                        <a:t>)</a:t>
                      </a:r>
                      <a:endParaRPr lang="en-US" sz="1800" noProof="0" dirty="0"/>
                    </a:p>
                  </a:txBody>
                  <a:tcPr/>
                </a:tc>
                <a:extLst>
                  <a:ext uri="{0D108BD9-81ED-4DB2-BD59-A6C34878D82A}">
                    <a16:rowId xmlns:a16="http://schemas.microsoft.com/office/drawing/2014/main" val="457606108"/>
                  </a:ext>
                </a:extLst>
              </a:tr>
              <a:tr h="1465618">
                <a:tc>
                  <a:txBody>
                    <a:bodyPr/>
                    <a:lstStyle/>
                    <a:p>
                      <a:r>
                        <a:rPr lang="en-US" sz="1800" dirty="0"/>
                        <a:t>QOS/KPI</a:t>
                      </a:r>
                      <a:endParaRPr lang="en-US" sz="18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noProof="0" dirty="0"/>
                        <a:t>Value of </a:t>
                      </a:r>
                      <a:r>
                        <a:rPr lang="it-IT" sz="1800" noProof="0" dirty="0" err="1"/>
                        <a:t>wider</a:t>
                      </a:r>
                      <a:r>
                        <a:rPr lang="it-IT" sz="1800" noProof="0" dirty="0"/>
                        <a:t> </a:t>
                      </a:r>
                      <a:r>
                        <a:rPr lang="it-IT" sz="1800" noProof="0" dirty="0" err="1"/>
                        <a:t>flexibility</a:t>
                      </a:r>
                      <a:r>
                        <a:rPr lang="it-IT" sz="1800" noProof="0" dirty="0"/>
                        <a:t> </a:t>
                      </a:r>
                      <a:endParaRPr lang="en-US" sz="18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Better performance in terms of time, quality, efficiency (e.g., less errors) and Quality of Service  (e.g., more flexibility).  Mapped on the user group (annual value)</a:t>
                      </a:r>
                      <a:endParaRPr lang="en-US" sz="1800" noProof="0" dirty="0"/>
                    </a:p>
                  </a:txBody>
                  <a:tcPr/>
                </a:tc>
                <a:extLst>
                  <a:ext uri="{0D108BD9-81ED-4DB2-BD59-A6C34878D82A}">
                    <a16:rowId xmlns:a16="http://schemas.microsoft.com/office/drawing/2014/main" val="1869636320"/>
                  </a:ext>
                </a:extLst>
              </a:tr>
              <a:tr h="1134672">
                <a:tc>
                  <a:txBody>
                    <a:bodyPr/>
                    <a:lstStyle/>
                    <a:p>
                      <a:r>
                        <a:rPr lang="en-US" sz="1800" dirty="0"/>
                        <a:t>Risk reduction</a:t>
                      </a:r>
                      <a:endParaRPr lang="en-US" sz="18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noProof="0" dirty="0"/>
                        <a:t>Risk </a:t>
                      </a:r>
                      <a:r>
                        <a:rPr lang="it-IT" sz="1800" noProof="0" dirty="0" err="1"/>
                        <a:t>probability</a:t>
                      </a:r>
                      <a:r>
                        <a:rPr lang="it-IT" sz="1800" noProof="0" dirty="0"/>
                        <a:t> * </a:t>
                      </a:r>
                      <a:r>
                        <a:rPr lang="it-IT" sz="1800" noProof="0" dirty="0" err="1"/>
                        <a:t>gravity</a:t>
                      </a:r>
                      <a:endParaRPr lang="en-US" sz="1800" noProof="0" dirty="0"/>
                    </a:p>
                  </a:txBody>
                  <a:tcPr/>
                </a:tc>
                <a:tc>
                  <a:txBody>
                    <a:bodyPr/>
                    <a:lstStyle/>
                    <a:p>
                      <a:r>
                        <a:rPr lang="it-IT" sz="1800" noProof="0" dirty="0"/>
                        <a:t>E.g. </a:t>
                      </a:r>
                      <a:r>
                        <a:rPr lang="it-IT" sz="1800" noProof="0" dirty="0" err="1"/>
                        <a:t>value</a:t>
                      </a:r>
                      <a:r>
                        <a:rPr lang="it-IT" sz="1800" noProof="0" dirty="0"/>
                        <a:t> of </a:t>
                      </a:r>
                      <a:r>
                        <a:rPr lang="it-IT" sz="1800" noProof="0" dirty="0" err="1"/>
                        <a:t>lower</a:t>
                      </a:r>
                      <a:r>
                        <a:rPr lang="it-IT" sz="1800" noProof="0" dirty="0"/>
                        <a:t> jamming </a:t>
                      </a:r>
                      <a:r>
                        <a:rPr lang="it-IT" sz="1800" noProof="0" dirty="0" err="1"/>
                        <a:t>probability</a:t>
                      </a:r>
                      <a:r>
                        <a:rPr lang="it-IT" sz="1800" noProof="0" dirty="0"/>
                        <a:t> in a </a:t>
                      </a:r>
                      <a:r>
                        <a:rPr lang="it-IT" sz="1800" noProof="0" dirty="0" err="1"/>
                        <a:t>traffic</a:t>
                      </a:r>
                      <a:r>
                        <a:rPr lang="it-IT" sz="1800" noProof="0" dirty="0"/>
                        <a:t> management system  (</a:t>
                      </a:r>
                      <a:r>
                        <a:rPr lang="it-IT" sz="1800" noProof="0" dirty="0" err="1"/>
                        <a:t>mapped</a:t>
                      </a:r>
                      <a:r>
                        <a:rPr lang="it-IT" sz="1800" noProof="0" dirty="0"/>
                        <a:t> on the user group, </a:t>
                      </a:r>
                      <a:r>
                        <a:rPr lang="it-IT" sz="1800" noProof="0" dirty="0" err="1"/>
                        <a:t>annual</a:t>
                      </a:r>
                      <a:r>
                        <a:rPr lang="it-IT" sz="1800" noProof="0" dirty="0"/>
                        <a:t> </a:t>
                      </a:r>
                      <a:r>
                        <a:rPr lang="it-IT" sz="1800" noProof="0" dirty="0" err="1"/>
                        <a:t>value</a:t>
                      </a:r>
                      <a:r>
                        <a:rPr lang="it-IT" sz="1800" noProof="0" dirty="0"/>
                        <a:t>)</a:t>
                      </a:r>
                      <a:endParaRPr lang="en-US" sz="1800" noProof="0" dirty="0"/>
                    </a:p>
                  </a:txBody>
                  <a:tcPr/>
                </a:tc>
                <a:extLst>
                  <a:ext uri="{0D108BD9-81ED-4DB2-BD59-A6C34878D82A}">
                    <a16:rowId xmlns:a16="http://schemas.microsoft.com/office/drawing/2014/main" val="3812510333"/>
                  </a:ext>
                </a:extLst>
              </a:tr>
            </a:tbl>
          </a:graphicData>
        </a:graphic>
      </p:graphicFrame>
      <p:graphicFrame>
        <p:nvGraphicFramePr>
          <p:cNvPr id="11" name="Segnaposto contenuto 3">
            <a:extLst>
              <a:ext uri="{FF2B5EF4-FFF2-40B4-BE49-F238E27FC236}">
                <a16:creationId xmlns:a16="http://schemas.microsoft.com/office/drawing/2014/main" id="{936F3148-6BD5-A0ED-EB16-7311EF5244BA}"/>
              </a:ext>
            </a:extLst>
          </p:cNvPr>
          <p:cNvGraphicFramePr>
            <a:graphicFrameLocks/>
          </p:cNvGraphicFramePr>
          <p:nvPr>
            <p:extLst>
              <p:ext uri="{D42A27DB-BD31-4B8C-83A1-F6EECF244321}">
                <p14:modId xmlns:p14="http://schemas.microsoft.com/office/powerpoint/2010/main" val="215300237"/>
              </p:ext>
            </p:extLst>
          </p:nvPr>
        </p:nvGraphicFramePr>
        <p:xfrm>
          <a:off x="200472" y="1457320"/>
          <a:ext cx="1362442"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342200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4635D-E40F-FE5D-7641-54F839C00B55}"/>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95459C33-A1F4-7C45-34D3-AEA36C08E39B}"/>
              </a:ext>
            </a:extLst>
          </p:cNvPr>
          <p:cNvSpPr>
            <a:spLocks noGrp="1" noChangeArrowheads="1"/>
          </p:cNvSpPr>
          <p:nvPr>
            <p:ph type="title"/>
          </p:nvPr>
        </p:nvSpPr>
        <p:spPr/>
        <p:txBody>
          <a:bodyPr/>
          <a:lstStyle/>
          <a:p>
            <a:r>
              <a:rPr lang="en-US" noProof="0" dirty="0"/>
              <a:t>PROJECT VALUE</a:t>
            </a:r>
          </a:p>
        </p:txBody>
      </p:sp>
      <p:graphicFrame>
        <p:nvGraphicFramePr>
          <p:cNvPr id="3" name="Segnaposto contenuto 2">
            <a:extLst>
              <a:ext uri="{FF2B5EF4-FFF2-40B4-BE49-F238E27FC236}">
                <a16:creationId xmlns:a16="http://schemas.microsoft.com/office/drawing/2014/main" id="{68D248C5-0EA4-05C5-F6E5-F1A9FE6557B7}"/>
              </a:ext>
            </a:extLst>
          </p:cNvPr>
          <p:cNvGraphicFramePr>
            <a:graphicFrameLocks noGrp="1"/>
          </p:cNvGraphicFramePr>
          <p:nvPr>
            <p:ph idx="1"/>
            <p:extLst>
              <p:ext uri="{D42A27DB-BD31-4B8C-83A1-F6EECF244321}">
                <p14:modId xmlns:p14="http://schemas.microsoft.com/office/powerpoint/2010/main" val="1579962745"/>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88168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D5F6B-242D-D3D3-D104-A38B449D463A}"/>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38FD8925-B4DB-B504-98A5-CC362F38FF59}"/>
              </a:ext>
            </a:extLst>
          </p:cNvPr>
          <p:cNvSpPr>
            <a:spLocks noGrp="1" noChangeArrowheads="1"/>
          </p:cNvSpPr>
          <p:nvPr>
            <p:ph type="title"/>
          </p:nvPr>
        </p:nvSpPr>
        <p:spPr/>
        <p:txBody>
          <a:bodyPr/>
          <a:lstStyle/>
          <a:p>
            <a:pPr>
              <a:lnSpc>
                <a:spcPct val="90000"/>
              </a:lnSpc>
            </a:pPr>
            <a:r>
              <a:rPr lang="en-US" noProof="0" dirty="0"/>
              <a:t>PROJECT VALUE: </a:t>
            </a:r>
            <a:br>
              <a:rPr lang="en-US" noProof="0" dirty="0"/>
            </a:br>
            <a:r>
              <a:rPr lang="en-US" noProof="0" dirty="0"/>
              <a:t>FINANCIAL APPROACH</a:t>
            </a:r>
          </a:p>
        </p:txBody>
      </p:sp>
      <mc:AlternateContent xmlns:mc="http://schemas.openxmlformats.org/markup-compatibility/2006" xmlns:a14="http://schemas.microsoft.com/office/drawing/2010/main">
        <mc:Choice Requires="a14">
          <p:sp>
            <p:nvSpPr>
              <p:cNvPr id="2" name="Segnaposto contenuto 1">
                <a:extLst>
                  <a:ext uri="{FF2B5EF4-FFF2-40B4-BE49-F238E27FC236}">
                    <a16:creationId xmlns:a16="http://schemas.microsoft.com/office/drawing/2014/main" id="{E6659B8D-17D6-9B86-F7C7-16F4ED2F4709}"/>
                  </a:ext>
                </a:extLst>
              </p:cNvPr>
              <p:cNvSpPr>
                <a:spLocks noGrp="1"/>
              </p:cNvSpPr>
              <p:nvPr>
                <p:ph idx="1"/>
              </p:nvPr>
            </p:nvSpPr>
            <p:spPr/>
            <p:txBody>
              <a:bodyPr>
                <a:normAutofit/>
              </a:bodyPr>
              <a:lstStyle/>
              <a:p>
                <a:r>
                  <a:rPr lang="en-US" noProof="0" dirty="0"/>
                  <a:t>Financial investment evaluation addresses monetary costs and benefits (also called “return”), and relies on various  algorithms:</a:t>
                </a:r>
              </a:p>
              <a:p>
                <a:pPr lvl="1"/>
                <a:r>
                  <a:rPr lang="en-US" noProof="0" dirty="0"/>
                  <a:t>ROI (Return On Investment): </a:t>
                </a:r>
              </a:p>
              <a:p>
                <a:pPr lvl="2"/>
                <a:r>
                  <a:rPr lang="en-US" noProof="0" dirty="0"/>
                  <a:t>How profitable is the investment? </a:t>
                </a:r>
              </a:p>
              <a:p>
                <a:pPr lvl="2"/>
                <a:r>
                  <a:rPr lang="en-US" noProof="0" dirty="0"/>
                  <a:t>ROI = Average Profit / Investment * 100 = ((</a:t>
                </a:r>
                <a14:m>
                  <m:oMath xmlns:m="http://schemas.openxmlformats.org/officeDocument/2006/math">
                    <m:nary>
                      <m:naryPr>
                        <m:chr m:val="∑"/>
                        <m:ctrlPr>
                          <a:rPr lang="en-US" i="1" noProof="0">
                            <a:latin typeface="Cambria Math" panose="02040503050406030204" pitchFamily="18" charset="0"/>
                          </a:rPr>
                        </m:ctrlPr>
                      </m:naryPr>
                      <m:sub>
                        <m:r>
                          <a:rPr lang="en-US" i="1" noProof="0">
                            <a:latin typeface="Cambria Math"/>
                          </a:rPr>
                          <m:t>𝑘</m:t>
                        </m:r>
                        <m:r>
                          <a:rPr lang="en-US" i="1" noProof="0">
                            <a:latin typeface="Cambria Math"/>
                          </a:rPr>
                          <m:t>=</m:t>
                        </m:r>
                        <m:r>
                          <a:rPr lang="en-US" i="1" noProof="0">
                            <a:latin typeface="Cambria Math"/>
                          </a:rPr>
                          <m:t>𝑛</m:t>
                        </m:r>
                      </m:sub>
                      <m:sup>
                        <m:r>
                          <a:rPr lang="en-US" i="1" noProof="0">
                            <a:latin typeface="Cambria Math"/>
                          </a:rPr>
                          <m:t>1</m:t>
                        </m:r>
                      </m:sup>
                      <m:e>
                        <m:sSup>
                          <m:sSupPr>
                            <m:ctrlPr>
                              <a:rPr lang="en-US" i="1" noProof="0">
                                <a:latin typeface="Cambria Math" panose="02040503050406030204" pitchFamily="18" charset="0"/>
                              </a:rPr>
                            </m:ctrlPr>
                          </m:sSupPr>
                          <m:e>
                            <m:r>
                              <a:rPr lang="en-US" i="1" noProof="0">
                                <a:latin typeface="Cambria Math"/>
                              </a:rPr>
                              <m:t>(</m:t>
                            </m:r>
                            <m:r>
                              <a:rPr lang="en-US" i="1" noProof="0">
                                <a:latin typeface="Cambria Math"/>
                              </a:rPr>
                              <m:t>𝐵</m:t>
                            </m:r>
                          </m:e>
                          <m:sup>
                            <m:r>
                              <a:rPr lang="en-US" i="1" noProof="0">
                                <a:latin typeface="Cambria Math"/>
                              </a:rPr>
                              <m:t>𝑘</m:t>
                            </m:r>
                          </m:sup>
                        </m:sSup>
                        <m:r>
                          <a:rPr lang="en-US" i="1" noProof="0">
                            <a:latin typeface="Cambria Math"/>
                          </a:rPr>
                          <m:t>−</m:t>
                        </m:r>
                        <m:sSup>
                          <m:sSupPr>
                            <m:ctrlPr>
                              <a:rPr lang="en-US" i="1" noProof="0">
                                <a:latin typeface="Cambria Math" panose="02040503050406030204" pitchFamily="18" charset="0"/>
                              </a:rPr>
                            </m:ctrlPr>
                          </m:sSupPr>
                          <m:e>
                            <m:r>
                              <a:rPr lang="en-US" i="1" noProof="0">
                                <a:latin typeface="Cambria Math"/>
                              </a:rPr>
                              <m:t>𝐶</m:t>
                            </m:r>
                          </m:e>
                          <m:sup>
                            <m:r>
                              <a:rPr lang="en-US" i="1" noProof="0">
                                <a:latin typeface="Cambria Math"/>
                              </a:rPr>
                              <m:t>𝑘</m:t>
                            </m:r>
                          </m:sup>
                        </m:sSup>
                      </m:e>
                    </m:nary>
                  </m:oMath>
                </a14:m>
                <a:r>
                  <a:rPr lang="en-US" noProof="0" dirty="0"/>
                  <a:t>))/n) / PC * 100</a:t>
                </a:r>
              </a:p>
              <a:p>
                <a:pPr lvl="1"/>
                <a:r>
                  <a:rPr lang="en-US" noProof="0" dirty="0"/>
                  <a:t>PP (Payback Period): </a:t>
                </a:r>
              </a:p>
              <a:p>
                <a:pPr lvl="2"/>
                <a:r>
                  <a:rPr lang="en-US" noProof="0" dirty="0"/>
                  <a:t>How many years are needed to pay the project investment? </a:t>
                </a:r>
              </a:p>
              <a:p>
                <a:pPr lvl="2"/>
                <a:r>
                  <a:rPr lang="en-US" noProof="0" dirty="0"/>
                  <a:t>PP = Investment / Average Profit = PC/ ((</a:t>
                </a:r>
                <a14:m>
                  <m:oMath xmlns:m="http://schemas.openxmlformats.org/officeDocument/2006/math">
                    <m:nary>
                      <m:naryPr>
                        <m:chr m:val="∑"/>
                        <m:ctrlPr>
                          <a:rPr lang="en-US" i="1" noProof="0">
                            <a:latin typeface="Cambria Math" panose="02040503050406030204" pitchFamily="18" charset="0"/>
                          </a:rPr>
                        </m:ctrlPr>
                      </m:naryPr>
                      <m:sub>
                        <m:r>
                          <a:rPr lang="en-US" i="1" noProof="0">
                            <a:latin typeface="Cambria Math"/>
                          </a:rPr>
                          <m:t>𝑘</m:t>
                        </m:r>
                        <m:r>
                          <a:rPr lang="en-US" i="1" noProof="0">
                            <a:latin typeface="Cambria Math"/>
                          </a:rPr>
                          <m:t>=</m:t>
                        </m:r>
                        <m:r>
                          <a:rPr lang="en-US" i="1" noProof="0">
                            <a:latin typeface="Cambria Math"/>
                          </a:rPr>
                          <m:t>𝑛</m:t>
                        </m:r>
                      </m:sub>
                      <m:sup>
                        <m:r>
                          <a:rPr lang="en-US" i="1" noProof="0">
                            <a:latin typeface="Cambria Math"/>
                          </a:rPr>
                          <m:t>1</m:t>
                        </m:r>
                      </m:sup>
                      <m:e>
                        <m:sSup>
                          <m:sSupPr>
                            <m:ctrlPr>
                              <a:rPr lang="en-US" i="1" noProof="0">
                                <a:latin typeface="Cambria Math" panose="02040503050406030204" pitchFamily="18" charset="0"/>
                              </a:rPr>
                            </m:ctrlPr>
                          </m:sSupPr>
                          <m:e>
                            <m:r>
                              <a:rPr lang="en-US" i="1" noProof="0">
                                <a:latin typeface="Cambria Math"/>
                              </a:rPr>
                              <m:t>(</m:t>
                            </m:r>
                            <m:r>
                              <a:rPr lang="en-US" i="1" noProof="0">
                                <a:latin typeface="Cambria Math"/>
                              </a:rPr>
                              <m:t>𝐵</m:t>
                            </m:r>
                          </m:e>
                          <m:sup>
                            <m:r>
                              <a:rPr lang="en-US" i="1" noProof="0">
                                <a:latin typeface="Cambria Math"/>
                              </a:rPr>
                              <m:t>𝑘</m:t>
                            </m:r>
                          </m:sup>
                        </m:sSup>
                        <m:r>
                          <a:rPr lang="en-US" i="1" noProof="0">
                            <a:latin typeface="Cambria Math"/>
                          </a:rPr>
                          <m:t>−</m:t>
                        </m:r>
                        <m:sSup>
                          <m:sSupPr>
                            <m:ctrlPr>
                              <a:rPr lang="en-US" i="1" noProof="0">
                                <a:latin typeface="Cambria Math" panose="02040503050406030204" pitchFamily="18" charset="0"/>
                              </a:rPr>
                            </m:ctrlPr>
                          </m:sSupPr>
                          <m:e>
                            <m:r>
                              <a:rPr lang="en-US" i="1" noProof="0">
                                <a:latin typeface="Cambria Math"/>
                              </a:rPr>
                              <m:t>𝐶</m:t>
                            </m:r>
                          </m:e>
                          <m:sup>
                            <m:r>
                              <a:rPr lang="en-US" i="1" noProof="0">
                                <a:latin typeface="Cambria Math"/>
                              </a:rPr>
                              <m:t>𝑘</m:t>
                            </m:r>
                          </m:sup>
                        </m:sSup>
                      </m:e>
                    </m:nary>
                  </m:oMath>
                </a14:m>
                <a:r>
                  <a:rPr lang="en-US" noProof="0" dirty="0"/>
                  <a:t>))/n) </a:t>
                </a:r>
              </a:p>
              <a:p>
                <a:pPr lvl="1"/>
                <a:r>
                  <a:rPr lang="en-US" noProof="0" dirty="0"/>
                  <a:t>DCF (Discounted Cash Flow): </a:t>
                </a:r>
              </a:p>
              <a:p>
                <a:pPr lvl="2"/>
                <a:r>
                  <a:rPr lang="en-US" noProof="0" dirty="0"/>
                  <a:t>What is the project actual value?</a:t>
                </a:r>
              </a:p>
              <a:p>
                <a:pPr lvl="2"/>
                <a:r>
                  <a:rPr lang="en-US" noProof="0" dirty="0"/>
                  <a:t>In DCF, the interest «r» decreases the actual value of money over time</a:t>
                </a:r>
              </a:p>
              <a:p>
                <a:pPr lvl="2"/>
                <a:r>
                  <a:rPr lang="en-US" noProof="0" dirty="0"/>
                  <a:t>DCF = Investment– Sum of discounted returns =  PC – </a:t>
                </a:r>
                <a14:m>
                  <m:oMath xmlns:m="http://schemas.openxmlformats.org/officeDocument/2006/math">
                    <m:nary>
                      <m:naryPr>
                        <m:chr m:val="∑"/>
                        <m:ctrlPr>
                          <a:rPr lang="en-US" i="1" noProof="0">
                            <a:latin typeface="Cambria Math" panose="02040503050406030204" pitchFamily="18" charset="0"/>
                          </a:rPr>
                        </m:ctrlPr>
                      </m:naryPr>
                      <m:sub>
                        <m:r>
                          <a:rPr lang="en-US" i="1" noProof="0">
                            <a:latin typeface="Cambria Math"/>
                          </a:rPr>
                          <m:t>𝑘</m:t>
                        </m:r>
                        <m:r>
                          <a:rPr lang="en-US" i="1" noProof="0">
                            <a:latin typeface="Cambria Math"/>
                          </a:rPr>
                          <m:t>=</m:t>
                        </m:r>
                        <m:r>
                          <a:rPr lang="en-US" i="1" noProof="0">
                            <a:latin typeface="Cambria Math"/>
                          </a:rPr>
                          <m:t>𝑛</m:t>
                        </m:r>
                      </m:sub>
                      <m:sup>
                        <m:r>
                          <a:rPr lang="en-US" i="1" noProof="0">
                            <a:latin typeface="Cambria Math"/>
                          </a:rPr>
                          <m:t>1</m:t>
                        </m:r>
                      </m:sup>
                      <m:e>
                        <m:sSup>
                          <m:sSupPr>
                            <m:ctrlPr>
                              <a:rPr lang="en-US" i="1" noProof="0">
                                <a:latin typeface="Cambria Math" panose="02040503050406030204" pitchFamily="18" charset="0"/>
                              </a:rPr>
                            </m:ctrlPr>
                          </m:sSupPr>
                          <m:e>
                            <m:r>
                              <a:rPr lang="en-US" i="1" noProof="0">
                                <a:latin typeface="Cambria Math"/>
                              </a:rPr>
                              <m:t>(</m:t>
                            </m:r>
                            <m:r>
                              <a:rPr lang="en-US" i="1" noProof="0">
                                <a:latin typeface="Cambria Math"/>
                              </a:rPr>
                              <m:t>𝐵</m:t>
                            </m:r>
                          </m:e>
                          <m:sup>
                            <m:r>
                              <a:rPr lang="en-US" i="1" noProof="0">
                                <a:latin typeface="Cambria Math"/>
                              </a:rPr>
                              <m:t>𝑘</m:t>
                            </m:r>
                          </m:sup>
                        </m:sSup>
                        <m:r>
                          <a:rPr lang="en-US" i="1" noProof="0">
                            <a:latin typeface="Cambria Math"/>
                          </a:rPr>
                          <m:t>−</m:t>
                        </m:r>
                        <m:sSup>
                          <m:sSupPr>
                            <m:ctrlPr>
                              <a:rPr lang="en-US" i="1" noProof="0">
                                <a:latin typeface="Cambria Math" panose="02040503050406030204" pitchFamily="18" charset="0"/>
                              </a:rPr>
                            </m:ctrlPr>
                          </m:sSupPr>
                          <m:e>
                            <m:r>
                              <a:rPr lang="en-US" i="1" noProof="0">
                                <a:latin typeface="Cambria Math"/>
                              </a:rPr>
                              <m:t>𝐶</m:t>
                            </m:r>
                          </m:e>
                          <m:sup>
                            <m:r>
                              <a:rPr lang="en-US" i="1" noProof="0">
                                <a:latin typeface="Cambria Math"/>
                              </a:rPr>
                              <m:t>𝑘</m:t>
                            </m:r>
                          </m:sup>
                        </m:sSup>
                      </m:e>
                    </m:nary>
                  </m:oMath>
                </a14:m>
                <a:r>
                  <a:rPr lang="en-US" noProof="0" dirty="0"/>
                  <a:t>) /</a:t>
                </a:r>
                <a14:m>
                  <m:oMath xmlns:m="http://schemas.openxmlformats.org/officeDocument/2006/math">
                    <m:sSup>
                      <m:sSupPr>
                        <m:ctrlPr>
                          <a:rPr lang="en-US" i="1" noProof="0">
                            <a:latin typeface="Cambria Math" panose="02040503050406030204" pitchFamily="18" charset="0"/>
                          </a:rPr>
                        </m:ctrlPr>
                      </m:sSupPr>
                      <m:e>
                        <m:r>
                          <a:rPr lang="en-US" i="1" noProof="0">
                            <a:latin typeface="Cambria Math"/>
                          </a:rPr>
                          <m:t>  (1+</m:t>
                        </m:r>
                        <m:r>
                          <a:rPr lang="en-US" i="1" noProof="0">
                            <a:latin typeface="Cambria Math"/>
                          </a:rPr>
                          <m:t>𝑟</m:t>
                        </m:r>
                        <m:r>
                          <a:rPr lang="en-US" i="1" noProof="0">
                            <a:latin typeface="Cambria Math"/>
                          </a:rPr>
                          <m:t>)</m:t>
                        </m:r>
                      </m:e>
                      <m:sup>
                        <m:r>
                          <a:rPr lang="en-US" i="1" noProof="0">
                            <a:latin typeface="Cambria Math"/>
                          </a:rPr>
                          <m:t>𝑘</m:t>
                        </m:r>
                      </m:sup>
                    </m:sSup>
                  </m:oMath>
                </a14:m>
                <a:endParaRPr lang="en-US" i="1" noProof="0" dirty="0">
                  <a:latin typeface="Cambria Math"/>
                </a:endParaRPr>
              </a:p>
            </p:txBody>
          </p:sp>
        </mc:Choice>
        <mc:Fallback xmlns="">
          <p:sp>
            <p:nvSpPr>
              <p:cNvPr id="2" name="Segnaposto contenuto 1">
                <a:extLst>
                  <a:ext uri="{FF2B5EF4-FFF2-40B4-BE49-F238E27FC236}">
                    <a16:creationId xmlns:a16="http://schemas.microsoft.com/office/drawing/2014/main" id="{E6659B8D-17D6-9B86-F7C7-16F4ED2F4709}"/>
                  </a:ext>
                </a:extLst>
              </p:cNvPr>
              <p:cNvSpPr>
                <a:spLocks noGrp="1" noRot="1" noChangeAspect="1" noMove="1" noResize="1" noEditPoints="1" noAdjustHandles="1" noChangeArrowheads="1" noChangeShapeType="1" noTextEdit="1"/>
              </p:cNvSpPr>
              <p:nvPr>
                <p:ph idx="1"/>
              </p:nvPr>
            </p:nvSpPr>
            <p:spPr>
              <a:blipFill>
                <a:blip r:embed="rId2"/>
                <a:stretch>
                  <a:fillRect l="-1014" t="-1067" b="-8400"/>
                </a:stretch>
              </a:blipFill>
            </p:spPr>
            <p:txBody>
              <a:bodyPr/>
              <a:lstStyle/>
              <a:p>
                <a:r>
                  <a:rPr lang="en-US">
                    <a:noFill/>
                  </a:rPr>
                  <a:t> </a:t>
                </a:r>
              </a:p>
            </p:txBody>
          </p:sp>
        </mc:Fallback>
      </mc:AlternateContent>
      <p:sp>
        <p:nvSpPr>
          <p:cNvPr id="7170" name="Rectangle 5">
            <a:extLst>
              <a:ext uri="{FF2B5EF4-FFF2-40B4-BE49-F238E27FC236}">
                <a16:creationId xmlns:a16="http://schemas.microsoft.com/office/drawing/2014/main" id="{B99C7E01-DB49-30EB-ACED-42851BB6A54B}"/>
              </a:ext>
            </a:extLst>
          </p:cNvPr>
          <p:cNvSpPr>
            <a:spLocks noGrp="1" noChangeArrowheads="1"/>
          </p:cNvSpPr>
          <p:nvPr>
            <p:ph type="sldNum" sz="quarter" idx="4294967295"/>
          </p:nvPr>
        </p:nvSpPr>
        <p:spPr>
          <a:xfrm>
            <a:off x="7162800" y="6353175"/>
            <a:ext cx="2057400" cy="533400"/>
          </a:xfrm>
          <a:prstGeom prst="rect">
            <a:avLst/>
          </a:prstGeom>
          <a:noFill/>
        </p:spPr>
        <p:txBody>
          <a:bodyPr/>
          <a:lstStyle>
            <a:lvl1pPr>
              <a:defRPr sz="4400" b="1">
                <a:solidFill>
                  <a:schemeClr val="tx1"/>
                </a:solidFill>
                <a:latin typeface="Times New Roman" pitchFamily="18" charset="0"/>
              </a:defRPr>
            </a:lvl1pPr>
            <a:lvl2pPr marL="742950" indent="-285750">
              <a:defRPr sz="4400" b="1">
                <a:solidFill>
                  <a:schemeClr val="tx1"/>
                </a:solidFill>
                <a:latin typeface="Times New Roman" pitchFamily="18" charset="0"/>
              </a:defRPr>
            </a:lvl2pPr>
            <a:lvl3pPr marL="1143000" indent="-228600">
              <a:defRPr sz="4400" b="1">
                <a:solidFill>
                  <a:schemeClr val="tx1"/>
                </a:solidFill>
                <a:latin typeface="Times New Roman" pitchFamily="18" charset="0"/>
              </a:defRPr>
            </a:lvl3pPr>
            <a:lvl4pPr marL="1600200" indent="-228600">
              <a:defRPr sz="4400" b="1">
                <a:solidFill>
                  <a:schemeClr val="tx1"/>
                </a:solidFill>
                <a:latin typeface="Times New Roman" pitchFamily="18" charset="0"/>
              </a:defRPr>
            </a:lvl4pPr>
            <a:lvl5pPr marL="2057400" indent="-228600">
              <a:defRPr sz="4400" b="1">
                <a:solidFill>
                  <a:schemeClr val="tx1"/>
                </a:solidFill>
                <a:latin typeface="Times New Roman" pitchFamily="18" charset="0"/>
              </a:defRPr>
            </a:lvl5pPr>
            <a:lvl6pPr marL="2514600" indent="-228600" eaLnBrk="0" fontAlgn="base" hangingPunct="0">
              <a:spcBef>
                <a:spcPct val="0"/>
              </a:spcBef>
              <a:spcAft>
                <a:spcPct val="0"/>
              </a:spcAft>
              <a:defRPr sz="4400" b="1">
                <a:solidFill>
                  <a:schemeClr val="tx1"/>
                </a:solidFill>
                <a:latin typeface="Times New Roman" pitchFamily="18" charset="0"/>
              </a:defRPr>
            </a:lvl6pPr>
            <a:lvl7pPr marL="2971800" indent="-228600" eaLnBrk="0" fontAlgn="base" hangingPunct="0">
              <a:spcBef>
                <a:spcPct val="0"/>
              </a:spcBef>
              <a:spcAft>
                <a:spcPct val="0"/>
              </a:spcAft>
              <a:defRPr sz="4400" b="1">
                <a:solidFill>
                  <a:schemeClr val="tx1"/>
                </a:solidFill>
                <a:latin typeface="Times New Roman" pitchFamily="18" charset="0"/>
              </a:defRPr>
            </a:lvl7pPr>
            <a:lvl8pPr marL="3429000" indent="-228600" eaLnBrk="0" fontAlgn="base" hangingPunct="0">
              <a:spcBef>
                <a:spcPct val="0"/>
              </a:spcBef>
              <a:spcAft>
                <a:spcPct val="0"/>
              </a:spcAft>
              <a:defRPr sz="4400" b="1">
                <a:solidFill>
                  <a:schemeClr val="tx1"/>
                </a:solidFill>
                <a:latin typeface="Times New Roman" pitchFamily="18" charset="0"/>
              </a:defRPr>
            </a:lvl8pPr>
            <a:lvl9pPr marL="3886200" indent="-228600" eaLnBrk="0" fontAlgn="base" hangingPunct="0">
              <a:spcBef>
                <a:spcPct val="0"/>
              </a:spcBef>
              <a:spcAft>
                <a:spcPct val="0"/>
              </a:spcAft>
              <a:defRPr sz="4400" b="1">
                <a:solidFill>
                  <a:schemeClr val="tx1"/>
                </a:solidFill>
                <a:latin typeface="Times New Roman" pitchFamily="18" charset="0"/>
              </a:defRPr>
            </a:lvl9pPr>
          </a:lstStyle>
          <a:p>
            <a:fld id="{8434A4A6-F2BB-4A8F-8D5E-624CAFF6E6A7}" type="slidenum">
              <a:rPr lang="en-US" sz="1200" noProof="0" smtClean="0">
                <a:solidFill>
                  <a:srgbClr val="000066"/>
                </a:solidFill>
              </a:rPr>
              <a:pPr/>
              <a:t>39</a:t>
            </a:fld>
            <a:endParaRPr lang="en-US" sz="1200" noProof="0" dirty="0">
              <a:solidFill>
                <a:srgbClr val="000066"/>
              </a:solidFill>
            </a:endParaRPr>
          </a:p>
        </p:txBody>
      </p:sp>
    </p:spTree>
    <p:extLst>
      <p:ext uri="{BB962C8B-B14F-4D97-AF65-F5344CB8AC3E}">
        <p14:creationId xmlns:p14="http://schemas.microsoft.com/office/powerpoint/2010/main" val="38426078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778AF-0EC7-2D39-FE7D-9E8527F8714B}"/>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D76EF6F2-82A4-401B-991F-5D4889574058}"/>
              </a:ext>
            </a:extLst>
          </p:cNvPr>
          <p:cNvSpPr>
            <a:spLocks noGrp="1" noChangeArrowheads="1"/>
          </p:cNvSpPr>
          <p:nvPr>
            <p:ph type="title"/>
          </p:nvPr>
        </p:nvSpPr>
        <p:spPr/>
        <p:txBody>
          <a:bodyPr/>
          <a:lstStyle/>
          <a:p>
            <a:r>
              <a:rPr lang="en-US" noProof="0" dirty="0"/>
              <a:t>PROJECT VALUE: </a:t>
            </a:r>
            <a:br>
              <a:rPr lang="en-US" noProof="0" dirty="0"/>
            </a:br>
            <a:r>
              <a:rPr lang="en-US" noProof="0" dirty="0"/>
              <a:t>FINANCIAL APPROACH</a:t>
            </a:r>
          </a:p>
        </p:txBody>
      </p:sp>
      <p:sp>
        <p:nvSpPr>
          <p:cNvPr id="2" name="Segnaposto contenuto 1">
            <a:extLst>
              <a:ext uri="{FF2B5EF4-FFF2-40B4-BE49-F238E27FC236}">
                <a16:creationId xmlns:a16="http://schemas.microsoft.com/office/drawing/2014/main" id="{00844EB5-823F-2101-9552-D557FA365A42}"/>
              </a:ext>
            </a:extLst>
          </p:cNvPr>
          <p:cNvSpPr>
            <a:spLocks noGrp="1"/>
          </p:cNvSpPr>
          <p:nvPr>
            <p:ph idx="1"/>
          </p:nvPr>
        </p:nvSpPr>
        <p:spPr/>
        <p:txBody>
          <a:bodyPr anchor="ctr"/>
          <a:lstStyle/>
          <a:p>
            <a:r>
              <a:rPr lang="en-US" noProof="0" dirty="0"/>
              <a:t>However, a bare financial evaluation:</a:t>
            </a:r>
          </a:p>
          <a:p>
            <a:pPr lvl="1"/>
            <a:r>
              <a:rPr lang="en-US" noProof="0" dirty="0"/>
              <a:t>Is </a:t>
            </a:r>
            <a:r>
              <a:rPr lang="en-US" b="1" noProof="0" dirty="0"/>
              <a:t>incomplete</a:t>
            </a:r>
            <a:r>
              <a:rPr lang="en-US" noProof="0" dirty="0"/>
              <a:t>, since it neglects qualitative /intangible benefits that often are the very reason for a project, thus misleading project assessment;</a:t>
            </a:r>
          </a:p>
          <a:p>
            <a:pPr lvl="1"/>
            <a:r>
              <a:rPr lang="en-US" noProof="0" dirty="0"/>
              <a:t>Is </a:t>
            </a:r>
            <a:r>
              <a:rPr lang="en-US" b="1" noProof="0" dirty="0"/>
              <a:t>redundant</a:t>
            </a:r>
            <a:r>
              <a:rPr lang="en-US" noProof="0" dirty="0"/>
              <a:t>, if companies consider IT projects as operational expenses (OPEX) rather than investment expenses (CAPEX) and, therefore, projects with zero return could be acceptable.</a:t>
            </a:r>
          </a:p>
          <a:p>
            <a:r>
              <a:rPr lang="en-US" noProof="0" dirty="0"/>
              <a:t>Given the limits of financial evaluation, a holistic evaluation should address the whole impact and focus on the </a:t>
            </a:r>
            <a:r>
              <a:rPr lang="en-US" b="1" noProof="0" dirty="0"/>
              <a:t>PROJECT</a:t>
            </a:r>
            <a:r>
              <a:rPr lang="en-US" noProof="0" dirty="0"/>
              <a:t> </a:t>
            </a:r>
            <a:r>
              <a:rPr lang="en-US" b="1" noProof="0" dirty="0"/>
              <a:t>VALUE.</a:t>
            </a:r>
            <a:endParaRPr lang="en-US" noProof="0" dirty="0"/>
          </a:p>
        </p:txBody>
      </p:sp>
    </p:spTree>
    <p:extLst>
      <p:ext uri="{BB962C8B-B14F-4D97-AF65-F5344CB8AC3E}">
        <p14:creationId xmlns:p14="http://schemas.microsoft.com/office/powerpoint/2010/main" val="13920491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21349-F8A8-319C-4851-3A9A0DC972AF}"/>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CF0431D1-0187-3863-55DF-553F999AF696}"/>
              </a:ext>
            </a:extLst>
          </p:cNvPr>
          <p:cNvSpPr>
            <a:spLocks noGrp="1" noChangeArrowheads="1"/>
          </p:cNvSpPr>
          <p:nvPr>
            <p:ph type="title"/>
          </p:nvPr>
        </p:nvSpPr>
        <p:spPr/>
        <p:txBody>
          <a:bodyPr/>
          <a:lstStyle/>
          <a:p>
            <a:r>
              <a:rPr lang="en-US" noProof="0" dirty="0"/>
              <a:t>PROJECT VALUE</a:t>
            </a:r>
          </a:p>
        </p:txBody>
      </p:sp>
      <p:graphicFrame>
        <p:nvGraphicFramePr>
          <p:cNvPr id="3" name="Segnaposto contenuto 2">
            <a:extLst>
              <a:ext uri="{FF2B5EF4-FFF2-40B4-BE49-F238E27FC236}">
                <a16:creationId xmlns:a16="http://schemas.microsoft.com/office/drawing/2014/main" id="{3C8DD4DF-135E-53E7-8E6D-4517379F42A3}"/>
              </a:ext>
            </a:extLst>
          </p:cNvPr>
          <p:cNvGraphicFramePr>
            <a:graphicFrameLocks noGrp="1"/>
          </p:cNvGraphicFramePr>
          <p:nvPr>
            <p:ph idx="1"/>
            <p:extLst>
              <p:ext uri="{D42A27DB-BD31-4B8C-83A1-F6EECF244321}">
                <p14:modId xmlns:p14="http://schemas.microsoft.com/office/powerpoint/2010/main" val="2451916580"/>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334163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BFE34-91EF-BF17-EE27-EF9C5182E4D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98D3B46-1590-5065-094D-CDE1B33445E2}"/>
              </a:ext>
            </a:extLst>
          </p:cNvPr>
          <p:cNvSpPr>
            <a:spLocks noGrp="1"/>
          </p:cNvSpPr>
          <p:nvPr>
            <p:ph type="title"/>
          </p:nvPr>
        </p:nvSpPr>
        <p:spPr/>
        <p:txBody>
          <a:bodyPr/>
          <a:lstStyle/>
          <a:p>
            <a:r>
              <a:rPr lang="en-US" noProof="0" dirty="0"/>
              <a:t>NET VALUE APPROACH</a:t>
            </a:r>
          </a:p>
        </p:txBody>
      </p:sp>
      <p:graphicFrame>
        <p:nvGraphicFramePr>
          <p:cNvPr id="6" name="Segnaposto contenuto 5">
            <a:extLst>
              <a:ext uri="{FF2B5EF4-FFF2-40B4-BE49-F238E27FC236}">
                <a16:creationId xmlns:a16="http://schemas.microsoft.com/office/drawing/2014/main" id="{B3F5CBCD-C7AC-B897-55D9-7D393BAFEB82}"/>
              </a:ext>
            </a:extLst>
          </p:cNvPr>
          <p:cNvGraphicFramePr>
            <a:graphicFrameLocks noGrp="1"/>
          </p:cNvGraphicFramePr>
          <p:nvPr>
            <p:ph sz="half" idx="1"/>
            <p:extLst>
              <p:ext uri="{D42A27DB-BD31-4B8C-83A1-F6EECF244321}">
                <p14:modId xmlns:p14="http://schemas.microsoft.com/office/powerpoint/2010/main" val="268048370"/>
              </p:ext>
            </p:extLst>
          </p:nvPr>
        </p:nvGraphicFramePr>
        <p:xfrm>
          <a:off x="742950" y="1524000"/>
          <a:ext cx="8420100" cy="220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egnaposto testo 2">
            <a:extLst>
              <a:ext uri="{FF2B5EF4-FFF2-40B4-BE49-F238E27FC236}">
                <a16:creationId xmlns:a16="http://schemas.microsoft.com/office/drawing/2014/main" id="{57D0D533-6549-8C1C-4E0A-2385A8B81FA4}"/>
              </a:ext>
            </a:extLst>
          </p:cNvPr>
          <p:cNvSpPr>
            <a:spLocks noGrp="1"/>
          </p:cNvSpPr>
          <p:nvPr>
            <p:ph type="body" sz="half" idx="2"/>
          </p:nvPr>
        </p:nvSpPr>
        <p:spPr>
          <a:xfrm>
            <a:off x="742950" y="3886200"/>
            <a:ext cx="8420100" cy="2711152"/>
          </a:xfrm>
        </p:spPr>
        <p:txBody>
          <a:bodyPr>
            <a:normAutofit fontScale="92500" lnSpcReduction="10000"/>
          </a:bodyPr>
          <a:lstStyle/>
          <a:p>
            <a:r>
              <a:rPr lang="en-US" noProof="0" dirty="0"/>
              <a:t>The gross project value </a:t>
            </a:r>
            <a:r>
              <a:rPr lang="en-US" b="1" noProof="0" dirty="0"/>
              <a:t>V</a:t>
            </a:r>
            <a:r>
              <a:rPr lang="en-US" noProof="0" dirty="0"/>
              <a:t> is defined as the sum of the management value </a:t>
            </a:r>
            <a:r>
              <a:rPr lang="en-US" b="1" noProof="0" dirty="0"/>
              <a:t>MV</a:t>
            </a:r>
            <a:r>
              <a:rPr lang="en-US" noProof="0" dirty="0"/>
              <a:t> (the sum of tangible and intangible returns for the enterprise) and the social value </a:t>
            </a:r>
            <a:r>
              <a:rPr lang="en-US" b="1" noProof="0" dirty="0"/>
              <a:t>SV</a:t>
            </a:r>
            <a:r>
              <a:rPr lang="en-US" noProof="0" dirty="0"/>
              <a:t> (the sum of tangible and intangible for the users), namely </a:t>
            </a:r>
          </a:p>
          <a:p>
            <a:pPr marL="0" indent="0" algn="ctr">
              <a:buNone/>
            </a:pPr>
            <a:r>
              <a:rPr lang="en-US" b="1" noProof="0" dirty="0"/>
              <a:t>V = MV + SV</a:t>
            </a:r>
          </a:p>
          <a:p>
            <a:r>
              <a:rPr lang="en-US" noProof="0" dirty="0"/>
              <a:t>The net project value </a:t>
            </a:r>
            <a:r>
              <a:rPr lang="en-US" b="1" noProof="0" dirty="0"/>
              <a:t>V*</a:t>
            </a:r>
            <a:r>
              <a:rPr lang="en-US" noProof="0" dirty="0"/>
              <a:t> also considers project cost (</a:t>
            </a:r>
            <a:r>
              <a:rPr lang="en-US" b="1" noProof="0" dirty="0"/>
              <a:t>CP</a:t>
            </a:r>
            <a:r>
              <a:rPr lang="en-US" noProof="0" dirty="0"/>
              <a:t>) &amp; operation costs (</a:t>
            </a:r>
            <a:r>
              <a:rPr lang="en-US" b="1" noProof="0" dirty="0"/>
              <a:t>OP</a:t>
            </a:r>
            <a:r>
              <a:rPr lang="en-US" noProof="0" dirty="0"/>
              <a:t>) i.e. </a:t>
            </a:r>
          </a:p>
          <a:p>
            <a:pPr marL="0" indent="0" algn="ctr">
              <a:buNone/>
            </a:pPr>
            <a:r>
              <a:rPr lang="en-US" b="1" noProof="0" dirty="0"/>
              <a:t>V* = (MV+SV) – (CP+OP)</a:t>
            </a:r>
            <a:endParaRPr lang="en-US" noProof="0" dirty="0"/>
          </a:p>
        </p:txBody>
      </p:sp>
    </p:spTree>
    <p:extLst>
      <p:ext uri="{BB962C8B-B14F-4D97-AF65-F5344CB8AC3E}">
        <p14:creationId xmlns:p14="http://schemas.microsoft.com/office/powerpoint/2010/main" val="16204968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756EC-6125-FB73-4424-2E677606B3A8}"/>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E2B67523-590F-772B-917E-52BA2D189D7D}"/>
              </a:ext>
            </a:extLst>
          </p:cNvPr>
          <p:cNvSpPr>
            <a:spLocks noGrp="1" noChangeArrowheads="1"/>
          </p:cNvSpPr>
          <p:nvPr>
            <p:ph type="title"/>
          </p:nvPr>
        </p:nvSpPr>
        <p:spPr/>
        <p:txBody>
          <a:bodyPr/>
          <a:lstStyle/>
          <a:p>
            <a:r>
              <a:rPr lang="en-US" noProof="0" dirty="0"/>
              <a:t>NET VALUE APPROACH</a:t>
            </a:r>
          </a:p>
        </p:txBody>
      </p:sp>
      <p:graphicFrame>
        <p:nvGraphicFramePr>
          <p:cNvPr id="7" name="Segnaposto contenuto 13">
            <a:extLst>
              <a:ext uri="{FF2B5EF4-FFF2-40B4-BE49-F238E27FC236}">
                <a16:creationId xmlns:a16="http://schemas.microsoft.com/office/drawing/2014/main" id="{4BF54CCB-C631-9385-2A09-B244B6E3C238}"/>
              </a:ext>
            </a:extLst>
          </p:cNvPr>
          <p:cNvGraphicFramePr>
            <a:graphicFrameLocks noGrp="1"/>
          </p:cNvGraphicFramePr>
          <p:nvPr>
            <p:ph sz="half" idx="1"/>
            <p:extLst>
              <p:ext uri="{D42A27DB-BD31-4B8C-83A1-F6EECF244321}">
                <p14:modId xmlns:p14="http://schemas.microsoft.com/office/powerpoint/2010/main" val="477428629"/>
              </p:ext>
            </p:extLst>
          </p:nvPr>
        </p:nvGraphicFramePr>
        <p:xfrm>
          <a:off x="742950" y="1524000"/>
          <a:ext cx="4133850" cy="4572000"/>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2" name="Segnaposto testo 1">
                <a:extLst>
                  <a:ext uri="{FF2B5EF4-FFF2-40B4-BE49-F238E27FC236}">
                    <a16:creationId xmlns:a16="http://schemas.microsoft.com/office/drawing/2014/main" id="{9104B2C0-2A3F-CA30-5DB5-564EF95DB259}"/>
                  </a:ext>
                </a:extLst>
              </p:cNvPr>
              <p:cNvSpPr>
                <a:spLocks noGrp="1"/>
              </p:cNvSpPr>
              <p:nvPr>
                <p:ph sz="half" idx="2"/>
              </p:nvPr>
            </p:nvSpPr>
            <p:spPr>
              <a:xfrm>
                <a:off x="5169024" y="1484784"/>
                <a:ext cx="4493890" cy="4572000"/>
              </a:xfrm>
            </p:spPr>
            <p:txBody>
              <a:bodyPr anchor="ctr">
                <a:normAutofit fontScale="70000" lnSpcReduction="20000"/>
              </a:bodyPr>
              <a:lstStyle/>
              <a:p>
                <a:r>
                  <a:rPr lang="en-US" noProof="0" dirty="0"/>
                  <a:t>In our view, we consider both the project and the operation of the system/product </a:t>
                </a:r>
              </a:p>
              <a:p>
                <a:r>
                  <a:rPr lang="en-US" noProof="0" dirty="0"/>
                  <a:t>The related equation is </a:t>
                </a:r>
              </a:p>
              <a:p>
                <a:pPr marL="457200" lvl="1" indent="0">
                  <a:buNone/>
                </a:pPr>
                <a:r>
                  <a:rPr lang="en-US" noProof="0" dirty="0"/>
                  <a:t>R = PC – </a:t>
                </a:r>
                <a14:m>
                  <m:oMath xmlns:m="http://schemas.openxmlformats.org/officeDocument/2006/math">
                    <m:nary>
                      <m:naryPr>
                        <m:chr m:val="∑"/>
                        <m:ctrlPr>
                          <a:rPr lang="en-US" i="1" noProof="0">
                            <a:latin typeface="Cambria Math" panose="02040503050406030204" pitchFamily="18" charset="0"/>
                          </a:rPr>
                        </m:ctrlPr>
                      </m:naryPr>
                      <m:sub>
                        <m:r>
                          <a:rPr lang="en-US" noProof="0">
                            <a:latin typeface="Cambria Math" panose="02040503050406030204" pitchFamily="18" charset="0"/>
                          </a:rPr>
                          <m:t>𝒌</m:t>
                        </m:r>
                        <m:r>
                          <a:rPr lang="en-US" noProof="0">
                            <a:latin typeface="Cambria Math" panose="02040503050406030204" pitchFamily="18" charset="0"/>
                          </a:rPr>
                          <m:t>=</m:t>
                        </m:r>
                        <m:r>
                          <a:rPr lang="en-US" noProof="0">
                            <a:latin typeface="Cambria Math" panose="02040503050406030204" pitchFamily="18" charset="0"/>
                          </a:rPr>
                          <m:t>𝒏</m:t>
                        </m:r>
                      </m:sub>
                      <m:sup>
                        <m:r>
                          <a:rPr lang="en-US" noProof="0">
                            <a:latin typeface="Cambria Math" panose="02040503050406030204" pitchFamily="18" charset="0"/>
                          </a:rPr>
                          <m:t>𝟏</m:t>
                        </m:r>
                      </m:sup>
                      <m:e>
                        <m:sSup>
                          <m:sSupPr>
                            <m:ctrlPr>
                              <a:rPr lang="en-US" i="1" noProof="0">
                                <a:latin typeface="Cambria Math" panose="02040503050406030204" pitchFamily="18" charset="0"/>
                              </a:rPr>
                            </m:ctrlPr>
                          </m:sSupPr>
                          <m:e>
                            <m:r>
                              <a:rPr lang="en-US" noProof="0">
                                <a:latin typeface="Cambria Math" panose="02040503050406030204" pitchFamily="18" charset="0"/>
                              </a:rPr>
                              <m:t>(</m:t>
                            </m:r>
                            <m:r>
                              <a:rPr lang="en-US" noProof="0">
                                <a:latin typeface="Cambria Math" panose="02040503050406030204" pitchFamily="18" charset="0"/>
                              </a:rPr>
                              <m:t>𝑩</m:t>
                            </m:r>
                          </m:e>
                          <m:sup>
                            <m:r>
                              <a:rPr lang="en-US" noProof="0">
                                <a:latin typeface="Cambria Math" panose="02040503050406030204" pitchFamily="18" charset="0"/>
                              </a:rPr>
                              <m:t>𝒌</m:t>
                            </m:r>
                          </m:sup>
                        </m:sSup>
                        <m:r>
                          <a:rPr lang="en-US" noProof="0">
                            <a:latin typeface="Cambria Math" panose="02040503050406030204" pitchFamily="18" charset="0"/>
                          </a:rPr>
                          <m:t>−</m:t>
                        </m:r>
                        <m:sSup>
                          <m:sSupPr>
                            <m:ctrlPr>
                              <a:rPr lang="en-US" i="1" noProof="0">
                                <a:latin typeface="Cambria Math" panose="02040503050406030204" pitchFamily="18" charset="0"/>
                              </a:rPr>
                            </m:ctrlPr>
                          </m:sSupPr>
                          <m:e>
                            <m:r>
                              <a:rPr lang="en-US" noProof="0">
                                <a:latin typeface="Cambria Math" panose="02040503050406030204" pitchFamily="18" charset="0"/>
                              </a:rPr>
                              <m:t>𝑪</m:t>
                            </m:r>
                          </m:e>
                          <m:sup>
                            <m:r>
                              <a:rPr lang="en-US" noProof="0">
                                <a:latin typeface="Cambria Math" panose="02040503050406030204" pitchFamily="18" charset="0"/>
                              </a:rPr>
                              <m:t>𝒌</m:t>
                            </m:r>
                          </m:sup>
                        </m:sSup>
                      </m:e>
                    </m:nary>
                  </m:oMath>
                </a14:m>
                <a:r>
                  <a:rPr lang="en-US" noProof="0" dirty="0"/>
                  <a:t>) </a:t>
                </a:r>
              </a:p>
              <a:p>
                <a:pPr marL="457200" lvl="1" indent="0">
                  <a:buNone/>
                </a:pPr>
                <a:r>
                  <a:rPr lang="en-US" noProof="0" dirty="0"/>
                  <a:t>Where: </a:t>
                </a:r>
              </a:p>
              <a:p>
                <a:pPr lvl="1"/>
                <a:r>
                  <a:rPr lang="en-US" noProof="0" dirty="0"/>
                  <a:t>R is the final return of the project</a:t>
                </a:r>
              </a:p>
              <a:p>
                <a:pPr lvl="1"/>
                <a:r>
                  <a:rPr lang="en-US" noProof="0" dirty="0"/>
                  <a:t>PC is the total cost of the project </a:t>
                </a:r>
              </a:p>
              <a:p>
                <a:pPr lvl="1"/>
                <a:r>
                  <a:rPr lang="en-US" noProof="0" dirty="0"/>
                  <a:t>B are the annual benefits of the system </a:t>
                </a:r>
              </a:p>
              <a:p>
                <a:pPr lvl="1"/>
                <a:r>
                  <a:rPr lang="en-US" noProof="0" dirty="0"/>
                  <a:t>C are the annual costs of the system </a:t>
                </a:r>
              </a:p>
              <a:p>
                <a:pPr lvl="1"/>
                <a:r>
                  <a:rPr lang="en-US" noProof="0" dirty="0"/>
                  <a:t>n is the estimated duration of the system, typically 3 to 5 years </a:t>
                </a:r>
              </a:p>
              <a:p>
                <a:r>
                  <a:rPr lang="en-US" noProof="0" dirty="0"/>
                  <a:t>In the chart, the system operation is assumed 4 years with 1 year for the project</a:t>
                </a:r>
              </a:p>
              <a:p>
                <a:r>
                  <a:rPr lang="en-US" noProof="0" dirty="0"/>
                  <a:t>In year 1, benefits are reduced to  50%, to reflect a learning curve  </a:t>
                </a:r>
              </a:p>
            </p:txBody>
          </p:sp>
        </mc:Choice>
        <mc:Fallback xmlns="">
          <p:sp>
            <p:nvSpPr>
              <p:cNvPr id="2" name="Segnaposto testo 1">
                <a:extLst>
                  <a:ext uri="{FF2B5EF4-FFF2-40B4-BE49-F238E27FC236}">
                    <a16:creationId xmlns:a16="http://schemas.microsoft.com/office/drawing/2014/main" id="{9104B2C0-2A3F-CA30-5DB5-564EF95DB259}"/>
                  </a:ext>
                </a:extLst>
              </p:cNvPr>
              <p:cNvSpPr>
                <a:spLocks noGrp="1" noRot="1" noChangeAspect="1" noMove="1" noResize="1" noEditPoints="1" noAdjustHandles="1" noChangeArrowheads="1" noChangeShapeType="1" noTextEdit="1"/>
              </p:cNvSpPr>
              <p:nvPr>
                <p:ph sz="half" idx="2"/>
              </p:nvPr>
            </p:nvSpPr>
            <p:spPr>
              <a:xfrm>
                <a:off x="5169024" y="1484784"/>
                <a:ext cx="4493890" cy="4572000"/>
              </a:xfrm>
              <a:blipFill>
                <a:blip r:embed="rId3"/>
                <a:stretch>
                  <a:fillRect l="-1221" t="-1467" r="-1357" b="-1733"/>
                </a:stretch>
              </a:blipFill>
            </p:spPr>
            <p:txBody>
              <a:bodyPr/>
              <a:lstStyle/>
              <a:p>
                <a:r>
                  <a:rPr lang="en-US">
                    <a:noFill/>
                  </a:rPr>
                  <a:t> </a:t>
                </a:r>
              </a:p>
            </p:txBody>
          </p:sp>
        </mc:Fallback>
      </mc:AlternateContent>
    </p:spTree>
    <p:extLst>
      <p:ext uri="{BB962C8B-B14F-4D97-AF65-F5344CB8AC3E}">
        <p14:creationId xmlns:p14="http://schemas.microsoft.com/office/powerpoint/2010/main" val="30459502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4EDC8-344B-8A2B-FDBE-6A820EE4B499}"/>
            </a:ext>
          </a:extLst>
        </p:cNvPr>
        <p:cNvGrpSpPr/>
        <p:nvPr/>
      </p:nvGrpSpPr>
      <p:grpSpPr>
        <a:xfrm>
          <a:off x="0" y="0"/>
          <a:ext cx="0" cy="0"/>
          <a:chOff x="0" y="0"/>
          <a:chExt cx="0" cy="0"/>
        </a:xfrm>
      </p:grpSpPr>
      <p:sp>
        <p:nvSpPr>
          <p:cNvPr id="6146" name="Rectangle 4">
            <a:extLst>
              <a:ext uri="{FF2B5EF4-FFF2-40B4-BE49-F238E27FC236}">
                <a16:creationId xmlns:a16="http://schemas.microsoft.com/office/drawing/2014/main" id="{4BE7B620-62D8-2D1C-E736-525DDF766557}"/>
              </a:ext>
            </a:extLst>
          </p:cNvPr>
          <p:cNvSpPr>
            <a:spLocks noGrp="1" noChangeArrowheads="1"/>
          </p:cNvSpPr>
          <p:nvPr>
            <p:ph type="ctrTitle"/>
          </p:nvPr>
        </p:nvSpPr>
        <p:spPr/>
        <p:txBody>
          <a:bodyPr/>
          <a:lstStyle/>
          <a:p>
            <a:r>
              <a:rPr lang="en-US" sz="3200" noProof="0" dirty="0"/>
              <a:t>COSTS AND BENEFITS OF DIGITAL PROJECTS </a:t>
            </a:r>
            <a:br>
              <a:rPr lang="en-US" sz="3200" noProof="0" dirty="0"/>
            </a:br>
            <a:r>
              <a:rPr lang="en-US" sz="2000" i="1" noProof="0" dirty="0"/>
              <a:t>R250816</a:t>
            </a:r>
            <a:endParaRPr lang="en-US" sz="3200" i="1" noProof="0" dirty="0"/>
          </a:p>
        </p:txBody>
      </p:sp>
      <p:sp>
        <p:nvSpPr>
          <p:cNvPr id="6147" name="Rectangle 5">
            <a:extLst>
              <a:ext uri="{FF2B5EF4-FFF2-40B4-BE49-F238E27FC236}">
                <a16:creationId xmlns:a16="http://schemas.microsoft.com/office/drawing/2014/main" id="{47A4B90B-6FB4-87AC-1BA5-2E2A19309583}"/>
              </a:ext>
            </a:extLst>
          </p:cNvPr>
          <p:cNvSpPr>
            <a:spLocks noGrp="1" noChangeArrowheads="1"/>
          </p:cNvSpPr>
          <p:nvPr>
            <p:ph type="subTitle" idx="1"/>
          </p:nvPr>
        </p:nvSpPr>
        <p:spPr>
          <a:xfrm>
            <a:off x="1485900" y="3861048"/>
            <a:ext cx="6934200" cy="2279104"/>
          </a:xfrm>
        </p:spPr>
        <p:txBody>
          <a:bodyPr anchor="ctr">
            <a:normAutofit/>
          </a:bodyPr>
          <a:lstStyle/>
          <a:p>
            <a:pPr>
              <a:lnSpc>
                <a:spcPct val="90000"/>
              </a:lnSpc>
            </a:pPr>
            <a:r>
              <a:rPr lang="en-US" noProof="0" dirty="0"/>
              <a:t>COST-BENEFIT ANALYSIS</a:t>
            </a:r>
          </a:p>
          <a:p>
            <a:pPr>
              <a:lnSpc>
                <a:spcPct val="90000"/>
              </a:lnSpc>
            </a:pPr>
            <a:r>
              <a:rPr lang="en-US" b="1" noProof="0" dirty="0"/>
              <a:t>SUMMARY AND REVIEW QUESTIONS</a:t>
            </a:r>
          </a:p>
          <a:p>
            <a:pPr>
              <a:lnSpc>
                <a:spcPct val="90000"/>
              </a:lnSpc>
            </a:pPr>
            <a:r>
              <a:rPr lang="en-US" noProof="0" dirty="0"/>
              <a:t>PROJECT BUDGET MANAGEMENT</a:t>
            </a:r>
          </a:p>
          <a:p>
            <a:pPr>
              <a:lnSpc>
                <a:spcPct val="90000"/>
              </a:lnSpc>
            </a:pPr>
            <a:r>
              <a:rPr lang="en-US" noProof="0" dirty="0"/>
              <a:t>ASSIGNMENT</a:t>
            </a:r>
          </a:p>
        </p:txBody>
      </p:sp>
    </p:spTree>
    <p:extLst>
      <p:ext uri="{BB962C8B-B14F-4D97-AF65-F5344CB8AC3E}">
        <p14:creationId xmlns:p14="http://schemas.microsoft.com/office/powerpoint/2010/main" val="3643267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DEF4E-0CC7-6B10-EB2A-404A22B7D9BF}"/>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C3BC1B7A-32F7-4279-78D1-3D6DD04E369C}"/>
              </a:ext>
            </a:extLst>
          </p:cNvPr>
          <p:cNvSpPr>
            <a:spLocks noGrp="1" noChangeArrowheads="1"/>
          </p:cNvSpPr>
          <p:nvPr>
            <p:ph type="title"/>
          </p:nvPr>
        </p:nvSpPr>
        <p:spPr/>
        <p:txBody>
          <a:bodyPr>
            <a:normAutofit fontScale="90000"/>
          </a:bodyPr>
          <a:lstStyle/>
          <a:p>
            <a:r>
              <a:rPr lang="en-US" noProof="0" dirty="0"/>
              <a:t>SUMMARY AND REVIEW QUESTIONS </a:t>
            </a:r>
          </a:p>
        </p:txBody>
      </p:sp>
      <p:graphicFrame>
        <p:nvGraphicFramePr>
          <p:cNvPr id="3" name="Segnaposto contenuto 2">
            <a:extLst>
              <a:ext uri="{FF2B5EF4-FFF2-40B4-BE49-F238E27FC236}">
                <a16:creationId xmlns:a16="http://schemas.microsoft.com/office/drawing/2014/main" id="{4599263E-C833-FAE7-3413-12F6046808F0}"/>
              </a:ext>
            </a:extLst>
          </p:cNvPr>
          <p:cNvGraphicFramePr>
            <a:graphicFrameLocks noGrp="1"/>
          </p:cNvGraphicFramePr>
          <p:nvPr>
            <p:ph idx="1"/>
            <p:extLst>
              <p:ext uri="{D42A27DB-BD31-4B8C-83A1-F6EECF244321}">
                <p14:modId xmlns:p14="http://schemas.microsoft.com/office/powerpoint/2010/main" val="1475095583"/>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597095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AFE36-BC48-EFFB-E231-1C9B4677043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1B060DA-22D2-92FF-FA41-EB12472D1014}"/>
              </a:ext>
            </a:extLst>
          </p:cNvPr>
          <p:cNvSpPr>
            <a:spLocks noGrp="1"/>
          </p:cNvSpPr>
          <p:nvPr>
            <p:ph type="title"/>
          </p:nvPr>
        </p:nvSpPr>
        <p:spPr/>
        <p:txBody>
          <a:bodyPr/>
          <a:lstStyle/>
          <a:p>
            <a:r>
              <a:rPr lang="en-US" noProof="0" dirty="0"/>
              <a:t>SUMMARY: </a:t>
            </a:r>
            <a:br>
              <a:rPr lang="en-US" noProof="0" dirty="0"/>
            </a:br>
            <a:r>
              <a:rPr lang="en-US" noProof="0" dirty="0"/>
              <a:t>THE TREE OF COSTS AND BENEFITS</a:t>
            </a:r>
          </a:p>
        </p:txBody>
      </p:sp>
      <p:graphicFrame>
        <p:nvGraphicFramePr>
          <p:cNvPr id="9" name="Segnaposto contenuto 3">
            <a:extLst>
              <a:ext uri="{FF2B5EF4-FFF2-40B4-BE49-F238E27FC236}">
                <a16:creationId xmlns:a16="http://schemas.microsoft.com/office/drawing/2014/main" id="{C2A95BA7-561B-3A6E-2277-96E931F6616B}"/>
              </a:ext>
            </a:extLst>
          </p:cNvPr>
          <p:cNvGraphicFramePr>
            <a:graphicFrameLocks noGrp="1"/>
          </p:cNvGraphicFramePr>
          <p:nvPr>
            <p:ph idx="1"/>
            <p:extLst>
              <p:ext uri="{D42A27DB-BD31-4B8C-83A1-F6EECF244321}">
                <p14:modId xmlns:p14="http://schemas.microsoft.com/office/powerpoint/2010/main" val="2465161297"/>
              </p:ext>
            </p:extLst>
          </p:nvPr>
        </p:nvGraphicFramePr>
        <p:xfrm>
          <a:off x="38608" y="1219200"/>
          <a:ext cx="9594912" cy="55221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08494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AF3AFBB-DD33-4D5B-A389-21D89CD6A5E8}"/>
              </a:ext>
            </a:extLst>
          </p:cNvPr>
          <p:cNvSpPr>
            <a:spLocks noGrp="1"/>
          </p:cNvSpPr>
          <p:nvPr>
            <p:ph type="title"/>
          </p:nvPr>
        </p:nvSpPr>
        <p:spPr/>
        <p:txBody>
          <a:bodyPr/>
          <a:lstStyle/>
          <a:p>
            <a:r>
              <a:rPr lang="en-US" noProof="0" dirty="0"/>
              <a:t>Review questions: costs</a:t>
            </a:r>
          </a:p>
        </p:txBody>
      </p:sp>
      <p:sp>
        <p:nvSpPr>
          <p:cNvPr id="3" name="Segnaposto contenuto 2">
            <a:extLst>
              <a:ext uri="{FF2B5EF4-FFF2-40B4-BE49-F238E27FC236}">
                <a16:creationId xmlns:a16="http://schemas.microsoft.com/office/drawing/2014/main" id="{FCD1CA48-5879-47E6-A230-215D8DF39EDF}"/>
              </a:ext>
            </a:extLst>
          </p:cNvPr>
          <p:cNvSpPr>
            <a:spLocks noGrp="1"/>
          </p:cNvSpPr>
          <p:nvPr>
            <p:ph idx="1"/>
          </p:nvPr>
        </p:nvSpPr>
        <p:spPr/>
        <p:txBody>
          <a:bodyPr anchor="ctr">
            <a:normAutofit/>
          </a:bodyPr>
          <a:lstStyle/>
          <a:p>
            <a:pPr marL="457200" indent="-457200">
              <a:buFont typeface="+mj-lt"/>
              <a:buAutoNum type="arabicPeriod"/>
            </a:pPr>
            <a:endParaRPr lang="en-US" noProof="0" dirty="0"/>
          </a:p>
          <a:p>
            <a:pPr marL="457200" indent="-457200">
              <a:buFont typeface="+mj-lt"/>
              <a:buAutoNum type="arabicPeriod"/>
            </a:pPr>
            <a:endParaRPr lang="en-US" noProof="0" dirty="0"/>
          </a:p>
          <a:p>
            <a:pPr marL="457200" indent="-457200">
              <a:buFont typeface="+mj-lt"/>
              <a:buAutoNum type="arabicPeriod"/>
            </a:pPr>
            <a:r>
              <a:rPr lang="en-US" noProof="0" dirty="0"/>
              <a:t>Explain how to compute the software cost of a digital project.</a:t>
            </a:r>
          </a:p>
          <a:p>
            <a:pPr marL="457200" indent="-457200">
              <a:buFont typeface="+mj-lt"/>
              <a:buAutoNum type="arabicPeriod"/>
            </a:pPr>
            <a:r>
              <a:rPr lang="en-US" noProof="0" dirty="0"/>
              <a:t>How  can you  esteem infrastructure and business cost of  a digital  project? </a:t>
            </a:r>
          </a:p>
          <a:p>
            <a:pPr marL="457200" indent="-457200">
              <a:buFont typeface="+mj-lt"/>
              <a:buAutoNum type="arabicPeriod"/>
            </a:pPr>
            <a:r>
              <a:rPr lang="en-US" noProof="0" dirty="0"/>
              <a:t>How can you calculate operations and maintenance costs? </a:t>
            </a:r>
          </a:p>
          <a:p>
            <a:pPr marL="457200" indent="-457200">
              <a:buFont typeface="+mj-lt"/>
              <a:buAutoNum type="arabicPeriod"/>
            </a:pPr>
            <a:r>
              <a:rPr lang="en-US" noProof="0" dirty="0"/>
              <a:t>Why should the project budget also address operations and maintenance costs?</a:t>
            </a:r>
          </a:p>
          <a:p>
            <a:pPr marL="457200" indent="-457200">
              <a:buFont typeface="+mj-lt"/>
              <a:buAutoNum type="arabicPeriod"/>
            </a:pPr>
            <a:endParaRPr lang="en-US" noProof="0" dirty="0"/>
          </a:p>
        </p:txBody>
      </p:sp>
    </p:spTree>
    <p:extLst>
      <p:ext uri="{BB962C8B-B14F-4D97-AF65-F5344CB8AC3E}">
        <p14:creationId xmlns:p14="http://schemas.microsoft.com/office/powerpoint/2010/main" val="20382145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3552C-2027-257C-88DD-FCFFBC51A77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1BAA7D4-B812-58FD-ACB7-6215F44B96C0}"/>
              </a:ext>
            </a:extLst>
          </p:cNvPr>
          <p:cNvSpPr>
            <a:spLocks noGrp="1"/>
          </p:cNvSpPr>
          <p:nvPr>
            <p:ph type="title"/>
          </p:nvPr>
        </p:nvSpPr>
        <p:spPr/>
        <p:txBody>
          <a:bodyPr/>
          <a:lstStyle/>
          <a:p>
            <a:r>
              <a:rPr lang="en-US" noProof="0" dirty="0"/>
              <a:t>Review questions: benefits</a:t>
            </a:r>
          </a:p>
        </p:txBody>
      </p:sp>
      <p:sp>
        <p:nvSpPr>
          <p:cNvPr id="3" name="Segnaposto contenuto 2">
            <a:extLst>
              <a:ext uri="{FF2B5EF4-FFF2-40B4-BE49-F238E27FC236}">
                <a16:creationId xmlns:a16="http://schemas.microsoft.com/office/drawing/2014/main" id="{36A43804-15BE-AB0D-1C4B-EEC0F4C92E92}"/>
              </a:ext>
            </a:extLst>
          </p:cNvPr>
          <p:cNvSpPr>
            <a:spLocks noGrp="1"/>
          </p:cNvSpPr>
          <p:nvPr>
            <p:ph idx="1"/>
          </p:nvPr>
        </p:nvSpPr>
        <p:spPr/>
        <p:txBody>
          <a:bodyPr anchor="ctr">
            <a:normAutofit fontScale="92500" lnSpcReduction="10000"/>
          </a:bodyPr>
          <a:lstStyle/>
          <a:p>
            <a:pPr marL="457200" indent="-457200">
              <a:buFont typeface="+mj-lt"/>
              <a:buAutoNum type="arabicPeriod"/>
            </a:pPr>
            <a:r>
              <a:rPr lang="en-US" noProof="0" dirty="0"/>
              <a:t>Explain what is the management value and what  the  social value.</a:t>
            </a:r>
          </a:p>
          <a:p>
            <a:pPr marL="457200" indent="-457200">
              <a:buFont typeface="+mj-lt"/>
              <a:buAutoNum type="arabicPeriod"/>
            </a:pPr>
            <a:r>
              <a:rPr lang="en-US" noProof="0" dirty="0"/>
              <a:t>Explain how you can measure tangible benefits, e.g., in manpower and stock.</a:t>
            </a:r>
          </a:p>
          <a:p>
            <a:pPr marL="457200" indent="-457200">
              <a:buFont typeface="+mj-lt"/>
              <a:buAutoNum type="arabicPeriod"/>
            </a:pPr>
            <a:r>
              <a:rPr lang="en-US" noProof="0" dirty="0"/>
              <a:t>Explain how you can measure intangible management benefits, e.g. in governance and risk-</a:t>
            </a:r>
          </a:p>
          <a:p>
            <a:pPr marL="457200" indent="-457200">
              <a:buFont typeface="+mj-lt"/>
              <a:buAutoNum type="arabicPeriod"/>
            </a:pPr>
            <a:r>
              <a:rPr lang="en-US" noProof="0" dirty="0"/>
              <a:t>Explain in which projects tangible and intangible social benefits  may be critical  </a:t>
            </a:r>
          </a:p>
          <a:p>
            <a:pPr marL="457200" indent="-457200">
              <a:buFont typeface="+mj-lt"/>
              <a:buAutoNum type="arabicPeriod"/>
            </a:pPr>
            <a:r>
              <a:rPr lang="en-US" noProof="0" dirty="0"/>
              <a:t>A system supports materials management in an automotive company: benefits are mainly managerial and  tangible. Please identify benefits by using the checklist of tangible benefits.</a:t>
            </a:r>
          </a:p>
          <a:p>
            <a:pPr marL="457200" indent="-457200">
              <a:buFont typeface="+mj-lt"/>
              <a:buAutoNum type="arabicPeriod"/>
            </a:pPr>
            <a:r>
              <a:rPr lang="en-US" noProof="0" dirty="0"/>
              <a:t>In an e-commerce system benefits are both managerial and  social. Please identify such benefits by using the checklists of tangible benefits and of social benefits.</a:t>
            </a:r>
          </a:p>
        </p:txBody>
      </p:sp>
    </p:spTree>
    <p:extLst>
      <p:ext uri="{BB962C8B-B14F-4D97-AF65-F5344CB8AC3E}">
        <p14:creationId xmlns:p14="http://schemas.microsoft.com/office/powerpoint/2010/main" val="1690786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AF3AFBB-DD33-4D5B-A389-21D89CD6A5E8}"/>
              </a:ext>
            </a:extLst>
          </p:cNvPr>
          <p:cNvSpPr>
            <a:spLocks noGrp="1"/>
          </p:cNvSpPr>
          <p:nvPr>
            <p:ph type="title"/>
          </p:nvPr>
        </p:nvSpPr>
        <p:spPr/>
        <p:txBody>
          <a:bodyPr/>
          <a:lstStyle/>
          <a:p>
            <a:r>
              <a:rPr lang="en-US" noProof="0" dirty="0"/>
              <a:t>Review questions: benefits</a:t>
            </a:r>
          </a:p>
        </p:txBody>
      </p:sp>
      <p:sp>
        <p:nvSpPr>
          <p:cNvPr id="3" name="Segnaposto contenuto 2">
            <a:extLst>
              <a:ext uri="{FF2B5EF4-FFF2-40B4-BE49-F238E27FC236}">
                <a16:creationId xmlns:a16="http://schemas.microsoft.com/office/drawing/2014/main" id="{FCD1CA48-5879-47E6-A230-215D8DF39EDF}"/>
              </a:ext>
            </a:extLst>
          </p:cNvPr>
          <p:cNvSpPr>
            <a:spLocks noGrp="1"/>
          </p:cNvSpPr>
          <p:nvPr>
            <p:ph idx="1"/>
          </p:nvPr>
        </p:nvSpPr>
        <p:spPr>
          <a:xfrm>
            <a:off x="731298" y="1412776"/>
            <a:ext cx="8420100" cy="5256584"/>
          </a:xfrm>
        </p:spPr>
        <p:txBody>
          <a:bodyPr anchor="ctr">
            <a:normAutofit fontScale="92500" lnSpcReduction="20000"/>
          </a:bodyPr>
          <a:lstStyle/>
          <a:p>
            <a:pPr marL="0" indent="0">
              <a:buNone/>
            </a:pPr>
            <a:r>
              <a:rPr lang="en-US" sz="2900" noProof="0" dirty="0"/>
              <a:t>A Business Intelligence project in a large company that  profiles customers. </a:t>
            </a:r>
            <a:endParaRPr lang="en-US" noProof="0" dirty="0"/>
          </a:p>
          <a:p>
            <a:pPr marL="400050" lvl="1" indent="0">
              <a:buNone/>
            </a:pPr>
            <a:r>
              <a:rPr lang="en-US" i="1" noProof="0" dirty="0"/>
              <a:t>A BI project for customer profiling extracts  data  from sales,  product catalogue  and market research. A good  example are the  marketing systems  of telecommunication companies, Amazon and alike. </a:t>
            </a:r>
          </a:p>
          <a:p>
            <a:pPr marL="400050" lvl="1" indent="0">
              <a:buNone/>
            </a:pPr>
            <a:r>
              <a:rPr lang="en-US" i="1" noProof="0" dirty="0"/>
              <a:t>That  system that can require a millionaire investment is aimed at better tuning marketing, sales and assistance. Benefits are all for Management Value and stem from:</a:t>
            </a:r>
          </a:p>
          <a:p>
            <a:pPr lvl="1"/>
            <a:r>
              <a:rPr lang="en-US" i="1" noProof="0" dirty="0"/>
              <a:t>tailored  offering to business customers  (e.g.  small  offices)  with  a higher capture rate  =  higher  profit  </a:t>
            </a:r>
          </a:p>
          <a:p>
            <a:pPr lvl="1"/>
            <a:r>
              <a:rPr lang="en-US" i="1" noProof="0" dirty="0"/>
              <a:t>tailored offerings to consumers and  campaign marketing =  higher sales and profit  </a:t>
            </a:r>
          </a:p>
          <a:p>
            <a:pPr lvl="1"/>
            <a:r>
              <a:rPr lang="en-US" i="1" noProof="0" dirty="0"/>
              <a:t>selective  assistance  related  to customer profile (gold, silver, bronze) = higher  customer loyalty= higher profit</a:t>
            </a:r>
          </a:p>
          <a:p>
            <a:pPr marL="400050" lvl="1" indent="0">
              <a:buNone/>
            </a:pPr>
            <a:r>
              <a:rPr lang="en-US" i="1" noProof="0" dirty="0"/>
              <a:t>Hence, benefits are pervading the  whole tree of management value, both tangible  and intangible. You can easily guess and specify their impact not only in terms  of cost saving (less cost for the customer analysis) and sales increase (as told before) but also in terms of intangibles </a:t>
            </a:r>
          </a:p>
        </p:txBody>
      </p:sp>
    </p:spTree>
    <p:extLst>
      <p:ext uri="{BB962C8B-B14F-4D97-AF65-F5344CB8AC3E}">
        <p14:creationId xmlns:p14="http://schemas.microsoft.com/office/powerpoint/2010/main" val="32188066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1931A-EAA3-088B-F406-C5FCC429016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9838F63-DEA9-6D14-AFD6-CDD8FDA60C58}"/>
              </a:ext>
            </a:extLst>
          </p:cNvPr>
          <p:cNvSpPr>
            <a:spLocks noGrp="1"/>
          </p:cNvSpPr>
          <p:nvPr>
            <p:ph type="title"/>
          </p:nvPr>
        </p:nvSpPr>
        <p:spPr/>
        <p:txBody>
          <a:bodyPr/>
          <a:lstStyle/>
          <a:p>
            <a:r>
              <a:rPr lang="en-US" noProof="0" dirty="0"/>
              <a:t>Review questions: benefits</a:t>
            </a:r>
          </a:p>
        </p:txBody>
      </p:sp>
      <p:sp>
        <p:nvSpPr>
          <p:cNvPr id="3" name="Segnaposto contenuto 2">
            <a:extLst>
              <a:ext uri="{FF2B5EF4-FFF2-40B4-BE49-F238E27FC236}">
                <a16:creationId xmlns:a16="http://schemas.microsoft.com/office/drawing/2014/main" id="{4E848230-89F5-0A52-EFFC-2DDEEB4E3D63}"/>
              </a:ext>
            </a:extLst>
          </p:cNvPr>
          <p:cNvSpPr>
            <a:spLocks noGrp="1"/>
          </p:cNvSpPr>
          <p:nvPr>
            <p:ph idx="1"/>
          </p:nvPr>
        </p:nvSpPr>
        <p:spPr>
          <a:xfrm>
            <a:off x="731298" y="1412776"/>
            <a:ext cx="8420100" cy="5256584"/>
          </a:xfrm>
        </p:spPr>
        <p:txBody>
          <a:bodyPr anchor="ctr">
            <a:normAutofit/>
          </a:bodyPr>
          <a:lstStyle/>
          <a:p>
            <a:pPr marL="0" indent="0">
              <a:buNone/>
            </a:pPr>
            <a:r>
              <a:rPr lang="en-US" sz="2000" noProof="0" dirty="0"/>
              <a:t>A web/mobile project for citizens, that stores pension data and enables the payment of pensions.</a:t>
            </a:r>
          </a:p>
          <a:p>
            <a:pPr marL="400050" lvl="1" indent="0">
              <a:buNone/>
            </a:pPr>
            <a:r>
              <a:rPr lang="en-US" i="1" noProof="0" dirty="0"/>
              <a:t>In this case all benefits are in the social value, since the user  will have all data on its  mobile and can inquire and  display data of his/her pension account </a:t>
            </a:r>
          </a:p>
          <a:p>
            <a:pPr marL="0" indent="0">
              <a:buNone/>
            </a:pPr>
            <a:r>
              <a:rPr lang="en-US" sz="2000" noProof="0" dirty="0"/>
              <a:t>A web/mobile project for tourism management stores data about resorts and supports customized visits.</a:t>
            </a:r>
          </a:p>
          <a:p>
            <a:pPr marL="400050" lvl="1" indent="0">
              <a:buNone/>
            </a:pPr>
            <a:r>
              <a:rPr lang="en-US" i="1" noProof="0" dirty="0"/>
              <a:t>In this case benefits are in the social value, because the  individual tourists can better manage their holidays, and for municipalities, which can track access  and visits.  </a:t>
            </a:r>
          </a:p>
          <a:p>
            <a:pPr marL="400050" lvl="1" indent="0">
              <a:buNone/>
            </a:pPr>
            <a:endParaRPr lang="en-US" i="1" noProof="0" dirty="0"/>
          </a:p>
        </p:txBody>
      </p:sp>
    </p:spTree>
    <p:extLst>
      <p:ext uri="{BB962C8B-B14F-4D97-AF65-F5344CB8AC3E}">
        <p14:creationId xmlns:p14="http://schemas.microsoft.com/office/powerpoint/2010/main" val="31926753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4E42-9C2D-4E9B-DF21-C034966969DC}"/>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D73AC2C9-7AB4-B44F-628D-132BDEBB3389}"/>
              </a:ext>
            </a:extLst>
          </p:cNvPr>
          <p:cNvSpPr>
            <a:spLocks noGrp="1" noChangeArrowheads="1"/>
          </p:cNvSpPr>
          <p:nvPr>
            <p:ph type="title"/>
          </p:nvPr>
        </p:nvSpPr>
        <p:spPr/>
        <p:txBody>
          <a:bodyPr>
            <a:normAutofit fontScale="90000"/>
          </a:bodyPr>
          <a:lstStyle/>
          <a:p>
            <a:r>
              <a:rPr lang="en-US" noProof="0" dirty="0"/>
              <a:t>SUMMARY AND REVIEW QUESTIONS </a:t>
            </a:r>
          </a:p>
        </p:txBody>
      </p:sp>
      <p:graphicFrame>
        <p:nvGraphicFramePr>
          <p:cNvPr id="3" name="Segnaposto contenuto 2">
            <a:extLst>
              <a:ext uri="{FF2B5EF4-FFF2-40B4-BE49-F238E27FC236}">
                <a16:creationId xmlns:a16="http://schemas.microsoft.com/office/drawing/2014/main" id="{D6BDDCF2-7283-A94A-A543-14C2DF7DC2A0}"/>
              </a:ext>
            </a:extLst>
          </p:cNvPr>
          <p:cNvGraphicFramePr>
            <a:graphicFrameLocks noGrp="1"/>
          </p:cNvGraphicFramePr>
          <p:nvPr>
            <p:ph idx="1"/>
            <p:extLst>
              <p:ext uri="{D42A27DB-BD31-4B8C-83A1-F6EECF244321}">
                <p14:modId xmlns:p14="http://schemas.microsoft.com/office/powerpoint/2010/main" val="2190583886"/>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91457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8DB6F-4271-8743-C05F-0CB05A248F40}"/>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C5D4642D-DF09-A07D-2DFB-4E97F29826E6}"/>
              </a:ext>
            </a:extLst>
          </p:cNvPr>
          <p:cNvSpPr>
            <a:spLocks noGrp="1" noChangeArrowheads="1"/>
          </p:cNvSpPr>
          <p:nvPr>
            <p:ph type="title"/>
          </p:nvPr>
        </p:nvSpPr>
        <p:spPr/>
        <p:txBody>
          <a:bodyPr/>
          <a:lstStyle/>
          <a:p>
            <a:r>
              <a:rPr lang="en-US" noProof="0" dirty="0"/>
              <a:t>PROJECT COST MAP</a:t>
            </a:r>
          </a:p>
        </p:txBody>
      </p:sp>
      <p:graphicFrame>
        <p:nvGraphicFramePr>
          <p:cNvPr id="10" name="Segnaposto contenuto 3">
            <a:extLst>
              <a:ext uri="{FF2B5EF4-FFF2-40B4-BE49-F238E27FC236}">
                <a16:creationId xmlns:a16="http://schemas.microsoft.com/office/drawing/2014/main" id="{B7DD8248-1A7D-3117-5112-51A0F37DCD92}"/>
              </a:ext>
            </a:extLst>
          </p:cNvPr>
          <p:cNvGraphicFramePr>
            <a:graphicFrameLocks/>
          </p:cNvGraphicFramePr>
          <p:nvPr>
            <p:extLst>
              <p:ext uri="{D42A27DB-BD31-4B8C-83A1-F6EECF244321}">
                <p14:modId xmlns:p14="http://schemas.microsoft.com/office/powerpoint/2010/main" val="2411319032"/>
              </p:ext>
            </p:extLst>
          </p:nvPr>
        </p:nvGraphicFramePr>
        <p:xfrm>
          <a:off x="632520" y="1484784"/>
          <a:ext cx="8568952"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403351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FDC9A8-680C-43FF-A1AC-47B07296A9B2}"/>
              </a:ext>
            </a:extLst>
          </p:cNvPr>
          <p:cNvSpPr>
            <a:spLocks noGrp="1"/>
          </p:cNvSpPr>
          <p:nvPr>
            <p:ph type="title"/>
          </p:nvPr>
        </p:nvSpPr>
        <p:spPr/>
        <p:txBody>
          <a:bodyPr/>
          <a:lstStyle/>
          <a:p>
            <a:r>
              <a:rPr lang="en-US" noProof="0" dirty="0"/>
              <a:t>Sensitivity assessment</a:t>
            </a:r>
          </a:p>
        </p:txBody>
      </p:sp>
      <p:sp>
        <p:nvSpPr>
          <p:cNvPr id="3" name="Rettangolo 2">
            <a:extLst>
              <a:ext uri="{FF2B5EF4-FFF2-40B4-BE49-F238E27FC236}">
                <a16:creationId xmlns:a16="http://schemas.microsoft.com/office/drawing/2014/main" id="{0E9A4659-61DF-4F6B-86A3-9659B23A9B1A}"/>
              </a:ext>
            </a:extLst>
          </p:cNvPr>
          <p:cNvSpPr/>
          <p:nvPr/>
        </p:nvSpPr>
        <p:spPr bwMode="auto">
          <a:xfrm>
            <a:off x="6393160" y="3017912"/>
            <a:ext cx="2880320" cy="648072"/>
          </a:xfrm>
          <a:prstGeom prst="rect">
            <a:avLst/>
          </a:prstGeom>
          <a:solidFill>
            <a:schemeClr val="bg1"/>
          </a:solidFill>
          <a:ln w="12699"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100" b="0" noProof="0" dirty="0"/>
              <a:t>Null = Less than 3%</a:t>
            </a:r>
            <a:endParaRPr kumimoji="0" lang="en-US" sz="1100" b="0" u="none" strike="noStrike" cap="none" normalizeH="0" baseline="0" noProof="0" dirty="0">
              <a:ln>
                <a:noFill/>
              </a:ln>
              <a:solidFill>
                <a:schemeClr val="tx1"/>
              </a:solidFill>
              <a:effectLst/>
              <a:latin typeface="Times New Roman" pitchFamily="18" charset="0"/>
            </a:endParaRPr>
          </a:p>
        </p:txBody>
      </p:sp>
      <p:sp>
        <p:nvSpPr>
          <p:cNvPr id="7" name="Rettangolo 6">
            <a:extLst>
              <a:ext uri="{FF2B5EF4-FFF2-40B4-BE49-F238E27FC236}">
                <a16:creationId xmlns:a16="http://schemas.microsoft.com/office/drawing/2014/main" id="{58C8DAD0-BF11-44D6-9233-365C952620BA}"/>
              </a:ext>
            </a:extLst>
          </p:cNvPr>
          <p:cNvSpPr/>
          <p:nvPr/>
        </p:nvSpPr>
        <p:spPr bwMode="auto">
          <a:xfrm>
            <a:off x="6393160" y="4191000"/>
            <a:ext cx="2952328" cy="648072"/>
          </a:xfrm>
          <a:prstGeom prst="rect">
            <a:avLst/>
          </a:prstGeom>
          <a:solidFill>
            <a:schemeClr val="bg1">
              <a:lumMod val="85000"/>
            </a:schemeClr>
          </a:solidFill>
          <a:ln w="12699"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100" b="0" noProof="0" dirty="0"/>
              <a:t>Relevant: Between 3 and 10%</a:t>
            </a:r>
            <a:endParaRPr kumimoji="0" lang="en-US" sz="1100" b="0" u="none" strike="noStrike" cap="none" normalizeH="0" baseline="0" noProof="0" dirty="0">
              <a:ln>
                <a:noFill/>
              </a:ln>
              <a:solidFill>
                <a:schemeClr val="tx1"/>
              </a:solidFill>
              <a:effectLst/>
              <a:latin typeface="Times New Roman" pitchFamily="18" charset="0"/>
            </a:endParaRPr>
          </a:p>
        </p:txBody>
      </p:sp>
      <p:sp>
        <p:nvSpPr>
          <p:cNvPr id="8" name="Rettangolo 7">
            <a:extLst>
              <a:ext uri="{FF2B5EF4-FFF2-40B4-BE49-F238E27FC236}">
                <a16:creationId xmlns:a16="http://schemas.microsoft.com/office/drawing/2014/main" id="{E5DC5C5B-4FE6-417D-8572-F9E8BEE4805D}"/>
              </a:ext>
            </a:extLst>
          </p:cNvPr>
          <p:cNvSpPr/>
          <p:nvPr/>
        </p:nvSpPr>
        <p:spPr bwMode="auto">
          <a:xfrm>
            <a:off x="6393159" y="5373216"/>
            <a:ext cx="2952327" cy="648072"/>
          </a:xfrm>
          <a:prstGeom prst="rect">
            <a:avLst/>
          </a:prstGeom>
          <a:solidFill>
            <a:srgbClr val="92D050"/>
          </a:solidFill>
          <a:ln w="12699"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100" b="0" noProof="0" dirty="0"/>
              <a:t>Critical: over 10%</a:t>
            </a:r>
            <a:endParaRPr kumimoji="0" lang="en-US" sz="1100" b="0" u="none" strike="noStrike" cap="none" normalizeH="0" baseline="0" noProof="0" dirty="0">
              <a:ln>
                <a:noFill/>
              </a:ln>
              <a:solidFill>
                <a:schemeClr val="tx1"/>
              </a:solidFill>
              <a:effectLst/>
              <a:latin typeface="Times New Roman" pitchFamily="18" charset="0"/>
            </a:endParaRPr>
          </a:p>
        </p:txBody>
      </p:sp>
      <p:sp>
        <p:nvSpPr>
          <p:cNvPr id="13" name="Segnaposto contenuto 12">
            <a:extLst>
              <a:ext uri="{FF2B5EF4-FFF2-40B4-BE49-F238E27FC236}">
                <a16:creationId xmlns:a16="http://schemas.microsoft.com/office/drawing/2014/main" id="{E39B8365-4378-411B-AC65-8FFE0499C495}"/>
              </a:ext>
            </a:extLst>
          </p:cNvPr>
          <p:cNvSpPr>
            <a:spLocks noGrp="1"/>
          </p:cNvSpPr>
          <p:nvPr>
            <p:ph sz="half" idx="2"/>
          </p:nvPr>
        </p:nvSpPr>
        <p:spPr>
          <a:xfrm>
            <a:off x="6249144" y="1697906"/>
            <a:ext cx="3413770" cy="1080120"/>
          </a:xfrm>
        </p:spPr>
        <p:txBody>
          <a:bodyPr anchor="ctr">
            <a:normAutofit fontScale="92500" lnSpcReduction="20000"/>
          </a:bodyPr>
          <a:lstStyle/>
          <a:p>
            <a:pPr marL="0" indent="0">
              <a:buNone/>
            </a:pPr>
            <a:r>
              <a:rPr lang="en-US" noProof="0" dirty="0"/>
              <a:t>Costs are estimated in a qualitative scale by filling the cost items </a:t>
            </a:r>
          </a:p>
        </p:txBody>
      </p:sp>
      <p:graphicFrame>
        <p:nvGraphicFramePr>
          <p:cNvPr id="12" name="Segnaposto contenuto 3">
            <a:extLst>
              <a:ext uri="{FF2B5EF4-FFF2-40B4-BE49-F238E27FC236}">
                <a16:creationId xmlns:a16="http://schemas.microsoft.com/office/drawing/2014/main" id="{0ECFB6B3-783C-4BF2-B55C-BEC1D1F99306}"/>
              </a:ext>
            </a:extLst>
          </p:cNvPr>
          <p:cNvGraphicFramePr>
            <a:graphicFrameLocks noGrp="1"/>
          </p:cNvGraphicFramePr>
          <p:nvPr>
            <p:ph sz="half" idx="1"/>
            <p:extLst>
              <p:ext uri="{D42A27DB-BD31-4B8C-83A1-F6EECF244321}">
                <p14:modId xmlns:p14="http://schemas.microsoft.com/office/powerpoint/2010/main" val="1102134198"/>
              </p:ext>
            </p:extLst>
          </p:nvPr>
        </p:nvGraphicFramePr>
        <p:xfrm>
          <a:off x="848544" y="1697906"/>
          <a:ext cx="54006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29012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en-US" noProof="0" dirty="0"/>
              <a:t>PROJECT COST – ERP project</a:t>
            </a:r>
            <a:br>
              <a:rPr lang="en-US" noProof="0" dirty="0"/>
            </a:br>
            <a:r>
              <a:rPr lang="en-US" noProof="0" dirty="0"/>
              <a:t>Accounting in a large utility - 500 accountants </a:t>
            </a:r>
          </a:p>
        </p:txBody>
      </p:sp>
      <p:graphicFrame>
        <p:nvGraphicFramePr>
          <p:cNvPr id="9" name="Segnaposto contenuto 3"/>
          <p:cNvGraphicFramePr>
            <a:graphicFrameLocks noGrp="1"/>
          </p:cNvGraphicFramePr>
          <p:nvPr>
            <p:ph idx="1"/>
            <p:extLst>
              <p:ext uri="{D42A27DB-BD31-4B8C-83A1-F6EECF244321}">
                <p14:modId xmlns:p14="http://schemas.microsoft.com/office/powerpoint/2010/main" val="2633369124"/>
              </p:ext>
            </p:extLst>
          </p:nvPr>
        </p:nvGraphicFramePr>
        <p:xfrm>
          <a:off x="632420" y="1524000"/>
          <a:ext cx="8569052"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53334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Autofit/>
          </a:bodyPr>
          <a:lstStyle/>
          <a:p>
            <a:r>
              <a:rPr lang="en-US" sz="2800" noProof="0" dirty="0"/>
              <a:t>PROJECT COST – ERP PROJECT</a:t>
            </a:r>
            <a:br>
              <a:rPr lang="en-US" sz="2800" noProof="0" dirty="0"/>
            </a:br>
            <a:r>
              <a:rPr lang="en-US" sz="2800" noProof="0" dirty="0"/>
              <a:t>Sales + factory - 3 product divisions and 20 countries </a:t>
            </a:r>
          </a:p>
        </p:txBody>
      </p:sp>
      <p:graphicFrame>
        <p:nvGraphicFramePr>
          <p:cNvPr id="9" name="Segnaposto contenuto 3"/>
          <p:cNvGraphicFramePr>
            <a:graphicFrameLocks noGrp="1"/>
          </p:cNvGraphicFramePr>
          <p:nvPr>
            <p:ph idx="1"/>
            <p:extLst>
              <p:ext uri="{D42A27DB-BD31-4B8C-83A1-F6EECF244321}">
                <p14:modId xmlns:p14="http://schemas.microsoft.com/office/powerpoint/2010/main" val="1148590829"/>
              </p:ext>
            </p:extLst>
          </p:nvPr>
        </p:nvGraphicFramePr>
        <p:xfrm>
          <a:off x="488504" y="1628800"/>
          <a:ext cx="8928992"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25187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BCE5E-E41D-158F-A482-D7811111EA9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A157025-93DB-B556-91DD-E074B06535F7}"/>
              </a:ext>
            </a:extLst>
          </p:cNvPr>
          <p:cNvSpPr>
            <a:spLocks noGrp="1"/>
          </p:cNvSpPr>
          <p:nvPr>
            <p:ph type="title"/>
          </p:nvPr>
        </p:nvSpPr>
        <p:spPr/>
        <p:txBody>
          <a:bodyPr>
            <a:noAutofit/>
          </a:bodyPr>
          <a:lstStyle/>
          <a:p>
            <a:r>
              <a:rPr lang="en-US" sz="2800" noProof="0" dirty="0"/>
              <a:t>PROJECT COST – Innovative customer profiling in a large telecom </a:t>
            </a:r>
            <a:r>
              <a:rPr lang="en-US" sz="2800" noProof="0"/>
              <a:t>with dedicated </a:t>
            </a:r>
            <a:r>
              <a:rPr lang="en-US" sz="2800" noProof="0" dirty="0"/>
              <a:t>hardware </a:t>
            </a:r>
          </a:p>
        </p:txBody>
      </p:sp>
      <p:graphicFrame>
        <p:nvGraphicFramePr>
          <p:cNvPr id="9" name="Segnaposto contenuto 3">
            <a:extLst>
              <a:ext uri="{FF2B5EF4-FFF2-40B4-BE49-F238E27FC236}">
                <a16:creationId xmlns:a16="http://schemas.microsoft.com/office/drawing/2014/main" id="{2F36DF5D-F3D2-6DDF-25F6-934D5308C378}"/>
              </a:ext>
            </a:extLst>
          </p:cNvPr>
          <p:cNvGraphicFramePr>
            <a:graphicFrameLocks noGrp="1"/>
          </p:cNvGraphicFramePr>
          <p:nvPr>
            <p:ph idx="1"/>
            <p:extLst>
              <p:ext uri="{D42A27DB-BD31-4B8C-83A1-F6EECF244321}">
                <p14:modId xmlns:p14="http://schemas.microsoft.com/office/powerpoint/2010/main" val="2689275175"/>
              </p:ext>
            </p:extLst>
          </p:nvPr>
        </p:nvGraphicFramePr>
        <p:xfrm>
          <a:off x="560512" y="1665312"/>
          <a:ext cx="8712968"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0493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DEFFC-F158-D503-2186-355148BC74D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B8FB433-DA08-A599-C40C-7EEA29C59EC6}"/>
              </a:ext>
            </a:extLst>
          </p:cNvPr>
          <p:cNvSpPr>
            <a:spLocks noGrp="1"/>
          </p:cNvSpPr>
          <p:nvPr>
            <p:ph type="title"/>
          </p:nvPr>
        </p:nvSpPr>
        <p:spPr/>
        <p:txBody>
          <a:bodyPr>
            <a:noAutofit/>
          </a:bodyPr>
          <a:lstStyle/>
          <a:p>
            <a:r>
              <a:rPr lang="en-US" sz="2800" noProof="0" dirty="0"/>
              <a:t>PROJECT COST </a:t>
            </a:r>
            <a:br>
              <a:rPr lang="en-US" sz="2800" dirty="0"/>
            </a:br>
            <a:r>
              <a:rPr lang="en-US" sz="2800" dirty="0"/>
              <a:t>MORTGAGE LOAN MANAGEMENT </a:t>
            </a:r>
            <a:endParaRPr lang="en-US" sz="2800" noProof="0" dirty="0"/>
          </a:p>
        </p:txBody>
      </p:sp>
      <p:graphicFrame>
        <p:nvGraphicFramePr>
          <p:cNvPr id="9" name="Segnaposto contenuto 3">
            <a:extLst>
              <a:ext uri="{FF2B5EF4-FFF2-40B4-BE49-F238E27FC236}">
                <a16:creationId xmlns:a16="http://schemas.microsoft.com/office/drawing/2014/main" id="{06DA5943-CF2A-1035-9E81-324309FB00B1}"/>
              </a:ext>
            </a:extLst>
          </p:cNvPr>
          <p:cNvGraphicFramePr>
            <a:graphicFrameLocks noGrp="1"/>
          </p:cNvGraphicFramePr>
          <p:nvPr>
            <p:ph idx="1"/>
            <p:extLst>
              <p:ext uri="{D42A27DB-BD31-4B8C-83A1-F6EECF244321}">
                <p14:modId xmlns:p14="http://schemas.microsoft.com/office/powerpoint/2010/main" val="518546052"/>
              </p:ext>
            </p:extLst>
          </p:nvPr>
        </p:nvGraphicFramePr>
        <p:xfrm>
          <a:off x="748032" y="1556792"/>
          <a:ext cx="8597455"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281106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PROJECT COST – HC project (Doctor)</a:t>
            </a:r>
          </a:p>
        </p:txBody>
      </p:sp>
      <p:graphicFrame>
        <p:nvGraphicFramePr>
          <p:cNvPr id="9" name="Segnaposto contenuto 3"/>
          <p:cNvGraphicFramePr>
            <a:graphicFrameLocks noGrp="1"/>
          </p:cNvGraphicFramePr>
          <p:nvPr>
            <p:ph idx="1"/>
            <p:extLst>
              <p:ext uri="{D42A27DB-BD31-4B8C-83A1-F6EECF244321}">
                <p14:modId xmlns:p14="http://schemas.microsoft.com/office/powerpoint/2010/main" val="335720209"/>
              </p:ext>
            </p:extLst>
          </p:nvPr>
        </p:nvGraphicFramePr>
        <p:xfrm>
          <a:off x="488504" y="1700808"/>
          <a:ext cx="8856984"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asellaDiTesto 7">
            <a:extLst>
              <a:ext uri="{FF2B5EF4-FFF2-40B4-BE49-F238E27FC236}">
                <a16:creationId xmlns:a16="http://schemas.microsoft.com/office/drawing/2014/main" id="{666A45CF-2904-4D30-89F7-01D2860BD901}"/>
              </a:ext>
            </a:extLst>
          </p:cNvPr>
          <p:cNvSpPr txBox="1"/>
          <p:nvPr/>
        </p:nvSpPr>
        <p:spPr>
          <a:xfrm>
            <a:off x="1496616" y="1112376"/>
            <a:ext cx="2766783" cy="369332"/>
          </a:xfrm>
          <a:prstGeom prst="rect">
            <a:avLst/>
          </a:prstGeom>
          <a:solidFill>
            <a:schemeClr val="bg1">
              <a:lumMod val="95000"/>
            </a:schemeClr>
          </a:solidFill>
        </p:spPr>
        <p:txBody>
          <a:bodyPr wrap="none" rtlCol="0">
            <a:spAutoFit/>
          </a:bodyPr>
          <a:lstStyle/>
          <a:p>
            <a:pPr algn="ctr"/>
            <a:r>
              <a:rPr lang="en-US" sz="1800" i="1" noProof="0" dirty="0"/>
              <a:t>To be filled by the students </a:t>
            </a:r>
          </a:p>
        </p:txBody>
      </p:sp>
    </p:spTree>
    <p:extLst>
      <p:ext uri="{BB962C8B-B14F-4D97-AF65-F5344CB8AC3E}">
        <p14:creationId xmlns:p14="http://schemas.microsoft.com/office/powerpoint/2010/main" val="12033315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B11B8-3084-FA84-104F-7001E890949D}"/>
            </a:ext>
          </a:extLst>
        </p:cNvPr>
        <p:cNvGrpSpPr/>
        <p:nvPr/>
      </p:nvGrpSpPr>
      <p:grpSpPr>
        <a:xfrm>
          <a:off x="0" y="0"/>
          <a:ext cx="0" cy="0"/>
          <a:chOff x="0" y="0"/>
          <a:chExt cx="0" cy="0"/>
        </a:xfrm>
      </p:grpSpPr>
      <p:sp>
        <p:nvSpPr>
          <p:cNvPr id="7172" name="Rectangle 4">
            <a:extLst>
              <a:ext uri="{FF2B5EF4-FFF2-40B4-BE49-F238E27FC236}">
                <a16:creationId xmlns:a16="http://schemas.microsoft.com/office/drawing/2014/main" id="{A82595BF-7293-FC34-B5E4-C858778B630E}"/>
              </a:ext>
            </a:extLst>
          </p:cNvPr>
          <p:cNvSpPr>
            <a:spLocks noGrp="1" noChangeArrowheads="1"/>
          </p:cNvSpPr>
          <p:nvPr>
            <p:ph type="title"/>
          </p:nvPr>
        </p:nvSpPr>
        <p:spPr/>
        <p:txBody>
          <a:bodyPr>
            <a:normAutofit fontScale="90000"/>
          </a:bodyPr>
          <a:lstStyle/>
          <a:p>
            <a:r>
              <a:rPr lang="en-US" noProof="0" dirty="0"/>
              <a:t>SUMMARY AND REVIEW QUESTIONS </a:t>
            </a:r>
          </a:p>
        </p:txBody>
      </p:sp>
      <p:graphicFrame>
        <p:nvGraphicFramePr>
          <p:cNvPr id="3" name="Segnaposto contenuto 2">
            <a:extLst>
              <a:ext uri="{FF2B5EF4-FFF2-40B4-BE49-F238E27FC236}">
                <a16:creationId xmlns:a16="http://schemas.microsoft.com/office/drawing/2014/main" id="{CD6407A0-04C8-0DFC-40D9-AC1180F387FB}"/>
              </a:ext>
            </a:extLst>
          </p:cNvPr>
          <p:cNvGraphicFramePr>
            <a:graphicFrameLocks noGrp="1"/>
          </p:cNvGraphicFramePr>
          <p:nvPr>
            <p:ph idx="1"/>
            <p:extLst>
              <p:ext uri="{D42A27DB-BD31-4B8C-83A1-F6EECF244321}">
                <p14:modId xmlns:p14="http://schemas.microsoft.com/office/powerpoint/2010/main" val="3650056236"/>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063456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90678-64EC-3A8E-D655-BD8A5955C776}"/>
            </a:ext>
          </a:extLst>
        </p:cNvPr>
        <p:cNvGrpSpPr/>
        <p:nvPr/>
      </p:nvGrpSpPr>
      <p:grpSpPr>
        <a:xfrm>
          <a:off x="0" y="0"/>
          <a:ext cx="0" cy="0"/>
          <a:chOff x="0" y="0"/>
          <a:chExt cx="0" cy="0"/>
        </a:xfrm>
      </p:grpSpPr>
      <p:graphicFrame>
        <p:nvGraphicFramePr>
          <p:cNvPr id="4" name="Segnaposto contenuto 3">
            <a:extLst>
              <a:ext uri="{FF2B5EF4-FFF2-40B4-BE49-F238E27FC236}">
                <a16:creationId xmlns:a16="http://schemas.microsoft.com/office/drawing/2014/main" id="{A6B042F9-0DB4-F56F-F992-747E350249B6}"/>
              </a:ext>
            </a:extLst>
          </p:cNvPr>
          <p:cNvGraphicFramePr>
            <a:graphicFrameLocks noGrp="1"/>
          </p:cNvGraphicFramePr>
          <p:nvPr>
            <p:ph sz="half" idx="2"/>
            <p:extLst>
              <p:ext uri="{D42A27DB-BD31-4B8C-83A1-F6EECF244321}">
                <p14:modId xmlns:p14="http://schemas.microsoft.com/office/powerpoint/2010/main" val="1182722801"/>
              </p:ext>
            </p:extLst>
          </p:nvPr>
        </p:nvGraphicFramePr>
        <p:xfrm>
          <a:off x="488504" y="1844824"/>
          <a:ext cx="5832648" cy="41764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olo 1">
            <a:extLst>
              <a:ext uri="{FF2B5EF4-FFF2-40B4-BE49-F238E27FC236}">
                <a16:creationId xmlns:a16="http://schemas.microsoft.com/office/drawing/2014/main" id="{8824ACBD-0E81-C48A-EA0D-4431EEBAAD87}"/>
              </a:ext>
            </a:extLst>
          </p:cNvPr>
          <p:cNvSpPr>
            <a:spLocks noGrp="1"/>
          </p:cNvSpPr>
          <p:nvPr>
            <p:ph type="title" idx="4294967295"/>
          </p:nvPr>
        </p:nvSpPr>
        <p:spPr>
          <a:xfrm>
            <a:off x="560512" y="304800"/>
            <a:ext cx="8170863" cy="914400"/>
          </a:xfrm>
        </p:spPr>
        <p:txBody>
          <a:bodyPr/>
          <a:lstStyle/>
          <a:p>
            <a:r>
              <a:rPr lang="en-US" dirty="0"/>
              <a:t>SENSITIVITY ANALYSIS</a:t>
            </a:r>
            <a:endParaRPr lang="en-US" noProof="0" dirty="0"/>
          </a:p>
        </p:txBody>
      </p:sp>
      <p:sp>
        <p:nvSpPr>
          <p:cNvPr id="8" name="Rettangolo 7">
            <a:extLst>
              <a:ext uri="{FF2B5EF4-FFF2-40B4-BE49-F238E27FC236}">
                <a16:creationId xmlns:a16="http://schemas.microsoft.com/office/drawing/2014/main" id="{9198CF63-4BFA-6C27-2F9D-54D708CBAAB8}"/>
              </a:ext>
            </a:extLst>
          </p:cNvPr>
          <p:cNvSpPr/>
          <p:nvPr/>
        </p:nvSpPr>
        <p:spPr bwMode="auto">
          <a:xfrm>
            <a:off x="6514671" y="3017912"/>
            <a:ext cx="2758808" cy="648072"/>
          </a:xfrm>
          <a:prstGeom prst="rect">
            <a:avLst/>
          </a:prstGeom>
          <a:solidFill>
            <a:schemeClr val="bg1"/>
          </a:solidFill>
          <a:ln w="12699"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it-IT" sz="1800" b="0" u="none" strike="noStrike" cap="none" normalizeH="0" baseline="0" dirty="0" err="1">
                <a:ln>
                  <a:noFill/>
                </a:ln>
                <a:solidFill>
                  <a:schemeClr val="tx1"/>
                </a:solidFill>
                <a:effectLst/>
                <a:latin typeface="Times New Roman" pitchFamily="18" charset="0"/>
              </a:rPr>
              <a:t>Negligible</a:t>
            </a:r>
            <a:endParaRPr kumimoji="0" lang="en-US" sz="1800" b="0" u="none" strike="noStrike" cap="none" normalizeH="0" baseline="0" noProof="0" dirty="0">
              <a:ln>
                <a:noFill/>
              </a:ln>
              <a:solidFill>
                <a:schemeClr val="tx1"/>
              </a:solidFill>
              <a:effectLst/>
              <a:latin typeface="Times New Roman" pitchFamily="18" charset="0"/>
            </a:endParaRPr>
          </a:p>
        </p:txBody>
      </p:sp>
      <p:sp>
        <p:nvSpPr>
          <p:cNvPr id="9" name="Rettangolo 8">
            <a:extLst>
              <a:ext uri="{FF2B5EF4-FFF2-40B4-BE49-F238E27FC236}">
                <a16:creationId xmlns:a16="http://schemas.microsoft.com/office/drawing/2014/main" id="{9A0553A0-6379-FAAD-D349-9B1C1AFB746E}"/>
              </a:ext>
            </a:extLst>
          </p:cNvPr>
          <p:cNvSpPr/>
          <p:nvPr/>
        </p:nvSpPr>
        <p:spPr bwMode="auto">
          <a:xfrm>
            <a:off x="6517710" y="4191000"/>
            <a:ext cx="2827778" cy="648072"/>
          </a:xfrm>
          <a:prstGeom prst="rect">
            <a:avLst/>
          </a:prstGeom>
          <a:solidFill>
            <a:schemeClr val="bg1">
              <a:lumMod val="85000"/>
            </a:schemeClr>
          </a:solidFill>
          <a:ln w="12699"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b="0" noProof="0" dirty="0"/>
              <a:t>Relevant</a:t>
            </a:r>
            <a:endParaRPr kumimoji="0" lang="en-US" sz="1800" b="0" u="none" strike="noStrike" cap="none" normalizeH="0" baseline="0" noProof="0" dirty="0">
              <a:ln>
                <a:noFill/>
              </a:ln>
              <a:solidFill>
                <a:schemeClr val="tx1"/>
              </a:solidFill>
              <a:effectLst/>
              <a:latin typeface="Times New Roman" pitchFamily="18" charset="0"/>
            </a:endParaRPr>
          </a:p>
        </p:txBody>
      </p:sp>
      <p:sp>
        <p:nvSpPr>
          <p:cNvPr id="10" name="Rettangolo 9">
            <a:extLst>
              <a:ext uri="{FF2B5EF4-FFF2-40B4-BE49-F238E27FC236}">
                <a16:creationId xmlns:a16="http://schemas.microsoft.com/office/drawing/2014/main" id="{5C64B1EE-2172-4232-B3CF-881F87EE7BFE}"/>
              </a:ext>
            </a:extLst>
          </p:cNvPr>
          <p:cNvSpPr/>
          <p:nvPr/>
        </p:nvSpPr>
        <p:spPr bwMode="auto">
          <a:xfrm>
            <a:off x="6517709" y="5373216"/>
            <a:ext cx="2827777" cy="648072"/>
          </a:xfrm>
          <a:prstGeom prst="rect">
            <a:avLst/>
          </a:prstGeom>
          <a:solidFill>
            <a:srgbClr val="92D050"/>
          </a:solidFill>
          <a:ln w="12699"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b="0" noProof="0" dirty="0"/>
              <a:t>Critical: coincides with project objectives </a:t>
            </a:r>
            <a:endParaRPr kumimoji="0" lang="en-US" sz="1800" b="0" u="none" strike="noStrike" cap="none" normalizeH="0" baseline="0" noProof="0" dirty="0">
              <a:ln>
                <a:noFill/>
              </a:ln>
              <a:solidFill>
                <a:schemeClr val="tx1"/>
              </a:solidFill>
              <a:effectLst/>
              <a:latin typeface="Times New Roman" pitchFamily="18" charset="0"/>
            </a:endParaRPr>
          </a:p>
        </p:txBody>
      </p:sp>
      <p:sp>
        <p:nvSpPr>
          <p:cNvPr id="11" name="Segnaposto contenuto 12">
            <a:extLst>
              <a:ext uri="{FF2B5EF4-FFF2-40B4-BE49-F238E27FC236}">
                <a16:creationId xmlns:a16="http://schemas.microsoft.com/office/drawing/2014/main" id="{3E420E67-9752-A619-E718-B868CF429B80}"/>
              </a:ext>
            </a:extLst>
          </p:cNvPr>
          <p:cNvSpPr txBox="1">
            <a:spLocks/>
          </p:cNvSpPr>
          <p:nvPr/>
        </p:nvSpPr>
        <p:spPr bwMode="auto">
          <a:xfrm>
            <a:off x="6514671" y="1697906"/>
            <a:ext cx="2830816"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normAutofit fontScale="92500" lnSpcReduction="10000"/>
          </a:bodyPr>
          <a:lstStyle>
            <a:lvl1pPr marL="342900" indent="-342900" algn="l" rtl="0" eaLnBrk="0" fontAlgn="base" hangingPunct="0">
              <a:spcBef>
                <a:spcPct val="20000"/>
              </a:spcBef>
              <a:spcAft>
                <a:spcPct val="0"/>
              </a:spcAft>
              <a:buSzPct val="100000"/>
              <a:buChar char="•"/>
              <a:defRPr sz="2400">
                <a:solidFill>
                  <a:srgbClr val="000066"/>
                </a:solidFill>
                <a:latin typeface="+mn-lt"/>
                <a:ea typeface="+mn-ea"/>
                <a:cs typeface="+mn-cs"/>
              </a:defRPr>
            </a:lvl1pPr>
            <a:lvl2pPr marL="742950" indent="-285750" algn="l" rtl="0" eaLnBrk="0" fontAlgn="base" hangingPunct="0">
              <a:spcBef>
                <a:spcPct val="20000"/>
              </a:spcBef>
              <a:spcAft>
                <a:spcPct val="0"/>
              </a:spcAft>
              <a:buSzPct val="100000"/>
              <a:buChar char="–"/>
              <a:defRPr sz="2000">
                <a:solidFill>
                  <a:srgbClr val="000066"/>
                </a:solidFill>
                <a:latin typeface="+mn-lt"/>
              </a:defRPr>
            </a:lvl2pPr>
            <a:lvl3pPr marL="1143000" indent="-228600" algn="l" rtl="0" eaLnBrk="0" fontAlgn="base" hangingPunct="0">
              <a:spcBef>
                <a:spcPct val="20000"/>
              </a:spcBef>
              <a:spcAft>
                <a:spcPct val="0"/>
              </a:spcAft>
              <a:buSzPct val="100000"/>
              <a:buChar char="•"/>
              <a:defRPr>
                <a:solidFill>
                  <a:srgbClr val="000066"/>
                </a:solidFill>
                <a:latin typeface="+mn-lt"/>
              </a:defRPr>
            </a:lvl3pPr>
            <a:lvl4pPr marL="1600200" indent="-228600" algn="l" rtl="0" eaLnBrk="0" fontAlgn="base" hangingPunct="0">
              <a:spcBef>
                <a:spcPct val="20000"/>
              </a:spcBef>
              <a:spcAft>
                <a:spcPct val="0"/>
              </a:spcAft>
              <a:buSzPct val="100000"/>
              <a:buChar char="–"/>
              <a:defRPr sz="1600">
                <a:solidFill>
                  <a:srgbClr val="000066"/>
                </a:solidFill>
                <a:latin typeface="+mn-lt"/>
              </a:defRPr>
            </a:lvl4pPr>
            <a:lvl5pPr marL="2057400" indent="-228600" algn="l" rtl="0" eaLnBrk="0" fontAlgn="base" hangingPunct="0">
              <a:spcBef>
                <a:spcPct val="20000"/>
              </a:spcBef>
              <a:spcAft>
                <a:spcPct val="0"/>
              </a:spcAft>
              <a:buSzPct val="100000"/>
              <a:buChar char="»"/>
              <a:defRPr sz="1600">
                <a:solidFill>
                  <a:srgbClr val="000066"/>
                </a:solidFill>
                <a:latin typeface="+mn-lt"/>
              </a:defRPr>
            </a:lvl5pPr>
            <a:lvl6pPr marL="2514600" indent="-228600" algn="l" rtl="0" eaLnBrk="0" fontAlgn="base" hangingPunct="0">
              <a:spcBef>
                <a:spcPct val="20000"/>
              </a:spcBef>
              <a:spcAft>
                <a:spcPct val="0"/>
              </a:spcAft>
              <a:buSzPct val="100000"/>
              <a:buChar char="»"/>
              <a:defRPr sz="1600">
                <a:solidFill>
                  <a:schemeClr val="accent2"/>
                </a:solidFill>
                <a:latin typeface="+mn-lt"/>
              </a:defRPr>
            </a:lvl6pPr>
            <a:lvl7pPr marL="2971800" indent="-228600" algn="l" rtl="0" eaLnBrk="0" fontAlgn="base" hangingPunct="0">
              <a:spcBef>
                <a:spcPct val="20000"/>
              </a:spcBef>
              <a:spcAft>
                <a:spcPct val="0"/>
              </a:spcAft>
              <a:buSzPct val="100000"/>
              <a:buChar char="»"/>
              <a:defRPr sz="1600">
                <a:solidFill>
                  <a:schemeClr val="accent2"/>
                </a:solidFill>
                <a:latin typeface="+mn-lt"/>
              </a:defRPr>
            </a:lvl7pPr>
            <a:lvl8pPr marL="3429000" indent="-228600" algn="l" rtl="0" eaLnBrk="0" fontAlgn="base" hangingPunct="0">
              <a:spcBef>
                <a:spcPct val="20000"/>
              </a:spcBef>
              <a:spcAft>
                <a:spcPct val="0"/>
              </a:spcAft>
              <a:buSzPct val="100000"/>
              <a:buChar char="»"/>
              <a:defRPr sz="1600">
                <a:solidFill>
                  <a:schemeClr val="accent2"/>
                </a:solidFill>
                <a:latin typeface="+mn-lt"/>
              </a:defRPr>
            </a:lvl8pPr>
            <a:lvl9pPr marL="3886200" indent="-228600" algn="l" rtl="0" eaLnBrk="0" fontAlgn="base" hangingPunct="0">
              <a:spcBef>
                <a:spcPct val="20000"/>
              </a:spcBef>
              <a:spcAft>
                <a:spcPct val="0"/>
              </a:spcAft>
              <a:buSzPct val="100000"/>
              <a:buChar char="»"/>
              <a:defRPr sz="1600">
                <a:solidFill>
                  <a:schemeClr val="accent2"/>
                </a:solidFill>
                <a:latin typeface="+mn-lt"/>
              </a:defRPr>
            </a:lvl9pPr>
          </a:lstStyle>
          <a:p>
            <a:pPr marL="0" indent="0">
              <a:buFontTx/>
              <a:buNone/>
            </a:pPr>
            <a:r>
              <a:rPr lang="en-US" b="0" kern="0" dirty="0"/>
              <a:t>Benefits are estimated in a qualitative scale by filling the benefit items </a:t>
            </a:r>
          </a:p>
        </p:txBody>
      </p:sp>
    </p:spTree>
    <p:extLst>
      <p:ext uri="{BB962C8B-B14F-4D97-AF65-F5344CB8AC3E}">
        <p14:creationId xmlns:p14="http://schemas.microsoft.com/office/powerpoint/2010/main" val="5620775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FDC9A8-680C-43FF-A1AC-47B07296A9B2}"/>
              </a:ext>
            </a:extLst>
          </p:cNvPr>
          <p:cNvSpPr>
            <a:spLocks noGrp="1"/>
          </p:cNvSpPr>
          <p:nvPr>
            <p:ph type="title"/>
          </p:nvPr>
        </p:nvSpPr>
        <p:spPr/>
        <p:txBody>
          <a:bodyPr>
            <a:normAutofit fontScale="90000"/>
          </a:bodyPr>
          <a:lstStyle/>
          <a:p>
            <a:r>
              <a:rPr lang="en-US" dirty="0"/>
              <a:t>PROJECT BENEFITS – ERP project</a:t>
            </a:r>
            <a:br>
              <a:rPr lang="en-US" dirty="0"/>
            </a:br>
            <a:r>
              <a:rPr lang="en-US" dirty="0"/>
              <a:t>Accounting in a large utility - 500 accountants </a:t>
            </a:r>
            <a:endParaRPr lang="en-US" noProof="0" dirty="0"/>
          </a:p>
        </p:txBody>
      </p:sp>
      <p:graphicFrame>
        <p:nvGraphicFramePr>
          <p:cNvPr id="4" name="Segnaposto contenuto 3">
            <a:extLst>
              <a:ext uri="{FF2B5EF4-FFF2-40B4-BE49-F238E27FC236}">
                <a16:creationId xmlns:a16="http://schemas.microsoft.com/office/drawing/2014/main" id="{7C2DB3A4-CDE3-4E6C-B2A8-3FCB3E4BA1F0}"/>
              </a:ext>
            </a:extLst>
          </p:cNvPr>
          <p:cNvGraphicFramePr>
            <a:graphicFrameLocks noGrp="1"/>
          </p:cNvGraphicFramePr>
          <p:nvPr>
            <p:ph idx="1"/>
            <p:extLst>
              <p:ext uri="{D42A27DB-BD31-4B8C-83A1-F6EECF244321}">
                <p14:modId xmlns:p14="http://schemas.microsoft.com/office/powerpoint/2010/main" val="565862662"/>
              </p:ext>
            </p:extLst>
          </p:nvPr>
        </p:nvGraphicFramePr>
        <p:xfrm>
          <a:off x="773984" y="1484784"/>
          <a:ext cx="8499495"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31365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FDC9A8-680C-43FF-A1AC-47B07296A9B2}"/>
              </a:ext>
            </a:extLst>
          </p:cNvPr>
          <p:cNvSpPr>
            <a:spLocks noGrp="1"/>
          </p:cNvSpPr>
          <p:nvPr>
            <p:ph type="title"/>
          </p:nvPr>
        </p:nvSpPr>
        <p:spPr/>
        <p:txBody>
          <a:bodyPr>
            <a:normAutofit fontScale="90000"/>
          </a:bodyPr>
          <a:lstStyle/>
          <a:p>
            <a:r>
              <a:rPr lang="en-US" noProof="0" dirty="0"/>
              <a:t>PROJECT BENEFITS </a:t>
            </a:r>
            <a:br>
              <a:rPr lang="en-US" noProof="0" dirty="0"/>
            </a:br>
            <a:r>
              <a:rPr lang="en-US" noProof="0" dirty="0"/>
              <a:t>MORTGAGE LOAN MANAGEMENT  </a:t>
            </a:r>
          </a:p>
        </p:txBody>
      </p:sp>
      <p:graphicFrame>
        <p:nvGraphicFramePr>
          <p:cNvPr id="4" name="Segnaposto contenuto 3">
            <a:extLst>
              <a:ext uri="{FF2B5EF4-FFF2-40B4-BE49-F238E27FC236}">
                <a16:creationId xmlns:a16="http://schemas.microsoft.com/office/drawing/2014/main" id="{7C2DB3A4-CDE3-4E6C-B2A8-3FCB3E4BA1F0}"/>
              </a:ext>
            </a:extLst>
          </p:cNvPr>
          <p:cNvGraphicFramePr>
            <a:graphicFrameLocks noGrp="1"/>
          </p:cNvGraphicFramePr>
          <p:nvPr>
            <p:ph idx="1"/>
            <p:extLst>
              <p:ext uri="{D42A27DB-BD31-4B8C-83A1-F6EECF244321}">
                <p14:modId xmlns:p14="http://schemas.microsoft.com/office/powerpoint/2010/main" val="2310346574"/>
              </p:ext>
            </p:extLst>
          </p:nvPr>
        </p:nvGraphicFramePr>
        <p:xfrm>
          <a:off x="344488" y="1412776"/>
          <a:ext cx="90010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56767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FDC9A8-680C-43FF-A1AC-47B07296A9B2}"/>
              </a:ext>
            </a:extLst>
          </p:cNvPr>
          <p:cNvSpPr>
            <a:spLocks noGrp="1"/>
          </p:cNvSpPr>
          <p:nvPr>
            <p:ph type="title"/>
          </p:nvPr>
        </p:nvSpPr>
        <p:spPr/>
        <p:txBody>
          <a:bodyPr/>
          <a:lstStyle/>
          <a:p>
            <a:r>
              <a:rPr lang="en-US" u="sng" noProof="0" dirty="0"/>
              <a:t>Potential</a:t>
            </a:r>
            <a:r>
              <a:rPr lang="en-US" noProof="0" dirty="0"/>
              <a:t> Benefits in HC project (Doctor)</a:t>
            </a:r>
          </a:p>
        </p:txBody>
      </p:sp>
      <p:graphicFrame>
        <p:nvGraphicFramePr>
          <p:cNvPr id="4" name="Segnaposto contenuto 3">
            <a:extLst>
              <a:ext uri="{FF2B5EF4-FFF2-40B4-BE49-F238E27FC236}">
                <a16:creationId xmlns:a16="http://schemas.microsoft.com/office/drawing/2014/main" id="{7C2DB3A4-CDE3-4E6C-B2A8-3FCB3E4BA1F0}"/>
              </a:ext>
            </a:extLst>
          </p:cNvPr>
          <p:cNvGraphicFramePr>
            <a:graphicFrameLocks noGrp="1"/>
          </p:cNvGraphicFramePr>
          <p:nvPr>
            <p:ph idx="1"/>
            <p:extLst>
              <p:ext uri="{D42A27DB-BD31-4B8C-83A1-F6EECF244321}">
                <p14:modId xmlns:p14="http://schemas.microsoft.com/office/powerpoint/2010/main" val="1403570585"/>
              </p:ext>
            </p:extLst>
          </p:nvPr>
        </p:nvGraphicFramePr>
        <p:xfrm>
          <a:off x="595123" y="1516082"/>
          <a:ext cx="8466515"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asellaDiTesto 9">
            <a:extLst>
              <a:ext uri="{FF2B5EF4-FFF2-40B4-BE49-F238E27FC236}">
                <a16:creationId xmlns:a16="http://schemas.microsoft.com/office/drawing/2014/main" id="{28262A3C-D475-42F9-84A5-441711AFEE44}"/>
              </a:ext>
            </a:extLst>
          </p:cNvPr>
          <p:cNvSpPr txBox="1"/>
          <p:nvPr/>
        </p:nvSpPr>
        <p:spPr>
          <a:xfrm>
            <a:off x="1496616" y="1112376"/>
            <a:ext cx="2766783" cy="369332"/>
          </a:xfrm>
          <a:prstGeom prst="rect">
            <a:avLst/>
          </a:prstGeom>
          <a:solidFill>
            <a:schemeClr val="bg1">
              <a:lumMod val="95000"/>
            </a:schemeClr>
          </a:solidFill>
        </p:spPr>
        <p:txBody>
          <a:bodyPr wrap="none" rtlCol="0">
            <a:spAutoFit/>
          </a:bodyPr>
          <a:lstStyle/>
          <a:p>
            <a:pPr algn="ctr"/>
            <a:r>
              <a:rPr lang="en-US" sz="1800" i="1" noProof="0" dirty="0"/>
              <a:t>To be filled by the students </a:t>
            </a:r>
          </a:p>
        </p:txBody>
      </p:sp>
    </p:spTree>
    <p:extLst>
      <p:ext uri="{BB962C8B-B14F-4D97-AF65-F5344CB8AC3E}">
        <p14:creationId xmlns:p14="http://schemas.microsoft.com/office/powerpoint/2010/main" val="32839119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DBF71-C3D3-9BBC-08B6-629623B9159E}"/>
            </a:ext>
          </a:extLst>
        </p:cNvPr>
        <p:cNvGrpSpPr/>
        <p:nvPr/>
      </p:nvGrpSpPr>
      <p:grpSpPr>
        <a:xfrm>
          <a:off x="0" y="0"/>
          <a:ext cx="0" cy="0"/>
          <a:chOff x="0" y="0"/>
          <a:chExt cx="0" cy="0"/>
        </a:xfrm>
      </p:grpSpPr>
      <p:sp>
        <p:nvSpPr>
          <p:cNvPr id="6146" name="Rectangle 4">
            <a:extLst>
              <a:ext uri="{FF2B5EF4-FFF2-40B4-BE49-F238E27FC236}">
                <a16:creationId xmlns:a16="http://schemas.microsoft.com/office/drawing/2014/main" id="{4490A80F-DC5B-374A-B2F9-02ACA09A2EE0}"/>
              </a:ext>
            </a:extLst>
          </p:cNvPr>
          <p:cNvSpPr>
            <a:spLocks noGrp="1" noChangeArrowheads="1"/>
          </p:cNvSpPr>
          <p:nvPr>
            <p:ph type="ctrTitle"/>
          </p:nvPr>
        </p:nvSpPr>
        <p:spPr/>
        <p:txBody>
          <a:bodyPr/>
          <a:lstStyle/>
          <a:p>
            <a:r>
              <a:rPr lang="en-US" sz="3200" noProof="0" dirty="0"/>
              <a:t>COSTS AND BENEFITS OF DIGITAL PROJECTS </a:t>
            </a:r>
            <a:br>
              <a:rPr lang="en-US" sz="3200" noProof="0" dirty="0"/>
            </a:br>
            <a:r>
              <a:rPr lang="en-US" sz="2000" i="1" noProof="0" dirty="0"/>
              <a:t>R250816</a:t>
            </a:r>
            <a:endParaRPr lang="en-US" sz="3200" i="1" noProof="0" dirty="0"/>
          </a:p>
        </p:txBody>
      </p:sp>
      <p:sp>
        <p:nvSpPr>
          <p:cNvPr id="6147" name="Rectangle 5">
            <a:extLst>
              <a:ext uri="{FF2B5EF4-FFF2-40B4-BE49-F238E27FC236}">
                <a16:creationId xmlns:a16="http://schemas.microsoft.com/office/drawing/2014/main" id="{091A7A0F-C563-5F45-7BA0-8E57E169FC44}"/>
              </a:ext>
            </a:extLst>
          </p:cNvPr>
          <p:cNvSpPr>
            <a:spLocks noGrp="1" noChangeArrowheads="1"/>
          </p:cNvSpPr>
          <p:nvPr>
            <p:ph type="subTitle" idx="1"/>
          </p:nvPr>
        </p:nvSpPr>
        <p:spPr>
          <a:xfrm>
            <a:off x="1485900" y="3861048"/>
            <a:ext cx="6934200" cy="2279104"/>
          </a:xfrm>
        </p:spPr>
        <p:txBody>
          <a:bodyPr anchor="ctr">
            <a:normAutofit/>
          </a:bodyPr>
          <a:lstStyle/>
          <a:p>
            <a:pPr>
              <a:lnSpc>
                <a:spcPct val="90000"/>
              </a:lnSpc>
            </a:pPr>
            <a:r>
              <a:rPr lang="en-US" noProof="0" dirty="0"/>
              <a:t>COST-BENEFIT ANALYSIS</a:t>
            </a:r>
          </a:p>
          <a:p>
            <a:pPr>
              <a:lnSpc>
                <a:spcPct val="90000"/>
              </a:lnSpc>
            </a:pPr>
            <a:r>
              <a:rPr lang="en-US" noProof="0" dirty="0"/>
              <a:t>SUMMARY AND REVIEW QUESTIONS</a:t>
            </a:r>
          </a:p>
          <a:p>
            <a:pPr>
              <a:lnSpc>
                <a:spcPct val="90000"/>
              </a:lnSpc>
            </a:pPr>
            <a:r>
              <a:rPr lang="en-US" b="1" noProof="0" dirty="0"/>
              <a:t>PROJECT BUDGET MANAGEMENT</a:t>
            </a:r>
          </a:p>
          <a:p>
            <a:pPr>
              <a:lnSpc>
                <a:spcPct val="90000"/>
              </a:lnSpc>
            </a:pPr>
            <a:r>
              <a:rPr lang="en-US" noProof="0" dirty="0"/>
              <a:t>ASSIGNMENT </a:t>
            </a:r>
          </a:p>
        </p:txBody>
      </p:sp>
    </p:spTree>
    <p:extLst>
      <p:ext uri="{BB962C8B-B14F-4D97-AF65-F5344CB8AC3E}">
        <p14:creationId xmlns:p14="http://schemas.microsoft.com/office/powerpoint/2010/main" val="26125336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a:extLst>
              <a:ext uri="{FF2B5EF4-FFF2-40B4-BE49-F238E27FC236}">
                <a16:creationId xmlns:a16="http://schemas.microsoft.com/office/drawing/2014/main" id="{A9F3BE1E-9C45-4DC3-A8C6-BEA7F38B224C}"/>
              </a:ext>
            </a:extLst>
          </p:cNvPr>
          <p:cNvSpPr>
            <a:spLocks noGrp="1"/>
          </p:cNvSpPr>
          <p:nvPr>
            <p:ph type="title"/>
          </p:nvPr>
        </p:nvSpPr>
        <p:spPr>
          <a:xfrm>
            <a:off x="742950" y="304800"/>
            <a:ext cx="8170863" cy="914400"/>
          </a:xfrm>
        </p:spPr>
        <p:txBody>
          <a:bodyPr/>
          <a:lstStyle/>
          <a:p>
            <a:r>
              <a:rPr lang="en-US" noProof="0" dirty="0"/>
              <a:t>Summary</a:t>
            </a:r>
          </a:p>
        </p:txBody>
      </p:sp>
      <p:sp>
        <p:nvSpPr>
          <p:cNvPr id="5" name="Segnaposto testo 4">
            <a:extLst>
              <a:ext uri="{FF2B5EF4-FFF2-40B4-BE49-F238E27FC236}">
                <a16:creationId xmlns:a16="http://schemas.microsoft.com/office/drawing/2014/main" id="{1B9CF758-7DD8-4624-8DF9-31089447C7F2}"/>
              </a:ext>
            </a:extLst>
          </p:cNvPr>
          <p:cNvSpPr>
            <a:spLocks noGrp="1"/>
          </p:cNvSpPr>
          <p:nvPr>
            <p:ph sz="half" idx="1"/>
          </p:nvPr>
        </p:nvSpPr>
        <p:spPr>
          <a:xfrm>
            <a:off x="742949" y="1524000"/>
            <a:ext cx="3097177" cy="4572000"/>
          </a:xfrm>
        </p:spPr>
        <p:txBody>
          <a:bodyPr anchor="ctr">
            <a:normAutofit/>
          </a:bodyPr>
          <a:lstStyle/>
          <a:p>
            <a:pPr marL="0" indent="0">
              <a:buNone/>
            </a:pPr>
            <a:r>
              <a:rPr lang="en-US" noProof="0" dirty="0"/>
              <a:t>Cost and benefit analysis relies on 4 pillars</a:t>
            </a:r>
          </a:p>
          <a:p>
            <a:pPr marL="457200" indent="-457200">
              <a:buFont typeface="+mj-lt"/>
              <a:buAutoNum type="arabicPeriod"/>
            </a:pPr>
            <a:r>
              <a:rPr lang="en-US" noProof="0" dirty="0"/>
              <a:t>Business case</a:t>
            </a:r>
          </a:p>
          <a:p>
            <a:pPr marL="457200" indent="-457200">
              <a:buFont typeface="+mj-lt"/>
              <a:buAutoNum type="arabicPeriod"/>
            </a:pPr>
            <a:r>
              <a:rPr lang="en-US" noProof="0" dirty="0"/>
              <a:t>Cost - benefit tree</a:t>
            </a:r>
          </a:p>
          <a:p>
            <a:pPr marL="457200" indent="-457200">
              <a:buFont typeface="+mj-lt"/>
              <a:buAutoNum type="arabicPeriod"/>
            </a:pPr>
            <a:r>
              <a:rPr lang="en-US" noProof="0" dirty="0"/>
              <a:t>Cost management process </a:t>
            </a:r>
          </a:p>
          <a:p>
            <a:pPr marL="457200" indent="-457200">
              <a:buFont typeface="+mj-lt"/>
              <a:buAutoNum type="arabicPeriod"/>
            </a:pPr>
            <a:r>
              <a:rPr lang="en-US" noProof="0" dirty="0"/>
              <a:t>Cost-benefit milestones </a:t>
            </a:r>
          </a:p>
        </p:txBody>
      </p:sp>
      <p:sp>
        <p:nvSpPr>
          <p:cNvPr id="9" name="Rettangolo ad angolo ripiegato 8">
            <a:extLst>
              <a:ext uri="{FF2B5EF4-FFF2-40B4-BE49-F238E27FC236}">
                <a16:creationId xmlns:a16="http://schemas.microsoft.com/office/drawing/2014/main" id="{D1E1412C-F072-4B53-82BD-C8B67EEB6D70}"/>
              </a:ext>
            </a:extLst>
          </p:cNvPr>
          <p:cNvSpPr/>
          <p:nvPr/>
        </p:nvSpPr>
        <p:spPr bwMode="auto">
          <a:xfrm>
            <a:off x="4097434" y="2194614"/>
            <a:ext cx="1770706" cy="792088"/>
          </a:xfrm>
          <a:prstGeom prst="foldedCorner">
            <a:avLst/>
          </a:prstGeom>
          <a:solidFill>
            <a:schemeClr val="bg1">
              <a:lumMod val="95000"/>
            </a:schemeClr>
          </a:solidFill>
          <a:ln w="12699" cap="flat" cmpd="sng" algn="ctr">
            <a:solidFill>
              <a:schemeClr val="tx1"/>
            </a:solidFill>
            <a:prstDash val="sys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noProof="0" dirty="0">
                <a:ln>
                  <a:noFill/>
                </a:ln>
                <a:solidFill>
                  <a:schemeClr val="tx1"/>
                </a:solidFill>
                <a:effectLst/>
                <a:latin typeface="Times New Roman" pitchFamily="18" charset="0"/>
              </a:rPr>
              <a:t>Business case</a:t>
            </a:r>
          </a:p>
          <a:p>
            <a:pPr marL="0" marR="0" indent="0" algn="ctr" defTabSz="914400" rtl="0" eaLnBrk="0" fontAlgn="base" latinLnBrk="0" hangingPunct="0">
              <a:lnSpc>
                <a:spcPct val="100000"/>
              </a:lnSpc>
              <a:spcBef>
                <a:spcPct val="0"/>
              </a:spcBef>
              <a:spcAft>
                <a:spcPct val="0"/>
              </a:spcAft>
              <a:buClrTx/>
              <a:buSzTx/>
              <a:buFontTx/>
              <a:buNone/>
              <a:tabLst/>
            </a:pPr>
            <a:r>
              <a:rPr lang="en-US" sz="2000" b="0" i="1" dirty="0"/>
              <a:t>(PMBOK)</a:t>
            </a:r>
            <a:endParaRPr kumimoji="0" lang="en-US" sz="2000" b="0" i="1" u="none" strike="noStrike" cap="none" normalizeH="0" baseline="0" noProof="0" dirty="0">
              <a:ln>
                <a:noFill/>
              </a:ln>
              <a:solidFill>
                <a:schemeClr val="tx1"/>
              </a:solidFill>
              <a:effectLst/>
              <a:latin typeface="Times New Roman" pitchFamily="18" charset="0"/>
            </a:endParaRPr>
          </a:p>
        </p:txBody>
      </p:sp>
      <p:pic>
        <p:nvPicPr>
          <p:cNvPr id="10" name="Immagine 9">
            <a:extLst>
              <a:ext uri="{FF2B5EF4-FFF2-40B4-BE49-F238E27FC236}">
                <a16:creationId xmlns:a16="http://schemas.microsoft.com/office/drawing/2014/main" id="{91E2C84A-99B0-4A6B-80E6-F4BBF40D40F0}"/>
              </a:ext>
            </a:extLst>
          </p:cNvPr>
          <p:cNvPicPr>
            <a:picLocks noChangeAspect="1"/>
          </p:cNvPicPr>
          <p:nvPr/>
        </p:nvPicPr>
        <p:blipFill>
          <a:blip r:embed="rId2"/>
          <a:stretch>
            <a:fillRect/>
          </a:stretch>
        </p:blipFill>
        <p:spPr>
          <a:xfrm>
            <a:off x="6761730" y="1340768"/>
            <a:ext cx="2306464" cy="2499781"/>
          </a:xfrm>
          <a:prstGeom prst="rect">
            <a:avLst/>
          </a:prstGeom>
        </p:spPr>
      </p:pic>
      <p:pic>
        <p:nvPicPr>
          <p:cNvPr id="11" name="Immagine 10">
            <a:extLst>
              <a:ext uri="{FF2B5EF4-FFF2-40B4-BE49-F238E27FC236}">
                <a16:creationId xmlns:a16="http://schemas.microsoft.com/office/drawing/2014/main" id="{E7B93CE0-00BC-4A3E-92BA-3694AE19C6C6}"/>
              </a:ext>
            </a:extLst>
          </p:cNvPr>
          <p:cNvPicPr>
            <a:picLocks noChangeAspect="1"/>
          </p:cNvPicPr>
          <p:nvPr/>
        </p:nvPicPr>
        <p:blipFill>
          <a:blip r:embed="rId3"/>
          <a:stretch>
            <a:fillRect/>
          </a:stretch>
        </p:blipFill>
        <p:spPr>
          <a:xfrm>
            <a:off x="6809850" y="4090527"/>
            <a:ext cx="2648686" cy="2160240"/>
          </a:xfrm>
          <a:prstGeom prst="rect">
            <a:avLst/>
          </a:prstGeom>
        </p:spPr>
      </p:pic>
      <p:pic>
        <p:nvPicPr>
          <p:cNvPr id="12" name="Immagine 11">
            <a:extLst>
              <a:ext uri="{FF2B5EF4-FFF2-40B4-BE49-F238E27FC236}">
                <a16:creationId xmlns:a16="http://schemas.microsoft.com/office/drawing/2014/main" id="{5F34E942-4D88-49CD-B78A-35B51F2BD565}"/>
              </a:ext>
            </a:extLst>
          </p:cNvPr>
          <p:cNvPicPr>
            <a:picLocks noChangeAspect="1"/>
          </p:cNvPicPr>
          <p:nvPr/>
        </p:nvPicPr>
        <p:blipFill>
          <a:blip r:embed="rId4"/>
          <a:stretch>
            <a:fillRect/>
          </a:stretch>
        </p:blipFill>
        <p:spPr>
          <a:xfrm>
            <a:off x="4037112" y="4653136"/>
            <a:ext cx="2349760" cy="1543178"/>
          </a:xfrm>
          <a:prstGeom prst="rect">
            <a:avLst/>
          </a:prstGeom>
        </p:spPr>
      </p:pic>
      <p:sp>
        <p:nvSpPr>
          <p:cNvPr id="13" name="Freccia a destra 12">
            <a:extLst>
              <a:ext uri="{FF2B5EF4-FFF2-40B4-BE49-F238E27FC236}">
                <a16:creationId xmlns:a16="http://schemas.microsoft.com/office/drawing/2014/main" id="{A5426DAF-63D1-4EAE-AFF9-86D86ADC3D00}"/>
              </a:ext>
            </a:extLst>
          </p:cNvPr>
          <p:cNvSpPr/>
          <p:nvPr/>
        </p:nvSpPr>
        <p:spPr bwMode="auto">
          <a:xfrm>
            <a:off x="6065125" y="2237562"/>
            <a:ext cx="499620" cy="792088"/>
          </a:xfrm>
          <a:prstGeom prst="rightArrow">
            <a:avLst/>
          </a:prstGeom>
          <a:solidFill>
            <a:schemeClr val="bg1">
              <a:lumMod val="85000"/>
            </a:schemeClr>
          </a:solidFill>
          <a:ln w="12699" cap="flat" cmpd="sng" algn="ctr">
            <a:solidFill>
              <a:schemeClr val="tx1"/>
            </a:solidFill>
            <a:prstDash val="solid"/>
            <a:round/>
            <a:headEnd type="none" w="med" len="med"/>
            <a:tailEnd type="none" w="med" len="med"/>
          </a:ln>
          <a:effectLst/>
          <a:scene3d>
            <a:camera prst="orthographicFront"/>
            <a:lightRig rig="threePt" dir="t"/>
          </a:scene3d>
          <a:sp3d>
            <a:bevelT prst="angle"/>
          </a:sp3d>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6000" b="1" i="0" u="none" strike="noStrike" cap="none" normalizeH="0" baseline="0" noProof="0" dirty="0">
              <a:ln>
                <a:noFill/>
              </a:ln>
              <a:solidFill>
                <a:schemeClr val="tx1"/>
              </a:solidFill>
              <a:effectLst/>
              <a:latin typeface="Times New Roman" pitchFamily="18" charset="0"/>
            </a:endParaRPr>
          </a:p>
        </p:txBody>
      </p:sp>
      <p:sp>
        <p:nvSpPr>
          <p:cNvPr id="14" name="Freccia a destra 13">
            <a:extLst>
              <a:ext uri="{FF2B5EF4-FFF2-40B4-BE49-F238E27FC236}">
                <a16:creationId xmlns:a16="http://schemas.microsoft.com/office/drawing/2014/main" id="{6ADD746E-1246-4380-B122-87F8A6BB8E0D}"/>
              </a:ext>
            </a:extLst>
          </p:cNvPr>
          <p:cNvSpPr/>
          <p:nvPr/>
        </p:nvSpPr>
        <p:spPr bwMode="auto">
          <a:xfrm rot="5400000">
            <a:off x="7777594" y="3444505"/>
            <a:ext cx="488551" cy="792088"/>
          </a:xfrm>
          <a:prstGeom prst="rightArrow">
            <a:avLst/>
          </a:prstGeom>
          <a:solidFill>
            <a:schemeClr val="bg1">
              <a:lumMod val="85000"/>
            </a:schemeClr>
          </a:solidFill>
          <a:ln w="12699" cap="flat" cmpd="sng" algn="ctr">
            <a:solidFill>
              <a:schemeClr val="tx1"/>
            </a:solidFill>
            <a:prstDash val="solid"/>
            <a:round/>
            <a:headEnd type="none" w="med" len="med"/>
            <a:tailEnd type="none" w="med" len="med"/>
          </a:ln>
          <a:effectLst/>
          <a:scene3d>
            <a:camera prst="orthographicFront"/>
            <a:lightRig rig="threePt" dir="t"/>
          </a:scene3d>
          <a:sp3d>
            <a:bevelT prst="angle"/>
          </a:sp3d>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6000" b="1" i="0" u="none" strike="noStrike" cap="none" normalizeH="0" baseline="0" noProof="0" dirty="0">
              <a:ln>
                <a:noFill/>
              </a:ln>
              <a:solidFill>
                <a:schemeClr val="tx1"/>
              </a:solidFill>
              <a:effectLst/>
              <a:latin typeface="Times New Roman" pitchFamily="18" charset="0"/>
            </a:endParaRPr>
          </a:p>
        </p:txBody>
      </p:sp>
      <p:sp>
        <p:nvSpPr>
          <p:cNvPr id="15" name="Freccia a destra 14">
            <a:extLst>
              <a:ext uri="{FF2B5EF4-FFF2-40B4-BE49-F238E27FC236}">
                <a16:creationId xmlns:a16="http://schemas.microsoft.com/office/drawing/2014/main" id="{C98E4EAF-AD24-4AD2-BBBD-F8816CBC906F}"/>
              </a:ext>
            </a:extLst>
          </p:cNvPr>
          <p:cNvSpPr/>
          <p:nvPr/>
        </p:nvSpPr>
        <p:spPr bwMode="auto">
          <a:xfrm rot="10800000">
            <a:off x="6420066" y="4618609"/>
            <a:ext cx="488551" cy="792088"/>
          </a:xfrm>
          <a:prstGeom prst="rightArrow">
            <a:avLst/>
          </a:prstGeom>
          <a:solidFill>
            <a:schemeClr val="bg1">
              <a:lumMod val="85000"/>
            </a:schemeClr>
          </a:solidFill>
          <a:ln w="12699" cap="flat" cmpd="sng" algn="ctr">
            <a:solidFill>
              <a:schemeClr val="tx1"/>
            </a:solidFill>
            <a:prstDash val="solid"/>
            <a:round/>
            <a:headEnd type="none" w="med" len="med"/>
            <a:tailEnd type="none" w="med" len="med"/>
          </a:ln>
          <a:effectLst/>
          <a:scene3d>
            <a:camera prst="orthographicFront"/>
            <a:lightRig rig="threePt" dir="t"/>
          </a:scene3d>
          <a:sp3d>
            <a:bevelT prst="angle"/>
          </a:sp3d>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6000" b="1" i="0" u="none" strike="noStrike" cap="none" normalizeH="0" baseline="0" noProof="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0319291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Pillar 1: Business Case </a:t>
            </a:r>
          </a:p>
        </p:txBody>
      </p:sp>
      <p:sp>
        <p:nvSpPr>
          <p:cNvPr id="3" name="Segnaposto contenuto 2"/>
          <p:cNvSpPr>
            <a:spLocks noGrp="1"/>
          </p:cNvSpPr>
          <p:nvPr>
            <p:ph idx="1"/>
          </p:nvPr>
        </p:nvSpPr>
        <p:spPr>
          <a:xfrm>
            <a:off x="488504" y="1524000"/>
            <a:ext cx="9217024" cy="4713312"/>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rmAutofit/>
          </a:bodyPr>
          <a:lstStyle/>
          <a:p>
            <a:r>
              <a:rPr lang="en-US" noProof="0" dirty="0">
                <a:solidFill>
                  <a:schemeClr val="accent6">
                    <a:lumMod val="50000"/>
                  </a:schemeClr>
                </a:solidFill>
              </a:rPr>
              <a:t>“Business Case” is an artifact of the Cost/benefit analysis</a:t>
            </a:r>
          </a:p>
          <a:p>
            <a:r>
              <a:rPr lang="en-US" noProof="0" dirty="0">
                <a:solidFill>
                  <a:schemeClr val="accent6">
                    <a:lumMod val="50000"/>
                  </a:schemeClr>
                </a:solidFill>
              </a:rPr>
              <a:t>A Business Case (according to </a:t>
            </a:r>
            <a:r>
              <a:rPr lang="en-US" i="1" noProof="0" dirty="0">
                <a:solidFill>
                  <a:schemeClr val="accent6">
                    <a:lumMod val="50000"/>
                  </a:schemeClr>
                </a:solidFill>
              </a:rPr>
              <a:t>PMBOK) </a:t>
            </a:r>
            <a:r>
              <a:rPr lang="en-US" noProof="0" dirty="0">
                <a:solidFill>
                  <a:schemeClr val="accent6">
                    <a:lumMod val="50000"/>
                  </a:schemeClr>
                </a:solidFill>
              </a:rPr>
              <a:t>is</a:t>
            </a:r>
            <a:r>
              <a:rPr lang="en-US" i="1" noProof="0" dirty="0">
                <a:solidFill>
                  <a:schemeClr val="accent6">
                    <a:lumMod val="50000"/>
                  </a:schemeClr>
                </a:solidFill>
              </a:rPr>
              <a:t> a short document with the information [needed] to determine whether the project is worth the required investment, i.e. </a:t>
            </a:r>
          </a:p>
          <a:p>
            <a:pPr lvl="2"/>
            <a:r>
              <a:rPr lang="en-US" i="1" noProof="0" dirty="0">
                <a:solidFill>
                  <a:schemeClr val="accent6">
                    <a:lumMod val="50000"/>
                  </a:schemeClr>
                </a:solidFill>
              </a:rPr>
              <a:t>Business need to be served  e.g. </a:t>
            </a:r>
          </a:p>
          <a:p>
            <a:pPr lvl="3"/>
            <a:r>
              <a:rPr lang="en-US" i="1" noProof="0" dirty="0">
                <a:solidFill>
                  <a:schemeClr val="accent6">
                    <a:lumMod val="50000"/>
                  </a:schemeClr>
                </a:solidFill>
              </a:rPr>
              <a:t>Request by a corporate customer (e.g., a new power station to serve a new industrial park),</a:t>
            </a:r>
          </a:p>
          <a:p>
            <a:pPr lvl="3"/>
            <a:r>
              <a:rPr lang="en-US" i="1" noProof="0" dirty="0">
                <a:solidFill>
                  <a:schemeClr val="accent6">
                    <a:lumMod val="50000"/>
                  </a:schemeClr>
                </a:solidFill>
              </a:rPr>
              <a:t>Technological advance (e.g. electronic tickets instead of paper tickets)</a:t>
            </a:r>
          </a:p>
          <a:p>
            <a:pPr lvl="3"/>
            <a:r>
              <a:rPr lang="en-US" i="1" noProof="0" dirty="0">
                <a:solidFill>
                  <a:schemeClr val="accent6">
                    <a:lumMod val="50000"/>
                  </a:schemeClr>
                </a:solidFill>
              </a:rPr>
              <a:t>Legal requirement (e.g., automation for handling toxic materials),</a:t>
            </a:r>
          </a:p>
          <a:p>
            <a:pPr lvl="3"/>
            <a:r>
              <a:rPr lang="en-US" i="1" noProof="0" dirty="0">
                <a:solidFill>
                  <a:schemeClr val="accent6">
                    <a:lumMod val="50000"/>
                  </a:schemeClr>
                </a:solidFill>
              </a:rPr>
              <a:t>Ecological impacts (e.g. energy control system)</a:t>
            </a:r>
          </a:p>
          <a:p>
            <a:pPr lvl="3"/>
            <a:r>
              <a:rPr lang="en-US" i="1" noProof="0" dirty="0">
                <a:solidFill>
                  <a:schemeClr val="accent6">
                    <a:lumMod val="50000"/>
                  </a:schemeClr>
                </a:solidFill>
              </a:rPr>
              <a:t>Social need (e.g., health care support)</a:t>
            </a:r>
          </a:p>
          <a:p>
            <a:pPr lvl="2"/>
            <a:r>
              <a:rPr lang="en-US" i="1" noProof="0" dirty="0">
                <a:solidFill>
                  <a:schemeClr val="accent6">
                    <a:lumMod val="50000"/>
                  </a:schemeClr>
                </a:solidFill>
              </a:rPr>
              <a:t>Cost-benefit analysis of the project</a:t>
            </a:r>
          </a:p>
          <a:p>
            <a:pPr lvl="2"/>
            <a:r>
              <a:rPr lang="en-US" i="1" noProof="0" dirty="0">
                <a:solidFill>
                  <a:schemeClr val="accent6">
                    <a:lumMod val="50000"/>
                  </a:schemeClr>
                </a:solidFill>
              </a:rPr>
              <a:t>Other relevant information (e.g. competition survey, benchmarking, etc.) </a:t>
            </a:r>
          </a:p>
        </p:txBody>
      </p:sp>
    </p:spTree>
    <p:extLst>
      <p:ext uri="{BB962C8B-B14F-4D97-AF65-F5344CB8AC3E}">
        <p14:creationId xmlns:p14="http://schemas.microsoft.com/office/powerpoint/2010/main" val="11679879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a:extLst>
              <a:ext uri="{FF2B5EF4-FFF2-40B4-BE49-F238E27FC236}">
                <a16:creationId xmlns:a16="http://schemas.microsoft.com/office/drawing/2014/main" id="{0704E3CF-2876-46FF-82B5-062306AF40D0}"/>
              </a:ext>
            </a:extLst>
          </p:cNvPr>
          <p:cNvSpPr>
            <a:spLocks noGrp="1"/>
          </p:cNvSpPr>
          <p:nvPr>
            <p:ph type="title"/>
          </p:nvPr>
        </p:nvSpPr>
        <p:spPr/>
        <p:txBody>
          <a:bodyPr/>
          <a:lstStyle/>
          <a:p>
            <a:r>
              <a:rPr lang="en-US" noProof="0" dirty="0"/>
              <a:t>Pillar 2: Cost and benefit items</a:t>
            </a:r>
          </a:p>
        </p:txBody>
      </p:sp>
      <p:sp>
        <p:nvSpPr>
          <p:cNvPr id="8" name="Segnaposto contenuto 2">
            <a:extLst>
              <a:ext uri="{FF2B5EF4-FFF2-40B4-BE49-F238E27FC236}">
                <a16:creationId xmlns:a16="http://schemas.microsoft.com/office/drawing/2014/main" id="{56578B53-8AD3-44F4-BE5E-01E138596E09}"/>
              </a:ext>
            </a:extLst>
          </p:cNvPr>
          <p:cNvSpPr>
            <a:spLocks noGrp="1"/>
          </p:cNvSpPr>
          <p:nvPr>
            <p:ph type="body" sz="half" idx="2"/>
          </p:nvPr>
        </p:nvSpPr>
        <p:spPr>
          <a:xfrm>
            <a:off x="5029200" y="1524000"/>
            <a:ext cx="4133850" cy="4572000"/>
          </a:xfrm>
        </p:spPr>
        <p:txBody>
          <a:bodyPr anchor="ctr">
            <a:normAutofit/>
          </a:bodyPr>
          <a:lstStyle/>
          <a:p>
            <a:r>
              <a:rPr lang="en-US" noProof="0" dirty="0"/>
              <a:t>To support the business case and project cost management, we will address:</a:t>
            </a:r>
          </a:p>
          <a:p>
            <a:pPr lvl="1"/>
            <a:r>
              <a:rPr lang="en-US" noProof="0" dirty="0"/>
              <a:t>The whole system lifecycle </a:t>
            </a:r>
          </a:p>
          <a:p>
            <a:pPr lvl="1"/>
            <a:r>
              <a:rPr lang="en-US" noProof="0" dirty="0"/>
              <a:t>The whole system impact</a:t>
            </a:r>
          </a:p>
          <a:p>
            <a:r>
              <a:rPr lang="en-US" noProof="0" dirty="0"/>
              <a:t>The project balance results  from the project cost (“the investment”) and the costs and benefits of the system</a:t>
            </a:r>
          </a:p>
        </p:txBody>
      </p:sp>
      <p:graphicFrame>
        <p:nvGraphicFramePr>
          <p:cNvPr id="9" name="Segnaposto contenuto 3">
            <a:extLst>
              <a:ext uri="{FF2B5EF4-FFF2-40B4-BE49-F238E27FC236}">
                <a16:creationId xmlns:a16="http://schemas.microsoft.com/office/drawing/2014/main" id="{4ACF05CB-A799-4BD5-9F4D-C892A9377847}"/>
              </a:ext>
            </a:extLst>
          </p:cNvPr>
          <p:cNvGraphicFramePr>
            <a:graphicFrameLocks noGrp="1"/>
          </p:cNvGraphicFramePr>
          <p:nvPr>
            <p:ph sz="half" idx="1"/>
            <p:extLst>
              <p:ext uri="{D42A27DB-BD31-4B8C-83A1-F6EECF244321}">
                <p14:modId xmlns:p14="http://schemas.microsoft.com/office/powerpoint/2010/main" val="3069562013"/>
              </p:ext>
            </p:extLst>
          </p:nvPr>
        </p:nvGraphicFramePr>
        <p:xfrm>
          <a:off x="742950" y="1524000"/>
          <a:ext cx="41338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97625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Pillar 2: Cost and benefit items (cont.)</a:t>
            </a:r>
          </a:p>
        </p:txBody>
      </p:sp>
      <p:graphicFrame>
        <p:nvGraphicFramePr>
          <p:cNvPr id="9" name="Segnaposto contenuto 3"/>
          <p:cNvGraphicFramePr>
            <a:graphicFrameLocks noGrp="1"/>
          </p:cNvGraphicFramePr>
          <p:nvPr>
            <p:ph idx="1"/>
            <p:extLst>
              <p:ext uri="{D42A27DB-BD31-4B8C-83A1-F6EECF244321}">
                <p14:modId xmlns:p14="http://schemas.microsoft.com/office/powerpoint/2010/main" val="2515279026"/>
              </p:ext>
            </p:extLst>
          </p:nvPr>
        </p:nvGraphicFramePr>
        <p:xfrm>
          <a:off x="182624" y="1219200"/>
          <a:ext cx="9594912" cy="55221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00187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Pillar 3: Cost management</a:t>
            </a:r>
          </a:p>
        </p:txBody>
      </p:sp>
      <p:graphicFrame>
        <p:nvGraphicFramePr>
          <p:cNvPr id="9" name="Segnaposto contenuto 3"/>
          <p:cNvGraphicFramePr>
            <a:graphicFrameLocks noGrp="1"/>
          </p:cNvGraphicFramePr>
          <p:nvPr>
            <p:ph sz="half" idx="1"/>
            <p:extLst>
              <p:ext uri="{D42A27DB-BD31-4B8C-83A1-F6EECF244321}">
                <p14:modId xmlns:p14="http://schemas.microsoft.com/office/powerpoint/2010/main" val="3347284749"/>
              </p:ext>
            </p:extLst>
          </p:nvPr>
        </p:nvGraphicFramePr>
        <p:xfrm>
          <a:off x="56456" y="1524000"/>
          <a:ext cx="6408712" cy="5145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Segnaposto testo 12"/>
          <p:cNvSpPr>
            <a:spLocks noGrp="1"/>
          </p:cNvSpPr>
          <p:nvPr>
            <p:ph sz="half" idx="2"/>
          </p:nvPr>
        </p:nvSpPr>
        <p:spPr>
          <a:xfrm>
            <a:off x="6177136" y="1524000"/>
            <a:ext cx="3600400" cy="5145360"/>
          </a:xfrm>
        </p:spPr>
        <p:txBody>
          <a:bodyPr anchor="ctr">
            <a:normAutofit fontScale="92500" lnSpcReduction="20000"/>
          </a:bodyPr>
          <a:lstStyle/>
          <a:p>
            <a:r>
              <a:rPr lang="en-US" noProof="0" dirty="0"/>
              <a:t>Business case evaluates  project/product/system benefits at the very beginning of the project and is revised as needed</a:t>
            </a:r>
          </a:p>
          <a:p>
            <a:r>
              <a:rPr lang="en-US" noProof="0" dirty="0"/>
              <a:t>Costs are managed from the project start to end by the project office</a:t>
            </a:r>
          </a:p>
          <a:p>
            <a:r>
              <a:rPr lang="en-US" noProof="0" dirty="0"/>
              <a:t>In PMBOK, budget costs are regularly compared against actual costs</a:t>
            </a:r>
          </a:p>
        </p:txBody>
      </p:sp>
    </p:spTree>
    <p:extLst>
      <p:ext uri="{BB962C8B-B14F-4D97-AF65-F5344CB8AC3E}">
        <p14:creationId xmlns:p14="http://schemas.microsoft.com/office/powerpoint/2010/main" val="30977366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US" noProof="0" dirty="0"/>
              <a:t>Pillar 4: Cost/benefit lifecycle</a:t>
            </a:r>
          </a:p>
        </p:txBody>
      </p:sp>
      <p:sp>
        <p:nvSpPr>
          <p:cNvPr id="3" name="Segnaposto contenuto 2"/>
          <p:cNvSpPr>
            <a:spLocks noGrp="1"/>
          </p:cNvSpPr>
          <p:nvPr>
            <p:ph idx="1"/>
          </p:nvPr>
        </p:nvSpPr>
        <p:spPr/>
        <p:txBody>
          <a:bodyPr anchor="ctr">
            <a:normAutofit/>
          </a:bodyPr>
          <a:lstStyle/>
          <a:p>
            <a:r>
              <a:rPr lang="en-US" noProof="0" dirty="0"/>
              <a:t>Not only costs but also benefits can change during the project, thus altering the project balance</a:t>
            </a:r>
            <a:endParaRPr lang="en-US" dirty="0"/>
          </a:p>
          <a:p>
            <a:r>
              <a:rPr lang="en-US" noProof="0" dirty="0"/>
              <a:t>Cost- benefit analysis is to be revised/updated</a:t>
            </a:r>
          </a:p>
          <a:p>
            <a:pPr lvl="1"/>
            <a:r>
              <a:rPr lang="en-US" noProof="0" dirty="0"/>
              <a:t>Ideally, the business case is performed at the very beginning and revised as needed in project milestones </a:t>
            </a:r>
          </a:p>
          <a:p>
            <a:pPr lvl="1"/>
            <a:r>
              <a:rPr lang="en-US" noProof="0" dirty="0"/>
              <a:t>Ideally, cost budget is regularly updated</a:t>
            </a:r>
          </a:p>
          <a:p>
            <a:r>
              <a:rPr lang="en-US" noProof="0" dirty="0"/>
              <a:t>We here map the cost/ benefit management on a prototype-oriented project life cycle</a:t>
            </a:r>
          </a:p>
        </p:txBody>
      </p:sp>
    </p:spTree>
    <p:extLst>
      <p:ext uri="{BB962C8B-B14F-4D97-AF65-F5344CB8AC3E}">
        <p14:creationId xmlns:p14="http://schemas.microsoft.com/office/powerpoint/2010/main" val="26769330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noProof="0" dirty="0"/>
              <a:t>Pillar 4: Cost/benefit lifecycle (cont.)</a:t>
            </a:r>
          </a:p>
        </p:txBody>
      </p:sp>
      <p:grpSp>
        <p:nvGrpSpPr>
          <p:cNvPr id="4" name="Gruppo 3">
            <a:extLst>
              <a:ext uri="{FF2B5EF4-FFF2-40B4-BE49-F238E27FC236}">
                <a16:creationId xmlns:a16="http://schemas.microsoft.com/office/drawing/2014/main" id="{2DBB3D94-5CCB-4CF0-BD28-7D11AD326DD0}"/>
              </a:ext>
            </a:extLst>
          </p:cNvPr>
          <p:cNvGrpSpPr/>
          <p:nvPr/>
        </p:nvGrpSpPr>
        <p:grpSpPr>
          <a:xfrm>
            <a:off x="1280592" y="1346201"/>
            <a:ext cx="7776864" cy="2082799"/>
            <a:chOff x="596768" y="1333501"/>
            <a:chExt cx="8573161" cy="2082799"/>
          </a:xfrm>
        </p:grpSpPr>
        <p:sp>
          <p:nvSpPr>
            <p:cNvPr id="5" name="AutoShape 5">
              <a:extLst>
                <a:ext uri="{FF2B5EF4-FFF2-40B4-BE49-F238E27FC236}">
                  <a16:creationId xmlns:a16="http://schemas.microsoft.com/office/drawing/2014/main" id="{26989595-CEEC-4189-894D-E522ED826AFB}"/>
                </a:ext>
              </a:extLst>
            </p:cNvPr>
            <p:cNvSpPr>
              <a:spLocks noChangeArrowheads="1"/>
            </p:cNvSpPr>
            <p:nvPr/>
          </p:nvSpPr>
          <p:spPr bwMode="auto">
            <a:xfrm>
              <a:off x="596768" y="1341438"/>
              <a:ext cx="1745588" cy="2074862"/>
            </a:xfrm>
            <a:prstGeom prst="chevron">
              <a:avLst>
                <a:gd name="adj" fmla="val 25000"/>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r"/>
              <a:r>
                <a:rPr lang="en-US" sz="1400" noProof="0" dirty="0" err="1"/>
                <a:t>Feasi-bility</a:t>
              </a:r>
              <a:endParaRPr lang="en-US" sz="1400" noProof="0" dirty="0"/>
            </a:p>
          </p:txBody>
        </p:sp>
        <p:sp>
          <p:nvSpPr>
            <p:cNvPr id="6" name="AutoShape 6">
              <a:extLst>
                <a:ext uri="{FF2B5EF4-FFF2-40B4-BE49-F238E27FC236}">
                  <a16:creationId xmlns:a16="http://schemas.microsoft.com/office/drawing/2014/main" id="{CC356022-B15E-4322-8075-C50178DBBE06}"/>
                </a:ext>
              </a:extLst>
            </p:cNvPr>
            <p:cNvSpPr>
              <a:spLocks noChangeArrowheads="1"/>
            </p:cNvSpPr>
            <p:nvPr/>
          </p:nvSpPr>
          <p:spPr bwMode="auto">
            <a:xfrm>
              <a:off x="1962283" y="1339851"/>
              <a:ext cx="1745588" cy="2074863"/>
            </a:xfrm>
            <a:prstGeom prst="chevron">
              <a:avLst>
                <a:gd name="adj" fmla="val 25000"/>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r"/>
              <a:r>
                <a:rPr lang="en-US" sz="1400" noProof="0" dirty="0">
                  <a:solidFill>
                    <a:schemeClr val="tx1"/>
                  </a:solidFill>
                </a:rPr>
                <a:t>Proto-type</a:t>
              </a:r>
            </a:p>
          </p:txBody>
        </p:sp>
        <p:sp>
          <p:nvSpPr>
            <p:cNvPr id="7" name="AutoShape 7">
              <a:extLst>
                <a:ext uri="{FF2B5EF4-FFF2-40B4-BE49-F238E27FC236}">
                  <a16:creationId xmlns:a16="http://schemas.microsoft.com/office/drawing/2014/main" id="{1FDB4498-CF8B-434D-BB69-762F8535FDD1}"/>
                </a:ext>
              </a:extLst>
            </p:cNvPr>
            <p:cNvSpPr>
              <a:spLocks noChangeArrowheads="1"/>
            </p:cNvSpPr>
            <p:nvPr/>
          </p:nvSpPr>
          <p:spPr bwMode="auto">
            <a:xfrm>
              <a:off x="3327797" y="1338263"/>
              <a:ext cx="1745588" cy="2074862"/>
            </a:xfrm>
            <a:prstGeom prst="chevron">
              <a:avLst>
                <a:gd name="adj" fmla="val 25000"/>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r"/>
              <a:r>
                <a:rPr lang="en-US" sz="1400" noProof="0" dirty="0">
                  <a:solidFill>
                    <a:schemeClr val="tx1"/>
                  </a:solidFill>
                </a:rPr>
                <a:t>Pilot</a:t>
              </a:r>
            </a:p>
          </p:txBody>
        </p:sp>
        <p:sp>
          <p:nvSpPr>
            <p:cNvPr id="8" name="AutoShape 8">
              <a:extLst>
                <a:ext uri="{FF2B5EF4-FFF2-40B4-BE49-F238E27FC236}">
                  <a16:creationId xmlns:a16="http://schemas.microsoft.com/office/drawing/2014/main" id="{5D2EFC15-477A-4CDC-B285-ED1D50D68889}"/>
                </a:ext>
              </a:extLst>
            </p:cNvPr>
            <p:cNvSpPr>
              <a:spLocks noChangeArrowheads="1"/>
            </p:cNvSpPr>
            <p:nvPr/>
          </p:nvSpPr>
          <p:spPr bwMode="auto">
            <a:xfrm>
              <a:off x="4693312" y="1336675"/>
              <a:ext cx="1745588" cy="2074863"/>
            </a:xfrm>
            <a:prstGeom prst="chevron">
              <a:avLst>
                <a:gd name="adj" fmla="val 25000"/>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ctr"/>
            <a:lstStyle/>
            <a:p>
              <a:pPr algn="r"/>
              <a:r>
                <a:rPr lang="en-US" sz="1400" noProof="0" dirty="0" err="1">
                  <a:solidFill>
                    <a:schemeClr val="tx1"/>
                  </a:solidFill>
                </a:rPr>
                <a:t>Stabili-zation</a:t>
              </a:r>
              <a:r>
                <a:rPr lang="en-US" sz="1400" noProof="0" dirty="0">
                  <a:solidFill>
                    <a:schemeClr val="tx1"/>
                  </a:solidFill>
                </a:rPr>
                <a:t> </a:t>
              </a:r>
            </a:p>
          </p:txBody>
        </p:sp>
        <p:sp>
          <p:nvSpPr>
            <p:cNvPr id="9" name="AutoShape 9">
              <a:extLst>
                <a:ext uri="{FF2B5EF4-FFF2-40B4-BE49-F238E27FC236}">
                  <a16:creationId xmlns:a16="http://schemas.microsoft.com/office/drawing/2014/main" id="{78A2167E-291F-497B-A472-4FCDE5DCFDEB}"/>
                </a:ext>
              </a:extLst>
            </p:cNvPr>
            <p:cNvSpPr>
              <a:spLocks noChangeArrowheads="1"/>
            </p:cNvSpPr>
            <p:nvPr/>
          </p:nvSpPr>
          <p:spPr bwMode="auto">
            <a:xfrm>
              <a:off x="6058827" y="1335088"/>
              <a:ext cx="1745588" cy="2074862"/>
            </a:xfrm>
            <a:prstGeom prst="chevron">
              <a:avLst>
                <a:gd name="adj" fmla="val 25000"/>
              </a:avLst>
            </a:prstGeom>
            <a:solidFill>
              <a:schemeClr val="bg1"/>
            </a:solidFill>
            <a:ln w="9525" algn="ctr">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nchor="ctr">
              <a:normAutofit/>
            </a:bodyPr>
            <a:lstStyle/>
            <a:p>
              <a:pPr algn="ctr"/>
              <a:r>
                <a:rPr lang="en-US" sz="1400" noProof="0" dirty="0"/>
                <a:t>Roll-out</a:t>
              </a:r>
            </a:p>
          </p:txBody>
        </p:sp>
        <p:sp>
          <p:nvSpPr>
            <p:cNvPr id="10" name="AutoShape 10">
              <a:extLst>
                <a:ext uri="{FF2B5EF4-FFF2-40B4-BE49-F238E27FC236}">
                  <a16:creationId xmlns:a16="http://schemas.microsoft.com/office/drawing/2014/main" id="{9A3DAC5F-9319-47C3-8D02-74439D4850FB}"/>
                </a:ext>
              </a:extLst>
            </p:cNvPr>
            <p:cNvSpPr>
              <a:spLocks noChangeArrowheads="1"/>
            </p:cNvSpPr>
            <p:nvPr/>
          </p:nvSpPr>
          <p:spPr bwMode="auto">
            <a:xfrm>
              <a:off x="7424341" y="1333501"/>
              <a:ext cx="1745588" cy="2074863"/>
            </a:xfrm>
            <a:prstGeom prst="chevron">
              <a:avLst>
                <a:gd name="adj" fmla="val 25000"/>
              </a:avLst>
            </a:prstGeom>
            <a:solidFill>
              <a:schemeClr val="bg1"/>
            </a:solidFill>
            <a:ln w="9525" algn="ctr">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nchor="ctr">
              <a:normAutofit/>
            </a:bodyPr>
            <a:lstStyle/>
            <a:p>
              <a:pPr algn="r"/>
              <a:r>
                <a:rPr lang="en-US" sz="1400" noProof="0" dirty="0">
                  <a:solidFill>
                    <a:schemeClr val="tx1"/>
                  </a:solidFill>
                </a:rPr>
                <a:t>Evolution</a:t>
              </a:r>
            </a:p>
          </p:txBody>
        </p:sp>
      </p:grpSp>
      <p:cxnSp>
        <p:nvCxnSpPr>
          <p:cNvPr id="12" name="Connettore 2 11">
            <a:extLst>
              <a:ext uri="{FF2B5EF4-FFF2-40B4-BE49-F238E27FC236}">
                <a16:creationId xmlns:a16="http://schemas.microsoft.com/office/drawing/2014/main" id="{0D82E98C-2B36-471E-A213-936382C3B175}"/>
              </a:ext>
            </a:extLst>
          </p:cNvPr>
          <p:cNvCxnSpPr>
            <a:endCxn id="5" idx="2"/>
          </p:cNvCxnSpPr>
          <p:nvPr/>
        </p:nvCxnSpPr>
        <p:spPr bwMode="auto">
          <a:xfrm flipV="1">
            <a:off x="1874387" y="3429000"/>
            <a:ext cx="0" cy="1584176"/>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CasellaDiTesto 13">
            <a:extLst>
              <a:ext uri="{FF2B5EF4-FFF2-40B4-BE49-F238E27FC236}">
                <a16:creationId xmlns:a16="http://schemas.microsoft.com/office/drawing/2014/main" id="{CD5DC269-BD0F-49FC-8D47-E5CE8D0FFB74}"/>
              </a:ext>
            </a:extLst>
          </p:cNvPr>
          <p:cNvSpPr txBox="1"/>
          <p:nvPr/>
        </p:nvSpPr>
        <p:spPr>
          <a:xfrm>
            <a:off x="906001" y="5085184"/>
            <a:ext cx="1958767" cy="1323439"/>
          </a:xfrm>
          <a:prstGeom prst="rect">
            <a:avLst/>
          </a:prstGeom>
          <a:noFill/>
        </p:spPr>
        <p:txBody>
          <a:bodyPr wrap="square" rtlCol="0">
            <a:spAutoFit/>
          </a:bodyPr>
          <a:lstStyle/>
          <a:p>
            <a:pPr marL="285750" indent="-285750">
              <a:buFont typeface="Arial" panose="020B0604020202020204" pitchFamily="34" charset="0"/>
              <a:buChar char="•"/>
            </a:pPr>
            <a:r>
              <a:rPr lang="en-US" sz="1600" noProof="0" dirty="0">
                <a:solidFill>
                  <a:schemeClr val="accent6">
                    <a:lumMod val="50000"/>
                  </a:schemeClr>
                </a:solidFill>
              </a:rPr>
              <a:t>Plan of project value management </a:t>
            </a:r>
          </a:p>
          <a:p>
            <a:pPr marL="285750" indent="-285750">
              <a:buFont typeface="Arial" panose="020B0604020202020204" pitchFamily="34" charset="0"/>
              <a:buChar char="•"/>
            </a:pPr>
            <a:r>
              <a:rPr lang="en-US" sz="1600" noProof="0" dirty="0">
                <a:solidFill>
                  <a:schemeClr val="accent6">
                    <a:lumMod val="50000"/>
                  </a:schemeClr>
                </a:solidFill>
              </a:rPr>
              <a:t>Business Case </a:t>
            </a:r>
          </a:p>
          <a:p>
            <a:pPr marL="285750" indent="-285750">
              <a:buFont typeface="Arial" panose="020B0604020202020204" pitchFamily="34" charset="0"/>
              <a:buChar char="•"/>
            </a:pPr>
            <a:r>
              <a:rPr lang="en-US" sz="1600" noProof="0" dirty="0">
                <a:solidFill>
                  <a:schemeClr val="accent6">
                    <a:lumMod val="50000"/>
                  </a:schemeClr>
                </a:solidFill>
              </a:rPr>
              <a:t>Initial Budget </a:t>
            </a:r>
          </a:p>
        </p:txBody>
      </p:sp>
      <p:cxnSp>
        <p:nvCxnSpPr>
          <p:cNvPr id="15" name="Connettore 2 14">
            <a:extLst>
              <a:ext uri="{FF2B5EF4-FFF2-40B4-BE49-F238E27FC236}">
                <a16:creationId xmlns:a16="http://schemas.microsoft.com/office/drawing/2014/main" id="{F0C2B6EB-DC4C-4A0C-9937-28663E371013}"/>
              </a:ext>
            </a:extLst>
          </p:cNvPr>
          <p:cNvCxnSpPr/>
          <p:nvPr/>
        </p:nvCxnSpPr>
        <p:spPr bwMode="auto">
          <a:xfrm flipV="1">
            <a:off x="3757956" y="3501008"/>
            <a:ext cx="0" cy="1584176"/>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CasellaDiTesto 15">
            <a:extLst>
              <a:ext uri="{FF2B5EF4-FFF2-40B4-BE49-F238E27FC236}">
                <a16:creationId xmlns:a16="http://schemas.microsoft.com/office/drawing/2014/main" id="{2042D088-9794-4381-AC72-C3104037D79E}"/>
              </a:ext>
            </a:extLst>
          </p:cNvPr>
          <p:cNvSpPr txBox="1"/>
          <p:nvPr/>
        </p:nvSpPr>
        <p:spPr>
          <a:xfrm>
            <a:off x="3022596" y="5082009"/>
            <a:ext cx="1498356" cy="1569660"/>
          </a:xfrm>
          <a:prstGeom prst="rect">
            <a:avLst/>
          </a:prstGeom>
          <a:noFill/>
        </p:spPr>
        <p:txBody>
          <a:bodyPr wrap="square" rtlCol="0">
            <a:spAutoFit/>
          </a:bodyPr>
          <a:lstStyle/>
          <a:p>
            <a:pPr marL="285750" indent="-285750">
              <a:buFont typeface="Arial" panose="020B0604020202020204" pitchFamily="34" charset="0"/>
              <a:buChar char="•"/>
            </a:pPr>
            <a:r>
              <a:rPr lang="en-US" sz="1600" noProof="0" dirty="0">
                <a:solidFill>
                  <a:schemeClr val="accent6">
                    <a:lumMod val="50000"/>
                  </a:schemeClr>
                </a:solidFill>
              </a:rPr>
              <a:t>Revised Business Case (as needed)  </a:t>
            </a:r>
          </a:p>
          <a:p>
            <a:pPr marL="285750" indent="-285750">
              <a:buFont typeface="Arial" panose="020B0604020202020204" pitchFamily="34" charset="0"/>
              <a:buChar char="•"/>
            </a:pPr>
            <a:r>
              <a:rPr lang="en-US" sz="1600" noProof="0" dirty="0">
                <a:solidFill>
                  <a:schemeClr val="accent6">
                    <a:lumMod val="50000"/>
                  </a:schemeClr>
                </a:solidFill>
              </a:rPr>
              <a:t>Revised Budget </a:t>
            </a:r>
          </a:p>
        </p:txBody>
      </p:sp>
      <p:cxnSp>
        <p:nvCxnSpPr>
          <p:cNvPr id="17" name="Connettore 2 16">
            <a:extLst>
              <a:ext uri="{FF2B5EF4-FFF2-40B4-BE49-F238E27FC236}">
                <a16:creationId xmlns:a16="http://schemas.microsoft.com/office/drawing/2014/main" id="{5953F675-A77C-4D59-8031-265712DB68F0}"/>
              </a:ext>
            </a:extLst>
          </p:cNvPr>
          <p:cNvCxnSpPr/>
          <p:nvPr/>
        </p:nvCxnSpPr>
        <p:spPr bwMode="auto">
          <a:xfrm flipV="1">
            <a:off x="4996639" y="3497833"/>
            <a:ext cx="0" cy="1584176"/>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CasellaDiTesto 17">
            <a:extLst>
              <a:ext uri="{FF2B5EF4-FFF2-40B4-BE49-F238E27FC236}">
                <a16:creationId xmlns:a16="http://schemas.microsoft.com/office/drawing/2014/main" id="{8D34D452-0B66-4880-86E3-6AE0FCA7322A}"/>
              </a:ext>
            </a:extLst>
          </p:cNvPr>
          <p:cNvSpPr txBox="1"/>
          <p:nvPr/>
        </p:nvSpPr>
        <p:spPr>
          <a:xfrm>
            <a:off x="4391483" y="5078834"/>
            <a:ext cx="1281597" cy="1569660"/>
          </a:xfrm>
          <a:prstGeom prst="rect">
            <a:avLst/>
          </a:prstGeom>
          <a:noFill/>
        </p:spPr>
        <p:txBody>
          <a:bodyPr wrap="square" rtlCol="0">
            <a:spAutoFit/>
          </a:bodyPr>
          <a:lstStyle/>
          <a:p>
            <a:pPr marL="285750" indent="-285750">
              <a:buFont typeface="Arial" panose="020B0604020202020204" pitchFamily="34" charset="0"/>
              <a:buChar char="•"/>
            </a:pPr>
            <a:r>
              <a:rPr lang="en-US" sz="1600" noProof="0" dirty="0">
                <a:solidFill>
                  <a:schemeClr val="accent6">
                    <a:lumMod val="50000"/>
                  </a:schemeClr>
                </a:solidFill>
              </a:rPr>
              <a:t>Revised Business Case (as needed)  </a:t>
            </a:r>
          </a:p>
          <a:p>
            <a:pPr marL="285750" indent="-285750">
              <a:buFont typeface="Arial" panose="020B0604020202020204" pitchFamily="34" charset="0"/>
              <a:buChar char="•"/>
            </a:pPr>
            <a:r>
              <a:rPr lang="en-US" sz="1600" noProof="0" dirty="0">
                <a:solidFill>
                  <a:schemeClr val="accent6">
                    <a:lumMod val="50000"/>
                  </a:schemeClr>
                </a:solidFill>
              </a:rPr>
              <a:t>Revised Budget </a:t>
            </a:r>
          </a:p>
        </p:txBody>
      </p:sp>
      <p:cxnSp>
        <p:nvCxnSpPr>
          <p:cNvPr id="19" name="Connettore 2 18">
            <a:extLst>
              <a:ext uri="{FF2B5EF4-FFF2-40B4-BE49-F238E27FC236}">
                <a16:creationId xmlns:a16="http://schemas.microsoft.com/office/drawing/2014/main" id="{DD5B8E0F-F504-4EC7-B65B-487D902E8D07}"/>
              </a:ext>
            </a:extLst>
          </p:cNvPr>
          <p:cNvCxnSpPr/>
          <p:nvPr/>
        </p:nvCxnSpPr>
        <p:spPr bwMode="auto">
          <a:xfrm flipV="1">
            <a:off x="6235322" y="3494658"/>
            <a:ext cx="0" cy="1584176"/>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CasellaDiTesto 19">
            <a:extLst>
              <a:ext uri="{FF2B5EF4-FFF2-40B4-BE49-F238E27FC236}">
                <a16:creationId xmlns:a16="http://schemas.microsoft.com/office/drawing/2014/main" id="{7A4DC546-ED8C-4FB5-A19E-EA050540B3AD}"/>
              </a:ext>
            </a:extLst>
          </p:cNvPr>
          <p:cNvSpPr txBox="1"/>
          <p:nvPr/>
        </p:nvSpPr>
        <p:spPr>
          <a:xfrm>
            <a:off x="5615620" y="5075659"/>
            <a:ext cx="1281596" cy="1569660"/>
          </a:xfrm>
          <a:prstGeom prst="rect">
            <a:avLst/>
          </a:prstGeom>
          <a:noFill/>
        </p:spPr>
        <p:txBody>
          <a:bodyPr wrap="square" rtlCol="0">
            <a:spAutoFit/>
          </a:bodyPr>
          <a:lstStyle/>
          <a:p>
            <a:pPr marL="285750" indent="-285750">
              <a:buFont typeface="Arial" panose="020B0604020202020204" pitchFamily="34" charset="0"/>
              <a:buChar char="•"/>
            </a:pPr>
            <a:r>
              <a:rPr lang="en-US" sz="1600" noProof="0" dirty="0">
                <a:solidFill>
                  <a:schemeClr val="accent6">
                    <a:lumMod val="50000"/>
                  </a:schemeClr>
                </a:solidFill>
              </a:rPr>
              <a:t>Revised Business Case (as needed)  </a:t>
            </a:r>
          </a:p>
          <a:p>
            <a:pPr marL="285750" indent="-285750">
              <a:buFont typeface="Arial" panose="020B0604020202020204" pitchFamily="34" charset="0"/>
              <a:buChar char="•"/>
            </a:pPr>
            <a:r>
              <a:rPr lang="en-US" sz="1600" noProof="0" dirty="0">
                <a:solidFill>
                  <a:schemeClr val="accent6">
                    <a:lumMod val="50000"/>
                  </a:schemeClr>
                </a:solidFill>
              </a:rPr>
              <a:t>Revised Budget </a:t>
            </a:r>
          </a:p>
        </p:txBody>
      </p:sp>
      <p:cxnSp>
        <p:nvCxnSpPr>
          <p:cNvPr id="21" name="Connettore 2 20">
            <a:extLst>
              <a:ext uri="{FF2B5EF4-FFF2-40B4-BE49-F238E27FC236}">
                <a16:creationId xmlns:a16="http://schemas.microsoft.com/office/drawing/2014/main" id="{A9846E1F-43F9-4BED-B5E7-7946D05BE190}"/>
              </a:ext>
            </a:extLst>
          </p:cNvPr>
          <p:cNvCxnSpPr/>
          <p:nvPr/>
        </p:nvCxnSpPr>
        <p:spPr bwMode="auto">
          <a:xfrm flipV="1">
            <a:off x="7474005" y="3491483"/>
            <a:ext cx="0" cy="1584176"/>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CasellaDiTesto 21">
            <a:extLst>
              <a:ext uri="{FF2B5EF4-FFF2-40B4-BE49-F238E27FC236}">
                <a16:creationId xmlns:a16="http://schemas.microsoft.com/office/drawing/2014/main" id="{4829A27D-52E0-4E57-B158-F8528122DC35}"/>
              </a:ext>
            </a:extLst>
          </p:cNvPr>
          <p:cNvSpPr txBox="1"/>
          <p:nvPr/>
        </p:nvSpPr>
        <p:spPr>
          <a:xfrm>
            <a:off x="6969951" y="5072484"/>
            <a:ext cx="1943859" cy="1569660"/>
          </a:xfrm>
          <a:prstGeom prst="rect">
            <a:avLst/>
          </a:prstGeom>
          <a:noFill/>
        </p:spPr>
        <p:txBody>
          <a:bodyPr wrap="square" rtlCol="0">
            <a:spAutoFit/>
          </a:bodyPr>
          <a:lstStyle/>
          <a:p>
            <a:pPr marL="285750" indent="-285750">
              <a:buFont typeface="Arial" panose="020B0604020202020204" pitchFamily="34" charset="0"/>
              <a:buChar char="•"/>
            </a:pPr>
            <a:r>
              <a:rPr lang="en-US" sz="1600" noProof="0" dirty="0">
                <a:solidFill>
                  <a:schemeClr val="accent6">
                    <a:lumMod val="50000"/>
                  </a:schemeClr>
                </a:solidFill>
              </a:rPr>
              <a:t>Business Case closure</a:t>
            </a:r>
          </a:p>
          <a:p>
            <a:pPr marL="285750" indent="-285750">
              <a:buFont typeface="Arial" panose="020B0604020202020204" pitchFamily="34" charset="0"/>
              <a:buChar char="•"/>
            </a:pPr>
            <a:r>
              <a:rPr lang="en-US" sz="1600" noProof="0" dirty="0">
                <a:solidFill>
                  <a:schemeClr val="accent6">
                    <a:lumMod val="50000"/>
                  </a:schemeClr>
                </a:solidFill>
              </a:rPr>
              <a:t>Project Budget closure </a:t>
            </a:r>
          </a:p>
          <a:p>
            <a:pPr marL="285750" indent="-285750">
              <a:buFont typeface="Arial" panose="020B0604020202020204" pitchFamily="34" charset="0"/>
              <a:buChar char="•"/>
            </a:pPr>
            <a:r>
              <a:rPr lang="en-US" sz="1600" noProof="0" dirty="0">
                <a:solidFill>
                  <a:schemeClr val="accent6">
                    <a:lumMod val="50000"/>
                  </a:schemeClr>
                </a:solidFill>
              </a:rPr>
              <a:t>Maintenance budget    </a:t>
            </a:r>
          </a:p>
        </p:txBody>
      </p:sp>
    </p:spTree>
    <p:extLst>
      <p:ext uri="{BB962C8B-B14F-4D97-AF65-F5344CB8AC3E}">
        <p14:creationId xmlns:p14="http://schemas.microsoft.com/office/powerpoint/2010/main" val="25277599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8AD77-0EA3-23F6-20B9-B1C3DF3E95DE}"/>
            </a:ext>
          </a:extLst>
        </p:cNvPr>
        <p:cNvGrpSpPr/>
        <p:nvPr/>
      </p:nvGrpSpPr>
      <p:grpSpPr>
        <a:xfrm>
          <a:off x="0" y="0"/>
          <a:ext cx="0" cy="0"/>
          <a:chOff x="0" y="0"/>
          <a:chExt cx="0" cy="0"/>
        </a:xfrm>
      </p:grpSpPr>
      <p:sp>
        <p:nvSpPr>
          <p:cNvPr id="6146" name="Rectangle 4">
            <a:extLst>
              <a:ext uri="{FF2B5EF4-FFF2-40B4-BE49-F238E27FC236}">
                <a16:creationId xmlns:a16="http://schemas.microsoft.com/office/drawing/2014/main" id="{728DF7D7-C025-F586-7249-6F50A3B28AE3}"/>
              </a:ext>
            </a:extLst>
          </p:cNvPr>
          <p:cNvSpPr>
            <a:spLocks noGrp="1" noChangeArrowheads="1"/>
          </p:cNvSpPr>
          <p:nvPr>
            <p:ph type="ctrTitle"/>
          </p:nvPr>
        </p:nvSpPr>
        <p:spPr/>
        <p:txBody>
          <a:bodyPr/>
          <a:lstStyle/>
          <a:p>
            <a:r>
              <a:rPr lang="en-US" sz="3200" noProof="0" dirty="0"/>
              <a:t>COSTS AND BENEFITS OF DIGITAL PROJECTS </a:t>
            </a:r>
            <a:br>
              <a:rPr lang="en-US" sz="3200" noProof="0" dirty="0"/>
            </a:br>
            <a:r>
              <a:rPr lang="en-US" sz="2000" i="1" noProof="0" dirty="0"/>
              <a:t>R250816</a:t>
            </a:r>
            <a:endParaRPr lang="en-US" sz="3200" i="1" noProof="0" dirty="0"/>
          </a:p>
        </p:txBody>
      </p:sp>
      <p:sp>
        <p:nvSpPr>
          <p:cNvPr id="6147" name="Rectangle 5">
            <a:extLst>
              <a:ext uri="{FF2B5EF4-FFF2-40B4-BE49-F238E27FC236}">
                <a16:creationId xmlns:a16="http://schemas.microsoft.com/office/drawing/2014/main" id="{8BC52F3D-F9CD-8AF3-E7BE-055E63BB5E24}"/>
              </a:ext>
            </a:extLst>
          </p:cNvPr>
          <p:cNvSpPr>
            <a:spLocks noGrp="1" noChangeArrowheads="1"/>
          </p:cNvSpPr>
          <p:nvPr>
            <p:ph type="subTitle" idx="1"/>
          </p:nvPr>
        </p:nvSpPr>
        <p:spPr>
          <a:xfrm>
            <a:off x="1485900" y="3861048"/>
            <a:ext cx="6934200" cy="2279104"/>
          </a:xfrm>
        </p:spPr>
        <p:txBody>
          <a:bodyPr anchor="ctr">
            <a:normAutofit/>
          </a:bodyPr>
          <a:lstStyle/>
          <a:p>
            <a:pPr>
              <a:lnSpc>
                <a:spcPct val="90000"/>
              </a:lnSpc>
            </a:pPr>
            <a:r>
              <a:rPr lang="en-US" noProof="0" dirty="0"/>
              <a:t>COST-BENEFIT ANALYSIS</a:t>
            </a:r>
          </a:p>
          <a:p>
            <a:pPr>
              <a:lnSpc>
                <a:spcPct val="90000"/>
              </a:lnSpc>
            </a:pPr>
            <a:r>
              <a:rPr lang="en-US" noProof="0" dirty="0"/>
              <a:t>SUMMARY AND REVIEW QUESTIONS</a:t>
            </a:r>
          </a:p>
          <a:p>
            <a:pPr>
              <a:lnSpc>
                <a:spcPct val="90000"/>
              </a:lnSpc>
            </a:pPr>
            <a:r>
              <a:rPr lang="en-US" noProof="0" dirty="0"/>
              <a:t>PROJECT BUDGET MANAGEMENT</a:t>
            </a:r>
          </a:p>
          <a:p>
            <a:pPr>
              <a:lnSpc>
                <a:spcPct val="90000"/>
              </a:lnSpc>
            </a:pPr>
            <a:r>
              <a:rPr lang="en-US" b="1" noProof="0" dirty="0"/>
              <a:t>ASSIGNMENT</a:t>
            </a:r>
          </a:p>
        </p:txBody>
      </p:sp>
    </p:spTree>
    <p:extLst>
      <p:ext uri="{BB962C8B-B14F-4D97-AF65-F5344CB8AC3E}">
        <p14:creationId xmlns:p14="http://schemas.microsoft.com/office/powerpoint/2010/main" val="5924560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6"/>
          <p:cNvSpPr>
            <a:spLocks noGrp="1"/>
          </p:cNvSpPr>
          <p:nvPr>
            <p:ph type="title"/>
          </p:nvPr>
        </p:nvSpPr>
        <p:spPr/>
        <p:txBody>
          <a:bodyPr/>
          <a:lstStyle/>
          <a:p>
            <a:r>
              <a:rPr lang="en-US" noProof="0" dirty="0"/>
              <a:t>Assignment structure</a:t>
            </a:r>
          </a:p>
        </p:txBody>
      </p:sp>
      <p:graphicFrame>
        <p:nvGraphicFramePr>
          <p:cNvPr id="9" name="Segnaposto contenuto 8"/>
          <p:cNvGraphicFramePr>
            <a:graphicFrameLocks noGrp="1"/>
          </p:cNvGraphicFramePr>
          <p:nvPr>
            <p:ph idx="1"/>
            <p:extLst>
              <p:ext uri="{D42A27DB-BD31-4B8C-83A1-F6EECF244321}">
                <p14:modId xmlns:p14="http://schemas.microsoft.com/office/powerpoint/2010/main" val="3923676694"/>
              </p:ext>
            </p:extLst>
          </p:nvPr>
        </p:nvGraphicFramePr>
        <p:xfrm>
          <a:off x="742950" y="1524000"/>
          <a:ext cx="84201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102413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BC222-7418-184C-87F2-A01FE022673C}"/>
            </a:ext>
          </a:extLst>
        </p:cNvPr>
        <p:cNvGrpSpPr/>
        <p:nvPr/>
      </p:nvGrpSpPr>
      <p:grpSpPr>
        <a:xfrm>
          <a:off x="0" y="0"/>
          <a:ext cx="0" cy="0"/>
          <a:chOff x="0" y="0"/>
          <a:chExt cx="0" cy="0"/>
        </a:xfrm>
      </p:grpSpPr>
      <p:sp>
        <p:nvSpPr>
          <p:cNvPr id="7" name="Titolo 6">
            <a:extLst>
              <a:ext uri="{FF2B5EF4-FFF2-40B4-BE49-F238E27FC236}">
                <a16:creationId xmlns:a16="http://schemas.microsoft.com/office/drawing/2014/main" id="{FD4052D6-CDC8-5563-2A7B-E74200F8C332}"/>
              </a:ext>
            </a:extLst>
          </p:cNvPr>
          <p:cNvSpPr>
            <a:spLocks noGrp="1"/>
          </p:cNvSpPr>
          <p:nvPr>
            <p:ph type="title"/>
          </p:nvPr>
        </p:nvSpPr>
        <p:spPr>
          <a:xfrm>
            <a:off x="742950" y="304800"/>
            <a:ext cx="8170863" cy="914400"/>
          </a:xfrm>
        </p:spPr>
        <p:txBody>
          <a:bodyPr/>
          <a:lstStyle/>
          <a:p>
            <a:r>
              <a:rPr lang="en-US" noProof="0" dirty="0"/>
              <a:t>Assignment structure:  Business Case </a:t>
            </a:r>
          </a:p>
        </p:txBody>
      </p:sp>
      <p:graphicFrame>
        <p:nvGraphicFramePr>
          <p:cNvPr id="8" name="Segnaposto contenuto 7">
            <a:extLst>
              <a:ext uri="{FF2B5EF4-FFF2-40B4-BE49-F238E27FC236}">
                <a16:creationId xmlns:a16="http://schemas.microsoft.com/office/drawing/2014/main" id="{3DFBC413-8078-446D-C030-57F3D9F192CA}"/>
              </a:ext>
            </a:extLst>
          </p:cNvPr>
          <p:cNvGraphicFramePr>
            <a:graphicFrameLocks noGrp="1"/>
          </p:cNvGraphicFramePr>
          <p:nvPr>
            <p:ph sz="half" idx="1"/>
            <p:extLst>
              <p:ext uri="{D42A27DB-BD31-4B8C-83A1-F6EECF244321}">
                <p14:modId xmlns:p14="http://schemas.microsoft.com/office/powerpoint/2010/main" val="2421380803"/>
              </p:ext>
            </p:extLst>
          </p:nvPr>
        </p:nvGraphicFramePr>
        <p:xfrm>
          <a:off x="742950" y="1524000"/>
          <a:ext cx="1617663"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egnaposto testo 5">
            <a:extLst>
              <a:ext uri="{FF2B5EF4-FFF2-40B4-BE49-F238E27FC236}">
                <a16:creationId xmlns:a16="http://schemas.microsoft.com/office/drawing/2014/main" id="{148B049E-E1AC-BCDF-2EFE-06066EBCFAAB}"/>
              </a:ext>
            </a:extLst>
          </p:cNvPr>
          <p:cNvSpPr>
            <a:spLocks noGrp="1"/>
          </p:cNvSpPr>
          <p:nvPr>
            <p:ph type="body" sz="half" idx="2"/>
          </p:nvPr>
        </p:nvSpPr>
        <p:spPr>
          <a:xfrm>
            <a:off x="2576736" y="1524000"/>
            <a:ext cx="6586314" cy="4572000"/>
          </a:xfrm>
        </p:spPr>
        <p:txBody>
          <a:bodyPr anchor="ctr"/>
          <a:lstStyle/>
          <a:p>
            <a:r>
              <a:rPr lang="en-US" noProof="0" dirty="0"/>
              <a:t>Please list and describe in one-three pages the main needs the project should serve, typically including:  </a:t>
            </a:r>
          </a:p>
          <a:p>
            <a:pPr lvl="1"/>
            <a:r>
              <a:rPr lang="en-US" noProof="0" dirty="0"/>
              <a:t>Request by a corporate department</a:t>
            </a:r>
          </a:p>
          <a:p>
            <a:pPr lvl="1"/>
            <a:r>
              <a:rPr lang="en-US" noProof="0" dirty="0"/>
              <a:t>Technological advance </a:t>
            </a:r>
          </a:p>
          <a:p>
            <a:pPr lvl="1"/>
            <a:r>
              <a:rPr lang="en-US" noProof="0" dirty="0"/>
              <a:t>Legal requirement</a:t>
            </a:r>
          </a:p>
          <a:p>
            <a:pPr lvl="1"/>
            <a:r>
              <a:rPr lang="en-US" noProof="0" dirty="0"/>
              <a:t>Ecological impacts </a:t>
            </a:r>
          </a:p>
          <a:p>
            <a:pPr lvl="1"/>
            <a:r>
              <a:rPr lang="en-US" noProof="0" dirty="0"/>
              <a:t>Social need </a:t>
            </a:r>
          </a:p>
          <a:p>
            <a:pPr lvl="1"/>
            <a:r>
              <a:rPr lang="en-US" noProof="0" dirty="0"/>
              <a:t>Competition /alignment to the state-of-art</a:t>
            </a:r>
          </a:p>
          <a:p>
            <a:r>
              <a:rPr lang="en-US" dirty="0"/>
              <a:t>A short overview of the competition or the state  of art is welcome </a:t>
            </a:r>
            <a:endParaRPr lang="en-US" noProof="0" dirty="0"/>
          </a:p>
        </p:txBody>
      </p:sp>
    </p:spTree>
    <p:extLst>
      <p:ext uri="{BB962C8B-B14F-4D97-AF65-F5344CB8AC3E}">
        <p14:creationId xmlns:p14="http://schemas.microsoft.com/office/powerpoint/2010/main" val="40851765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301">
          <a:extLst>
            <a:ext uri="{FF2B5EF4-FFF2-40B4-BE49-F238E27FC236}">
              <a16:creationId xmlns:a16="http://schemas.microsoft.com/office/drawing/2014/main" id="{92A8F28C-BEB2-89A4-B828-52EA1A6EB995}"/>
            </a:ext>
          </a:extLst>
        </p:cNvPr>
        <p:cNvGrpSpPr/>
        <p:nvPr/>
      </p:nvGrpSpPr>
      <p:grpSpPr>
        <a:xfrm>
          <a:off x="0" y="0"/>
          <a:ext cx="0" cy="0"/>
          <a:chOff x="0" y="0"/>
          <a:chExt cx="0" cy="0"/>
        </a:xfrm>
      </p:grpSpPr>
      <p:sp>
        <p:nvSpPr>
          <p:cNvPr id="1303" name="Google Shape;1303;p127">
            <a:extLst>
              <a:ext uri="{FF2B5EF4-FFF2-40B4-BE49-F238E27FC236}">
                <a16:creationId xmlns:a16="http://schemas.microsoft.com/office/drawing/2014/main" id="{0E220611-0252-C79F-876C-41087C31B7BC}"/>
              </a:ext>
            </a:extLst>
          </p:cNvPr>
          <p:cNvSpPr txBox="1">
            <a:spLocks noGrp="1"/>
          </p:cNvSpPr>
          <p:nvPr>
            <p:ph type="title"/>
          </p:nvPr>
        </p:nvSpPr>
        <p:spPr>
          <a:prstGeom prst="rect">
            <a:avLst/>
          </a:prstGeom>
        </p:spPr>
        <p:txBody>
          <a:bodyPr spcFirstLastPara="1" wrap="square" lIns="99044" tIns="99044" rIns="99044" bIns="99044" anchor="t" anchorCtr="0">
            <a:noAutofit/>
          </a:bodyPr>
          <a:lstStyle/>
          <a:p>
            <a:r>
              <a:rPr lang="it" sz="3467" dirty="0"/>
              <a:t>Business Case: example (GP visit)</a:t>
            </a:r>
            <a:endParaRPr sz="3467" dirty="0"/>
          </a:p>
        </p:txBody>
      </p:sp>
      <p:sp>
        <p:nvSpPr>
          <p:cNvPr id="1302" name="Google Shape;1302;p127">
            <a:extLst>
              <a:ext uri="{FF2B5EF4-FFF2-40B4-BE49-F238E27FC236}">
                <a16:creationId xmlns:a16="http://schemas.microsoft.com/office/drawing/2014/main" id="{FC877AD6-AF92-5B97-DC36-7D38B67F58BE}"/>
              </a:ext>
            </a:extLst>
          </p:cNvPr>
          <p:cNvSpPr txBox="1">
            <a:spLocks noGrp="1"/>
          </p:cNvSpPr>
          <p:nvPr>
            <p:ph idx="1"/>
          </p:nvPr>
        </p:nvSpPr>
        <p:spPr>
          <a:prstGeom prst="rect">
            <a:avLst/>
          </a:prstGeom>
        </p:spPr>
        <p:txBody>
          <a:bodyPr spcFirstLastPara="1" wrap="square" lIns="99044" tIns="99044" rIns="99044" bIns="99044" anchor="t" anchorCtr="0">
            <a:normAutofit lnSpcReduction="10000"/>
          </a:bodyPr>
          <a:lstStyle/>
          <a:p>
            <a:pPr marL="0" indent="0" algn="just">
              <a:buNone/>
            </a:pPr>
            <a:r>
              <a:rPr lang="it" sz="2275" dirty="0"/>
              <a:t>The project stems from three business needs: </a:t>
            </a:r>
            <a:r>
              <a:rPr lang="it" sz="2275" i="1" dirty="0"/>
              <a:t>technological alignmen</a:t>
            </a:r>
            <a:r>
              <a:rPr lang="it" sz="2275" dirty="0"/>
              <a:t>, </a:t>
            </a:r>
            <a:r>
              <a:rPr lang="it" sz="2275" i="1" dirty="0"/>
              <a:t>performannce control,</a:t>
            </a:r>
            <a:r>
              <a:rPr lang="it" sz="2275" dirty="0"/>
              <a:t> </a:t>
            </a:r>
            <a:r>
              <a:rPr lang="it" sz="2275" i="1" dirty="0"/>
              <a:t>social need</a:t>
            </a:r>
            <a:r>
              <a:rPr lang="it" sz="2275" dirty="0"/>
              <a:t>.</a:t>
            </a:r>
            <a:endParaRPr sz="2275" dirty="0"/>
          </a:p>
          <a:p>
            <a:pPr indent="-392100" algn="just">
              <a:spcBef>
                <a:spcPts val="1733"/>
              </a:spcBef>
              <a:buSzPts val="2100"/>
            </a:pPr>
            <a:r>
              <a:rPr lang="it" sz="2275" dirty="0"/>
              <a:t>Technology alignment	</a:t>
            </a:r>
            <a:endParaRPr sz="2275" dirty="0"/>
          </a:p>
          <a:p>
            <a:pPr lvl="1" indent="-392100" algn="just">
              <a:spcBef>
                <a:spcPts val="0"/>
              </a:spcBef>
              <a:buSzPts val="2100"/>
            </a:pPr>
            <a:r>
              <a:rPr lang="it" sz="2275" dirty="0"/>
              <a:t>AI support to GP for both anamnesis and diagnosis with dedicated systems;</a:t>
            </a:r>
            <a:endParaRPr sz="2275" dirty="0"/>
          </a:p>
          <a:p>
            <a:pPr lvl="1" indent="-392100" algn="just">
              <a:spcBef>
                <a:spcPts val="0"/>
              </a:spcBef>
              <a:buSzPts val="2100"/>
            </a:pPr>
            <a:r>
              <a:rPr lang="it" sz="2275" dirty="0"/>
              <a:t>Tracking of the patient treatment and reminders;</a:t>
            </a:r>
            <a:endParaRPr sz="2275" dirty="0"/>
          </a:p>
          <a:p>
            <a:pPr lvl="1" indent="-392100" algn="just">
              <a:spcBef>
                <a:spcPts val="0"/>
              </a:spcBef>
              <a:buSzPts val="2100"/>
            </a:pPr>
            <a:r>
              <a:rPr lang="it" sz="2275" dirty="0"/>
              <a:t>Implementation of a referral system;</a:t>
            </a:r>
          </a:p>
          <a:p>
            <a:pPr lvl="1" indent="-392100" algn="just">
              <a:spcBef>
                <a:spcPts val="0"/>
              </a:spcBef>
              <a:buSzPts val="2100"/>
            </a:pPr>
            <a:r>
              <a:rPr lang="it" sz="2275" dirty="0"/>
              <a:t>Multi-plaftform and multilingual</a:t>
            </a:r>
          </a:p>
          <a:p>
            <a:pPr indent="-392100" algn="just">
              <a:buSzPts val="2100"/>
            </a:pPr>
            <a:r>
              <a:rPr lang="en-US" sz="2275" dirty="0"/>
              <a:t>Performance control on doctors</a:t>
            </a:r>
          </a:p>
          <a:p>
            <a:pPr lvl="1" indent="-392100" algn="just">
              <a:spcBef>
                <a:spcPts val="0"/>
              </a:spcBef>
              <a:buSzPts val="2100"/>
            </a:pPr>
            <a:r>
              <a:rPr lang="en-US" sz="2475" dirty="0"/>
              <a:t>number of visit per day/month;</a:t>
            </a:r>
          </a:p>
          <a:p>
            <a:pPr lvl="1" indent="-392100" algn="just">
              <a:spcBef>
                <a:spcPts val="0"/>
              </a:spcBef>
              <a:buSzPts val="2100"/>
            </a:pPr>
            <a:r>
              <a:rPr lang="en-US" sz="2475" dirty="0"/>
              <a:t>prescribed drugs;</a:t>
            </a:r>
          </a:p>
          <a:p>
            <a:pPr lvl="1" indent="-392100" algn="just">
              <a:spcBef>
                <a:spcPts val="0"/>
              </a:spcBef>
              <a:buSzPts val="2100"/>
            </a:pPr>
            <a:r>
              <a:rPr lang="en-US" sz="2475" dirty="0"/>
              <a:t>prescribed therapies.</a:t>
            </a:r>
          </a:p>
          <a:p>
            <a:pPr lvl="1" indent="-392100" algn="just">
              <a:spcBef>
                <a:spcPts val="0"/>
              </a:spcBef>
              <a:buSzPts val="2100"/>
            </a:pPr>
            <a:endParaRPr sz="2275" dirty="0"/>
          </a:p>
        </p:txBody>
      </p:sp>
      <p:sp>
        <p:nvSpPr>
          <p:cNvPr id="1304" name="Google Shape;1304;p127">
            <a:extLst>
              <a:ext uri="{FF2B5EF4-FFF2-40B4-BE49-F238E27FC236}">
                <a16:creationId xmlns:a16="http://schemas.microsoft.com/office/drawing/2014/main" id="{E8008FE0-645B-8E20-F119-B290076F1B50}"/>
              </a:ext>
            </a:extLst>
          </p:cNvPr>
          <p:cNvSpPr txBox="1">
            <a:spLocks noGrp="1"/>
          </p:cNvSpPr>
          <p:nvPr>
            <p:ph type="sldNum" idx="4294967295"/>
          </p:nvPr>
        </p:nvSpPr>
        <p:spPr>
          <a:xfrm>
            <a:off x="9312275" y="5565775"/>
            <a:ext cx="593725" cy="425450"/>
          </a:xfrm>
          <a:prstGeom prst="rect">
            <a:avLst/>
          </a:prstGeom>
        </p:spPr>
        <p:txBody>
          <a:bodyPr spcFirstLastPara="1" wrap="square" lIns="99044" tIns="99044" rIns="99044" bIns="99044" anchor="ctr" anchorCtr="0">
            <a:noAutofit/>
          </a:bodyPr>
          <a:lstStyle/>
          <a:p>
            <a:pPr marL="0" marR="0" lvl="0" indent="0" algn="r" defTabSz="9905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it" sz="1083" b="0" i="0" u="none" strike="noStrike" kern="0" cap="none" spc="0" normalizeH="0" baseline="0" noProof="0">
                <a:ln>
                  <a:noFill/>
                </a:ln>
                <a:solidFill>
                  <a:srgbClr val="233A44"/>
                </a:solidFill>
                <a:effectLst/>
                <a:uLnTx/>
                <a:uFillTx/>
                <a:latin typeface="Nunito"/>
                <a:sym typeface="Nunito"/>
              </a:rPr>
              <a:pPr marL="0" marR="0" lvl="0" indent="0" algn="r" defTabSz="990570" rtl="0" eaLnBrk="1" fontAlgn="auto" latinLnBrk="0" hangingPunct="1">
                <a:lnSpc>
                  <a:spcPct val="100000"/>
                </a:lnSpc>
                <a:spcBef>
                  <a:spcPts val="0"/>
                </a:spcBef>
                <a:spcAft>
                  <a:spcPts val="0"/>
                </a:spcAft>
                <a:buClr>
                  <a:srgbClr val="000000"/>
                </a:buClr>
                <a:buSzTx/>
                <a:buFontTx/>
                <a:buNone/>
                <a:tabLst/>
                <a:defRPr/>
              </a:pPr>
              <a:t>75</a:t>
            </a:fld>
            <a:endParaRPr kumimoji="0" sz="1083" b="0" i="0" u="none" strike="noStrike" kern="0" cap="none" spc="0" normalizeH="0" baseline="0" noProof="0">
              <a:ln>
                <a:noFill/>
              </a:ln>
              <a:solidFill>
                <a:srgbClr val="233A44"/>
              </a:solidFill>
              <a:effectLst/>
              <a:uLnTx/>
              <a:uFillTx/>
              <a:latin typeface="Nunito"/>
              <a:sym typeface="Nunito"/>
            </a:endParaRPr>
          </a:p>
        </p:txBody>
      </p:sp>
      <p:sp>
        <p:nvSpPr>
          <p:cNvPr id="1305" name="Google Shape;1305;p127">
            <a:extLst>
              <a:ext uri="{FF2B5EF4-FFF2-40B4-BE49-F238E27FC236}">
                <a16:creationId xmlns:a16="http://schemas.microsoft.com/office/drawing/2014/main" id="{2CD05ED6-4F04-9B5C-E9BF-FEE158BC5CDB}"/>
              </a:ext>
            </a:extLst>
          </p:cNvPr>
          <p:cNvSpPr txBox="1">
            <a:spLocks noGrp="1"/>
          </p:cNvSpPr>
          <p:nvPr>
            <p:ph type="sldNum" idx="4294967295"/>
          </p:nvPr>
        </p:nvSpPr>
        <p:spPr>
          <a:xfrm>
            <a:off x="9312275" y="5565775"/>
            <a:ext cx="593725" cy="425450"/>
          </a:xfrm>
          <a:prstGeom prst="rect">
            <a:avLst/>
          </a:prstGeom>
        </p:spPr>
        <p:txBody>
          <a:bodyPr spcFirstLastPara="1" wrap="square" lIns="99044" tIns="99044" rIns="99044" bIns="99044" anchor="ctr" anchorCtr="0">
            <a:noAutofit/>
          </a:bodyPr>
          <a:lstStyle/>
          <a:p>
            <a:pPr marL="0" marR="0" lvl="0" indent="0" algn="r" defTabSz="9905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it" sz="1083" b="0" i="0" u="none" strike="noStrike" kern="0" cap="none" spc="0" normalizeH="0" baseline="0" noProof="0">
                <a:ln>
                  <a:noFill/>
                </a:ln>
                <a:solidFill>
                  <a:srgbClr val="233A44"/>
                </a:solidFill>
                <a:effectLst/>
                <a:uLnTx/>
                <a:uFillTx/>
                <a:latin typeface="Nunito"/>
                <a:sym typeface="Nunito"/>
              </a:rPr>
              <a:pPr marL="0" marR="0" lvl="0" indent="0" algn="r" defTabSz="990570" rtl="0" eaLnBrk="1" fontAlgn="auto" latinLnBrk="0" hangingPunct="1">
                <a:lnSpc>
                  <a:spcPct val="100000"/>
                </a:lnSpc>
                <a:spcBef>
                  <a:spcPts val="0"/>
                </a:spcBef>
                <a:spcAft>
                  <a:spcPts val="0"/>
                </a:spcAft>
                <a:buClr>
                  <a:srgbClr val="000000"/>
                </a:buClr>
                <a:buSzTx/>
                <a:buFontTx/>
                <a:buNone/>
                <a:tabLst/>
                <a:defRPr/>
              </a:pPr>
              <a:t>75</a:t>
            </a:fld>
            <a:endParaRPr kumimoji="0" sz="1083" b="0" i="0" u="none" strike="noStrike" kern="0" cap="none" spc="0" normalizeH="0" baseline="0" noProof="0">
              <a:ln>
                <a:noFill/>
              </a:ln>
              <a:solidFill>
                <a:srgbClr val="233A44"/>
              </a:solidFill>
              <a:effectLst/>
              <a:uLnTx/>
              <a:uFillTx/>
              <a:latin typeface="Nunito"/>
              <a:sym typeface="Nunito"/>
            </a:endParaRPr>
          </a:p>
        </p:txBody>
      </p:sp>
      <p:graphicFrame>
        <p:nvGraphicFramePr>
          <p:cNvPr id="2" name="Segnaposto contenuto 7">
            <a:extLst>
              <a:ext uri="{FF2B5EF4-FFF2-40B4-BE49-F238E27FC236}">
                <a16:creationId xmlns:a16="http://schemas.microsoft.com/office/drawing/2014/main" id="{D50D7990-82AA-1E30-38F9-2660571B55C3}"/>
              </a:ext>
            </a:extLst>
          </p:cNvPr>
          <p:cNvGraphicFramePr>
            <a:graphicFrameLocks/>
          </p:cNvGraphicFramePr>
          <p:nvPr>
            <p:extLst>
              <p:ext uri="{D42A27DB-BD31-4B8C-83A1-F6EECF244321}">
                <p14:modId xmlns:p14="http://schemas.microsoft.com/office/powerpoint/2010/main" val="3184566288"/>
              </p:ext>
            </p:extLst>
          </p:nvPr>
        </p:nvGraphicFramePr>
        <p:xfrm>
          <a:off x="742950" y="1524000"/>
          <a:ext cx="1617663"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441390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301">
          <a:extLst>
            <a:ext uri="{FF2B5EF4-FFF2-40B4-BE49-F238E27FC236}">
              <a16:creationId xmlns:a16="http://schemas.microsoft.com/office/drawing/2014/main" id="{E7DCB61B-305A-2ACC-7A19-0D115F02F43C}"/>
            </a:ext>
          </a:extLst>
        </p:cNvPr>
        <p:cNvGrpSpPr/>
        <p:nvPr/>
      </p:nvGrpSpPr>
      <p:grpSpPr>
        <a:xfrm>
          <a:off x="0" y="0"/>
          <a:ext cx="0" cy="0"/>
          <a:chOff x="0" y="0"/>
          <a:chExt cx="0" cy="0"/>
        </a:xfrm>
      </p:grpSpPr>
      <p:sp>
        <p:nvSpPr>
          <p:cNvPr id="1303" name="Google Shape;1303;p127">
            <a:extLst>
              <a:ext uri="{FF2B5EF4-FFF2-40B4-BE49-F238E27FC236}">
                <a16:creationId xmlns:a16="http://schemas.microsoft.com/office/drawing/2014/main" id="{C825AFB4-9921-58E8-E79A-81AF1D5976C7}"/>
              </a:ext>
            </a:extLst>
          </p:cNvPr>
          <p:cNvSpPr txBox="1">
            <a:spLocks noGrp="1"/>
          </p:cNvSpPr>
          <p:nvPr>
            <p:ph type="title"/>
          </p:nvPr>
        </p:nvSpPr>
        <p:spPr>
          <a:prstGeom prst="rect">
            <a:avLst/>
          </a:prstGeom>
        </p:spPr>
        <p:txBody>
          <a:bodyPr spcFirstLastPara="1" wrap="square" lIns="99044" tIns="99044" rIns="99044" bIns="99044" anchor="t" anchorCtr="0">
            <a:noAutofit/>
          </a:bodyPr>
          <a:lstStyle/>
          <a:p>
            <a:r>
              <a:rPr lang="it" sz="3467" dirty="0"/>
              <a:t>Business Case: example (GP visit)</a:t>
            </a:r>
            <a:endParaRPr sz="3467" dirty="0"/>
          </a:p>
        </p:txBody>
      </p:sp>
      <p:sp>
        <p:nvSpPr>
          <p:cNvPr id="1302" name="Google Shape;1302;p127">
            <a:extLst>
              <a:ext uri="{FF2B5EF4-FFF2-40B4-BE49-F238E27FC236}">
                <a16:creationId xmlns:a16="http://schemas.microsoft.com/office/drawing/2014/main" id="{373A79D2-4760-8EF5-4418-522F0C7E440F}"/>
              </a:ext>
            </a:extLst>
          </p:cNvPr>
          <p:cNvSpPr txBox="1">
            <a:spLocks noGrp="1"/>
          </p:cNvSpPr>
          <p:nvPr>
            <p:ph idx="1"/>
          </p:nvPr>
        </p:nvSpPr>
        <p:spPr>
          <a:prstGeom prst="rect">
            <a:avLst/>
          </a:prstGeom>
        </p:spPr>
        <p:txBody>
          <a:bodyPr spcFirstLastPara="1" wrap="square" lIns="99044" tIns="99044" rIns="99044" bIns="99044" anchor="ctr" anchorCtr="0">
            <a:noAutofit/>
          </a:bodyPr>
          <a:lstStyle/>
          <a:p>
            <a:pPr indent="-392100" algn="just">
              <a:buSzPts val="2100"/>
            </a:pPr>
            <a:r>
              <a:rPr lang="en-US" sz="2275" b="1" dirty="0"/>
              <a:t>Social need</a:t>
            </a:r>
            <a:r>
              <a:rPr lang="en-US" sz="2275" dirty="0"/>
              <a:t>:</a:t>
            </a:r>
          </a:p>
          <a:p>
            <a:pPr lvl="1" indent="-392100" algn="just">
              <a:spcBef>
                <a:spcPts val="0"/>
              </a:spcBef>
              <a:buSzPts val="2100"/>
            </a:pPr>
            <a:r>
              <a:rPr lang="en-US" sz="2275" dirty="0"/>
              <a:t>GPs have the mission of prescribing drugs, making certificates, vaccines and treating wounds. Support to their practice is of utmost importance for the whole population.</a:t>
            </a:r>
          </a:p>
          <a:p>
            <a:pPr lvl="1" indent="-392100" algn="just">
              <a:spcBef>
                <a:spcPts val="0"/>
              </a:spcBef>
              <a:buSzPts val="2100"/>
            </a:pPr>
            <a:r>
              <a:rPr lang="en-US" sz="2275" dirty="0"/>
              <a:t>The anamnesis and diagnosis systems make it easier for doctors to understand the symptoms of a patient and, therefore, recommend the right treatment.</a:t>
            </a:r>
          </a:p>
          <a:p>
            <a:pPr lvl="1" indent="-392100" algn="just">
              <a:spcBef>
                <a:spcPts val="0"/>
              </a:spcBef>
              <a:buSzPts val="2100"/>
            </a:pPr>
            <a:r>
              <a:rPr lang="en-US" sz="2275" dirty="0"/>
              <a:t>A multilingual booking system makes sure that even foreigners will be able to use it seamlessly.</a:t>
            </a:r>
          </a:p>
        </p:txBody>
      </p:sp>
      <p:sp>
        <p:nvSpPr>
          <p:cNvPr id="1304" name="Google Shape;1304;p127">
            <a:extLst>
              <a:ext uri="{FF2B5EF4-FFF2-40B4-BE49-F238E27FC236}">
                <a16:creationId xmlns:a16="http://schemas.microsoft.com/office/drawing/2014/main" id="{D0CC8224-0CC8-E83D-551E-0BECBB2A460D}"/>
              </a:ext>
            </a:extLst>
          </p:cNvPr>
          <p:cNvSpPr txBox="1">
            <a:spLocks noGrp="1"/>
          </p:cNvSpPr>
          <p:nvPr>
            <p:ph type="sldNum" idx="4294967295"/>
          </p:nvPr>
        </p:nvSpPr>
        <p:spPr>
          <a:xfrm>
            <a:off x="9312275" y="5565775"/>
            <a:ext cx="593725" cy="425450"/>
          </a:xfrm>
          <a:prstGeom prst="rect">
            <a:avLst/>
          </a:prstGeom>
        </p:spPr>
        <p:txBody>
          <a:bodyPr spcFirstLastPara="1" wrap="square" lIns="99044" tIns="99044" rIns="99044" bIns="99044" anchor="ctr" anchorCtr="0">
            <a:noAutofit/>
          </a:bodyPr>
          <a:lstStyle/>
          <a:p>
            <a:pPr marL="0" marR="0" lvl="0" indent="0" algn="r" defTabSz="9905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it" sz="1083" b="0" i="0" u="none" strike="noStrike" kern="0" cap="none" spc="0" normalizeH="0" baseline="0" noProof="0">
                <a:ln>
                  <a:noFill/>
                </a:ln>
                <a:solidFill>
                  <a:srgbClr val="233A44"/>
                </a:solidFill>
                <a:effectLst/>
                <a:uLnTx/>
                <a:uFillTx/>
                <a:latin typeface="Nunito"/>
                <a:sym typeface="Nunito"/>
              </a:rPr>
              <a:pPr marL="0" marR="0" lvl="0" indent="0" algn="r" defTabSz="990570" rtl="0" eaLnBrk="1" fontAlgn="auto" latinLnBrk="0" hangingPunct="1">
                <a:lnSpc>
                  <a:spcPct val="100000"/>
                </a:lnSpc>
                <a:spcBef>
                  <a:spcPts val="0"/>
                </a:spcBef>
                <a:spcAft>
                  <a:spcPts val="0"/>
                </a:spcAft>
                <a:buClr>
                  <a:srgbClr val="000000"/>
                </a:buClr>
                <a:buSzTx/>
                <a:buFontTx/>
                <a:buNone/>
                <a:tabLst/>
                <a:defRPr/>
              </a:pPr>
              <a:t>76</a:t>
            </a:fld>
            <a:endParaRPr kumimoji="0" sz="1083" b="0" i="0" u="none" strike="noStrike" kern="0" cap="none" spc="0" normalizeH="0" baseline="0" noProof="0">
              <a:ln>
                <a:noFill/>
              </a:ln>
              <a:solidFill>
                <a:srgbClr val="233A44"/>
              </a:solidFill>
              <a:effectLst/>
              <a:uLnTx/>
              <a:uFillTx/>
              <a:latin typeface="Nunito"/>
              <a:sym typeface="Nunito"/>
            </a:endParaRPr>
          </a:p>
        </p:txBody>
      </p:sp>
      <p:sp>
        <p:nvSpPr>
          <p:cNvPr id="1305" name="Google Shape;1305;p127">
            <a:extLst>
              <a:ext uri="{FF2B5EF4-FFF2-40B4-BE49-F238E27FC236}">
                <a16:creationId xmlns:a16="http://schemas.microsoft.com/office/drawing/2014/main" id="{91CE9855-C067-1906-354C-373BDDEAC8AB}"/>
              </a:ext>
            </a:extLst>
          </p:cNvPr>
          <p:cNvSpPr txBox="1">
            <a:spLocks noGrp="1"/>
          </p:cNvSpPr>
          <p:nvPr>
            <p:ph type="sldNum" idx="4294967295"/>
          </p:nvPr>
        </p:nvSpPr>
        <p:spPr>
          <a:xfrm>
            <a:off x="9312275" y="5565775"/>
            <a:ext cx="593725" cy="425450"/>
          </a:xfrm>
          <a:prstGeom prst="rect">
            <a:avLst/>
          </a:prstGeom>
        </p:spPr>
        <p:txBody>
          <a:bodyPr spcFirstLastPara="1" wrap="square" lIns="99044" tIns="99044" rIns="99044" bIns="99044" anchor="ctr" anchorCtr="0">
            <a:noAutofit/>
          </a:bodyPr>
          <a:lstStyle/>
          <a:p>
            <a:pPr marL="0" marR="0" lvl="0" indent="0" algn="r" defTabSz="9905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it" sz="1083" b="0" i="0" u="none" strike="noStrike" kern="0" cap="none" spc="0" normalizeH="0" baseline="0" noProof="0">
                <a:ln>
                  <a:noFill/>
                </a:ln>
                <a:solidFill>
                  <a:srgbClr val="233A44"/>
                </a:solidFill>
                <a:effectLst/>
                <a:uLnTx/>
                <a:uFillTx/>
                <a:latin typeface="Nunito"/>
                <a:sym typeface="Nunito"/>
              </a:rPr>
              <a:pPr marL="0" marR="0" lvl="0" indent="0" algn="r" defTabSz="990570" rtl="0" eaLnBrk="1" fontAlgn="auto" latinLnBrk="0" hangingPunct="1">
                <a:lnSpc>
                  <a:spcPct val="100000"/>
                </a:lnSpc>
                <a:spcBef>
                  <a:spcPts val="0"/>
                </a:spcBef>
                <a:spcAft>
                  <a:spcPts val="0"/>
                </a:spcAft>
                <a:buClr>
                  <a:srgbClr val="000000"/>
                </a:buClr>
                <a:buSzTx/>
                <a:buFontTx/>
                <a:buNone/>
                <a:tabLst/>
                <a:defRPr/>
              </a:pPr>
              <a:t>76</a:t>
            </a:fld>
            <a:endParaRPr kumimoji="0" sz="1083" b="0" i="0" u="none" strike="noStrike" kern="0" cap="none" spc="0" normalizeH="0" baseline="0" noProof="0">
              <a:ln>
                <a:noFill/>
              </a:ln>
              <a:solidFill>
                <a:srgbClr val="233A44"/>
              </a:solidFill>
              <a:effectLst/>
              <a:uLnTx/>
              <a:uFillTx/>
              <a:latin typeface="Nunito"/>
              <a:sym typeface="Nunito"/>
            </a:endParaRPr>
          </a:p>
        </p:txBody>
      </p:sp>
      <p:graphicFrame>
        <p:nvGraphicFramePr>
          <p:cNvPr id="2" name="Segnaposto contenuto 7">
            <a:extLst>
              <a:ext uri="{FF2B5EF4-FFF2-40B4-BE49-F238E27FC236}">
                <a16:creationId xmlns:a16="http://schemas.microsoft.com/office/drawing/2014/main" id="{B40A1C73-F531-99E9-EF31-A28A360E89F2}"/>
              </a:ext>
            </a:extLst>
          </p:cNvPr>
          <p:cNvGraphicFramePr>
            <a:graphicFrameLocks/>
          </p:cNvGraphicFramePr>
          <p:nvPr/>
        </p:nvGraphicFramePr>
        <p:xfrm>
          <a:off x="742950" y="1524000"/>
          <a:ext cx="1617663"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26547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301">
          <a:extLst>
            <a:ext uri="{FF2B5EF4-FFF2-40B4-BE49-F238E27FC236}">
              <a16:creationId xmlns:a16="http://schemas.microsoft.com/office/drawing/2014/main" id="{6EDD8FDF-E21C-87DD-C5C0-0DAE432F7F1B}"/>
            </a:ext>
          </a:extLst>
        </p:cNvPr>
        <p:cNvGrpSpPr/>
        <p:nvPr/>
      </p:nvGrpSpPr>
      <p:grpSpPr>
        <a:xfrm>
          <a:off x="0" y="0"/>
          <a:ext cx="0" cy="0"/>
          <a:chOff x="0" y="0"/>
          <a:chExt cx="0" cy="0"/>
        </a:xfrm>
      </p:grpSpPr>
      <p:sp>
        <p:nvSpPr>
          <p:cNvPr id="1303" name="Google Shape;1303;p127">
            <a:extLst>
              <a:ext uri="{FF2B5EF4-FFF2-40B4-BE49-F238E27FC236}">
                <a16:creationId xmlns:a16="http://schemas.microsoft.com/office/drawing/2014/main" id="{C56422EC-4A63-90D9-EFE9-9F4716714A6D}"/>
              </a:ext>
            </a:extLst>
          </p:cNvPr>
          <p:cNvSpPr txBox="1">
            <a:spLocks noGrp="1"/>
          </p:cNvSpPr>
          <p:nvPr>
            <p:ph type="title"/>
          </p:nvPr>
        </p:nvSpPr>
        <p:spPr>
          <a:prstGeom prst="rect">
            <a:avLst/>
          </a:prstGeom>
        </p:spPr>
        <p:txBody>
          <a:bodyPr spcFirstLastPara="1" wrap="square" lIns="99044" tIns="99044" rIns="99044" bIns="99044" anchor="t" anchorCtr="0">
            <a:noAutofit/>
          </a:bodyPr>
          <a:lstStyle/>
          <a:p>
            <a:r>
              <a:rPr lang="it" sz="3467" dirty="0"/>
              <a:t>Summary</a:t>
            </a:r>
            <a:endParaRPr sz="3467" dirty="0"/>
          </a:p>
        </p:txBody>
      </p:sp>
      <p:sp>
        <p:nvSpPr>
          <p:cNvPr id="3" name="Segnaposto testo 2">
            <a:extLst>
              <a:ext uri="{FF2B5EF4-FFF2-40B4-BE49-F238E27FC236}">
                <a16:creationId xmlns:a16="http://schemas.microsoft.com/office/drawing/2014/main" id="{6E626769-4E95-3AB4-9940-4663CB1DD3F0}"/>
              </a:ext>
            </a:extLst>
          </p:cNvPr>
          <p:cNvSpPr>
            <a:spLocks noGrp="1"/>
          </p:cNvSpPr>
          <p:nvPr>
            <p:ph idx="1"/>
          </p:nvPr>
        </p:nvSpPr>
        <p:spPr/>
        <p:txBody>
          <a:bodyPr anchor="ctr"/>
          <a:lstStyle/>
          <a:p>
            <a:pPr marL="0" indent="0" algn="just">
              <a:buSzPts val="2100"/>
              <a:buNone/>
            </a:pPr>
            <a:r>
              <a:rPr lang="en-US" sz="2800" noProof="0" dirty="0"/>
              <a:t>The summary includes </a:t>
            </a:r>
          </a:p>
          <a:p>
            <a:pPr algn="just">
              <a:buSzPts val="2100"/>
            </a:pPr>
            <a:r>
              <a:rPr lang="en-US" sz="2800" noProof="0" dirty="0"/>
              <a:t>A sensitivity analysis of the tree of costs and  benefits with 1-2  page of comments </a:t>
            </a:r>
          </a:p>
          <a:p>
            <a:pPr algn="just">
              <a:buSzPts val="2100"/>
            </a:pPr>
            <a:r>
              <a:rPr lang="en-US" sz="2800" noProof="0" dirty="0"/>
              <a:t>The P&amp;L statement of the project, with global value of costs and benefits </a:t>
            </a:r>
          </a:p>
          <a:p>
            <a:pPr algn="just">
              <a:buSzPts val="2100"/>
            </a:pPr>
            <a:r>
              <a:rPr lang="en-US" sz="2800" noProof="0" dirty="0"/>
              <a:t>Related comments can be in the detail section</a:t>
            </a:r>
          </a:p>
          <a:p>
            <a:pPr algn="just">
              <a:buSzPts val="2100"/>
            </a:pPr>
            <a:r>
              <a:rPr lang="en-US" sz="2800" dirty="0"/>
              <a:t>See the following page </a:t>
            </a:r>
            <a:r>
              <a:rPr lang="en-US" sz="2800" noProof="0" dirty="0"/>
              <a:t> </a:t>
            </a:r>
          </a:p>
        </p:txBody>
      </p:sp>
      <p:sp>
        <p:nvSpPr>
          <p:cNvPr id="1304" name="Google Shape;1304;p127">
            <a:extLst>
              <a:ext uri="{FF2B5EF4-FFF2-40B4-BE49-F238E27FC236}">
                <a16:creationId xmlns:a16="http://schemas.microsoft.com/office/drawing/2014/main" id="{04A96102-B8A1-0799-BB3C-565AF411F13E}"/>
              </a:ext>
            </a:extLst>
          </p:cNvPr>
          <p:cNvSpPr txBox="1">
            <a:spLocks noGrp="1"/>
          </p:cNvSpPr>
          <p:nvPr>
            <p:ph type="sldNum" idx="4294967295"/>
          </p:nvPr>
        </p:nvSpPr>
        <p:spPr>
          <a:xfrm>
            <a:off x="9312275" y="5565775"/>
            <a:ext cx="593725" cy="425450"/>
          </a:xfrm>
          <a:prstGeom prst="rect">
            <a:avLst/>
          </a:prstGeom>
        </p:spPr>
        <p:txBody>
          <a:bodyPr spcFirstLastPara="1" wrap="square" lIns="99044" tIns="99044" rIns="99044" bIns="99044" anchor="ctr" anchorCtr="0">
            <a:noAutofit/>
          </a:bodyPr>
          <a:lstStyle/>
          <a:p>
            <a:pPr marL="0" marR="0" lvl="0" indent="0" algn="r" defTabSz="9905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it" sz="1083" b="0" i="0" u="none" strike="noStrike" kern="0" cap="none" spc="0" normalizeH="0" baseline="0" noProof="0">
                <a:ln>
                  <a:noFill/>
                </a:ln>
                <a:solidFill>
                  <a:srgbClr val="233A44"/>
                </a:solidFill>
                <a:effectLst/>
                <a:uLnTx/>
                <a:uFillTx/>
                <a:latin typeface="Nunito"/>
                <a:sym typeface="Nunito"/>
              </a:rPr>
              <a:pPr marL="0" marR="0" lvl="0" indent="0" algn="r" defTabSz="990570" rtl="0" eaLnBrk="1" fontAlgn="auto" latinLnBrk="0" hangingPunct="1">
                <a:lnSpc>
                  <a:spcPct val="100000"/>
                </a:lnSpc>
                <a:spcBef>
                  <a:spcPts val="0"/>
                </a:spcBef>
                <a:spcAft>
                  <a:spcPts val="0"/>
                </a:spcAft>
                <a:buClr>
                  <a:srgbClr val="000000"/>
                </a:buClr>
                <a:buSzTx/>
                <a:buFontTx/>
                <a:buNone/>
                <a:tabLst/>
                <a:defRPr/>
              </a:pPr>
              <a:t>77</a:t>
            </a:fld>
            <a:endParaRPr kumimoji="0" sz="1083" b="0" i="0" u="none" strike="noStrike" kern="0" cap="none" spc="0" normalizeH="0" baseline="0" noProof="0">
              <a:ln>
                <a:noFill/>
              </a:ln>
              <a:solidFill>
                <a:srgbClr val="233A44"/>
              </a:solidFill>
              <a:effectLst/>
              <a:uLnTx/>
              <a:uFillTx/>
              <a:latin typeface="Nunito"/>
              <a:sym typeface="Nunito"/>
            </a:endParaRPr>
          </a:p>
        </p:txBody>
      </p:sp>
      <p:sp>
        <p:nvSpPr>
          <p:cNvPr id="1305" name="Google Shape;1305;p127">
            <a:extLst>
              <a:ext uri="{FF2B5EF4-FFF2-40B4-BE49-F238E27FC236}">
                <a16:creationId xmlns:a16="http://schemas.microsoft.com/office/drawing/2014/main" id="{9E082F78-6FC4-F369-08FA-547DF72420E7}"/>
              </a:ext>
            </a:extLst>
          </p:cNvPr>
          <p:cNvSpPr txBox="1">
            <a:spLocks noGrp="1"/>
          </p:cNvSpPr>
          <p:nvPr>
            <p:ph type="sldNum" idx="4294967295"/>
          </p:nvPr>
        </p:nvSpPr>
        <p:spPr>
          <a:xfrm>
            <a:off x="9312275" y="5565775"/>
            <a:ext cx="593725" cy="425450"/>
          </a:xfrm>
          <a:prstGeom prst="rect">
            <a:avLst/>
          </a:prstGeom>
        </p:spPr>
        <p:txBody>
          <a:bodyPr spcFirstLastPara="1" wrap="square" lIns="99044" tIns="99044" rIns="99044" bIns="99044" anchor="ctr" anchorCtr="0">
            <a:noAutofit/>
          </a:bodyPr>
          <a:lstStyle/>
          <a:p>
            <a:pPr marL="0" marR="0" lvl="0" indent="0" algn="r" defTabSz="9905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it" sz="1083" b="0" i="0" u="none" strike="noStrike" kern="0" cap="none" spc="0" normalizeH="0" baseline="0" noProof="0">
                <a:ln>
                  <a:noFill/>
                </a:ln>
                <a:solidFill>
                  <a:srgbClr val="233A44"/>
                </a:solidFill>
                <a:effectLst/>
                <a:uLnTx/>
                <a:uFillTx/>
                <a:latin typeface="Nunito"/>
                <a:sym typeface="Nunito"/>
              </a:rPr>
              <a:pPr marL="0" marR="0" lvl="0" indent="0" algn="r" defTabSz="990570" rtl="0" eaLnBrk="1" fontAlgn="auto" latinLnBrk="0" hangingPunct="1">
                <a:lnSpc>
                  <a:spcPct val="100000"/>
                </a:lnSpc>
                <a:spcBef>
                  <a:spcPts val="0"/>
                </a:spcBef>
                <a:spcAft>
                  <a:spcPts val="0"/>
                </a:spcAft>
                <a:buClr>
                  <a:srgbClr val="000000"/>
                </a:buClr>
                <a:buSzTx/>
                <a:buFontTx/>
                <a:buNone/>
                <a:tabLst/>
                <a:defRPr/>
              </a:pPr>
              <a:t>77</a:t>
            </a:fld>
            <a:endParaRPr kumimoji="0" sz="1083" b="0" i="0" u="none" strike="noStrike" kern="0" cap="none" spc="0" normalizeH="0" baseline="0" noProof="0">
              <a:ln>
                <a:noFill/>
              </a:ln>
              <a:solidFill>
                <a:srgbClr val="233A44"/>
              </a:solidFill>
              <a:effectLst/>
              <a:uLnTx/>
              <a:uFillTx/>
              <a:latin typeface="Nunito"/>
              <a:sym typeface="Nunito"/>
            </a:endParaRPr>
          </a:p>
        </p:txBody>
      </p:sp>
      <p:graphicFrame>
        <p:nvGraphicFramePr>
          <p:cNvPr id="2" name="Segnaposto contenuto 7">
            <a:extLst>
              <a:ext uri="{FF2B5EF4-FFF2-40B4-BE49-F238E27FC236}">
                <a16:creationId xmlns:a16="http://schemas.microsoft.com/office/drawing/2014/main" id="{AA948876-8D85-D57E-C769-B2C079BB9CFC}"/>
              </a:ext>
            </a:extLst>
          </p:cNvPr>
          <p:cNvGraphicFramePr>
            <a:graphicFrameLocks/>
          </p:cNvGraphicFramePr>
          <p:nvPr>
            <p:extLst>
              <p:ext uri="{D42A27DB-BD31-4B8C-83A1-F6EECF244321}">
                <p14:modId xmlns:p14="http://schemas.microsoft.com/office/powerpoint/2010/main" val="2300679490"/>
              </p:ext>
            </p:extLst>
          </p:nvPr>
        </p:nvGraphicFramePr>
        <p:xfrm>
          <a:off x="742950" y="1524000"/>
          <a:ext cx="1617663"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71437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301">
          <a:extLst>
            <a:ext uri="{FF2B5EF4-FFF2-40B4-BE49-F238E27FC236}">
              <a16:creationId xmlns:a16="http://schemas.microsoft.com/office/drawing/2014/main" id="{5FCDEDAB-FF7E-1520-F064-B6313AF4D34A}"/>
            </a:ext>
          </a:extLst>
        </p:cNvPr>
        <p:cNvGrpSpPr/>
        <p:nvPr/>
      </p:nvGrpSpPr>
      <p:grpSpPr>
        <a:xfrm>
          <a:off x="0" y="0"/>
          <a:ext cx="0" cy="0"/>
          <a:chOff x="0" y="0"/>
          <a:chExt cx="0" cy="0"/>
        </a:xfrm>
      </p:grpSpPr>
      <p:sp>
        <p:nvSpPr>
          <p:cNvPr id="1303" name="Google Shape;1303;p127">
            <a:extLst>
              <a:ext uri="{FF2B5EF4-FFF2-40B4-BE49-F238E27FC236}">
                <a16:creationId xmlns:a16="http://schemas.microsoft.com/office/drawing/2014/main" id="{9DE65B4E-6F40-DF26-1852-E9416F794582}"/>
              </a:ext>
            </a:extLst>
          </p:cNvPr>
          <p:cNvSpPr txBox="1">
            <a:spLocks noGrp="1"/>
          </p:cNvSpPr>
          <p:nvPr>
            <p:ph type="title"/>
          </p:nvPr>
        </p:nvSpPr>
        <p:spPr>
          <a:prstGeom prst="rect">
            <a:avLst/>
          </a:prstGeom>
        </p:spPr>
        <p:txBody>
          <a:bodyPr spcFirstLastPara="1" wrap="square" lIns="99044" tIns="99044" rIns="99044" bIns="99044" anchor="t" anchorCtr="0">
            <a:noAutofit/>
          </a:bodyPr>
          <a:lstStyle/>
          <a:p>
            <a:r>
              <a:rPr lang="it" sz="3467" dirty="0"/>
              <a:t>Summary: structure</a:t>
            </a:r>
            <a:endParaRPr sz="3467" dirty="0"/>
          </a:p>
        </p:txBody>
      </p:sp>
      <p:sp>
        <p:nvSpPr>
          <p:cNvPr id="1304" name="Google Shape;1304;p127">
            <a:extLst>
              <a:ext uri="{FF2B5EF4-FFF2-40B4-BE49-F238E27FC236}">
                <a16:creationId xmlns:a16="http://schemas.microsoft.com/office/drawing/2014/main" id="{8273E668-D1AE-E786-83A5-4671E5413C5A}"/>
              </a:ext>
            </a:extLst>
          </p:cNvPr>
          <p:cNvSpPr txBox="1">
            <a:spLocks noGrp="1"/>
          </p:cNvSpPr>
          <p:nvPr>
            <p:ph type="sldNum" idx="4294967295"/>
          </p:nvPr>
        </p:nvSpPr>
        <p:spPr>
          <a:xfrm>
            <a:off x="9312275" y="5565775"/>
            <a:ext cx="593725" cy="425450"/>
          </a:xfrm>
          <a:prstGeom prst="rect">
            <a:avLst/>
          </a:prstGeom>
        </p:spPr>
        <p:txBody>
          <a:bodyPr spcFirstLastPara="1" wrap="square" lIns="99044" tIns="99044" rIns="99044" bIns="99044" anchor="ctr" anchorCtr="0">
            <a:noAutofit/>
          </a:bodyPr>
          <a:lstStyle/>
          <a:p>
            <a:pPr marL="0" marR="0" lvl="0" indent="0" algn="r" defTabSz="9905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it" sz="1083" b="0" i="0" u="none" strike="noStrike" kern="0" cap="none" spc="0" normalizeH="0" baseline="0" noProof="0">
                <a:ln>
                  <a:noFill/>
                </a:ln>
                <a:solidFill>
                  <a:srgbClr val="233A44"/>
                </a:solidFill>
                <a:effectLst/>
                <a:uLnTx/>
                <a:uFillTx/>
                <a:latin typeface="Nunito"/>
                <a:sym typeface="Nunito"/>
              </a:rPr>
              <a:pPr marL="0" marR="0" lvl="0" indent="0" algn="r" defTabSz="990570" rtl="0" eaLnBrk="1" fontAlgn="auto" latinLnBrk="0" hangingPunct="1">
                <a:lnSpc>
                  <a:spcPct val="100000"/>
                </a:lnSpc>
                <a:spcBef>
                  <a:spcPts val="0"/>
                </a:spcBef>
                <a:spcAft>
                  <a:spcPts val="0"/>
                </a:spcAft>
                <a:buClr>
                  <a:srgbClr val="000000"/>
                </a:buClr>
                <a:buSzTx/>
                <a:buFontTx/>
                <a:buNone/>
                <a:tabLst/>
                <a:defRPr/>
              </a:pPr>
              <a:t>78</a:t>
            </a:fld>
            <a:endParaRPr kumimoji="0" sz="1083" b="0" i="0" u="none" strike="noStrike" kern="0" cap="none" spc="0" normalizeH="0" baseline="0" noProof="0">
              <a:ln>
                <a:noFill/>
              </a:ln>
              <a:solidFill>
                <a:srgbClr val="233A44"/>
              </a:solidFill>
              <a:effectLst/>
              <a:uLnTx/>
              <a:uFillTx/>
              <a:latin typeface="Nunito"/>
              <a:sym typeface="Nunito"/>
            </a:endParaRPr>
          </a:p>
        </p:txBody>
      </p:sp>
      <p:sp>
        <p:nvSpPr>
          <p:cNvPr id="1305" name="Google Shape;1305;p127">
            <a:extLst>
              <a:ext uri="{FF2B5EF4-FFF2-40B4-BE49-F238E27FC236}">
                <a16:creationId xmlns:a16="http://schemas.microsoft.com/office/drawing/2014/main" id="{6A891FC3-E13B-A20A-3217-EC5AE2DE8F56}"/>
              </a:ext>
            </a:extLst>
          </p:cNvPr>
          <p:cNvSpPr txBox="1">
            <a:spLocks noGrp="1"/>
          </p:cNvSpPr>
          <p:nvPr>
            <p:ph type="sldNum" idx="4294967295"/>
          </p:nvPr>
        </p:nvSpPr>
        <p:spPr>
          <a:xfrm>
            <a:off x="9312275" y="5565775"/>
            <a:ext cx="593725" cy="425450"/>
          </a:xfrm>
          <a:prstGeom prst="rect">
            <a:avLst/>
          </a:prstGeom>
        </p:spPr>
        <p:txBody>
          <a:bodyPr spcFirstLastPara="1" wrap="square" lIns="99044" tIns="99044" rIns="99044" bIns="99044" anchor="ctr" anchorCtr="0">
            <a:noAutofit/>
          </a:bodyPr>
          <a:lstStyle/>
          <a:p>
            <a:pPr marL="0" marR="0" lvl="0" indent="0" algn="r" defTabSz="9905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it" sz="1083" b="0" i="0" u="none" strike="noStrike" kern="0" cap="none" spc="0" normalizeH="0" baseline="0" noProof="0">
                <a:ln>
                  <a:noFill/>
                </a:ln>
                <a:solidFill>
                  <a:srgbClr val="233A44"/>
                </a:solidFill>
                <a:effectLst/>
                <a:uLnTx/>
                <a:uFillTx/>
                <a:latin typeface="Nunito"/>
                <a:sym typeface="Nunito"/>
              </a:rPr>
              <a:pPr marL="0" marR="0" lvl="0" indent="0" algn="r" defTabSz="990570" rtl="0" eaLnBrk="1" fontAlgn="auto" latinLnBrk="0" hangingPunct="1">
                <a:lnSpc>
                  <a:spcPct val="100000"/>
                </a:lnSpc>
                <a:spcBef>
                  <a:spcPts val="0"/>
                </a:spcBef>
                <a:spcAft>
                  <a:spcPts val="0"/>
                </a:spcAft>
                <a:buClr>
                  <a:srgbClr val="000000"/>
                </a:buClr>
                <a:buSzTx/>
                <a:buFontTx/>
                <a:buNone/>
                <a:tabLst/>
                <a:defRPr/>
              </a:pPr>
              <a:t>78</a:t>
            </a:fld>
            <a:endParaRPr kumimoji="0" sz="1083" b="0" i="0" u="none" strike="noStrike" kern="0" cap="none" spc="0" normalizeH="0" baseline="0" noProof="0">
              <a:ln>
                <a:noFill/>
              </a:ln>
              <a:solidFill>
                <a:srgbClr val="233A44"/>
              </a:solidFill>
              <a:effectLst/>
              <a:uLnTx/>
              <a:uFillTx/>
              <a:latin typeface="Nunito"/>
              <a:sym typeface="Nunito"/>
            </a:endParaRPr>
          </a:p>
        </p:txBody>
      </p:sp>
      <p:graphicFrame>
        <p:nvGraphicFramePr>
          <p:cNvPr id="2" name="Segnaposto contenuto 7">
            <a:extLst>
              <a:ext uri="{FF2B5EF4-FFF2-40B4-BE49-F238E27FC236}">
                <a16:creationId xmlns:a16="http://schemas.microsoft.com/office/drawing/2014/main" id="{178FD3A3-D5AA-7840-529F-60A9A26232C8}"/>
              </a:ext>
            </a:extLst>
          </p:cNvPr>
          <p:cNvGraphicFramePr>
            <a:graphicFrameLocks/>
          </p:cNvGraphicFramePr>
          <p:nvPr>
            <p:extLst>
              <p:ext uri="{D42A27DB-BD31-4B8C-83A1-F6EECF244321}">
                <p14:modId xmlns:p14="http://schemas.microsoft.com/office/powerpoint/2010/main" val="1975016640"/>
              </p:ext>
            </p:extLst>
          </p:nvPr>
        </p:nvGraphicFramePr>
        <p:xfrm>
          <a:off x="272480" y="1524000"/>
          <a:ext cx="1617663"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Immagine 4">
            <a:extLst>
              <a:ext uri="{FF2B5EF4-FFF2-40B4-BE49-F238E27FC236}">
                <a16:creationId xmlns:a16="http://schemas.microsoft.com/office/drawing/2014/main" id="{EA1F4762-B816-CFD6-F297-7E9BA58998D2}"/>
              </a:ext>
            </a:extLst>
          </p:cNvPr>
          <p:cNvPicPr>
            <a:picLocks noChangeAspect="1"/>
          </p:cNvPicPr>
          <p:nvPr/>
        </p:nvPicPr>
        <p:blipFill>
          <a:blip r:embed="rId8"/>
          <a:stretch>
            <a:fillRect/>
          </a:stretch>
        </p:blipFill>
        <p:spPr>
          <a:xfrm>
            <a:off x="2072680" y="3249637"/>
            <a:ext cx="3024336" cy="1638546"/>
          </a:xfrm>
          <a:prstGeom prst="rect">
            <a:avLst/>
          </a:prstGeom>
          <a:solidFill>
            <a:schemeClr val="bg1">
              <a:lumMod val="85000"/>
            </a:schemeClr>
          </a:solidFill>
        </p:spPr>
      </p:pic>
      <p:pic>
        <p:nvPicPr>
          <p:cNvPr id="6" name="Immagine 5">
            <a:extLst>
              <a:ext uri="{FF2B5EF4-FFF2-40B4-BE49-F238E27FC236}">
                <a16:creationId xmlns:a16="http://schemas.microsoft.com/office/drawing/2014/main" id="{A50F92EF-4A66-BE62-0EC5-77144612451B}"/>
              </a:ext>
            </a:extLst>
          </p:cNvPr>
          <p:cNvPicPr>
            <a:picLocks noChangeAspect="1"/>
          </p:cNvPicPr>
          <p:nvPr/>
        </p:nvPicPr>
        <p:blipFill>
          <a:blip r:embed="rId9"/>
          <a:stretch>
            <a:fillRect/>
          </a:stretch>
        </p:blipFill>
        <p:spPr>
          <a:xfrm>
            <a:off x="2072680" y="1340768"/>
            <a:ext cx="2998456" cy="1760212"/>
          </a:xfrm>
          <a:prstGeom prst="rect">
            <a:avLst/>
          </a:prstGeom>
          <a:solidFill>
            <a:schemeClr val="bg1">
              <a:lumMod val="85000"/>
            </a:schemeClr>
          </a:solidFill>
        </p:spPr>
      </p:pic>
      <p:pic>
        <p:nvPicPr>
          <p:cNvPr id="11" name="Immagine 10">
            <a:extLst>
              <a:ext uri="{FF2B5EF4-FFF2-40B4-BE49-F238E27FC236}">
                <a16:creationId xmlns:a16="http://schemas.microsoft.com/office/drawing/2014/main" id="{68243456-86C5-480C-5A93-A47CF4C3DE20}"/>
              </a:ext>
            </a:extLst>
          </p:cNvPr>
          <p:cNvPicPr>
            <a:picLocks noChangeAspect="1"/>
          </p:cNvPicPr>
          <p:nvPr/>
        </p:nvPicPr>
        <p:blipFill>
          <a:blip r:embed="rId10"/>
          <a:stretch>
            <a:fillRect/>
          </a:stretch>
        </p:blipFill>
        <p:spPr>
          <a:xfrm>
            <a:off x="2114288" y="4956800"/>
            <a:ext cx="2957362" cy="1722442"/>
          </a:xfrm>
          <a:prstGeom prst="rect">
            <a:avLst/>
          </a:prstGeom>
        </p:spPr>
      </p:pic>
      <p:sp>
        <p:nvSpPr>
          <p:cNvPr id="12" name="CasellaDiTesto 11">
            <a:extLst>
              <a:ext uri="{FF2B5EF4-FFF2-40B4-BE49-F238E27FC236}">
                <a16:creationId xmlns:a16="http://schemas.microsoft.com/office/drawing/2014/main" id="{02C56341-2BD4-79C5-4808-1644637C8BE5}"/>
              </a:ext>
            </a:extLst>
          </p:cNvPr>
          <p:cNvSpPr txBox="1"/>
          <p:nvPr/>
        </p:nvSpPr>
        <p:spPr>
          <a:xfrm>
            <a:off x="5457056" y="1524000"/>
            <a:ext cx="3744416" cy="1323439"/>
          </a:xfrm>
          <a:prstGeom prst="rect">
            <a:avLst/>
          </a:prstGeom>
          <a:noFill/>
        </p:spPr>
        <p:txBody>
          <a:bodyPr wrap="square" rtlCol="0">
            <a:spAutoFit/>
          </a:bodyPr>
          <a:lstStyle/>
          <a:p>
            <a:pPr marL="285750" indent="-285750">
              <a:buFont typeface="Arial" panose="020B0604020202020204" pitchFamily="34" charset="0"/>
              <a:buChar char="•"/>
            </a:pPr>
            <a:r>
              <a:rPr lang="en-US" sz="2000" b="0" i="1" noProof="0" dirty="0"/>
              <a:t>Use colors to indicate relevance  (negligible, relevant, critical)</a:t>
            </a:r>
          </a:p>
          <a:p>
            <a:pPr marL="285750" indent="-285750">
              <a:buFont typeface="Arial" panose="020B0604020202020204" pitchFamily="34" charset="0"/>
              <a:buChar char="•"/>
            </a:pPr>
            <a:r>
              <a:rPr lang="en-US" sz="2000" b="0" i="1" noProof="0" dirty="0"/>
              <a:t>Add one  page of comments to explain your assessment  </a:t>
            </a:r>
          </a:p>
        </p:txBody>
      </p:sp>
      <p:sp>
        <p:nvSpPr>
          <p:cNvPr id="13" name="CasellaDiTesto 12">
            <a:extLst>
              <a:ext uri="{FF2B5EF4-FFF2-40B4-BE49-F238E27FC236}">
                <a16:creationId xmlns:a16="http://schemas.microsoft.com/office/drawing/2014/main" id="{E5BB1D9D-92B8-91C5-6342-83CFE97090BA}"/>
              </a:ext>
            </a:extLst>
          </p:cNvPr>
          <p:cNvSpPr txBox="1"/>
          <p:nvPr/>
        </p:nvSpPr>
        <p:spPr>
          <a:xfrm>
            <a:off x="5567859" y="3249637"/>
            <a:ext cx="3744416" cy="1323439"/>
          </a:xfrm>
          <a:prstGeom prst="rect">
            <a:avLst/>
          </a:prstGeom>
          <a:noFill/>
        </p:spPr>
        <p:txBody>
          <a:bodyPr wrap="square" rtlCol="0">
            <a:spAutoFit/>
          </a:bodyPr>
          <a:lstStyle/>
          <a:p>
            <a:pPr marL="285750" indent="-285750">
              <a:buFont typeface="Arial" panose="020B0604020202020204" pitchFamily="34" charset="0"/>
              <a:buChar char="•"/>
            </a:pPr>
            <a:r>
              <a:rPr lang="en-US" sz="2000" b="0" i="1" noProof="0" dirty="0"/>
              <a:t>Use colors to indicate relevance  (negligible, relevant, critical)</a:t>
            </a:r>
          </a:p>
          <a:p>
            <a:pPr marL="285750" indent="-285750">
              <a:buFont typeface="Arial" panose="020B0604020202020204" pitchFamily="34" charset="0"/>
              <a:buChar char="•"/>
            </a:pPr>
            <a:r>
              <a:rPr lang="en-US" sz="2000" b="0" i="1" noProof="0" dirty="0"/>
              <a:t>Add one  page of comments to explain your assessment  </a:t>
            </a:r>
          </a:p>
        </p:txBody>
      </p:sp>
      <p:sp>
        <p:nvSpPr>
          <p:cNvPr id="14" name="CasellaDiTesto 13">
            <a:extLst>
              <a:ext uri="{FF2B5EF4-FFF2-40B4-BE49-F238E27FC236}">
                <a16:creationId xmlns:a16="http://schemas.microsoft.com/office/drawing/2014/main" id="{0A14CCC2-7F8B-C405-6B5C-3790633ACCC3}"/>
              </a:ext>
            </a:extLst>
          </p:cNvPr>
          <p:cNvSpPr txBox="1"/>
          <p:nvPr/>
        </p:nvSpPr>
        <p:spPr>
          <a:xfrm>
            <a:off x="5673080" y="4919697"/>
            <a:ext cx="3744416" cy="1631216"/>
          </a:xfrm>
          <a:prstGeom prst="rect">
            <a:avLst/>
          </a:prstGeom>
          <a:noFill/>
        </p:spPr>
        <p:txBody>
          <a:bodyPr wrap="square" rtlCol="0">
            <a:spAutoFit/>
          </a:bodyPr>
          <a:lstStyle/>
          <a:p>
            <a:pPr marL="285750" indent="-285750">
              <a:buFont typeface="Arial" panose="020B0604020202020204" pitchFamily="34" charset="0"/>
              <a:buChar char="•"/>
            </a:pPr>
            <a:r>
              <a:rPr lang="en-US" sz="2000" b="0" i="1" noProof="0" dirty="0"/>
              <a:t>Use an Excel spreadsheet </a:t>
            </a:r>
          </a:p>
          <a:p>
            <a:pPr marL="285750" indent="-285750">
              <a:buFont typeface="Arial" panose="020B0604020202020204" pitchFamily="34" charset="0"/>
              <a:buChar char="•"/>
            </a:pPr>
            <a:r>
              <a:rPr lang="en-US" sz="2000" b="0" i="1" dirty="0"/>
              <a:t>Put total value (best guess)</a:t>
            </a:r>
          </a:p>
          <a:p>
            <a:pPr marL="285750" indent="-285750">
              <a:buFont typeface="Arial" panose="020B0604020202020204" pitchFamily="34" charset="0"/>
              <a:buChar char="•"/>
            </a:pPr>
            <a:r>
              <a:rPr lang="en-US" sz="2000" b="0" i="1" noProof="0" dirty="0"/>
              <a:t>You can add comments but detail comments  are  in Detail Section</a:t>
            </a:r>
          </a:p>
        </p:txBody>
      </p:sp>
    </p:spTree>
    <p:extLst>
      <p:ext uri="{BB962C8B-B14F-4D97-AF65-F5344CB8AC3E}">
        <p14:creationId xmlns:p14="http://schemas.microsoft.com/office/powerpoint/2010/main" val="86265885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en-US" dirty="0"/>
              <a:t>Summary: Project P&amp;L Statement </a:t>
            </a:r>
            <a:br>
              <a:rPr lang="en-US" dirty="0"/>
            </a:br>
            <a:r>
              <a:rPr lang="en-US" dirty="0"/>
              <a:t>(Use Excel Spreadsheet)</a:t>
            </a:r>
          </a:p>
        </p:txBody>
      </p:sp>
      <p:graphicFrame>
        <p:nvGraphicFramePr>
          <p:cNvPr id="6" name="Segnaposto contenuto 5"/>
          <p:cNvGraphicFramePr>
            <a:graphicFrameLocks noGrp="1"/>
          </p:cNvGraphicFramePr>
          <p:nvPr>
            <p:ph idx="1"/>
            <p:extLst>
              <p:ext uri="{D42A27DB-BD31-4B8C-83A1-F6EECF244321}">
                <p14:modId xmlns:p14="http://schemas.microsoft.com/office/powerpoint/2010/main" val="1314268229"/>
              </p:ext>
            </p:extLst>
          </p:nvPr>
        </p:nvGraphicFramePr>
        <p:xfrm>
          <a:off x="2358069" y="1524000"/>
          <a:ext cx="7419467" cy="5115560"/>
        </p:xfrm>
        <a:graphic>
          <a:graphicData uri="http://schemas.openxmlformats.org/drawingml/2006/table">
            <a:tbl>
              <a:tblPr firstRow="1" bandRow="1">
                <a:tableStyleId>{5940675A-B579-460E-94D1-54222C63F5DA}</a:tableStyleId>
              </a:tblPr>
              <a:tblGrid>
                <a:gridCol w="1904619">
                  <a:extLst>
                    <a:ext uri="{9D8B030D-6E8A-4147-A177-3AD203B41FA5}">
                      <a16:colId xmlns:a16="http://schemas.microsoft.com/office/drawing/2014/main" val="20000"/>
                    </a:ext>
                  </a:extLst>
                </a:gridCol>
                <a:gridCol w="921766">
                  <a:extLst>
                    <a:ext uri="{9D8B030D-6E8A-4147-A177-3AD203B41FA5}">
                      <a16:colId xmlns:a16="http://schemas.microsoft.com/office/drawing/2014/main" val="20001"/>
                    </a:ext>
                  </a:extLst>
                </a:gridCol>
                <a:gridCol w="864616">
                  <a:extLst>
                    <a:ext uri="{9D8B030D-6E8A-4147-A177-3AD203B41FA5}">
                      <a16:colId xmlns:a16="http://schemas.microsoft.com/office/drawing/2014/main" val="20002"/>
                    </a:ext>
                  </a:extLst>
                </a:gridCol>
                <a:gridCol w="921766">
                  <a:extLst>
                    <a:ext uri="{9D8B030D-6E8A-4147-A177-3AD203B41FA5}">
                      <a16:colId xmlns:a16="http://schemas.microsoft.com/office/drawing/2014/main" val="20003"/>
                    </a:ext>
                  </a:extLst>
                </a:gridCol>
                <a:gridCol w="1403350">
                  <a:extLst>
                    <a:ext uri="{9D8B030D-6E8A-4147-A177-3AD203B41FA5}">
                      <a16:colId xmlns:a16="http://schemas.microsoft.com/office/drawing/2014/main" val="20004"/>
                    </a:ext>
                  </a:extLst>
                </a:gridCol>
                <a:gridCol w="1403350">
                  <a:extLst>
                    <a:ext uri="{9D8B030D-6E8A-4147-A177-3AD203B41FA5}">
                      <a16:colId xmlns:a16="http://schemas.microsoft.com/office/drawing/2014/main" val="20005"/>
                    </a:ext>
                  </a:extLst>
                </a:gridCol>
              </a:tblGrid>
              <a:tr h="370840">
                <a:tc>
                  <a:txBody>
                    <a:bodyPr/>
                    <a:lstStyle/>
                    <a:p>
                      <a:endParaRPr lang="en-US" sz="1400" dirty="0"/>
                    </a:p>
                  </a:txBody>
                  <a:tcPr/>
                </a:tc>
                <a:tc>
                  <a:txBody>
                    <a:bodyPr/>
                    <a:lstStyle/>
                    <a:p>
                      <a:pPr algn="ctr"/>
                      <a:r>
                        <a:rPr lang="en-US" sz="1800" b="1" noProof="0" dirty="0"/>
                        <a:t>Year 0 </a:t>
                      </a:r>
                    </a:p>
                  </a:txBody>
                  <a:tcPr/>
                </a:tc>
                <a:tc>
                  <a:txBody>
                    <a:bodyPr/>
                    <a:lstStyle/>
                    <a:p>
                      <a:pPr algn="ctr"/>
                      <a:r>
                        <a:rPr lang="en-US" sz="1800" b="1" noProof="0" dirty="0"/>
                        <a:t>Year 1</a:t>
                      </a:r>
                    </a:p>
                  </a:txBody>
                  <a:tcPr/>
                </a:tc>
                <a:tc>
                  <a:txBody>
                    <a:bodyPr/>
                    <a:lstStyle/>
                    <a:p>
                      <a:pPr algn="ctr"/>
                      <a:r>
                        <a:rPr lang="en-US" sz="1800" b="1" noProof="0" dirty="0"/>
                        <a:t>Year 2 </a:t>
                      </a:r>
                    </a:p>
                  </a:txBody>
                  <a:tcPr/>
                </a:tc>
                <a:tc>
                  <a:txBody>
                    <a:bodyPr/>
                    <a:lstStyle/>
                    <a:p>
                      <a:pPr algn="ctr"/>
                      <a:r>
                        <a:rPr lang="en-US" sz="1800" b="1" noProof="0" dirty="0"/>
                        <a:t>Year 3 </a:t>
                      </a:r>
                    </a:p>
                  </a:txBody>
                  <a:tcPr/>
                </a:tc>
                <a:tc>
                  <a:txBody>
                    <a:bodyPr/>
                    <a:lstStyle/>
                    <a:p>
                      <a:pPr algn="ctr"/>
                      <a:r>
                        <a:rPr lang="en-US" sz="1800" b="1" noProof="0" dirty="0"/>
                        <a:t>Total </a:t>
                      </a:r>
                    </a:p>
                  </a:txBody>
                  <a:tcPr/>
                </a:tc>
                <a:extLst>
                  <a:ext uri="{0D108BD9-81ED-4DB2-BD59-A6C34878D82A}">
                    <a16:rowId xmlns:a16="http://schemas.microsoft.com/office/drawing/2014/main" val="10000"/>
                  </a:ext>
                </a:extLst>
              </a:tr>
              <a:tr h="370840">
                <a:tc>
                  <a:txBody>
                    <a:bodyPr/>
                    <a:lstStyle/>
                    <a:p>
                      <a:r>
                        <a:rPr lang="en-US" sz="1400" noProof="0" dirty="0"/>
                        <a:t>PM costs </a:t>
                      </a:r>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extLst>
                  <a:ext uri="{0D108BD9-81ED-4DB2-BD59-A6C34878D82A}">
                    <a16:rowId xmlns:a16="http://schemas.microsoft.com/office/drawing/2014/main" val="10001"/>
                  </a:ext>
                </a:extLst>
              </a:tr>
              <a:tr h="370840">
                <a:tc>
                  <a:txBody>
                    <a:bodyPr/>
                    <a:lstStyle/>
                    <a:p>
                      <a:r>
                        <a:rPr lang="en-US" sz="1400" noProof="0" dirty="0"/>
                        <a:t>Software</a:t>
                      </a:r>
                      <a:r>
                        <a:rPr lang="en-US" sz="1400" baseline="0" noProof="0" dirty="0"/>
                        <a:t> Project </a:t>
                      </a:r>
                      <a:endParaRPr lang="en-US" sz="1400" noProof="0" dirty="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extLst>
                  <a:ext uri="{0D108BD9-81ED-4DB2-BD59-A6C34878D82A}">
                    <a16:rowId xmlns:a16="http://schemas.microsoft.com/office/drawing/2014/main" val="10002"/>
                  </a:ext>
                </a:extLst>
              </a:tr>
              <a:tr h="370840">
                <a:tc>
                  <a:txBody>
                    <a:bodyPr/>
                    <a:lstStyle/>
                    <a:p>
                      <a:r>
                        <a:rPr lang="en-US" sz="1400" noProof="0" dirty="0"/>
                        <a:t>Business project</a:t>
                      </a:r>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extLst>
                  <a:ext uri="{0D108BD9-81ED-4DB2-BD59-A6C34878D82A}">
                    <a16:rowId xmlns:a16="http://schemas.microsoft.com/office/drawing/2014/main" val="10003"/>
                  </a:ext>
                </a:extLst>
              </a:tr>
              <a:tr h="370840">
                <a:tc>
                  <a:txBody>
                    <a:bodyPr/>
                    <a:lstStyle/>
                    <a:p>
                      <a:r>
                        <a:rPr lang="it-IT" sz="1400" noProof="0" dirty="0" err="1"/>
                        <a:t>Infreastructure</a:t>
                      </a:r>
                      <a:endParaRPr lang="en-US" sz="1400" noProof="0" dirty="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extLst>
                  <a:ext uri="{0D108BD9-81ED-4DB2-BD59-A6C34878D82A}">
                    <a16:rowId xmlns:a16="http://schemas.microsoft.com/office/drawing/2014/main" val="10004"/>
                  </a:ext>
                </a:extLst>
              </a:tr>
              <a:tr h="370840">
                <a:tc>
                  <a:txBody>
                    <a:bodyPr/>
                    <a:lstStyle/>
                    <a:p>
                      <a:r>
                        <a:rPr lang="en-US" sz="1400" noProof="0" dirty="0"/>
                        <a:t>Project Costs</a:t>
                      </a:r>
                      <a:endParaRPr lang="en-US" sz="1400" b="1" noProof="0" dirty="0"/>
                    </a:p>
                  </a:txBody>
                  <a:tcPr>
                    <a:solidFill>
                      <a:schemeClr val="bg2">
                        <a:lumMod val="60000"/>
                        <a:lumOff val="40000"/>
                      </a:schemeClr>
                    </a:solidFill>
                  </a:tcPr>
                </a:tc>
                <a:tc>
                  <a:txBody>
                    <a:bodyPr/>
                    <a:lstStyle/>
                    <a:p>
                      <a:endParaRPr lang="en-US" sz="1400" b="1" noProof="0" dirty="0"/>
                    </a:p>
                  </a:txBody>
                  <a:tcPr>
                    <a:solidFill>
                      <a:schemeClr val="bg2">
                        <a:lumMod val="60000"/>
                        <a:lumOff val="40000"/>
                      </a:schemeClr>
                    </a:solidFill>
                  </a:tcPr>
                </a:tc>
                <a:tc>
                  <a:txBody>
                    <a:bodyPr/>
                    <a:lstStyle/>
                    <a:p>
                      <a:endParaRPr lang="en-US" sz="1400" b="1" noProof="0" dirty="0"/>
                    </a:p>
                  </a:txBody>
                  <a:tcPr>
                    <a:solidFill>
                      <a:schemeClr val="bg2">
                        <a:lumMod val="60000"/>
                        <a:lumOff val="40000"/>
                      </a:schemeClr>
                    </a:solidFill>
                  </a:tcPr>
                </a:tc>
                <a:tc>
                  <a:txBody>
                    <a:bodyPr/>
                    <a:lstStyle/>
                    <a:p>
                      <a:endParaRPr lang="en-US" sz="1400" b="1" noProof="0" dirty="0"/>
                    </a:p>
                  </a:txBody>
                  <a:tcPr>
                    <a:solidFill>
                      <a:schemeClr val="bg2">
                        <a:lumMod val="60000"/>
                        <a:lumOff val="40000"/>
                      </a:schemeClr>
                    </a:solidFill>
                  </a:tcPr>
                </a:tc>
                <a:tc>
                  <a:txBody>
                    <a:bodyPr/>
                    <a:lstStyle/>
                    <a:p>
                      <a:endParaRPr lang="en-US" sz="1400" b="1" noProof="0" dirty="0"/>
                    </a:p>
                  </a:txBody>
                  <a:tcPr>
                    <a:solidFill>
                      <a:schemeClr val="bg2">
                        <a:lumMod val="60000"/>
                        <a:lumOff val="40000"/>
                      </a:schemeClr>
                    </a:solidFill>
                  </a:tcPr>
                </a:tc>
                <a:tc>
                  <a:txBody>
                    <a:bodyPr/>
                    <a:lstStyle/>
                    <a:p>
                      <a:endParaRPr lang="en-US" sz="1400" b="1" noProof="0" dirty="0"/>
                    </a:p>
                  </a:txBody>
                  <a:tcPr>
                    <a:solidFill>
                      <a:schemeClr val="bg2">
                        <a:lumMod val="60000"/>
                        <a:lumOff val="40000"/>
                      </a:schemeClr>
                    </a:solidFill>
                  </a:tcPr>
                </a:tc>
                <a:extLst>
                  <a:ext uri="{0D108BD9-81ED-4DB2-BD59-A6C34878D82A}">
                    <a16:rowId xmlns:a16="http://schemas.microsoft.com/office/drawing/2014/main" val="10005"/>
                  </a:ext>
                </a:extLst>
              </a:tr>
              <a:tr h="370840">
                <a:tc>
                  <a:txBody>
                    <a:bodyPr/>
                    <a:lstStyle/>
                    <a:p>
                      <a:r>
                        <a:rPr lang="en-US" sz="1400" noProof="0" dirty="0"/>
                        <a:t>Annual</a:t>
                      </a:r>
                      <a:r>
                        <a:rPr lang="en-US" sz="1400" baseline="0" noProof="0" dirty="0"/>
                        <a:t> savings  HR (+)</a:t>
                      </a:r>
                      <a:endParaRPr lang="en-US" sz="1400" noProof="0" dirty="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extLst>
                  <a:ext uri="{0D108BD9-81ED-4DB2-BD59-A6C34878D82A}">
                    <a16:rowId xmlns:a16="http://schemas.microsoft.com/office/drawing/2014/main" val="10006"/>
                  </a:ext>
                </a:extLst>
              </a:tr>
              <a:tr h="370840">
                <a:tc>
                  <a:txBody>
                    <a:bodyPr/>
                    <a:lstStyle/>
                    <a:p>
                      <a:r>
                        <a:rPr lang="en-US" sz="1400" noProof="0" dirty="0"/>
                        <a:t>Other</a:t>
                      </a:r>
                      <a:r>
                        <a:rPr lang="en-US" sz="1400" baseline="0" noProof="0" dirty="0"/>
                        <a:t> savings (+)</a:t>
                      </a:r>
                      <a:endParaRPr lang="en-US" sz="1400" noProof="0" dirty="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extLst>
                  <a:ext uri="{0D108BD9-81ED-4DB2-BD59-A6C34878D82A}">
                    <a16:rowId xmlns:a16="http://schemas.microsoft.com/office/drawing/2014/main" val="10007"/>
                  </a:ext>
                </a:extLst>
              </a:tr>
              <a:tr h="370840">
                <a:tc>
                  <a:txBody>
                    <a:bodyPr/>
                    <a:lstStyle/>
                    <a:p>
                      <a:r>
                        <a:rPr lang="en-US" sz="1400" noProof="0" dirty="0"/>
                        <a:t>Infrastructure(-) (amortization + cloud)</a:t>
                      </a:r>
                    </a:p>
                  </a:txBody>
                  <a:tcPr/>
                </a:tc>
                <a:tc>
                  <a:txBody>
                    <a:bodyPr/>
                    <a:lstStyle/>
                    <a:p>
                      <a:endParaRPr lang="en-US" sz="1400" noProof="0" dirty="0"/>
                    </a:p>
                  </a:txBody>
                  <a:tcPr/>
                </a:tc>
                <a:tc>
                  <a:txBody>
                    <a:bodyPr/>
                    <a:lstStyle/>
                    <a:p>
                      <a:endParaRPr lang="en-US" sz="1400" noProof="0" dirty="0"/>
                    </a:p>
                  </a:txBody>
                  <a:tcPr/>
                </a:tc>
                <a:tc>
                  <a:txBody>
                    <a:bodyPr/>
                    <a:lstStyle/>
                    <a:p>
                      <a:endParaRPr lang="en-US" sz="1400" noProof="0" dirty="0"/>
                    </a:p>
                  </a:txBody>
                  <a:tcPr/>
                </a:tc>
                <a:tc>
                  <a:txBody>
                    <a:bodyPr/>
                    <a:lstStyle/>
                    <a:p>
                      <a:endParaRPr lang="en-US" sz="1400" noProof="0" dirty="0"/>
                    </a:p>
                  </a:txBody>
                  <a:tcPr/>
                </a:tc>
                <a:tc>
                  <a:txBody>
                    <a:bodyPr/>
                    <a:lstStyle/>
                    <a:p>
                      <a:endParaRPr lang="en-US" sz="1400" noProof="0" dirty="0"/>
                    </a:p>
                  </a:txBody>
                  <a:tcPr/>
                </a:tc>
                <a:extLst>
                  <a:ext uri="{0D108BD9-81ED-4DB2-BD59-A6C34878D82A}">
                    <a16:rowId xmlns:a16="http://schemas.microsoft.com/office/drawing/2014/main" val="10008"/>
                  </a:ext>
                </a:extLst>
              </a:tr>
              <a:tr h="370840">
                <a:tc>
                  <a:txBody>
                    <a:bodyPr/>
                    <a:lstStyle/>
                    <a:p>
                      <a:r>
                        <a:rPr lang="en-US" sz="1400" noProof="0" dirty="0"/>
                        <a:t>Operations  (-)</a:t>
                      </a:r>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dirty="0"/>
                    </a:p>
                  </a:txBody>
                  <a:tcPr/>
                </a:tc>
                <a:extLst>
                  <a:ext uri="{0D108BD9-81ED-4DB2-BD59-A6C34878D82A}">
                    <a16:rowId xmlns:a16="http://schemas.microsoft.com/office/drawing/2014/main" val="10009"/>
                  </a:ext>
                </a:extLst>
              </a:tr>
              <a:tr h="370840">
                <a:tc>
                  <a:txBody>
                    <a:bodyPr/>
                    <a:lstStyle/>
                    <a:p>
                      <a:r>
                        <a:rPr lang="en-US" sz="1400" noProof="0" dirty="0"/>
                        <a:t>Maintenance (-)</a:t>
                      </a:r>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tc>
                  <a:txBody>
                    <a:bodyPr/>
                    <a:lstStyle/>
                    <a:p>
                      <a:endParaRPr lang="en-US" sz="1400" noProof="0"/>
                    </a:p>
                  </a:txBody>
                  <a:tcPr/>
                </a:tc>
                <a:extLst>
                  <a:ext uri="{0D108BD9-81ED-4DB2-BD59-A6C34878D82A}">
                    <a16:rowId xmlns:a16="http://schemas.microsoft.com/office/drawing/2014/main" val="1001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noProof="0" dirty="0"/>
                        <a:t>Annual Balance</a:t>
                      </a:r>
                      <a:endParaRPr lang="en-US" sz="1400" b="1" noProof="0" dirty="0"/>
                    </a:p>
                  </a:txBody>
                  <a:tcPr>
                    <a:solidFill>
                      <a:schemeClr val="bg2">
                        <a:lumMod val="60000"/>
                        <a:lumOff val="40000"/>
                      </a:schemeClr>
                    </a:solidFill>
                  </a:tcPr>
                </a:tc>
                <a:tc>
                  <a:txBody>
                    <a:bodyPr/>
                    <a:lstStyle/>
                    <a:p>
                      <a:endParaRPr lang="en-US" sz="1400" noProof="0" dirty="0"/>
                    </a:p>
                  </a:txBody>
                  <a:tcPr>
                    <a:solidFill>
                      <a:schemeClr val="bg2">
                        <a:lumMod val="60000"/>
                        <a:lumOff val="40000"/>
                      </a:schemeClr>
                    </a:solidFill>
                  </a:tcPr>
                </a:tc>
                <a:tc>
                  <a:txBody>
                    <a:bodyPr/>
                    <a:lstStyle/>
                    <a:p>
                      <a:endParaRPr lang="en-US" sz="1400" noProof="0" dirty="0"/>
                    </a:p>
                  </a:txBody>
                  <a:tcPr>
                    <a:solidFill>
                      <a:schemeClr val="bg2">
                        <a:lumMod val="60000"/>
                        <a:lumOff val="40000"/>
                      </a:schemeClr>
                    </a:solidFill>
                  </a:tcPr>
                </a:tc>
                <a:tc>
                  <a:txBody>
                    <a:bodyPr/>
                    <a:lstStyle/>
                    <a:p>
                      <a:endParaRPr lang="en-US" sz="1400" noProof="0" dirty="0"/>
                    </a:p>
                  </a:txBody>
                  <a:tcPr>
                    <a:solidFill>
                      <a:schemeClr val="bg2">
                        <a:lumMod val="60000"/>
                        <a:lumOff val="40000"/>
                      </a:schemeClr>
                    </a:solidFill>
                  </a:tcPr>
                </a:tc>
                <a:tc>
                  <a:txBody>
                    <a:bodyPr/>
                    <a:lstStyle/>
                    <a:p>
                      <a:endParaRPr lang="en-US" sz="1400" noProof="0" dirty="0"/>
                    </a:p>
                  </a:txBody>
                  <a:tcPr>
                    <a:solidFill>
                      <a:schemeClr val="bg2">
                        <a:lumMod val="60000"/>
                        <a:lumOff val="40000"/>
                      </a:schemeClr>
                    </a:solidFill>
                  </a:tcPr>
                </a:tc>
                <a:tc>
                  <a:txBody>
                    <a:bodyPr/>
                    <a:lstStyle/>
                    <a:p>
                      <a:endParaRPr lang="en-US" sz="1400" noProof="0" dirty="0"/>
                    </a:p>
                  </a:txBody>
                  <a:tcPr>
                    <a:solidFill>
                      <a:schemeClr val="bg2">
                        <a:lumMod val="60000"/>
                        <a:lumOff val="40000"/>
                      </a:schemeClr>
                    </a:solidFill>
                  </a:tcPr>
                </a:tc>
                <a:extLst>
                  <a:ext uri="{0D108BD9-81ED-4DB2-BD59-A6C34878D82A}">
                    <a16:rowId xmlns:a16="http://schemas.microsoft.com/office/drawing/2014/main" val="10011"/>
                  </a:ext>
                </a:extLst>
              </a:tr>
              <a:tr h="370840">
                <a:tc>
                  <a:txBody>
                    <a:bodyPr/>
                    <a:lstStyle/>
                    <a:p>
                      <a:r>
                        <a:rPr lang="en-US" sz="1400" noProof="0" dirty="0"/>
                        <a:t>Balance (Annual Balance – Project costs)</a:t>
                      </a:r>
                      <a:endParaRPr lang="en-US" sz="1400" b="1" noProof="0" dirty="0"/>
                    </a:p>
                  </a:txBody>
                  <a:tcPr>
                    <a:solidFill>
                      <a:schemeClr val="bg1"/>
                    </a:solidFill>
                  </a:tcPr>
                </a:tc>
                <a:tc>
                  <a:txBody>
                    <a:bodyPr/>
                    <a:lstStyle/>
                    <a:p>
                      <a:endParaRPr lang="en-US" sz="1400" noProof="0" dirty="0"/>
                    </a:p>
                  </a:txBody>
                  <a:tcPr>
                    <a:solidFill>
                      <a:schemeClr val="bg1"/>
                    </a:solidFill>
                  </a:tcPr>
                </a:tc>
                <a:tc>
                  <a:txBody>
                    <a:bodyPr/>
                    <a:lstStyle/>
                    <a:p>
                      <a:endParaRPr lang="en-US" sz="1400" noProof="0" dirty="0"/>
                    </a:p>
                  </a:txBody>
                  <a:tcPr>
                    <a:solidFill>
                      <a:schemeClr val="bg1"/>
                    </a:solidFill>
                  </a:tcPr>
                </a:tc>
                <a:tc>
                  <a:txBody>
                    <a:bodyPr/>
                    <a:lstStyle/>
                    <a:p>
                      <a:endParaRPr lang="en-US" sz="1400" noProof="0" dirty="0"/>
                    </a:p>
                  </a:txBody>
                  <a:tcPr>
                    <a:solidFill>
                      <a:schemeClr val="bg1"/>
                    </a:solidFill>
                  </a:tcPr>
                </a:tc>
                <a:tc>
                  <a:txBody>
                    <a:bodyPr/>
                    <a:lstStyle/>
                    <a:p>
                      <a:endParaRPr lang="en-US" sz="1400" noProof="0" dirty="0"/>
                    </a:p>
                  </a:txBody>
                  <a:tcPr>
                    <a:solidFill>
                      <a:schemeClr val="bg1"/>
                    </a:solidFill>
                  </a:tcPr>
                </a:tc>
                <a:tc>
                  <a:txBody>
                    <a:bodyPr/>
                    <a:lstStyle/>
                    <a:p>
                      <a:endParaRPr lang="en-US" sz="1400" noProof="0" dirty="0"/>
                    </a:p>
                  </a:txBody>
                  <a:tcPr>
                    <a:solidFill>
                      <a:schemeClr val="bg1"/>
                    </a:solidFill>
                  </a:tcPr>
                </a:tc>
                <a:extLst>
                  <a:ext uri="{0D108BD9-81ED-4DB2-BD59-A6C34878D82A}">
                    <a16:rowId xmlns:a16="http://schemas.microsoft.com/office/drawing/2014/main" val="10012"/>
                  </a:ext>
                </a:extLst>
              </a:tr>
            </a:tbl>
          </a:graphicData>
        </a:graphic>
      </p:graphicFrame>
      <p:graphicFrame>
        <p:nvGraphicFramePr>
          <p:cNvPr id="3" name="Segnaposto contenuto 7">
            <a:extLst>
              <a:ext uri="{FF2B5EF4-FFF2-40B4-BE49-F238E27FC236}">
                <a16:creationId xmlns:a16="http://schemas.microsoft.com/office/drawing/2014/main" id="{3D3B3BA4-5F95-71F7-82C0-B53BE323D015}"/>
              </a:ext>
            </a:extLst>
          </p:cNvPr>
          <p:cNvGraphicFramePr>
            <a:graphicFrameLocks/>
          </p:cNvGraphicFramePr>
          <p:nvPr>
            <p:extLst>
              <p:ext uri="{D42A27DB-BD31-4B8C-83A1-F6EECF244321}">
                <p14:modId xmlns:p14="http://schemas.microsoft.com/office/powerpoint/2010/main" val="259080447"/>
              </p:ext>
            </p:extLst>
          </p:nvPr>
        </p:nvGraphicFramePr>
        <p:xfrm>
          <a:off x="272480" y="1524000"/>
          <a:ext cx="1617663"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655487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94763-2FC8-1755-5B8A-D61BE220A70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DFAC3FF-EFE4-C432-A590-D1F3A9969D8C}"/>
              </a:ext>
            </a:extLst>
          </p:cNvPr>
          <p:cNvSpPr>
            <a:spLocks noGrp="1"/>
          </p:cNvSpPr>
          <p:nvPr>
            <p:ph type="title"/>
          </p:nvPr>
        </p:nvSpPr>
        <p:spPr/>
        <p:txBody>
          <a:bodyPr>
            <a:normAutofit/>
          </a:bodyPr>
          <a:lstStyle/>
          <a:p>
            <a:r>
              <a:rPr lang="en-US" dirty="0"/>
              <a:t>DETAIL: content </a:t>
            </a:r>
          </a:p>
        </p:txBody>
      </p:sp>
      <p:sp>
        <p:nvSpPr>
          <p:cNvPr id="7" name="Segnaposto contenuto 6">
            <a:extLst>
              <a:ext uri="{FF2B5EF4-FFF2-40B4-BE49-F238E27FC236}">
                <a16:creationId xmlns:a16="http://schemas.microsoft.com/office/drawing/2014/main" id="{9F48329F-A44C-3B0D-CE1E-91F54CF21790}"/>
              </a:ext>
            </a:extLst>
          </p:cNvPr>
          <p:cNvSpPr>
            <a:spLocks noGrp="1"/>
          </p:cNvSpPr>
          <p:nvPr>
            <p:ph idx="1"/>
          </p:nvPr>
        </p:nvSpPr>
        <p:spPr>
          <a:xfrm>
            <a:off x="2385072" y="1524000"/>
            <a:ext cx="7200800" cy="3004304"/>
          </a:xfrm>
        </p:spPr>
        <p:txBody>
          <a:bodyPr anchor="ctr"/>
          <a:lstStyle/>
          <a:p>
            <a:r>
              <a:rPr lang="en-US" sz="2800" noProof="0" dirty="0"/>
              <a:t>In the detail </a:t>
            </a:r>
            <a:r>
              <a:rPr lang="en-US" sz="2800" dirty="0"/>
              <a:t>section </a:t>
            </a:r>
            <a:r>
              <a:rPr lang="en-US" sz="2800" noProof="0" dirty="0"/>
              <a:t>please:</a:t>
            </a:r>
          </a:p>
          <a:p>
            <a:pPr lvl="1"/>
            <a:r>
              <a:rPr lang="en-US" sz="2400" noProof="0" dirty="0"/>
              <a:t>Focus  the benefit and  cost items which you have identified as relevant and  critical in the sensitivity maps</a:t>
            </a:r>
          </a:p>
          <a:p>
            <a:pPr lvl="1"/>
            <a:r>
              <a:rPr lang="en-US" sz="2400" noProof="0" dirty="0"/>
              <a:t>Fill one spreadsheet for costs and one for benefits </a:t>
            </a:r>
            <a:r>
              <a:rPr lang="en-US" sz="2400" dirty="0"/>
              <a:t>using the template here below </a:t>
            </a:r>
            <a:endParaRPr lang="en-US" sz="2400" noProof="0" dirty="0"/>
          </a:p>
          <a:p>
            <a:pPr lvl="1"/>
            <a:endParaRPr lang="en-US" sz="2400" noProof="0" dirty="0"/>
          </a:p>
        </p:txBody>
      </p:sp>
      <p:graphicFrame>
        <p:nvGraphicFramePr>
          <p:cNvPr id="3" name="Segnaposto contenuto 7">
            <a:extLst>
              <a:ext uri="{FF2B5EF4-FFF2-40B4-BE49-F238E27FC236}">
                <a16:creationId xmlns:a16="http://schemas.microsoft.com/office/drawing/2014/main" id="{F4BAF156-DA0A-F094-CB14-0F45BDA73B45}"/>
              </a:ext>
            </a:extLst>
          </p:cNvPr>
          <p:cNvGraphicFramePr>
            <a:graphicFrameLocks/>
          </p:cNvGraphicFramePr>
          <p:nvPr>
            <p:extLst>
              <p:ext uri="{D42A27DB-BD31-4B8C-83A1-F6EECF244321}">
                <p14:modId xmlns:p14="http://schemas.microsoft.com/office/powerpoint/2010/main" val="2719959902"/>
              </p:ext>
            </p:extLst>
          </p:nvPr>
        </p:nvGraphicFramePr>
        <p:xfrm>
          <a:off x="272480" y="1524000"/>
          <a:ext cx="1617663"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egnaposto contenuto 6">
            <a:extLst>
              <a:ext uri="{FF2B5EF4-FFF2-40B4-BE49-F238E27FC236}">
                <a16:creationId xmlns:a16="http://schemas.microsoft.com/office/drawing/2014/main" id="{64C86E3E-D94B-84B9-097E-A9766299480C}"/>
              </a:ext>
            </a:extLst>
          </p:cNvPr>
          <p:cNvSpPr txBox="1">
            <a:spLocks/>
          </p:cNvSpPr>
          <p:nvPr/>
        </p:nvSpPr>
        <p:spPr bwMode="auto">
          <a:xfrm>
            <a:off x="2385072" y="4377908"/>
            <a:ext cx="72008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marL="342900" indent="-342900" algn="l" rtl="0" eaLnBrk="0" fontAlgn="base" hangingPunct="0">
              <a:spcBef>
                <a:spcPct val="20000"/>
              </a:spcBef>
              <a:spcAft>
                <a:spcPct val="0"/>
              </a:spcAft>
              <a:buSzPct val="100000"/>
              <a:buChar char="•"/>
              <a:defRPr sz="2400">
                <a:solidFill>
                  <a:srgbClr val="000066"/>
                </a:solidFill>
                <a:latin typeface="+mn-lt"/>
                <a:ea typeface="+mn-ea"/>
                <a:cs typeface="+mn-cs"/>
              </a:defRPr>
            </a:lvl1pPr>
            <a:lvl2pPr marL="742950" indent="-285750" algn="l" rtl="0" eaLnBrk="0" fontAlgn="base" hangingPunct="0">
              <a:spcBef>
                <a:spcPct val="20000"/>
              </a:spcBef>
              <a:spcAft>
                <a:spcPct val="0"/>
              </a:spcAft>
              <a:buSzPct val="100000"/>
              <a:buChar char="–"/>
              <a:defRPr sz="2000">
                <a:solidFill>
                  <a:srgbClr val="000066"/>
                </a:solidFill>
                <a:latin typeface="+mn-lt"/>
              </a:defRPr>
            </a:lvl2pPr>
            <a:lvl3pPr marL="1143000" indent="-228600" algn="l" rtl="0" eaLnBrk="0" fontAlgn="base" hangingPunct="0">
              <a:spcBef>
                <a:spcPct val="20000"/>
              </a:spcBef>
              <a:spcAft>
                <a:spcPct val="0"/>
              </a:spcAft>
              <a:buSzPct val="100000"/>
              <a:buChar char="•"/>
              <a:defRPr>
                <a:solidFill>
                  <a:srgbClr val="000066"/>
                </a:solidFill>
                <a:latin typeface="+mn-lt"/>
              </a:defRPr>
            </a:lvl3pPr>
            <a:lvl4pPr marL="1600200" indent="-228600" algn="l" rtl="0" eaLnBrk="0" fontAlgn="base" hangingPunct="0">
              <a:spcBef>
                <a:spcPct val="20000"/>
              </a:spcBef>
              <a:spcAft>
                <a:spcPct val="0"/>
              </a:spcAft>
              <a:buSzPct val="100000"/>
              <a:buChar char="–"/>
              <a:defRPr sz="1600">
                <a:solidFill>
                  <a:srgbClr val="000066"/>
                </a:solidFill>
                <a:latin typeface="+mn-lt"/>
              </a:defRPr>
            </a:lvl4pPr>
            <a:lvl5pPr marL="2057400" indent="-228600" algn="l" rtl="0" eaLnBrk="0" fontAlgn="base" hangingPunct="0">
              <a:spcBef>
                <a:spcPct val="20000"/>
              </a:spcBef>
              <a:spcAft>
                <a:spcPct val="0"/>
              </a:spcAft>
              <a:buSzPct val="100000"/>
              <a:buChar char="»"/>
              <a:defRPr sz="1600">
                <a:solidFill>
                  <a:srgbClr val="000066"/>
                </a:solidFill>
                <a:latin typeface="+mn-lt"/>
              </a:defRPr>
            </a:lvl5pPr>
            <a:lvl6pPr marL="2514600" indent="-228600" algn="l" rtl="0" eaLnBrk="0" fontAlgn="base" hangingPunct="0">
              <a:spcBef>
                <a:spcPct val="20000"/>
              </a:spcBef>
              <a:spcAft>
                <a:spcPct val="0"/>
              </a:spcAft>
              <a:buSzPct val="100000"/>
              <a:buChar char="»"/>
              <a:defRPr sz="1600">
                <a:solidFill>
                  <a:schemeClr val="accent2"/>
                </a:solidFill>
                <a:latin typeface="+mn-lt"/>
              </a:defRPr>
            </a:lvl6pPr>
            <a:lvl7pPr marL="2971800" indent="-228600" algn="l" rtl="0" eaLnBrk="0" fontAlgn="base" hangingPunct="0">
              <a:spcBef>
                <a:spcPct val="20000"/>
              </a:spcBef>
              <a:spcAft>
                <a:spcPct val="0"/>
              </a:spcAft>
              <a:buSzPct val="100000"/>
              <a:buChar char="»"/>
              <a:defRPr sz="1600">
                <a:solidFill>
                  <a:schemeClr val="accent2"/>
                </a:solidFill>
                <a:latin typeface="+mn-lt"/>
              </a:defRPr>
            </a:lvl7pPr>
            <a:lvl8pPr marL="3429000" indent="-228600" algn="l" rtl="0" eaLnBrk="0" fontAlgn="base" hangingPunct="0">
              <a:spcBef>
                <a:spcPct val="20000"/>
              </a:spcBef>
              <a:spcAft>
                <a:spcPct val="0"/>
              </a:spcAft>
              <a:buSzPct val="100000"/>
              <a:buChar char="»"/>
              <a:defRPr sz="1600">
                <a:solidFill>
                  <a:schemeClr val="accent2"/>
                </a:solidFill>
                <a:latin typeface="+mn-lt"/>
              </a:defRPr>
            </a:lvl8pPr>
            <a:lvl9pPr marL="3886200" indent="-228600" algn="l" rtl="0" eaLnBrk="0" fontAlgn="base" hangingPunct="0">
              <a:spcBef>
                <a:spcPct val="20000"/>
              </a:spcBef>
              <a:spcAft>
                <a:spcPct val="0"/>
              </a:spcAft>
              <a:buSzPct val="100000"/>
              <a:buChar char="»"/>
              <a:defRPr sz="1600">
                <a:solidFill>
                  <a:schemeClr val="accent2"/>
                </a:solidFill>
                <a:latin typeface="+mn-lt"/>
              </a:defRPr>
            </a:lvl9pPr>
          </a:lstStyle>
          <a:p>
            <a:pPr marL="457200" lvl="1" indent="0">
              <a:buNone/>
            </a:pPr>
            <a:endParaRPr lang="en-US" b="0" kern="0" dirty="0"/>
          </a:p>
        </p:txBody>
      </p:sp>
      <p:graphicFrame>
        <p:nvGraphicFramePr>
          <p:cNvPr id="10" name="Tabella 9">
            <a:extLst>
              <a:ext uri="{FF2B5EF4-FFF2-40B4-BE49-F238E27FC236}">
                <a16:creationId xmlns:a16="http://schemas.microsoft.com/office/drawing/2014/main" id="{6CCF14C2-5400-9073-42E7-8195B454CAA8}"/>
              </a:ext>
            </a:extLst>
          </p:cNvPr>
          <p:cNvGraphicFramePr>
            <a:graphicFrameLocks noGrp="1"/>
          </p:cNvGraphicFramePr>
          <p:nvPr>
            <p:extLst>
              <p:ext uri="{D42A27DB-BD31-4B8C-83A1-F6EECF244321}">
                <p14:modId xmlns:p14="http://schemas.microsoft.com/office/powerpoint/2010/main" val="1556205976"/>
              </p:ext>
            </p:extLst>
          </p:nvPr>
        </p:nvGraphicFramePr>
        <p:xfrm>
          <a:off x="2803128" y="4639528"/>
          <a:ext cx="6604000" cy="1381760"/>
        </p:xfrm>
        <a:graphic>
          <a:graphicData uri="http://schemas.openxmlformats.org/drawingml/2006/table">
            <a:tbl>
              <a:tblPr firstRow="1" bandRow="1">
                <a:tableStyleId>{00A15C55-8517-42AA-B614-E9B94910E393}</a:tableStyleId>
              </a:tblPr>
              <a:tblGrid>
                <a:gridCol w="1651000">
                  <a:extLst>
                    <a:ext uri="{9D8B030D-6E8A-4147-A177-3AD203B41FA5}">
                      <a16:colId xmlns:a16="http://schemas.microsoft.com/office/drawing/2014/main" val="1460108080"/>
                    </a:ext>
                  </a:extLst>
                </a:gridCol>
                <a:gridCol w="1651000">
                  <a:extLst>
                    <a:ext uri="{9D8B030D-6E8A-4147-A177-3AD203B41FA5}">
                      <a16:colId xmlns:a16="http://schemas.microsoft.com/office/drawing/2014/main" val="3438107369"/>
                    </a:ext>
                  </a:extLst>
                </a:gridCol>
                <a:gridCol w="1651000">
                  <a:extLst>
                    <a:ext uri="{9D8B030D-6E8A-4147-A177-3AD203B41FA5}">
                      <a16:colId xmlns:a16="http://schemas.microsoft.com/office/drawing/2014/main" val="1574726718"/>
                    </a:ext>
                  </a:extLst>
                </a:gridCol>
                <a:gridCol w="1651000">
                  <a:extLst>
                    <a:ext uri="{9D8B030D-6E8A-4147-A177-3AD203B41FA5}">
                      <a16:colId xmlns:a16="http://schemas.microsoft.com/office/drawing/2014/main" val="3052081695"/>
                    </a:ext>
                  </a:extLst>
                </a:gridCol>
              </a:tblGrid>
              <a:tr h="370840">
                <a:tc>
                  <a:txBody>
                    <a:bodyPr/>
                    <a:lstStyle/>
                    <a:p>
                      <a:r>
                        <a:rPr lang="it-IT" dirty="0"/>
                        <a:t>Item </a:t>
                      </a:r>
                      <a:r>
                        <a:rPr lang="it-IT" dirty="0" err="1"/>
                        <a:t>decription</a:t>
                      </a:r>
                      <a:endParaRPr lang="en-US" dirty="0"/>
                    </a:p>
                  </a:txBody>
                  <a:tcPr/>
                </a:tc>
                <a:tc>
                  <a:txBody>
                    <a:bodyPr/>
                    <a:lstStyle/>
                    <a:p>
                      <a:r>
                        <a:rPr lang="it-IT" dirty="0" err="1"/>
                        <a:t>Algorithm</a:t>
                      </a:r>
                      <a:endParaRPr lang="en-US" dirty="0"/>
                    </a:p>
                  </a:txBody>
                  <a:tcPr/>
                </a:tc>
                <a:tc>
                  <a:txBody>
                    <a:bodyPr/>
                    <a:lstStyle/>
                    <a:p>
                      <a:r>
                        <a:rPr lang="it-IT" dirty="0" err="1"/>
                        <a:t>Assumptiions</a:t>
                      </a:r>
                      <a:endParaRPr lang="en-US" dirty="0"/>
                    </a:p>
                  </a:txBody>
                  <a:tcPr/>
                </a:tc>
                <a:tc>
                  <a:txBody>
                    <a:bodyPr/>
                    <a:lstStyle/>
                    <a:p>
                      <a:r>
                        <a:rPr lang="it-IT" dirty="0"/>
                        <a:t>Value or  </a:t>
                      </a:r>
                      <a:r>
                        <a:rPr lang="it-IT" dirty="0" err="1"/>
                        <a:t>Coommnt</a:t>
                      </a:r>
                      <a:r>
                        <a:rPr lang="it-IT" dirty="0"/>
                        <a:t> </a:t>
                      </a:r>
                      <a:endParaRPr lang="en-US" dirty="0"/>
                    </a:p>
                  </a:txBody>
                  <a:tcPr/>
                </a:tc>
                <a:extLst>
                  <a:ext uri="{0D108BD9-81ED-4DB2-BD59-A6C34878D82A}">
                    <a16:rowId xmlns:a16="http://schemas.microsoft.com/office/drawing/2014/main" val="38027988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3637332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404288241"/>
                  </a:ext>
                </a:extLst>
              </a:tr>
            </a:tbl>
          </a:graphicData>
        </a:graphic>
      </p:graphicFrame>
    </p:spTree>
    <p:extLst>
      <p:ext uri="{BB962C8B-B14F-4D97-AF65-F5344CB8AC3E}">
        <p14:creationId xmlns:p14="http://schemas.microsoft.com/office/powerpoint/2010/main" val="1111542412"/>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699"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it-IT" sz="60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699"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it-IT" sz="60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C:\Programmi\Microsoft Office\Templates\Blank Presentation.pot</Template>
  <TotalTime>6227</TotalTime>
  <Words>5726</Words>
  <Application>Microsoft Office PowerPoint</Application>
  <PresentationFormat>A4 (21x29,7 cm)</PresentationFormat>
  <Paragraphs>1213</Paragraphs>
  <Slides>80</Slides>
  <Notes>35</Notes>
  <HiddenSlides>0</HiddenSlides>
  <MMClips>0</MMClips>
  <ScaleCrop>false</ScaleCrop>
  <HeadingPairs>
    <vt:vector size="8" baseType="variant">
      <vt:variant>
        <vt:lpstr>Caratteri utilizzati</vt:lpstr>
      </vt:variant>
      <vt:variant>
        <vt:i4>6</vt:i4>
      </vt:variant>
      <vt:variant>
        <vt:lpstr>Tema</vt:lpstr>
      </vt:variant>
      <vt:variant>
        <vt:i4>1</vt:i4>
      </vt:variant>
      <vt:variant>
        <vt:lpstr>Server OLE incorporati</vt:lpstr>
      </vt:variant>
      <vt:variant>
        <vt:i4>1</vt:i4>
      </vt:variant>
      <vt:variant>
        <vt:lpstr>Titoli diapositive</vt:lpstr>
      </vt:variant>
      <vt:variant>
        <vt:i4>80</vt:i4>
      </vt:variant>
    </vt:vector>
  </HeadingPairs>
  <TitlesOfParts>
    <vt:vector size="88" baseType="lpstr">
      <vt:lpstr>Arial</vt:lpstr>
      <vt:lpstr>Cambria Math</vt:lpstr>
      <vt:lpstr>Nunito</vt:lpstr>
      <vt:lpstr>Tahoma</vt:lpstr>
      <vt:lpstr>Times New Roman</vt:lpstr>
      <vt:lpstr>Wingdings</vt:lpstr>
      <vt:lpstr>Blank Presentation</vt:lpstr>
      <vt:lpstr>Fotografia di Photo Editor</vt:lpstr>
      <vt:lpstr>COSTS AND BENEFITS OF DIGITAL PROJECTS  R250816 - REVISED November 24th 2025</vt:lpstr>
      <vt:lpstr>Analysis scope </vt:lpstr>
      <vt:lpstr>PROJECT  COSTS</vt:lpstr>
      <vt:lpstr>Software Project Costs </vt:lpstr>
      <vt:lpstr>Software Development /1 </vt:lpstr>
      <vt:lpstr>Software Development/2 </vt:lpstr>
      <vt:lpstr>Software Development/3: Customization</vt:lpstr>
      <vt:lpstr>System Test &amp; User Test </vt:lpstr>
      <vt:lpstr>SOFTWARE PROJECT COST:  TYPICAL BREAKDOWN</vt:lpstr>
      <vt:lpstr>PROJECT COST – SOFTWARE </vt:lpstr>
      <vt:lpstr>PROJECT  COSTS</vt:lpstr>
      <vt:lpstr>Technology: Hardware</vt:lpstr>
      <vt:lpstr>Technology:  Additional hardware required by the HC project</vt:lpstr>
      <vt:lpstr>Technology: Cloud Services </vt:lpstr>
      <vt:lpstr>Technology: Software Platform </vt:lpstr>
      <vt:lpstr>PROJECT COST – TECHNOLOGY </vt:lpstr>
      <vt:lpstr>PROJECT  COSTS</vt:lpstr>
      <vt:lpstr>Business Project  (alias Business Process Reengineering - BPR)</vt:lpstr>
      <vt:lpstr>PROJECT COST – BUSINESS</vt:lpstr>
      <vt:lpstr>PROJECT  COSTS</vt:lpstr>
      <vt:lpstr>Project Management</vt:lpstr>
      <vt:lpstr>PROJECT COST  PROJECT MANAGEMENT  </vt:lpstr>
      <vt:lpstr>OPERATIONS  COSTS</vt:lpstr>
      <vt:lpstr>Operations</vt:lpstr>
      <vt:lpstr>Maintenance</vt:lpstr>
      <vt:lpstr>COST MAP</vt:lpstr>
      <vt:lpstr>PROJECT  BENEFITS</vt:lpstr>
      <vt:lpstr>Where does management value come from?</vt:lpstr>
      <vt:lpstr>Where does management value come from?</vt:lpstr>
      <vt:lpstr>PROJECT BENEFITS  MANAGEMENT TANGIBLE</vt:lpstr>
      <vt:lpstr>Where does management value come from?</vt:lpstr>
      <vt:lpstr>Where does management value come from?</vt:lpstr>
      <vt:lpstr>Where does management value come from?</vt:lpstr>
      <vt:lpstr>PROJECT BENEFITS  MANAGEMENT INTANGIBLE</vt:lpstr>
      <vt:lpstr>PROJECT  BENEFITS</vt:lpstr>
      <vt:lpstr>Where does social value come from?</vt:lpstr>
      <vt:lpstr>PROJECT BENEFITS  SOCIAL VALUE</vt:lpstr>
      <vt:lpstr>PROJECT VALUE</vt:lpstr>
      <vt:lpstr>PROJECT VALUE:  FINANCIAL APPROACH</vt:lpstr>
      <vt:lpstr>PROJECT VALUE:  FINANCIAL APPROACH</vt:lpstr>
      <vt:lpstr>PROJECT VALUE</vt:lpstr>
      <vt:lpstr>NET VALUE APPROACH</vt:lpstr>
      <vt:lpstr>NET VALUE APPROACH</vt:lpstr>
      <vt:lpstr>COSTS AND BENEFITS OF DIGITAL PROJECTS  R250816</vt:lpstr>
      <vt:lpstr>SUMMARY AND REVIEW QUESTIONS </vt:lpstr>
      <vt:lpstr>SUMMARY:  THE TREE OF COSTS AND BENEFITS</vt:lpstr>
      <vt:lpstr>Review questions: costs</vt:lpstr>
      <vt:lpstr>Review questions: benefits</vt:lpstr>
      <vt:lpstr>Review questions: benefits</vt:lpstr>
      <vt:lpstr>Review questions: benefits</vt:lpstr>
      <vt:lpstr>SUMMARY AND REVIEW QUESTIONS </vt:lpstr>
      <vt:lpstr>PROJECT COST MAP</vt:lpstr>
      <vt:lpstr>Sensitivity assessment</vt:lpstr>
      <vt:lpstr>PROJECT COST – ERP project Accounting in a large utility - 500 accountants </vt:lpstr>
      <vt:lpstr>PROJECT COST – ERP PROJECT Sales + factory - 3 product divisions and 20 countries </vt:lpstr>
      <vt:lpstr>PROJECT COST – Innovative customer profiling in a large telecom with dedicated hardware </vt:lpstr>
      <vt:lpstr>PROJECT COST  MORTGAGE LOAN MANAGEMENT </vt:lpstr>
      <vt:lpstr>PROJECT COST – HC project (Doctor)</vt:lpstr>
      <vt:lpstr>SUMMARY AND REVIEW QUESTIONS </vt:lpstr>
      <vt:lpstr>SENSITIVITY ANALYSIS</vt:lpstr>
      <vt:lpstr>PROJECT BENEFITS – ERP project Accounting in a large utility - 500 accountants </vt:lpstr>
      <vt:lpstr>PROJECT BENEFITS  MORTGAGE LOAN MANAGEMENT  </vt:lpstr>
      <vt:lpstr>Potential Benefits in HC project (Doctor)</vt:lpstr>
      <vt:lpstr>COSTS AND BENEFITS OF DIGITAL PROJECTS  R250816</vt:lpstr>
      <vt:lpstr>Summary</vt:lpstr>
      <vt:lpstr>Pillar 1: Business Case </vt:lpstr>
      <vt:lpstr>Pillar 2: Cost and benefit items</vt:lpstr>
      <vt:lpstr>Pillar 2: Cost and benefit items (cont.)</vt:lpstr>
      <vt:lpstr>Pillar 3: Cost management</vt:lpstr>
      <vt:lpstr>Pillar 4: Cost/benefit lifecycle</vt:lpstr>
      <vt:lpstr>Pillar 4: Cost/benefit lifecycle (cont.)</vt:lpstr>
      <vt:lpstr>COSTS AND BENEFITS OF DIGITAL PROJECTS  R250816</vt:lpstr>
      <vt:lpstr>Assignment structure</vt:lpstr>
      <vt:lpstr>Assignment structure:  Business Case </vt:lpstr>
      <vt:lpstr>Business Case: example (GP visit)</vt:lpstr>
      <vt:lpstr>Business Case: example (GP visit)</vt:lpstr>
      <vt:lpstr>Summary</vt:lpstr>
      <vt:lpstr>Summary: structure</vt:lpstr>
      <vt:lpstr>Summary: Project P&amp;L Statement  (Use Excel Spreadsheet)</vt:lpstr>
      <vt:lpstr>DETAIL: content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Mip</dc:title>
  <dc:creator>PROF. MOTTA</dc:creator>
  <cp:lastModifiedBy>gianmario motta</cp:lastModifiedBy>
  <cp:revision>1657</cp:revision>
  <cp:lastPrinted>1999-09-25T10:12:07Z</cp:lastPrinted>
  <dcterms:created xsi:type="dcterms:W3CDTF">1998-09-05T08:17:15Z</dcterms:created>
  <dcterms:modified xsi:type="dcterms:W3CDTF">2025-11-25T18:29:26Z</dcterms:modified>
</cp:coreProperties>
</file>